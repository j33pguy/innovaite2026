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FFFFD4_37883625.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4"/>
    <p:sldMasterId id="2147483674" r:id="rId5"/>
    <p:sldMasterId id="2147483676" r:id="rId6"/>
    <p:sldMasterId id="2147483681" r:id="rId7"/>
  </p:sldMasterIdLst>
  <p:notesMasterIdLst>
    <p:notesMasterId r:id="rId46"/>
  </p:notesMasterIdLst>
  <p:sldIdLst>
    <p:sldId id="300" r:id="rId8"/>
    <p:sldId id="258" r:id="rId9"/>
    <p:sldId id="301" r:id="rId10"/>
    <p:sldId id="289" r:id="rId11"/>
    <p:sldId id="290" r:id="rId12"/>
    <p:sldId id="288" r:id="rId13"/>
    <p:sldId id="259" r:id="rId14"/>
    <p:sldId id="260" r:id="rId15"/>
    <p:sldId id="302" r:id="rId16"/>
    <p:sldId id="293" r:id="rId17"/>
    <p:sldId id="294" r:id="rId18"/>
    <p:sldId id="292" r:id="rId19"/>
    <p:sldId id="295" r:id="rId20"/>
    <p:sldId id="296" r:id="rId21"/>
    <p:sldId id="297" r:id="rId22"/>
    <p:sldId id="306" r:id="rId23"/>
    <p:sldId id="2147482127" r:id="rId24"/>
    <p:sldId id="2147483596" r:id="rId25"/>
    <p:sldId id="2147483598" r:id="rId26"/>
    <p:sldId id="2147483599" r:id="rId27"/>
    <p:sldId id="2147483601" r:id="rId28"/>
    <p:sldId id="2147483600" r:id="rId29"/>
    <p:sldId id="2147483603" r:id="rId30"/>
    <p:sldId id="2147483602" r:id="rId31"/>
    <p:sldId id="2147483604" r:id="rId32"/>
    <p:sldId id="285" r:id="rId33"/>
    <p:sldId id="2147482137" r:id="rId34"/>
    <p:sldId id="303" r:id="rId35"/>
    <p:sldId id="304" r:id="rId36"/>
    <p:sldId id="305" r:id="rId37"/>
    <p:sldId id="2147483613" r:id="rId38"/>
    <p:sldId id="2147483597" r:id="rId39"/>
    <p:sldId id="256" r:id="rId40"/>
    <p:sldId id="2147483606" r:id="rId41"/>
    <p:sldId id="2147483612" r:id="rId42"/>
    <p:sldId id="2147481687" r:id="rId43"/>
    <p:sldId id="2147483615" r:id="rId44"/>
    <p:sldId id="2147483616"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3B8E4E36-1D2C-B252-8CB3-67A2ED309D4D}" name="Tamer Farag" initials="TF" userId="S::tfarag_microsoft.com#ext#@obvience.onmicrosoft.com::a78b1f5c-dc0c-4e04-bd69-91ca7f429884" providerId="AD"/>
  <p188:author id="{CC3AA9D8-799B-3CCB-28CF-7C66BBBC11B4}" name="Nikil Prabhakar" initials="NP" userId="S::Nikil@obvience.com::e6efa898-d5bb-4330-838a-8e8c901bb1d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B4599"/>
    <a:srgbClr val="B3EB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A6E939-8BC1-7042-948B-24B42445245E}" v="10" dt="2026-02-22T20:16:32.8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8"/>
  </p:normalViewPr>
  <p:slideViewPr>
    <p:cSldViewPr snapToGrid="0">
      <p:cViewPr varScale="1">
        <p:scale>
          <a:sx n="103" d="100"/>
          <a:sy n="103" d="100"/>
        </p:scale>
        <p:origin x="208" y="7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viewProps" Target="viewProps.xml"/><Relationship Id="rId8" Type="http://schemas.openxmlformats.org/officeDocument/2006/relationships/slide" Target="slides/slide1.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notesMaster" Target="notesMasters/notesMaster1.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3.xml"/></Relationships>
</file>

<file path=ppt/comments/modernComment_7FFFFFD4_37883625.xml><?xml version="1.0" encoding="utf-8"?>
<p188:cmLst xmlns:a="http://schemas.openxmlformats.org/drawingml/2006/main" xmlns:r="http://schemas.openxmlformats.org/officeDocument/2006/relationships" xmlns:p188="http://schemas.microsoft.com/office/powerpoint/2018/8/main">
  <p188:cm id="{F87D188D-308E-D643-AA3E-1ED2982EB26E}" authorId="{3B8E4E36-1D2C-B252-8CB3-67A2ED309D4D}" created="2024-08-15T14:34:53.828">
    <pc:sldMkLst xmlns:pc="http://schemas.microsoft.com/office/powerpoint/2013/main/command">
      <pc:docMk/>
      <pc:sldMk cId="3508302490" sldId="289"/>
    </pc:sldMkLst>
    <p188:replyLst>
      <p188:reply id="{72BC5259-8F55-48E2-832F-C54885C431FB}" authorId="{CC3AA9D8-799B-3CCB-28CF-7C66BBBC11B4}" created="2024-08-15T19:28:06.030">
        <p188:txBody>
          <a:bodyPr/>
          <a:lstStyle/>
          <a:p>
            <a:r>
              <a:rPr lang="en-US"/>
              <a:t>These are connectors across all Data Factory artifacts. Slide 34 is about Data Pipeline connectors</a:t>
            </a:r>
          </a:p>
        </p188:txBody>
      </p188:reply>
    </p188:replyLst>
    <p188:txBody>
      <a:bodyPr/>
      <a:lstStyle/>
      <a:p>
        <a:r>
          <a:rPr lang="en-US"/>
          <a:t>Did slide seems like slide 33, is it redundant?
If so, can we update the picture and numbers in slide 33?</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571865-ED1A-4964-B39A-99DDC4A8FE5E}" type="datetimeFigureOut">
              <a:rPr lang="en-US" smtClean="0"/>
              <a:t>2/22/26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08B689-75C0-4866-9F44-CA1F972EA0DD}" type="slidenum">
              <a:rPr lang="en-US" smtClean="0"/>
              <a:t>‹#›</a:t>
            </a:fld>
            <a:endParaRPr lang="en-US"/>
          </a:p>
        </p:txBody>
      </p:sp>
    </p:spTree>
    <p:extLst>
      <p:ext uri="{BB962C8B-B14F-4D97-AF65-F5344CB8AC3E}">
        <p14:creationId xmlns:p14="http://schemas.microsoft.com/office/powerpoint/2010/main" val="4043580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84B89C-8F06-4DDB-B984-EBF84F1041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7084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US" b="0" i="0">
                <a:effectLst/>
                <a:latin typeface="Calibri" panose="020F0502020204030204" pitchFamily="34" charset="0"/>
                <a:ea typeface="Calibri" panose="020F0502020204030204" pitchFamily="34" charset="0"/>
                <a:cs typeface="Calibri" panose="020F0502020204030204" pitchFamily="34" charset="0"/>
              </a:rPr>
              <a:t>Microsoft Fabric's Data Factory offers a modern data integration platform enabling robust data ingestion, preparation, and transformation from a variety of sources to support analytics within Lakehouse and Data Warehouse environments. It's designed for both citizen developers and professionals, offering over 300 transformations for efficient data manipulation​​.</a:t>
            </a:r>
          </a:p>
          <a:p>
            <a:pPr marL="171450" indent="-171450" algn="l">
              <a:buFont typeface="Arial" panose="020B0604020202020204" pitchFamily="34" charset="0"/>
              <a:buChar char="•"/>
            </a:pPr>
            <a:r>
              <a:rPr lang="en-US" b="0" i="0">
                <a:effectLst/>
                <a:latin typeface="Calibri" panose="020F0502020204030204" pitchFamily="34" charset="0"/>
                <a:ea typeface="Calibri" panose="020F0502020204030204" pitchFamily="34" charset="0"/>
                <a:cs typeface="Calibri" panose="020F0502020204030204" pitchFamily="34" charset="0"/>
              </a:rPr>
              <a:t>Dataflows within Data Factory provide a low-code interface that leverages Power Query, allowing users to perform complex data transformations with ease. This includes joining, aggregation, and data cleansing, which can be loaded into multiple destinations and refreshed manually or on a schedule​​.</a:t>
            </a:r>
          </a:p>
          <a:p>
            <a:pPr marL="171450" indent="-171450" algn="l">
              <a:buFont typeface="Arial" panose="020B0604020202020204" pitchFamily="34" charset="0"/>
              <a:buChar char="•"/>
            </a:pPr>
            <a:r>
              <a:rPr lang="en-US" b="0" i="0">
                <a:effectLst/>
                <a:latin typeface="Calibri" panose="020F0502020204030204" pitchFamily="34" charset="0"/>
                <a:ea typeface="Calibri" panose="020F0502020204030204" pitchFamily="34" charset="0"/>
                <a:cs typeface="Calibri" panose="020F0502020204030204" pitchFamily="34" charset="0"/>
              </a:rPr>
              <a:t>Data pipelines in Data Factory support large-scale, complex workflows and offer rich orchestration capabilities. This includes moving petabyte-size data and sophisticated control flow with loops and conditionals, enabling the creation of comprehensive ETL workflows that integrate various tasks including code-first activities like Spark Notebooks and SQL scripts​</a:t>
            </a:r>
          </a:p>
          <a:p>
            <a:endParaRPr lang="en-US">
              <a:latin typeface="Calibri" panose="020F0502020204030204" pitchFamily="34" charset="0"/>
              <a:ea typeface="Calibri" panose="020F0502020204030204" pitchFamily="34" charset="0"/>
              <a:cs typeface="Calibri" panose="020F0502020204030204" pitchFamily="34"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0987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US" b="0" i="0">
                <a:effectLst/>
                <a:latin typeface="+mn-lt"/>
              </a:rPr>
              <a:t>Data pipelines in Microsoft Fabric allow for the construction of complex ETL workflows that can orchestrate a wide variety of tasks at scale. These pipelines facilitate cloud-scale data movement and provide advanced workflow capabilities​​.</a:t>
            </a:r>
          </a:p>
          <a:p>
            <a:pPr marL="171450" indent="-171450" algn="l">
              <a:buFont typeface="Arial" panose="020B0604020202020204" pitchFamily="34" charset="0"/>
              <a:buChar char="•"/>
            </a:pPr>
            <a:r>
              <a:rPr lang="en-US" b="0" i="0">
                <a:effectLst/>
                <a:latin typeface="+mn-lt"/>
              </a:rPr>
              <a:t>The control flow within data pipelines is sophisticated, offering logic constructs such as loops and conditionals to handle complex data manipulation scenarios efficiently and effectively​​.</a:t>
            </a:r>
          </a:p>
          <a:p>
            <a:pPr marL="171450" indent="-171450" algn="l">
              <a:buFont typeface="Arial" panose="020B0604020202020204" pitchFamily="34" charset="0"/>
              <a:buChar char="•"/>
            </a:pPr>
            <a:r>
              <a:rPr lang="en-US" b="0" i="0">
                <a:effectLst/>
                <a:latin typeface="+mn-lt"/>
              </a:rPr>
              <a:t>Integration of code-first activities, such as Spark Notebooks and SQL scripts, with configuration-driven copy activities, enables end-to-end data pipeline creation for diverse data transformation requirements​</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5228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a:solidFill>
                  <a:schemeClr val="bg1"/>
                </a:solidFill>
                <a:effectLst/>
                <a:latin typeface="Segoe UI" panose="020B0502040204020203" pitchFamily="34" charset="0"/>
              </a:rPr>
              <a:t>New Connectors </a:t>
            </a:r>
            <a:r>
              <a:rPr lang="en-US" sz="1200" i="0" u="none" strike="noStrike">
                <a:solidFill>
                  <a:schemeClr val="bg1"/>
                </a:solidFill>
                <a:effectLst/>
                <a:latin typeface="Segoe UI" panose="020B0502040204020203" pitchFamily="34" charset="0"/>
              </a:rPr>
              <a:t>provide a low-code interface for ingesting data from a variety of data sources</a:t>
            </a:r>
            <a:r>
              <a:rPr lang="en-US" sz="1200" i="0">
                <a:solidFill>
                  <a:schemeClr val="bg1"/>
                </a:solidFill>
                <a:effectLst/>
                <a:latin typeface="Segoe UI" panose="020B0502040204020203" pitchFamily="34" charset="0"/>
              </a:rPr>
              <a:t>​</a:t>
            </a:r>
          </a:p>
          <a:p>
            <a:endParaRPr lang="en-US"/>
          </a:p>
          <a:p>
            <a:pPr>
              <a:lnSpc>
                <a:spcPct val="105000"/>
              </a:lnSpc>
              <a:spcAft>
                <a:spcPts val="300"/>
              </a:spcAft>
            </a:pPr>
            <a:r>
              <a:rPr lang="en-US" sz="1400" b="1" i="1">
                <a:solidFill>
                  <a:schemeClr val="bg1"/>
                </a:solidFill>
                <a:latin typeface="Segoe UI" panose="020B0502040204020203" pitchFamily="34" charset="0"/>
                <a:cs typeface="Segoe UI" panose="020B0502040204020203" pitchFamily="34" charset="0"/>
              </a:rPr>
              <a:t>New Connectors:</a:t>
            </a:r>
          </a:p>
          <a:p>
            <a:pPr marL="285750" indent="-285750">
              <a:lnSpc>
                <a:spcPct val="105000"/>
              </a:lnSpc>
              <a:spcAft>
                <a:spcPts val="300"/>
              </a:spcAft>
              <a:buFont typeface="Arial" panose="020B0604020202020204" pitchFamily="34" charset="0"/>
              <a:buChar char="•"/>
            </a:pPr>
            <a:r>
              <a:rPr lang="en-US" sz="1200">
                <a:solidFill>
                  <a:schemeClr val="bg1"/>
                </a:solidFill>
                <a:latin typeface="Segoe UI" panose="020B0502040204020203" pitchFamily="34" charset="0"/>
                <a:cs typeface="Segoe UI" panose="020B0502040204020203" pitchFamily="34" charset="0"/>
              </a:rPr>
              <a:t>Warehouse Connector; connect to existing Azure Synapse</a:t>
            </a:r>
          </a:p>
          <a:p>
            <a:pPr marL="285750" indent="-285750">
              <a:lnSpc>
                <a:spcPct val="105000"/>
              </a:lnSpc>
              <a:spcAft>
                <a:spcPts val="300"/>
              </a:spcAft>
              <a:buFont typeface="Arial" panose="020B0604020202020204" pitchFamily="34" charset="0"/>
              <a:buChar char="•"/>
            </a:pPr>
            <a:r>
              <a:rPr lang="en-US" sz="1200">
                <a:solidFill>
                  <a:schemeClr val="bg1"/>
                </a:solidFill>
                <a:latin typeface="Segoe UI" panose="020B0502040204020203" pitchFamily="34" charset="0"/>
                <a:cs typeface="Segoe UI" panose="020B0502040204020203" pitchFamily="34" charset="0"/>
              </a:rPr>
              <a:t>Lakehouse connector</a:t>
            </a:r>
          </a:p>
          <a:p>
            <a:pPr marL="285750" indent="-285750">
              <a:lnSpc>
                <a:spcPct val="105000"/>
              </a:lnSpc>
              <a:spcAft>
                <a:spcPts val="300"/>
              </a:spcAft>
              <a:buFont typeface="Arial" panose="020B0604020202020204" pitchFamily="34" charset="0"/>
              <a:buChar char="•"/>
            </a:pPr>
            <a:r>
              <a:rPr lang="en-US" sz="1200" b="1">
                <a:solidFill>
                  <a:schemeClr val="bg1"/>
                </a:solidFill>
                <a:latin typeface="Segoe UI" panose="020B0502040204020203" pitchFamily="34" charset="0"/>
                <a:cs typeface="Segoe UI" panose="020B0502040204020203" pitchFamily="34" charset="0"/>
              </a:rPr>
              <a:t>14 new connectors in the copy activity: </a:t>
            </a:r>
            <a:r>
              <a:rPr lang="en-US" sz="1200" b="0" i="0" u="none" strike="noStrike">
                <a:solidFill>
                  <a:schemeClr val="bg1"/>
                </a:solidFill>
                <a:effectLst/>
                <a:latin typeface="Segoe UI" panose="020B0502040204020203" pitchFamily="34" charset="0"/>
                <a:cs typeface="Segoe UI" panose="020B0502040204020203" pitchFamily="34" charset="0"/>
              </a:rPr>
              <a:t>Amazon S3, Azure Table, Amazon Redshift, OData, Google Cloud Storage, Apache Impala, Hive, SQL Server, Azure Synapse Analytics, HTTP, REST, PostgreSQL, Azure Database for PostgreSQL, and Azure Data Explorer</a:t>
            </a:r>
            <a:endParaRPr lang="en-US" sz="1200" b="0" i="0">
              <a:solidFill>
                <a:schemeClr val="bg1"/>
              </a:solidFill>
              <a:effectLst/>
              <a:latin typeface="Segoe UI" panose="020B0502040204020203" pitchFamily="34" charset="0"/>
              <a:cs typeface="Segoe UI" panose="020B0502040204020203" pitchFamily="34" charset="0"/>
            </a:endParaRPr>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6705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spc="0" baseline="0">
                <a:solidFill>
                  <a:schemeClr val="bg1"/>
                </a:solidFill>
                <a:latin typeface="Segoe UI" panose="020B0502040204020203" pitchFamily="34" charset="0"/>
                <a:cs typeface="Segoe UI" panose="020B0502040204020203" pitchFamily="34" charset="0"/>
              </a:rPr>
              <a:t>Sample Datasets </a:t>
            </a:r>
            <a:r>
              <a:rPr lang="en-US" sz="1200" kern="1200" spc="0" baseline="0">
                <a:solidFill>
                  <a:schemeClr val="bg1"/>
                </a:solidFill>
                <a:latin typeface="Segoe UI" panose="020B0502040204020203" pitchFamily="34" charset="0"/>
                <a:cs typeface="Segoe UI" panose="020B0502040204020203" pitchFamily="34" charset="0"/>
              </a:rPr>
              <a:t>helps new users get started quickly, building out their ELT processes </a:t>
            </a:r>
            <a:r>
              <a:rPr lang="en-US" sz="1200">
                <a:solidFill>
                  <a:schemeClr val="bg1"/>
                </a:solidFill>
                <a:latin typeface="Segoe UI" panose="020B0502040204020203" pitchFamily="34" charset="0"/>
                <a:cs typeface="Segoe UI" panose="020B0502040204020203" pitchFamily="34" charset="0"/>
              </a:rPr>
              <a:t>using Data Pipelines</a:t>
            </a:r>
          </a:p>
          <a:p>
            <a:endParaRPr lang="en-US"/>
          </a:p>
          <a:p>
            <a:pPr>
              <a:lnSpc>
                <a:spcPct val="105000"/>
              </a:lnSpc>
              <a:spcAft>
                <a:spcPts val="300"/>
              </a:spcAft>
            </a:pPr>
            <a:r>
              <a:rPr lang="en-US" sz="1400" b="1" i="1">
                <a:solidFill>
                  <a:schemeClr val="bg1"/>
                </a:solidFill>
                <a:latin typeface="Segoe UI" panose="020B0502040204020203" pitchFamily="34" charset="0"/>
                <a:cs typeface="Segoe UI" panose="020B0502040204020203" pitchFamily="34" charset="0"/>
              </a:rPr>
              <a:t>Sample Semantic models:</a:t>
            </a:r>
          </a:p>
          <a:p>
            <a:pPr marL="285750" indent="-285750">
              <a:lnSpc>
                <a:spcPct val="105000"/>
              </a:lnSpc>
              <a:spcAft>
                <a:spcPts val="300"/>
              </a:spcAft>
              <a:buFont typeface="Arial" panose="020B0604020202020204" pitchFamily="34" charset="0"/>
              <a:buChar char="•"/>
            </a:pPr>
            <a:r>
              <a:rPr lang="en-US" sz="1200">
                <a:solidFill>
                  <a:schemeClr val="bg1"/>
                </a:solidFill>
                <a:latin typeface="Segoe UI" panose="020B0502040204020203" pitchFamily="34" charset="0"/>
                <a:cs typeface="Segoe UI" panose="020B0502040204020203" pitchFamily="34" charset="0"/>
              </a:rPr>
              <a:t>COVID-19 Data Lake (CSV, JSON, JSON Lines, Parquet)</a:t>
            </a:r>
          </a:p>
          <a:p>
            <a:pPr marL="285750" indent="-285750">
              <a:lnSpc>
                <a:spcPct val="105000"/>
              </a:lnSpc>
              <a:spcAft>
                <a:spcPts val="300"/>
              </a:spcAft>
              <a:buFont typeface="Arial" panose="020B0604020202020204" pitchFamily="34" charset="0"/>
              <a:buChar char="•"/>
            </a:pPr>
            <a:r>
              <a:rPr lang="en-US" sz="1200">
                <a:solidFill>
                  <a:schemeClr val="bg1"/>
                </a:solidFill>
                <a:latin typeface="Segoe UI" panose="020B0502040204020203" pitchFamily="34" charset="0"/>
                <a:cs typeface="Segoe UI" panose="020B0502040204020203" pitchFamily="34" charset="0"/>
              </a:rPr>
              <a:t>NYC Tax – Green (2GB Parquet)</a:t>
            </a:r>
          </a:p>
          <a:p>
            <a:pPr marL="285750" indent="-285750">
              <a:lnSpc>
                <a:spcPct val="105000"/>
              </a:lnSpc>
              <a:spcAft>
                <a:spcPts val="300"/>
              </a:spcAft>
              <a:buFont typeface="Arial" panose="020B0604020202020204" pitchFamily="34" charset="0"/>
              <a:buChar char="•"/>
            </a:pPr>
            <a:r>
              <a:rPr lang="en-US" sz="1200">
                <a:solidFill>
                  <a:schemeClr val="bg1"/>
                </a:solidFill>
                <a:latin typeface="Segoe UI" panose="020B0502040204020203" pitchFamily="34" charset="0"/>
                <a:cs typeface="Segoe UI" panose="020B0502040204020203" pitchFamily="34" charset="0"/>
              </a:rPr>
              <a:t>Diabetes (14K Parquet)</a:t>
            </a:r>
          </a:p>
          <a:p>
            <a:pPr marL="285750" indent="-285750">
              <a:lnSpc>
                <a:spcPct val="105000"/>
              </a:lnSpc>
              <a:spcAft>
                <a:spcPts val="300"/>
              </a:spcAft>
              <a:buFont typeface="Arial" panose="020B0604020202020204" pitchFamily="34" charset="0"/>
              <a:buChar char="•"/>
            </a:pPr>
            <a:r>
              <a:rPr lang="en-US" sz="1200">
                <a:solidFill>
                  <a:schemeClr val="bg1"/>
                </a:solidFill>
                <a:latin typeface="Segoe UI" panose="020B0502040204020203" pitchFamily="34" charset="0"/>
                <a:cs typeface="Segoe UI" panose="020B0502040204020203" pitchFamily="34" charset="0"/>
              </a:rPr>
              <a:t>Public Holidays (500KB Parquet)</a:t>
            </a:r>
          </a:p>
          <a:p>
            <a:pPr marL="285750" indent="-285750">
              <a:lnSpc>
                <a:spcPct val="105000"/>
              </a:lnSpc>
              <a:spcAft>
                <a:spcPts val="300"/>
              </a:spcAft>
              <a:buFont typeface="Arial" panose="020B0604020202020204" pitchFamily="34" charset="0"/>
              <a:buChar char="•"/>
            </a:pPr>
            <a:r>
              <a:rPr lang="en-US" sz="1200">
                <a:solidFill>
                  <a:schemeClr val="bg1"/>
                </a:solidFill>
                <a:latin typeface="Segoe UI" panose="020B0502040204020203" pitchFamily="34" charset="0"/>
                <a:cs typeface="Segoe UI" panose="020B0502040204020203" pitchFamily="34" charset="0"/>
              </a:rPr>
              <a:t>Retail Data Model from Wide World Importers (352MB Parquet)</a:t>
            </a:r>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2620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5000"/>
              </a:lnSpc>
              <a:spcAft>
                <a:spcPts val="300"/>
              </a:spcAft>
            </a:pPr>
            <a:r>
              <a:rPr lang="en-US" sz="1200" b="1" kern="1200" spc="0" baseline="0">
                <a:solidFill>
                  <a:schemeClr val="bg1"/>
                </a:solidFill>
                <a:latin typeface="Segoe UI" panose="020B0502040204020203" pitchFamily="34" charset="0"/>
                <a:cs typeface="Segoe UI" panose="020B0502040204020203" pitchFamily="34" charset="0"/>
              </a:rPr>
              <a:t>Simply </a:t>
            </a:r>
            <a:r>
              <a:rPr lang="en-US" sz="1200" kern="1200" spc="0" baseline="0">
                <a:solidFill>
                  <a:schemeClr val="bg1"/>
                </a:solidFill>
                <a:latin typeface="Segoe UI" panose="020B0502040204020203" pitchFamily="34" charset="0"/>
                <a:cs typeface="Segoe UI" panose="020B0502040204020203" pitchFamily="34" charset="0"/>
              </a:rPr>
              <a:t>copying data to a Lakehouse with copy assist capabilities withing the Data Pipeline</a:t>
            </a:r>
          </a:p>
          <a:p>
            <a:pPr>
              <a:lnSpc>
                <a:spcPct val="105000"/>
              </a:lnSpc>
              <a:spcAft>
                <a:spcPts val="300"/>
              </a:spcAft>
            </a:pPr>
            <a:endParaRPr lang="en-US" sz="1200" b="1">
              <a:solidFill>
                <a:schemeClr val="bg1"/>
              </a:solidFill>
              <a:latin typeface="Segoe UI" panose="020B0502040204020203" pitchFamily="34" charset="0"/>
              <a:cs typeface="Segoe UI" panose="020B0502040204020203" pitchFamily="34" charset="0"/>
            </a:endParaRPr>
          </a:p>
          <a:p>
            <a:pPr>
              <a:lnSpc>
                <a:spcPct val="105000"/>
              </a:lnSpc>
              <a:spcAft>
                <a:spcPts val="300"/>
              </a:spcAft>
            </a:pPr>
            <a:r>
              <a:rPr lang="en-US" sz="1200">
                <a:solidFill>
                  <a:schemeClr val="bg1"/>
                </a:solidFill>
                <a:latin typeface="Segoe UI" panose="020B0502040204020203" pitchFamily="34" charset="0"/>
                <a:cs typeface="Segoe UI" panose="020B0502040204020203" pitchFamily="34" charset="0"/>
              </a:rPr>
              <a:t>Additionally, user can create a Data Pipeline without having to leave the Lakehouse portal</a:t>
            </a:r>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6753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ea typeface="Calibri" panose="020F0502020204030204" pitchFamily="34" charset="0"/>
                <a:cs typeface="Calibri" panose="020F0502020204030204" pitchFamily="34" charset="0"/>
              </a:rPr>
              <a:t>A dataflow is a collection of tables that are created and managed in workspaces in the Power BI service. A table is a set of columns that are used to store data, much like a table within a database. These tables are created as a result of Power Query transformations.</a:t>
            </a:r>
          </a:p>
          <a:p>
            <a:pPr marL="171450" indent="-1714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The new generation of dataflows resides alongside the Power BI Dataflow (Gen1) and brings new features and improved experiences. </a:t>
            </a:r>
          </a:p>
          <a:p>
            <a:pPr marL="171450" indent="-171450" algn="l">
              <a:buFont typeface="Arial" panose="020B0604020202020204" pitchFamily="34" charset="0"/>
              <a:buChar char="•"/>
            </a:pPr>
            <a:r>
              <a:rPr lang="en-US" b="0" i="0">
                <a:solidFill>
                  <a:srgbClr val="161616"/>
                </a:solidFill>
                <a:effectLst/>
                <a:latin typeface="Calibri" panose="020F0502020204030204" pitchFamily="34" charset="0"/>
                <a:ea typeface="Calibri" panose="020F0502020204030204" pitchFamily="34" charset="0"/>
                <a:cs typeface="Calibri" panose="020F0502020204030204" pitchFamily="34" charset="0"/>
              </a:rPr>
              <a:t>Similar to Dataflow Gen1, Dataflow Gen2 allows you to transform your data into dataflow's internal/staging storage where it can be accessed using the Dataflow connector. Dataflow Gen2 also allows you to specify a data destination for your data. Using this feature, you can now separate your ETL logic and destination storage. This feature benefits you in many ways. For example, you can now use a dataflow to load data into a </a:t>
            </a:r>
            <a:r>
              <a:rPr lang="en-US" b="0" i="0" err="1">
                <a:solidFill>
                  <a:srgbClr val="161616"/>
                </a:solidFill>
                <a:effectLst/>
                <a:latin typeface="Calibri" panose="020F0502020204030204" pitchFamily="34" charset="0"/>
                <a:ea typeface="Calibri" panose="020F0502020204030204" pitchFamily="34" charset="0"/>
                <a:cs typeface="Calibri" panose="020F0502020204030204" pitchFamily="34" charset="0"/>
              </a:rPr>
              <a:t>lakehouse</a:t>
            </a:r>
            <a:r>
              <a:rPr lang="en-US" b="0" i="0">
                <a:solidFill>
                  <a:srgbClr val="161616"/>
                </a:solidFill>
                <a:effectLst/>
                <a:latin typeface="Calibri" panose="020F0502020204030204" pitchFamily="34" charset="0"/>
                <a:ea typeface="Calibri" panose="020F0502020204030204" pitchFamily="34" charset="0"/>
                <a:cs typeface="Calibri" panose="020F0502020204030204" pitchFamily="34" charset="0"/>
              </a:rPr>
              <a:t> and then use a notebook to analyze the data. Or you can use a dataflow to load data into an Azure SQL database and then use a data pipeline to load the data into a data warehouse.</a:t>
            </a:r>
          </a:p>
          <a:p>
            <a:pPr marL="171450" indent="-171450" algn="l">
              <a:buFont typeface="Arial" panose="020B0604020202020204" pitchFamily="34" charset="0"/>
              <a:buChar char="•"/>
            </a:pPr>
            <a:r>
              <a:rPr lang="en-US" b="0" i="0">
                <a:solidFill>
                  <a:srgbClr val="161616"/>
                </a:solidFill>
                <a:effectLst/>
                <a:latin typeface="Calibri" panose="020F0502020204030204" pitchFamily="34" charset="0"/>
                <a:ea typeface="Calibri" panose="020F0502020204030204" pitchFamily="34" charset="0"/>
                <a:cs typeface="Calibri" panose="020F0502020204030204" pitchFamily="34" charset="0"/>
              </a:rPr>
              <a:t>In Dataflow Gen2, we added support for the following destinations and many more are coming soon:</a:t>
            </a:r>
          </a:p>
          <a:p>
            <a:pPr marL="628650" lvl="1" indent="-171450" algn="l">
              <a:buFont typeface="Arial" panose="020B0604020202020204" pitchFamily="34" charset="0"/>
              <a:buChar char="•"/>
            </a:pPr>
            <a:r>
              <a:rPr lang="en-US" b="0" i="0">
                <a:solidFill>
                  <a:srgbClr val="161616"/>
                </a:solidFill>
                <a:effectLst/>
                <a:latin typeface="Calibri" panose="020F0502020204030204" pitchFamily="34" charset="0"/>
                <a:ea typeface="Calibri" panose="020F0502020204030204" pitchFamily="34" charset="0"/>
                <a:cs typeface="Calibri" panose="020F0502020204030204" pitchFamily="34" charset="0"/>
              </a:rPr>
              <a:t>Fabric Lakehouse</a:t>
            </a:r>
          </a:p>
          <a:p>
            <a:pPr marL="628650" lvl="1" indent="-171450" algn="l">
              <a:buFont typeface="Arial" panose="020B0604020202020204" pitchFamily="34" charset="0"/>
              <a:buChar char="•"/>
            </a:pPr>
            <a:r>
              <a:rPr lang="en-US" b="0" i="0">
                <a:solidFill>
                  <a:srgbClr val="161616"/>
                </a:solidFill>
                <a:effectLst/>
                <a:latin typeface="Calibri" panose="020F0502020204030204" pitchFamily="34" charset="0"/>
                <a:ea typeface="Calibri" panose="020F0502020204030204" pitchFamily="34" charset="0"/>
                <a:cs typeface="Calibri" panose="020F0502020204030204" pitchFamily="34" charset="0"/>
              </a:rPr>
              <a:t>Azure Data Explorer (Kusto)</a:t>
            </a:r>
          </a:p>
          <a:p>
            <a:pPr marL="628650" lvl="1" indent="-171450" algn="l">
              <a:buFont typeface="Arial" panose="020B0604020202020204" pitchFamily="34" charset="0"/>
              <a:buChar char="•"/>
            </a:pPr>
            <a:r>
              <a:rPr lang="en-US" b="0" i="0">
                <a:solidFill>
                  <a:srgbClr val="161616"/>
                </a:solidFill>
                <a:effectLst/>
                <a:latin typeface="Calibri" panose="020F0502020204030204" pitchFamily="34" charset="0"/>
                <a:ea typeface="Calibri" panose="020F0502020204030204" pitchFamily="34" charset="0"/>
                <a:cs typeface="Calibri" panose="020F0502020204030204" pitchFamily="34" charset="0"/>
              </a:rPr>
              <a:t>Azure Synapse Analytics (SQL DW)</a:t>
            </a:r>
          </a:p>
          <a:p>
            <a:pPr marL="628650" lvl="1" indent="-171450" algn="l">
              <a:buFont typeface="Arial" panose="020B0604020202020204" pitchFamily="34" charset="0"/>
              <a:buChar char="•"/>
            </a:pPr>
            <a:r>
              <a:rPr lang="en-US" b="0" i="0">
                <a:solidFill>
                  <a:srgbClr val="161616"/>
                </a:solidFill>
                <a:effectLst/>
                <a:latin typeface="Calibri" panose="020F0502020204030204" pitchFamily="34" charset="0"/>
                <a:ea typeface="Calibri" panose="020F0502020204030204" pitchFamily="34" charset="0"/>
                <a:cs typeface="Calibri" panose="020F0502020204030204" pitchFamily="34" charset="0"/>
              </a:rPr>
              <a:t>Azure SQL Database</a:t>
            </a:r>
          </a:p>
          <a:p>
            <a:pPr marL="171450" indent="-171450">
              <a:buFont typeface="Arial" panose="020B0604020202020204" pitchFamily="34" charset="0"/>
              <a:buChar char="•"/>
            </a:pPr>
            <a:endParaRPr lang="en-US">
              <a:latin typeface="Calibri" panose="020F0502020204030204" pitchFamily="34" charset="0"/>
              <a:ea typeface="Calibri" panose="020F0502020204030204" pitchFamily="34" charset="0"/>
              <a:cs typeface="Calibri" panose="020F0502020204030204" pitchFamily="34"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3728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we are announcing Dataverse shortcuts, work with all your dynamics data in </a:t>
            </a:r>
            <a:r>
              <a:rPr lang="en-US" err="1"/>
              <a:t>OneLake</a:t>
            </a:r>
            <a:r>
              <a:rPr lang="en-US"/>
              <a:t>, no data movement necessary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AC536-D95F-4AD1-A014-D0BF47CB4F5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6320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30"/>
              </a:spcAft>
            </a:pPr>
            <a:r>
              <a:rPr lang="en-US" sz="1900">
                <a:latin typeface="Calibri" panose="020F0502020204030204" pitchFamily="34" charset="0"/>
                <a:ea typeface="Calibri" panose="020F0502020204030204" pitchFamily="34" charset="0"/>
                <a:cs typeface="Arial" panose="020B0604020202020204" pitchFamily="34" charset="0"/>
              </a:rPr>
              <a:t>It is shortcuts that provide the connections between domains and clouds so that data can be virtualized into a single data product without data movement, data duplication or changing the ownership of the data. A shortcut is nothing more than a symbolic link which points from one data location to another. Just like you can create shortcuts in Windows or Linux, the data will appear in the shortcut location as if it were physically there. </a:t>
            </a:r>
          </a:p>
          <a:p>
            <a:pPr>
              <a:lnSpc>
                <a:spcPct val="107000"/>
              </a:lnSpc>
              <a:spcAft>
                <a:spcPts val="830"/>
              </a:spcAft>
            </a:pPr>
            <a:endParaRPr lang="en-US" sz="1900">
              <a:latin typeface="Calibri" panose="020F0502020204030204" pitchFamily="34" charset="0"/>
              <a:ea typeface="Calibri" panose="020F0502020204030204" pitchFamily="34" charset="0"/>
              <a:cs typeface="Arial" panose="020B0604020202020204" pitchFamily="34" charset="0"/>
            </a:endParaRPr>
          </a:p>
          <a:p>
            <a:pPr defTabSz="949147">
              <a:lnSpc>
                <a:spcPct val="107000"/>
              </a:lnSpc>
              <a:spcAft>
                <a:spcPts val="830"/>
              </a:spcAft>
            </a:pPr>
            <a:r>
              <a:rPr lang="en-US" sz="1900">
                <a:latin typeface="Calibri" panose="020F0502020204030204" pitchFamily="34" charset="0"/>
                <a:ea typeface="Calibri" panose="020F0502020204030204" pitchFamily="34" charset="0"/>
                <a:cs typeface="Arial" panose="020B0604020202020204" pitchFamily="34" charset="0"/>
              </a:rPr>
              <a:t>Many of you already have existing data lakes stored in ADLS gen2 or in Amazon S3 buckets. With multi-cloud shortcuts, these lakes can continue to exist and be managed externally to Fabric. </a:t>
            </a:r>
            <a:r>
              <a:rPr lang="en-US" sz="1900" kern="0">
                <a:solidFill>
                  <a:srgbClr val="FFFFFF"/>
                </a:solidFill>
                <a:latin typeface="Segoe UI" panose="020B0502040204020203" pitchFamily="34" charset="0"/>
                <a:cs typeface="Segoe UI" panose="020B0502040204020203" pitchFamily="34" charset="0"/>
              </a:rPr>
              <a:t>All data is mapped to a unified namespace and can be accessed using the same APIs including the ADLS Gen2 DFS APIs.</a:t>
            </a:r>
          </a:p>
          <a:p>
            <a:pPr defTabSz="949147">
              <a:lnSpc>
                <a:spcPct val="107000"/>
              </a:lnSpc>
              <a:spcAft>
                <a:spcPts val="830"/>
              </a:spcAft>
            </a:pPr>
            <a:endParaRPr lang="en-US" sz="190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30"/>
              </a:spcAft>
            </a:pPr>
            <a:endParaRPr lang="en-US" sz="1900">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49147" rtl="0" eaLnBrk="1" fontAlgn="auto" latinLnBrk="0" hangingPunct="1">
              <a:lnSpc>
                <a:spcPct val="100000"/>
              </a:lnSpc>
              <a:spcBef>
                <a:spcPts val="0"/>
              </a:spcBef>
              <a:spcAft>
                <a:spcPts val="0"/>
              </a:spcAft>
              <a:buClrTx/>
              <a:buSzTx/>
              <a:buFontTx/>
              <a:buNone/>
              <a:tabLst/>
              <a:defRPr/>
            </a:pPr>
            <a:fld id="{445AC536-D95F-4AD1-A014-D0BF47CB4F5D}"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49147"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95626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537FE-3B5D-C47D-EE13-4D655F56F0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83371-D212-6DED-5AE9-88D4507DF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A3B8AC-A132-D37A-0C49-8AD6FBF3FDF8}"/>
              </a:ext>
            </a:extLst>
          </p:cNvPr>
          <p:cNvSpPr>
            <a:spLocks noGrp="1"/>
          </p:cNvSpPr>
          <p:nvPr>
            <p:ph type="body" idx="1"/>
          </p:nvPr>
        </p:nvSpPr>
        <p:spPr/>
        <p:txBody>
          <a:bodyPr/>
          <a:lstStyle/>
          <a:p>
            <a:pPr marL="171450" indent="-171450">
              <a:buFont typeface="Arial" panose="020B0604020202020204" pitchFamily="34" charset="0"/>
              <a:buChar char="•"/>
            </a:pPr>
            <a:r>
              <a:rPr lang="en-US"/>
              <a:t>With a few clicks you can choose data and launch directly in Fabric</a:t>
            </a:r>
          </a:p>
          <a:p>
            <a:pPr marL="171450" indent="-171450">
              <a:buFont typeface="Arial" panose="020B0604020202020204" pitchFamily="34" charset="0"/>
              <a:buChar char="•"/>
            </a:pPr>
            <a:r>
              <a:rPr lang="en-US"/>
              <a:t>There is no data copy or ETL schedules to manage – the system does all the work for configuration and data movement</a:t>
            </a:r>
          </a:p>
          <a:p>
            <a:pPr marL="171450" indent="-171450">
              <a:buFont typeface="Arial" panose="020B0604020202020204" pitchFamily="34" charset="0"/>
              <a:buChar char="•"/>
            </a:pPr>
            <a:r>
              <a:rPr lang="en-US"/>
              <a:t>The system generates an Azure  lakehouse, SQL endpoint and default semantic model with your data, saving hours and days of work.</a:t>
            </a:r>
          </a:p>
          <a:p>
            <a:pPr marL="171450" indent="-171450">
              <a:buFont typeface="Arial" panose="020B0604020202020204" pitchFamily="34" charset="0"/>
              <a:buChar char="•"/>
            </a:pPr>
            <a:r>
              <a:rPr lang="en-US"/>
              <a:t>Insights democratized to all low-code apps using core Fabric workloads</a:t>
            </a:r>
          </a:p>
          <a:p>
            <a:pPr marL="171450" indent="-171450">
              <a:buFont typeface="Arial" panose="020B0604020202020204" pitchFamily="34" charset="0"/>
              <a:buChar char="•"/>
            </a:pPr>
            <a:r>
              <a:rPr lang="en-US"/>
              <a:t>Open and governed access controls so data is protected</a:t>
            </a:r>
          </a:p>
          <a:p>
            <a:endParaRPr lang="en-US"/>
          </a:p>
        </p:txBody>
      </p:sp>
      <p:sp>
        <p:nvSpPr>
          <p:cNvPr id="4" name="Slide Number Placeholder 3">
            <a:extLst>
              <a:ext uri="{FF2B5EF4-FFF2-40B4-BE49-F238E27FC236}">
                <a16:creationId xmlns:a16="http://schemas.microsoft.com/office/drawing/2014/main" id="{65D6CEBD-118A-F646-37E5-21F3944E0C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8809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Other talking points: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EFB"/>
                </a:solidFill>
                <a:effectLst/>
                <a:uLnTx/>
                <a:uFillTx/>
                <a:latin typeface="Segoe Sans Text" pitchFamily="2" charset="0"/>
                <a:cs typeface="Segoe Sans Text" pitchFamily="2" charset="0"/>
              </a:rPr>
              <a:t>Simple and intuitive warehouse experiences for both beginner and experienced data professionals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EFB"/>
                </a:solidFill>
                <a:effectLst/>
                <a:uLnTx/>
                <a:uFillTx/>
                <a:latin typeface="Segoe Sans Text" pitchFamily="2" charset="0"/>
                <a:cs typeface="Segoe Sans Text" pitchFamily="2" charset="0"/>
              </a:rPr>
              <a:t>Fully integrated with all Fabric workloads out-of-the box</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EFB"/>
                </a:solidFill>
                <a:effectLst/>
                <a:uLnTx/>
                <a:uFillTx/>
                <a:latin typeface="Segoe Sans Text" pitchFamily="2" charset="0"/>
                <a:cs typeface="Segoe Sans Text" pitchFamily="2" charset="0"/>
              </a:rPr>
              <a:t>Enterprise-ready platform with end-to-end performance and usage visibility, with built-in governance and security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FFFEFB"/>
              </a:solidFill>
              <a:effectLst/>
              <a:uLnTx/>
              <a:uFillTx/>
              <a:latin typeface="Segoe Sans Text" pitchFamily="2" charset="0"/>
              <a:cs typeface="Segoe Sans Text" pitchFamily="2" charset="0"/>
            </a:endParaRPr>
          </a:p>
          <a:p>
            <a:pPr marL="171450" indent="-171450" algn="l">
              <a:buFont typeface="Arial" panose="020B0604020202020204" pitchFamily="34" charset="0"/>
              <a:buChar char="•"/>
            </a:pPr>
            <a:r>
              <a:rPr lang="en-US" b="0" i="0">
                <a:effectLst/>
                <a:latin typeface="Calibri" panose="020F0502020204030204" pitchFamily="34" charset="0"/>
                <a:ea typeface="Calibri" panose="020F0502020204030204" pitchFamily="34" charset="0"/>
                <a:cs typeface="Calibri" panose="020F0502020204030204" pitchFamily="34" charset="0"/>
              </a:rPr>
              <a:t>Microsoft Fabric's Data Warehouse offers a SaaS-like experience that combines the power of data lakes and warehouses, streamlining analytics investments. It provides a virtual warehouse capability for cross-database querying, which means data can be accessed from multiple sources without duplication, leveraging shortcuts for seamless integration​​.</a:t>
            </a:r>
          </a:p>
          <a:p>
            <a:pPr marL="171450" indent="-171450" algn="l">
              <a:buFont typeface="Arial" panose="020B0604020202020204" pitchFamily="34" charset="0"/>
              <a:buChar char="•"/>
            </a:pPr>
            <a:r>
              <a:rPr lang="en-US" b="0" i="0">
                <a:effectLst/>
                <a:latin typeface="Calibri" panose="020F0502020204030204" pitchFamily="34" charset="0"/>
                <a:ea typeface="Calibri" panose="020F0502020204030204" pitchFamily="34" charset="0"/>
                <a:cs typeface="Calibri" panose="020F0502020204030204" pitchFamily="34" charset="0"/>
              </a:rPr>
              <a:t>The autonomous workload management ensures optimal performance without manual tuning, using an advanced distributed query processing engine that naturally isolates workloads. This separation safeguards against ETL jobs impacting ad-hoc analytics​​.</a:t>
            </a:r>
          </a:p>
          <a:p>
            <a:pPr marL="171450" indent="-171450" algn="l">
              <a:buFont typeface="Arial" panose="020B0604020202020204" pitchFamily="34" charset="0"/>
              <a:buChar char="•"/>
            </a:pPr>
            <a:r>
              <a:rPr lang="en-US" b="0" i="0">
                <a:effectLst/>
                <a:latin typeface="Calibri" panose="020F0502020204030204" pitchFamily="34" charset="0"/>
                <a:ea typeface="Calibri" panose="020F0502020204030204" pitchFamily="34" charset="0"/>
                <a:cs typeface="Calibri" panose="020F0502020204030204" pitchFamily="34" charset="0"/>
              </a:rPr>
              <a:t>The Warehouse maintains data in an open parquet file format with Delta Lake Logs, allowing for ACID transactions and compatibility across different compute engines. This empowers data professionals to work collaboratively using their preferred tools on the same semantic model, enhancing efficiency and reducing redundancy​​.</a:t>
            </a:r>
          </a:p>
          <a:p>
            <a:pPr marL="171450" indent="-171450" algn="l">
              <a:buFont typeface="Arial" panose="020B0604020202020204" pitchFamily="34" charset="0"/>
              <a:buChar char="•"/>
            </a:pPr>
            <a:r>
              <a:rPr lang="en-US" b="0" i="0">
                <a:effectLst/>
                <a:latin typeface="Calibri" panose="020F0502020204030204" pitchFamily="34" charset="0"/>
                <a:ea typeface="Calibri" panose="020F0502020204030204" pitchFamily="34" charset="0"/>
                <a:cs typeface="Calibri" panose="020F0502020204030204" pitchFamily="34" charset="0"/>
              </a:rPr>
              <a:t>The architecture separates storage and compute, affording instant scalability. It supports robust security measures and full ACID transactional guarantees, enabling multiple compute engines to read from any supported storage source​​.</a:t>
            </a:r>
          </a:p>
          <a:p>
            <a:pPr marL="171450" indent="-171450" algn="l">
              <a:buFont typeface="Arial" panose="020B0604020202020204" pitchFamily="34" charset="0"/>
              <a:buChar char="•"/>
            </a:pPr>
            <a:r>
              <a:rPr lang="en-US" b="0" i="0">
                <a:effectLst/>
                <a:latin typeface="Calibri" panose="020F0502020204030204" pitchFamily="34" charset="0"/>
                <a:ea typeface="Calibri" panose="020F0502020204030204" pitchFamily="34" charset="0"/>
                <a:cs typeface="Calibri" panose="020F0502020204030204" pitchFamily="34" charset="0"/>
              </a:rPr>
              <a:t>Ingestion, loading, and data transformation at scale are facilitated by pipelines, dataflows, and cross-database querying. This integration with BI tools accelerates the time-to-insights for business users</a:t>
            </a:r>
          </a:p>
          <a:p>
            <a:pPr marL="171450" indent="-171450">
              <a:buFont typeface="Arial" panose="020B0604020202020204" pitchFamily="34" charset="0"/>
              <a:buChar char="•"/>
            </a:pPr>
            <a:endParaRPr lang="en-US">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a:ln>
                <a:noFill/>
              </a:ln>
              <a:solidFill>
                <a:srgbClr val="FFFEFB"/>
              </a:solidFill>
              <a:effectLst/>
              <a:uLnTx/>
              <a:uFillTx/>
              <a:latin typeface="Segoe Sans Text" pitchFamily="2" charset="0"/>
              <a:cs typeface="Segoe Sans Text" pitchFamily="2"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5389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Talk about how autogenerated, flexibility to add/remove tables in semantic model</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32424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US" b="0" i="0">
                <a:effectLst/>
                <a:latin typeface="+mn-lt"/>
              </a:rPr>
              <a:t>Microsoft Fabric integrates its permissions with granular SQL permissions to control access to the Warehouse, ensuring secure connectivity and precise user permission management once connected​​.</a:t>
            </a:r>
          </a:p>
          <a:p>
            <a:pPr marL="171450" indent="-171450" algn="l">
              <a:buFont typeface="Arial" panose="020B0604020202020204" pitchFamily="34" charset="0"/>
              <a:buChar char="•"/>
            </a:pPr>
            <a:r>
              <a:rPr lang="en-US" b="0" i="0">
                <a:effectLst/>
                <a:latin typeface="+mn-lt"/>
              </a:rPr>
              <a:t>Workspace roles enable collaboration within a workspace, and item permissions allow for direct assignment to individual Warehouses, facilitating sharing for downstream consumption​​.</a:t>
            </a:r>
          </a:p>
          <a:p>
            <a:pPr marL="171450" indent="-171450" algn="l">
              <a:buFont typeface="Arial" panose="020B0604020202020204" pitchFamily="34" charset="0"/>
              <a:buChar char="•"/>
            </a:pPr>
            <a:r>
              <a:rPr lang="en-US" b="0" i="0">
                <a:effectLst/>
                <a:latin typeface="+mn-lt"/>
              </a:rPr>
              <a:t>Object-level, row-level, and column-level security measures are implemented for detailed access control, alongside dynamic data masking to protect sensitive data without altering application queries​​.</a:t>
            </a:r>
          </a:p>
          <a:p>
            <a:pPr marL="171450" indent="-171450" algn="l">
              <a:buFont typeface="Arial" panose="020B0604020202020204" pitchFamily="34" charset="0"/>
              <a:buChar char="•"/>
            </a:pPr>
            <a:r>
              <a:rPr lang="en-US" b="0" i="0">
                <a:effectLst/>
                <a:latin typeface="+mn-lt"/>
              </a:rPr>
              <a:t>Warehouses can be shared conveniently within an organization, with customizable permission levels for downstream users consuming the Warehouse using SQL, Spark, or Power BI</a:t>
            </a:r>
          </a:p>
          <a:p>
            <a:endParaRPr lang="en-US">
              <a:latin typeface="+mn-lt"/>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3077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Why use Mirroring in Fabric?</a:t>
            </a:r>
          </a:p>
          <a:p>
            <a:r>
              <a:rPr lang="en-US"/>
              <a:t>Today many organizations have mission critical operational or analytical data sitting in silos.</a:t>
            </a:r>
          </a:p>
          <a:p>
            <a:r>
              <a:rPr lang="en-US"/>
              <a:t>Accessing and working with this data today requires complex ETL (Extract Transform Load) pipelines, business processes, and decision silos, creating:</a:t>
            </a:r>
          </a:p>
          <a:p>
            <a:pPr>
              <a:buFont typeface="Arial" panose="020B0604020202020204" pitchFamily="34" charset="0"/>
              <a:buChar char="•"/>
            </a:pPr>
            <a:r>
              <a:rPr lang="en-US"/>
              <a:t>Restricted and limited access to important, ever changing, data</a:t>
            </a:r>
          </a:p>
          <a:p>
            <a:pPr>
              <a:buFont typeface="Arial" panose="020B0604020202020204" pitchFamily="34" charset="0"/>
              <a:buChar char="•"/>
            </a:pPr>
            <a:r>
              <a:rPr lang="en-US"/>
              <a:t>Friction between people, process, and technology</a:t>
            </a:r>
          </a:p>
          <a:p>
            <a:pPr>
              <a:buFont typeface="Arial" panose="020B0604020202020204" pitchFamily="34" charset="0"/>
              <a:buChar char="•"/>
            </a:pPr>
            <a:r>
              <a:rPr lang="en-US"/>
              <a:t>Long wait times to create data pipelines and processes to critically important data</a:t>
            </a:r>
          </a:p>
          <a:p>
            <a:pPr>
              <a:buFont typeface="Arial" panose="020B0604020202020204" pitchFamily="34" charset="0"/>
              <a:buChar char="•"/>
            </a:pPr>
            <a:r>
              <a:rPr lang="en-US"/>
              <a:t>No freedom to use the tools you need to analyze and share insights comfortably</a:t>
            </a:r>
          </a:p>
          <a:p>
            <a:pPr>
              <a:buFont typeface="Arial" panose="020B0604020202020204" pitchFamily="34" charset="0"/>
              <a:buChar char="•"/>
            </a:pPr>
            <a:r>
              <a:rPr lang="en-US"/>
              <a:t>Lack of a proper foundation for folks to share and collaborate on data</a:t>
            </a:r>
          </a:p>
          <a:p>
            <a:pPr>
              <a:buFont typeface="Arial" panose="020B0604020202020204" pitchFamily="34" charset="0"/>
              <a:buChar char="•"/>
            </a:pPr>
            <a:r>
              <a:rPr lang="en-US"/>
              <a:t>No common, open data formats for all analytical scenarios - BI, AI, Integration, Engineering, and even Apps</a:t>
            </a:r>
          </a:p>
          <a:p>
            <a:r>
              <a:rPr lang="en-US"/>
              <a:t>Mirroring in Fabric provides an easy experience to speed the time-to-value for insights and decisions, and to break down data silos between technology solutions:</a:t>
            </a:r>
          </a:p>
          <a:p>
            <a:pPr>
              <a:buFont typeface="Arial" panose="020B0604020202020204" pitchFamily="34" charset="0"/>
              <a:buChar char="•"/>
            </a:pPr>
            <a:r>
              <a:rPr lang="en-US"/>
              <a:t>Near real time replication of data into a SaaS data-lake, with built-in analytics built-in for BI and AI</a:t>
            </a:r>
          </a:p>
          <a:p>
            <a:endParaRPr lang="en-US">
              <a:latin typeface="+mn-lt"/>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6A2360-442F-455E-8D8C-7644FE4D51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14088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A29F5-8C00-9E52-4AD8-270CFB138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0F294-762A-5427-511C-2939989E45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779EFB-219D-CF26-A989-209BB3810415}"/>
              </a:ext>
            </a:extLst>
          </p:cNvPr>
          <p:cNvSpPr>
            <a:spLocks noGrp="1"/>
          </p:cNvSpPr>
          <p:nvPr>
            <p:ph type="body" idx="1"/>
          </p:nvPr>
        </p:nvSpPr>
        <p:spPr/>
        <p:txBody>
          <a:bodyPr/>
          <a:lstStyle/>
          <a:p>
            <a:pPr marL="171450" indent="-171450">
              <a:buFont typeface="Arial" panose="020B0604020202020204" pitchFamily="34" charset="0"/>
              <a:buChar char="•"/>
            </a:pPr>
            <a:r>
              <a:rPr lang="en-US"/>
              <a:t>With a few clicks you can choose data and launch directly in Fabric</a:t>
            </a:r>
          </a:p>
          <a:p>
            <a:pPr marL="171450" indent="-171450">
              <a:buFont typeface="Arial" panose="020B0604020202020204" pitchFamily="34" charset="0"/>
              <a:buChar char="•"/>
            </a:pPr>
            <a:r>
              <a:rPr lang="en-US"/>
              <a:t>There is no data copy or ETL schedules to manage – the system does all the work for configuration and data movement</a:t>
            </a:r>
          </a:p>
          <a:p>
            <a:pPr marL="171450" indent="-171450">
              <a:buFont typeface="Arial" panose="020B0604020202020204" pitchFamily="34" charset="0"/>
              <a:buChar char="•"/>
            </a:pPr>
            <a:r>
              <a:rPr lang="en-US"/>
              <a:t>The system generates an Azure  </a:t>
            </a:r>
            <a:r>
              <a:rPr lang="en-US" err="1"/>
              <a:t>lakehouse</a:t>
            </a:r>
            <a:r>
              <a:rPr lang="en-US"/>
              <a:t>, SQL endpoint and default semantic model with your data, saving hours and days of work.</a:t>
            </a:r>
          </a:p>
          <a:p>
            <a:pPr marL="171450" indent="-171450">
              <a:buFont typeface="Arial" panose="020B0604020202020204" pitchFamily="34" charset="0"/>
              <a:buChar char="•"/>
            </a:pPr>
            <a:r>
              <a:rPr lang="en-US"/>
              <a:t>Insights democratized to all low-code apps using core Fabric workloads</a:t>
            </a:r>
          </a:p>
          <a:p>
            <a:pPr marL="171450" indent="-171450">
              <a:buFont typeface="Arial" panose="020B0604020202020204" pitchFamily="34" charset="0"/>
              <a:buChar char="•"/>
            </a:pPr>
            <a:r>
              <a:rPr lang="en-US"/>
              <a:t>Open and governed access controls so data is protected</a:t>
            </a:r>
          </a:p>
          <a:p>
            <a:endParaRPr lang="en-US"/>
          </a:p>
        </p:txBody>
      </p:sp>
      <p:sp>
        <p:nvSpPr>
          <p:cNvPr id="4" name="Slide Number Placeholder 3">
            <a:extLst>
              <a:ext uri="{FF2B5EF4-FFF2-40B4-BE49-F238E27FC236}">
                <a16:creationId xmlns:a16="http://schemas.microsoft.com/office/drawing/2014/main" id="{59C63177-014F-AB19-9D44-C8BE999D6C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9098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E0F91-5102-E597-ECBA-F710835EB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61D74-18C2-D13D-F79C-9BE3CEFAB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88A240-A214-6BF2-C075-61EEF0EDA40F}"/>
              </a:ext>
            </a:extLst>
          </p:cNvPr>
          <p:cNvSpPr>
            <a:spLocks noGrp="1"/>
          </p:cNvSpPr>
          <p:nvPr>
            <p:ph type="body" idx="1"/>
          </p:nvPr>
        </p:nvSpPr>
        <p:spPr/>
        <p:txBody>
          <a:bodyPr/>
          <a:lstStyle/>
          <a:p>
            <a:pPr marL="171450" indent="-171450">
              <a:buFont typeface="Arial" panose="020B0604020202020204" pitchFamily="34" charset="0"/>
              <a:buChar char="•"/>
            </a:pPr>
            <a:r>
              <a:rPr lang="en-US"/>
              <a:t>With a few clicks you can choose data and launch directly in Fabric</a:t>
            </a:r>
          </a:p>
          <a:p>
            <a:pPr marL="171450" indent="-171450">
              <a:buFont typeface="Arial" panose="020B0604020202020204" pitchFamily="34" charset="0"/>
              <a:buChar char="•"/>
            </a:pPr>
            <a:r>
              <a:rPr lang="en-US"/>
              <a:t>There is no data copy or ETL schedules to manage – the system does all the work for configuration and data movement</a:t>
            </a:r>
          </a:p>
          <a:p>
            <a:pPr marL="171450" indent="-171450">
              <a:buFont typeface="Arial" panose="020B0604020202020204" pitchFamily="34" charset="0"/>
              <a:buChar char="•"/>
            </a:pPr>
            <a:r>
              <a:rPr lang="en-US"/>
              <a:t>The system generates an Azure  </a:t>
            </a:r>
            <a:r>
              <a:rPr lang="en-US" err="1"/>
              <a:t>lakehouse</a:t>
            </a:r>
            <a:r>
              <a:rPr lang="en-US"/>
              <a:t>, SQL endpoint and default semantic model with your data, saving hours and days of work.</a:t>
            </a:r>
          </a:p>
          <a:p>
            <a:pPr marL="171450" indent="-171450">
              <a:buFont typeface="Arial" panose="020B0604020202020204" pitchFamily="34" charset="0"/>
              <a:buChar char="•"/>
            </a:pPr>
            <a:r>
              <a:rPr lang="en-US"/>
              <a:t>Insights democratized to all low-code apps using core Fabric workloads</a:t>
            </a:r>
          </a:p>
          <a:p>
            <a:pPr marL="171450" indent="-171450">
              <a:buFont typeface="Arial" panose="020B0604020202020204" pitchFamily="34" charset="0"/>
              <a:buChar char="•"/>
            </a:pPr>
            <a:r>
              <a:rPr lang="en-US"/>
              <a:t>Open and governed access controls so data is protected</a:t>
            </a:r>
          </a:p>
          <a:p>
            <a:endParaRPr lang="en-US"/>
          </a:p>
        </p:txBody>
      </p:sp>
      <p:sp>
        <p:nvSpPr>
          <p:cNvPr id="4" name="Slide Number Placeholder 3">
            <a:extLst>
              <a:ext uri="{FF2B5EF4-FFF2-40B4-BE49-F238E27FC236}">
                <a16:creationId xmlns:a16="http://schemas.microsoft.com/office/drawing/2014/main" id="{6D01308A-678B-3968-278E-30B0295C5E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1867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20365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06A231E-AD39-793E-F17A-9EAE6B527E3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0B43E3F6-3DB2-C564-084A-B66CEDAAD880}"/>
              </a:ext>
            </a:extLst>
          </p:cNvPr>
          <p:cNvSpPr>
            <a:spLocks noGrp="1"/>
          </p:cNvSpPr>
          <p:nvPr>
            <p:ph type="title"/>
          </p:nvPr>
        </p:nvSpPr>
        <p:spPr>
          <a:xfrm>
            <a:off x="609600" y="969361"/>
            <a:ext cx="10972800" cy="1007720"/>
          </a:xfrm>
          <a:prstGeom prst="rect">
            <a:avLst/>
          </a:prstGeom>
        </p:spPr>
        <p:txBody>
          <a:bodyPr vert="horz" lIns="91440" tIns="45720" rIns="91440" bIns="45720" rtlCol="0" anchor="t">
            <a:normAutofit/>
          </a:bodyPr>
          <a:lstStyle>
            <a:lvl1pPr>
              <a:defRPr b="1" i="0">
                <a:latin typeface="TWK Everett Extrabold" panose="020B0204000000000000" pitchFamily="34" charset="77"/>
              </a:defRPr>
            </a:lvl1pPr>
          </a:lstStyle>
          <a:p>
            <a:r>
              <a:rPr lang="en-US"/>
              <a:t>Click to edit Master title style</a:t>
            </a:r>
          </a:p>
        </p:txBody>
      </p:sp>
      <p:sp>
        <p:nvSpPr>
          <p:cNvPr id="5" name="Content Placeholder 4">
            <a:extLst>
              <a:ext uri="{FF2B5EF4-FFF2-40B4-BE49-F238E27FC236}">
                <a16:creationId xmlns:a16="http://schemas.microsoft.com/office/drawing/2014/main" id="{8185CC5D-21B7-0D67-0FD5-F7E4A606CFD5}"/>
              </a:ext>
            </a:extLst>
          </p:cNvPr>
          <p:cNvSpPr>
            <a:spLocks noGrp="1"/>
          </p:cNvSpPr>
          <p:nvPr>
            <p:ph sz="quarter" idx="10"/>
          </p:nvPr>
        </p:nvSpPr>
        <p:spPr>
          <a:xfrm>
            <a:off x="609600" y="1977081"/>
            <a:ext cx="10972800" cy="4195119"/>
          </a:xfrm>
          <a:prstGeom prst="rect">
            <a:avLst/>
          </a:prstGeom>
        </p:spPr>
        <p:txBody>
          <a:bodyPr/>
          <a:lstStyle>
            <a:lvl1pPr marL="0" indent="0">
              <a:buClr>
                <a:schemeClr val="tx2"/>
              </a:buClr>
              <a:buSzPct val="150000"/>
              <a:buFont typeface="Wingdings" pitchFamily="2" charset="2"/>
              <a:buNone/>
              <a:defRPr b="1">
                <a:latin typeface="TWK Everett" panose="020B0204000000000000" pitchFamily="34" charset="77"/>
              </a:defRPr>
            </a:lvl1pPr>
            <a:lvl2pPr marL="457200" indent="0">
              <a:buClr>
                <a:schemeClr val="tx2"/>
              </a:buClr>
              <a:buSzPct val="150000"/>
              <a:buFont typeface="Wingdings" pitchFamily="2" charset="2"/>
              <a:buNone/>
              <a:defRPr>
                <a:latin typeface="TWK Everett" panose="020B0204000000000000" pitchFamily="34" charset="77"/>
              </a:defRPr>
            </a:lvl2pPr>
            <a:lvl3pPr marL="914400" indent="0">
              <a:buClr>
                <a:schemeClr val="tx2"/>
              </a:buClr>
              <a:buSzPct val="150000"/>
              <a:buFont typeface="Wingdings" pitchFamily="2" charset="2"/>
              <a:buNone/>
              <a:defRPr>
                <a:latin typeface="TWK Everett" panose="020B0204000000000000" pitchFamily="34" charset="77"/>
              </a:defRPr>
            </a:lvl3pPr>
            <a:lvl4pPr marL="1371600" indent="0">
              <a:buClr>
                <a:schemeClr val="tx2"/>
              </a:buClr>
              <a:buSzPct val="150000"/>
              <a:buFont typeface="Wingdings" pitchFamily="2" charset="2"/>
              <a:buNone/>
              <a:defRPr>
                <a:latin typeface="TWK Everett" panose="020B0204000000000000" pitchFamily="34" charset="77"/>
              </a:defRPr>
            </a:lvl4pPr>
            <a:lvl5pPr marL="1828800" indent="0">
              <a:buClr>
                <a:schemeClr val="tx2"/>
              </a:buClr>
              <a:buSzPct val="150000"/>
              <a:buFont typeface="Wingdings" pitchFamily="2" charset="2"/>
              <a:buNone/>
              <a:defRPr>
                <a:latin typeface="TWK Everett" panose="020B0204000000000000"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6780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1290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43E3F6-3DB2-C564-084A-B66CEDAAD880}"/>
              </a:ext>
            </a:extLst>
          </p:cNvPr>
          <p:cNvSpPr>
            <a:spLocks noGrp="1"/>
          </p:cNvSpPr>
          <p:nvPr>
            <p:ph type="title"/>
          </p:nvPr>
        </p:nvSpPr>
        <p:spPr>
          <a:xfrm>
            <a:off x="609600" y="969361"/>
            <a:ext cx="10972800" cy="1007720"/>
          </a:xfrm>
          <a:prstGeom prst="rect">
            <a:avLst/>
          </a:prstGeom>
        </p:spPr>
        <p:txBody>
          <a:bodyPr vert="horz" lIns="91440" tIns="45720" rIns="91440" bIns="45720" rtlCol="0" anchor="t">
            <a:normAutofit/>
          </a:bodyPr>
          <a:lstStyle>
            <a:lvl1pPr>
              <a:defRPr b="1" i="0">
                <a:latin typeface="TWK Everett Black" panose="020B0204000000000000" pitchFamily="34" charset="77"/>
              </a:defRPr>
            </a:lvl1pPr>
          </a:lstStyle>
          <a:p>
            <a:r>
              <a:rPr lang="en-US"/>
              <a:t>Click to edit Master title style</a:t>
            </a:r>
          </a:p>
        </p:txBody>
      </p:sp>
      <p:sp>
        <p:nvSpPr>
          <p:cNvPr id="5" name="Content Placeholder 4">
            <a:extLst>
              <a:ext uri="{FF2B5EF4-FFF2-40B4-BE49-F238E27FC236}">
                <a16:creationId xmlns:a16="http://schemas.microsoft.com/office/drawing/2014/main" id="{8185CC5D-21B7-0D67-0FD5-F7E4A606CFD5}"/>
              </a:ext>
            </a:extLst>
          </p:cNvPr>
          <p:cNvSpPr>
            <a:spLocks noGrp="1"/>
          </p:cNvSpPr>
          <p:nvPr>
            <p:ph sz="quarter" idx="10"/>
          </p:nvPr>
        </p:nvSpPr>
        <p:spPr>
          <a:xfrm>
            <a:off x="609600" y="1977081"/>
            <a:ext cx="10972800" cy="4195119"/>
          </a:xfrm>
          <a:prstGeom prst="rect">
            <a:avLst/>
          </a:prstGeom>
        </p:spPr>
        <p:txBody>
          <a:bodyPr/>
          <a:lstStyle>
            <a:lvl1pPr marL="0" indent="0">
              <a:buClr>
                <a:schemeClr val="tx2"/>
              </a:buClr>
              <a:buSzPct val="150000"/>
              <a:buFont typeface="Wingdings" pitchFamily="2" charset="2"/>
              <a:buNone/>
              <a:defRPr b="1">
                <a:latin typeface="TWK Everett" panose="020B0204000000000000" pitchFamily="34" charset="77"/>
              </a:defRPr>
            </a:lvl1pPr>
            <a:lvl2pPr marL="457200" indent="0">
              <a:buClr>
                <a:schemeClr val="tx2"/>
              </a:buClr>
              <a:buSzPct val="150000"/>
              <a:buFont typeface="Wingdings" pitchFamily="2" charset="2"/>
              <a:buNone/>
              <a:defRPr>
                <a:latin typeface="TWK Everett" panose="020B0204000000000000" pitchFamily="34" charset="77"/>
              </a:defRPr>
            </a:lvl2pPr>
            <a:lvl3pPr marL="914400" indent="0">
              <a:buClr>
                <a:schemeClr val="tx2"/>
              </a:buClr>
              <a:buSzPct val="150000"/>
              <a:buFont typeface="Wingdings" pitchFamily="2" charset="2"/>
              <a:buNone/>
              <a:defRPr>
                <a:latin typeface="TWK Everett" panose="020B0204000000000000" pitchFamily="34" charset="77"/>
              </a:defRPr>
            </a:lvl3pPr>
            <a:lvl4pPr marL="1371600" indent="0">
              <a:buClr>
                <a:schemeClr val="tx2"/>
              </a:buClr>
              <a:buSzPct val="150000"/>
              <a:buFont typeface="Wingdings" pitchFamily="2" charset="2"/>
              <a:buNone/>
              <a:defRPr>
                <a:latin typeface="TWK Everett" panose="020B0204000000000000" pitchFamily="34" charset="77"/>
              </a:defRPr>
            </a:lvl4pPr>
            <a:lvl5pPr marL="1828800" indent="0">
              <a:buClr>
                <a:schemeClr val="tx2"/>
              </a:buClr>
              <a:buSzPct val="150000"/>
              <a:buFont typeface="Wingdings" pitchFamily="2" charset="2"/>
              <a:buNone/>
              <a:defRPr>
                <a:latin typeface="TWK Everett" panose="020B0204000000000000"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64D5B288-5E2D-C6BF-E795-02538905DB2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15828187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120AAE-228F-F4FC-047E-B9C5856D8FC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
            <a:ext cx="12192001" cy="6858000"/>
          </a:xfrm>
          <a:prstGeom prst="rect">
            <a:avLst/>
          </a:prstGeom>
        </p:spPr>
      </p:pic>
    </p:spTree>
    <p:extLst>
      <p:ext uri="{BB962C8B-B14F-4D97-AF65-F5344CB8AC3E}">
        <p14:creationId xmlns:p14="http://schemas.microsoft.com/office/powerpoint/2010/main" val="25326817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19B53-CDB3-0867-36E5-F4C2D7BE03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
            <a:ext cx="12192000" cy="6858000"/>
          </a:xfrm>
          <a:prstGeom prst="rect">
            <a:avLst/>
          </a:prstGeom>
        </p:spPr>
      </p:pic>
    </p:spTree>
    <p:extLst>
      <p:ext uri="{BB962C8B-B14F-4D97-AF65-F5344CB8AC3E}">
        <p14:creationId xmlns:p14="http://schemas.microsoft.com/office/powerpoint/2010/main" val="3652696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6250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06A231E-AD39-793E-F17A-9EAE6B527E3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0B43E3F6-3DB2-C564-084A-B66CEDAAD880}"/>
              </a:ext>
            </a:extLst>
          </p:cNvPr>
          <p:cNvSpPr>
            <a:spLocks noGrp="1"/>
          </p:cNvSpPr>
          <p:nvPr>
            <p:ph type="title"/>
          </p:nvPr>
        </p:nvSpPr>
        <p:spPr>
          <a:xfrm>
            <a:off x="609600" y="969361"/>
            <a:ext cx="10972800" cy="1007720"/>
          </a:xfrm>
          <a:prstGeom prst="rect">
            <a:avLst/>
          </a:prstGeom>
        </p:spPr>
        <p:txBody>
          <a:bodyPr vert="horz" lIns="91440" tIns="45720" rIns="91440" bIns="45720" rtlCol="0" anchor="t">
            <a:normAutofit/>
          </a:bodyPr>
          <a:lstStyle>
            <a:lvl1pPr>
              <a:defRPr b="1" i="0">
                <a:latin typeface="TWK Everett Extrabold" panose="020B0204000000000000" pitchFamily="34" charset="77"/>
              </a:defRPr>
            </a:lvl1pPr>
          </a:lstStyle>
          <a:p>
            <a:r>
              <a:rPr lang="en-US"/>
              <a:t>Click to edit Master title style</a:t>
            </a:r>
          </a:p>
        </p:txBody>
      </p:sp>
      <p:sp>
        <p:nvSpPr>
          <p:cNvPr id="5" name="Content Placeholder 4">
            <a:extLst>
              <a:ext uri="{FF2B5EF4-FFF2-40B4-BE49-F238E27FC236}">
                <a16:creationId xmlns:a16="http://schemas.microsoft.com/office/drawing/2014/main" id="{8185CC5D-21B7-0D67-0FD5-F7E4A606CFD5}"/>
              </a:ext>
            </a:extLst>
          </p:cNvPr>
          <p:cNvSpPr>
            <a:spLocks noGrp="1"/>
          </p:cNvSpPr>
          <p:nvPr>
            <p:ph sz="quarter" idx="10"/>
          </p:nvPr>
        </p:nvSpPr>
        <p:spPr>
          <a:xfrm>
            <a:off x="609600" y="1977081"/>
            <a:ext cx="10972800" cy="4195119"/>
          </a:xfrm>
          <a:prstGeom prst="rect">
            <a:avLst/>
          </a:prstGeom>
        </p:spPr>
        <p:txBody>
          <a:bodyPr/>
          <a:lstStyle>
            <a:lvl1pPr marL="0" indent="0">
              <a:buClr>
                <a:schemeClr val="tx2"/>
              </a:buClr>
              <a:buSzPct val="150000"/>
              <a:buFont typeface="Wingdings" pitchFamily="2" charset="2"/>
              <a:buNone/>
              <a:defRPr b="1">
                <a:latin typeface="TWK Everett" panose="020B0204000000000000" pitchFamily="34" charset="77"/>
              </a:defRPr>
            </a:lvl1pPr>
            <a:lvl2pPr marL="457200" indent="0">
              <a:buClr>
                <a:schemeClr val="tx2"/>
              </a:buClr>
              <a:buSzPct val="150000"/>
              <a:buFont typeface="Wingdings" pitchFamily="2" charset="2"/>
              <a:buNone/>
              <a:defRPr>
                <a:latin typeface="TWK Everett" panose="020B0204000000000000" pitchFamily="34" charset="77"/>
              </a:defRPr>
            </a:lvl2pPr>
            <a:lvl3pPr marL="914400" indent="0">
              <a:buClr>
                <a:schemeClr val="tx2"/>
              </a:buClr>
              <a:buSzPct val="150000"/>
              <a:buFont typeface="Wingdings" pitchFamily="2" charset="2"/>
              <a:buNone/>
              <a:defRPr>
                <a:latin typeface="TWK Everett" panose="020B0204000000000000" pitchFamily="34" charset="77"/>
              </a:defRPr>
            </a:lvl3pPr>
            <a:lvl4pPr marL="1371600" indent="0">
              <a:buClr>
                <a:schemeClr val="tx2"/>
              </a:buClr>
              <a:buSzPct val="150000"/>
              <a:buFont typeface="Wingdings" pitchFamily="2" charset="2"/>
              <a:buNone/>
              <a:defRPr>
                <a:latin typeface="TWK Everett" panose="020B0204000000000000" pitchFamily="34" charset="77"/>
              </a:defRPr>
            </a:lvl4pPr>
            <a:lvl5pPr marL="1828800" indent="0">
              <a:buClr>
                <a:schemeClr val="tx2"/>
              </a:buClr>
              <a:buSzPct val="150000"/>
              <a:buFont typeface="Wingdings" pitchFamily="2" charset="2"/>
              <a:buNone/>
              <a:defRPr>
                <a:latin typeface="TWK Everett" panose="020B0204000000000000"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21682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44974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06A231E-AD39-793E-F17A-9EAE6B527E3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0B43E3F6-3DB2-C564-084A-B66CEDAAD880}"/>
              </a:ext>
            </a:extLst>
          </p:cNvPr>
          <p:cNvSpPr>
            <a:spLocks noGrp="1"/>
          </p:cNvSpPr>
          <p:nvPr>
            <p:ph type="title"/>
          </p:nvPr>
        </p:nvSpPr>
        <p:spPr>
          <a:xfrm>
            <a:off x="609600" y="969361"/>
            <a:ext cx="10972800" cy="1007720"/>
          </a:xfrm>
          <a:prstGeom prst="rect">
            <a:avLst/>
          </a:prstGeom>
        </p:spPr>
        <p:txBody>
          <a:bodyPr vert="horz" lIns="91440" tIns="45720" rIns="91440" bIns="45720" rtlCol="0" anchor="t">
            <a:normAutofit/>
          </a:bodyPr>
          <a:lstStyle>
            <a:lvl1pPr>
              <a:defRPr b="1" i="0">
                <a:latin typeface="TWK Everett Extrabold" panose="020B0204000000000000" pitchFamily="34" charset="77"/>
              </a:defRPr>
            </a:lvl1pPr>
          </a:lstStyle>
          <a:p>
            <a:r>
              <a:rPr lang="en-US"/>
              <a:t>Click to edit Master title style</a:t>
            </a:r>
          </a:p>
        </p:txBody>
      </p:sp>
      <p:sp>
        <p:nvSpPr>
          <p:cNvPr id="5" name="Content Placeholder 4">
            <a:extLst>
              <a:ext uri="{FF2B5EF4-FFF2-40B4-BE49-F238E27FC236}">
                <a16:creationId xmlns:a16="http://schemas.microsoft.com/office/drawing/2014/main" id="{8185CC5D-21B7-0D67-0FD5-F7E4A606CFD5}"/>
              </a:ext>
            </a:extLst>
          </p:cNvPr>
          <p:cNvSpPr>
            <a:spLocks noGrp="1"/>
          </p:cNvSpPr>
          <p:nvPr>
            <p:ph sz="quarter" idx="10"/>
          </p:nvPr>
        </p:nvSpPr>
        <p:spPr>
          <a:xfrm>
            <a:off x="609600" y="1977081"/>
            <a:ext cx="10972800" cy="4195119"/>
          </a:xfrm>
          <a:prstGeom prst="rect">
            <a:avLst/>
          </a:prstGeom>
        </p:spPr>
        <p:txBody>
          <a:bodyPr/>
          <a:lstStyle>
            <a:lvl1pPr marL="0" indent="0">
              <a:buClr>
                <a:schemeClr val="tx2"/>
              </a:buClr>
              <a:buSzPct val="150000"/>
              <a:buFont typeface="Wingdings" pitchFamily="2" charset="2"/>
              <a:buNone/>
              <a:defRPr b="1">
                <a:latin typeface="TWK Everett" panose="020B0204000000000000" pitchFamily="34" charset="77"/>
              </a:defRPr>
            </a:lvl1pPr>
            <a:lvl2pPr marL="457200" indent="0">
              <a:buClr>
                <a:schemeClr val="tx2"/>
              </a:buClr>
              <a:buSzPct val="150000"/>
              <a:buFont typeface="Wingdings" pitchFamily="2" charset="2"/>
              <a:buNone/>
              <a:defRPr>
                <a:latin typeface="TWK Everett" panose="020B0204000000000000" pitchFamily="34" charset="77"/>
              </a:defRPr>
            </a:lvl2pPr>
            <a:lvl3pPr marL="914400" indent="0">
              <a:buClr>
                <a:schemeClr val="tx2"/>
              </a:buClr>
              <a:buSzPct val="150000"/>
              <a:buFont typeface="Wingdings" pitchFamily="2" charset="2"/>
              <a:buNone/>
              <a:defRPr>
                <a:latin typeface="TWK Everett" panose="020B0204000000000000" pitchFamily="34" charset="77"/>
              </a:defRPr>
            </a:lvl3pPr>
            <a:lvl4pPr marL="1371600" indent="0">
              <a:buClr>
                <a:schemeClr val="tx2"/>
              </a:buClr>
              <a:buSzPct val="150000"/>
              <a:buFont typeface="Wingdings" pitchFamily="2" charset="2"/>
              <a:buNone/>
              <a:defRPr>
                <a:latin typeface="TWK Everett" panose="020B0204000000000000" pitchFamily="34" charset="77"/>
              </a:defRPr>
            </a:lvl4pPr>
            <a:lvl5pPr marL="1828800" indent="0">
              <a:buClr>
                <a:schemeClr val="tx2"/>
              </a:buClr>
              <a:buSzPct val="150000"/>
              <a:buFont typeface="Wingdings" pitchFamily="2" charset="2"/>
              <a:buNone/>
              <a:defRPr>
                <a:latin typeface="TWK Everett" panose="020B0204000000000000"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42303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ustom Layout">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43E3F6-3DB2-C564-084A-B66CEDAAD880}"/>
              </a:ext>
            </a:extLst>
          </p:cNvPr>
          <p:cNvSpPr>
            <a:spLocks noGrp="1"/>
          </p:cNvSpPr>
          <p:nvPr>
            <p:ph type="title"/>
          </p:nvPr>
        </p:nvSpPr>
        <p:spPr>
          <a:xfrm>
            <a:off x="609600" y="969361"/>
            <a:ext cx="10972800" cy="1007720"/>
          </a:xfrm>
          <a:prstGeom prst="rect">
            <a:avLst/>
          </a:prstGeom>
        </p:spPr>
        <p:txBody>
          <a:bodyPr vert="horz" lIns="91440" tIns="45720" rIns="91440" bIns="45720" rtlCol="0" anchor="t">
            <a:normAutofit/>
          </a:bodyPr>
          <a:lstStyle>
            <a:lvl1pPr>
              <a:defRPr b="1" i="0">
                <a:latin typeface="TWK Everett Black" panose="020B0204000000000000" pitchFamily="34" charset="77"/>
              </a:defRPr>
            </a:lvl1pPr>
          </a:lstStyle>
          <a:p>
            <a:r>
              <a:rPr lang="en-US"/>
              <a:t>Click to edit Master title style</a:t>
            </a:r>
          </a:p>
        </p:txBody>
      </p:sp>
      <p:sp>
        <p:nvSpPr>
          <p:cNvPr id="5" name="Content Placeholder 4">
            <a:extLst>
              <a:ext uri="{FF2B5EF4-FFF2-40B4-BE49-F238E27FC236}">
                <a16:creationId xmlns:a16="http://schemas.microsoft.com/office/drawing/2014/main" id="{8185CC5D-21B7-0D67-0FD5-F7E4A606CFD5}"/>
              </a:ext>
            </a:extLst>
          </p:cNvPr>
          <p:cNvSpPr>
            <a:spLocks noGrp="1"/>
          </p:cNvSpPr>
          <p:nvPr>
            <p:ph sz="quarter" idx="10"/>
          </p:nvPr>
        </p:nvSpPr>
        <p:spPr>
          <a:xfrm>
            <a:off x="609600" y="1977081"/>
            <a:ext cx="10972800" cy="4195119"/>
          </a:xfrm>
          <a:prstGeom prst="rect">
            <a:avLst/>
          </a:prstGeom>
        </p:spPr>
        <p:txBody>
          <a:bodyPr/>
          <a:lstStyle>
            <a:lvl1pPr marL="0" indent="0">
              <a:buClr>
                <a:schemeClr val="tx2"/>
              </a:buClr>
              <a:buSzPct val="150000"/>
              <a:buFont typeface="Wingdings" pitchFamily="2" charset="2"/>
              <a:buNone/>
              <a:defRPr b="1">
                <a:latin typeface="TWK Everett" panose="020B0204000000000000" pitchFamily="34" charset="77"/>
              </a:defRPr>
            </a:lvl1pPr>
            <a:lvl2pPr marL="457200" indent="0">
              <a:buClr>
                <a:schemeClr val="tx2"/>
              </a:buClr>
              <a:buSzPct val="150000"/>
              <a:buFont typeface="Wingdings" pitchFamily="2" charset="2"/>
              <a:buNone/>
              <a:defRPr>
                <a:latin typeface="TWK Everett" panose="020B0204000000000000" pitchFamily="34" charset="77"/>
              </a:defRPr>
            </a:lvl2pPr>
            <a:lvl3pPr marL="914400" indent="0">
              <a:buClr>
                <a:schemeClr val="tx2"/>
              </a:buClr>
              <a:buSzPct val="150000"/>
              <a:buFont typeface="Wingdings" pitchFamily="2" charset="2"/>
              <a:buNone/>
              <a:defRPr>
                <a:latin typeface="TWK Everett" panose="020B0204000000000000" pitchFamily="34" charset="77"/>
              </a:defRPr>
            </a:lvl3pPr>
            <a:lvl4pPr marL="1371600" indent="0">
              <a:buClr>
                <a:schemeClr val="tx2"/>
              </a:buClr>
              <a:buSzPct val="150000"/>
              <a:buFont typeface="Wingdings" pitchFamily="2" charset="2"/>
              <a:buNone/>
              <a:defRPr>
                <a:latin typeface="TWK Everett" panose="020B0204000000000000" pitchFamily="34" charset="77"/>
              </a:defRPr>
            </a:lvl4pPr>
            <a:lvl5pPr marL="1828800" indent="0">
              <a:buClr>
                <a:schemeClr val="tx2"/>
              </a:buClr>
              <a:buSzPct val="150000"/>
              <a:buFont typeface="Wingdings" pitchFamily="2" charset="2"/>
              <a:buNone/>
              <a:defRPr>
                <a:latin typeface="TWK Everett" panose="020B0204000000000000"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64D5B288-5E2D-C6BF-E795-02538905DB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27868323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06A231E-AD39-793E-F17A-9EAE6B527E3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0B43E3F6-3DB2-C564-084A-B66CEDAAD880}"/>
              </a:ext>
            </a:extLst>
          </p:cNvPr>
          <p:cNvSpPr>
            <a:spLocks noGrp="1"/>
          </p:cNvSpPr>
          <p:nvPr>
            <p:ph type="title"/>
          </p:nvPr>
        </p:nvSpPr>
        <p:spPr>
          <a:xfrm>
            <a:off x="609600" y="969361"/>
            <a:ext cx="10972800" cy="1007720"/>
          </a:xfrm>
          <a:prstGeom prst="rect">
            <a:avLst/>
          </a:prstGeom>
        </p:spPr>
        <p:txBody>
          <a:bodyPr vert="horz" lIns="91440" tIns="45720" rIns="91440" bIns="45720" rtlCol="0" anchor="t">
            <a:normAutofit/>
          </a:bodyPr>
          <a:lstStyle>
            <a:lvl1pPr>
              <a:defRPr b="1" i="0">
                <a:latin typeface="TWK Everett Extrabold" panose="020B0204000000000000" pitchFamily="34" charset="77"/>
              </a:defRPr>
            </a:lvl1pPr>
          </a:lstStyle>
          <a:p>
            <a:r>
              <a:rPr lang="en-US"/>
              <a:t>Click to edit Master title style</a:t>
            </a:r>
          </a:p>
        </p:txBody>
      </p:sp>
      <p:sp>
        <p:nvSpPr>
          <p:cNvPr id="5" name="Content Placeholder 4">
            <a:extLst>
              <a:ext uri="{FF2B5EF4-FFF2-40B4-BE49-F238E27FC236}">
                <a16:creationId xmlns:a16="http://schemas.microsoft.com/office/drawing/2014/main" id="{8185CC5D-21B7-0D67-0FD5-F7E4A606CFD5}"/>
              </a:ext>
            </a:extLst>
          </p:cNvPr>
          <p:cNvSpPr>
            <a:spLocks noGrp="1"/>
          </p:cNvSpPr>
          <p:nvPr>
            <p:ph sz="quarter" idx="10"/>
          </p:nvPr>
        </p:nvSpPr>
        <p:spPr>
          <a:xfrm>
            <a:off x="609600" y="1977081"/>
            <a:ext cx="10972800" cy="4195119"/>
          </a:xfrm>
          <a:prstGeom prst="rect">
            <a:avLst/>
          </a:prstGeom>
        </p:spPr>
        <p:txBody>
          <a:bodyPr/>
          <a:lstStyle>
            <a:lvl1pPr marL="0" indent="0">
              <a:buClr>
                <a:schemeClr val="tx2"/>
              </a:buClr>
              <a:buSzPct val="150000"/>
              <a:buFont typeface="Wingdings" pitchFamily="2" charset="2"/>
              <a:buNone/>
              <a:defRPr b="1">
                <a:latin typeface="TWK Everett" panose="020B0204000000000000" pitchFamily="34" charset="77"/>
              </a:defRPr>
            </a:lvl1pPr>
            <a:lvl2pPr marL="457200" indent="0">
              <a:buClr>
                <a:schemeClr val="tx2"/>
              </a:buClr>
              <a:buSzPct val="150000"/>
              <a:buFont typeface="Wingdings" pitchFamily="2" charset="2"/>
              <a:buNone/>
              <a:defRPr>
                <a:latin typeface="TWK Everett" panose="020B0204000000000000" pitchFamily="34" charset="77"/>
              </a:defRPr>
            </a:lvl2pPr>
            <a:lvl3pPr marL="914400" indent="0">
              <a:buClr>
                <a:schemeClr val="tx2"/>
              </a:buClr>
              <a:buSzPct val="150000"/>
              <a:buFont typeface="Wingdings" pitchFamily="2" charset="2"/>
              <a:buNone/>
              <a:defRPr>
                <a:latin typeface="TWK Everett" panose="020B0204000000000000" pitchFamily="34" charset="77"/>
              </a:defRPr>
            </a:lvl3pPr>
            <a:lvl4pPr marL="1371600" indent="0">
              <a:buClr>
                <a:schemeClr val="tx2"/>
              </a:buClr>
              <a:buSzPct val="150000"/>
              <a:buFont typeface="Wingdings" pitchFamily="2" charset="2"/>
              <a:buNone/>
              <a:defRPr>
                <a:latin typeface="TWK Everett" panose="020B0204000000000000" pitchFamily="34" charset="77"/>
              </a:defRPr>
            </a:lvl4pPr>
            <a:lvl5pPr marL="1828800" indent="0">
              <a:buClr>
                <a:schemeClr val="tx2"/>
              </a:buClr>
              <a:buSzPct val="150000"/>
              <a:buFont typeface="Wingdings" pitchFamily="2" charset="2"/>
              <a:buNone/>
              <a:defRPr>
                <a:latin typeface="TWK Everett" panose="020B0204000000000000"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1268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ustom Layou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120AAE-228F-F4FC-047E-B9C5856D8FC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
            <a:ext cx="12192001" cy="6858000"/>
          </a:xfrm>
          <a:prstGeom prst="rect">
            <a:avLst/>
          </a:prstGeom>
        </p:spPr>
      </p:pic>
    </p:spTree>
    <p:extLst>
      <p:ext uri="{BB962C8B-B14F-4D97-AF65-F5344CB8AC3E}">
        <p14:creationId xmlns:p14="http://schemas.microsoft.com/office/powerpoint/2010/main" val="13897974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19B53-CDB3-0867-36E5-F4C2D7BE03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
            <a:ext cx="12192000" cy="6858000"/>
          </a:xfrm>
          <a:prstGeom prst="rect">
            <a:avLst/>
          </a:prstGeom>
        </p:spPr>
      </p:pic>
    </p:spTree>
    <p:extLst>
      <p:ext uri="{BB962C8B-B14F-4D97-AF65-F5344CB8AC3E}">
        <p14:creationId xmlns:p14="http://schemas.microsoft.com/office/powerpoint/2010/main" val="35643569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3887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90975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7.jpe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9.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theme" Target="../theme/theme3.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image" Target="../media/image10.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6D3C964B-DF5B-A2E2-A3C6-8C20D395B8B1}"/>
              </a:ext>
            </a:extLst>
          </p:cNvPr>
          <p:cNvGrpSpPr>
            <a:grpSpLocks noGrp="1" noUngrp="1" noRot="1" noMove="1" noResize="1"/>
          </p:cNvGrpSpPr>
          <p:nvPr/>
        </p:nvGrpSpPr>
        <p:grpSpPr>
          <a:xfrm>
            <a:off x="12566154" y="608856"/>
            <a:ext cx="1160575" cy="5650448"/>
            <a:chOff x="12566154" y="608856"/>
            <a:chExt cx="1160575" cy="5650448"/>
          </a:xfrm>
        </p:grpSpPr>
        <p:sp>
          <p:nvSpPr>
            <p:cNvPr id="54" name="TextBox 53">
              <a:extLst>
                <a:ext uri="{FF2B5EF4-FFF2-40B4-BE49-F238E27FC236}">
                  <a16:creationId xmlns:a16="http://schemas.microsoft.com/office/drawing/2014/main" id="{3138804D-0359-5AFF-A663-650D2C88FE3A}"/>
                </a:ext>
              </a:extLst>
            </p:cNvPr>
            <p:cNvSpPr txBox="1">
              <a:spLocks noGrp="1" noRot="1" noMove="1" noResize="1" noEditPoints="1" noAdjustHandles="1" noChangeArrowheads="1" noChangeShapeType="1"/>
            </p:cNvSpPr>
            <p:nvPr/>
          </p:nvSpPr>
          <p:spPr>
            <a:xfrm>
              <a:off x="12566154" y="3352056"/>
              <a:ext cx="947375" cy="153888"/>
            </a:xfrm>
            <a:prstGeom prst="rect">
              <a:avLst/>
            </a:prstGeom>
            <a:noFill/>
          </p:spPr>
          <p:txBody>
            <a:bodyPr wrap="none" lIns="0" tIns="0" rIns="0" bIns="0" rtlCol="0">
              <a:spAutoFit/>
            </a:bodyPr>
            <a:lstStyle/>
            <a:p>
              <a:pPr algn="l"/>
              <a:r>
                <a:rPr lang="en-US" sz="1000">
                  <a:solidFill>
                    <a:schemeClr val="tx2"/>
                  </a:solidFill>
                  <a:latin typeface="+mj-lt"/>
                </a:rPr>
                <a:t>Content area 1/2</a:t>
              </a:r>
            </a:p>
          </p:txBody>
        </p:sp>
        <p:sp>
          <p:nvSpPr>
            <p:cNvPr id="7" name="TextBox 6">
              <a:extLst>
                <a:ext uri="{FF2B5EF4-FFF2-40B4-BE49-F238E27FC236}">
                  <a16:creationId xmlns:a16="http://schemas.microsoft.com/office/drawing/2014/main" id="{42CE1195-8409-8CBA-D6B4-D44B81B5EDD7}"/>
                </a:ext>
              </a:extLst>
            </p:cNvPr>
            <p:cNvSpPr txBox="1">
              <a:spLocks noGrp="1" noRot="1" noMove="1" noResize="1" noEditPoints="1" noAdjustHandles="1" noChangeArrowheads="1" noChangeShapeType="1"/>
            </p:cNvSpPr>
            <p:nvPr/>
          </p:nvSpPr>
          <p:spPr>
            <a:xfrm>
              <a:off x="12566154" y="608856"/>
              <a:ext cx="947375" cy="153888"/>
            </a:xfrm>
            <a:prstGeom prst="rect">
              <a:avLst/>
            </a:prstGeom>
            <a:noFill/>
          </p:spPr>
          <p:txBody>
            <a:bodyPr wrap="none" lIns="0" tIns="0" rIns="0" bIns="0" rtlCol="0">
              <a:spAutoFit/>
            </a:bodyPr>
            <a:lstStyle/>
            <a:p>
              <a:pPr algn="l"/>
              <a:r>
                <a:rPr lang="en-US" sz="1000">
                  <a:solidFill>
                    <a:schemeClr val="tx2"/>
                  </a:solidFill>
                  <a:latin typeface="+mj-lt"/>
                </a:rPr>
                <a:t>Content area top</a:t>
              </a:r>
            </a:p>
          </p:txBody>
        </p:sp>
        <p:sp>
          <p:nvSpPr>
            <p:cNvPr id="13" name="TextBox 12">
              <a:extLst>
                <a:ext uri="{FF2B5EF4-FFF2-40B4-BE49-F238E27FC236}">
                  <a16:creationId xmlns:a16="http://schemas.microsoft.com/office/drawing/2014/main" id="{8496823A-E3E9-6325-A1D9-18F43C711268}"/>
                </a:ext>
              </a:extLst>
            </p:cNvPr>
            <p:cNvSpPr txBox="1">
              <a:spLocks noGrp="1" noRot="1" noMove="1" noResize="1" noEditPoints="1" noAdjustHandles="1" noChangeArrowheads="1" noChangeShapeType="1"/>
            </p:cNvSpPr>
            <p:nvPr/>
          </p:nvSpPr>
          <p:spPr>
            <a:xfrm>
              <a:off x="12566154" y="6105416"/>
              <a:ext cx="1160575" cy="153888"/>
            </a:xfrm>
            <a:prstGeom prst="rect">
              <a:avLst/>
            </a:prstGeom>
            <a:noFill/>
          </p:spPr>
          <p:txBody>
            <a:bodyPr wrap="none" lIns="0" tIns="0" rIns="0" bIns="0" rtlCol="0">
              <a:spAutoFit/>
            </a:bodyPr>
            <a:lstStyle/>
            <a:p>
              <a:pPr algn="l"/>
              <a:r>
                <a:rPr lang="en-US" sz="1000">
                  <a:solidFill>
                    <a:schemeClr val="tx2"/>
                  </a:solidFill>
                  <a:latin typeface="+mj-lt"/>
                </a:rPr>
                <a:t>Content area bottom</a:t>
              </a:r>
            </a:p>
          </p:txBody>
        </p:sp>
      </p:grpSp>
      <p:grpSp>
        <p:nvGrpSpPr>
          <p:cNvPr id="4" name="Group 3">
            <a:extLst>
              <a:ext uri="{FF2B5EF4-FFF2-40B4-BE49-F238E27FC236}">
                <a16:creationId xmlns:a16="http://schemas.microsoft.com/office/drawing/2014/main" id="{62BAF256-B510-511C-BD83-3349AC441C44}"/>
              </a:ext>
            </a:extLst>
          </p:cNvPr>
          <p:cNvGrpSpPr>
            <a:grpSpLocks noGrp="1" noUngrp="1" noRot="1" noMove="1" noResize="1"/>
          </p:cNvGrpSpPr>
          <p:nvPr/>
        </p:nvGrpSpPr>
        <p:grpSpPr>
          <a:xfrm>
            <a:off x="1883245" y="-552841"/>
            <a:ext cx="8415721" cy="476641"/>
            <a:chOff x="1883245" y="-552841"/>
            <a:chExt cx="8415721" cy="476641"/>
          </a:xfrm>
        </p:grpSpPr>
        <p:sp>
          <p:nvSpPr>
            <p:cNvPr id="22" name="TextBox 21">
              <a:extLst>
                <a:ext uri="{FF2B5EF4-FFF2-40B4-BE49-F238E27FC236}">
                  <a16:creationId xmlns:a16="http://schemas.microsoft.com/office/drawing/2014/main" id="{E24F9D6F-6816-C803-7A90-767EFFF4A987}"/>
                </a:ext>
              </a:extLst>
            </p:cNvPr>
            <p:cNvSpPr txBox="1">
              <a:spLocks noGrp="1" noRot="1" noMove="1" noResize="1" noEditPoints="1" noAdjustHandles="1" noChangeArrowheads="1" noChangeShapeType="1"/>
            </p:cNvSpPr>
            <p:nvPr/>
          </p:nvSpPr>
          <p:spPr>
            <a:xfrm>
              <a:off x="3260110"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1/4</a:t>
              </a:r>
            </a:p>
          </p:txBody>
        </p:sp>
        <p:sp>
          <p:nvSpPr>
            <p:cNvPr id="25" name="TextBox 24">
              <a:extLst>
                <a:ext uri="{FF2B5EF4-FFF2-40B4-BE49-F238E27FC236}">
                  <a16:creationId xmlns:a16="http://schemas.microsoft.com/office/drawing/2014/main" id="{38F33C24-2187-F446-4F44-ED0087A3371B}"/>
                </a:ext>
              </a:extLst>
            </p:cNvPr>
            <p:cNvSpPr txBox="1">
              <a:spLocks noGrp="1" noRot="1" noMove="1" noResize="1" noEditPoints="1" noAdjustHandles="1" noChangeArrowheads="1" noChangeShapeType="1"/>
            </p:cNvSpPr>
            <p:nvPr/>
          </p:nvSpPr>
          <p:spPr>
            <a:xfrm>
              <a:off x="6012368"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1/2</a:t>
              </a:r>
            </a:p>
          </p:txBody>
        </p:sp>
        <p:cxnSp>
          <p:nvCxnSpPr>
            <p:cNvPr id="40" name="Straight Connector 39">
              <a:extLst>
                <a:ext uri="{FF2B5EF4-FFF2-40B4-BE49-F238E27FC236}">
                  <a16:creationId xmlns:a16="http://schemas.microsoft.com/office/drawing/2014/main" id="{3CB5F7E6-140B-4664-0BC7-2D2A92167A47}"/>
                </a:ext>
              </a:extLst>
            </p:cNvPr>
            <p:cNvCxnSpPr>
              <a:cxnSpLocks noGrp="1" noRot="1" noMove="1" noResize="1" noEditPoints="1" noAdjustHandles="1" noChangeArrowheads="1" noChangeShapeType="1"/>
            </p:cNvCxnSpPr>
            <p:nvPr/>
          </p:nvCxnSpPr>
          <p:spPr>
            <a:xfrm>
              <a:off x="1971410" y="-336411"/>
              <a:ext cx="0" cy="260211"/>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F77BBF3B-0BE7-F0D3-0862-7D5AAA2790E4}"/>
                </a:ext>
              </a:extLst>
            </p:cNvPr>
            <p:cNvSpPr txBox="1">
              <a:spLocks noGrp="1" noRot="1" noMove="1" noResize="1" noEditPoints="1" noAdjustHandles="1" noChangeArrowheads="1" noChangeShapeType="1"/>
            </p:cNvSpPr>
            <p:nvPr/>
          </p:nvSpPr>
          <p:spPr>
            <a:xfrm>
              <a:off x="7368905" y="-552841"/>
              <a:ext cx="176330" cy="153888"/>
            </a:xfrm>
            <a:prstGeom prst="rect">
              <a:avLst/>
            </a:prstGeom>
            <a:noFill/>
          </p:spPr>
          <p:txBody>
            <a:bodyPr wrap="none" lIns="0" tIns="0" rIns="0" bIns="0" rtlCol="0">
              <a:spAutoFit/>
            </a:bodyPr>
            <a:lstStyle/>
            <a:p>
              <a:pPr algn="ctr"/>
              <a:r>
                <a:rPr lang="en-US" sz="1000">
                  <a:solidFill>
                    <a:schemeClr val="bg2"/>
                  </a:solidFill>
                  <a:latin typeface="+mj-lt"/>
                </a:rPr>
                <a:t>5/8</a:t>
              </a:r>
            </a:p>
          </p:txBody>
        </p:sp>
        <p:sp>
          <p:nvSpPr>
            <p:cNvPr id="42" name="TextBox 41">
              <a:extLst>
                <a:ext uri="{FF2B5EF4-FFF2-40B4-BE49-F238E27FC236}">
                  <a16:creationId xmlns:a16="http://schemas.microsoft.com/office/drawing/2014/main" id="{59D42F9D-97EB-49EC-C594-1528B3747F5B}"/>
                </a:ext>
              </a:extLst>
            </p:cNvPr>
            <p:cNvSpPr txBox="1">
              <a:spLocks noGrp="1" noRot="1" noMove="1" noResize="1" noEditPoints="1" noAdjustHandles="1" noChangeArrowheads="1" noChangeShapeType="1"/>
            </p:cNvSpPr>
            <p:nvPr/>
          </p:nvSpPr>
          <p:spPr>
            <a:xfrm>
              <a:off x="1883245" y="-552841"/>
              <a:ext cx="176331" cy="153888"/>
            </a:xfrm>
            <a:prstGeom prst="rect">
              <a:avLst/>
            </a:prstGeom>
            <a:noFill/>
          </p:spPr>
          <p:txBody>
            <a:bodyPr wrap="square" lIns="0" tIns="0" rIns="0" bIns="0" rtlCol="0">
              <a:spAutoFit/>
            </a:bodyPr>
            <a:lstStyle/>
            <a:p>
              <a:pPr algn="ctr"/>
              <a:r>
                <a:rPr lang="en-US" sz="1000">
                  <a:solidFill>
                    <a:schemeClr val="bg2"/>
                  </a:solidFill>
                  <a:latin typeface="+mj-lt"/>
                </a:rPr>
                <a:t>1/8</a:t>
              </a:r>
            </a:p>
          </p:txBody>
        </p:sp>
        <p:cxnSp>
          <p:nvCxnSpPr>
            <p:cNvPr id="43" name="Straight Connector 42">
              <a:extLst>
                <a:ext uri="{FF2B5EF4-FFF2-40B4-BE49-F238E27FC236}">
                  <a16:creationId xmlns:a16="http://schemas.microsoft.com/office/drawing/2014/main" id="{2B8E953D-D3CD-A5EF-0A99-FD5F9EB60C9A}"/>
                </a:ext>
              </a:extLst>
            </p:cNvPr>
            <p:cNvCxnSpPr>
              <a:cxnSpLocks noGrp="1" noRot="1" noMove="1" noResize="1" noEditPoints="1" noAdjustHandles="1" noChangeArrowheads="1" noChangeShapeType="1"/>
            </p:cNvCxnSpPr>
            <p:nvPr/>
          </p:nvCxnSpPr>
          <p:spPr>
            <a:xfrm>
              <a:off x="3348275"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FBAC7C2-B5CD-1C0F-C511-D4125EDEB714}"/>
                </a:ext>
              </a:extLst>
            </p:cNvPr>
            <p:cNvCxnSpPr>
              <a:cxnSpLocks noGrp="1" noRot="1" noMove="1" noResize="1" noEditPoints="1" noAdjustHandles="1" noChangeArrowheads="1" noChangeShapeType="1"/>
            </p:cNvCxnSpPr>
            <p:nvPr/>
          </p:nvCxnSpPr>
          <p:spPr>
            <a:xfrm>
              <a:off x="6095999"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ADA1FD1-8B77-1D47-AC5B-AE5D7B8F71FE}"/>
                </a:ext>
              </a:extLst>
            </p:cNvPr>
            <p:cNvSpPr txBox="1">
              <a:spLocks noGrp="1" noRot="1" noMove="1" noResize="1" noEditPoints="1" noAdjustHandles="1" noChangeArrowheads="1" noChangeShapeType="1"/>
            </p:cNvSpPr>
            <p:nvPr/>
          </p:nvSpPr>
          <p:spPr>
            <a:xfrm>
              <a:off x="8745399"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3/4</a:t>
              </a:r>
            </a:p>
          </p:txBody>
        </p:sp>
        <p:cxnSp>
          <p:nvCxnSpPr>
            <p:cNvPr id="45" name="Straight Connector 44">
              <a:extLst>
                <a:ext uri="{FF2B5EF4-FFF2-40B4-BE49-F238E27FC236}">
                  <a16:creationId xmlns:a16="http://schemas.microsoft.com/office/drawing/2014/main" id="{546A1EE2-6080-CB24-A1B5-AAEA1C3BAF31}"/>
                </a:ext>
              </a:extLst>
            </p:cNvPr>
            <p:cNvCxnSpPr>
              <a:cxnSpLocks noGrp="1" noRot="1" noMove="1" noResize="1" noEditPoints="1" noAdjustHandles="1" noChangeArrowheads="1" noChangeShapeType="1"/>
            </p:cNvCxnSpPr>
            <p:nvPr/>
          </p:nvCxnSpPr>
          <p:spPr>
            <a:xfrm>
              <a:off x="8833564"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4ACE2E-F653-6C20-8E3D-D4232DA272FA}"/>
                </a:ext>
              </a:extLst>
            </p:cNvPr>
            <p:cNvCxnSpPr>
              <a:cxnSpLocks noGrp="1" noRot="1" noMove="1" noResize="1" noEditPoints="1" noAdjustHandles="1" noChangeArrowheads="1" noChangeShapeType="1"/>
            </p:cNvCxnSpPr>
            <p:nvPr/>
          </p:nvCxnSpPr>
          <p:spPr>
            <a:xfrm>
              <a:off x="7457069" y="-336411"/>
              <a:ext cx="0" cy="236135"/>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A882D3D-8AF6-7D15-1C3E-37BBA38E63AA}"/>
                </a:ext>
              </a:extLst>
            </p:cNvPr>
            <p:cNvCxnSpPr>
              <a:cxnSpLocks noGrp="1" noRot="1" noMove="1" noResize="1" noEditPoints="1" noAdjustHandles="1" noChangeArrowheads="1" noChangeShapeType="1"/>
            </p:cNvCxnSpPr>
            <p:nvPr/>
          </p:nvCxnSpPr>
          <p:spPr>
            <a:xfrm>
              <a:off x="10210800" y="-336411"/>
              <a:ext cx="0" cy="236135"/>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36D75D8-467A-0130-B867-C01EA661F7C3}"/>
                </a:ext>
              </a:extLst>
            </p:cNvPr>
            <p:cNvSpPr txBox="1">
              <a:spLocks noGrp="1" noRot="1" noMove="1" noResize="1" noEditPoints="1" noAdjustHandles="1" noChangeArrowheads="1" noChangeShapeType="1"/>
            </p:cNvSpPr>
            <p:nvPr/>
          </p:nvSpPr>
          <p:spPr>
            <a:xfrm>
              <a:off x="10122636" y="-552841"/>
              <a:ext cx="176330" cy="153888"/>
            </a:xfrm>
            <a:prstGeom prst="rect">
              <a:avLst/>
            </a:prstGeom>
            <a:noFill/>
          </p:spPr>
          <p:txBody>
            <a:bodyPr wrap="none" lIns="0" tIns="0" rIns="0" bIns="0" rtlCol="0">
              <a:spAutoFit/>
            </a:bodyPr>
            <a:lstStyle/>
            <a:p>
              <a:pPr algn="ctr"/>
              <a:r>
                <a:rPr lang="en-US" sz="1000">
                  <a:solidFill>
                    <a:schemeClr val="bg2"/>
                  </a:solidFill>
                  <a:latin typeface="+mj-lt"/>
                </a:rPr>
                <a:t>7/8</a:t>
              </a:r>
            </a:p>
          </p:txBody>
        </p:sp>
        <p:cxnSp>
          <p:nvCxnSpPr>
            <p:cNvPr id="47" name="Straight Connector 46">
              <a:extLst>
                <a:ext uri="{FF2B5EF4-FFF2-40B4-BE49-F238E27FC236}">
                  <a16:creationId xmlns:a16="http://schemas.microsoft.com/office/drawing/2014/main" id="{1C3C1D99-D6EB-BF3E-01DC-FCD8FC4CCCAD}"/>
                </a:ext>
              </a:extLst>
            </p:cNvPr>
            <p:cNvCxnSpPr>
              <a:cxnSpLocks noGrp="1" noRot="1" noMove="1" noResize="1" noEditPoints="1" noAdjustHandles="1" noChangeArrowheads="1" noChangeShapeType="1"/>
            </p:cNvCxnSpPr>
            <p:nvPr/>
          </p:nvCxnSpPr>
          <p:spPr>
            <a:xfrm>
              <a:off x="4719320" y="-336411"/>
              <a:ext cx="0" cy="260211"/>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6ED98AD1-D9BA-4633-F1F0-7BFC78503CB3}"/>
                </a:ext>
              </a:extLst>
            </p:cNvPr>
            <p:cNvSpPr txBox="1">
              <a:spLocks noGrp="1" noRot="1" noMove="1" noResize="1" noEditPoints="1" noAdjustHandles="1" noChangeArrowheads="1" noChangeShapeType="1"/>
            </p:cNvSpPr>
            <p:nvPr/>
          </p:nvSpPr>
          <p:spPr>
            <a:xfrm>
              <a:off x="4631155" y="-552841"/>
              <a:ext cx="176331" cy="153888"/>
            </a:xfrm>
            <a:prstGeom prst="rect">
              <a:avLst/>
            </a:prstGeom>
            <a:noFill/>
          </p:spPr>
          <p:txBody>
            <a:bodyPr wrap="square" lIns="0" tIns="0" rIns="0" bIns="0" rtlCol="0">
              <a:spAutoFit/>
            </a:bodyPr>
            <a:lstStyle/>
            <a:p>
              <a:pPr algn="ctr"/>
              <a:r>
                <a:rPr lang="en-US" sz="1000">
                  <a:solidFill>
                    <a:schemeClr val="bg2"/>
                  </a:solidFill>
                  <a:latin typeface="+mj-lt"/>
                </a:rPr>
                <a:t>3/8</a:t>
              </a:r>
            </a:p>
          </p:txBody>
        </p:sp>
      </p:grpSp>
      <p:grpSp>
        <p:nvGrpSpPr>
          <p:cNvPr id="61" name="Group 60">
            <a:extLst>
              <a:ext uri="{FF2B5EF4-FFF2-40B4-BE49-F238E27FC236}">
                <a16:creationId xmlns:a16="http://schemas.microsoft.com/office/drawing/2014/main" id="{8A38A77A-D882-9A24-132D-AA9A5136EEA1}"/>
              </a:ext>
            </a:extLst>
          </p:cNvPr>
          <p:cNvGrpSpPr>
            <a:grpSpLocks noGrp="1" noUngrp="1" noRot="1" noMove="1" noResize="1"/>
          </p:cNvGrpSpPr>
          <p:nvPr/>
        </p:nvGrpSpPr>
        <p:grpSpPr>
          <a:xfrm>
            <a:off x="-1016001" y="-10160"/>
            <a:ext cx="598577" cy="6868160"/>
            <a:chOff x="-193040" y="-10160"/>
            <a:chExt cx="589280" cy="6761480"/>
          </a:xfrm>
        </p:grpSpPr>
        <p:sp>
          <p:nvSpPr>
            <p:cNvPr id="50" name="Oval 49">
              <a:extLst>
                <a:ext uri="{FF2B5EF4-FFF2-40B4-BE49-F238E27FC236}">
                  <a16:creationId xmlns:a16="http://schemas.microsoft.com/office/drawing/2014/main" id="{237354FA-DBE8-B526-ED76-34212FBB2FA5}"/>
                </a:ext>
              </a:extLst>
            </p:cNvPr>
            <p:cNvSpPr>
              <a:spLocks noGrp="1" noRot="1" noMove="1" noResize="1" noEditPoints="1" noAdjustHandles="1" noChangeArrowheads="1" noChangeShapeType="1"/>
            </p:cNvSpPr>
            <p:nvPr/>
          </p:nvSpPr>
          <p:spPr>
            <a:xfrm>
              <a:off x="-193040" y="-10160"/>
              <a:ext cx="589280" cy="589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EF98154E-082F-AD47-6C50-0D72AF8F30E2}"/>
                </a:ext>
              </a:extLst>
            </p:cNvPr>
            <p:cNvSpPr>
              <a:spLocks noGrp="1" noRot="1" noMove="1" noResize="1" noEditPoints="1" noAdjustHandles="1" noChangeArrowheads="1" noChangeShapeType="1"/>
            </p:cNvSpPr>
            <p:nvPr/>
          </p:nvSpPr>
          <p:spPr>
            <a:xfrm>
              <a:off x="-193040" y="675640"/>
              <a:ext cx="589280" cy="5892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3A8049A-A81F-B8FA-6945-B41EA198B030}"/>
                </a:ext>
              </a:extLst>
            </p:cNvPr>
            <p:cNvSpPr>
              <a:spLocks noGrp="1" noRot="1" noMove="1" noResize="1" noEditPoints="1" noAdjustHandles="1" noChangeArrowheads="1" noChangeShapeType="1"/>
            </p:cNvSpPr>
            <p:nvPr/>
          </p:nvSpPr>
          <p:spPr>
            <a:xfrm>
              <a:off x="-193040" y="1361440"/>
              <a:ext cx="589280" cy="58928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872BA356-9DF2-85E5-09F0-CC2EA9C88905}"/>
                </a:ext>
              </a:extLst>
            </p:cNvPr>
            <p:cNvSpPr>
              <a:spLocks noGrp="1" noRot="1" noMove="1" noResize="1" noEditPoints="1" noAdjustHandles="1" noChangeArrowheads="1" noChangeShapeType="1"/>
            </p:cNvSpPr>
            <p:nvPr/>
          </p:nvSpPr>
          <p:spPr>
            <a:xfrm>
              <a:off x="-193040" y="2047240"/>
              <a:ext cx="589280" cy="5892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F1BF2BB0-F839-3396-2E10-0936835D5724}"/>
                </a:ext>
              </a:extLst>
            </p:cNvPr>
            <p:cNvSpPr>
              <a:spLocks noGrp="1" noRot="1" noMove="1" noResize="1" noEditPoints="1" noAdjustHandles="1" noChangeArrowheads="1" noChangeShapeType="1"/>
            </p:cNvSpPr>
            <p:nvPr/>
          </p:nvSpPr>
          <p:spPr>
            <a:xfrm>
              <a:off x="-193040" y="2733040"/>
              <a:ext cx="589280" cy="589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3D4A46CD-08A0-67C4-5C99-377059A2E767}"/>
                </a:ext>
              </a:extLst>
            </p:cNvPr>
            <p:cNvSpPr>
              <a:spLocks noGrp="1" noRot="1" noMove="1" noResize="1" noEditPoints="1" noAdjustHandles="1" noChangeArrowheads="1" noChangeShapeType="1"/>
            </p:cNvSpPr>
            <p:nvPr/>
          </p:nvSpPr>
          <p:spPr>
            <a:xfrm>
              <a:off x="-193040" y="3418840"/>
              <a:ext cx="589280" cy="589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999753C4-9CB7-0304-4B67-34F1EB4365B5}"/>
                </a:ext>
              </a:extLst>
            </p:cNvPr>
            <p:cNvSpPr>
              <a:spLocks noGrp="1" noRot="1" noMove="1" noResize="1" noEditPoints="1" noAdjustHandles="1" noChangeArrowheads="1" noChangeShapeType="1"/>
            </p:cNvSpPr>
            <p:nvPr/>
          </p:nvSpPr>
          <p:spPr>
            <a:xfrm>
              <a:off x="-193040" y="4104640"/>
              <a:ext cx="589280" cy="5892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A1DA705B-7BFB-AA58-7AF1-450AC75D3F46}"/>
                </a:ext>
              </a:extLst>
            </p:cNvPr>
            <p:cNvSpPr>
              <a:spLocks noGrp="1" noRot="1" noMove="1" noResize="1" noEditPoints="1" noAdjustHandles="1" noChangeArrowheads="1" noChangeShapeType="1"/>
            </p:cNvSpPr>
            <p:nvPr/>
          </p:nvSpPr>
          <p:spPr>
            <a:xfrm>
              <a:off x="-193040" y="4790440"/>
              <a:ext cx="589280" cy="58928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1D566E3-D108-5F9D-8CC3-2F94B8F1E71E}"/>
                </a:ext>
              </a:extLst>
            </p:cNvPr>
            <p:cNvSpPr>
              <a:spLocks noGrp="1" noRot="1" noMove="1" noResize="1" noEditPoints="1" noAdjustHandles="1" noChangeArrowheads="1" noChangeShapeType="1"/>
            </p:cNvSpPr>
            <p:nvPr/>
          </p:nvSpPr>
          <p:spPr>
            <a:xfrm>
              <a:off x="-193040" y="5476240"/>
              <a:ext cx="589280" cy="58928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C94F120-BD1F-3BEB-33C9-621A58FE03ED}"/>
                </a:ext>
              </a:extLst>
            </p:cNvPr>
            <p:cNvSpPr>
              <a:spLocks noGrp="1" noRot="1" noMove="1" noResize="1" noEditPoints="1" noAdjustHandles="1" noChangeArrowheads="1" noChangeShapeType="1"/>
            </p:cNvSpPr>
            <p:nvPr/>
          </p:nvSpPr>
          <p:spPr>
            <a:xfrm>
              <a:off x="-193040" y="6162040"/>
              <a:ext cx="589280" cy="5892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800A99F7-4355-F8E7-05A6-6E21BF405E14}"/>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0" y="0"/>
            <a:ext cx="12248268" cy="6889651"/>
          </a:xfrm>
          <a:prstGeom prst="rect">
            <a:avLst/>
          </a:prstGeom>
        </p:spPr>
      </p:pic>
      <p:grpSp>
        <p:nvGrpSpPr>
          <p:cNvPr id="2" name="Group 1">
            <a:extLst>
              <a:ext uri="{FF2B5EF4-FFF2-40B4-BE49-F238E27FC236}">
                <a16:creationId xmlns:a16="http://schemas.microsoft.com/office/drawing/2014/main" id="{D16FE499-EE2E-3F33-25CB-35F17010CE36}"/>
              </a:ext>
            </a:extLst>
          </p:cNvPr>
          <p:cNvGrpSpPr/>
          <p:nvPr userDrawn="1"/>
        </p:nvGrpSpPr>
        <p:grpSpPr>
          <a:xfrm>
            <a:off x="12566154" y="608856"/>
            <a:ext cx="1160575" cy="5650448"/>
            <a:chOff x="12566154" y="608856"/>
            <a:chExt cx="1160575" cy="5650448"/>
          </a:xfrm>
        </p:grpSpPr>
        <p:sp>
          <p:nvSpPr>
            <p:cNvPr id="5" name="TextBox 4">
              <a:extLst>
                <a:ext uri="{FF2B5EF4-FFF2-40B4-BE49-F238E27FC236}">
                  <a16:creationId xmlns:a16="http://schemas.microsoft.com/office/drawing/2014/main" id="{8C436608-74AB-716B-7BC0-BAB08D33A318}"/>
                </a:ext>
              </a:extLst>
            </p:cNvPr>
            <p:cNvSpPr txBox="1"/>
            <p:nvPr userDrawn="1"/>
          </p:nvSpPr>
          <p:spPr>
            <a:xfrm>
              <a:off x="12566154" y="3352056"/>
              <a:ext cx="947375" cy="153888"/>
            </a:xfrm>
            <a:prstGeom prst="rect">
              <a:avLst/>
            </a:prstGeom>
            <a:noFill/>
          </p:spPr>
          <p:txBody>
            <a:bodyPr wrap="none" lIns="0" tIns="0" rIns="0" bIns="0" rtlCol="0">
              <a:spAutoFit/>
            </a:bodyPr>
            <a:lstStyle/>
            <a:p>
              <a:pPr algn="l"/>
              <a:r>
                <a:rPr lang="en-US" sz="1000">
                  <a:solidFill>
                    <a:schemeClr val="tx2"/>
                  </a:solidFill>
                  <a:latin typeface="+mj-lt"/>
                </a:rPr>
                <a:t>Content area 1/2</a:t>
              </a:r>
            </a:p>
          </p:txBody>
        </p:sp>
        <p:sp>
          <p:nvSpPr>
            <p:cNvPr id="6" name="TextBox 5">
              <a:extLst>
                <a:ext uri="{FF2B5EF4-FFF2-40B4-BE49-F238E27FC236}">
                  <a16:creationId xmlns:a16="http://schemas.microsoft.com/office/drawing/2014/main" id="{9E78E206-2DB0-45DE-C9AE-5EFA218B8643}"/>
                </a:ext>
              </a:extLst>
            </p:cNvPr>
            <p:cNvSpPr txBox="1"/>
            <p:nvPr userDrawn="1"/>
          </p:nvSpPr>
          <p:spPr>
            <a:xfrm>
              <a:off x="12566154" y="608856"/>
              <a:ext cx="947375" cy="153888"/>
            </a:xfrm>
            <a:prstGeom prst="rect">
              <a:avLst/>
            </a:prstGeom>
            <a:noFill/>
          </p:spPr>
          <p:txBody>
            <a:bodyPr wrap="none" lIns="0" tIns="0" rIns="0" bIns="0" rtlCol="0">
              <a:spAutoFit/>
            </a:bodyPr>
            <a:lstStyle/>
            <a:p>
              <a:pPr algn="l"/>
              <a:r>
                <a:rPr lang="en-US" sz="1000">
                  <a:solidFill>
                    <a:schemeClr val="tx2"/>
                  </a:solidFill>
                  <a:latin typeface="+mj-lt"/>
                </a:rPr>
                <a:t>Content area top</a:t>
              </a:r>
            </a:p>
          </p:txBody>
        </p:sp>
        <p:sp>
          <p:nvSpPr>
            <p:cNvPr id="8" name="TextBox 7">
              <a:extLst>
                <a:ext uri="{FF2B5EF4-FFF2-40B4-BE49-F238E27FC236}">
                  <a16:creationId xmlns:a16="http://schemas.microsoft.com/office/drawing/2014/main" id="{61708233-2D3E-441C-3DBD-01E433A41850}"/>
                </a:ext>
              </a:extLst>
            </p:cNvPr>
            <p:cNvSpPr txBox="1"/>
            <p:nvPr userDrawn="1"/>
          </p:nvSpPr>
          <p:spPr>
            <a:xfrm>
              <a:off x="12566154" y="6105416"/>
              <a:ext cx="1160575" cy="153888"/>
            </a:xfrm>
            <a:prstGeom prst="rect">
              <a:avLst/>
            </a:prstGeom>
            <a:noFill/>
          </p:spPr>
          <p:txBody>
            <a:bodyPr wrap="none" lIns="0" tIns="0" rIns="0" bIns="0" rtlCol="0">
              <a:spAutoFit/>
            </a:bodyPr>
            <a:lstStyle/>
            <a:p>
              <a:pPr algn="l"/>
              <a:r>
                <a:rPr lang="en-US" sz="1000">
                  <a:solidFill>
                    <a:schemeClr val="tx2"/>
                  </a:solidFill>
                  <a:latin typeface="+mj-lt"/>
                </a:rPr>
                <a:t>Content area bottom</a:t>
              </a:r>
            </a:p>
          </p:txBody>
        </p:sp>
      </p:grpSp>
      <p:grpSp>
        <p:nvGrpSpPr>
          <p:cNvPr id="9" name="Group 8">
            <a:extLst>
              <a:ext uri="{FF2B5EF4-FFF2-40B4-BE49-F238E27FC236}">
                <a16:creationId xmlns:a16="http://schemas.microsoft.com/office/drawing/2014/main" id="{BAD6E860-734C-782F-CB81-C31BDA9C9298}"/>
              </a:ext>
            </a:extLst>
          </p:cNvPr>
          <p:cNvGrpSpPr/>
          <p:nvPr userDrawn="1"/>
        </p:nvGrpSpPr>
        <p:grpSpPr>
          <a:xfrm>
            <a:off x="1883245" y="-552841"/>
            <a:ext cx="8415721" cy="476641"/>
            <a:chOff x="1883245" y="-552841"/>
            <a:chExt cx="8415721" cy="476641"/>
          </a:xfrm>
        </p:grpSpPr>
        <p:sp>
          <p:nvSpPr>
            <p:cNvPr id="11" name="TextBox 10">
              <a:extLst>
                <a:ext uri="{FF2B5EF4-FFF2-40B4-BE49-F238E27FC236}">
                  <a16:creationId xmlns:a16="http://schemas.microsoft.com/office/drawing/2014/main" id="{20912DC1-00F4-74BF-9A65-539E317DD10F}"/>
                </a:ext>
              </a:extLst>
            </p:cNvPr>
            <p:cNvSpPr txBox="1"/>
            <p:nvPr userDrawn="1"/>
          </p:nvSpPr>
          <p:spPr>
            <a:xfrm>
              <a:off x="3260110"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1/4</a:t>
              </a:r>
            </a:p>
          </p:txBody>
        </p:sp>
        <p:sp>
          <p:nvSpPr>
            <p:cNvPr id="12" name="TextBox 11">
              <a:extLst>
                <a:ext uri="{FF2B5EF4-FFF2-40B4-BE49-F238E27FC236}">
                  <a16:creationId xmlns:a16="http://schemas.microsoft.com/office/drawing/2014/main" id="{C27CE832-385C-FF6E-C261-EF0D665DBF37}"/>
                </a:ext>
              </a:extLst>
            </p:cNvPr>
            <p:cNvSpPr txBox="1"/>
            <p:nvPr userDrawn="1"/>
          </p:nvSpPr>
          <p:spPr>
            <a:xfrm>
              <a:off x="6012368"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1/2</a:t>
              </a:r>
            </a:p>
          </p:txBody>
        </p:sp>
        <p:cxnSp>
          <p:nvCxnSpPr>
            <p:cNvPr id="14" name="Straight Connector 13">
              <a:extLst>
                <a:ext uri="{FF2B5EF4-FFF2-40B4-BE49-F238E27FC236}">
                  <a16:creationId xmlns:a16="http://schemas.microsoft.com/office/drawing/2014/main" id="{C3E00FF3-1655-513F-4617-587448600DAC}"/>
                </a:ext>
              </a:extLst>
            </p:cNvPr>
            <p:cNvCxnSpPr/>
            <p:nvPr userDrawn="1"/>
          </p:nvCxnSpPr>
          <p:spPr>
            <a:xfrm>
              <a:off x="1971410" y="-336411"/>
              <a:ext cx="0" cy="260211"/>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8C339B5-B101-CD20-A57F-A04E1B32814B}"/>
                </a:ext>
              </a:extLst>
            </p:cNvPr>
            <p:cNvSpPr txBox="1"/>
            <p:nvPr userDrawn="1"/>
          </p:nvSpPr>
          <p:spPr>
            <a:xfrm>
              <a:off x="7368905" y="-552841"/>
              <a:ext cx="176330" cy="153888"/>
            </a:xfrm>
            <a:prstGeom prst="rect">
              <a:avLst/>
            </a:prstGeom>
            <a:noFill/>
          </p:spPr>
          <p:txBody>
            <a:bodyPr wrap="none" lIns="0" tIns="0" rIns="0" bIns="0" rtlCol="0">
              <a:spAutoFit/>
            </a:bodyPr>
            <a:lstStyle/>
            <a:p>
              <a:pPr algn="ctr"/>
              <a:r>
                <a:rPr lang="en-US" sz="1000">
                  <a:solidFill>
                    <a:schemeClr val="bg2"/>
                  </a:solidFill>
                  <a:latin typeface="+mj-lt"/>
                </a:rPr>
                <a:t>5/8</a:t>
              </a:r>
            </a:p>
          </p:txBody>
        </p:sp>
        <p:sp>
          <p:nvSpPr>
            <p:cNvPr id="17" name="TextBox 16">
              <a:extLst>
                <a:ext uri="{FF2B5EF4-FFF2-40B4-BE49-F238E27FC236}">
                  <a16:creationId xmlns:a16="http://schemas.microsoft.com/office/drawing/2014/main" id="{BC041009-63E0-FD30-49E7-1224C92DA8D3}"/>
                </a:ext>
              </a:extLst>
            </p:cNvPr>
            <p:cNvSpPr txBox="1"/>
            <p:nvPr userDrawn="1"/>
          </p:nvSpPr>
          <p:spPr>
            <a:xfrm>
              <a:off x="1883245" y="-552841"/>
              <a:ext cx="176331" cy="153888"/>
            </a:xfrm>
            <a:prstGeom prst="rect">
              <a:avLst/>
            </a:prstGeom>
            <a:noFill/>
          </p:spPr>
          <p:txBody>
            <a:bodyPr wrap="square" lIns="0" tIns="0" rIns="0" bIns="0" rtlCol="0">
              <a:spAutoFit/>
            </a:bodyPr>
            <a:lstStyle/>
            <a:p>
              <a:pPr algn="ctr"/>
              <a:r>
                <a:rPr lang="en-US" sz="1000">
                  <a:solidFill>
                    <a:schemeClr val="bg2"/>
                  </a:solidFill>
                  <a:latin typeface="+mj-lt"/>
                </a:rPr>
                <a:t>1/8</a:t>
              </a:r>
            </a:p>
          </p:txBody>
        </p:sp>
        <p:cxnSp>
          <p:nvCxnSpPr>
            <p:cNvPr id="18" name="Straight Connector 17">
              <a:extLst>
                <a:ext uri="{FF2B5EF4-FFF2-40B4-BE49-F238E27FC236}">
                  <a16:creationId xmlns:a16="http://schemas.microsoft.com/office/drawing/2014/main" id="{74DAD99F-A348-9BE9-D0AB-277430608E53}"/>
                </a:ext>
              </a:extLst>
            </p:cNvPr>
            <p:cNvCxnSpPr/>
            <p:nvPr userDrawn="1"/>
          </p:nvCxnSpPr>
          <p:spPr>
            <a:xfrm>
              <a:off x="3348275"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9D69296-FA75-D872-7DD0-C4CC5853655A}"/>
                </a:ext>
              </a:extLst>
            </p:cNvPr>
            <p:cNvCxnSpPr/>
            <p:nvPr userDrawn="1"/>
          </p:nvCxnSpPr>
          <p:spPr>
            <a:xfrm>
              <a:off x="6095999"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51110A1-42E4-C4BB-7C85-09DB5CE8D00B}"/>
                </a:ext>
              </a:extLst>
            </p:cNvPr>
            <p:cNvSpPr txBox="1"/>
            <p:nvPr userDrawn="1"/>
          </p:nvSpPr>
          <p:spPr>
            <a:xfrm>
              <a:off x="8745399"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3/4</a:t>
              </a:r>
            </a:p>
          </p:txBody>
        </p:sp>
        <p:cxnSp>
          <p:nvCxnSpPr>
            <p:cNvPr id="23" name="Straight Connector 22">
              <a:extLst>
                <a:ext uri="{FF2B5EF4-FFF2-40B4-BE49-F238E27FC236}">
                  <a16:creationId xmlns:a16="http://schemas.microsoft.com/office/drawing/2014/main" id="{66E32872-CD12-5844-FB5E-3D0E584FDD68}"/>
                </a:ext>
              </a:extLst>
            </p:cNvPr>
            <p:cNvCxnSpPr/>
            <p:nvPr userDrawn="1"/>
          </p:nvCxnSpPr>
          <p:spPr>
            <a:xfrm>
              <a:off x="8833564"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5723581-E084-F0A9-B729-0E1CE9EB7BED}"/>
                </a:ext>
              </a:extLst>
            </p:cNvPr>
            <p:cNvCxnSpPr/>
            <p:nvPr userDrawn="1"/>
          </p:nvCxnSpPr>
          <p:spPr>
            <a:xfrm>
              <a:off x="7457069" y="-336411"/>
              <a:ext cx="0" cy="236135"/>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73EDE36-1C36-6B35-8ED2-F595E99BD6DA}"/>
                </a:ext>
              </a:extLst>
            </p:cNvPr>
            <p:cNvCxnSpPr/>
            <p:nvPr userDrawn="1"/>
          </p:nvCxnSpPr>
          <p:spPr>
            <a:xfrm>
              <a:off x="10210800" y="-336411"/>
              <a:ext cx="0" cy="236135"/>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6BDB61B-0AD2-5595-F9F1-547A25730E52}"/>
                </a:ext>
              </a:extLst>
            </p:cNvPr>
            <p:cNvSpPr txBox="1"/>
            <p:nvPr userDrawn="1"/>
          </p:nvSpPr>
          <p:spPr>
            <a:xfrm>
              <a:off x="10122636" y="-552841"/>
              <a:ext cx="176330" cy="153888"/>
            </a:xfrm>
            <a:prstGeom prst="rect">
              <a:avLst/>
            </a:prstGeom>
            <a:noFill/>
          </p:spPr>
          <p:txBody>
            <a:bodyPr wrap="none" lIns="0" tIns="0" rIns="0" bIns="0" rtlCol="0">
              <a:spAutoFit/>
            </a:bodyPr>
            <a:lstStyle/>
            <a:p>
              <a:pPr algn="ctr"/>
              <a:r>
                <a:rPr lang="en-US" sz="1000">
                  <a:solidFill>
                    <a:schemeClr val="bg2"/>
                  </a:solidFill>
                  <a:latin typeface="+mj-lt"/>
                </a:rPr>
                <a:t>7/8</a:t>
              </a:r>
            </a:p>
          </p:txBody>
        </p:sp>
        <p:cxnSp>
          <p:nvCxnSpPr>
            <p:cNvPr id="29" name="Straight Connector 28">
              <a:extLst>
                <a:ext uri="{FF2B5EF4-FFF2-40B4-BE49-F238E27FC236}">
                  <a16:creationId xmlns:a16="http://schemas.microsoft.com/office/drawing/2014/main" id="{625D95B4-CFBF-E8D5-9E60-C2CF25B94D4C}"/>
                </a:ext>
              </a:extLst>
            </p:cNvPr>
            <p:cNvCxnSpPr/>
            <p:nvPr userDrawn="1"/>
          </p:nvCxnSpPr>
          <p:spPr>
            <a:xfrm>
              <a:off x="4719320" y="-336411"/>
              <a:ext cx="0" cy="260211"/>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9A1C5D5-3A3A-56EF-1304-47A0BC4BBA87}"/>
                </a:ext>
              </a:extLst>
            </p:cNvPr>
            <p:cNvSpPr txBox="1"/>
            <p:nvPr userDrawn="1"/>
          </p:nvSpPr>
          <p:spPr>
            <a:xfrm>
              <a:off x="4631155" y="-552841"/>
              <a:ext cx="176331" cy="153888"/>
            </a:xfrm>
            <a:prstGeom prst="rect">
              <a:avLst/>
            </a:prstGeom>
            <a:noFill/>
          </p:spPr>
          <p:txBody>
            <a:bodyPr wrap="square" lIns="0" tIns="0" rIns="0" bIns="0" rtlCol="0">
              <a:spAutoFit/>
            </a:bodyPr>
            <a:lstStyle/>
            <a:p>
              <a:pPr algn="ctr"/>
              <a:r>
                <a:rPr lang="en-US" sz="1000">
                  <a:solidFill>
                    <a:schemeClr val="bg2"/>
                  </a:solidFill>
                  <a:latin typeface="+mj-lt"/>
                </a:rPr>
                <a:t>3/8</a:t>
              </a:r>
            </a:p>
          </p:txBody>
        </p:sp>
      </p:grpSp>
      <p:grpSp>
        <p:nvGrpSpPr>
          <p:cNvPr id="31" name="Group 30">
            <a:extLst>
              <a:ext uri="{FF2B5EF4-FFF2-40B4-BE49-F238E27FC236}">
                <a16:creationId xmlns:a16="http://schemas.microsoft.com/office/drawing/2014/main" id="{58491A1D-8E9D-C937-88B0-FBB7506FC5BE}"/>
              </a:ext>
            </a:extLst>
          </p:cNvPr>
          <p:cNvGrpSpPr/>
          <p:nvPr userDrawn="1"/>
        </p:nvGrpSpPr>
        <p:grpSpPr>
          <a:xfrm>
            <a:off x="-1016001" y="-10160"/>
            <a:ext cx="598577" cy="6868160"/>
            <a:chOff x="-193040" y="-10160"/>
            <a:chExt cx="589280" cy="6761480"/>
          </a:xfrm>
        </p:grpSpPr>
        <p:sp>
          <p:nvSpPr>
            <p:cNvPr id="32" name="Oval 31">
              <a:extLst>
                <a:ext uri="{FF2B5EF4-FFF2-40B4-BE49-F238E27FC236}">
                  <a16:creationId xmlns:a16="http://schemas.microsoft.com/office/drawing/2014/main" id="{8396434D-C662-7D2B-004C-E233395E0664}"/>
                </a:ext>
              </a:extLst>
            </p:cNvPr>
            <p:cNvSpPr/>
            <p:nvPr userDrawn="1"/>
          </p:nvSpPr>
          <p:spPr>
            <a:xfrm>
              <a:off x="-193040" y="-10160"/>
              <a:ext cx="589280" cy="589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8BAC2B0-F9F5-2C7A-8661-27AA24B88BFE}"/>
                </a:ext>
              </a:extLst>
            </p:cNvPr>
            <p:cNvSpPr/>
            <p:nvPr userDrawn="1"/>
          </p:nvSpPr>
          <p:spPr>
            <a:xfrm>
              <a:off x="-193040" y="675640"/>
              <a:ext cx="589280" cy="5892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2592E69-413B-60DB-1B03-990BB0345CE7}"/>
                </a:ext>
              </a:extLst>
            </p:cNvPr>
            <p:cNvSpPr/>
            <p:nvPr userDrawn="1"/>
          </p:nvSpPr>
          <p:spPr>
            <a:xfrm>
              <a:off x="-193040" y="1361440"/>
              <a:ext cx="589280" cy="58928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7FCCDA1F-E33F-3407-7808-9AD6233A064D}"/>
                </a:ext>
              </a:extLst>
            </p:cNvPr>
            <p:cNvSpPr/>
            <p:nvPr userDrawn="1"/>
          </p:nvSpPr>
          <p:spPr>
            <a:xfrm>
              <a:off x="-193040" y="2047240"/>
              <a:ext cx="589280" cy="5892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60568E81-1C20-2817-836A-ED0934477D87}"/>
                </a:ext>
              </a:extLst>
            </p:cNvPr>
            <p:cNvSpPr/>
            <p:nvPr userDrawn="1"/>
          </p:nvSpPr>
          <p:spPr>
            <a:xfrm>
              <a:off x="-193040" y="2733040"/>
              <a:ext cx="589280" cy="589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E15F3213-C147-D3EC-D50F-6B94E5DD124F}"/>
                </a:ext>
              </a:extLst>
            </p:cNvPr>
            <p:cNvSpPr/>
            <p:nvPr userDrawn="1"/>
          </p:nvSpPr>
          <p:spPr>
            <a:xfrm>
              <a:off x="-193040" y="3418840"/>
              <a:ext cx="589280" cy="589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D029A46-F2FE-20BE-1E4A-0025977CC11A}"/>
                </a:ext>
              </a:extLst>
            </p:cNvPr>
            <p:cNvSpPr/>
            <p:nvPr userDrawn="1"/>
          </p:nvSpPr>
          <p:spPr>
            <a:xfrm>
              <a:off x="-193040" y="4104640"/>
              <a:ext cx="589280" cy="5892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54DADF47-4AF0-C55B-41F5-30F16F1FAA7A}"/>
                </a:ext>
              </a:extLst>
            </p:cNvPr>
            <p:cNvSpPr/>
            <p:nvPr userDrawn="1"/>
          </p:nvSpPr>
          <p:spPr>
            <a:xfrm>
              <a:off x="-193040" y="4790440"/>
              <a:ext cx="589280" cy="58928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79460BDD-D8B4-AF12-A8BF-FE84880A1818}"/>
                </a:ext>
              </a:extLst>
            </p:cNvPr>
            <p:cNvSpPr/>
            <p:nvPr userDrawn="1"/>
          </p:nvSpPr>
          <p:spPr>
            <a:xfrm>
              <a:off x="-193040" y="5476240"/>
              <a:ext cx="589280" cy="58928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3BFD2929-3D1E-F1E2-8E9B-E3A0AF21FF38}"/>
                </a:ext>
              </a:extLst>
            </p:cNvPr>
            <p:cNvSpPr/>
            <p:nvPr userDrawn="1"/>
          </p:nvSpPr>
          <p:spPr>
            <a:xfrm>
              <a:off x="-193040" y="6162040"/>
              <a:ext cx="589280" cy="5892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3" name="Picture 62">
            <a:extLst>
              <a:ext uri="{FF2B5EF4-FFF2-40B4-BE49-F238E27FC236}">
                <a16:creationId xmlns:a16="http://schemas.microsoft.com/office/drawing/2014/main" id="{8DE844D8-E983-F0B9-CA02-B3A664CB3825}"/>
              </a:ext>
            </a:extLst>
          </p:cNvPr>
          <p:cNvPicPr>
            <a:picLocks noChangeAspect="1"/>
          </p:cNvPicPr>
          <p:nvPr userDrawn="1"/>
        </p:nvPicPr>
        <p:blipFill>
          <a:blip r:embed="rId10">
            <a:extLst>
              <a:ext uri="{28A0092B-C50C-407E-A947-70E740481C1C}">
                <a14:useLocalDpi xmlns:a14="http://schemas.microsoft.com/office/drawing/2010/main" val="0"/>
              </a:ext>
            </a:extLst>
          </a:blip>
          <a:srcRect/>
          <a:stretch/>
        </p:blipFill>
        <p:spPr>
          <a:xfrm>
            <a:off x="0" y="0"/>
            <a:ext cx="12248268" cy="6889651"/>
          </a:xfrm>
          <a:prstGeom prst="rect">
            <a:avLst/>
          </a:prstGeom>
        </p:spPr>
      </p:pic>
    </p:spTree>
    <p:extLst>
      <p:ext uri="{BB962C8B-B14F-4D97-AF65-F5344CB8AC3E}">
        <p14:creationId xmlns:p14="http://schemas.microsoft.com/office/powerpoint/2010/main" val="1511549476"/>
      </p:ext>
    </p:extLst>
  </p:cSld>
  <p:clrMap bg1="dk1" tx1="lt1" bg2="dk2" tx2="lt2" accent1="accent1" accent2="accent2" accent3="accent3" accent4="accent4" accent5="accent5" accent6="accent6" hlink="hlink" folHlink="folHlink"/>
  <p:sldLayoutIdLst>
    <p:sldLayoutId id="2147483672" r:id="rId1"/>
    <p:sldLayoutId id="2147483673" r:id="rId2"/>
    <p:sldLayoutId id="2147483661" r:id="rId3"/>
    <p:sldLayoutId id="2147483666" r:id="rId4"/>
    <p:sldLayoutId id="2147483668" r:id="rId5"/>
    <p:sldLayoutId id="2147483669" r:id="rId6"/>
    <p:sldLayoutId id="2147483663" r:id="rId7"/>
    <p:sldLayoutId id="2147483664" r:id="rId8"/>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3200" b="1" i="0" kern="120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84">
          <p15:clr>
            <a:srgbClr val="5ACBF0"/>
          </p15:clr>
        </p15:guide>
        <p15:guide id="8" pos="7296">
          <p15:clr>
            <a:srgbClr val="5ACBF0"/>
          </p15:clr>
        </p15:guide>
        <p15:guide id="17" pos="3840">
          <p15:clr>
            <a:srgbClr val="5ACBF0"/>
          </p15:clr>
        </p15:guide>
        <p15:guide id="19" orient="horz" pos="432">
          <p15:clr>
            <a:srgbClr val="5ACBF0"/>
          </p15:clr>
        </p15:guide>
        <p15:guide id="20" orient="horz" pos="3888">
          <p15:clr>
            <a:srgbClr val="5ACBF0"/>
          </p15:clr>
        </p15:guide>
        <p15:guide id="32" orient="horz" pos="2160">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7DE55CC-D483-1CE6-9FBD-91AEA2A1C80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0" y="0"/>
            <a:ext cx="12255303" cy="6893608"/>
          </a:xfrm>
          <a:prstGeom prst="rect">
            <a:avLst/>
          </a:prstGeom>
        </p:spPr>
      </p:pic>
      <p:grpSp>
        <p:nvGrpSpPr>
          <p:cNvPr id="49" name="Group 48">
            <a:extLst>
              <a:ext uri="{FF2B5EF4-FFF2-40B4-BE49-F238E27FC236}">
                <a16:creationId xmlns:a16="http://schemas.microsoft.com/office/drawing/2014/main" id="{6D3C964B-DF5B-A2E2-A3C6-8C20D395B8B1}"/>
              </a:ext>
            </a:extLst>
          </p:cNvPr>
          <p:cNvGrpSpPr>
            <a:grpSpLocks noGrp="1" noUngrp="1" noRot="1" noMove="1" noResize="1"/>
          </p:cNvGrpSpPr>
          <p:nvPr/>
        </p:nvGrpSpPr>
        <p:grpSpPr>
          <a:xfrm>
            <a:off x="12566154" y="608856"/>
            <a:ext cx="1160575" cy="5650448"/>
            <a:chOff x="12566154" y="608856"/>
            <a:chExt cx="1160575" cy="5650448"/>
          </a:xfrm>
        </p:grpSpPr>
        <p:sp>
          <p:nvSpPr>
            <p:cNvPr id="54" name="TextBox 53">
              <a:extLst>
                <a:ext uri="{FF2B5EF4-FFF2-40B4-BE49-F238E27FC236}">
                  <a16:creationId xmlns:a16="http://schemas.microsoft.com/office/drawing/2014/main" id="{3138804D-0359-5AFF-A663-650D2C88FE3A}"/>
                </a:ext>
              </a:extLst>
            </p:cNvPr>
            <p:cNvSpPr txBox="1">
              <a:spLocks noGrp="1" noRot="1" noMove="1" noResize="1" noEditPoints="1" noAdjustHandles="1" noChangeArrowheads="1" noChangeShapeType="1"/>
            </p:cNvSpPr>
            <p:nvPr/>
          </p:nvSpPr>
          <p:spPr>
            <a:xfrm>
              <a:off x="12566154" y="3352056"/>
              <a:ext cx="947375" cy="153888"/>
            </a:xfrm>
            <a:prstGeom prst="rect">
              <a:avLst/>
            </a:prstGeom>
            <a:noFill/>
          </p:spPr>
          <p:txBody>
            <a:bodyPr wrap="none" lIns="0" tIns="0" rIns="0" bIns="0" rtlCol="0">
              <a:spAutoFit/>
            </a:bodyPr>
            <a:lstStyle/>
            <a:p>
              <a:pPr algn="l"/>
              <a:r>
                <a:rPr lang="en-US" sz="1000">
                  <a:solidFill>
                    <a:schemeClr val="tx2"/>
                  </a:solidFill>
                  <a:latin typeface="+mj-lt"/>
                </a:rPr>
                <a:t>Content area 1/2</a:t>
              </a:r>
            </a:p>
          </p:txBody>
        </p:sp>
        <p:sp>
          <p:nvSpPr>
            <p:cNvPr id="7" name="TextBox 6">
              <a:extLst>
                <a:ext uri="{FF2B5EF4-FFF2-40B4-BE49-F238E27FC236}">
                  <a16:creationId xmlns:a16="http://schemas.microsoft.com/office/drawing/2014/main" id="{42CE1195-8409-8CBA-D6B4-D44B81B5EDD7}"/>
                </a:ext>
              </a:extLst>
            </p:cNvPr>
            <p:cNvSpPr txBox="1">
              <a:spLocks noGrp="1" noRot="1" noMove="1" noResize="1" noEditPoints="1" noAdjustHandles="1" noChangeArrowheads="1" noChangeShapeType="1"/>
            </p:cNvSpPr>
            <p:nvPr/>
          </p:nvSpPr>
          <p:spPr>
            <a:xfrm>
              <a:off x="12566154" y="608856"/>
              <a:ext cx="947375" cy="153888"/>
            </a:xfrm>
            <a:prstGeom prst="rect">
              <a:avLst/>
            </a:prstGeom>
            <a:noFill/>
          </p:spPr>
          <p:txBody>
            <a:bodyPr wrap="none" lIns="0" tIns="0" rIns="0" bIns="0" rtlCol="0">
              <a:spAutoFit/>
            </a:bodyPr>
            <a:lstStyle/>
            <a:p>
              <a:pPr algn="l"/>
              <a:r>
                <a:rPr lang="en-US" sz="1000">
                  <a:solidFill>
                    <a:schemeClr val="tx2"/>
                  </a:solidFill>
                  <a:latin typeface="+mj-lt"/>
                </a:rPr>
                <a:t>Content area top</a:t>
              </a:r>
            </a:p>
          </p:txBody>
        </p:sp>
        <p:sp>
          <p:nvSpPr>
            <p:cNvPr id="13" name="TextBox 12">
              <a:extLst>
                <a:ext uri="{FF2B5EF4-FFF2-40B4-BE49-F238E27FC236}">
                  <a16:creationId xmlns:a16="http://schemas.microsoft.com/office/drawing/2014/main" id="{8496823A-E3E9-6325-A1D9-18F43C711268}"/>
                </a:ext>
              </a:extLst>
            </p:cNvPr>
            <p:cNvSpPr txBox="1">
              <a:spLocks noGrp="1" noRot="1" noMove="1" noResize="1" noEditPoints="1" noAdjustHandles="1" noChangeArrowheads="1" noChangeShapeType="1"/>
            </p:cNvSpPr>
            <p:nvPr/>
          </p:nvSpPr>
          <p:spPr>
            <a:xfrm>
              <a:off x="12566154" y="6105416"/>
              <a:ext cx="1160575" cy="153888"/>
            </a:xfrm>
            <a:prstGeom prst="rect">
              <a:avLst/>
            </a:prstGeom>
            <a:noFill/>
          </p:spPr>
          <p:txBody>
            <a:bodyPr wrap="none" lIns="0" tIns="0" rIns="0" bIns="0" rtlCol="0">
              <a:spAutoFit/>
            </a:bodyPr>
            <a:lstStyle/>
            <a:p>
              <a:pPr algn="l"/>
              <a:r>
                <a:rPr lang="en-US" sz="1000">
                  <a:solidFill>
                    <a:schemeClr val="tx2"/>
                  </a:solidFill>
                  <a:latin typeface="+mj-lt"/>
                </a:rPr>
                <a:t>Content area bottom</a:t>
              </a:r>
            </a:p>
          </p:txBody>
        </p:sp>
      </p:grpSp>
      <p:grpSp>
        <p:nvGrpSpPr>
          <p:cNvPr id="4" name="Group 3">
            <a:extLst>
              <a:ext uri="{FF2B5EF4-FFF2-40B4-BE49-F238E27FC236}">
                <a16:creationId xmlns:a16="http://schemas.microsoft.com/office/drawing/2014/main" id="{62BAF256-B510-511C-BD83-3349AC441C44}"/>
              </a:ext>
            </a:extLst>
          </p:cNvPr>
          <p:cNvGrpSpPr>
            <a:grpSpLocks noGrp="1" noUngrp="1" noRot="1" noMove="1" noResize="1"/>
          </p:cNvGrpSpPr>
          <p:nvPr/>
        </p:nvGrpSpPr>
        <p:grpSpPr>
          <a:xfrm>
            <a:off x="1883245" y="-552841"/>
            <a:ext cx="8415721" cy="476641"/>
            <a:chOff x="1883245" y="-552841"/>
            <a:chExt cx="8415721" cy="476641"/>
          </a:xfrm>
        </p:grpSpPr>
        <p:sp>
          <p:nvSpPr>
            <p:cNvPr id="22" name="TextBox 21">
              <a:extLst>
                <a:ext uri="{FF2B5EF4-FFF2-40B4-BE49-F238E27FC236}">
                  <a16:creationId xmlns:a16="http://schemas.microsoft.com/office/drawing/2014/main" id="{E24F9D6F-6816-C803-7A90-767EFFF4A987}"/>
                </a:ext>
              </a:extLst>
            </p:cNvPr>
            <p:cNvSpPr txBox="1">
              <a:spLocks noGrp="1" noRot="1" noMove="1" noResize="1" noEditPoints="1" noAdjustHandles="1" noChangeArrowheads="1" noChangeShapeType="1"/>
            </p:cNvSpPr>
            <p:nvPr/>
          </p:nvSpPr>
          <p:spPr>
            <a:xfrm>
              <a:off x="3260110"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1/4</a:t>
              </a:r>
            </a:p>
          </p:txBody>
        </p:sp>
        <p:sp>
          <p:nvSpPr>
            <p:cNvPr id="25" name="TextBox 24">
              <a:extLst>
                <a:ext uri="{FF2B5EF4-FFF2-40B4-BE49-F238E27FC236}">
                  <a16:creationId xmlns:a16="http://schemas.microsoft.com/office/drawing/2014/main" id="{38F33C24-2187-F446-4F44-ED0087A3371B}"/>
                </a:ext>
              </a:extLst>
            </p:cNvPr>
            <p:cNvSpPr txBox="1">
              <a:spLocks noGrp="1" noRot="1" noMove="1" noResize="1" noEditPoints="1" noAdjustHandles="1" noChangeArrowheads="1" noChangeShapeType="1"/>
            </p:cNvSpPr>
            <p:nvPr/>
          </p:nvSpPr>
          <p:spPr>
            <a:xfrm>
              <a:off x="6012368"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1/2</a:t>
              </a:r>
            </a:p>
          </p:txBody>
        </p:sp>
        <p:cxnSp>
          <p:nvCxnSpPr>
            <p:cNvPr id="40" name="Straight Connector 39">
              <a:extLst>
                <a:ext uri="{FF2B5EF4-FFF2-40B4-BE49-F238E27FC236}">
                  <a16:creationId xmlns:a16="http://schemas.microsoft.com/office/drawing/2014/main" id="{3CB5F7E6-140B-4664-0BC7-2D2A92167A47}"/>
                </a:ext>
              </a:extLst>
            </p:cNvPr>
            <p:cNvCxnSpPr>
              <a:cxnSpLocks noGrp="1" noRot="1" noMove="1" noResize="1" noEditPoints="1" noAdjustHandles="1" noChangeArrowheads="1" noChangeShapeType="1"/>
            </p:cNvCxnSpPr>
            <p:nvPr/>
          </p:nvCxnSpPr>
          <p:spPr>
            <a:xfrm>
              <a:off x="1971410" y="-336411"/>
              <a:ext cx="0" cy="260211"/>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F77BBF3B-0BE7-F0D3-0862-7D5AAA2790E4}"/>
                </a:ext>
              </a:extLst>
            </p:cNvPr>
            <p:cNvSpPr txBox="1">
              <a:spLocks noGrp="1" noRot="1" noMove="1" noResize="1" noEditPoints="1" noAdjustHandles="1" noChangeArrowheads="1" noChangeShapeType="1"/>
            </p:cNvSpPr>
            <p:nvPr/>
          </p:nvSpPr>
          <p:spPr>
            <a:xfrm>
              <a:off x="7368905" y="-552841"/>
              <a:ext cx="176330" cy="153888"/>
            </a:xfrm>
            <a:prstGeom prst="rect">
              <a:avLst/>
            </a:prstGeom>
            <a:noFill/>
          </p:spPr>
          <p:txBody>
            <a:bodyPr wrap="none" lIns="0" tIns="0" rIns="0" bIns="0" rtlCol="0">
              <a:spAutoFit/>
            </a:bodyPr>
            <a:lstStyle/>
            <a:p>
              <a:pPr algn="ctr"/>
              <a:r>
                <a:rPr lang="en-US" sz="1000">
                  <a:solidFill>
                    <a:schemeClr val="bg2"/>
                  </a:solidFill>
                  <a:latin typeface="+mj-lt"/>
                </a:rPr>
                <a:t>5/8</a:t>
              </a:r>
            </a:p>
          </p:txBody>
        </p:sp>
        <p:sp>
          <p:nvSpPr>
            <p:cNvPr id="42" name="TextBox 41">
              <a:extLst>
                <a:ext uri="{FF2B5EF4-FFF2-40B4-BE49-F238E27FC236}">
                  <a16:creationId xmlns:a16="http://schemas.microsoft.com/office/drawing/2014/main" id="{59D42F9D-97EB-49EC-C594-1528B3747F5B}"/>
                </a:ext>
              </a:extLst>
            </p:cNvPr>
            <p:cNvSpPr txBox="1">
              <a:spLocks noGrp="1" noRot="1" noMove="1" noResize="1" noEditPoints="1" noAdjustHandles="1" noChangeArrowheads="1" noChangeShapeType="1"/>
            </p:cNvSpPr>
            <p:nvPr/>
          </p:nvSpPr>
          <p:spPr>
            <a:xfrm>
              <a:off x="1883245" y="-552841"/>
              <a:ext cx="176331" cy="153888"/>
            </a:xfrm>
            <a:prstGeom prst="rect">
              <a:avLst/>
            </a:prstGeom>
            <a:noFill/>
          </p:spPr>
          <p:txBody>
            <a:bodyPr wrap="square" lIns="0" tIns="0" rIns="0" bIns="0" rtlCol="0">
              <a:spAutoFit/>
            </a:bodyPr>
            <a:lstStyle/>
            <a:p>
              <a:pPr algn="ctr"/>
              <a:r>
                <a:rPr lang="en-US" sz="1000">
                  <a:solidFill>
                    <a:schemeClr val="bg2"/>
                  </a:solidFill>
                  <a:latin typeface="+mj-lt"/>
                </a:rPr>
                <a:t>1/8</a:t>
              </a:r>
            </a:p>
          </p:txBody>
        </p:sp>
        <p:cxnSp>
          <p:nvCxnSpPr>
            <p:cNvPr id="43" name="Straight Connector 42">
              <a:extLst>
                <a:ext uri="{FF2B5EF4-FFF2-40B4-BE49-F238E27FC236}">
                  <a16:creationId xmlns:a16="http://schemas.microsoft.com/office/drawing/2014/main" id="{2B8E953D-D3CD-A5EF-0A99-FD5F9EB60C9A}"/>
                </a:ext>
              </a:extLst>
            </p:cNvPr>
            <p:cNvCxnSpPr>
              <a:cxnSpLocks noGrp="1" noRot="1" noMove="1" noResize="1" noEditPoints="1" noAdjustHandles="1" noChangeArrowheads="1" noChangeShapeType="1"/>
            </p:cNvCxnSpPr>
            <p:nvPr/>
          </p:nvCxnSpPr>
          <p:spPr>
            <a:xfrm>
              <a:off x="3348275"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FBAC7C2-B5CD-1C0F-C511-D4125EDEB714}"/>
                </a:ext>
              </a:extLst>
            </p:cNvPr>
            <p:cNvCxnSpPr>
              <a:cxnSpLocks noGrp="1" noRot="1" noMove="1" noResize="1" noEditPoints="1" noAdjustHandles="1" noChangeArrowheads="1" noChangeShapeType="1"/>
            </p:cNvCxnSpPr>
            <p:nvPr/>
          </p:nvCxnSpPr>
          <p:spPr>
            <a:xfrm>
              <a:off x="6095999"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ADA1FD1-8B77-1D47-AC5B-AE5D7B8F71FE}"/>
                </a:ext>
              </a:extLst>
            </p:cNvPr>
            <p:cNvSpPr txBox="1">
              <a:spLocks noGrp="1" noRot="1" noMove="1" noResize="1" noEditPoints="1" noAdjustHandles="1" noChangeArrowheads="1" noChangeShapeType="1"/>
            </p:cNvSpPr>
            <p:nvPr/>
          </p:nvSpPr>
          <p:spPr>
            <a:xfrm>
              <a:off x="8745399"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3/4</a:t>
              </a:r>
            </a:p>
          </p:txBody>
        </p:sp>
        <p:cxnSp>
          <p:nvCxnSpPr>
            <p:cNvPr id="45" name="Straight Connector 44">
              <a:extLst>
                <a:ext uri="{FF2B5EF4-FFF2-40B4-BE49-F238E27FC236}">
                  <a16:creationId xmlns:a16="http://schemas.microsoft.com/office/drawing/2014/main" id="{546A1EE2-6080-CB24-A1B5-AAEA1C3BAF31}"/>
                </a:ext>
              </a:extLst>
            </p:cNvPr>
            <p:cNvCxnSpPr>
              <a:cxnSpLocks noGrp="1" noRot="1" noMove="1" noResize="1" noEditPoints="1" noAdjustHandles="1" noChangeArrowheads="1" noChangeShapeType="1"/>
            </p:cNvCxnSpPr>
            <p:nvPr/>
          </p:nvCxnSpPr>
          <p:spPr>
            <a:xfrm>
              <a:off x="8833564"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4ACE2E-F653-6C20-8E3D-D4232DA272FA}"/>
                </a:ext>
              </a:extLst>
            </p:cNvPr>
            <p:cNvCxnSpPr>
              <a:cxnSpLocks noGrp="1" noRot="1" noMove="1" noResize="1" noEditPoints="1" noAdjustHandles="1" noChangeArrowheads="1" noChangeShapeType="1"/>
            </p:cNvCxnSpPr>
            <p:nvPr/>
          </p:nvCxnSpPr>
          <p:spPr>
            <a:xfrm>
              <a:off x="7457069" y="-336411"/>
              <a:ext cx="0" cy="236135"/>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A882D3D-8AF6-7D15-1C3E-37BBA38E63AA}"/>
                </a:ext>
              </a:extLst>
            </p:cNvPr>
            <p:cNvCxnSpPr>
              <a:cxnSpLocks noGrp="1" noRot="1" noMove="1" noResize="1" noEditPoints="1" noAdjustHandles="1" noChangeArrowheads="1" noChangeShapeType="1"/>
            </p:cNvCxnSpPr>
            <p:nvPr/>
          </p:nvCxnSpPr>
          <p:spPr>
            <a:xfrm>
              <a:off x="10210800" y="-336411"/>
              <a:ext cx="0" cy="236135"/>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36D75D8-467A-0130-B867-C01EA661F7C3}"/>
                </a:ext>
              </a:extLst>
            </p:cNvPr>
            <p:cNvSpPr txBox="1">
              <a:spLocks noGrp="1" noRot="1" noMove="1" noResize="1" noEditPoints="1" noAdjustHandles="1" noChangeArrowheads="1" noChangeShapeType="1"/>
            </p:cNvSpPr>
            <p:nvPr/>
          </p:nvSpPr>
          <p:spPr>
            <a:xfrm>
              <a:off x="10122636" y="-552841"/>
              <a:ext cx="176330" cy="153888"/>
            </a:xfrm>
            <a:prstGeom prst="rect">
              <a:avLst/>
            </a:prstGeom>
            <a:noFill/>
          </p:spPr>
          <p:txBody>
            <a:bodyPr wrap="none" lIns="0" tIns="0" rIns="0" bIns="0" rtlCol="0">
              <a:spAutoFit/>
            </a:bodyPr>
            <a:lstStyle/>
            <a:p>
              <a:pPr algn="ctr"/>
              <a:r>
                <a:rPr lang="en-US" sz="1000">
                  <a:solidFill>
                    <a:schemeClr val="bg2"/>
                  </a:solidFill>
                  <a:latin typeface="+mj-lt"/>
                </a:rPr>
                <a:t>7/8</a:t>
              </a:r>
            </a:p>
          </p:txBody>
        </p:sp>
        <p:cxnSp>
          <p:nvCxnSpPr>
            <p:cNvPr id="47" name="Straight Connector 46">
              <a:extLst>
                <a:ext uri="{FF2B5EF4-FFF2-40B4-BE49-F238E27FC236}">
                  <a16:creationId xmlns:a16="http://schemas.microsoft.com/office/drawing/2014/main" id="{1C3C1D99-D6EB-BF3E-01DC-FCD8FC4CCCAD}"/>
                </a:ext>
              </a:extLst>
            </p:cNvPr>
            <p:cNvCxnSpPr>
              <a:cxnSpLocks noGrp="1" noRot="1" noMove="1" noResize="1" noEditPoints="1" noAdjustHandles="1" noChangeArrowheads="1" noChangeShapeType="1"/>
            </p:cNvCxnSpPr>
            <p:nvPr/>
          </p:nvCxnSpPr>
          <p:spPr>
            <a:xfrm>
              <a:off x="4719320" y="-336411"/>
              <a:ext cx="0" cy="260211"/>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6ED98AD1-D9BA-4633-F1F0-7BFC78503CB3}"/>
                </a:ext>
              </a:extLst>
            </p:cNvPr>
            <p:cNvSpPr txBox="1">
              <a:spLocks noGrp="1" noRot="1" noMove="1" noResize="1" noEditPoints="1" noAdjustHandles="1" noChangeArrowheads="1" noChangeShapeType="1"/>
            </p:cNvSpPr>
            <p:nvPr/>
          </p:nvSpPr>
          <p:spPr>
            <a:xfrm>
              <a:off x="4631155" y="-552841"/>
              <a:ext cx="176331" cy="153888"/>
            </a:xfrm>
            <a:prstGeom prst="rect">
              <a:avLst/>
            </a:prstGeom>
            <a:noFill/>
          </p:spPr>
          <p:txBody>
            <a:bodyPr wrap="square" lIns="0" tIns="0" rIns="0" bIns="0" rtlCol="0">
              <a:spAutoFit/>
            </a:bodyPr>
            <a:lstStyle/>
            <a:p>
              <a:pPr algn="ctr"/>
              <a:r>
                <a:rPr lang="en-US" sz="1000">
                  <a:solidFill>
                    <a:schemeClr val="bg2"/>
                  </a:solidFill>
                  <a:latin typeface="+mj-lt"/>
                </a:rPr>
                <a:t>3/8</a:t>
              </a:r>
            </a:p>
          </p:txBody>
        </p:sp>
      </p:grpSp>
      <p:grpSp>
        <p:nvGrpSpPr>
          <p:cNvPr id="61" name="Group 60">
            <a:extLst>
              <a:ext uri="{FF2B5EF4-FFF2-40B4-BE49-F238E27FC236}">
                <a16:creationId xmlns:a16="http://schemas.microsoft.com/office/drawing/2014/main" id="{8A38A77A-D882-9A24-132D-AA9A5136EEA1}"/>
              </a:ext>
            </a:extLst>
          </p:cNvPr>
          <p:cNvGrpSpPr>
            <a:grpSpLocks noGrp="1" noUngrp="1" noRot="1" noMove="1" noResize="1"/>
          </p:cNvGrpSpPr>
          <p:nvPr/>
        </p:nvGrpSpPr>
        <p:grpSpPr>
          <a:xfrm>
            <a:off x="-1016001" y="-10160"/>
            <a:ext cx="598577" cy="6868160"/>
            <a:chOff x="-193040" y="-10160"/>
            <a:chExt cx="589280" cy="6761480"/>
          </a:xfrm>
        </p:grpSpPr>
        <p:sp>
          <p:nvSpPr>
            <p:cNvPr id="50" name="Oval 49">
              <a:extLst>
                <a:ext uri="{FF2B5EF4-FFF2-40B4-BE49-F238E27FC236}">
                  <a16:creationId xmlns:a16="http://schemas.microsoft.com/office/drawing/2014/main" id="{237354FA-DBE8-B526-ED76-34212FBB2FA5}"/>
                </a:ext>
              </a:extLst>
            </p:cNvPr>
            <p:cNvSpPr>
              <a:spLocks noGrp="1" noRot="1" noMove="1" noResize="1" noEditPoints="1" noAdjustHandles="1" noChangeArrowheads="1" noChangeShapeType="1"/>
            </p:cNvSpPr>
            <p:nvPr/>
          </p:nvSpPr>
          <p:spPr>
            <a:xfrm>
              <a:off x="-193040" y="-10160"/>
              <a:ext cx="589280" cy="589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EF98154E-082F-AD47-6C50-0D72AF8F30E2}"/>
                </a:ext>
              </a:extLst>
            </p:cNvPr>
            <p:cNvSpPr>
              <a:spLocks noGrp="1" noRot="1" noMove="1" noResize="1" noEditPoints="1" noAdjustHandles="1" noChangeArrowheads="1" noChangeShapeType="1"/>
            </p:cNvSpPr>
            <p:nvPr/>
          </p:nvSpPr>
          <p:spPr>
            <a:xfrm>
              <a:off x="-193040" y="675640"/>
              <a:ext cx="589280" cy="5892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3A8049A-A81F-B8FA-6945-B41EA198B030}"/>
                </a:ext>
              </a:extLst>
            </p:cNvPr>
            <p:cNvSpPr>
              <a:spLocks noGrp="1" noRot="1" noMove="1" noResize="1" noEditPoints="1" noAdjustHandles="1" noChangeArrowheads="1" noChangeShapeType="1"/>
            </p:cNvSpPr>
            <p:nvPr/>
          </p:nvSpPr>
          <p:spPr>
            <a:xfrm>
              <a:off x="-193040" y="1361440"/>
              <a:ext cx="589280" cy="58928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872BA356-9DF2-85E5-09F0-CC2EA9C88905}"/>
                </a:ext>
              </a:extLst>
            </p:cNvPr>
            <p:cNvSpPr>
              <a:spLocks noGrp="1" noRot="1" noMove="1" noResize="1" noEditPoints="1" noAdjustHandles="1" noChangeArrowheads="1" noChangeShapeType="1"/>
            </p:cNvSpPr>
            <p:nvPr/>
          </p:nvSpPr>
          <p:spPr>
            <a:xfrm>
              <a:off x="-193040" y="2047240"/>
              <a:ext cx="589280" cy="5892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F1BF2BB0-F839-3396-2E10-0936835D5724}"/>
                </a:ext>
              </a:extLst>
            </p:cNvPr>
            <p:cNvSpPr>
              <a:spLocks noGrp="1" noRot="1" noMove="1" noResize="1" noEditPoints="1" noAdjustHandles="1" noChangeArrowheads="1" noChangeShapeType="1"/>
            </p:cNvSpPr>
            <p:nvPr/>
          </p:nvSpPr>
          <p:spPr>
            <a:xfrm>
              <a:off x="-193040" y="2733040"/>
              <a:ext cx="589280" cy="589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3D4A46CD-08A0-67C4-5C99-377059A2E767}"/>
                </a:ext>
              </a:extLst>
            </p:cNvPr>
            <p:cNvSpPr>
              <a:spLocks noGrp="1" noRot="1" noMove="1" noResize="1" noEditPoints="1" noAdjustHandles="1" noChangeArrowheads="1" noChangeShapeType="1"/>
            </p:cNvSpPr>
            <p:nvPr/>
          </p:nvSpPr>
          <p:spPr>
            <a:xfrm>
              <a:off x="-193040" y="3418840"/>
              <a:ext cx="589280" cy="589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999753C4-9CB7-0304-4B67-34F1EB4365B5}"/>
                </a:ext>
              </a:extLst>
            </p:cNvPr>
            <p:cNvSpPr>
              <a:spLocks noGrp="1" noRot="1" noMove="1" noResize="1" noEditPoints="1" noAdjustHandles="1" noChangeArrowheads="1" noChangeShapeType="1"/>
            </p:cNvSpPr>
            <p:nvPr/>
          </p:nvSpPr>
          <p:spPr>
            <a:xfrm>
              <a:off x="-193040" y="4104640"/>
              <a:ext cx="589280" cy="5892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A1DA705B-7BFB-AA58-7AF1-450AC75D3F46}"/>
                </a:ext>
              </a:extLst>
            </p:cNvPr>
            <p:cNvSpPr>
              <a:spLocks noGrp="1" noRot="1" noMove="1" noResize="1" noEditPoints="1" noAdjustHandles="1" noChangeArrowheads="1" noChangeShapeType="1"/>
            </p:cNvSpPr>
            <p:nvPr/>
          </p:nvSpPr>
          <p:spPr>
            <a:xfrm>
              <a:off x="-193040" y="4790440"/>
              <a:ext cx="589280" cy="58928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1D566E3-D108-5F9D-8CC3-2F94B8F1E71E}"/>
                </a:ext>
              </a:extLst>
            </p:cNvPr>
            <p:cNvSpPr>
              <a:spLocks noGrp="1" noRot="1" noMove="1" noResize="1" noEditPoints="1" noAdjustHandles="1" noChangeArrowheads="1" noChangeShapeType="1"/>
            </p:cNvSpPr>
            <p:nvPr/>
          </p:nvSpPr>
          <p:spPr>
            <a:xfrm>
              <a:off x="-193040" y="5476240"/>
              <a:ext cx="589280" cy="58928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C94F120-BD1F-3BEB-33C9-621A58FE03ED}"/>
                </a:ext>
              </a:extLst>
            </p:cNvPr>
            <p:cNvSpPr>
              <a:spLocks noGrp="1" noRot="1" noMove="1" noResize="1" noEditPoints="1" noAdjustHandles="1" noChangeArrowheads="1" noChangeShapeType="1"/>
            </p:cNvSpPr>
            <p:nvPr/>
          </p:nvSpPr>
          <p:spPr>
            <a:xfrm>
              <a:off x="-193040" y="6162040"/>
              <a:ext cx="589280" cy="5892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62577141"/>
      </p:ext>
    </p:extLst>
  </p:cSld>
  <p:clrMap bg1="dk1" tx1="lt1" bg2="dk2" tx2="lt2" accent1="accent1" accent2="accent2" accent3="accent3" accent4="accent4" accent5="accent5" accent6="accent6" hlink="hlink" folHlink="folHlink"/>
  <p:sldLayoutIdLst>
    <p:sldLayoutId id="2147483675" r:id="rId1"/>
    <p:sldLayoutId id="2147483684" r:id="rId2"/>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3200" b="1" i="0" kern="120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84">
          <p15:clr>
            <a:srgbClr val="5ACBF0"/>
          </p15:clr>
        </p15:guide>
        <p15:guide id="8" pos="7296">
          <p15:clr>
            <a:srgbClr val="5ACBF0"/>
          </p15:clr>
        </p15:guide>
        <p15:guide id="17" pos="3840">
          <p15:clr>
            <a:srgbClr val="5ACBF0"/>
          </p15:clr>
        </p15:guide>
        <p15:guide id="19" orient="horz" pos="432">
          <p15:clr>
            <a:srgbClr val="5ACBF0"/>
          </p15:clr>
        </p15:guide>
        <p15:guide id="20" orient="horz" pos="3888">
          <p15:clr>
            <a:srgbClr val="5ACBF0"/>
          </p15:clr>
        </p15:guide>
        <p15:guide id="32" orient="horz" pos="2160">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6D3C964B-DF5B-A2E2-A3C6-8C20D395B8B1}"/>
              </a:ext>
            </a:extLst>
          </p:cNvPr>
          <p:cNvGrpSpPr>
            <a:grpSpLocks noGrp="1" noUngrp="1" noRot="1" noMove="1" noResize="1"/>
          </p:cNvGrpSpPr>
          <p:nvPr/>
        </p:nvGrpSpPr>
        <p:grpSpPr>
          <a:xfrm>
            <a:off x="12566154" y="608856"/>
            <a:ext cx="1160575" cy="5650448"/>
            <a:chOff x="12566154" y="608856"/>
            <a:chExt cx="1160575" cy="5650448"/>
          </a:xfrm>
        </p:grpSpPr>
        <p:sp>
          <p:nvSpPr>
            <p:cNvPr id="54" name="TextBox 53">
              <a:extLst>
                <a:ext uri="{FF2B5EF4-FFF2-40B4-BE49-F238E27FC236}">
                  <a16:creationId xmlns:a16="http://schemas.microsoft.com/office/drawing/2014/main" id="{3138804D-0359-5AFF-A663-650D2C88FE3A}"/>
                </a:ext>
              </a:extLst>
            </p:cNvPr>
            <p:cNvSpPr txBox="1">
              <a:spLocks noGrp="1" noRot="1" noMove="1" noResize="1" noEditPoints="1" noAdjustHandles="1" noChangeArrowheads="1" noChangeShapeType="1"/>
            </p:cNvSpPr>
            <p:nvPr/>
          </p:nvSpPr>
          <p:spPr>
            <a:xfrm>
              <a:off x="12566154" y="3352056"/>
              <a:ext cx="947375" cy="153888"/>
            </a:xfrm>
            <a:prstGeom prst="rect">
              <a:avLst/>
            </a:prstGeom>
            <a:noFill/>
          </p:spPr>
          <p:txBody>
            <a:bodyPr wrap="none" lIns="0" tIns="0" rIns="0" bIns="0" rtlCol="0">
              <a:spAutoFit/>
            </a:bodyPr>
            <a:lstStyle/>
            <a:p>
              <a:pPr algn="l"/>
              <a:r>
                <a:rPr lang="en-US" sz="1000">
                  <a:solidFill>
                    <a:schemeClr val="tx2"/>
                  </a:solidFill>
                  <a:latin typeface="+mj-lt"/>
                </a:rPr>
                <a:t>Content area 1/2</a:t>
              </a:r>
            </a:p>
          </p:txBody>
        </p:sp>
        <p:sp>
          <p:nvSpPr>
            <p:cNvPr id="7" name="TextBox 6">
              <a:extLst>
                <a:ext uri="{FF2B5EF4-FFF2-40B4-BE49-F238E27FC236}">
                  <a16:creationId xmlns:a16="http://schemas.microsoft.com/office/drawing/2014/main" id="{42CE1195-8409-8CBA-D6B4-D44B81B5EDD7}"/>
                </a:ext>
              </a:extLst>
            </p:cNvPr>
            <p:cNvSpPr txBox="1">
              <a:spLocks noGrp="1" noRot="1" noMove="1" noResize="1" noEditPoints="1" noAdjustHandles="1" noChangeArrowheads="1" noChangeShapeType="1"/>
            </p:cNvSpPr>
            <p:nvPr/>
          </p:nvSpPr>
          <p:spPr>
            <a:xfrm>
              <a:off x="12566154" y="608856"/>
              <a:ext cx="947375" cy="153888"/>
            </a:xfrm>
            <a:prstGeom prst="rect">
              <a:avLst/>
            </a:prstGeom>
            <a:noFill/>
          </p:spPr>
          <p:txBody>
            <a:bodyPr wrap="none" lIns="0" tIns="0" rIns="0" bIns="0" rtlCol="0">
              <a:spAutoFit/>
            </a:bodyPr>
            <a:lstStyle/>
            <a:p>
              <a:pPr algn="l"/>
              <a:r>
                <a:rPr lang="en-US" sz="1000">
                  <a:solidFill>
                    <a:schemeClr val="tx2"/>
                  </a:solidFill>
                  <a:latin typeface="+mj-lt"/>
                </a:rPr>
                <a:t>Content area top</a:t>
              </a:r>
            </a:p>
          </p:txBody>
        </p:sp>
        <p:sp>
          <p:nvSpPr>
            <p:cNvPr id="13" name="TextBox 12">
              <a:extLst>
                <a:ext uri="{FF2B5EF4-FFF2-40B4-BE49-F238E27FC236}">
                  <a16:creationId xmlns:a16="http://schemas.microsoft.com/office/drawing/2014/main" id="{8496823A-E3E9-6325-A1D9-18F43C711268}"/>
                </a:ext>
              </a:extLst>
            </p:cNvPr>
            <p:cNvSpPr txBox="1">
              <a:spLocks noGrp="1" noRot="1" noMove="1" noResize="1" noEditPoints="1" noAdjustHandles="1" noChangeArrowheads="1" noChangeShapeType="1"/>
            </p:cNvSpPr>
            <p:nvPr/>
          </p:nvSpPr>
          <p:spPr>
            <a:xfrm>
              <a:off x="12566154" y="6105416"/>
              <a:ext cx="1160575" cy="153888"/>
            </a:xfrm>
            <a:prstGeom prst="rect">
              <a:avLst/>
            </a:prstGeom>
            <a:noFill/>
          </p:spPr>
          <p:txBody>
            <a:bodyPr wrap="none" lIns="0" tIns="0" rIns="0" bIns="0" rtlCol="0">
              <a:spAutoFit/>
            </a:bodyPr>
            <a:lstStyle/>
            <a:p>
              <a:pPr algn="l"/>
              <a:r>
                <a:rPr lang="en-US" sz="1000">
                  <a:solidFill>
                    <a:schemeClr val="tx2"/>
                  </a:solidFill>
                  <a:latin typeface="+mj-lt"/>
                </a:rPr>
                <a:t>Content area bottom</a:t>
              </a:r>
            </a:p>
          </p:txBody>
        </p:sp>
      </p:grpSp>
      <p:grpSp>
        <p:nvGrpSpPr>
          <p:cNvPr id="4" name="Group 3">
            <a:extLst>
              <a:ext uri="{FF2B5EF4-FFF2-40B4-BE49-F238E27FC236}">
                <a16:creationId xmlns:a16="http://schemas.microsoft.com/office/drawing/2014/main" id="{62BAF256-B510-511C-BD83-3349AC441C44}"/>
              </a:ext>
            </a:extLst>
          </p:cNvPr>
          <p:cNvGrpSpPr>
            <a:grpSpLocks noGrp="1" noUngrp="1" noRot="1" noMove="1" noResize="1"/>
          </p:cNvGrpSpPr>
          <p:nvPr/>
        </p:nvGrpSpPr>
        <p:grpSpPr>
          <a:xfrm>
            <a:off x="1883245" y="-552841"/>
            <a:ext cx="8415721" cy="476641"/>
            <a:chOff x="1883245" y="-552841"/>
            <a:chExt cx="8415721" cy="476641"/>
          </a:xfrm>
        </p:grpSpPr>
        <p:sp>
          <p:nvSpPr>
            <p:cNvPr id="22" name="TextBox 21">
              <a:extLst>
                <a:ext uri="{FF2B5EF4-FFF2-40B4-BE49-F238E27FC236}">
                  <a16:creationId xmlns:a16="http://schemas.microsoft.com/office/drawing/2014/main" id="{E24F9D6F-6816-C803-7A90-767EFFF4A987}"/>
                </a:ext>
              </a:extLst>
            </p:cNvPr>
            <p:cNvSpPr txBox="1">
              <a:spLocks noGrp="1" noRot="1" noMove="1" noResize="1" noEditPoints="1" noAdjustHandles="1" noChangeArrowheads="1" noChangeShapeType="1"/>
            </p:cNvSpPr>
            <p:nvPr/>
          </p:nvSpPr>
          <p:spPr>
            <a:xfrm>
              <a:off x="3260110"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1/4</a:t>
              </a:r>
            </a:p>
          </p:txBody>
        </p:sp>
        <p:sp>
          <p:nvSpPr>
            <p:cNvPr id="25" name="TextBox 24">
              <a:extLst>
                <a:ext uri="{FF2B5EF4-FFF2-40B4-BE49-F238E27FC236}">
                  <a16:creationId xmlns:a16="http://schemas.microsoft.com/office/drawing/2014/main" id="{38F33C24-2187-F446-4F44-ED0087A3371B}"/>
                </a:ext>
              </a:extLst>
            </p:cNvPr>
            <p:cNvSpPr txBox="1">
              <a:spLocks noGrp="1" noRot="1" noMove="1" noResize="1" noEditPoints="1" noAdjustHandles="1" noChangeArrowheads="1" noChangeShapeType="1"/>
            </p:cNvSpPr>
            <p:nvPr/>
          </p:nvSpPr>
          <p:spPr>
            <a:xfrm>
              <a:off x="6012368"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1/2</a:t>
              </a:r>
            </a:p>
          </p:txBody>
        </p:sp>
        <p:cxnSp>
          <p:nvCxnSpPr>
            <p:cNvPr id="40" name="Straight Connector 39">
              <a:extLst>
                <a:ext uri="{FF2B5EF4-FFF2-40B4-BE49-F238E27FC236}">
                  <a16:creationId xmlns:a16="http://schemas.microsoft.com/office/drawing/2014/main" id="{3CB5F7E6-140B-4664-0BC7-2D2A92167A47}"/>
                </a:ext>
              </a:extLst>
            </p:cNvPr>
            <p:cNvCxnSpPr>
              <a:cxnSpLocks noGrp="1" noRot="1" noMove="1" noResize="1" noEditPoints="1" noAdjustHandles="1" noChangeArrowheads="1" noChangeShapeType="1"/>
            </p:cNvCxnSpPr>
            <p:nvPr/>
          </p:nvCxnSpPr>
          <p:spPr>
            <a:xfrm>
              <a:off x="1971410" y="-336411"/>
              <a:ext cx="0" cy="260211"/>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F77BBF3B-0BE7-F0D3-0862-7D5AAA2790E4}"/>
                </a:ext>
              </a:extLst>
            </p:cNvPr>
            <p:cNvSpPr txBox="1">
              <a:spLocks noGrp="1" noRot="1" noMove="1" noResize="1" noEditPoints="1" noAdjustHandles="1" noChangeArrowheads="1" noChangeShapeType="1"/>
            </p:cNvSpPr>
            <p:nvPr/>
          </p:nvSpPr>
          <p:spPr>
            <a:xfrm>
              <a:off x="7368905" y="-552841"/>
              <a:ext cx="176330" cy="153888"/>
            </a:xfrm>
            <a:prstGeom prst="rect">
              <a:avLst/>
            </a:prstGeom>
            <a:noFill/>
          </p:spPr>
          <p:txBody>
            <a:bodyPr wrap="none" lIns="0" tIns="0" rIns="0" bIns="0" rtlCol="0">
              <a:spAutoFit/>
            </a:bodyPr>
            <a:lstStyle/>
            <a:p>
              <a:pPr algn="ctr"/>
              <a:r>
                <a:rPr lang="en-US" sz="1000">
                  <a:solidFill>
                    <a:schemeClr val="bg2"/>
                  </a:solidFill>
                  <a:latin typeface="+mj-lt"/>
                </a:rPr>
                <a:t>5/8</a:t>
              </a:r>
            </a:p>
          </p:txBody>
        </p:sp>
        <p:sp>
          <p:nvSpPr>
            <p:cNvPr id="42" name="TextBox 41">
              <a:extLst>
                <a:ext uri="{FF2B5EF4-FFF2-40B4-BE49-F238E27FC236}">
                  <a16:creationId xmlns:a16="http://schemas.microsoft.com/office/drawing/2014/main" id="{59D42F9D-97EB-49EC-C594-1528B3747F5B}"/>
                </a:ext>
              </a:extLst>
            </p:cNvPr>
            <p:cNvSpPr txBox="1">
              <a:spLocks noGrp="1" noRot="1" noMove="1" noResize="1" noEditPoints="1" noAdjustHandles="1" noChangeArrowheads="1" noChangeShapeType="1"/>
            </p:cNvSpPr>
            <p:nvPr/>
          </p:nvSpPr>
          <p:spPr>
            <a:xfrm>
              <a:off x="1883245" y="-552841"/>
              <a:ext cx="176331" cy="153888"/>
            </a:xfrm>
            <a:prstGeom prst="rect">
              <a:avLst/>
            </a:prstGeom>
            <a:noFill/>
          </p:spPr>
          <p:txBody>
            <a:bodyPr wrap="square" lIns="0" tIns="0" rIns="0" bIns="0" rtlCol="0">
              <a:spAutoFit/>
            </a:bodyPr>
            <a:lstStyle/>
            <a:p>
              <a:pPr algn="ctr"/>
              <a:r>
                <a:rPr lang="en-US" sz="1000">
                  <a:solidFill>
                    <a:schemeClr val="bg2"/>
                  </a:solidFill>
                  <a:latin typeface="+mj-lt"/>
                </a:rPr>
                <a:t>1/8</a:t>
              </a:r>
            </a:p>
          </p:txBody>
        </p:sp>
        <p:cxnSp>
          <p:nvCxnSpPr>
            <p:cNvPr id="43" name="Straight Connector 42">
              <a:extLst>
                <a:ext uri="{FF2B5EF4-FFF2-40B4-BE49-F238E27FC236}">
                  <a16:creationId xmlns:a16="http://schemas.microsoft.com/office/drawing/2014/main" id="{2B8E953D-D3CD-A5EF-0A99-FD5F9EB60C9A}"/>
                </a:ext>
              </a:extLst>
            </p:cNvPr>
            <p:cNvCxnSpPr>
              <a:cxnSpLocks noGrp="1" noRot="1" noMove="1" noResize="1" noEditPoints="1" noAdjustHandles="1" noChangeArrowheads="1" noChangeShapeType="1"/>
            </p:cNvCxnSpPr>
            <p:nvPr/>
          </p:nvCxnSpPr>
          <p:spPr>
            <a:xfrm>
              <a:off x="3348275"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FBAC7C2-B5CD-1C0F-C511-D4125EDEB714}"/>
                </a:ext>
              </a:extLst>
            </p:cNvPr>
            <p:cNvCxnSpPr>
              <a:cxnSpLocks noGrp="1" noRot="1" noMove="1" noResize="1" noEditPoints="1" noAdjustHandles="1" noChangeArrowheads="1" noChangeShapeType="1"/>
            </p:cNvCxnSpPr>
            <p:nvPr/>
          </p:nvCxnSpPr>
          <p:spPr>
            <a:xfrm>
              <a:off x="6095999"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ADA1FD1-8B77-1D47-AC5B-AE5D7B8F71FE}"/>
                </a:ext>
              </a:extLst>
            </p:cNvPr>
            <p:cNvSpPr txBox="1">
              <a:spLocks noGrp="1" noRot="1" noMove="1" noResize="1" noEditPoints="1" noAdjustHandles="1" noChangeArrowheads="1" noChangeShapeType="1"/>
            </p:cNvSpPr>
            <p:nvPr/>
          </p:nvSpPr>
          <p:spPr>
            <a:xfrm>
              <a:off x="8745399"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3/4</a:t>
              </a:r>
            </a:p>
          </p:txBody>
        </p:sp>
        <p:cxnSp>
          <p:nvCxnSpPr>
            <p:cNvPr id="45" name="Straight Connector 44">
              <a:extLst>
                <a:ext uri="{FF2B5EF4-FFF2-40B4-BE49-F238E27FC236}">
                  <a16:creationId xmlns:a16="http://schemas.microsoft.com/office/drawing/2014/main" id="{546A1EE2-6080-CB24-A1B5-AAEA1C3BAF31}"/>
                </a:ext>
              </a:extLst>
            </p:cNvPr>
            <p:cNvCxnSpPr>
              <a:cxnSpLocks noGrp="1" noRot="1" noMove="1" noResize="1" noEditPoints="1" noAdjustHandles="1" noChangeArrowheads="1" noChangeShapeType="1"/>
            </p:cNvCxnSpPr>
            <p:nvPr/>
          </p:nvCxnSpPr>
          <p:spPr>
            <a:xfrm>
              <a:off x="8833564"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4ACE2E-F653-6C20-8E3D-D4232DA272FA}"/>
                </a:ext>
              </a:extLst>
            </p:cNvPr>
            <p:cNvCxnSpPr>
              <a:cxnSpLocks noGrp="1" noRot="1" noMove="1" noResize="1" noEditPoints="1" noAdjustHandles="1" noChangeArrowheads="1" noChangeShapeType="1"/>
            </p:cNvCxnSpPr>
            <p:nvPr/>
          </p:nvCxnSpPr>
          <p:spPr>
            <a:xfrm>
              <a:off x="7457069" y="-336411"/>
              <a:ext cx="0" cy="236135"/>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A882D3D-8AF6-7D15-1C3E-37BBA38E63AA}"/>
                </a:ext>
              </a:extLst>
            </p:cNvPr>
            <p:cNvCxnSpPr>
              <a:cxnSpLocks noGrp="1" noRot="1" noMove="1" noResize="1" noEditPoints="1" noAdjustHandles="1" noChangeArrowheads="1" noChangeShapeType="1"/>
            </p:cNvCxnSpPr>
            <p:nvPr/>
          </p:nvCxnSpPr>
          <p:spPr>
            <a:xfrm>
              <a:off x="10210800" y="-336411"/>
              <a:ext cx="0" cy="236135"/>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36D75D8-467A-0130-B867-C01EA661F7C3}"/>
                </a:ext>
              </a:extLst>
            </p:cNvPr>
            <p:cNvSpPr txBox="1">
              <a:spLocks noGrp="1" noRot="1" noMove="1" noResize="1" noEditPoints="1" noAdjustHandles="1" noChangeArrowheads="1" noChangeShapeType="1"/>
            </p:cNvSpPr>
            <p:nvPr/>
          </p:nvSpPr>
          <p:spPr>
            <a:xfrm>
              <a:off x="10122636" y="-552841"/>
              <a:ext cx="176330" cy="153888"/>
            </a:xfrm>
            <a:prstGeom prst="rect">
              <a:avLst/>
            </a:prstGeom>
            <a:noFill/>
          </p:spPr>
          <p:txBody>
            <a:bodyPr wrap="none" lIns="0" tIns="0" rIns="0" bIns="0" rtlCol="0">
              <a:spAutoFit/>
            </a:bodyPr>
            <a:lstStyle/>
            <a:p>
              <a:pPr algn="ctr"/>
              <a:r>
                <a:rPr lang="en-US" sz="1000">
                  <a:solidFill>
                    <a:schemeClr val="bg2"/>
                  </a:solidFill>
                  <a:latin typeface="+mj-lt"/>
                </a:rPr>
                <a:t>7/8</a:t>
              </a:r>
            </a:p>
          </p:txBody>
        </p:sp>
        <p:cxnSp>
          <p:nvCxnSpPr>
            <p:cNvPr id="47" name="Straight Connector 46">
              <a:extLst>
                <a:ext uri="{FF2B5EF4-FFF2-40B4-BE49-F238E27FC236}">
                  <a16:creationId xmlns:a16="http://schemas.microsoft.com/office/drawing/2014/main" id="{1C3C1D99-D6EB-BF3E-01DC-FCD8FC4CCCAD}"/>
                </a:ext>
              </a:extLst>
            </p:cNvPr>
            <p:cNvCxnSpPr>
              <a:cxnSpLocks noGrp="1" noRot="1" noMove="1" noResize="1" noEditPoints="1" noAdjustHandles="1" noChangeArrowheads="1" noChangeShapeType="1"/>
            </p:cNvCxnSpPr>
            <p:nvPr/>
          </p:nvCxnSpPr>
          <p:spPr>
            <a:xfrm>
              <a:off x="4719320" y="-336411"/>
              <a:ext cx="0" cy="260211"/>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6ED98AD1-D9BA-4633-F1F0-7BFC78503CB3}"/>
                </a:ext>
              </a:extLst>
            </p:cNvPr>
            <p:cNvSpPr txBox="1">
              <a:spLocks noGrp="1" noRot="1" noMove="1" noResize="1" noEditPoints="1" noAdjustHandles="1" noChangeArrowheads="1" noChangeShapeType="1"/>
            </p:cNvSpPr>
            <p:nvPr/>
          </p:nvSpPr>
          <p:spPr>
            <a:xfrm>
              <a:off x="4631155" y="-552841"/>
              <a:ext cx="176331" cy="153888"/>
            </a:xfrm>
            <a:prstGeom prst="rect">
              <a:avLst/>
            </a:prstGeom>
            <a:noFill/>
          </p:spPr>
          <p:txBody>
            <a:bodyPr wrap="square" lIns="0" tIns="0" rIns="0" bIns="0" rtlCol="0">
              <a:spAutoFit/>
            </a:bodyPr>
            <a:lstStyle/>
            <a:p>
              <a:pPr algn="ctr"/>
              <a:r>
                <a:rPr lang="en-US" sz="1000">
                  <a:solidFill>
                    <a:schemeClr val="bg2"/>
                  </a:solidFill>
                  <a:latin typeface="+mj-lt"/>
                </a:rPr>
                <a:t>3/8</a:t>
              </a:r>
            </a:p>
          </p:txBody>
        </p:sp>
      </p:grpSp>
      <p:grpSp>
        <p:nvGrpSpPr>
          <p:cNvPr id="61" name="Group 60">
            <a:extLst>
              <a:ext uri="{FF2B5EF4-FFF2-40B4-BE49-F238E27FC236}">
                <a16:creationId xmlns:a16="http://schemas.microsoft.com/office/drawing/2014/main" id="{8A38A77A-D882-9A24-132D-AA9A5136EEA1}"/>
              </a:ext>
            </a:extLst>
          </p:cNvPr>
          <p:cNvGrpSpPr>
            <a:grpSpLocks noGrp="1" noUngrp="1" noRot="1" noMove="1" noResize="1"/>
          </p:cNvGrpSpPr>
          <p:nvPr/>
        </p:nvGrpSpPr>
        <p:grpSpPr>
          <a:xfrm>
            <a:off x="-1016001" y="-10160"/>
            <a:ext cx="598577" cy="6868160"/>
            <a:chOff x="-193040" y="-10160"/>
            <a:chExt cx="589280" cy="6761480"/>
          </a:xfrm>
        </p:grpSpPr>
        <p:sp>
          <p:nvSpPr>
            <p:cNvPr id="50" name="Oval 49">
              <a:extLst>
                <a:ext uri="{FF2B5EF4-FFF2-40B4-BE49-F238E27FC236}">
                  <a16:creationId xmlns:a16="http://schemas.microsoft.com/office/drawing/2014/main" id="{237354FA-DBE8-B526-ED76-34212FBB2FA5}"/>
                </a:ext>
              </a:extLst>
            </p:cNvPr>
            <p:cNvSpPr>
              <a:spLocks noGrp="1" noRot="1" noMove="1" noResize="1" noEditPoints="1" noAdjustHandles="1" noChangeArrowheads="1" noChangeShapeType="1"/>
            </p:cNvSpPr>
            <p:nvPr/>
          </p:nvSpPr>
          <p:spPr>
            <a:xfrm>
              <a:off x="-193040" y="-10160"/>
              <a:ext cx="589280" cy="589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EF98154E-082F-AD47-6C50-0D72AF8F30E2}"/>
                </a:ext>
              </a:extLst>
            </p:cNvPr>
            <p:cNvSpPr>
              <a:spLocks noGrp="1" noRot="1" noMove="1" noResize="1" noEditPoints="1" noAdjustHandles="1" noChangeArrowheads="1" noChangeShapeType="1"/>
            </p:cNvSpPr>
            <p:nvPr/>
          </p:nvSpPr>
          <p:spPr>
            <a:xfrm>
              <a:off x="-193040" y="675640"/>
              <a:ext cx="589280" cy="5892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3A8049A-A81F-B8FA-6945-B41EA198B030}"/>
                </a:ext>
              </a:extLst>
            </p:cNvPr>
            <p:cNvSpPr>
              <a:spLocks noGrp="1" noRot="1" noMove="1" noResize="1" noEditPoints="1" noAdjustHandles="1" noChangeArrowheads="1" noChangeShapeType="1"/>
            </p:cNvSpPr>
            <p:nvPr/>
          </p:nvSpPr>
          <p:spPr>
            <a:xfrm>
              <a:off x="-193040" y="1361440"/>
              <a:ext cx="589280" cy="58928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872BA356-9DF2-85E5-09F0-CC2EA9C88905}"/>
                </a:ext>
              </a:extLst>
            </p:cNvPr>
            <p:cNvSpPr>
              <a:spLocks noGrp="1" noRot="1" noMove="1" noResize="1" noEditPoints="1" noAdjustHandles="1" noChangeArrowheads="1" noChangeShapeType="1"/>
            </p:cNvSpPr>
            <p:nvPr/>
          </p:nvSpPr>
          <p:spPr>
            <a:xfrm>
              <a:off x="-193040" y="2047240"/>
              <a:ext cx="589280" cy="5892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F1BF2BB0-F839-3396-2E10-0936835D5724}"/>
                </a:ext>
              </a:extLst>
            </p:cNvPr>
            <p:cNvSpPr>
              <a:spLocks noGrp="1" noRot="1" noMove="1" noResize="1" noEditPoints="1" noAdjustHandles="1" noChangeArrowheads="1" noChangeShapeType="1"/>
            </p:cNvSpPr>
            <p:nvPr/>
          </p:nvSpPr>
          <p:spPr>
            <a:xfrm>
              <a:off x="-193040" y="2733040"/>
              <a:ext cx="589280" cy="589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3D4A46CD-08A0-67C4-5C99-377059A2E767}"/>
                </a:ext>
              </a:extLst>
            </p:cNvPr>
            <p:cNvSpPr>
              <a:spLocks noGrp="1" noRot="1" noMove="1" noResize="1" noEditPoints="1" noAdjustHandles="1" noChangeArrowheads="1" noChangeShapeType="1"/>
            </p:cNvSpPr>
            <p:nvPr/>
          </p:nvSpPr>
          <p:spPr>
            <a:xfrm>
              <a:off x="-193040" y="3418840"/>
              <a:ext cx="589280" cy="589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999753C4-9CB7-0304-4B67-34F1EB4365B5}"/>
                </a:ext>
              </a:extLst>
            </p:cNvPr>
            <p:cNvSpPr>
              <a:spLocks noGrp="1" noRot="1" noMove="1" noResize="1" noEditPoints="1" noAdjustHandles="1" noChangeArrowheads="1" noChangeShapeType="1"/>
            </p:cNvSpPr>
            <p:nvPr/>
          </p:nvSpPr>
          <p:spPr>
            <a:xfrm>
              <a:off x="-193040" y="4104640"/>
              <a:ext cx="589280" cy="5892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A1DA705B-7BFB-AA58-7AF1-450AC75D3F46}"/>
                </a:ext>
              </a:extLst>
            </p:cNvPr>
            <p:cNvSpPr>
              <a:spLocks noGrp="1" noRot="1" noMove="1" noResize="1" noEditPoints="1" noAdjustHandles="1" noChangeArrowheads="1" noChangeShapeType="1"/>
            </p:cNvSpPr>
            <p:nvPr/>
          </p:nvSpPr>
          <p:spPr>
            <a:xfrm>
              <a:off x="-193040" y="4790440"/>
              <a:ext cx="589280" cy="58928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1D566E3-D108-5F9D-8CC3-2F94B8F1E71E}"/>
                </a:ext>
              </a:extLst>
            </p:cNvPr>
            <p:cNvSpPr>
              <a:spLocks noGrp="1" noRot="1" noMove="1" noResize="1" noEditPoints="1" noAdjustHandles="1" noChangeArrowheads="1" noChangeShapeType="1"/>
            </p:cNvSpPr>
            <p:nvPr/>
          </p:nvSpPr>
          <p:spPr>
            <a:xfrm>
              <a:off x="-193040" y="5476240"/>
              <a:ext cx="589280" cy="58928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C94F120-BD1F-3BEB-33C9-621A58FE03ED}"/>
                </a:ext>
              </a:extLst>
            </p:cNvPr>
            <p:cNvSpPr>
              <a:spLocks noGrp="1" noRot="1" noMove="1" noResize="1" noEditPoints="1" noAdjustHandles="1" noChangeArrowheads="1" noChangeShapeType="1"/>
            </p:cNvSpPr>
            <p:nvPr/>
          </p:nvSpPr>
          <p:spPr>
            <a:xfrm>
              <a:off x="-193040" y="6162040"/>
              <a:ext cx="589280" cy="5892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descr="A black background with a black square&#10;&#10;AI-generated content may be incorrect.">
            <a:extLst>
              <a:ext uri="{FF2B5EF4-FFF2-40B4-BE49-F238E27FC236}">
                <a16:creationId xmlns:a16="http://schemas.microsoft.com/office/drawing/2014/main" id="{FDED67FA-83D8-7C08-CD0C-A90B6341A41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5000" y="209549"/>
            <a:ext cx="2254250" cy="285750"/>
          </a:xfrm>
          <a:prstGeom prst="rect">
            <a:avLst/>
          </a:prstGeom>
        </p:spPr>
      </p:pic>
      <p:pic>
        <p:nvPicPr>
          <p:cNvPr id="12" name="Picture 11" descr="A black background with a letter&#10;&#10;AI-generated content may be incorrect.">
            <a:extLst>
              <a:ext uri="{FF2B5EF4-FFF2-40B4-BE49-F238E27FC236}">
                <a16:creationId xmlns:a16="http://schemas.microsoft.com/office/drawing/2014/main" id="{DC17A450-E89D-C1F0-9DDD-C52916019AD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6850" y="133350"/>
            <a:ext cx="1200150" cy="393700"/>
          </a:xfrm>
          <a:prstGeom prst="rect">
            <a:avLst/>
          </a:prstGeom>
        </p:spPr>
      </p:pic>
    </p:spTree>
    <p:extLst>
      <p:ext uri="{BB962C8B-B14F-4D97-AF65-F5344CB8AC3E}">
        <p14:creationId xmlns:p14="http://schemas.microsoft.com/office/powerpoint/2010/main" val="286207369"/>
      </p:ext>
    </p:extLst>
  </p:cSld>
  <p:clrMap bg1="dk1" tx1="lt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3200" b="1" i="0" kern="120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84">
          <p15:clr>
            <a:srgbClr val="5ACBF0"/>
          </p15:clr>
        </p15:guide>
        <p15:guide id="8" pos="7296">
          <p15:clr>
            <a:srgbClr val="5ACBF0"/>
          </p15:clr>
        </p15:guide>
        <p15:guide id="17" pos="3840">
          <p15:clr>
            <a:srgbClr val="5ACBF0"/>
          </p15:clr>
        </p15:guide>
        <p15:guide id="19" orient="horz" pos="432">
          <p15:clr>
            <a:srgbClr val="5ACBF0"/>
          </p15:clr>
        </p15:guide>
        <p15:guide id="20" orient="horz" pos="3888">
          <p15:clr>
            <a:srgbClr val="5ACBF0"/>
          </p15:clr>
        </p15:guide>
        <p15:guide id="32" orient="horz" pos="2160">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6D3C964B-DF5B-A2E2-A3C6-8C20D395B8B1}"/>
              </a:ext>
            </a:extLst>
          </p:cNvPr>
          <p:cNvGrpSpPr>
            <a:grpSpLocks noGrp="1" noUngrp="1" noRot="1" noMove="1" noResize="1"/>
          </p:cNvGrpSpPr>
          <p:nvPr/>
        </p:nvGrpSpPr>
        <p:grpSpPr>
          <a:xfrm>
            <a:off x="12566154" y="608856"/>
            <a:ext cx="1160575" cy="5650448"/>
            <a:chOff x="12566154" y="608856"/>
            <a:chExt cx="1160575" cy="5650448"/>
          </a:xfrm>
        </p:grpSpPr>
        <p:sp>
          <p:nvSpPr>
            <p:cNvPr id="54" name="TextBox 53">
              <a:extLst>
                <a:ext uri="{FF2B5EF4-FFF2-40B4-BE49-F238E27FC236}">
                  <a16:creationId xmlns:a16="http://schemas.microsoft.com/office/drawing/2014/main" id="{3138804D-0359-5AFF-A663-650D2C88FE3A}"/>
                </a:ext>
              </a:extLst>
            </p:cNvPr>
            <p:cNvSpPr txBox="1">
              <a:spLocks noGrp="1" noRot="1" noMove="1" noResize="1" noEditPoints="1" noAdjustHandles="1" noChangeArrowheads="1" noChangeShapeType="1"/>
            </p:cNvSpPr>
            <p:nvPr/>
          </p:nvSpPr>
          <p:spPr>
            <a:xfrm>
              <a:off x="12566154" y="3352056"/>
              <a:ext cx="947375" cy="153888"/>
            </a:xfrm>
            <a:prstGeom prst="rect">
              <a:avLst/>
            </a:prstGeom>
            <a:noFill/>
          </p:spPr>
          <p:txBody>
            <a:bodyPr wrap="none" lIns="0" tIns="0" rIns="0" bIns="0" rtlCol="0">
              <a:spAutoFit/>
            </a:bodyPr>
            <a:lstStyle/>
            <a:p>
              <a:pPr algn="l"/>
              <a:r>
                <a:rPr lang="en-US" sz="1000">
                  <a:solidFill>
                    <a:schemeClr val="tx2"/>
                  </a:solidFill>
                  <a:latin typeface="+mj-lt"/>
                </a:rPr>
                <a:t>Content area 1/2</a:t>
              </a:r>
            </a:p>
          </p:txBody>
        </p:sp>
        <p:sp>
          <p:nvSpPr>
            <p:cNvPr id="7" name="TextBox 6">
              <a:extLst>
                <a:ext uri="{FF2B5EF4-FFF2-40B4-BE49-F238E27FC236}">
                  <a16:creationId xmlns:a16="http://schemas.microsoft.com/office/drawing/2014/main" id="{42CE1195-8409-8CBA-D6B4-D44B81B5EDD7}"/>
                </a:ext>
              </a:extLst>
            </p:cNvPr>
            <p:cNvSpPr txBox="1">
              <a:spLocks noGrp="1" noRot="1" noMove="1" noResize="1" noEditPoints="1" noAdjustHandles="1" noChangeArrowheads="1" noChangeShapeType="1"/>
            </p:cNvSpPr>
            <p:nvPr/>
          </p:nvSpPr>
          <p:spPr>
            <a:xfrm>
              <a:off x="12566154" y="608856"/>
              <a:ext cx="947375" cy="153888"/>
            </a:xfrm>
            <a:prstGeom prst="rect">
              <a:avLst/>
            </a:prstGeom>
            <a:noFill/>
          </p:spPr>
          <p:txBody>
            <a:bodyPr wrap="none" lIns="0" tIns="0" rIns="0" bIns="0" rtlCol="0">
              <a:spAutoFit/>
            </a:bodyPr>
            <a:lstStyle/>
            <a:p>
              <a:pPr algn="l"/>
              <a:r>
                <a:rPr lang="en-US" sz="1000">
                  <a:solidFill>
                    <a:schemeClr val="tx2"/>
                  </a:solidFill>
                  <a:latin typeface="+mj-lt"/>
                </a:rPr>
                <a:t>Content area top</a:t>
              </a:r>
            </a:p>
          </p:txBody>
        </p:sp>
        <p:sp>
          <p:nvSpPr>
            <p:cNvPr id="13" name="TextBox 12">
              <a:extLst>
                <a:ext uri="{FF2B5EF4-FFF2-40B4-BE49-F238E27FC236}">
                  <a16:creationId xmlns:a16="http://schemas.microsoft.com/office/drawing/2014/main" id="{8496823A-E3E9-6325-A1D9-18F43C711268}"/>
                </a:ext>
              </a:extLst>
            </p:cNvPr>
            <p:cNvSpPr txBox="1">
              <a:spLocks noGrp="1" noRot="1" noMove="1" noResize="1" noEditPoints="1" noAdjustHandles="1" noChangeArrowheads="1" noChangeShapeType="1"/>
            </p:cNvSpPr>
            <p:nvPr/>
          </p:nvSpPr>
          <p:spPr>
            <a:xfrm>
              <a:off x="12566154" y="6105416"/>
              <a:ext cx="1160575" cy="153888"/>
            </a:xfrm>
            <a:prstGeom prst="rect">
              <a:avLst/>
            </a:prstGeom>
            <a:noFill/>
          </p:spPr>
          <p:txBody>
            <a:bodyPr wrap="none" lIns="0" tIns="0" rIns="0" bIns="0" rtlCol="0">
              <a:spAutoFit/>
            </a:bodyPr>
            <a:lstStyle/>
            <a:p>
              <a:pPr algn="l"/>
              <a:r>
                <a:rPr lang="en-US" sz="1000">
                  <a:solidFill>
                    <a:schemeClr val="tx2"/>
                  </a:solidFill>
                  <a:latin typeface="+mj-lt"/>
                </a:rPr>
                <a:t>Content area bottom</a:t>
              </a:r>
            </a:p>
          </p:txBody>
        </p:sp>
      </p:grpSp>
      <p:grpSp>
        <p:nvGrpSpPr>
          <p:cNvPr id="65" name="Group 64">
            <a:extLst>
              <a:ext uri="{FF2B5EF4-FFF2-40B4-BE49-F238E27FC236}">
                <a16:creationId xmlns:a16="http://schemas.microsoft.com/office/drawing/2014/main" id="{353B1EB3-87F5-CDB7-7B66-E3FDE5DDFBFD}"/>
              </a:ext>
            </a:extLst>
          </p:cNvPr>
          <p:cNvGrpSpPr>
            <a:grpSpLocks noGrp="1" noUngrp="1" noRot="1" noMove="1" noResize="1"/>
          </p:cNvGrpSpPr>
          <p:nvPr/>
        </p:nvGrpSpPr>
        <p:grpSpPr>
          <a:xfrm>
            <a:off x="1883245" y="-552841"/>
            <a:ext cx="8415721" cy="476641"/>
            <a:chOff x="1883245" y="-552841"/>
            <a:chExt cx="8415721" cy="476641"/>
          </a:xfrm>
        </p:grpSpPr>
        <p:sp>
          <p:nvSpPr>
            <p:cNvPr id="22" name="TextBox 21">
              <a:extLst>
                <a:ext uri="{FF2B5EF4-FFF2-40B4-BE49-F238E27FC236}">
                  <a16:creationId xmlns:a16="http://schemas.microsoft.com/office/drawing/2014/main" id="{E24F9D6F-6816-C803-7A90-767EFFF4A987}"/>
                </a:ext>
              </a:extLst>
            </p:cNvPr>
            <p:cNvSpPr txBox="1">
              <a:spLocks noGrp="1" noRot="1" noMove="1" noResize="1" noEditPoints="1" noAdjustHandles="1" noChangeArrowheads="1" noChangeShapeType="1"/>
            </p:cNvSpPr>
            <p:nvPr/>
          </p:nvSpPr>
          <p:spPr>
            <a:xfrm>
              <a:off x="3260110"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1/4</a:t>
              </a:r>
            </a:p>
          </p:txBody>
        </p:sp>
        <p:sp>
          <p:nvSpPr>
            <p:cNvPr id="25" name="TextBox 24">
              <a:extLst>
                <a:ext uri="{FF2B5EF4-FFF2-40B4-BE49-F238E27FC236}">
                  <a16:creationId xmlns:a16="http://schemas.microsoft.com/office/drawing/2014/main" id="{38F33C24-2187-F446-4F44-ED0087A3371B}"/>
                </a:ext>
              </a:extLst>
            </p:cNvPr>
            <p:cNvSpPr txBox="1">
              <a:spLocks noGrp="1" noRot="1" noMove="1" noResize="1" noEditPoints="1" noAdjustHandles="1" noChangeArrowheads="1" noChangeShapeType="1"/>
            </p:cNvSpPr>
            <p:nvPr/>
          </p:nvSpPr>
          <p:spPr>
            <a:xfrm>
              <a:off x="6012368"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1/2</a:t>
              </a:r>
            </a:p>
          </p:txBody>
        </p:sp>
        <p:cxnSp>
          <p:nvCxnSpPr>
            <p:cNvPr id="40" name="Straight Connector 39">
              <a:extLst>
                <a:ext uri="{FF2B5EF4-FFF2-40B4-BE49-F238E27FC236}">
                  <a16:creationId xmlns:a16="http://schemas.microsoft.com/office/drawing/2014/main" id="{3CB5F7E6-140B-4664-0BC7-2D2A92167A47}"/>
                </a:ext>
              </a:extLst>
            </p:cNvPr>
            <p:cNvCxnSpPr>
              <a:cxnSpLocks noGrp="1" noRot="1" noMove="1" noResize="1" noEditPoints="1" noAdjustHandles="1" noChangeArrowheads="1" noChangeShapeType="1"/>
            </p:cNvCxnSpPr>
            <p:nvPr/>
          </p:nvCxnSpPr>
          <p:spPr>
            <a:xfrm>
              <a:off x="1971410" y="-336411"/>
              <a:ext cx="0" cy="260211"/>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F77BBF3B-0BE7-F0D3-0862-7D5AAA2790E4}"/>
                </a:ext>
              </a:extLst>
            </p:cNvPr>
            <p:cNvSpPr txBox="1">
              <a:spLocks noGrp="1" noRot="1" noMove="1" noResize="1" noEditPoints="1" noAdjustHandles="1" noChangeArrowheads="1" noChangeShapeType="1"/>
            </p:cNvSpPr>
            <p:nvPr/>
          </p:nvSpPr>
          <p:spPr>
            <a:xfrm>
              <a:off x="7368905" y="-552841"/>
              <a:ext cx="176330" cy="153888"/>
            </a:xfrm>
            <a:prstGeom prst="rect">
              <a:avLst/>
            </a:prstGeom>
            <a:noFill/>
          </p:spPr>
          <p:txBody>
            <a:bodyPr wrap="none" lIns="0" tIns="0" rIns="0" bIns="0" rtlCol="0">
              <a:spAutoFit/>
            </a:bodyPr>
            <a:lstStyle/>
            <a:p>
              <a:pPr algn="ctr"/>
              <a:r>
                <a:rPr lang="en-US" sz="1000">
                  <a:solidFill>
                    <a:schemeClr val="bg2"/>
                  </a:solidFill>
                  <a:latin typeface="+mj-lt"/>
                </a:rPr>
                <a:t>5/8</a:t>
              </a:r>
            </a:p>
          </p:txBody>
        </p:sp>
        <p:sp>
          <p:nvSpPr>
            <p:cNvPr id="42" name="TextBox 41">
              <a:extLst>
                <a:ext uri="{FF2B5EF4-FFF2-40B4-BE49-F238E27FC236}">
                  <a16:creationId xmlns:a16="http://schemas.microsoft.com/office/drawing/2014/main" id="{59D42F9D-97EB-49EC-C594-1528B3747F5B}"/>
                </a:ext>
              </a:extLst>
            </p:cNvPr>
            <p:cNvSpPr txBox="1">
              <a:spLocks noGrp="1" noRot="1" noMove="1" noResize="1" noEditPoints="1" noAdjustHandles="1" noChangeArrowheads="1" noChangeShapeType="1"/>
            </p:cNvSpPr>
            <p:nvPr/>
          </p:nvSpPr>
          <p:spPr>
            <a:xfrm>
              <a:off x="1883245" y="-552841"/>
              <a:ext cx="176331" cy="153888"/>
            </a:xfrm>
            <a:prstGeom prst="rect">
              <a:avLst/>
            </a:prstGeom>
            <a:noFill/>
          </p:spPr>
          <p:txBody>
            <a:bodyPr wrap="square" lIns="0" tIns="0" rIns="0" bIns="0" rtlCol="0">
              <a:spAutoFit/>
            </a:bodyPr>
            <a:lstStyle/>
            <a:p>
              <a:pPr algn="ctr"/>
              <a:r>
                <a:rPr lang="en-US" sz="1000">
                  <a:solidFill>
                    <a:schemeClr val="bg2"/>
                  </a:solidFill>
                  <a:latin typeface="+mj-lt"/>
                </a:rPr>
                <a:t>1/8</a:t>
              </a:r>
            </a:p>
          </p:txBody>
        </p:sp>
        <p:cxnSp>
          <p:nvCxnSpPr>
            <p:cNvPr id="43" name="Straight Connector 42">
              <a:extLst>
                <a:ext uri="{FF2B5EF4-FFF2-40B4-BE49-F238E27FC236}">
                  <a16:creationId xmlns:a16="http://schemas.microsoft.com/office/drawing/2014/main" id="{2B8E953D-D3CD-A5EF-0A99-FD5F9EB60C9A}"/>
                </a:ext>
              </a:extLst>
            </p:cNvPr>
            <p:cNvCxnSpPr>
              <a:cxnSpLocks noGrp="1" noRot="1" noMove="1" noResize="1" noEditPoints="1" noAdjustHandles="1" noChangeArrowheads="1" noChangeShapeType="1"/>
            </p:cNvCxnSpPr>
            <p:nvPr/>
          </p:nvCxnSpPr>
          <p:spPr>
            <a:xfrm>
              <a:off x="3348275"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FBAC7C2-B5CD-1C0F-C511-D4125EDEB714}"/>
                </a:ext>
              </a:extLst>
            </p:cNvPr>
            <p:cNvCxnSpPr>
              <a:cxnSpLocks noGrp="1" noRot="1" noMove="1" noResize="1" noEditPoints="1" noAdjustHandles="1" noChangeArrowheads="1" noChangeShapeType="1"/>
            </p:cNvCxnSpPr>
            <p:nvPr/>
          </p:nvCxnSpPr>
          <p:spPr>
            <a:xfrm>
              <a:off x="6095999"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ADA1FD1-8B77-1D47-AC5B-AE5D7B8F71FE}"/>
                </a:ext>
              </a:extLst>
            </p:cNvPr>
            <p:cNvSpPr txBox="1">
              <a:spLocks noGrp="1" noRot="1" noMove="1" noResize="1" noEditPoints="1" noAdjustHandles="1" noChangeArrowheads="1" noChangeShapeType="1"/>
            </p:cNvSpPr>
            <p:nvPr/>
          </p:nvSpPr>
          <p:spPr>
            <a:xfrm>
              <a:off x="8745399" y="-552841"/>
              <a:ext cx="176330" cy="153888"/>
            </a:xfrm>
            <a:prstGeom prst="rect">
              <a:avLst/>
            </a:prstGeom>
            <a:noFill/>
          </p:spPr>
          <p:txBody>
            <a:bodyPr wrap="none" lIns="0" tIns="0" rIns="0" bIns="0" rtlCol="0">
              <a:spAutoFit/>
            </a:bodyPr>
            <a:lstStyle/>
            <a:p>
              <a:pPr algn="ctr"/>
              <a:r>
                <a:rPr lang="en-US" sz="1000">
                  <a:solidFill>
                    <a:schemeClr val="tx2"/>
                  </a:solidFill>
                  <a:latin typeface="+mj-lt"/>
                </a:rPr>
                <a:t>3/4</a:t>
              </a:r>
            </a:p>
          </p:txBody>
        </p:sp>
        <p:cxnSp>
          <p:nvCxnSpPr>
            <p:cNvPr id="45" name="Straight Connector 44">
              <a:extLst>
                <a:ext uri="{FF2B5EF4-FFF2-40B4-BE49-F238E27FC236}">
                  <a16:creationId xmlns:a16="http://schemas.microsoft.com/office/drawing/2014/main" id="{546A1EE2-6080-CB24-A1B5-AAEA1C3BAF31}"/>
                </a:ext>
              </a:extLst>
            </p:cNvPr>
            <p:cNvCxnSpPr>
              <a:cxnSpLocks noGrp="1" noRot="1" noMove="1" noResize="1" noEditPoints="1" noAdjustHandles="1" noChangeArrowheads="1" noChangeShapeType="1"/>
            </p:cNvCxnSpPr>
            <p:nvPr/>
          </p:nvCxnSpPr>
          <p:spPr>
            <a:xfrm>
              <a:off x="8833564" y="-336411"/>
              <a:ext cx="0" cy="236135"/>
            </a:xfrm>
            <a:prstGeom prst="line">
              <a:avLst/>
            </a:prstGeom>
            <a:ln w="1270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4ACE2E-F653-6C20-8E3D-D4232DA272FA}"/>
                </a:ext>
              </a:extLst>
            </p:cNvPr>
            <p:cNvCxnSpPr>
              <a:cxnSpLocks noGrp="1" noRot="1" noMove="1" noResize="1" noEditPoints="1" noAdjustHandles="1" noChangeArrowheads="1" noChangeShapeType="1"/>
            </p:cNvCxnSpPr>
            <p:nvPr/>
          </p:nvCxnSpPr>
          <p:spPr>
            <a:xfrm>
              <a:off x="7457069" y="-336411"/>
              <a:ext cx="0" cy="236135"/>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A882D3D-8AF6-7D15-1C3E-37BBA38E63AA}"/>
                </a:ext>
              </a:extLst>
            </p:cNvPr>
            <p:cNvCxnSpPr>
              <a:cxnSpLocks noGrp="1" noRot="1" noMove="1" noResize="1" noEditPoints="1" noAdjustHandles="1" noChangeArrowheads="1" noChangeShapeType="1"/>
            </p:cNvCxnSpPr>
            <p:nvPr/>
          </p:nvCxnSpPr>
          <p:spPr>
            <a:xfrm>
              <a:off x="10210800" y="-336411"/>
              <a:ext cx="0" cy="236135"/>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36D75D8-467A-0130-B867-C01EA661F7C3}"/>
                </a:ext>
              </a:extLst>
            </p:cNvPr>
            <p:cNvSpPr txBox="1">
              <a:spLocks noGrp="1" noRot="1" noMove="1" noResize="1" noEditPoints="1" noAdjustHandles="1" noChangeArrowheads="1" noChangeShapeType="1"/>
            </p:cNvSpPr>
            <p:nvPr/>
          </p:nvSpPr>
          <p:spPr>
            <a:xfrm>
              <a:off x="10122636" y="-552841"/>
              <a:ext cx="176330" cy="153888"/>
            </a:xfrm>
            <a:prstGeom prst="rect">
              <a:avLst/>
            </a:prstGeom>
            <a:noFill/>
          </p:spPr>
          <p:txBody>
            <a:bodyPr wrap="none" lIns="0" tIns="0" rIns="0" bIns="0" rtlCol="0">
              <a:spAutoFit/>
            </a:bodyPr>
            <a:lstStyle/>
            <a:p>
              <a:pPr algn="ctr"/>
              <a:r>
                <a:rPr lang="en-US" sz="1000">
                  <a:solidFill>
                    <a:schemeClr val="bg2"/>
                  </a:solidFill>
                  <a:latin typeface="+mj-lt"/>
                </a:rPr>
                <a:t>7/8</a:t>
              </a:r>
            </a:p>
          </p:txBody>
        </p:sp>
        <p:cxnSp>
          <p:nvCxnSpPr>
            <p:cNvPr id="47" name="Straight Connector 46">
              <a:extLst>
                <a:ext uri="{FF2B5EF4-FFF2-40B4-BE49-F238E27FC236}">
                  <a16:creationId xmlns:a16="http://schemas.microsoft.com/office/drawing/2014/main" id="{1C3C1D99-D6EB-BF3E-01DC-FCD8FC4CCCAD}"/>
                </a:ext>
              </a:extLst>
            </p:cNvPr>
            <p:cNvCxnSpPr>
              <a:cxnSpLocks noGrp="1" noRot="1" noMove="1" noResize="1" noEditPoints="1" noAdjustHandles="1" noChangeArrowheads="1" noChangeShapeType="1"/>
            </p:cNvCxnSpPr>
            <p:nvPr/>
          </p:nvCxnSpPr>
          <p:spPr>
            <a:xfrm>
              <a:off x="4719320" y="-336411"/>
              <a:ext cx="0" cy="260211"/>
            </a:xfrm>
            <a:prstGeom prst="line">
              <a:avLst/>
            </a:prstGeom>
            <a:ln w="12700">
              <a:solidFill>
                <a:schemeClr val="bg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6ED98AD1-D9BA-4633-F1F0-7BFC78503CB3}"/>
                </a:ext>
              </a:extLst>
            </p:cNvPr>
            <p:cNvSpPr txBox="1">
              <a:spLocks noGrp="1" noRot="1" noMove="1" noResize="1" noEditPoints="1" noAdjustHandles="1" noChangeArrowheads="1" noChangeShapeType="1"/>
            </p:cNvSpPr>
            <p:nvPr/>
          </p:nvSpPr>
          <p:spPr>
            <a:xfrm>
              <a:off x="4631155" y="-552841"/>
              <a:ext cx="176331" cy="153888"/>
            </a:xfrm>
            <a:prstGeom prst="rect">
              <a:avLst/>
            </a:prstGeom>
            <a:noFill/>
          </p:spPr>
          <p:txBody>
            <a:bodyPr wrap="square" lIns="0" tIns="0" rIns="0" bIns="0" rtlCol="0">
              <a:spAutoFit/>
            </a:bodyPr>
            <a:lstStyle/>
            <a:p>
              <a:pPr algn="ctr"/>
              <a:r>
                <a:rPr lang="en-US" sz="1000">
                  <a:solidFill>
                    <a:schemeClr val="bg2"/>
                  </a:solidFill>
                  <a:latin typeface="+mj-lt"/>
                </a:rPr>
                <a:t>3/8</a:t>
              </a:r>
            </a:p>
          </p:txBody>
        </p:sp>
      </p:grpSp>
      <p:grpSp>
        <p:nvGrpSpPr>
          <p:cNvPr id="61" name="Group 60">
            <a:extLst>
              <a:ext uri="{FF2B5EF4-FFF2-40B4-BE49-F238E27FC236}">
                <a16:creationId xmlns:a16="http://schemas.microsoft.com/office/drawing/2014/main" id="{8A38A77A-D882-9A24-132D-AA9A5136EEA1}"/>
              </a:ext>
            </a:extLst>
          </p:cNvPr>
          <p:cNvGrpSpPr>
            <a:grpSpLocks noGrp="1" noUngrp="1" noRot="1" noMove="1" noResize="1"/>
          </p:cNvGrpSpPr>
          <p:nvPr/>
        </p:nvGrpSpPr>
        <p:grpSpPr>
          <a:xfrm>
            <a:off x="-1016001" y="-10160"/>
            <a:ext cx="598577" cy="6868160"/>
            <a:chOff x="-193040" y="-10160"/>
            <a:chExt cx="589280" cy="6761480"/>
          </a:xfrm>
        </p:grpSpPr>
        <p:sp>
          <p:nvSpPr>
            <p:cNvPr id="50" name="Oval 49">
              <a:extLst>
                <a:ext uri="{FF2B5EF4-FFF2-40B4-BE49-F238E27FC236}">
                  <a16:creationId xmlns:a16="http://schemas.microsoft.com/office/drawing/2014/main" id="{237354FA-DBE8-B526-ED76-34212FBB2FA5}"/>
                </a:ext>
              </a:extLst>
            </p:cNvPr>
            <p:cNvSpPr>
              <a:spLocks noGrp="1" noRot="1" noMove="1" noResize="1" noEditPoints="1" noAdjustHandles="1" noChangeArrowheads="1" noChangeShapeType="1"/>
            </p:cNvSpPr>
            <p:nvPr/>
          </p:nvSpPr>
          <p:spPr>
            <a:xfrm>
              <a:off x="-193040" y="-10160"/>
              <a:ext cx="589280" cy="5892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EF98154E-082F-AD47-6C50-0D72AF8F30E2}"/>
                </a:ext>
              </a:extLst>
            </p:cNvPr>
            <p:cNvSpPr>
              <a:spLocks noGrp="1" noRot="1" noMove="1" noResize="1" noEditPoints="1" noAdjustHandles="1" noChangeArrowheads="1" noChangeShapeType="1"/>
            </p:cNvSpPr>
            <p:nvPr/>
          </p:nvSpPr>
          <p:spPr>
            <a:xfrm>
              <a:off x="-193040" y="675640"/>
              <a:ext cx="589280" cy="5892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3A8049A-A81F-B8FA-6945-B41EA198B030}"/>
                </a:ext>
              </a:extLst>
            </p:cNvPr>
            <p:cNvSpPr>
              <a:spLocks noGrp="1" noRot="1" noMove="1" noResize="1" noEditPoints="1" noAdjustHandles="1" noChangeArrowheads="1" noChangeShapeType="1"/>
            </p:cNvSpPr>
            <p:nvPr/>
          </p:nvSpPr>
          <p:spPr>
            <a:xfrm>
              <a:off x="-193040" y="1361440"/>
              <a:ext cx="589280" cy="58928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872BA356-9DF2-85E5-09F0-CC2EA9C88905}"/>
                </a:ext>
              </a:extLst>
            </p:cNvPr>
            <p:cNvSpPr>
              <a:spLocks noGrp="1" noRot="1" noMove="1" noResize="1" noEditPoints="1" noAdjustHandles="1" noChangeArrowheads="1" noChangeShapeType="1"/>
            </p:cNvSpPr>
            <p:nvPr/>
          </p:nvSpPr>
          <p:spPr>
            <a:xfrm>
              <a:off x="-193040" y="2047240"/>
              <a:ext cx="589280" cy="5892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F1BF2BB0-F839-3396-2E10-0936835D5724}"/>
                </a:ext>
              </a:extLst>
            </p:cNvPr>
            <p:cNvSpPr>
              <a:spLocks noGrp="1" noRot="1" noMove="1" noResize="1" noEditPoints="1" noAdjustHandles="1" noChangeArrowheads="1" noChangeShapeType="1"/>
            </p:cNvSpPr>
            <p:nvPr/>
          </p:nvSpPr>
          <p:spPr>
            <a:xfrm>
              <a:off x="-193040" y="2733040"/>
              <a:ext cx="589280" cy="589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3D4A46CD-08A0-67C4-5C99-377059A2E767}"/>
                </a:ext>
              </a:extLst>
            </p:cNvPr>
            <p:cNvSpPr>
              <a:spLocks noGrp="1" noRot="1" noMove="1" noResize="1" noEditPoints="1" noAdjustHandles="1" noChangeArrowheads="1" noChangeShapeType="1"/>
            </p:cNvSpPr>
            <p:nvPr/>
          </p:nvSpPr>
          <p:spPr>
            <a:xfrm>
              <a:off x="-193040" y="3418840"/>
              <a:ext cx="589280" cy="589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999753C4-9CB7-0304-4B67-34F1EB4365B5}"/>
                </a:ext>
              </a:extLst>
            </p:cNvPr>
            <p:cNvSpPr>
              <a:spLocks noGrp="1" noRot="1" noMove="1" noResize="1" noEditPoints="1" noAdjustHandles="1" noChangeArrowheads="1" noChangeShapeType="1"/>
            </p:cNvSpPr>
            <p:nvPr/>
          </p:nvSpPr>
          <p:spPr>
            <a:xfrm>
              <a:off x="-193040" y="4104640"/>
              <a:ext cx="589280" cy="5892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A1DA705B-7BFB-AA58-7AF1-450AC75D3F46}"/>
                </a:ext>
              </a:extLst>
            </p:cNvPr>
            <p:cNvSpPr>
              <a:spLocks noGrp="1" noRot="1" noMove="1" noResize="1" noEditPoints="1" noAdjustHandles="1" noChangeArrowheads="1" noChangeShapeType="1"/>
            </p:cNvSpPr>
            <p:nvPr/>
          </p:nvSpPr>
          <p:spPr>
            <a:xfrm>
              <a:off x="-193040" y="4790440"/>
              <a:ext cx="589280" cy="58928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1D566E3-D108-5F9D-8CC3-2F94B8F1E71E}"/>
                </a:ext>
              </a:extLst>
            </p:cNvPr>
            <p:cNvSpPr>
              <a:spLocks noGrp="1" noRot="1" noMove="1" noResize="1" noEditPoints="1" noAdjustHandles="1" noChangeArrowheads="1" noChangeShapeType="1"/>
            </p:cNvSpPr>
            <p:nvPr/>
          </p:nvSpPr>
          <p:spPr>
            <a:xfrm>
              <a:off x="-193040" y="5476240"/>
              <a:ext cx="589280" cy="58928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C94F120-BD1F-3BEB-33C9-621A58FE03ED}"/>
                </a:ext>
              </a:extLst>
            </p:cNvPr>
            <p:cNvSpPr>
              <a:spLocks noGrp="1" noRot="1" noMove="1" noResize="1" noEditPoints="1" noAdjustHandles="1" noChangeArrowheads="1" noChangeShapeType="1"/>
            </p:cNvSpPr>
            <p:nvPr/>
          </p:nvSpPr>
          <p:spPr>
            <a:xfrm>
              <a:off x="-193040" y="6162040"/>
              <a:ext cx="589280" cy="5892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F5B0DA47-4C70-E8D9-43D1-5EBBCCFB983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0" y="19088"/>
            <a:ext cx="12192000" cy="6858000"/>
          </a:xfrm>
          <a:prstGeom prst="rect">
            <a:avLst/>
          </a:prstGeom>
        </p:spPr>
      </p:pic>
    </p:spTree>
    <p:extLst>
      <p:ext uri="{BB962C8B-B14F-4D97-AF65-F5344CB8AC3E}">
        <p14:creationId xmlns:p14="http://schemas.microsoft.com/office/powerpoint/2010/main" val="2463191022"/>
      </p:ext>
    </p:extLst>
  </p:cSld>
  <p:clrMap bg1="dk1" tx1="lt1" bg2="dk2" tx2="lt2" accent1="accent1" accent2="accent2" accent3="accent3" accent4="accent4" accent5="accent5" accent6="accent6" hlink="hlink" folHlink="folHlink"/>
  <p:sldLayoutIdLst>
    <p:sldLayoutId id="2147483682" r:id="rId1"/>
    <p:sldLayoutId id="2147483683" r:id="rId2"/>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3200" b="1" i="0" kern="120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84">
          <p15:clr>
            <a:srgbClr val="5ACBF0"/>
          </p15:clr>
        </p15:guide>
        <p15:guide id="8" pos="7296">
          <p15:clr>
            <a:srgbClr val="5ACBF0"/>
          </p15:clr>
        </p15:guide>
        <p15:guide id="17" pos="3840">
          <p15:clr>
            <a:srgbClr val="5ACBF0"/>
          </p15:clr>
        </p15:guide>
        <p15:guide id="19" orient="horz" pos="432">
          <p15:clr>
            <a:srgbClr val="5ACBF0"/>
          </p15:clr>
        </p15:guide>
        <p15:guide id="20" orient="horz" pos="3888">
          <p15:clr>
            <a:srgbClr val="5ACBF0"/>
          </p15:clr>
        </p15:guide>
        <p15:guide id="32" orient="horz" pos="2160">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10.xml"/><Relationship Id="rId5" Type="http://schemas.openxmlformats.org/officeDocument/2006/relationships/image" Target="../media/image15.sv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11.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png"/><Relationship Id="rId1" Type="http://schemas.openxmlformats.org/officeDocument/2006/relationships/slideLayout" Target="../slideLayouts/slideLayout10.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3" Type="http://schemas.openxmlformats.org/officeDocument/2006/relationships/image" Target="../media/image34.svg"/><Relationship Id="rId7" Type="http://schemas.openxmlformats.org/officeDocument/2006/relationships/image" Target="../media/image38.sv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10.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6.svg"/><Relationship Id="rId15" Type="http://schemas.openxmlformats.org/officeDocument/2006/relationships/image" Target="../media/image28.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svg"/><Relationship Id="rId14"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3" Type="http://schemas.openxmlformats.org/officeDocument/2006/relationships/image" Target="../media/image45.svg"/><Relationship Id="rId7" Type="http://schemas.openxmlformats.org/officeDocument/2006/relationships/image" Target="../media/image38.sv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10.xml"/><Relationship Id="rId6" Type="http://schemas.openxmlformats.org/officeDocument/2006/relationships/image" Target="../media/image37.png"/><Relationship Id="rId11" Type="http://schemas.openxmlformats.org/officeDocument/2006/relationships/image" Target="../media/image48.svg"/><Relationship Id="rId5" Type="http://schemas.openxmlformats.org/officeDocument/2006/relationships/image" Target="../media/image46.sv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7.svg"/><Relationship Id="rId1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3" Type="http://schemas.openxmlformats.org/officeDocument/2006/relationships/image" Target="../media/image45.svg"/><Relationship Id="rId7" Type="http://schemas.openxmlformats.org/officeDocument/2006/relationships/image" Target="../media/image38.sv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10.xml"/><Relationship Id="rId6" Type="http://schemas.openxmlformats.org/officeDocument/2006/relationships/image" Target="../media/image37.png"/><Relationship Id="rId11" Type="http://schemas.openxmlformats.org/officeDocument/2006/relationships/image" Target="../media/image48.svg"/><Relationship Id="rId5" Type="http://schemas.openxmlformats.org/officeDocument/2006/relationships/image" Target="../media/image46.sv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7.svg"/><Relationship Id="rId14" Type="http://schemas.openxmlformats.org/officeDocument/2006/relationships/image" Target="../media/image28.png"/></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3" Type="http://schemas.openxmlformats.org/officeDocument/2006/relationships/image" Target="../media/image45.svg"/><Relationship Id="rId7" Type="http://schemas.openxmlformats.org/officeDocument/2006/relationships/image" Target="../media/image38.sv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10.xml"/><Relationship Id="rId6" Type="http://schemas.openxmlformats.org/officeDocument/2006/relationships/image" Target="../media/image37.png"/><Relationship Id="rId11" Type="http://schemas.openxmlformats.org/officeDocument/2006/relationships/image" Target="../media/image48.svg"/><Relationship Id="rId5" Type="http://schemas.openxmlformats.org/officeDocument/2006/relationships/image" Target="../media/image46.sv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7.svg"/><Relationship Id="rId14"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3" Type="http://schemas.openxmlformats.org/officeDocument/2006/relationships/image" Target="../media/image45.svg"/><Relationship Id="rId7" Type="http://schemas.openxmlformats.org/officeDocument/2006/relationships/image" Target="../media/image38.svg"/><Relationship Id="rId12" Type="http://schemas.openxmlformats.org/officeDocument/2006/relationships/image" Target="../media/image43.png"/><Relationship Id="rId17" Type="http://schemas.openxmlformats.org/officeDocument/2006/relationships/hyperlink" Target="https://blog.pythian.com/big-data-microsoft-azure-hdinsight/" TargetMode="External"/><Relationship Id="rId2" Type="http://schemas.openxmlformats.org/officeDocument/2006/relationships/image" Target="../media/image33.png"/><Relationship Id="rId16" Type="http://schemas.openxmlformats.org/officeDocument/2006/relationships/image" Target="../media/image50.png"/><Relationship Id="rId1" Type="http://schemas.openxmlformats.org/officeDocument/2006/relationships/slideLayout" Target="../slideLayouts/slideLayout10.xml"/><Relationship Id="rId6" Type="http://schemas.openxmlformats.org/officeDocument/2006/relationships/image" Target="../media/image37.png"/><Relationship Id="rId11" Type="http://schemas.openxmlformats.org/officeDocument/2006/relationships/image" Target="../media/image48.svg"/><Relationship Id="rId5" Type="http://schemas.openxmlformats.org/officeDocument/2006/relationships/image" Target="../media/image46.svg"/><Relationship Id="rId15" Type="http://schemas.openxmlformats.org/officeDocument/2006/relationships/image" Target="../media/image49.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7.svg"/><Relationship Id="rId1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1.jpe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52.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53.jpe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54.jpeg"/></Relationships>
</file>

<file path=ppt/slides/_rels/slide2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6" Type="http://schemas.openxmlformats.org/officeDocument/2006/relationships/image" Target="../media/image78.png"/><Relationship Id="rId21" Type="http://schemas.openxmlformats.org/officeDocument/2006/relationships/image" Target="../media/image73.svg"/><Relationship Id="rId42" Type="http://schemas.openxmlformats.org/officeDocument/2006/relationships/image" Target="../media/image94.png"/><Relationship Id="rId47" Type="http://schemas.openxmlformats.org/officeDocument/2006/relationships/image" Target="../media/image99.png"/><Relationship Id="rId63" Type="http://schemas.openxmlformats.org/officeDocument/2006/relationships/image" Target="../media/image114.png"/><Relationship Id="rId68" Type="http://schemas.openxmlformats.org/officeDocument/2006/relationships/image" Target="../media/image119.png"/><Relationship Id="rId84" Type="http://schemas.openxmlformats.org/officeDocument/2006/relationships/image" Target="../media/image135.jpeg"/><Relationship Id="rId16" Type="http://schemas.openxmlformats.org/officeDocument/2006/relationships/image" Target="../media/image68.png"/><Relationship Id="rId11" Type="http://schemas.openxmlformats.org/officeDocument/2006/relationships/image" Target="../media/image65.svg"/><Relationship Id="rId32" Type="http://schemas.openxmlformats.org/officeDocument/2006/relationships/image" Target="../media/image84.png"/><Relationship Id="rId37" Type="http://schemas.openxmlformats.org/officeDocument/2006/relationships/image" Target="../media/image89.png"/><Relationship Id="rId53" Type="http://schemas.openxmlformats.org/officeDocument/2006/relationships/image" Target="../media/image105.png"/><Relationship Id="rId58" Type="http://schemas.openxmlformats.org/officeDocument/2006/relationships/image" Target="../media/image110.png"/><Relationship Id="rId74" Type="http://schemas.openxmlformats.org/officeDocument/2006/relationships/image" Target="../media/image125.png"/><Relationship Id="rId79" Type="http://schemas.openxmlformats.org/officeDocument/2006/relationships/image" Target="../media/image130.jpeg"/><Relationship Id="rId5" Type="http://schemas.openxmlformats.org/officeDocument/2006/relationships/image" Target="../media/image59.svg"/><Relationship Id="rId19" Type="http://schemas.openxmlformats.org/officeDocument/2006/relationships/image" Target="../media/image71.png"/><Relationship Id="rId14" Type="http://schemas.openxmlformats.org/officeDocument/2006/relationships/image" Target="../media/image66.png"/><Relationship Id="rId22" Type="http://schemas.openxmlformats.org/officeDocument/2006/relationships/image" Target="../media/image74.png"/><Relationship Id="rId27" Type="http://schemas.openxmlformats.org/officeDocument/2006/relationships/image" Target="../media/image79.png"/><Relationship Id="rId30" Type="http://schemas.openxmlformats.org/officeDocument/2006/relationships/image" Target="../media/image82.png"/><Relationship Id="rId35" Type="http://schemas.openxmlformats.org/officeDocument/2006/relationships/image" Target="../media/image87.png"/><Relationship Id="rId43" Type="http://schemas.openxmlformats.org/officeDocument/2006/relationships/image" Target="../media/image95.png"/><Relationship Id="rId48" Type="http://schemas.openxmlformats.org/officeDocument/2006/relationships/image" Target="../media/image100.png"/><Relationship Id="rId56" Type="http://schemas.openxmlformats.org/officeDocument/2006/relationships/image" Target="../media/image108.png"/><Relationship Id="rId64" Type="http://schemas.openxmlformats.org/officeDocument/2006/relationships/image" Target="../media/image115.png"/><Relationship Id="rId69" Type="http://schemas.openxmlformats.org/officeDocument/2006/relationships/image" Target="../media/image120.svg"/><Relationship Id="rId77" Type="http://schemas.openxmlformats.org/officeDocument/2006/relationships/image" Target="../media/image128.png"/><Relationship Id="rId8" Type="http://schemas.openxmlformats.org/officeDocument/2006/relationships/image" Target="../media/image62.png"/><Relationship Id="rId51" Type="http://schemas.openxmlformats.org/officeDocument/2006/relationships/image" Target="../media/image103.png"/><Relationship Id="rId72" Type="http://schemas.openxmlformats.org/officeDocument/2006/relationships/image" Target="../media/image123.png"/><Relationship Id="rId80" Type="http://schemas.openxmlformats.org/officeDocument/2006/relationships/image" Target="../media/image131.jpeg"/><Relationship Id="rId85" Type="http://schemas.openxmlformats.org/officeDocument/2006/relationships/image" Target="../media/image136.jpeg"/><Relationship Id="rId3" Type="http://schemas.microsoft.com/office/2018/10/relationships/comments" Target="../comments/modernComment_7FFFFFD4_37883625.xml"/><Relationship Id="rId12" Type="http://schemas.openxmlformats.org/officeDocument/2006/relationships/image" Target="../media/image33.png"/><Relationship Id="rId17" Type="http://schemas.openxmlformats.org/officeDocument/2006/relationships/image" Target="../media/image69.svg"/><Relationship Id="rId25" Type="http://schemas.openxmlformats.org/officeDocument/2006/relationships/image" Target="../media/image77.png"/><Relationship Id="rId33" Type="http://schemas.openxmlformats.org/officeDocument/2006/relationships/image" Target="../media/image85.png"/><Relationship Id="rId38" Type="http://schemas.openxmlformats.org/officeDocument/2006/relationships/image" Target="../media/image90.svg"/><Relationship Id="rId46" Type="http://schemas.openxmlformats.org/officeDocument/2006/relationships/image" Target="../media/image98.svg"/><Relationship Id="rId59" Type="http://schemas.openxmlformats.org/officeDocument/2006/relationships/image" Target="../media/image111.png"/><Relationship Id="rId67" Type="http://schemas.openxmlformats.org/officeDocument/2006/relationships/image" Target="../media/image118.png"/><Relationship Id="rId20" Type="http://schemas.openxmlformats.org/officeDocument/2006/relationships/image" Target="../media/image72.png"/><Relationship Id="rId41" Type="http://schemas.openxmlformats.org/officeDocument/2006/relationships/image" Target="../media/image93.png"/><Relationship Id="rId54" Type="http://schemas.openxmlformats.org/officeDocument/2006/relationships/image" Target="../media/image106.svg"/><Relationship Id="rId62" Type="http://schemas.microsoft.com/office/2007/relationships/hdphoto" Target="../media/hdphoto1.wdp"/><Relationship Id="rId70" Type="http://schemas.openxmlformats.org/officeDocument/2006/relationships/image" Target="../media/image121.png"/><Relationship Id="rId75" Type="http://schemas.openxmlformats.org/officeDocument/2006/relationships/image" Target="../media/image126.jpeg"/><Relationship Id="rId83" Type="http://schemas.openxmlformats.org/officeDocument/2006/relationships/image" Target="../media/image134.jpeg"/><Relationship Id="rId1" Type="http://schemas.openxmlformats.org/officeDocument/2006/relationships/slideLayout" Target="../slideLayouts/slideLayout10.xml"/><Relationship Id="rId6" Type="http://schemas.openxmlformats.org/officeDocument/2006/relationships/image" Target="../media/image60.png"/><Relationship Id="rId15" Type="http://schemas.openxmlformats.org/officeDocument/2006/relationships/image" Target="../media/image67.svg"/><Relationship Id="rId23" Type="http://schemas.openxmlformats.org/officeDocument/2006/relationships/image" Target="../media/image75.svg"/><Relationship Id="rId28" Type="http://schemas.openxmlformats.org/officeDocument/2006/relationships/image" Target="../media/image80.png"/><Relationship Id="rId36" Type="http://schemas.openxmlformats.org/officeDocument/2006/relationships/image" Target="../media/image88.png"/><Relationship Id="rId49" Type="http://schemas.openxmlformats.org/officeDocument/2006/relationships/image" Target="../media/image101.png"/><Relationship Id="rId57" Type="http://schemas.openxmlformats.org/officeDocument/2006/relationships/image" Target="../media/image109.png"/><Relationship Id="rId10" Type="http://schemas.openxmlformats.org/officeDocument/2006/relationships/image" Target="../media/image64.png"/><Relationship Id="rId31" Type="http://schemas.openxmlformats.org/officeDocument/2006/relationships/image" Target="../media/image83.svg"/><Relationship Id="rId44" Type="http://schemas.openxmlformats.org/officeDocument/2006/relationships/image" Target="../media/image96.png"/><Relationship Id="rId52" Type="http://schemas.openxmlformats.org/officeDocument/2006/relationships/image" Target="../media/image104.png"/><Relationship Id="rId60" Type="http://schemas.openxmlformats.org/officeDocument/2006/relationships/image" Target="../media/image112.png"/><Relationship Id="rId65" Type="http://schemas.openxmlformats.org/officeDocument/2006/relationships/image" Target="../media/image116.png"/><Relationship Id="rId73" Type="http://schemas.openxmlformats.org/officeDocument/2006/relationships/image" Target="../media/image124.png"/><Relationship Id="rId78" Type="http://schemas.openxmlformats.org/officeDocument/2006/relationships/image" Target="../media/image129.jpeg"/><Relationship Id="rId81" Type="http://schemas.openxmlformats.org/officeDocument/2006/relationships/image" Target="../media/image132.jpeg"/><Relationship Id="rId86" Type="http://schemas.openxmlformats.org/officeDocument/2006/relationships/image" Target="../media/image137.png"/><Relationship Id="rId4" Type="http://schemas.openxmlformats.org/officeDocument/2006/relationships/image" Target="../media/image58.png"/><Relationship Id="rId9" Type="http://schemas.openxmlformats.org/officeDocument/2006/relationships/image" Target="../media/image63.svg"/><Relationship Id="rId13" Type="http://schemas.openxmlformats.org/officeDocument/2006/relationships/image" Target="../media/image45.svg"/><Relationship Id="rId18" Type="http://schemas.openxmlformats.org/officeDocument/2006/relationships/image" Target="../media/image70.png"/><Relationship Id="rId39" Type="http://schemas.openxmlformats.org/officeDocument/2006/relationships/image" Target="../media/image91.png"/><Relationship Id="rId34" Type="http://schemas.openxmlformats.org/officeDocument/2006/relationships/image" Target="../media/image86.png"/><Relationship Id="rId50" Type="http://schemas.openxmlformats.org/officeDocument/2006/relationships/image" Target="../media/image102.png"/><Relationship Id="rId55" Type="http://schemas.openxmlformats.org/officeDocument/2006/relationships/image" Target="../media/image107.png"/><Relationship Id="rId76" Type="http://schemas.openxmlformats.org/officeDocument/2006/relationships/image" Target="../media/image127.jpeg"/><Relationship Id="rId7" Type="http://schemas.openxmlformats.org/officeDocument/2006/relationships/image" Target="../media/image61.svg"/><Relationship Id="rId71" Type="http://schemas.openxmlformats.org/officeDocument/2006/relationships/image" Target="../media/image122.png"/><Relationship Id="rId2" Type="http://schemas.openxmlformats.org/officeDocument/2006/relationships/notesSlide" Target="../notesSlides/notesSlide8.xml"/><Relationship Id="rId29" Type="http://schemas.openxmlformats.org/officeDocument/2006/relationships/image" Target="../media/image81.svg"/><Relationship Id="rId24" Type="http://schemas.openxmlformats.org/officeDocument/2006/relationships/image" Target="../media/image76.png"/><Relationship Id="rId40" Type="http://schemas.openxmlformats.org/officeDocument/2006/relationships/image" Target="../media/image92.png"/><Relationship Id="rId45" Type="http://schemas.openxmlformats.org/officeDocument/2006/relationships/image" Target="../media/image97.png"/><Relationship Id="rId66" Type="http://schemas.openxmlformats.org/officeDocument/2006/relationships/image" Target="../media/image117.png"/><Relationship Id="rId61" Type="http://schemas.openxmlformats.org/officeDocument/2006/relationships/image" Target="../media/image113.png"/><Relationship Id="rId82" Type="http://schemas.openxmlformats.org/officeDocument/2006/relationships/image" Target="../media/image133.jpeg"/></Relationships>
</file>

<file path=ppt/slides/_rels/slide26.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png"/><Relationship Id="rId18" Type="http://schemas.openxmlformats.org/officeDocument/2006/relationships/image" Target="../media/image139.png"/><Relationship Id="rId3" Type="http://schemas.openxmlformats.org/officeDocument/2006/relationships/image" Target="../media/image33.png"/><Relationship Id="rId21" Type="http://schemas.openxmlformats.org/officeDocument/2006/relationships/image" Target="../media/image142.png"/><Relationship Id="rId7" Type="http://schemas.openxmlformats.org/officeDocument/2006/relationships/image" Target="../media/image37.png"/><Relationship Id="rId12" Type="http://schemas.openxmlformats.org/officeDocument/2006/relationships/image" Target="../media/image48.svg"/><Relationship Id="rId17" Type="http://schemas.openxmlformats.org/officeDocument/2006/relationships/hyperlink" Target="https://medium.com/azure-data-lake/connecting-your-own-hadoop-or-spark-to-azure-data-lake-store-93d426d6a5f4" TargetMode="External"/><Relationship Id="rId2" Type="http://schemas.openxmlformats.org/officeDocument/2006/relationships/notesSlide" Target="../notesSlides/notesSlide9.xml"/><Relationship Id="rId16" Type="http://schemas.openxmlformats.org/officeDocument/2006/relationships/image" Target="../media/image138.png"/><Relationship Id="rId20" Type="http://schemas.openxmlformats.org/officeDocument/2006/relationships/image" Target="../media/image141.png"/><Relationship Id="rId1" Type="http://schemas.openxmlformats.org/officeDocument/2006/relationships/slideLayout" Target="../slideLayouts/slideLayout10.xml"/><Relationship Id="rId6" Type="http://schemas.openxmlformats.org/officeDocument/2006/relationships/image" Target="../media/image46.sv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28.png"/><Relationship Id="rId23" Type="http://schemas.openxmlformats.org/officeDocument/2006/relationships/image" Target="../media/image144.svg"/><Relationship Id="rId10" Type="http://schemas.openxmlformats.org/officeDocument/2006/relationships/image" Target="../media/image47.svg"/><Relationship Id="rId19" Type="http://schemas.openxmlformats.org/officeDocument/2006/relationships/image" Target="../media/image140.png"/><Relationship Id="rId4" Type="http://schemas.openxmlformats.org/officeDocument/2006/relationships/image" Target="../media/image45.svg"/><Relationship Id="rId9" Type="http://schemas.openxmlformats.org/officeDocument/2006/relationships/image" Target="../media/image39.png"/><Relationship Id="rId14" Type="http://schemas.openxmlformats.org/officeDocument/2006/relationships/image" Target="../media/image44.svg"/><Relationship Id="rId22" Type="http://schemas.openxmlformats.org/officeDocument/2006/relationships/image" Target="../media/image143.png"/></Relationships>
</file>

<file path=ppt/slides/_rels/slide27.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45.png"/><Relationship Id="rId7" Type="http://schemas.openxmlformats.org/officeDocument/2006/relationships/image" Target="../media/image149.emf"/><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148.svg"/><Relationship Id="rId5" Type="http://schemas.openxmlformats.org/officeDocument/2006/relationships/image" Target="../media/image147.png"/><Relationship Id="rId4" Type="http://schemas.openxmlformats.org/officeDocument/2006/relationships/image" Target="../media/image146.png"/></Relationships>
</file>

<file path=ppt/slides/_rels/slide2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51.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52.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53.jpeg"/></Relationships>
</file>

<file path=ppt/slides/_rels/slide33.xml.rels><?xml version="1.0" encoding="UTF-8" standalone="yes"?>
<Relationships xmlns="http://schemas.openxmlformats.org/package/2006/relationships"><Relationship Id="rId3" Type="http://schemas.openxmlformats.org/officeDocument/2006/relationships/image" Target="../media/image154.gif"/><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55.jpeg"/></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56.jpeg"/></Relationships>
</file>

<file path=ppt/slides/_rels/slide36.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png"/><Relationship Id="rId18" Type="http://schemas.openxmlformats.org/officeDocument/2006/relationships/image" Target="../media/image158.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8.svg"/><Relationship Id="rId17" Type="http://schemas.openxmlformats.org/officeDocument/2006/relationships/image" Target="../media/image157.png"/><Relationship Id="rId2" Type="http://schemas.openxmlformats.org/officeDocument/2006/relationships/notesSlide" Target="../notesSlides/notesSlide14.xml"/><Relationship Id="rId16" Type="http://schemas.openxmlformats.org/officeDocument/2006/relationships/image" Target="../media/image28.png"/><Relationship Id="rId20" Type="http://schemas.openxmlformats.org/officeDocument/2006/relationships/image" Target="../media/image160.png"/><Relationship Id="rId1" Type="http://schemas.openxmlformats.org/officeDocument/2006/relationships/slideLayout" Target="../slideLayouts/slideLayout4.xml"/><Relationship Id="rId6" Type="http://schemas.openxmlformats.org/officeDocument/2006/relationships/image" Target="../media/image46.sv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26.png"/><Relationship Id="rId10" Type="http://schemas.openxmlformats.org/officeDocument/2006/relationships/image" Target="../media/image47.svg"/><Relationship Id="rId19" Type="http://schemas.openxmlformats.org/officeDocument/2006/relationships/image" Target="../media/image159.png"/><Relationship Id="rId4" Type="http://schemas.openxmlformats.org/officeDocument/2006/relationships/image" Target="../media/image45.svg"/><Relationship Id="rId9" Type="http://schemas.openxmlformats.org/officeDocument/2006/relationships/image" Target="../media/image39.png"/><Relationship Id="rId14" Type="http://schemas.openxmlformats.org/officeDocument/2006/relationships/image" Target="../media/image44.svg"/></Relationships>
</file>

<file path=ppt/slides/_rels/slide37.xml.rels><?xml version="1.0" encoding="UTF-8" standalone="yes"?>
<Relationships xmlns="http://schemas.openxmlformats.org/package/2006/relationships"><Relationship Id="rId3" Type="http://schemas.openxmlformats.org/officeDocument/2006/relationships/hyperlink" Target="mailto:russ.seaman@tdsynnex.com" TargetMode="External"/><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161.png"/></Relationships>
</file>

<file path=ppt/slides/_rels/slide38.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23829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634A2D-31D0-2131-74F7-1C4F050C7836}"/>
              </a:ext>
            </a:extLst>
          </p:cNvPr>
          <p:cNvSpPr txBox="1"/>
          <p:nvPr/>
        </p:nvSpPr>
        <p:spPr>
          <a:xfrm>
            <a:off x="483836" y="2506301"/>
            <a:ext cx="9743440" cy="1631216"/>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1">
                <a:ln>
                  <a:noFill/>
                </a:ln>
                <a:solidFill>
                  <a:srgbClr val="FFFFFF"/>
                </a:solidFill>
                <a:effectLst/>
                <a:uLnTx/>
                <a:uFillTx/>
                <a:latin typeface="TWK Everett Extrabold" panose="020B0204000000000000" pitchFamily="34" charset="77"/>
                <a:ea typeface="+mn-ea"/>
                <a:cs typeface="+mn-cs"/>
              </a:rPr>
              <a:t>From Legacy to Leading Edge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4000" noProof="1">
                <a:solidFill>
                  <a:srgbClr val="FFFFFF"/>
                </a:solidFill>
                <a:latin typeface="TWK Everett Light" panose="020B0204000000000000" pitchFamily="34" charset="77"/>
              </a:rPr>
              <a:t>Modernizing Data with Fabric</a:t>
            </a:r>
            <a:endParaRPr kumimoji="0" lang="en-US" sz="4000" b="0" i="0" u="none" strike="noStrike" kern="1200" cap="none" spc="0" normalizeH="0" baseline="0" noProof="1">
              <a:ln>
                <a:noFill/>
              </a:ln>
              <a:solidFill>
                <a:srgbClr val="FFFFFF"/>
              </a:solidFill>
              <a:effectLst/>
              <a:uLnTx/>
              <a:uFillTx/>
              <a:latin typeface="TWK Everett Light" panose="020B0204000000000000" pitchFamily="34" charset="77"/>
              <a:ea typeface="+mn-ea"/>
              <a:cs typeface="+mn-cs"/>
            </a:endParaRPr>
          </a:p>
        </p:txBody>
      </p:sp>
      <p:sp>
        <p:nvSpPr>
          <p:cNvPr id="3" name="TextBox 2">
            <a:extLst>
              <a:ext uri="{FF2B5EF4-FFF2-40B4-BE49-F238E27FC236}">
                <a16:creationId xmlns:a16="http://schemas.microsoft.com/office/drawing/2014/main" id="{3808B441-3E94-C00D-17EF-C373EAFB0879}"/>
              </a:ext>
            </a:extLst>
          </p:cNvPr>
          <p:cNvSpPr txBox="1"/>
          <p:nvPr/>
        </p:nvSpPr>
        <p:spPr>
          <a:xfrm>
            <a:off x="504156" y="5464314"/>
            <a:ext cx="4719445" cy="707886"/>
          </a:xfrm>
          <a:prstGeom prst="rect">
            <a:avLst/>
          </a:prstGeom>
          <a:noFill/>
        </p:spPr>
        <p:txBody>
          <a:bodyPr wrap="squar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rgbClr val="4999D3"/>
                </a:solidFill>
                <a:effectLst/>
                <a:uLnTx/>
                <a:uFillTx/>
                <a:latin typeface="TWK Everett Black" panose="020B0204000000000000" pitchFamily="34" charset="77"/>
                <a:ea typeface="+mn-ea"/>
                <a:cs typeface="+mn-cs"/>
              </a:rPr>
              <a:t>Russ Seaman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srgbClr val="FFFFFF"/>
                </a:solidFill>
                <a:effectLst/>
                <a:uLnTx/>
                <a:uFillTx/>
                <a:latin typeface="TWK Everett Light" panose="020B0204000000000000" pitchFamily="34" charset="77"/>
                <a:ea typeface="+mn-ea"/>
                <a:cs typeface="+mn-cs"/>
              </a:rPr>
              <a:t>Solution Architect II | TD</a:t>
            </a:r>
            <a:r>
              <a:rPr kumimoji="0" lang="en-GB" sz="2000" b="0" i="0" u="none" strike="noStrike" kern="1200" cap="none" spc="0" normalizeH="0" noProof="0">
                <a:ln>
                  <a:noFill/>
                </a:ln>
                <a:solidFill>
                  <a:srgbClr val="FFFFFF"/>
                </a:solidFill>
                <a:effectLst/>
                <a:uLnTx/>
                <a:uFillTx/>
                <a:latin typeface="TWK Everett Light" panose="020B0204000000000000" pitchFamily="34" charset="77"/>
                <a:ea typeface="+mn-ea"/>
                <a:cs typeface="+mn-cs"/>
              </a:rPr>
              <a:t> Synnex</a:t>
            </a:r>
            <a:endParaRPr kumimoji="0" lang="id-ID" sz="2000" b="0" i="0" u="none" strike="noStrike" kern="1200" cap="none" spc="0" normalizeH="0" baseline="0" noProof="0">
              <a:ln>
                <a:noFill/>
              </a:ln>
              <a:solidFill>
                <a:srgbClr val="FFFFFF"/>
              </a:solidFill>
              <a:effectLst/>
              <a:uLnTx/>
              <a:uFillTx/>
              <a:latin typeface="TWK Everett Light" panose="020B0204000000000000" pitchFamily="34" charset="77"/>
              <a:ea typeface="+mn-ea"/>
              <a:cs typeface="+mn-cs"/>
            </a:endParaRPr>
          </a:p>
        </p:txBody>
      </p:sp>
    </p:spTree>
    <p:extLst>
      <p:ext uri="{BB962C8B-B14F-4D97-AF65-F5344CB8AC3E}">
        <p14:creationId xmlns:p14="http://schemas.microsoft.com/office/powerpoint/2010/main" val="6896945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25E752A7-5678-3649-62DB-3FF25EA6C4B5}"/>
              </a:ext>
            </a:extLst>
          </p:cNvPr>
          <p:cNvSpPr txBox="1">
            <a:spLocks/>
          </p:cNvSpPr>
          <p:nvPr/>
        </p:nvSpPr>
        <p:spPr>
          <a:xfrm>
            <a:off x="474476" y="1192193"/>
            <a:ext cx="4433190" cy="3587104"/>
          </a:xfrm>
          <a:prstGeom prst="rect">
            <a:avLst/>
          </a:prstGeom>
        </p:spPr>
        <p:txBody>
          <a:bodyPr anchor="b"/>
          <a:lstStyle>
            <a:lvl1pPr algn="l" defTabSz="914400" rtl="0" eaLnBrk="1" latinLnBrk="0" hangingPunct="1">
              <a:lnSpc>
                <a:spcPct val="90000"/>
              </a:lnSpc>
              <a:spcBef>
                <a:spcPct val="0"/>
              </a:spcBef>
              <a:buNone/>
              <a:defRPr sz="3200" b="1" i="0" kern="120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9600">
                <a:solidFill>
                  <a:schemeClr val="bg2"/>
                </a:solidFill>
                <a:latin typeface="TWK Everett Extrabold" panose="020B0204000000000000" pitchFamily="34" charset="77"/>
              </a:rPr>
              <a:t>What is Fabric?</a:t>
            </a:r>
            <a:endParaRPr kumimoji="0" lang="en-US" sz="9600" b="0" i="0" u="none" strike="noStrike" kern="1200" cap="none" spc="0" normalizeH="0" baseline="0" noProof="0">
              <a:ln>
                <a:noFill/>
              </a:ln>
              <a:solidFill>
                <a:schemeClr val="bg2"/>
              </a:solidFill>
              <a:effectLst/>
              <a:uLnTx/>
              <a:uFillTx/>
              <a:latin typeface="TWK Everett Light" panose="020B0204000000000000" pitchFamily="34" charset="77"/>
            </a:endParaRPr>
          </a:p>
        </p:txBody>
      </p:sp>
      <p:sp>
        <p:nvSpPr>
          <p:cNvPr id="3" name="Content Placeholder 9">
            <a:extLst>
              <a:ext uri="{FF2B5EF4-FFF2-40B4-BE49-F238E27FC236}">
                <a16:creationId xmlns:a16="http://schemas.microsoft.com/office/drawing/2014/main" id="{7080FB00-4A05-48CC-49DF-3A8EBC77F6AF}"/>
              </a:ext>
            </a:extLst>
          </p:cNvPr>
          <p:cNvSpPr txBox="1">
            <a:spLocks/>
          </p:cNvSpPr>
          <p:nvPr/>
        </p:nvSpPr>
        <p:spPr>
          <a:xfrm>
            <a:off x="528320" y="4779296"/>
            <a:ext cx="3927933" cy="88651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tx2"/>
                </a:solidFill>
                <a:effectLst/>
                <a:uLnTx/>
                <a:uFillTx/>
                <a:latin typeface="TWK Everett" panose="020B0204000000000000" pitchFamily="34" charset="77"/>
                <a:ea typeface="+mn-ea"/>
                <a:cs typeface="+mn-cs"/>
              </a:rPr>
              <a:t>And more importantly, why would we want to use it?</a:t>
            </a:r>
          </a:p>
        </p:txBody>
      </p:sp>
      <p:pic>
        <p:nvPicPr>
          <p:cNvPr id="4" name="Picture 3">
            <a:extLst>
              <a:ext uri="{FF2B5EF4-FFF2-40B4-BE49-F238E27FC236}">
                <a16:creationId xmlns:a16="http://schemas.microsoft.com/office/drawing/2014/main" id="{AAC48D0D-06E3-4434-29E4-64F6114EB4A0}"/>
              </a:ex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16342" y="2105837"/>
            <a:ext cx="2669488" cy="2669476"/>
          </a:xfrm>
          <a:prstGeom prst="rect">
            <a:avLst/>
          </a:prstGeom>
          <a:effectLst/>
        </p:spPr>
      </p:pic>
    </p:spTree>
    <p:extLst>
      <p:ext uri="{BB962C8B-B14F-4D97-AF65-F5344CB8AC3E}">
        <p14:creationId xmlns:p14="http://schemas.microsoft.com/office/powerpoint/2010/main" val="28428742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F137B-7C97-2450-A522-3443CFA4133C}"/>
              </a:ext>
            </a:extLst>
          </p:cNvPr>
          <p:cNvSpPr>
            <a:spLocks noGrp="1"/>
          </p:cNvSpPr>
          <p:nvPr>
            <p:ph type="title"/>
          </p:nvPr>
        </p:nvSpPr>
        <p:spPr>
          <a:xfrm>
            <a:off x="524538" y="969361"/>
            <a:ext cx="11057861" cy="1007720"/>
          </a:xfrm>
        </p:spPr>
        <p:txBody>
          <a:bodyPr/>
          <a:lstStyle/>
          <a:p>
            <a:pPr algn="ctr"/>
            <a:r>
              <a:rPr lang="en-US">
                <a:solidFill>
                  <a:srgbClr val="B3EBC5"/>
                </a:solidFill>
              </a:rPr>
              <a:t>The starting line</a:t>
            </a:r>
          </a:p>
        </p:txBody>
      </p:sp>
      <p:grpSp>
        <p:nvGrpSpPr>
          <p:cNvPr id="3" name="Group 2" descr="A flow chart showing the interconnection between a complex, organically evolved data estate where Business teams and Tech teams (Vendor 4: Compute and serving, Vendor 3: Data management, Vendor 2: Storage and Vendor 1: Ingestion) with Enterprise data sources falling under Several">
            <a:extLst>
              <a:ext uri="{FF2B5EF4-FFF2-40B4-BE49-F238E27FC236}">
                <a16:creationId xmlns:a16="http://schemas.microsoft.com/office/drawing/2014/main" id="{7D57986F-E3E2-1D42-0254-4F52660EFDE5}"/>
              </a:ext>
            </a:extLst>
          </p:cNvPr>
          <p:cNvGrpSpPr/>
          <p:nvPr/>
        </p:nvGrpSpPr>
        <p:grpSpPr>
          <a:xfrm>
            <a:off x="822220" y="1837518"/>
            <a:ext cx="6328936" cy="4180021"/>
            <a:chOff x="581025" y="1544396"/>
            <a:chExt cx="6604000" cy="4591971"/>
          </a:xfrm>
        </p:grpSpPr>
        <p:sp>
          <p:nvSpPr>
            <p:cNvPr id="4" name="Rounded Rectangle 8">
              <a:extLst>
                <a:ext uri="{FF2B5EF4-FFF2-40B4-BE49-F238E27FC236}">
                  <a16:creationId xmlns:a16="http://schemas.microsoft.com/office/drawing/2014/main" id="{ABF733E5-90F1-F879-51C4-B443F4A5E5BA}"/>
                </a:ext>
                <a:ext uri="{C183D7F6-B498-43B3-948B-1728B52AA6E4}">
                  <adec:decorative xmlns:adec="http://schemas.microsoft.com/office/drawing/2017/decorative" val="1"/>
                </a:ext>
              </a:extLst>
            </p:cNvPr>
            <p:cNvSpPr/>
            <p:nvPr/>
          </p:nvSpPr>
          <p:spPr bwMode="auto">
            <a:xfrm>
              <a:off x="581025" y="1544396"/>
              <a:ext cx="6604000" cy="4591971"/>
            </a:xfrm>
            <a:prstGeom prst="roundRect">
              <a:avLst>
                <a:gd name="adj" fmla="val 2729"/>
              </a:avLst>
            </a:prstGeom>
            <a:solidFill>
              <a:srgbClr val="FFFFFF">
                <a:alpha val="94098"/>
              </a:srgbClr>
            </a:solidFill>
            <a:ln w="6350" cap="flat" cmpd="sng" algn="ctr">
              <a:noFill/>
              <a:prstDash val="solid"/>
              <a:miter lim="800000"/>
              <a:headEnd type="none" w="med" len="med"/>
              <a:tailEnd type="none" w="med" len="med"/>
            </a:ln>
            <a:effectLst>
              <a:outerShdw blurRad="235619" dist="38100" dir="2700000" algn="tl" rotWithShape="0">
                <a:prstClr val="black">
                  <a:alpha val="19837"/>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rgbClr val="49C5B1"/>
                </a:solidFill>
                <a:effectLst/>
                <a:uLnTx/>
                <a:uFillTx/>
                <a:latin typeface="Segoe Sans Text Semilight"/>
                <a:ea typeface="Segoe UI" pitchFamily="34" charset="0"/>
                <a:cs typeface="Segoe UI" pitchFamily="34" charset="0"/>
              </a:endParaRPr>
            </a:p>
          </p:txBody>
        </p:sp>
        <p:sp>
          <p:nvSpPr>
            <p:cNvPr id="6" name="Rounded Rectangle 7">
              <a:extLst>
                <a:ext uri="{FF2B5EF4-FFF2-40B4-BE49-F238E27FC236}">
                  <a16:creationId xmlns:a16="http://schemas.microsoft.com/office/drawing/2014/main" id="{F31118AE-F104-DD5F-4D44-14B6DEDA761E}"/>
                </a:ext>
              </a:extLst>
            </p:cNvPr>
            <p:cNvSpPr/>
            <p:nvPr/>
          </p:nvSpPr>
          <p:spPr bwMode="auto">
            <a:xfrm>
              <a:off x="978394" y="2233987"/>
              <a:ext cx="1836525" cy="407361"/>
            </a:xfrm>
            <a:prstGeom prst="roundRect">
              <a:avLst>
                <a:gd name="adj" fmla="val 14039"/>
              </a:avLst>
            </a:prstGeom>
            <a:solidFill>
              <a:srgbClr val="49C5B1">
                <a:lumMod val="20000"/>
                <a:lumOff val="80000"/>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36576" numCol="1" spcCol="0" rtlCol="0" fromWordArt="0" anchor="b"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2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Business team</a:t>
              </a:r>
            </a:p>
          </p:txBody>
        </p:sp>
        <p:sp>
          <p:nvSpPr>
            <p:cNvPr id="7" name="Rounded Rectangle 8">
              <a:extLst>
                <a:ext uri="{FF2B5EF4-FFF2-40B4-BE49-F238E27FC236}">
                  <a16:creationId xmlns:a16="http://schemas.microsoft.com/office/drawing/2014/main" id="{A0DD237C-78AE-567A-5E3B-11CCC6FB5930}"/>
                </a:ext>
              </a:extLst>
            </p:cNvPr>
            <p:cNvSpPr/>
            <p:nvPr/>
          </p:nvSpPr>
          <p:spPr bwMode="auto">
            <a:xfrm>
              <a:off x="2964761" y="2233987"/>
              <a:ext cx="1836525" cy="407361"/>
            </a:xfrm>
            <a:prstGeom prst="roundRect">
              <a:avLst>
                <a:gd name="adj" fmla="val 14039"/>
              </a:avLst>
            </a:prstGeom>
            <a:solidFill>
              <a:srgbClr val="49C5B1">
                <a:lumMod val="20000"/>
                <a:lumOff val="80000"/>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36576" numCol="1" spcCol="0" rtlCol="0" fromWordArt="0" anchor="b"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2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Business team</a:t>
              </a:r>
            </a:p>
          </p:txBody>
        </p:sp>
        <p:sp>
          <p:nvSpPr>
            <p:cNvPr id="8" name="Rounded Rectangle 9">
              <a:extLst>
                <a:ext uri="{FF2B5EF4-FFF2-40B4-BE49-F238E27FC236}">
                  <a16:creationId xmlns:a16="http://schemas.microsoft.com/office/drawing/2014/main" id="{E0C28A88-C47E-C132-9220-46EDB498D541}"/>
                </a:ext>
              </a:extLst>
            </p:cNvPr>
            <p:cNvSpPr/>
            <p:nvPr/>
          </p:nvSpPr>
          <p:spPr bwMode="auto">
            <a:xfrm>
              <a:off x="4951130" y="2233987"/>
              <a:ext cx="1836525" cy="407361"/>
            </a:xfrm>
            <a:prstGeom prst="roundRect">
              <a:avLst>
                <a:gd name="adj" fmla="val 14039"/>
              </a:avLst>
            </a:prstGeom>
            <a:solidFill>
              <a:srgbClr val="49C5B1">
                <a:lumMod val="20000"/>
                <a:lumOff val="80000"/>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36576" numCol="1" spcCol="0" rtlCol="0" fromWordArt="0" anchor="b"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2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Business team</a:t>
              </a:r>
            </a:p>
          </p:txBody>
        </p:sp>
        <p:sp>
          <p:nvSpPr>
            <p:cNvPr id="9" name="Rounded Rectangle 10">
              <a:extLst>
                <a:ext uri="{FF2B5EF4-FFF2-40B4-BE49-F238E27FC236}">
                  <a16:creationId xmlns:a16="http://schemas.microsoft.com/office/drawing/2014/main" id="{417AD110-3D72-3FB3-1CF4-9CD140C48C89}"/>
                </a:ext>
              </a:extLst>
            </p:cNvPr>
            <p:cNvSpPr/>
            <p:nvPr/>
          </p:nvSpPr>
          <p:spPr bwMode="auto">
            <a:xfrm>
              <a:off x="978394" y="3312273"/>
              <a:ext cx="2531566" cy="1622595"/>
            </a:xfrm>
            <a:prstGeom prst="roundRect">
              <a:avLst>
                <a:gd name="adj" fmla="val 3742"/>
              </a:avLst>
            </a:prstGeom>
            <a:solidFill>
              <a:srgbClr val="FFFFFF"/>
            </a:solidFill>
            <a:ln w="6350" cap="flat" cmpd="sng" algn="ctr">
              <a:noFill/>
              <a:prstDash val="solid"/>
              <a:miter lim="800000"/>
              <a:headEnd type="none" w="med" len="med"/>
              <a:tailEnd type="none" w="med" len="med"/>
            </a:ln>
            <a:effectLst>
              <a:outerShdw blurRad="127000" dist="38100" dir="2700000" algn="tl" rotWithShape="0">
                <a:srgbClr val="000000">
                  <a:lumMod val="50000"/>
                  <a:lumOff val="50000"/>
                  <a:alpha val="20000"/>
                </a:srgbClr>
              </a:outerShdw>
            </a:effectLst>
          </p:spPr>
          <p:txBody>
            <a:bodyPr rot="0" spcFirstLastPara="0" vertOverflow="overflow" horzOverflow="overflow" vert="horz" wrap="square" lIns="0" tIns="54864" rIns="0" bIns="0" numCol="1" spcCol="0" rtlCol="0" fromWordArt="0" anchor="t"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200" b="0" i="0" u="none" strike="noStrike" kern="0" cap="none" spc="0" normalizeH="0" baseline="0" noProof="0">
                  <a:ln>
                    <a:noFill/>
                  </a:ln>
                  <a:solidFill>
                    <a:srgbClr val="8661C5"/>
                  </a:solidFill>
                  <a:effectLst/>
                  <a:uLnTx/>
                  <a:uFillTx/>
                  <a:latin typeface="Segoe Sans Display Semibold" pitchFamily="2" charset="0"/>
                  <a:ea typeface="+mn-ea"/>
                  <a:cs typeface="Segoe Sans Display Semibold" pitchFamily="2" charset="0"/>
                </a:rPr>
                <a:t>Tech team</a:t>
              </a:r>
            </a:p>
          </p:txBody>
        </p:sp>
        <p:sp>
          <p:nvSpPr>
            <p:cNvPr id="10" name="Rounded Rectangle 11">
              <a:extLst>
                <a:ext uri="{FF2B5EF4-FFF2-40B4-BE49-F238E27FC236}">
                  <a16:creationId xmlns:a16="http://schemas.microsoft.com/office/drawing/2014/main" id="{8282CC4A-B1DA-1367-7097-12737FD8441F}"/>
                </a:ext>
              </a:extLst>
            </p:cNvPr>
            <p:cNvSpPr/>
            <p:nvPr/>
          </p:nvSpPr>
          <p:spPr bwMode="auto">
            <a:xfrm>
              <a:off x="978395" y="5653515"/>
              <a:ext cx="5809261" cy="353183"/>
            </a:xfrm>
            <a:prstGeom prst="roundRect">
              <a:avLst>
                <a:gd name="adj" fmla="val 12852"/>
              </a:avLst>
            </a:prstGeom>
            <a:solidFill>
              <a:srgbClr val="49C5B1">
                <a:lumMod val="20000"/>
                <a:lumOff val="80000"/>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36576"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2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Enterprise data sources</a:t>
              </a:r>
            </a:p>
          </p:txBody>
        </p:sp>
        <p:cxnSp>
          <p:nvCxnSpPr>
            <p:cNvPr id="11" name="Straight Arrow Connector 10">
              <a:extLst>
                <a:ext uri="{FF2B5EF4-FFF2-40B4-BE49-F238E27FC236}">
                  <a16:creationId xmlns:a16="http://schemas.microsoft.com/office/drawing/2014/main" id="{2936AC79-D170-CDA4-CDE0-7D9A074CF392}"/>
                </a:ext>
              </a:extLst>
            </p:cNvPr>
            <p:cNvCxnSpPr>
              <a:cxnSpLocks/>
            </p:cNvCxnSpPr>
            <p:nvPr/>
          </p:nvCxnSpPr>
          <p:spPr>
            <a:xfrm>
              <a:off x="1269204" y="5031654"/>
              <a:ext cx="0" cy="539184"/>
            </a:xfrm>
            <a:prstGeom prst="straightConnector1">
              <a:avLst/>
            </a:prstGeom>
            <a:noFill/>
            <a:ln w="6350" cap="flat" cmpd="sng" algn="ctr">
              <a:solidFill>
                <a:srgbClr val="49C5B1">
                  <a:lumMod val="75000"/>
                </a:srgbClr>
              </a:solidFill>
              <a:prstDash val="solid"/>
              <a:miter lim="800000"/>
              <a:headEnd type="arrow" w="lg" len="sm"/>
              <a:tailEnd type="arrow" w="lg" len="sm"/>
            </a:ln>
            <a:effectLst/>
          </p:spPr>
        </p:cxnSp>
        <p:cxnSp>
          <p:nvCxnSpPr>
            <p:cNvPr id="12" name="Straight Arrow Connector 11">
              <a:extLst>
                <a:ext uri="{FF2B5EF4-FFF2-40B4-BE49-F238E27FC236}">
                  <a16:creationId xmlns:a16="http://schemas.microsoft.com/office/drawing/2014/main" id="{8E6869DA-8208-5B58-3235-AD6A29F5FD70}"/>
                </a:ext>
              </a:extLst>
            </p:cNvPr>
            <p:cNvCxnSpPr>
              <a:cxnSpLocks/>
            </p:cNvCxnSpPr>
            <p:nvPr/>
          </p:nvCxnSpPr>
          <p:spPr>
            <a:xfrm>
              <a:off x="2306634" y="5031654"/>
              <a:ext cx="9555" cy="539184"/>
            </a:xfrm>
            <a:prstGeom prst="straightConnector1">
              <a:avLst/>
            </a:prstGeom>
            <a:noFill/>
            <a:ln w="6350" cap="flat" cmpd="sng" algn="ctr">
              <a:solidFill>
                <a:srgbClr val="F3364C">
                  <a:lumMod val="60000"/>
                  <a:lumOff val="40000"/>
                </a:srgbClr>
              </a:solidFill>
              <a:prstDash val="solid"/>
              <a:miter lim="800000"/>
              <a:headEnd type="arrow" w="lg" len="sm"/>
              <a:tailEnd type="arrow" w="lg" len="sm"/>
            </a:ln>
            <a:effectLst/>
          </p:spPr>
        </p:cxnSp>
        <p:cxnSp>
          <p:nvCxnSpPr>
            <p:cNvPr id="13" name="Connector: Elbow 4">
              <a:extLst>
                <a:ext uri="{FF2B5EF4-FFF2-40B4-BE49-F238E27FC236}">
                  <a16:creationId xmlns:a16="http://schemas.microsoft.com/office/drawing/2014/main" id="{0CC41779-83A9-8A3F-5E4B-9E5355E466DC}"/>
                </a:ext>
              </a:extLst>
            </p:cNvPr>
            <p:cNvCxnSpPr>
              <a:cxnSpLocks/>
            </p:cNvCxnSpPr>
            <p:nvPr/>
          </p:nvCxnSpPr>
          <p:spPr>
            <a:xfrm rot="5400000" flipH="1" flipV="1">
              <a:off x="3945739" y="3762445"/>
              <a:ext cx="539184" cy="3077605"/>
            </a:xfrm>
            <a:prstGeom prst="bentConnector3">
              <a:avLst>
                <a:gd name="adj1" fmla="val 38311"/>
              </a:avLst>
            </a:prstGeom>
            <a:noFill/>
            <a:ln w="6350" cap="flat" cmpd="sng" algn="ctr">
              <a:solidFill>
                <a:srgbClr val="49C5B1">
                  <a:lumMod val="75000"/>
                </a:srgbClr>
              </a:solidFill>
              <a:prstDash val="solid"/>
              <a:miter lim="800000"/>
              <a:headEnd type="arrow" w="lg" len="sm"/>
              <a:tailEnd type="arrow" w="lg" len="sm"/>
            </a:ln>
            <a:effectLst/>
          </p:spPr>
        </p:cxnSp>
        <p:cxnSp>
          <p:nvCxnSpPr>
            <p:cNvPr id="14" name="Connector: Elbow 5">
              <a:extLst>
                <a:ext uri="{FF2B5EF4-FFF2-40B4-BE49-F238E27FC236}">
                  <a16:creationId xmlns:a16="http://schemas.microsoft.com/office/drawing/2014/main" id="{A657A27A-D7C0-BBE4-D440-F73B89F0B408}"/>
                </a:ext>
              </a:extLst>
            </p:cNvPr>
            <p:cNvCxnSpPr>
              <a:cxnSpLocks/>
            </p:cNvCxnSpPr>
            <p:nvPr/>
          </p:nvCxnSpPr>
          <p:spPr>
            <a:xfrm rot="5400000" flipH="1" flipV="1">
              <a:off x="3138769" y="3612929"/>
              <a:ext cx="541035" cy="3374785"/>
            </a:xfrm>
            <a:prstGeom prst="bentConnector3">
              <a:avLst>
                <a:gd name="adj1" fmla="val 78592"/>
              </a:avLst>
            </a:prstGeom>
            <a:noFill/>
            <a:ln w="6350" cap="flat" cmpd="sng" algn="ctr">
              <a:solidFill>
                <a:srgbClr val="225B61"/>
              </a:solidFill>
              <a:prstDash val="solid"/>
              <a:miter lim="800000"/>
              <a:headEnd type="arrow" w="lg" len="sm"/>
              <a:tailEnd type="arrow" w="lg" len="sm"/>
            </a:ln>
            <a:effectLst/>
          </p:spPr>
        </p:cxnSp>
        <p:cxnSp>
          <p:nvCxnSpPr>
            <p:cNvPr id="15" name="Connector: Elbow 6">
              <a:extLst>
                <a:ext uri="{FF2B5EF4-FFF2-40B4-BE49-F238E27FC236}">
                  <a16:creationId xmlns:a16="http://schemas.microsoft.com/office/drawing/2014/main" id="{6BCCA351-D222-2E51-73CB-551A1D8F7E78}"/>
                </a:ext>
              </a:extLst>
            </p:cNvPr>
            <p:cNvCxnSpPr>
              <a:cxnSpLocks/>
            </p:cNvCxnSpPr>
            <p:nvPr/>
          </p:nvCxnSpPr>
          <p:spPr>
            <a:xfrm rot="16200000" flipH="1">
              <a:off x="2263181" y="4566599"/>
              <a:ext cx="537391" cy="1471090"/>
            </a:xfrm>
            <a:prstGeom prst="bentConnector3">
              <a:avLst>
                <a:gd name="adj1" fmla="val 50000"/>
              </a:avLst>
            </a:prstGeom>
            <a:noFill/>
            <a:ln w="6350" cap="flat" cmpd="sng" algn="ctr">
              <a:solidFill>
                <a:srgbClr val="4F5F68"/>
              </a:solidFill>
              <a:prstDash val="solid"/>
              <a:miter lim="800000"/>
              <a:headEnd type="arrow" w="lg" len="sm"/>
              <a:tailEnd type="arrow" w="lg" len="sm"/>
            </a:ln>
            <a:effectLst/>
          </p:spPr>
        </p:cxnSp>
        <p:cxnSp>
          <p:nvCxnSpPr>
            <p:cNvPr id="16" name="Connector: Elbow 8">
              <a:extLst>
                <a:ext uri="{FF2B5EF4-FFF2-40B4-BE49-F238E27FC236}">
                  <a16:creationId xmlns:a16="http://schemas.microsoft.com/office/drawing/2014/main" id="{5D6A05FE-76EF-BC26-A9E5-359B8521D8B9}"/>
                </a:ext>
              </a:extLst>
            </p:cNvPr>
            <p:cNvCxnSpPr>
              <a:cxnSpLocks/>
            </p:cNvCxnSpPr>
            <p:nvPr/>
          </p:nvCxnSpPr>
          <p:spPr>
            <a:xfrm rot="5400000" flipH="1" flipV="1">
              <a:off x="4650414" y="3998136"/>
              <a:ext cx="525416" cy="2621407"/>
            </a:xfrm>
            <a:prstGeom prst="bentConnector3">
              <a:avLst>
                <a:gd name="adj1" fmla="val 50000"/>
              </a:avLst>
            </a:prstGeom>
            <a:noFill/>
            <a:ln w="6350" cap="flat" cmpd="sng" algn="ctr">
              <a:solidFill>
                <a:srgbClr val="4F5F68"/>
              </a:solidFill>
              <a:prstDash val="solid"/>
              <a:miter lim="800000"/>
              <a:headEnd type="arrow" w="lg" len="sm"/>
              <a:tailEnd type="arrow" w="lg" len="sm"/>
            </a:ln>
            <a:effectLst/>
          </p:spPr>
        </p:cxnSp>
        <p:cxnSp>
          <p:nvCxnSpPr>
            <p:cNvPr id="17" name="Connector: Elbow 10">
              <a:extLst>
                <a:ext uri="{FF2B5EF4-FFF2-40B4-BE49-F238E27FC236}">
                  <a16:creationId xmlns:a16="http://schemas.microsoft.com/office/drawing/2014/main" id="{AE62BF48-661E-E753-DA30-93A169D5044C}"/>
                </a:ext>
              </a:extLst>
            </p:cNvPr>
            <p:cNvCxnSpPr>
              <a:cxnSpLocks/>
            </p:cNvCxnSpPr>
            <p:nvPr/>
          </p:nvCxnSpPr>
          <p:spPr>
            <a:xfrm rot="16200000" flipV="1">
              <a:off x="2591108" y="3968911"/>
              <a:ext cx="534410" cy="2669447"/>
            </a:xfrm>
            <a:prstGeom prst="bentConnector3">
              <a:avLst>
                <a:gd name="adj1" fmla="val 27487"/>
              </a:avLst>
            </a:prstGeom>
            <a:noFill/>
            <a:ln w="6350" cap="flat" cmpd="sng" algn="ctr">
              <a:solidFill>
                <a:srgbClr val="000000">
                  <a:lumMod val="50000"/>
                  <a:lumOff val="50000"/>
                </a:srgbClr>
              </a:solidFill>
              <a:prstDash val="solid"/>
              <a:headEnd type="arrow" w="lg" len="sm"/>
              <a:tailEnd type="arrow" w="lg" len="sm"/>
            </a:ln>
            <a:effectLst/>
          </p:spPr>
        </p:cxnSp>
        <p:cxnSp>
          <p:nvCxnSpPr>
            <p:cNvPr id="18" name="Connector: Elbow 11">
              <a:extLst>
                <a:ext uri="{FF2B5EF4-FFF2-40B4-BE49-F238E27FC236}">
                  <a16:creationId xmlns:a16="http://schemas.microsoft.com/office/drawing/2014/main" id="{CF9E54E3-99D5-2BBE-D416-327D3493ECB7}"/>
                </a:ext>
              </a:extLst>
            </p:cNvPr>
            <p:cNvCxnSpPr>
              <a:cxnSpLocks/>
            </p:cNvCxnSpPr>
            <p:nvPr/>
          </p:nvCxnSpPr>
          <p:spPr>
            <a:xfrm rot="5400000" flipH="1" flipV="1">
              <a:off x="5060115" y="4557960"/>
              <a:ext cx="531384" cy="1494372"/>
            </a:xfrm>
            <a:prstGeom prst="bentConnector3">
              <a:avLst>
                <a:gd name="adj1" fmla="val 24124"/>
              </a:avLst>
            </a:prstGeom>
            <a:noFill/>
            <a:ln w="6350" cap="flat" cmpd="sng" algn="ctr">
              <a:solidFill>
                <a:srgbClr val="8DE971"/>
              </a:solidFill>
              <a:prstDash val="solid"/>
              <a:miter lim="800000"/>
              <a:headEnd type="arrow" w="lg" len="sm"/>
              <a:tailEnd type="arrow" w="lg" len="sm"/>
            </a:ln>
            <a:effectLst/>
          </p:spPr>
        </p:cxnSp>
        <p:cxnSp>
          <p:nvCxnSpPr>
            <p:cNvPr id="19" name="Connector: Elbow 12">
              <a:extLst>
                <a:ext uri="{FF2B5EF4-FFF2-40B4-BE49-F238E27FC236}">
                  <a16:creationId xmlns:a16="http://schemas.microsoft.com/office/drawing/2014/main" id="{971FBB80-2EF9-FCCD-1F79-7BC63008BE88}"/>
                </a:ext>
              </a:extLst>
            </p:cNvPr>
            <p:cNvCxnSpPr>
              <a:cxnSpLocks/>
            </p:cNvCxnSpPr>
            <p:nvPr/>
          </p:nvCxnSpPr>
          <p:spPr>
            <a:xfrm rot="16200000" flipV="1">
              <a:off x="3870587" y="4367959"/>
              <a:ext cx="533369" cy="1872388"/>
            </a:xfrm>
            <a:prstGeom prst="bentConnector3">
              <a:avLst>
                <a:gd name="adj1" fmla="val 71483"/>
              </a:avLst>
            </a:prstGeom>
            <a:noFill/>
            <a:ln w="6350" cap="flat" cmpd="sng" algn="ctr">
              <a:solidFill>
                <a:srgbClr val="000000">
                  <a:lumMod val="50000"/>
                  <a:lumOff val="50000"/>
                </a:srgbClr>
              </a:solidFill>
              <a:prstDash val="solid"/>
              <a:headEnd type="arrow" w="lg" len="sm"/>
              <a:tailEnd type="arrow" w="lg" len="sm"/>
            </a:ln>
            <a:effectLst/>
          </p:spPr>
        </p:cxnSp>
        <p:cxnSp>
          <p:nvCxnSpPr>
            <p:cNvPr id="20" name="Connector: Elbow 13">
              <a:extLst>
                <a:ext uri="{FF2B5EF4-FFF2-40B4-BE49-F238E27FC236}">
                  <a16:creationId xmlns:a16="http://schemas.microsoft.com/office/drawing/2014/main" id="{950B2865-0574-C4EA-512B-D83B6026551B}"/>
                </a:ext>
              </a:extLst>
            </p:cNvPr>
            <p:cNvCxnSpPr>
              <a:cxnSpLocks/>
            </p:cNvCxnSpPr>
            <p:nvPr/>
          </p:nvCxnSpPr>
          <p:spPr>
            <a:xfrm rot="16200000" flipV="1">
              <a:off x="4822654" y="4908762"/>
              <a:ext cx="529913" cy="794238"/>
            </a:xfrm>
            <a:prstGeom prst="bentConnector3">
              <a:avLst>
                <a:gd name="adj1" fmla="val 31620"/>
              </a:avLst>
            </a:prstGeom>
            <a:noFill/>
            <a:ln w="6350" cap="flat" cmpd="sng" algn="ctr">
              <a:solidFill>
                <a:srgbClr val="49C5B1">
                  <a:lumMod val="75000"/>
                </a:srgbClr>
              </a:solidFill>
              <a:prstDash val="solid"/>
              <a:miter lim="800000"/>
              <a:headEnd type="arrow" w="lg" len="sm"/>
              <a:tailEnd type="arrow" w="lg" len="sm"/>
            </a:ln>
            <a:effectLst/>
          </p:spPr>
        </p:cxnSp>
        <p:cxnSp>
          <p:nvCxnSpPr>
            <p:cNvPr id="21" name="Connector: Elbow 14">
              <a:extLst>
                <a:ext uri="{FF2B5EF4-FFF2-40B4-BE49-F238E27FC236}">
                  <a16:creationId xmlns:a16="http://schemas.microsoft.com/office/drawing/2014/main" id="{9679C016-182E-1505-CDA1-1ED291844A69}"/>
                </a:ext>
              </a:extLst>
            </p:cNvPr>
            <p:cNvCxnSpPr>
              <a:cxnSpLocks/>
            </p:cNvCxnSpPr>
            <p:nvPr/>
          </p:nvCxnSpPr>
          <p:spPr>
            <a:xfrm rot="16200000" flipV="1">
              <a:off x="4271784" y="3434680"/>
              <a:ext cx="536457" cy="3735860"/>
            </a:xfrm>
            <a:prstGeom prst="bentConnector3">
              <a:avLst>
                <a:gd name="adj1" fmla="val 59611"/>
              </a:avLst>
            </a:prstGeom>
            <a:noFill/>
            <a:ln w="6350" cap="flat" cmpd="sng" algn="ctr">
              <a:solidFill>
                <a:srgbClr val="225B61"/>
              </a:solidFill>
              <a:prstDash val="solid"/>
              <a:miter lim="800000"/>
              <a:headEnd type="arrow" w="lg" len="sm"/>
              <a:tailEnd type="arrow" w="lg" len="sm"/>
            </a:ln>
            <a:effectLst/>
          </p:spPr>
        </p:cxnSp>
        <p:cxnSp>
          <p:nvCxnSpPr>
            <p:cNvPr id="22" name="Connector: Elbow 15">
              <a:extLst>
                <a:ext uri="{FF2B5EF4-FFF2-40B4-BE49-F238E27FC236}">
                  <a16:creationId xmlns:a16="http://schemas.microsoft.com/office/drawing/2014/main" id="{4954B176-94BC-58CA-D9EB-B50D8372CDEF}"/>
                </a:ext>
              </a:extLst>
            </p:cNvPr>
            <p:cNvCxnSpPr>
              <a:cxnSpLocks/>
            </p:cNvCxnSpPr>
            <p:nvPr/>
          </p:nvCxnSpPr>
          <p:spPr>
            <a:xfrm rot="16200000" flipV="1">
              <a:off x="5356043" y="4966554"/>
              <a:ext cx="542580" cy="665989"/>
            </a:xfrm>
            <a:prstGeom prst="bentConnector3">
              <a:avLst>
                <a:gd name="adj1" fmla="val 69645"/>
              </a:avLst>
            </a:prstGeom>
            <a:noFill/>
            <a:ln w="6350" cap="flat" cmpd="sng" algn="ctr">
              <a:solidFill>
                <a:srgbClr val="8DE971"/>
              </a:solidFill>
              <a:prstDash val="solid"/>
              <a:miter lim="800000"/>
              <a:headEnd type="arrow" w="lg" len="sm"/>
              <a:tailEnd type="arrow" w="lg" len="sm"/>
            </a:ln>
            <a:effectLst/>
          </p:spPr>
        </p:cxnSp>
        <p:sp>
          <p:nvSpPr>
            <p:cNvPr id="23" name="Rounded Rectangle 30">
              <a:extLst>
                <a:ext uri="{FF2B5EF4-FFF2-40B4-BE49-F238E27FC236}">
                  <a16:creationId xmlns:a16="http://schemas.microsoft.com/office/drawing/2014/main" id="{F923F5E0-096E-DE54-AB76-C107D0F55282}"/>
                </a:ext>
              </a:extLst>
            </p:cNvPr>
            <p:cNvSpPr/>
            <p:nvPr/>
          </p:nvSpPr>
          <p:spPr bwMode="auto">
            <a:xfrm>
              <a:off x="1122597" y="4558119"/>
              <a:ext cx="2243160" cy="266106"/>
            </a:xfrm>
            <a:prstGeom prst="roundRect">
              <a:avLst>
                <a:gd name="adj" fmla="val 50000"/>
              </a:avLst>
            </a:prstGeom>
            <a:solidFill>
              <a:srgbClr val="8661C5">
                <a:lumMod val="20000"/>
                <a:lumOff val="80000"/>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mn-cs"/>
                </a:rPr>
                <a:t>Vendor 1: Ingestion</a:t>
              </a:r>
            </a:p>
          </p:txBody>
        </p:sp>
        <p:sp>
          <p:nvSpPr>
            <p:cNvPr id="24" name="Rounded Rectangle 31">
              <a:extLst>
                <a:ext uri="{FF2B5EF4-FFF2-40B4-BE49-F238E27FC236}">
                  <a16:creationId xmlns:a16="http://schemas.microsoft.com/office/drawing/2014/main" id="{1C359418-11DE-B93C-41A3-CB3384656CA5}"/>
                </a:ext>
              </a:extLst>
            </p:cNvPr>
            <p:cNvSpPr/>
            <p:nvPr/>
          </p:nvSpPr>
          <p:spPr bwMode="auto">
            <a:xfrm>
              <a:off x="1122597" y="4250550"/>
              <a:ext cx="2243160" cy="266106"/>
            </a:xfrm>
            <a:prstGeom prst="roundRect">
              <a:avLst>
                <a:gd name="adj" fmla="val 50000"/>
              </a:avLst>
            </a:prstGeom>
            <a:solidFill>
              <a:srgbClr val="8661C5">
                <a:lumMod val="20000"/>
                <a:lumOff val="80000"/>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mn-cs"/>
                </a:rPr>
                <a:t>Vendor 2: Storage</a:t>
              </a:r>
            </a:p>
          </p:txBody>
        </p:sp>
        <p:sp>
          <p:nvSpPr>
            <p:cNvPr id="25" name="Rounded Rectangle 32">
              <a:extLst>
                <a:ext uri="{FF2B5EF4-FFF2-40B4-BE49-F238E27FC236}">
                  <a16:creationId xmlns:a16="http://schemas.microsoft.com/office/drawing/2014/main" id="{70C298CF-16C2-F978-840A-4A7F3D0BEC7F}"/>
                </a:ext>
              </a:extLst>
            </p:cNvPr>
            <p:cNvSpPr/>
            <p:nvPr/>
          </p:nvSpPr>
          <p:spPr bwMode="auto">
            <a:xfrm>
              <a:off x="1122597" y="3635412"/>
              <a:ext cx="2243160" cy="266106"/>
            </a:xfrm>
            <a:prstGeom prst="roundRect">
              <a:avLst>
                <a:gd name="adj" fmla="val 50000"/>
              </a:avLst>
            </a:prstGeom>
            <a:solidFill>
              <a:srgbClr val="8661C5">
                <a:lumMod val="20000"/>
                <a:lumOff val="80000"/>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mn-cs"/>
                </a:rPr>
                <a:t>Vendor 4: Compute and serving</a:t>
              </a:r>
            </a:p>
          </p:txBody>
        </p:sp>
        <p:sp>
          <p:nvSpPr>
            <p:cNvPr id="26" name="Rounded Rectangle 33">
              <a:extLst>
                <a:ext uri="{FF2B5EF4-FFF2-40B4-BE49-F238E27FC236}">
                  <a16:creationId xmlns:a16="http://schemas.microsoft.com/office/drawing/2014/main" id="{FA3233FB-F7E3-4DC5-D97D-DE01C41DAC95}"/>
                </a:ext>
              </a:extLst>
            </p:cNvPr>
            <p:cNvSpPr/>
            <p:nvPr/>
          </p:nvSpPr>
          <p:spPr bwMode="auto">
            <a:xfrm>
              <a:off x="1122597" y="3942981"/>
              <a:ext cx="2243160" cy="266106"/>
            </a:xfrm>
            <a:prstGeom prst="roundRect">
              <a:avLst>
                <a:gd name="adj" fmla="val 50000"/>
              </a:avLst>
            </a:prstGeom>
            <a:solidFill>
              <a:srgbClr val="8661C5">
                <a:lumMod val="20000"/>
                <a:lumOff val="80000"/>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mn-cs"/>
                </a:rPr>
                <a:t>Vendor 3: Data management</a:t>
              </a:r>
            </a:p>
          </p:txBody>
        </p:sp>
        <p:cxnSp>
          <p:nvCxnSpPr>
            <p:cNvPr id="27" name="Connector: Elbow 25">
              <a:extLst>
                <a:ext uri="{FF2B5EF4-FFF2-40B4-BE49-F238E27FC236}">
                  <a16:creationId xmlns:a16="http://schemas.microsoft.com/office/drawing/2014/main" id="{CC2EA0A1-7AE9-586B-80D7-9742F0E91F30}"/>
                </a:ext>
              </a:extLst>
            </p:cNvPr>
            <p:cNvCxnSpPr>
              <a:cxnSpLocks/>
            </p:cNvCxnSpPr>
            <p:nvPr/>
          </p:nvCxnSpPr>
          <p:spPr>
            <a:xfrm rot="16200000" flipV="1">
              <a:off x="1775289" y="2347565"/>
              <a:ext cx="500387" cy="1258492"/>
            </a:xfrm>
            <a:prstGeom prst="bentConnector3">
              <a:avLst/>
            </a:prstGeom>
            <a:noFill/>
            <a:ln w="6350" cap="flat" cmpd="sng" algn="ctr">
              <a:solidFill>
                <a:srgbClr val="F3364C">
                  <a:lumMod val="60000"/>
                  <a:lumOff val="40000"/>
                </a:srgbClr>
              </a:solidFill>
              <a:prstDash val="solid"/>
              <a:headEnd type="arrow" w="lg" len="sm"/>
              <a:tailEnd type="arrow" w="lg" len="sm"/>
            </a:ln>
            <a:effectLst/>
          </p:spPr>
        </p:cxnSp>
        <p:cxnSp>
          <p:nvCxnSpPr>
            <p:cNvPr id="28" name="Connector: Elbow 26">
              <a:extLst>
                <a:ext uri="{FF2B5EF4-FFF2-40B4-BE49-F238E27FC236}">
                  <a16:creationId xmlns:a16="http://schemas.microsoft.com/office/drawing/2014/main" id="{E575EF54-AA5B-CA69-7493-2BAB5BFA41A7}"/>
                </a:ext>
              </a:extLst>
            </p:cNvPr>
            <p:cNvCxnSpPr>
              <a:cxnSpLocks/>
            </p:cNvCxnSpPr>
            <p:nvPr/>
          </p:nvCxnSpPr>
          <p:spPr>
            <a:xfrm rot="5400000" flipH="1" flipV="1">
              <a:off x="2804997" y="1642364"/>
              <a:ext cx="500387" cy="2668896"/>
            </a:xfrm>
            <a:prstGeom prst="bentConnector3">
              <a:avLst>
                <a:gd name="adj1" fmla="val 31105"/>
              </a:avLst>
            </a:prstGeom>
            <a:noFill/>
            <a:ln w="6350" cap="flat" cmpd="sng" algn="ctr">
              <a:solidFill>
                <a:srgbClr val="49C5B1">
                  <a:lumMod val="75000"/>
                </a:srgbClr>
              </a:solidFill>
              <a:prstDash val="solid"/>
              <a:headEnd type="arrow" w="lg" len="sm"/>
              <a:tailEnd type="arrow" w="lg" len="sm"/>
            </a:ln>
            <a:effectLst/>
          </p:spPr>
        </p:cxnSp>
        <p:cxnSp>
          <p:nvCxnSpPr>
            <p:cNvPr id="29" name="Connector: Elbow 27">
              <a:extLst>
                <a:ext uri="{FF2B5EF4-FFF2-40B4-BE49-F238E27FC236}">
                  <a16:creationId xmlns:a16="http://schemas.microsoft.com/office/drawing/2014/main" id="{B1AF6DBE-0CE5-D5EE-3CC4-00D45E9E0D64}"/>
                </a:ext>
              </a:extLst>
            </p:cNvPr>
            <p:cNvCxnSpPr>
              <a:cxnSpLocks/>
            </p:cNvCxnSpPr>
            <p:nvPr/>
          </p:nvCxnSpPr>
          <p:spPr>
            <a:xfrm rot="5400000" flipH="1" flipV="1">
              <a:off x="3834704" y="1079649"/>
              <a:ext cx="500387" cy="3794328"/>
            </a:xfrm>
            <a:prstGeom prst="bentConnector3">
              <a:avLst>
                <a:gd name="adj1" fmla="val 79069"/>
              </a:avLst>
            </a:prstGeom>
            <a:noFill/>
            <a:ln w="6350" cap="flat" cmpd="sng" algn="ctr">
              <a:solidFill>
                <a:srgbClr val="8DE971"/>
              </a:solidFill>
              <a:prstDash val="solid"/>
              <a:headEnd type="arrow" w="lg" len="sm"/>
              <a:tailEnd type="arrow" w="lg" len="sm"/>
            </a:ln>
            <a:effectLst/>
          </p:spPr>
        </p:cxnSp>
        <p:cxnSp>
          <p:nvCxnSpPr>
            <p:cNvPr id="30" name="Connector: Elbow 28">
              <a:extLst>
                <a:ext uri="{FF2B5EF4-FFF2-40B4-BE49-F238E27FC236}">
                  <a16:creationId xmlns:a16="http://schemas.microsoft.com/office/drawing/2014/main" id="{48A878C0-B9BA-2400-5C6E-76EDF6C63864}"/>
                </a:ext>
              </a:extLst>
            </p:cNvPr>
            <p:cNvCxnSpPr>
              <a:cxnSpLocks/>
            </p:cNvCxnSpPr>
            <p:nvPr/>
          </p:nvCxnSpPr>
          <p:spPr>
            <a:xfrm rot="16200000" flipV="1">
              <a:off x="3291606" y="1298239"/>
              <a:ext cx="502231" cy="3358987"/>
            </a:xfrm>
            <a:prstGeom prst="bentConnector3">
              <a:avLst>
                <a:gd name="adj1" fmla="val 63033"/>
              </a:avLst>
            </a:prstGeom>
            <a:noFill/>
            <a:ln w="6350" cap="flat" cmpd="sng" algn="ctr">
              <a:solidFill>
                <a:srgbClr val="000000">
                  <a:lumMod val="50000"/>
                  <a:lumOff val="50000"/>
                </a:srgbClr>
              </a:solidFill>
              <a:prstDash val="solid"/>
              <a:headEnd type="arrow" w="lg" len="sm"/>
              <a:tailEnd type="arrow" w="lg" len="sm"/>
            </a:ln>
            <a:effectLst/>
          </p:spPr>
        </p:cxnSp>
        <p:cxnSp>
          <p:nvCxnSpPr>
            <p:cNvPr id="31" name="Connector: Elbow 29">
              <a:extLst>
                <a:ext uri="{FF2B5EF4-FFF2-40B4-BE49-F238E27FC236}">
                  <a16:creationId xmlns:a16="http://schemas.microsoft.com/office/drawing/2014/main" id="{73D95154-05EE-EFD5-5486-699DB098F802}"/>
                </a:ext>
              </a:extLst>
            </p:cNvPr>
            <p:cNvCxnSpPr>
              <a:cxnSpLocks/>
            </p:cNvCxnSpPr>
            <p:nvPr/>
          </p:nvCxnSpPr>
          <p:spPr>
            <a:xfrm rot="16200000" flipV="1">
              <a:off x="4321316" y="1860955"/>
              <a:ext cx="502231" cy="2233554"/>
            </a:xfrm>
            <a:prstGeom prst="bentConnector3">
              <a:avLst/>
            </a:prstGeom>
            <a:noFill/>
            <a:ln w="6350" cap="flat" cmpd="sng" algn="ctr">
              <a:solidFill>
                <a:srgbClr val="8DE971"/>
              </a:solidFill>
              <a:prstDash val="solid"/>
              <a:headEnd type="arrow" w="lg" len="sm"/>
              <a:tailEnd type="arrow" w="lg" len="sm"/>
            </a:ln>
            <a:effectLst/>
          </p:spPr>
        </p:cxnSp>
        <p:cxnSp>
          <p:nvCxnSpPr>
            <p:cNvPr id="32" name="Connector: Elbow 30">
              <a:extLst>
                <a:ext uri="{FF2B5EF4-FFF2-40B4-BE49-F238E27FC236}">
                  <a16:creationId xmlns:a16="http://schemas.microsoft.com/office/drawing/2014/main" id="{988F3DE5-F4BA-15C7-C824-4758B6E7FC1E}"/>
                </a:ext>
              </a:extLst>
            </p:cNvPr>
            <p:cNvCxnSpPr>
              <a:cxnSpLocks/>
            </p:cNvCxnSpPr>
            <p:nvPr/>
          </p:nvCxnSpPr>
          <p:spPr>
            <a:xfrm rot="16200000" flipV="1">
              <a:off x="5584521" y="2657169"/>
              <a:ext cx="502231" cy="641129"/>
            </a:xfrm>
            <a:prstGeom prst="bentConnector3">
              <a:avLst>
                <a:gd name="adj1" fmla="val 63033"/>
              </a:avLst>
            </a:prstGeom>
            <a:noFill/>
            <a:ln w="6350" cap="flat" cmpd="sng" algn="ctr">
              <a:solidFill>
                <a:srgbClr val="49C5B1">
                  <a:lumMod val="75000"/>
                </a:srgbClr>
              </a:solidFill>
              <a:prstDash val="solid"/>
              <a:headEnd type="arrow" w="lg" len="sm"/>
              <a:tailEnd type="arrow" w="lg" len="sm"/>
            </a:ln>
            <a:effectLst/>
          </p:spPr>
        </p:cxnSp>
        <p:sp>
          <p:nvSpPr>
            <p:cNvPr id="33" name="Rounded Rectangle 40">
              <a:extLst>
                <a:ext uri="{FF2B5EF4-FFF2-40B4-BE49-F238E27FC236}">
                  <a16:creationId xmlns:a16="http://schemas.microsoft.com/office/drawing/2014/main" id="{B7D21C5E-39E2-DD82-4CF7-C141764CF29B}"/>
                </a:ext>
              </a:extLst>
            </p:cNvPr>
            <p:cNvSpPr/>
            <p:nvPr/>
          </p:nvSpPr>
          <p:spPr bwMode="auto">
            <a:xfrm>
              <a:off x="4256090" y="3312273"/>
              <a:ext cx="2531567" cy="1622595"/>
            </a:xfrm>
            <a:prstGeom prst="roundRect">
              <a:avLst>
                <a:gd name="adj" fmla="val 3742"/>
              </a:avLst>
            </a:prstGeom>
            <a:solidFill>
              <a:srgbClr val="FFFFFF"/>
            </a:solidFill>
            <a:ln w="6350" cap="flat" cmpd="sng" algn="ctr">
              <a:noFill/>
              <a:prstDash val="solid"/>
              <a:miter lim="800000"/>
              <a:headEnd type="none" w="med" len="med"/>
              <a:tailEnd type="none" w="med" len="med"/>
            </a:ln>
            <a:effectLst>
              <a:outerShdw blurRad="127000" dist="38100" dir="2700000" algn="tl" rotWithShape="0">
                <a:srgbClr val="000000">
                  <a:lumMod val="50000"/>
                  <a:lumOff val="50000"/>
                  <a:alpha val="20000"/>
                </a:srgbClr>
              </a:outerShdw>
            </a:effectLst>
          </p:spPr>
          <p:txBody>
            <a:bodyPr rot="0" spcFirstLastPara="0" vertOverflow="overflow" horzOverflow="overflow" vert="horz" wrap="square" lIns="0" tIns="54864" rIns="0" bIns="0" numCol="1" spcCol="0" rtlCol="0" fromWordArt="0" anchor="t"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200" b="0" i="0" u="none" strike="noStrike" kern="0" cap="none" spc="0" normalizeH="0" baseline="0" noProof="0">
                  <a:ln>
                    <a:noFill/>
                  </a:ln>
                  <a:solidFill>
                    <a:srgbClr val="8661C5"/>
                  </a:solidFill>
                  <a:effectLst/>
                  <a:uLnTx/>
                  <a:uFillTx/>
                  <a:latin typeface="Segoe Sans Display Semibold" pitchFamily="2" charset="0"/>
                  <a:ea typeface="+mn-ea"/>
                  <a:cs typeface="Segoe Sans Display Semibold" pitchFamily="2" charset="0"/>
                </a:rPr>
                <a:t>Tech team</a:t>
              </a:r>
            </a:p>
          </p:txBody>
        </p:sp>
        <p:sp>
          <p:nvSpPr>
            <p:cNvPr id="34" name="Rounded Rectangle 41">
              <a:extLst>
                <a:ext uri="{FF2B5EF4-FFF2-40B4-BE49-F238E27FC236}">
                  <a16:creationId xmlns:a16="http://schemas.microsoft.com/office/drawing/2014/main" id="{8241466C-0798-5E34-C44F-DCCD6D3FA148}"/>
                </a:ext>
              </a:extLst>
            </p:cNvPr>
            <p:cNvSpPr/>
            <p:nvPr/>
          </p:nvSpPr>
          <p:spPr bwMode="auto">
            <a:xfrm>
              <a:off x="4400293" y="4558119"/>
              <a:ext cx="2243160" cy="266106"/>
            </a:xfrm>
            <a:prstGeom prst="roundRect">
              <a:avLst>
                <a:gd name="adj" fmla="val 50000"/>
              </a:avLst>
            </a:prstGeom>
            <a:solidFill>
              <a:srgbClr val="8661C5">
                <a:lumMod val="20000"/>
                <a:lumOff val="80000"/>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mn-cs"/>
                </a:rPr>
                <a:t>Vendor 1: Ingestion</a:t>
              </a:r>
            </a:p>
          </p:txBody>
        </p:sp>
        <p:sp>
          <p:nvSpPr>
            <p:cNvPr id="35" name="Rounded Rectangle 42">
              <a:extLst>
                <a:ext uri="{FF2B5EF4-FFF2-40B4-BE49-F238E27FC236}">
                  <a16:creationId xmlns:a16="http://schemas.microsoft.com/office/drawing/2014/main" id="{1E72BF83-6E98-DA24-1F75-06B0CB654358}"/>
                </a:ext>
              </a:extLst>
            </p:cNvPr>
            <p:cNvSpPr/>
            <p:nvPr/>
          </p:nvSpPr>
          <p:spPr bwMode="auto">
            <a:xfrm>
              <a:off x="4400293" y="4250550"/>
              <a:ext cx="2243160" cy="266106"/>
            </a:xfrm>
            <a:prstGeom prst="roundRect">
              <a:avLst>
                <a:gd name="adj" fmla="val 50000"/>
              </a:avLst>
            </a:prstGeom>
            <a:solidFill>
              <a:srgbClr val="8661C5">
                <a:lumMod val="20000"/>
                <a:lumOff val="80000"/>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mn-cs"/>
                </a:rPr>
                <a:t>Vendor 2: Storage</a:t>
              </a:r>
            </a:p>
          </p:txBody>
        </p:sp>
        <p:sp>
          <p:nvSpPr>
            <p:cNvPr id="36" name="Rounded Rectangle 43">
              <a:extLst>
                <a:ext uri="{FF2B5EF4-FFF2-40B4-BE49-F238E27FC236}">
                  <a16:creationId xmlns:a16="http://schemas.microsoft.com/office/drawing/2014/main" id="{4099B86D-8126-9C86-4725-73485EBEBA06}"/>
                </a:ext>
              </a:extLst>
            </p:cNvPr>
            <p:cNvSpPr/>
            <p:nvPr/>
          </p:nvSpPr>
          <p:spPr bwMode="auto">
            <a:xfrm>
              <a:off x="4400293" y="3635412"/>
              <a:ext cx="2243160" cy="266106"/>
            </a:xfrm>
            <a:prstGeom prst="roundRect">
              <a:avLst>
                <a:gd name="adj" fmla="val 50000"/>
              </a:avLst>
            </a:prstGeom>
            <a:solidFill>
              <a:srgbClr val="8661C5">
                <a:lumMod val="20000"/>
                <a:lumOff val="80000"/>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mn-cs"/>
                </a:rPr>
                <a:t>Vendor 4: Compute and serving</a:t>
              </a:r>
            </a:p>
          </p:txBody>
        </p:sp>
        <p:sp>
          <p:nvSpPr>
            <p:cNvPr id="37" name="Rounded Rectangle 44">
              <a:extLst>
                <a:ext uri="{FF2B5EF4-FFF2-40B4-BE49-F238E27FC236}">
                  <a16:creationId xmlns:a16="http://schemas.microsoft.com/office/drawing/2014/main" id="{EAA51F4A-B304-2F4D-D569-3DEE448FDE16}"/>
                </a:ext>
              </a:extLst>
            </p:cNvPr>
            <p:cNvSpPr/>
            <p:nvPr/>
          </p:nvSpPr>
          <p:spPr bwMode="auto">
            <a:xfrm>
              <a:off x="4400293" y="3942981"/>
              <a:ext cx="2243160" cy="266106"/>
            </a:xfrm>
            <a:prstGeom prst="roundRect">
              <a:avLst>
                <a:gd name="adj" fmla="val 50000"/>
              </a:avLst>
            </a:prstGeom>
            <a:solidFill>
              <a:srgbClr val="8661C5">
                <a:lumMod val="20000"/>
                <a:lumOff val="80000"/>
              </a:srgbClr>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mn-cs"/>
                </a:rPr>
                <a:t>Vendor 3: Data management</a:t>
              </a:r>
            </a:p>
          </p:txBody>
        </p:sp>
        <p:grpSp>
          <p:nvGrpSpPr>
            <p:cNvPr id="38" name="Group 37">
              <a:extLst>
                <a:ext uri="{FF2B5EF4-FFF2-40B4-BE49-F238E27FC236}">
                  <a16:creationId xmlns:a16="http://schemas.microsoft.com/office/drawing/2014/main" id="{76A8A467-9A7C-0068-0F86-72FB55423C9E}"/>
                </a:ext>
              </a:extLst>
            </p:cNvPr>
            <p:cNvGrpSpPr/>
            <p:nvPr/>
          </p:nvGrpSpPr>
          <p:grpSpPr>
            <a:xfrm>
              <a:off x="983609" y="1646555"/>
              <a:ext cx="5800172" cy="238363"/>
              <a:chOff x="983609" y="1825263"/>
              <a:chExt cx="5800172" cy="238363"/>
            </a:xfrm>
          </p:grpSpPr>
          <p:sp>
            <p:nvSpPr>
              <p:cNvPr id="61" name="Left Bracket 60">
                <a:extLst>
                  <a:ext uri="{FF2B5EF4-FFF2-40B4-BE49-F238E27FC236}">
                    <a16:creationId xmlns:a16="http://schemas.microsoft.com/office/drawing/2014/main" id="{6D8E4C27-EB3A-6B7D-52FC-B54FA44C124F}"/>
                  </a:ext>
                </a:extLst>
              </p:cNvPr>
              <p:cNvSpPr/>
              <p:nvPr/>
            </p:nvSpPr>
            <p:spPr>
              <a:xfrm rot="5400000">
                <a:off x="3835355" y="-906905"/>
                <a:ext cx="96680" cy="5800172"/>
              </a:xfrm>
              <a:prstGeom prst="leftBracket">
                <a:avLst>
                  <a:gd name="adj" fmla="val 108294"/>
                </a:avLst>
              </a:prstGeom>
              <a:noFill/>
              <a:ln w="19050" cap="rnd" cmpd="sng" algn="ctr">
                <a:solidFill>
                  <a:srgbClr val="9D9D9D"/>
                </a:solidFill>
                <a:prstDash val="solid"/>
                <a:miter lim="800000"/>
                <a:headEnd type="none" w="sm" len="sm"/>
                <a:tailEnd type="none" w="lg" len="med"/>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62" name="Rectangle: Rounded Corners 36">
                <a:extLst>
                  <a:ext uri="{FF2B5EF4-FFF2-40B4-BE49-F238E27FC236}">
                    <a16:creationId xmlns:a16="http://schemas.microsoft.com/office/drawing/2014/main" id="{81F6787E-8F3E-7DF4-E830-154482227DF1}"/>
                  </a:ext>
                  <a:ext uri="{C183D7F6-B498-43B3-948B-1728B52AA6E4}">
                    <adec:decorative xmlns:adec="http://schemas.microsoft.com/office/drawing/2017/decorative" val="1"/>
                  </a:ext>
                </a:extLst>
              </p:cNvPr>
              <p:cNvSpPr/>
              <p:nvPr/>
            </p:nvSpPr>
            <p:spPr>
              <a:xfrm>
                <a:off x="3521620" y="1825263"/>
                <a:ext cx="724150" cy="238363"/>
              </a:xfrm>
              <a:prstGeom prst="roundRect">
                <a:avLst>
                  <a:gd name="adj" fmla="val 17837"/>
                </a:avLst>
              </a:prstGeom>
              <a:solidFill>
                <a:srgbClr val="FFFFFF"/>
              </a:solid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367" eaLnBrk="1" fontAlgn="base"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Several</a:t>
                </a:r>
              </a:p>
            </p:txBody>
          </p:sp>
        </p:grpSp>
        <p:cxnSp>
          <p:nvCxnSpPr>
            <p:cNvPr id="39" name="Connector: Elbow 263">
              <a:extLst>
                <a:ext uri="{FF2B5EF4-FFF2-40B4-BE49-F238E27FC236}">
                  <a16:creationId xmlns:a16="http://schemas.microsoft.com/office/drawing/2014/main" id="{2FF94260-AD2D-4E15-16DF-1EFE39B885DA}"/>
                </a:ext>
              </a:extLst>
            </p:cNvPr>
            <p:cNvCxnSpPr>
              <a:cxnSpLocks/>
            </p:cNvCxnSpPr>
            <p:nvPr/>
          </p:nvCxnSpPr>
          <p:spPr>
            <a:xfrm flipV="1">
              <a:off x="3621797" y="3564147"/>
              <a:ext cx="522456" cy="670855"/>
            </a:xfrm>
            <a:prstGeom prst="bentConnector3">
              <a:avLst/>
            </a:prstGeom>
            <a:noFill/>
            <a:ln w="6350" cap="flat" cmpd="sng" algn="ctr">
              <a:solidFill>
                <a:srgbClr val="8DE971"/>
              </a:solidFill>
              <a:prstDash val="solid"/>
              <a:headEnd type="arrow" w="lg" len="sm"/>
              <a:tailEnd type="arrow" w="lg" len="sm"/>
            </a:ln>
            <a:effectLst/>
          </p:spPr>
        </p:cxnSp>
        <p:cxnSp>
          <p:nvCxnSpPr>
            <p:cNvPr id="40" name="Connector: Elbow 264">
              <a:extLst>
                <a:ext uri="{FF2B5EF4-FFF2-40B4-BE49-F238E27FC236}">
                  <a16:creationId xmlns:a16="http://schemas.microsoft.com/office/drawing/2014/main" id="{59F1C316-D4B0-EA6A-F257-9671F50B63DE}"/>
                </a:ext>
              </a:extLst>
            </p:cNvPr>
            <p:cNvCxnSpPr>
              <a:cxnSpLocks/>
            </p:cNvCxnSpPr>
            <p:nvPr/>
          </p:nvCxnSpPr>
          <p:spPr>
            <a:xfrm>
              <a:off x="3621797" y="3508575"/>
              <a:ext cx="522456" cy="412911"/>
            </a:xfrm>
            <a:prstGeom prst="bentConnector3">
              <a:avLst>
                <a:gd name="adj1" fmla="val 39933"/>
              </a:avLst>
            </a:prstGeom>
            <a:noFill/>
            <a:ln w="6350" cap="flat" cmpd="sng" algn="ctr">
              <a:solidFill>
                <a:srgbClr val="49C5B1">
                  <a:lumMod val="75000"/>
                </a:srgbClr>
              </a:solidFill>
              <a:prstDash val="solid"/>
              <a:headEnd type="arrow" w="lg" len="sm"/>
              <a:tailEnd type="arrow" w="lg" len="sm"/>
            </a:ln>
            <a:effectLst/>
          </p:spPr>
        </p:cxnSp>
        <p:cxnSp>
          <p:nvCxnSpPr>
            <p:cNvPr id="41" name="Connector: Elbow 265">
              <a:extLst>
                <a:ext uri="{FF2B5EF4-FFF2-40B4-BE49-F238E27FC236}">
                  <a16:creationId xmlns:a16="http://schemas.microsoft.com/office/drawing/2014/main" id="{7E8D4B94-F3A8-7B98-0B65-9D11C1A5B2A1}"/>
                </a:ext>
              </a:extLst>
            </p:cNvPr>
            <p:cNvCxnSpPr>
              <a:cxnSpLocks/>
            </p:cNvCxnSpPr>
            <p:nvPr/>
          </p:nvCxnSpPr>
          <p:spPr>
            <a:xfrm>
              <a:off x="3626514" y="3911065"/>
              <a:ext cx="508325" cy="827497"/>
            </a:xfrm>
            <a:prstGeom prst="bentConnector3">
              <a:avLst>
                <a:gd name="adj1" fmla="val 31048"/>
              </a:avLst>
            </a:prstGeom>
            <a:noFill/>
            <a:ln w="6350" cap="flat" cmpd="sng" algn="ctr">
              <a:solidFill>
                <a:srgbClr val="4F5F68"/>
              </a:solidFill>
              <a:prstDash val="solid"/>
              <a:headEnd type="arrow" w="lg" len="sm"/>
              <a:tailEnd type="arrow" w="lg" len="sm"/>
            </a:ln>
            <a:effectLst/>
          </p:spPr>
        </p:cxnSp>
        <p:cxnSp>
          <p:nvCxnSpPr>
            <p:cNvPr id="42" name="Connector: Elbow 266">
              <a:extLst>
                <a:ext uri="{FF2B5EF4-FFF2-40B4-BE49-F238E27FC236}">
                  <a16:creationId xmlns:a16="http://schemas.microsoft.com/office/drawing/2014/main" id="{FEABA871-3006-D8B6-063F-D8E4423126AC}"/>
                </a:ext>
              </a:extLst>
            </p:cNvPr>
            <p:cNvCxnSpPr>
              <a:cxnSpLocks/>
            </p:cNvCxnSpPr>
            <p:nvPr/>
          </p:nvCxnSpPr>
          <p:spPr>
            <a:xfrm rot="10800000" flipV="1">
              <a:off x="3626821" y="4288541"/>
              <a:ext cx="501046" cy="305406"/>
            </a:xfrm>
            <a:prstGeom prst="bentConnector3">
              <a:avLst>
                <a:gd name="adj1" fmla="val 41002"/>
              </a:avLst>
            </a:prstGeom>
            <a:noFill/>
            <a:ln w="6350" cap="flat" cmpd="sng" algn="ctr">
              <a:solidFill>
                <a:srgbClr val="8DE971"/>
              </a:solidFill>
              <a:prstDash val="solid"/>
              <a:headEnd type="arrow" w="lg" len="sm"/>
              <a:tailEnd type="arrow" w="lg" len="sm"/>
            </a:ln>
            <a:effectLst/>
          </p:spPr>
        </p:cxnSp>
        <p:grpSp>
          <p:nvGrpSpPr>
            <p:cNvPr id="43" name="Group 42">
              <a:extLst>
                <a:ext uri="{FF2B5EF4-FFF2-40B4-BE49-F238E27FC236}">
                  <a16:creationId xmlns:a16="http://schemas.microsoft.com/office/drawing/2014/main" id="{6E105EEF-1626-42B3-D575-C4D8763956C0}"/>
                </a:ext>
              </a:extLst>
            </p:cNvPr>
            <p:cNvGrpSpPr/>
            <p:nvPr/>
          </p:nvGrpSpPr>
          <p:grpSpPr>
            <a:xfrm>
              <a:off x="1484417" y="2049575"/>
              <a:ext cx="315184" cy="320314"/>
              <a:chOff x="1450691" y="2106144"/>
              <a:chExt cx="415089" cy="421849"/>
            </a:xfrm>
          </p:grpSpPr>
          <p:sp>
            <p:nvSpPr>
              <p:cNvPr id="59" name="Oval 58">
                <a:extLst>
                  <a:ext uri="{FF2B5EF4-FFF2-40B4-BE49-F238E27FC236}">
                    <a16:creationId xmlns:a16="http://schemas.microsoft.com/office/drawing/2014/main" id="{22F1D5B0-09B7-6D66-8EC5-2B898C56921A}"/>
                  </a:ext>
                </a:extLst>
              </p:cNvPr>
              <p:cNvSpPr/>
              <p:nvPr/>
            </p:nvSpPr>
            <p:spPr bwMode="auto">
              <a:xfrm>
                <a:off x="1450691" y="2106144"/>
                <a:ext cx="415089" cy="421849"/>
              </a:xfrm>
              <a:prstGeom prst="ellipse">
                <a:avLst/>
              </a:prstGeom>
              <a:gradFill rotWithShape="1">
                <a:gsLst>
                  <a:gs pos="60000">
                    <a:srgbClr val="038C76"/>
                  </a:gs>
                  <a:gs pos="0">
                    <a:srgbClr val="117865">
                      <a:shade val="67500"/>
                      <a:satMod val="115000"/>
                    </a:srgbClr>
                  </a:gs>
                  <a:gs pos="100000">
                    <a:srgbClr val="00AE94"/>
                  </a:gs>
                </a:gsLst>
                <a:lin ang="18900000" scaled="1"/>
              </a:gradFill>
              <a:ln w="6350" cap="flat" cmpd="sng" algn="ctr">
                <a:noFill/>
                <a:prstDash val="solid"/>
                <a:miter lim="800000"/>
                <a:headEnd type="none" w="med" len="med"/>
                <a:tailEnd type="none" w="med" len="med"/>
              </a:ln>
              <a:effectLst>
                <a:outerShdw blurRad="203200" dist="381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ts val="0"/>
                  </a:spcBef>
                  <a:spcAft>
                    <a:spcPts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Sans Text Semilight"/>
                  <a:ea typeface="Segoe UI" pitchFamily="34" charset="0"/>
                  <a:cs typeface="Segoe UI" pitchFamily="34" charset="0"/>
                </a:endParaRPr>
              </a:p>
            </p:txBody>
          </p:sp>
          <p:pic>
            <p:nvPicPr>
              <p:cNvPr id="60" name="Graphic 59">
                <a:extLst>
                  <a:ext uri="{FF2B5EF4-FFF2-40B4-BE49-F238E27FC236}">
                    <a16:creationId xmlns:a16="http://schemas.microsoft.com/office/drawing/2014/main" id="{0B0483A8-BAA7-7140-FCB0-8B767158FED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10456" y="2169290"/>
                <a:ext cx="295558" cy="295556"/>
              </a:xfrm>
              <a:prstGeom prst="rect">
                <a:avLst/>
              </a:prstGeom>
            </p:spPr>
          </p:pic>
        </p:grpSp>
        <p:grpSp>
          <p:nvGrpSpPr>
            <p:cNvPr id="44" name="Group 43">
              <a:extLst>
                <a:ext uri="{FF2B5EF4-FFF2-40B4-BE49-F238E27FC236}">
                  <a16:creationId xmlns:a16="http://schemas.microsoft.com/office/drawing/2014/main" id="{71842390-9C22-4E4C-00CF-9EA69B69C7E9}"/>
                </a:ext>
              </a:extLst>
            </p:cNvPr>
            <p:cNvGrpSpPr/>
            <p:nvPr/>
          </p:nvGrpSpPr>
          <p:grpSpPr>
            <a:xfrm>
              <a:off x="1993711" y="2049575"/>
              <a:ext cx="315184" cy="320314"/>
              <a:chOff x="1959985" y="2106144"/>
              <a:chExt cx="415089" cy="421849"/>
            </a:xfrm>
          </p:grpSpPr>
          <p:sp>
            <p:nvSpPr>
              <p:cNvPr id="57" name="Oval 56">
                <a:extLst>
                  <a:ext uri="{FF2B5EF4-FFF2-40B4-BE49-F238E27FC236}">
                    <a16:creationId xmlns:a16="http://schemas.microsoft.com/office/drawing/2014/main" id="{1C42282D-A381-4233-1A71-590628780186}"/>
                  </a:ext>
                </a:extLst>
              </p:cNvPr>
              <p:cNvSpPr/>
              <p:nvPr/>
            </p:nvSpPr>
            <p:spPr bwMode="auto">
              <a:xfrm>
                <a:off x="1959985" y="2106144"/>
                <a:ext cx="415089" cy="421849"/>
              </a:xfrm>
              <a:prstGeom prst="ellipse">
                <a:avLst/>
              </a:prstGeom>
              <a:gradFill rotWithShape="1">
                <a:gsLst>
                  <a:gs pos="60000">
                    <a:srgbClr val="038C76"/>
                  </a:gs>
                  <a:gs pos="0">
                    <a:srgbClr val="117865">
                      <a:shade val="67500"/>
                      <a:satMod val="115000"/>
                    </a:srgbClr>
                  </a:gs>
                  <a:gs pos="100000">
                    <a:srgbClr val="00AE94"/>
                  </a:gs>
                </a:gsLst>
                <a:lin ang="18900000" scaled="1"/>
              </a:gradFill>
              <a:ln w="6350" cap="flat" cmpd="sng" algn="ctr">
                <a:noFill/>
                <a:prstDash val="solid"/>
                <a:miter lim="800000"/>
                <a:headEnd type="none" w="med" len="med"/>
                <a:tailEnd type="none" w="med" len="med"/>
              </a:ln>
              <a:effectLst>
                <a:outerShdw blurRad="203200" dist="381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ts val="0"/>
                  </a:spcBef>
                  <a:spcAft>
                    <a:spcPts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Sans Text Semilight"/>
                  <a:ea typeface="Segoe UI" pitchFamily="34" charset="0"/>
                  <a:cs typeface="Segoe UI" pitchFamily="34" charset="0"/>
                </a:endParaRPr>
              </a:p>
            </p:txBody>
          </p:sp>
          <p:pic>
            <p:nvPicPr>
              <p:cNvPr id="58" name="Graphic 57">
                <a:extLst>
                  <a:ext uri="{FF2B5EF4-FFF2-40B4-BE49-F238E27FC236}">
                    <a16:creationId xmlns:a16="http://schemas.microsoft.com/office/drawing/2014/main" id="{ACE8A271-9E1D-1BDA-E477-2D94E2EA16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38596" y="2188135"/>
                <a:ext cx="257866" cy="257866"/>
              </a:xfrm>
              <a:prstGeom prst="rect">
                <a:avLst/>
              </a:prstGeom>
            </p:spPr>
          </p:pic>
        </p:grpSp>
        <p:grpSp>
          <p:nvGrpSpPr>
            <p:cNvPr id="45" name="Group 44">
              <a:extLst>
                <a:ext uri="{FF2B5EF4-FFF2-40B4-BE49-F238E27FC236}">
                  <a16:creationId xmlns:a16="http://schemas.microsoft.com/office/drawing/2014/main" id="{78749281-9C89-34D1-AF28-FB5538E5A85A}"/>
                </a:ext>
              </a:extLst>
            </p:cNvPr>
            <p:cNvGrpSpPr/>
            <p:nvPr/>
          </p:nvGrpSpPr>
          <p:grpSpPr>
            <a:xfrm>
              <a:off x="3470784" y="2049575"/>
              <a:ext cx="315184" cy="320314"/>
              <a:chOff x="3420334" y="2106144"/>
              <a:chExt cx="415089" cy="421849"/>
            </a:xfrm>
          </p:grpSpPr>
          <p:sp>
            <p:nvSpPr>
              <p:cNvPr id="55" name="Oval 54">
                <a:extLst>
                  <a:ext uri="{FF2B5EF4-FFF2-40B4-BE49-F238E27FC236}">
                    <a16:creationId xmlns:a16="http://schemas.microsoft.com/office/drawing/2014/main" id="{D27B4105-EB4B-3026-3126-786181D6DF78}"/>
                  </a:ext>
                </a:extLst>
              </p:cNvPr>
              <p:cNvSpPr/>
              <p:nvPr/>
            </p:nvSpPr>
            <p:spPr bwMode="auto">
              <a:xfrm>
                <a:off x="3420334" y="2106144"/>
                <a:ext cx="415089" cy="421849"/>
              </a:xfrm>
              <a:prstGeom prst="ellipse">
                <a:avLst/>
              </a:prstGeom>
              <a:gradFill rotWithShape="1">
                <a:gsLst>
                  <a:gs pos="60000">
                    <a:srgbClr val="038C76"/>
                  </a:gs>
                  <a:gs pos="0">
                    <a:srgbClr val="117865">
                      <a:shade val="67500"/>
                      <a:satMod val="115000"/>
                    </a:srgbClr>
                  </a:gs>
                  <a:gs pos="100000">
                    <a:srgbClr val="00AE94"/>
                  </a:gs>
                </a:gsLst>
                <a:lin ang="18900000" scaled="1"/>
              </a:gradFill>
              <a:ln w="6350" cap="flat" cmpd="sng" algn="ctr">
                <a:noFill/>
                <a:prstDash val="solid"/>
                <a:miter lim="800000"/>
                <a:headEnd type="none" w="med" len="med"/>
                <a:tailEnd type="none" w="med" len="med"/>
              </a:ln>
              <a:effectLst>
                <a:outerShdw blurRad="203200" dist="381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ts val="0"/>
                  </a:spcBef>
                  <a:spcAft>
                    <a:spcPts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Sans Text Semilight"/>
                  <a:ea typeface="Segoe UI" pitchFamily="34" charset="0"/>
                  <a:cs typeface="Segoe UI" pitchFamily="34" charset="0"/>
                </a:endParaRPr>
              </a:p>
            </p:txBody>
          </p:sp>
          <p:pic>
            <p:nvPicPr>
              <p:cNvPr id="56" name="Graphic 55">
                <a:extLst>
                  <a:ext uri="{FF2B5EF4-FFF2-40B4-BE49-F238E27FC236}">
                    <a16:creationId xmlns:a16="http://schemas.microsoft.com/office/drawing/2014/main" id="{93DD4C87-21F6-3689-DFB4-D4C5879583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80099" y="2169290"/>
                <a:ext cx="295558" cy="295556"/>
              </a:xfrm>
              <a:prstGeom prst="rect">
                <a:avLst/>
              </a:prstGeom>
            </p:spPr>
          </p:pic>
        </p:grpSp>
        <p:grpSp>
          <p:nvGrpSpPr>
            <p:cNvPr id="46" name="Group 45">
              <a:extLst>
                <a:ext uri="{FF2B5EF4-FFF2-40B4-BE49-F238E27FC236}">
                  <a16:creationId xmlns:a16="http://schemas.microsoft.com/office/drawing/2014/main" id="{08F773B6-1FCF-7B89-2E2A-39574B60B807}"/>
                </a:ext>
              </a:extLst>
            </p:cNvPr>
            <p:cNvGrpSpPr/>
            <p:nvPr/>
          </p:nvGrpSpPr>
          <p:grpSpPr>
            <a:xfrm>
              <a:off x="3980078" y="2049575"/>
              <a:ext cx="315184" cy="320314"/>
              <a:chOff x="3929628" y="2106144"/>
              <a:chExt cx="415089" cy="421849"/>
            </a:xfrm>
          </p:grpSpPr>
          <p:sp>
            <p:nvSpPr>
              <p:cNvPr id="53" name="Oval 52">
                <a:extLst>
                  <a:ext uri="{FF2B5EF4-FFF2-40B4-BE49-F238E27FC236}">
                    <a16:creationId xmlns:a16="http://schemas.microsoft.com/office/drawing/2014/main" id="{A2F81808-B6FB-E6AC-6242-81C0EEA25804}"/>
                  </a:ext>
                </a:extLst>
              </p:cNvPr>
              <p:cNvSpPr/>
              <p:nvPr/>
            </p:nvSpPr>
            <p:spPr bwMode="auto">
              <a:xfrm>
                <a:off x="3929628" y="2106144"/>
                <a:ext cx="415089" cy="421849"/>
              </a:xfrm>
              <a:prstGeom prst="ellipse">
                <a:avLst/>
              </a:prstGeom>
              <a:gradFill rotWithShape="1">
                <a:gsLst>
                  <a:gs pos="60000">
                    <a:srgbClr val="038C76"/>
                  </a:gs>
                  <a:gs pos="0">
                    <a:srgbClr val="117865">
                      <a:shade val="67500"/>
                      <a:satMod val="115000"/>
                    </a:srgbClr>
                  </a:gs>
                  <a:gs pos="100000">
                    <a:srgbClr val="00AE94"/>
                  </a:gs>
                </a:gsLst>
                <a:lin ang="18900000" scaled="1"/>
              </a:gradFill>
              <a:ln w="6350" cap="flat" cmpd="sng" algn="ctr">
                <a:noFill/>
                <a:prstDash val="solid"/>
                <a:miter lim="800000"/>
                <a:headEnd type="none" w="med" len="med"/>
                <a:tailEnd type="none" w="med" len="med"/>
              </a:ln>
              <a:effectLst>
                <a:outerShdw blurRad="203200" dist="381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ts val="0"/>
                  </a:spcBef>
                  <a:spcAft>
                    <a:spcPts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Sans Text Semilight"/>
                  <a:ea typeface="Segoe UI" pitchFamily="34" charset="0"/>
                  <a:cs typeface="Segoe UI" pitchFamily="34" charset="0"/>
                </a:endParaRPr>
              </a:p>
            </p:txBody>
          </p:sp>
          <p:pic>
            <p:nvPicPr>
              <p:cNvPr id="54" name="Graphic 53">
                <a:extLst>
                  <a:ext uri="{FF2B5EF4-FFF2-40B4-BE49-F238E27FC236}">
                    <a16:creationId xmlns:a16="http://schemas.microsoft.com/office/drawing/2014/main" id="{6AED0FB1-66E2-F0D5-EBF7-3179A973C7A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08239" y="2188135"/>
                <a:ext cx="257866" cy="257866"/>
              </a:xfrm>
              <a:prstGeom prst="rect">
                <a:avLst/>
              </a:prstGeom>
            </p:spPr>
          </p:pic>
        </p:grpSp>
        <p:grpSp>
          <p:nvGrpSpPr>
            <p:cNvPr id="47" name="Group 46">
              <a:extLst>
                <a:ext uri="{FF2B5EF4-FFF2-40B4-BE49-F238E27FC236}">
                  <a16:creationId xmlns:a16="http://schemas.microsoft.com/office/drawing/2014/main" id="{C37293E8-9D42-A6A6-6CB6-3608689E949B}"/>
                </a:ext>
              </a:extLst>
            </p:cNvPr>
            <p:cNvGrpSpPr/>
            <p:nvPr/>
          </p:nvGrpSpPr>
          <p:grpSpPr>
            <a:xfrm>
              <a:off x="5457153" y="2049575"/>
              <a:ext cx="315184" cy="320314"/>
              <a:chOff x="5351065" y="2106144"/>
              <a:chExt cx="415089" cy="421849"/>
            </a:xfrm>
          </p:grpSpPr>
          <p:sp>
            <p:nvSpPr>
              <p:cNvPr id="51" name="Oval 50">
                <a:extLst>
                  <a:ext uri="{FF2B5EF4-FFF2-40B4-BE49-F238E27FC236}">
                    <a16:creationId xmlns:a16="http://schemas.microsoft.com/office/drawing/2014/main" id="{BA71423E-A124-D5F5-4AC7-DE490802CD88}"/>
                  </a:ext>
                </a:extLst>
              </p:cNvPr>
              <p:cNvSpPr/>
              <p:nvPr/>
            </p:nvSpPr>
            <p:spPr bwMode="auto">
              <a:xfrm>
                <a:off x="5351065" y="2106144"/>
                <a:ext cx="415089" cy="421849"/>
              </a:xfrm>
              <a:prstGeom prst="ellipse">
                <a:avLst/>
              </a:prstGeom>
              <a:gradFill rotWithShape="1">
                <a:gsLst>
                  <a:gs pos="60000">
                    <a:srgbClr val="038C76"/>
                  </a:gs>
                  <a:gs pos="0">
                    <a:srgbClr val="117865">
                      <a:shade val="67500"/>
                      <a:satMod val="115000"/>
                    </a:srgbClr>
                  </a:gs>
                  <a:gs pos="100000">
                    <a:srgbClr val="00AE94"/>
                  </a:gs>
                </a:gsLst>
                <a:lin ang="18900000" scaled="1"/>
              </a:gradFill>
              <a:ln w="6350" cap="flat" cmpd="sng" algn="ctr">
                <a:noFill/>
                <a:prstDash val="solid"/>
                <a:miter lim="800000"/>
                <a:headEnd type="none" w="med" len="med"/>
                <a:tailEnd type="none" w="med" len="med"/>
              </a:ln>
              <a:effectLst>
                <a:outerShdw blurRad="203200" dist="381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ts val="0"/>
                  </a:spcBef>
                  <a:spcAft>
                    <a:spcPts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Sans Text Semilight"/>
                  <a:ea typeface="Segoe UI" pitchFamily="34" charset="0"/>
                  <a:cs typeface="Segoe UI" pitchFamily="34" charset="0"/>
                </a:endParaRPr>
              </a:p>
            </p:txBody>
          </p:sp>
          <p:pic>
            <p:nvPicPr>
              <p:cNvPr id="52" name="Graphic 51">
                <a:extLst>
                  <a:ext uri="{FF2B5EF4-FFF2-40B4-BE49-F238E27FC236}">
                    <a16:creationId xmlns:a16="http://schemas.microsoft.com/office/drawing/2014/main" id="{C3662DDE-29F9-D586-A59A-CD70194A6E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10830" y="2169290"/>
                <a:ext cx="295558" cy="295556"/>
              </a:xfrm>
              <a:prstGeom prst="rect">
                <a:avLst/>
              </a:prstGeom>
            </p:spPr>
          </p:pic>
        </p:grpSp>
        <p:grpSp>
          <p:nvGrpSpPr>
            <p:cNvPr id="48" name="Group 47">
              <a:extLst>
                <a:ext uri="{FF2B5EF4-FFF2-40B4-BE49-F238E27FC236}">
                  <a16:creationId xmlns:a16="http://schemas.microsoft.com/office/drawing/2014/main" id="{D0AE8E97-D1B7-8DEA-E418-3B230A2DE610}"/>
                </a:ext>
              </a:extLst>
            </p:cNvPr>
            <p:cNvGrpSpPr/>
            <p:nvPr/>
          </p:nvGrpSpPr>
          <p:grpSpPr>
            <a:xfrm>
              <a:off x="5966447" y="2049575"/>
              <a:ext cx="315184" cy="320314"/>
              <a:chOff x="5860359" y="2106144"/>
              <a:chExt cx="415089" cy="421849"/>
            </a:xfrm>
          </p:grpSpPr>
          <p:sp>
            <p:nvSpPr>
              <p:cNvPr id="49" name="Oval 48">
                <a:extLst>
                  <a:ext uri="{FF2B5EF4-FFF2-40B4-BE49-F238E27FC236}">
                    <a16:creationId xmlns:a16="http://schemas.microsoft.com/office/drawing/2014/main" id="{8EF9B34C-3006-1513-18BA-1C158DBEC6C3}"/>
                  </a:ext>
                </a:extLst>
              </p:cNvPr>
              <p:cNvSpPr/>
              <p:nvPr/>
            </p:nvSpPr>
            <p:spPr bwMode="auto">
              <a:xfrm>
                <a:off x="5860359" y="2106144"/>
                <a:ext cx="415089" cy="421849"/>
              </a:xfrm>
              <a:prstGeom prst="ellipse">
                <a:avLst/>
              </a:prstGeom>
              <a:gradFill rotWithShape="1">
                <a:gsLst>
                  <a:gs pos="60000">
                    <a:srgbClr val="038C76"/>
                  </a:gs>
                  <a:gs pos="0">
                    <a:srgbClr val="117865">
                      <a:shade val="67500"/>
                      <a:satMod val="115000"/>
                    </a:srgbClr>
                  </a:gs>
                  <a:gs pos="100000">
                    <a:srgbClr val="00AE94"/>
                  </a:gs>
                </a:gsLst>
                <a:lin ang="18900000" scaled="1"/>
              </a:gradFill>
              <a:ln w="6350" cap="flat" cmpd="sng" algn="ctr">
                <a:noFill/>
                <a:prstDash val="solid"/>
                <a:miter lim="800000"/>
                <a:headEnd type="none" w="med" len="med"/>
                <a:tailEnd type="none" w="med" len="med"/>
              </a:ln>
              <a:effectLst>
                <a:outerShdw blurRad="203200" dist="381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ts val="0"/>
                  </a:spcBef>
                  <a:spcAft>
                    <a:spcPts val="0"/>
                  </a:spcAft>
                  <a:buClrTx/>
                  <a:buSzTx/>
                  <a:buFontTx/>
                  <a:buNone/>
                  <a:tabLst/>
                  <a:defRPr/>
                </a:pPr>
                <a:endParaRPr kumimoji="0" lang="en-US" sz="2000" b="1" i="0" u="none" strike="noStrike" kern="0" cap="none" spc="0" normalizeH="0" baseline="0" noProof="0">
                  <a:ln>
                    <a:noFill/>
                  </a:ln>
                  <a:solidFill>
                    <a:srgbClr val="FFFFFF"/>
                  </a:solidFill>
                  <a:effectLst/>
                  <a:uLnTx/>
                  <a:uFillTx/>
                  <a:latin typeface="Segoe Sans Text Semilight"/>
                  <a:ea typeface="Segoe UI" pitchFamily="34" charset="0"/>
                  <a:cs typeface="Segoe UI" pitchFamily="34" charset="0"/>
                </a:endParaRPr>
              </a:p>
            </p:txBody>
          </p:sp>
          <p:pic>
            <p:nvPicPr>
              <p:cNvPr id="50" name="Graphic 49">
                <a:extLst>
                  <a:ext uri="{FF2B5EF4-FFF2-40B4-BE49-F238E27FC236}">
                    <a16:creationId xmlns:a16="http://schemas.microsoft.com/office/drawing/2014/main" id="{156B9C38-C78D-40F6-8D56-DC4F3EE8D8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38970" y="2188135"/>
                <a:ext cx="257866" cy="257866"/>
              </a:xfrm>
              <a:prstGeom prst="rect">
                <a:avLst/>
              </a:prstGeom>
            </p:spPr>
          </p:pic>
        </p:grpSp>
      </p:grpSp>
      <p:grpSp>
        <p:nvGrpSpPr>
          <p:cNvPr id="63" name="Group 62" descr="One">
            <a:extLst>
              <a:ext uri="{FF2B5EF4-FFF2-40B4-BE49-F238E27FC236}">
                <a16:creationId xmlns:a16="http://schemas.microsoft.com/office/drawing/2014/main" id="{F2F76C50-009C-3DEC-F790-C3EDC11739C5}"/>
              </a:ext>
            </a:extLst>
          </p:cNvPr>
          <p:cNvGrpSpPr>
            <a:grpSpLocks/>
          </p:cNvGrpSpPr>
          <p:nvPr/>
        </p:nvGrpSpPr>
        <p:grpSpPr>
          <a:xfrm>
            <a:off x="7582061" y="2204535"/>
            <a:ext cx="550916" cy="523289"/>
            <a:chOff x="8563973" y="2266950"/>
            <a:chExt cx="947420" cy="947420"/>
          </a:xfrm>
        </p:grpSpPr>
        <p:sp>
          <p:nvSpPr>
            <p:cNvPr id="64" name="Oval 63">
              <a:extLst>
                <a:ext uri="{FF2B5EF4-FFF2-40B4-BE49-F238E27FC236}">
                  <a16:creationId xmlns:a16="http://schemas.microsoft.com/office/drawing/2014/main" id="{81964565-7464-57A6-3C5F-5984BF4CF90A}"/>
                </a:ext>
              </a:extLst>
            </p:cNvPr>
            <p:cNvSpPr/>
            <p:nvPr/>
          </p:nvSpPr>
          <p:spPr>
            <a:xfrm>
              <a:off x="8563973" y="2266950"/>
              <a:ext cx="947420" cy="947420"/>
            </a:xfrm>
            <a:prstGeom prst="ellipse">
              <a:avLst/>
            </a:prstGeom>
            <a:gradFill>
              <a:gsLst>
                <a:gs pos="80712">
                  <a:srgbClr val="7A75C1"/>
                </a:gs>
                <a:gs pos="18000">
                  <a:srgbClr val="49C5B1"/>
                </a:gs>
                <a:gs pos="96000">
                  <a:srgbClr val="8661C5"/>
                </a:gs>
              </a:gsLst>
              <a:lin ang="2700000" scaled="1"/>
            </a:gra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32472" eaLnBrk="1" fontAlgn="base"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sp>
          <p:nvSpPr>
            <p:cNvPr id="65" name="Oval 64">
              <a:extLst>
                <a:ext uri="{FF2B5EF4-FFF2-40B4-BE49-F238E27FC236}">
                  <a16:creationId xmlns:a16="http://schemas.microsoft.com/office/drawing/2014/main" id="{096EEFCE-2A7C-6AC5-2773-FC17D881C154}"/>
                </a:ext>
              </a:extLst>
            </p:cNvPr>
            <p:cNvSpPr/>
            <p:nvPr/>
          </p:nvSpPr>
          <p:spPr>
            <a:xfrm>
              <a:off x="8620576" y="2323553"/>
              <a:ext cx="834214" cy="834214"/>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32472" eaLnBrk="1" fontAlgn="base"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1</a:t>
              </a:r>
              <a:endParaRPr kumimoji="0" lang="en-IN" sz="2400" b="1"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grpSp>
      <p:sp>
        <p:nvSpPr>
          <p:cNvPr id="66" name="Subtitle 4">
            <a:extLst>
              <a:ext uri="{FF2B5EF4-FFF2-40B4-BE49-F238E27FC236}">
                <a16:creationId xmlns:a16="http://schemas.microsoft.com/office/drawing/2014/main" id="{E3A3DD6C-B25A-A6BA-598D-FF2CCF57622F}"/>
              </a:ext>
              <a:ext uri="{C183D7F6-B498-43B3-948B-1728B52AA6E4}">
                <adec:decorative xmlns:adec="http://schemas.microsoft.com/office/drawing/2017/decorative" val="1"/>
              </a:ext>
            </a:extLst>
          </p:cNvPr>
          <p:cNvSpPr txBox="1">
            <a:spLocks/>
          </p:cNvSpPr>
          <p:nvPr/>
        </p:nvSpPr>
        <p:spPr>
          <a:xfrm>
            <a:off x="8460479" y="2188246"/>
            <a:ext cx="3225323" cy="553998"/>
          </a:xfrm>
          <a:prstGeom prst="rect">
            <a:avLst/>
          </a:prstGeom>
        </p:spPr>
        <p:txBody>
          <a:bodyPr wrap="square" lIns="0" tIns="0" rIns="0" bIns="0"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600" b="0" i="0" kern="1200">
                <a:solidFill>
                  <a:schemeClr val="accent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defRPr/>
            </a:pPr>
            <a:r>
              <a:rPr lang="en-US" sz="1800">
                <a:solidFill>
                  <a:srgbClr val="B3EBC5"/>
                </a:solidFill>
                <a:latin typeface="Segoe Sans Text Semilight"/>
              </a:rPr>
              <a:t>Data copies and infrastructure inefficiencies </a:t>
            </a:r>
          </a:p>
        </p:txBody>
      </p:sp>
      <p:grpSp>
        <p:nvGrpSpPr>
          <p:cNvPr id="67" name="Group 66" descr="Two">
            <a:extLst>
              <a:ext uri="{FF2B5EF4-FFF2-40B4-BE49-F238E27FC236}">
                <a16:creationId xmlns:a16="http://schemas.microsoft.com/office/drawing/2014/main" id="{DA1CAD77-0F25-B318-9FCE-3991C6AAE2A5}"/>
              </a:ext>
            </a:extLst>
          </p:cNvPr>
          <p:cNvGrpSpPr>
            <a:grpSpLocks/>
          </p:cNvGrpSpPr>
          <p:nvPr/>
        </p:nvGrpSpPr>
        <p:grpSpPr>
          <a:xfrm>
            <a:off x="7582061" y="3553117"/>
            <a:ext cx="550916" cy="523289"/>
            <a:chOff x="8563973" y="2266950"/>
            <a:chExt cx="947420" cy="947420"/>
          </a:xfrm>
        </p:grpSpPr>
        <p:sp>
          <p:nvSpPr>
            <p:cNvPr id="68" name="Oval 67">
              <a:extLst>
                <a:ext uri="{FF2B5EF4-FFF2-40B4-BE49-F238E27FC236}">
                  <a16:creationId xmlns:a16="http://schemas.microsoft.com/office/drawing/2014/main" id="{FC41DAEB-AF5A-B877-A36C-262D3F080D06}"/>
                </a:ext>
              </a:extLst>
            </p:cNvPr>
            <p:cNvSpPr/>
            <p:nvPr/>
          </p:nvSpPr>
          <p:spPr>
            <a:xfrm>
              <a:off x="8563973" y="2266950"/>
              <a:ext cx="947420" cy="947420"/>
            </a:xfrm>
            <a:prstGeom prst="ellipse">
              <a:avLst/>
            </a:prstGeom>
            <a:gradFill>
              <a:gsLst>
                <a:gs pos="80712">
                  <a:srgbClr val="7A75C1"/>
                </a:gs>
                <a:gs pos="18000">
                  <a:srgbClr val="49C5B1"/>
                </a:gs>
                <a:gs pos="96000">
                  <a:srgbClr val="8661C5"/>
                </a:gs>
              </a:gsLst>
              <a:lin ang="2700000" scaled="1"/>
            </a:gra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32472" eaLnBrk="1" fontAlgn="base"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sp>
          <p:nvSpPr>
            <p:cNvPr id="69" name="Oval 68">
              <a:extLst>
                <a:ext uri="{FF2B5EF4-FFF2-40B4-BE49-F238E27FC236}">
                  <a16:creationId xmlns:a16="http://schemas.microsoft.com/office/drawing/2014/main" id="{CB06B01D-EBFD-B999-D3E6-AF88B1A18E41}"/>
                </a:ext>
              </a:extLst>
            </p:cNvPr>
            <p:cNvSpPr/>
            <p:nvPr/>
          </p:nvSpPr>
          <p:spPr>
            <a:xfrm>
              <a:off x="8620576" y="2323553"/>
              <a:ext cx="834214" cy="834214"/>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32472" eaLnBrk="1" fontAlgn="base"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2</a:t>
              </a:r>
              <a:endParaRPr kumimoji="0" lang="en-IN" sz="2400" b="1"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grpSp>
      <p:sp>
        <p:nvSpPr>
          <p:cNvPr id="70" name="Subtitle 4">
            <a:extLst>
              <a:ext uri="{FF2B5EF4-FFF2-40B4-BE49-F238E27FC236}">
                <a16:creationId xmlns:a16="http://schemas.microsoft.com/office/drawing/2014/main" id="{13EA57BA-14ED-B63C-225F-C26425EE823A}"/>
              </a:ext>
              <a:ext uri="{C183D7F6-B498-43B3-948B-1728B52AA6E4}">
                <adec:decorative xmlns:adec="http://schemas.microsoft.com/office/drawing/2017/decorative" val="1"/>
              </a:ext>
            </a:extLst>
          </p:cNvPr>
          <p:cNvSpPr txBox="1">
            <a:spLocks/>
          </p:cNvSpPr>
          <p:nvPr/>
        </p:nvSpPr>
        <p:spPr>
          <a:xfrm>
            <a:off x="8460479" y="3536828"/>
            <a:ext cx="3225323" cy="553998"/>
          </a:xfrm>
          <a:prstGeom prst="rect">
            <a:avLst/>
          </a:prstGeom>
        </p:spPr>
        <p:txBody>
          <a:bodyPr wrap="square" lIns="0" tIns="0" rIns="0" bIns="0"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600" b="0" i="0" kern="1200">
                <a:solidFill>
                  <a:schemeClr val="accent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defRPr/>
            </a:pPr>
            <a:r>
              <a:rPr lang="en-US" sz="1800">
                <a:solidFill>
                  <a:srgbClr val="B3EBC5"/>
                </a:solidFill>
                <a:latin typeface="Segoe Sans Text Semilight"/>
              </a:rPr>
              <a:t>Limited interoperability between vendor services</a:t>
            </a:r>
          </a:p>
        </p:txBody>
      </p:sp>
      <p:grpSp>
        <p:nvGrpSpPr>
          <p:cNvPr id="71" name="Group 70" descr="Three">
            <a:extLst>
              <a:ext uri="{FF2B5EF4-FFF2-40B4-BE49-F238E27FC236}">
                <a16:creationId xmlns:a16="http://schemas.microsoft.com/office/drawing/2014/main" id="{CF9539B2-88FC-6939-299E-2EA9D8621938}"/>
              </a:ext>
            </a:extLst>
          </p:cNvPr>
          <p:cNvGrpSpPr>
            <a:grpSpLocks/>
          </p:cNvGrpSpPr>
          <p:nvPr/>
        </p:nvGrpSpPr>
        <p:grpSpPr>
          <a:xfrm>
            <a:off x="7582061" y="4901698"/>
            <a:ext cx="550916" cy="523289"/>
            <a:chOff x="8563973" y="2266950"/>
            <a:chExt cx="947420" cy="947420"/>
          </a:xfrm>
        </p:grpSpPr>
        <p:sp>
          <p:nvSpPr>
            <p:cNvPr id="72" name="Oval 71">
              <a:extLst>
                <a:ext uri="{FF2B5EF4-FFF2-40B4-BE49-F238E27FC236}">
                  <a16:creationId xmlns:a16="http://schemas.microsoft.com/office/drawing/2014/main" id="{6C2AEBBB-483D-DA5F-D6E8-83AFD04A7C88}"/>
                </a:ext>
              </a:extLst>
            </p:cNvPr>
            <p:cNvSpPr/>
            <p:nvPr/>
          </p:nvSpPr>
          <p:spPr>
            <a:xfrm>
              <a:off x="8563973" y="2266950"/>
              <a:ext cx="947420" cy="947420"/>
            </a:xfrm>
            <a:prstGeom prst="ellipse">
              <a:avLst/>
            </a:prstGeom>
            <a:gradFill>
              <a:gsLst>
                <a:gs pos="80712">
                  <a:srgbClr val="7A75C1"/>
                </a:gs>
                <a:gs pos="18000">
                  <a:srgbClr val="49C5B1"/>
                </a:gs>
                <a:gs pos="96000">
                  <a:srgbClr val="8661C5"/>
                </a:gs>
              </a:gsLst>
              <a:lin ang="2700000" scaled="1"/>
            </a:gra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32472" eaLnBrk="1" fontAlgn="base"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sp>
          <p:nvSpPr>
            <p:cNvPr id="73" name="Oval 72">
              <a:extLst>
                <a:ext uri="{FF2B5EF4-FFF2-40B4-BE49-F238E27FC236}">
                  <a16:creationId xmlns:a16="http://schemas.microsoft.com/office/drawing/2014/main" id="{8F61D7EC-2033-DFCB-E0E0-4BB869C4F25F}"/>
                </a:ext>
              </a:extLst>
            </p:cNvPr>
            <p:cNvSpPr/>
            <p:nvPr/>
          </p:nvSpPr>
          <p:spPr>
            <a:xfrm>
              <a:off x="8620576" y="2323553"/>
              <a:ext cx="834214" cy="834214"/>
            </a:xfrm>
            <a:prstGeom prst="ellipse">
              <a:avLst/>
            </a:prstGeom>
            <a:solidFill>
              <a:srgbClr val="FFFFFF"/>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32472" eaLnBrk="1" fontAlgn="base"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3</a:t>
              </a:r>
              <a:endParaRPr kumimoji="0" lang="en-IN" sz="2400" b="1"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grpSp>
      <p:sp>
        <p:nvSpPr>
          <p:cNvPr id="74" name="Subtitle 4">
            <a:extLst>
              <a:ext uri="{FF2B5EF4-FFF2-40B4-BE49-F238E27FC236}">
                <a16:creationId xmlns:a16="http://schemas.microsoft.com/office/drawing/2014/main" id="{D609CDC4-1D9D-4856-FB14-28EAFB9FB6FB}"/>
              </a:ext>
              <a:ext uri="{C183D7F6-B498-43B3-948B-1728B52AA6E4}">
                <adec:decorative xmlns:adec="http://schemas.microsoft.com/office/drawing/2017/decorative" val="1"/>
              </a:ext>
            </a:extLst>
          </p:cNvPr>
          <p:cNvSpPr txBox="1">
            <a:spLocks/>
          </p:cNvSpPr>
          <p:nvPr/>
        </p:nvSpPr>
        <p:spPr>
          <a:xfrm>
            <a:off x="8460479" y="5011484"/>
            <a:ext cx="3225323" cy="276999"/>
          </a:xfrm>
          <a:prstGeom prst="rect">
            <a:avLst/>
          </a:prstGeom>
        </p:spPr>
        <p:txBody>
          <a:bodyPr wrap="square" lIns="0" tIns="0" rIns="0" bIns="0"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600" b="0" i="0" kern="1200">
                <a:solidFill>
                  <a:schemeClr val="accent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defRPr/>
            </a:pPr>
            <a:r>
              <a:rPr lang="en-US" sz="1800">
                <a:solidFill>
                  <a:srgbClr val="B3EBC5"/>
                </a:solidFill>
                <a:latin typeface="Segoe Sans Text Semilight"/>
              </a:rPr>
              <a:t>Data exposure risks</a:t>
            </a:r>
          </a:p>
        </p:txBody>
      </p:sp>
    </p:spTree>
    <p:extLst>
      <p:ext uri="{BB962C8B-B14F-4D97-AF65-F5344CB8AC3E}">
        <p14:creationId xmlns:p14="http://schemas.microsoft.com/office/powerpoint/2010/main" val="23865792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descr="An image that depicts the vast landscape of machine learning, artificial intelligence, and data (MAD). Within the image, it shows the top ~50 companies and their associated logos in each of the MAD categories: Infrastructure, Analytics, Machine Learning and Artificial Intelligence, Applications, Enterprise, Applications, Horizontal, Applications, Industry, Open Source Infrastructure, Data Sources and APIs, and Data and AI Consulting. This showcases how fragmented the overall landscape is.">
            <a:extLst>
              <a:ext uri="{FF2B5EF4-FFF2-40B4-BE49-F238E27FC236}">
                <a16:creationId xmlns:a16="http://schemas.microsoft.com/office/drawing/2014/main" id="{448A53A0-1D71-2BBD-688E-1A61E6EAB4C4}"/>
              </a:ext>
            </a:extLst>
          </p:cNvPr>
          <p:cNvGrpSpPr/>
          <p:nvPr/>
        </p:nvGrpSpPr>
        <p:grpSpPr>
          <a:xfrm>
            <a:off x="117566" y="679270"/>
            <a:ext cx="11985171" cy="6080760"/>
            <a:chOff x="871478" y="991352"/>
            <a:chExt cx="10449044" cy="5315786"/>
          </a:xfrm>
        </p:grpSpPr>
        <p:sp>
          <p:nvSpPr>
            <p:cNvPr id="4" name="Rounded Rectangle 7">
              <a:extLst>
                <a:ext uri="{FF2B5EF4-FFF2-40B4-BE49-F238E27FC236}">
                  <a16:creationId xmlns:a16="http://schemas.microsoft.com/office/drawing/2014/main" id="{06EE1DD6-6BB5-E586-B0A1-D7E59AE33D8A}"/>
                </a:ext>
                <a:ext uri="{C183D7F6-B498-43B3-948B-1728B52AA6E4}">
                  <adec:decorative xmlns:adec="http://schemas.microsoft.com/office/drawing/2017/decorative" val="1"/>
                </a:ext>
              </a:extLst>
            </p:cNvPr>
            <p:cNvSpPr/>
            <p:nvPr/>
          </p:nvSpPr>
          <p:spPr bwMode="auto">
            <a:xfrm>
              <a:off x="871478" y="991352"/>
              <a:ext cx="10449044" cy="5315786"/>
            </a:xfrm>
            <a:prstGeom prst="roundRect">
              <a:avLst>
                <a:gd name="adj" fmla="val 2729"/>
              </a:avLst>
            </a:prstGeom>
            <a:solidFill>
              <a:srgbClr val="FFFFFF">
                <a:alpha val="70000"/>
              </a:srgbClr>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32472" eaLnBrk="1" fontAlgn="base" latinLnBrk="0" hangingPunct="1">
                <a:lnSpc>
                  <a:spcPct val="100000"/>
                </a:lnSpc>
                <a:spcBef>
                  <a:spcPct val="0"/>
                </a:spcBef>
                <a:spcAft>
                  <a:spcPts val="0"/>
                </a:spcAft>
                <a:buClrTx/>
                <a:buSzTx/>
                <a:buFontTx/>
                <a:buNone/>
                <a:tabLst/>
                <a:defRPr/>
              </a:pPr>
              <a:endParaRPr kumimoji="0" lang="en-US" sz="1400" b="0"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pic>
          <p:nvPicPr>
            <p:cNvPr id="6" name="Picture 5">
              <a:extLst>
                <a:ext uri="{FF2B5EF4-FFF2-40B4-BE49-F238E27FC236}">
                  <a16:creationId xmlns:a16="http://schemas.microsoft.com/office/drawing/2014/main" id="{A6AEA91A-FA9A-FB18-69E8-6B8891CBB17A}"/>
                </a:ext>
              </a:extLst>
            </p:cNvPr>
            <p:cNvPicPr>
              <a:picLocks noChangeAspect="1"/>
            </p:cNvPicPr>
            <p:nvPr/>
          </p:nvPicPr>
          <p:blipFill rotWithShape="1">
            <a:blip r:embed="rId2"/>
            <a:srcRect l="316" t="2899" r="316" b="1369"/>
            <a:stretch/>
          </p:blipFill>
          <p:spPr>
            <a:xfrm>
              <a:off x="1031198" y="1121031"/>
              <a:ext cx="10129606" cy="5056429"/>
            </a:xfrm>
            <a:prstGeom prst="roundRect">
              <a:avLst>
                <a:gd name="adj" fmla="val 0"/>
              </a:avLst>
            </a:prstGeom>
          </p:spPr>
        </p:pic>
      </p:grpSp>
    </p:spTree>
    <p:extLst>
      <p:ext uri="{BB962C8B-B14F-4D97-AF65-F5344CB8AC3E}">
        <p14:creationId xmlns:p14="http://schemas.microsoft.com/office/powerpoint/2010/main" val="5081812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4FBBDB01-B2A5-9DB9-3B4E-BBE445E0672B}"/>
              </a:ext>
              <a:ext uri="{C183D7F6-B498-43B3-948B-1728B52AA6E4}">
                <adec:decorative xmlns:adec="http://schemas.microsoft.com/office/drawing/2017/decorative" val="1"/>
              </a:ext>
            </a:extLst>
          </p:cNvPr>
          <p:cNvSpPr/>
          <p:nvPr/>
        </p:nvSpPr>
        <p:spPr>
          <a:xfrm>
            <a:off x="188504" y="792051"/>
            <a:ext cx="11724454" cy="6065949"/>
          </a:xfrm>
          <a:prstGeom prst="roundRect">
            <a:avLst>
              <a:gd name="adj" fmla="val 5180"/>
            </a:avLst>
          </a:prstGeom>
          <a:no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r>
              <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UI"/>
                <a:ea typeface="+mn-ea"/>
                <a:cs typeface="+mn-cs"/>
              </a:rPr>
              <a:t>(</a:t>
            </a:r>
          </a:p>
        </p:txBody>
      </p:sp>
      <p:pic>
        <p:nvPicPr>
          <p:cNvPr id="11" name="Graphic 10">
            <a:extLst>
              <a:ext uri="{FF2B5EF4-FFF2-40B4-BE49-F238E27FC236}">
                <a16:creationId xmlns:a16="http://schemas.microsoft.com/office/drawing/2014/main" id="{F95A7DF0-4FD1-069A-4499-E86CE17B151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2734" y="2282543"/>
            <a:ext cx="10592719" cy="3767070"/>
          </a:xfrm>
          <a:prstGeom prst="rect">
            <a:avLst/>
          </a:prstGeom>
          <a:effectLst>
            <a:glow rad="228600">
              <a:schemeClr val="accent3">
                <a:satMod val="175000"/>
                <a:alpha val="40000"/>
              </a:schemeClr>
            </a:glow>
          </a:effectLst>
        </p:spPr>
      </p:pic>
      <p:sp>
        <p:nvSpPr>
          <p:cNvPr id="12" name="TextBox 11">
            <a:extLst>
              <a:ext uri="{FF2B5EF4-FFF2-40B4-BE49-F238E27FC236}">
                <a16:creationId xmlns:a16="http://schemas.microsoft.com/office/drawing/2014/main" id="{485802FF-A886-F423-D359-60ACD1C4B509}"/>
              </a:ext>
            </a:extLst>
          </p:cNvPr>
          <p:cNvSpPr txBox="1">
            <a:spLocks/>
          </p:cNvSpPr>
          <p:nvPr/>
        </p:nvSpPr>
        <p:spPr>
          <a:xfrm>
            <a:off x="958320" y="1953919"/>
            <a:ext cx="1082799" cy="657249"/>
          </a:xfrm>
          <a:prstGeom prst="roundRect">
            <a:avLst>
              <a:gd name="adj" fmla="val 50000"/>
            </a:avLst>
          </a:prstGeom>
          <a:solidFill>
            <a:srgbClr val="225B61"/>
          </a:solidFill>
          <a:effectLst>
            <a:glow rad="228600">
              <a:schemeClr val="accent2">
                <a:satMod val="175000"/>
                <a:alpha val="40000"/>
              </a:schemeClr>
            </a:glow>
          </a:effectLst>
        </p:spPr>
        <p:txBody>
          <a:bodyPr wrap="square" lIns="91440" tIns="91440" rIns="91440" bIns="91440" anchor="ctr" anchorCtr="0">
            <a:noAutofit/>
          </a:bodyPr>
          <a:lstStyle>
            <a:defPPr>
              <a:defRPr lang="en-US"/>
            </a:defPPr>
            <a:lvl1pPr marR="0" lvl="0" indent="0" algn="ctr" defTabSz="914367" fontAlgn="base">
              <a:lnSpc>
                <a:spcPct val="90000"/>
              </a:lnSpc>
              <a:spcBef>
                <a:spcPct val="0"/>
              </a:spcBef>
              <a:spcAft>
                <a:spcPct val="0"/>
              </a:spcAft>
              <a:buClrTx/>
              <a:buSzTx/>
              <a:buFontTx/>
              <a:buNone/>
              <a:tabLst/>
              <a:defRPr kumimoji="0" sz="2800" b="1" i="0" u="none" strike="noStrike" cap="none" spc="0" normalizeH="0" baseline="0">
                <a:ln w="3175">
                  <a:noFill/>
                </a:ln>
                <a:gradFill>
                  <a:gsLst>
                    <a:gs pos="69540">
                      <a:srgbClr val="091F2C"/>
                    </a:gs>
                    <a:gs pos="41954">
                      <a:srgbClr val="091F2C"/>
                    </a:gs>
                  </a:gsLst>
                  <a:path path="circle">
                    <a:fillToRect l="100000" b="100000"/>
                  </a:path>
                </a:gradFill>
                <a:effectLst/>
                <a:uLnTx/>
                <a:uFillTx/>
                <a:latin typeface="Segoe UI Semibold"/>
                <a:cs typeface="Segoe UI" pitchFamily="34" charset="0"/>
              </a:defRPr>
            </a:lvl1pPr>
          </a:lstStyle>
          <a:p>
            <a:pPr marL="0" marR="0" lvl="0" indent="0" algn="l" defTabSz="914367" eaLnBrk="1" fontAlgn="base" latinLnBrk="0" hangingPunct="1">
              <a:lnSpc>
                <a:spcPct val="100000"/>
              </a:lnSpc>
              <a:spcBef>
                <a:spcPts val="0"/>
              </a:spcBef>
              <a:spcAft>
                <a:spcPts val="0"/>
              </a:spcAft>
              <a:buClrTx/>
              <a:buSzTx/>
              <a:buFontTx/>
              <a:buNone/>
              <a:tabLst/>
              <a:defRPr/>
            </a:pPr>
            <a:r>
              <a:rPr kumimoji="0" lang="en-CA" sz="2000" b="0" i="0" u="none" strike="noStrike" kern="0" cap="none" spc="0" normalizeH="0" baseline="0" noProof="0">
                <a:ln w="3175">
                  <a:noFill/>
                </a:ln>
                <a:solidFill>
                  <a:srgbClr val="FFFFFF"/>
                </a:solidFill>
                <a:effectLst/>
                <a:uLnTx/>
                <a:uFillTx/>
                <a:latin typeface="Segoe Sans Display Semibold" pitchFamily="2" charset="0"/>
                <a:cs typeface="Segoe Sans Display Semibold" pitchFamily="2" charset="0"/>
              </a:rPr>
              <a:t>From</a:t>
            </a:r>
          </a:p>
        </p:txBody>
      </p:sp>
      <p:sp>
        <p:nvSpPr>
          <p:cNvPr id="13" name="TextBox 12">
            <a:extLst>
              <a:ext uri="{FF2B5EF4-FFF2-40B4-BE49-F238E27FC236}">
                <a16:creationId xmlns:a16="http://schemas.microsoft.com/office/drawing/2014/main" id="{7807E560-AB00-1900-1D4F-A06806F1AE21}"/>
              </a:ext>
            </a:extLst>
          </p:cNvPr>
          <p:cNvSpPr txBox="1">
            <a:spLocks/>
          </p:cNvSpPr>
          <p:nvPr/>
        </p:nvSpPr>
        <p:spPr>
          <a:xfrm>
            <a:off x="6632366" y="1966903"/>
            <a:ext cx="1082799" cy="657249"/>
          </a:xfrm>
          <a:prstGeom prst="roundRect">
            <a:avLst>
              <a:gd name="adj" fmla="val 50000"/>
            </a:avLst>
          </a:prstGeom>
          <a:solidFill>
            <a:srgbClr val="225B61"/>
          </a:solidFill>
          <a:effectLst>
            <a:glow rad="228600">
              <a:schemeClr val="accent2">
                <a:satMod val="175000"/>
                <a:alpha val="40000"/>
              </a:schemeClr>
            </a:glow>
          </a:effectLst>
        </p:spPr>
        <p:txBody>
          <a:bodyPr wrap="square" lIns="91440" tIns="91440" rIns="91440" bIns="91440" anchor="ctr" anchorCtr="0">
            <a:noAutofit/>
          </a:bodyPr>
          <a:lstStyle>
            <a:defPPr>
              <a:defRPr lang="en-US"/>
            </a:defPPr>
            <a:lvl1pPr marR="0" lvl="0" indent="0" algn="ctr" defTabSz="914367" fontAlgn="base">
              <a:lnSpc>
                <a:spcPct val="90000"/>
              </a:lnSpc>
              <a:spcBef>
                <a:spcPct val="0"/>
              </a:spcBef>
              <a:spcAft>
                <a:spcPct val="0"/>
              </a:spcAft>
              <a:buClrTx/>
              <a:buSzTx/>
              <a:buFontTx/>
              <a:buNone/>
              <a:tabLst/>
              <a:defRPr kumimoji="0" sz="2800" b="1" i="0" u="none" strike="noStrike" cap="none" spc="0" normalizeH="0" baseline="0">
                <a:ln w="3175">
                  <a:noFill/>
                </a:ln>
                <a:gradFill>
                  <a:gsLst>
                    <a:gs pos="69540">
                      <a:srgbClr val="091F2C"/>
                    </a:gs>
                    <a:gs pos="41954">
                      <a:srgbClr val="091F2C"/>
                    </a:gs>
                  </a:gsLst>
                  <a:path path="circle">
                    <a:fillToRect l="100000" b="100000"/>
                  </a:path>
                </a:gradFill>
                <a:effectLst/>
                <a:uLnTx/>
                <a:uFillTx/>
                <a:latin typeface="Segoe UI Semibold"/>
                <a:cs typeface="Segoe UI" pitchFamily="34" charset="0"/>
              </a:defRPr>
            </a:lvl1pPr>
          </a:lstStyle>
          <a:p>
            <a:pPr marL="0" marR="0" lvl="0" indent="0" algn="l" defTabSz="914367" eaLnBrk="1" fontAlgn="base" latinLnBrk="0" hangingPunct="1">
              <a:lnSpc>
                <a:spcPct val="100000"/>
              </a:lnSpc>
              <a:spcBef>
                <a:spcPts val="0"/>
              </a:spcBef>
              <a:spcAft>
                <a:spcPts val="0"/>
              </a:spcAft>
              <a:buClrTx/>
              <a:buSzTx/>
              <a:buFontTx/>
              <a:buNone/>
              <a:tabLst/>
              <a:defRPr/>
            </a:pPr>
            <a:r>
              <a:rPr kumimoji="0" lang="en-CA" sz="2000" b="0" i="0" u="none" strike="noStrike" kern="0" cap="none" spc="0" normalizeH="0" baseline="0" noProof="0">
                <a:ln w="3175">
                  <a:noFill/>
                </a:ln>
                <a:solidFill>
                  <a:srgbClr val="FFFFFF"/>
                </a:solidFill>
                <a:effectLst/>
                <a:uLnTx/>
                <a:uFillTx/>
                <a:latin typeface="Segoe Sans Display Semibold" pitchFamily="2" charset="0"/>
                <a:cs typeface="Segoe Sans Display Semibold" pitchFamily="2" charset="0"/>
              </a:rPr>
              <a:t>To</a:t>
            </a:r>
          </a:p>
        </p:txBody>
      </p:sp>
      <p:sp>
        <p:nvSpPr>
          <p:cNvPr id="14" name="TextBox 13">
            <a:extLst>
              <a:ext uri="{FF2B5EF4-FFF2-40B4-BE49-F238E27FC236}">
                <a16:creationId xmlns:a16="http://schemas.microsoft.com/office/drawing/2014/main" id="{DF7DADC5-5CF3-E422-3DB0-459945EAB5BE}"/>
              </a:ext>
            </a:extLst>
          </p:cNvPr>
          <p:cNvSpPr txBox="1"/>
          <p:nvPr/>
        </p:nvSpPr>
        <p:spPr>
          <a:xfrm>
            <a:off x="897671" y="3092350"/>
            <a:ext cx="2764905" cy="276999"/>
          </a:xfrm>
          <a:prstGeom prst="rect">
            <a:avLst/>
          </a:prstGeom>
          <a:noFill/>
        </p:spPr>
        <p:txBody>
          <a:bodyPr wrap="square" lIns="0" tIns="0" rIns="0" bIns="0" anchor="ctr">
            <a:spAutoFit/>
          </a:bodyPr>
          <a:lstStyle/>
          <a:p>
            <a:pPr defTabSz="932742">
              <a:defRPr/>
            </a:pPr>
            <a:r>
              <a:rPr lang="en-US">
                <a:solidFill>
                  <a:srgbClr val="000000"/>
                </a:solidFill>
                <a:latin typeface="Segoe Sans Text Semilight"/>
              </a:rPr>
              <a:t>Multiple analytics services</a:t>
            </a:r>
          </a:p>
        </p:txBody>
      </p:sp>
      <p:grpSp>
        <p:nvGrpSpPr>
          <p:cNvPr id="15" name="Group 14" descr="Arrow pointing towards the right">
            <a:extLst>
              <a:ext uri="{FF2B5EF4-FFF2-40B4-BE49-F238E27FC236}">
                <a16:creationId xmlns:a16="http://schemas.microsoft.com/office/drawing/2014/main" id="{3A815A78-CEFB-F2D3-04AB-ACA46561AB5C}"/>
              </a:ext>
            </a:extLst>
          </p:cNvPr>
          <p:cNvGrpSpPr/>
          <p:nvPr/>
        </p:nvGrpSpPr>
        <p:grpSpPr>
          <a:xfrm>
            <a:off x="5943567" y="3118141"/>
            <a:ext cx="243752" cy="219530"/>
            <a:chOff x="3047591" y="2787258"/>
            <a:chExt cx="303157" cy="196543"/>
          </a:xfrm>
        </p:grpSpPr>
        <p:sp>
          <p:nvSpPr>
            <p:cNvPr id="16" name="Freeform 59">
              <a:extLst>
                <a:ext uri="{FF2B5EF4-FFF2-40B4-BE49-F238E27FC236}">
                  <a16:creationId xmlns:a16="http://schemas.microsoft.com/office/drawing/2014/main" id="{E4582944-7E79-167E-4145-91CE0C95953A}"/>
                </a:ext>
              </a:extLst>
            </p:cNvPr>
            <p:cNvSpPr/>
            <p:nvPr/>
          </p:nvSpPr>
          <p:spPr bwMode="auto">
            <a:xfrm rot="18900000">
              <a:off x="3047591" y="2787258"/>
              <a:ext cx="196547" cy="196543"/>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rgbClr val="8661C5"/>
            </a:solidFill>
            <a:ln w="6350" cap="flat" cmpd="sng" algn="ctr">
              <a:no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defTabSz="932293"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Freeform 60">
              <a:extLst>
                <a:ext uri="{FF2B5EF4-FFF2-40B4-BE49-F238E27FC236}">
                  <a16:creationId xmlns:a16="http://schemas.microsoft.com/office/drawing/2014/main" id="{D05F8D0D-E7D8-63A8-58FA-48916E4B0414}"/>
                </a:ext>
              </a:extLst>
            </p:cNvPr>
            <p:cNvSpPr/>
            <p:nvPr/>
          </p:nvSpPr>
          <p:spPr bwMode="auto">
            <a:xfrm rot="18900000">
              <a:off x="3154201" y="2787258"/>
              <a:ext cx="196547" cy="196543"/>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rgbClr val="8661C5"/>
            </a:solidFill>
            <a:ln w="6350" cap="flat" cmpd="sng" algn="ctr">
              <a:no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defTabSz="932293"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8" name="TextBox 17">
            <a:extLst>
              <a:ext uri="{FF2B5EF4-FFF2-40B4-BE49-F238E27FC236}">
                <a16:creationId xmlns:a16="http://schemas.microsoft.com/office/drawing/2014/main" id="{18B17D19-8D79-EAA0-CE13-C80D80D38DC6}"/>
              </a:ext>
            </a:extLst>
          </p:cNvPr>
          <p:cNvSpPr txBox="1"/>
          <p:nvPr/>
        </p:nvSpPr>
        <p:spPr>
          <a:xfrm>
            <a:off x="6622043" y="3092350"/>
            <a:ext cx="1369093" cy="276999"/>
          </a:xfrm>
          <a:prstGeom prst="rect">
            <a:avLst/>
          </a:prstGeom>
          <a:noFill/>
        </p:spPr>
        <p:txBody>
          <a:bodyPr wrap="square" lIns="0" tIns="0" rIns="0" bIns="0" anchor="ctr">
            <a:spAutoFit/>
          </a:bodyPr>
          <a:lstStyle/>
          <a:p>
            <a:pPr defTabSz="932742">
              <a:defRPr/>
            </a:pPr>
            <a:r>
              <a:rPr lang="en-US">
                <a:solidFill>
                  <a:srgbClr val="000000"/>
                </a:solidFill>
                <a:latin typeface="Segoe Sans Text Semilight"/>
              </a:rPr>
              <a:t>Unified stack</a:t>
            </a:r>
          </a:p>
        </p:txBody>
      </p:sp>
      <p:sp>
        <p:nvSpPr>
          <p:cNvPr id="23" name="TextBox 22">
            <a:extLst>
              <a:ext uri="{FF2B5EF4-FFF2-40B4-BE49-F238E27FC236}">
                <a16:creationId xmlns:a16="http://schemas.microsoft.com/office/drawing/2014/main" id="{5C30DFF5-97C7-F638-860F-8C784D874F37}"/>
              </a:ext>
            </a:extLst>
          </p:cNvPr>
          <p:cNvSpPr txBox="1"/>
          <p:nvPr/>
        </p:nvSpPr>
        <p:spPr>
          <a:xfrm>
            <a:off x="893516" y="3735277"/>
            <a:ext cx="2880140" cy="276999"/>
          </a:xfrm>
          <a:prstGeom prst="rect">
            <a:avLst/>
          </a:prstGeom>
          <a:noFill/>
        </p:spPr>
        <p:txBody>
          <a:bodyPr wrap="square" lIns="0" tIns="0" rIns="0" bIns="0" anchor="ctr">
            <a:spAutoFit/>
          </a:bodyPr>
          <a:lstStyle/>
          <a:p>
            <a:pPr defTabSz="932742">
              <a:defRPr/>
            </a:pPr>
            <a:r>
              <a:rPr lang="en-US">
                <a:solidFill>
                  <a:srgbClr val="000000"/>
                </a:solidFill>
                <a:latin typeface="Segoe Sans Text Semilight"/>
              </a:rPr>
              <a:t>Disconnected data sources</a:t>
            </a:r>
          </a:p>
        </p:txBody>
      </p:sp>
      <p:grpSp>
        <p:nvGrpSpPr>
          <p:cNvPr id="24" name="Group 23" descr="Arrow pointing towards the right">
            <a:extLst>
              <a:ext uri="{FF2B5EF4-FFF2-40B4-BE49-F238E27FC236}">
                <a16:creationId xmlns:a16="http://schemas.microsoft.com/office/drawing/2014/main" id="{D0D5730C-7277-DF64-F2FB-61C5E347CCCD}"/>
              </a:ext>
            </a:extLst>
          </p:cNvPr>
          <p:cNvGrpSpPr/>
          <p:nvPr/>
        </p:nvGrpSpPr>
        <p:grpSpPr>
          <a:xfrm>
            <a:off x="5943567" y="3761068"/>
            <a:ext cx="243752" cy="219530"/>
            <a:chOff x="3047591" y="2787258"/>
            <a:chExt cx="303157" cy="196543"/>
          </a:xfrm>
        </p:grpSpPr>
        <p:sp>
          <p:nvSpPr>
            <p:cNvPr id="25" name="Freeform 59">
              <a:extLst>
                <a:ext uri="{FF2B5EF4-FFF2-40B4-BE49-F238E27FC236}">
                  <a16:creationId xmlns:a16="http://schemas.microsoft.com/office/drawing/2014/main" id="{E2AF58CC-96E2-5BBB-60FE-3304D934709F}"/>
                </a:ext>
              </a:extLst>
            </p:cNvPr>
            <p:cNvSpPr/>
            <p:nvPr/>
          </p:nvSpPr>
          <p:spPr bwMode="auto">
            <a:xfrm rot="18900000">
              <a:off x="3047591" y="2787258"/>
              <a:ext cx="196547" cy="196543"/>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rgbClr val="8661C5"/>
            </a:solidFill>
            <a:ln w="6350" cap="flat" cmpd="sng" algn="ctr">
              <a:no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defTabSz="932293"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6" name="Freeform 60">
              <a:extLst>
                <a:ext uri="{FF2B5EF4-FFF2-40B4-BE49-F238E27FC236}">
                  <a16:creationId xmlns:a16="http://schemas.microsoft.com/office/drawing/2014/main" id="{7668F62F-E693-965A-E9EB-B8F0978A2857}"/>
                </a:ext>
              </a:extLst>
            </p:cNvPr>
            <p:cNvSpPr/>
            <p:nvPr/>
          </p:nvSpPr>
          <p:spPr bwMode="auto">
            <a:xfrm rot="18900000">
              <a:off x="3154201" y="2787258"/>
              <a:ext cx="196547" cy="196543"/>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rgbClr val="8661C5"/>
            </a:solidFill>
            <a:ln w="6350" cap="flat" cmpd="sng" algn="ctr">
              <a:no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defTabSz="932293"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27" name="TextBox 26">
            <a:extLst>
              <a:ext uri="{FF2B5EF4-FFF2-40B4-BE49-F238E27FC236}">
                <a16:creationId xmlns:a16="http://schemas.microsoft.com/office/drawing/2014/main" id="{19E1CAB1-8910-E30F-14CB-7F8776FD7EBA}"/>
              </a:ext>
            </a:extLst>
          </p:cNvPr>
          <p:cNvSpPr txBox="1"/>
          <p:nvPr/>
        </p:nvSpPr>
        <p:spPr>
          <a:xfrm>
            <a:off x="6548990" y="3735278"/>
            <a:ext cx="3395241" cy="276999"/>
          </a:xfrm>
          <a:prstGeom prst="rect">
            <a:avLst/>
          </a:prstGeom>
          <a:noFill/>
        </p:spPr>
        <p:txBody>
          <a:bodyPr wrap="square" lIns="0" tIns="0" rIns="0" bIns="0" anchor="ctr">
            <a:spAutoFit/>
          </a:bodyPr>
          <a:lstStyle/>
          <a:p>
            <a:pPr defTabSz="932742">
              <a:defRPr/>
            </a:pPr>
            <a:r>
              <a:rPr lang="en-US">
                <a:solidFill>
                  <a:srgbClr val="000000"/>
                </a:solidFill>
                <a:latin typeface="Segoe Sans Text Semilight"/>
              </a:rPr>
              <a:t>All the data in one place </a:t>
            </a:r>
          </a:p>
        </p:txBody>
      </p:sp>
      <p:sp>
        <p:nvSpPr>
          <p:cNvPr id="32" name="TextBox 31">
            <a:extLst>
              <a:ext uri="{FF2B5EF4-FFF2-40B4-BE49-F238E27FC236}">
                <a16:creationId xmlns:a16="http://schemas.microsoft.com/office/drawing/2014/main" id="{8FB57B69-85EE-01E3-521B-40EB512E43CB}"/>
              </a:ext>
            </a:extLst>
          </p:cNvPr>
          <p:cNvSpPr txBox="1"/>
          <p:nvPr/>
        </p:nvSpPr>
        <p:spPr>
          <a:xfrm>
            <a:off x="921904" y="4378204"/>
            <a:ext cx="2092781" cy="276999"/>
          </a:xfrm>
          <a:prstGeom prst="rect">
            <a:avLst/>
          </a:prstGeom>
          <a:noFill/>
        </p:spPr>
        <p:txBody>
          <a:bodyPr wrap="square" lIns="0" tIns="0" rIns="0" bIns="0" anchor="ctr">
            <a:spAutoFit/>
          </a:bodyPr>
          <a:lstStyle/>
          <a:p>
            <a:pPr defTabSz="932742">
              <a:defRPr/>
            </a:pPr>
            <a:r>
              <a:rPr lang="en-US">
                <a:solidFill>
                  <a:srgbClr val="000000"/>
                </a:solidFill>
                <a:latin typeface="Segoe Sans Text Semilight"/>
              </a:rPr>
              <a:t>Isolated application</a:t>
            </a:r>
          </a:p>
        </p:txBody>
      </p:sp>
      <p:grpSp>
        <p:nvGrpSpPr>
          <p:cNvPr id="33" name="Group 32" descr="Arrow pointing towards the right">
            <a:extLst>
              <a:ext uri="{FF2B5EF4-FFF2-40B4-BE49-F238E27FC236}">
                <a16:creationId xmlns:a16="http://schemas.microsoft.com/office/drawing/2014/main" id="{26D41DEB-86E3-DBCB-90B2-E8D03A2456A4}"/>
              </a:ext>
            </a:extLst>
          </p:cNvPr>
          <p:cNvGrpSpPr/>
          <p:nvPr/>
        </p:nvGrpSpPr>
        <p:grpSpPr>
          <a:xfrm>
            <a:off x="5943567" y="4403995"/>
            <a:ext cx="243752" cy="219530"/>
            <a:chOff x="3047591" y="2787258"/>
            <a:chExt cx="303157" cy="196543"/>
          </a:xfrm>
        </p:grpSpPr>
        <p:sp>
          <p:nvSpPr>
            <p:cNvPr id="34" name="Freeform 59">
              <a:extLst>
                <a:ext uri="{FF2B5EF4-FFF2-40B4-BE49-F238E27FC236}">
                  <a16:creationId xmlns:a16="http://schemas.microsoft.com/office/drawing/2014/main" id="{096A68F8-A220-161E-0502-C78AB124BFB0}"/>
                </a:ext>
              </a:extLst>
            </p:cNvPr>
            <p:cNvSpPr/>
            <p:nvPr/>
          </p:nvSpPr>
          <p:spPr bwMode="auto">
            <a:xfrm rot="18900000">
              <a:off x="3047591" y="2787258"/>
              <a:ext cx="196547" cy="196543"/>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rgbClr val="8661C5"/>
            </a:solidFill>
            <a:ln w="6350" cap="flat" cmpd="sng" algn="ctr">
              <a:no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defTabSz="932293"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5" name="Freeform 60">
              <a:extLst>
                <a:ext uri="{FF2B5EF4-FFF2-40B4-BE49-F238E27FC236}">
                  <a16:creationId xmlns:a16="http://schemas.microsoft.com/office/drawing/2014/main" id="{F9BE6BC5-0537-EC3C-8D69-B635867E6540}"/>
                </a:ext>
              </a:extLst>
            </p:cNvPr>
            <p:cNvSpPr/>
            <p:nvPr/>
          </p:nvSpPr>
          <p:spPr bwMode="auto">
            <a:xfrm rot="18900000">
              <a:off x="3154201" y="2787258"/>
              <a:ext cx="196547" cy="196543"/>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rgbClr val="8661C5"/>
            </a:solidFill>
            <a:ln w="6350" cap="flat" cmpd="sng" algn="ctr">
              <a:no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defTabSz="932293"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36" name="TextBox 35">
            <a:extLst>
              <a:ext uri="{FF2B5EF4-FFF2-40B4-BE49-F238E27FC236}">
                <a16:creationId xmlns:a16="http://schemas.microsoft.com/office/drawing/2014/main" id="{5DD27ED3-1340-8B3E-7C9C-1CC8F3EB3A98}"/>
              </a:ext>
            </a:extLst>
          </p:cNvPr>
          <p:cNvSpPr txBox="1"/>
          <p:nvPr/>
        </p:nvSpPr>
        <p:spPr>
          <a:xfrm>
            <a:off x="6622043" y="4378204"/>
            <a:ext cx="1369093" cy="276999"/>
          </a:xfrm>
          <a:prstGeom prst="rect">
            <a:avLst/>
          </a:prstGeom>
          <a:noFill/>
        </p:spPr>
        <p:txBody>
          <a:bodyPr wrap="square" lIns="0" tIns="0" rIns="0" bIns="0" anchor="ctr">
            <a:spAutoFit/>
          </a:bodyPr>
          <a:lstStyle/>
          <a:p>
            <a:pPr defTabSz="932742">
              <a:defRPr/>
            </a:pPr>
            <a:r>
              <a:rPr lang="en-US">
                <a:solidFill>
                  <a:srgbClr val="000000"/>
                </a:solidFill>
                <a:latin typeface="Segoe Sans Text Semilight"/>
              </a:rPr>
              <a:t>Entire estate</a:t>
            </a:r>
          </a:p>
        </p:txBody>
      </p:sp>
      <p:sp>
        <p:nvSpPr>
          <p:cNvPr id="37" name="TextBox 36">
            <a:extLst>
              <a:ext uri="{FF2B5EF4-FFF2-40B4-BE49-F238E27FC236}">
                <a16:creationId xmlns:a16="http://schemas.microsoft.com/office/drawing/2014/main" id="{ABCD76A4-3FAF-2E0C-2E15-0F403B5029B6}"/>
              </a:ext>
            </a:extLst>
          </p:cNvPr>
          <p:cNvSpPr txBox="1"/>
          <p:nvPr/>
        </p:nvSpPr>
        <p:spPr>
          <a:xfrm>
            <a:off x="940784" y="5021131"/>
            <a:ext cx="1569151" cy="276999"/>
          </a:xfrm>
          <a:prstGeom prst="rect">
            <a:avLst/>
          </a:prstGeom>
          <a:noFill/>
        </p:spPr>
        <p:txBody>
          <a:bodyPr wrap="square" lIns="0" tIns="0" rIns="0" bIns="0" anchor="ctr">
            <a:spAutoFit/>
          </a:bodyPr>
          <a:lstStyle/>
          <a:p>
            <a:pPr defTabSz="932742">
              <a:defRPr/>
            </a:pPr>
            <a:r>
              <a:rPr lang="en-US">
                <a:solidFill>
                  <a:srgbClr val="000000"/>
                </a:solidFill>
                <a:latin typeface="Segoe Sans Text Semilight"/>
              </a:rPr>
              <a:t>Gen AI bolt on</a:t>
            </a:r>
          </a:p>
        </p:txBody>
      </p:sp>
      <p:grpSp>
        <p:nvGrpSpPr>
          <p:cNvPr id="38" name="Group 37" descr="Arrow pointing towards the right">
            <a:extLst>
              <a:ext uri="{FF2B5EF4-FFF2-40B4-BE49-F238E27FC236}">
                <a16:creationId xmlns:a16="http://schemas.microsoft.com/office/drawing/2014/main" id="{495CE0A2-43E4-275E-0305-8F3B79F1E9AA}"/>
              </a:ext>
            </a:extLst>
          </p:cNvPr>
          <p:cNvGrpSpPr/>
          <p:nvPr/>
        </p:nvGrpSpPr>
        <p:grpSpPr>
          <a:xfrm>
            <a:off x="5943567" y="5046922"/>
            <a:ext cx="243752" cy="219530"/>
            <a:chOff x="3047591" y="2787258"/>
            <a:chExt cx="303157" cy="196543"/>
          </a:xfrm>
        </p:grpSpPr>
        <p:sp>
          <p:nvSpPr>
            <p:cNvPr id="39" name="Freeform 59">
              <a:extLst>
                <a:ext uri="{FF2B5EF4-FFF2-40B4-BE49-F238E27FC236}">
                  <a16:creationId xmlns:a16="http://schemas.microsoft.com/office/drawing/2014/main" id="{F091C005-3D4C-8117-B3D5-519F177DD4C2}"/>
                </a:ext>
              </a:extLst>
            </p:cNvPr>
            <p:cNvSpPr/>
            <p:nvPr/>
          </p:nvSpPr>
          <p:spPr bwMode="auto">
            <a:xfrm rot="18900000">
              <a:off x="3047591" y="2787258"/>
              <a:ext cx="196547" cy="196543"/>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rgbClr val="8661C5"/>
            </a:solidFill>
            <a:ln w="6350" cap="flat" cmpd="sng" algn="ctr">
              <a:no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defTabSz="932293"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0" name="Freeform 60">
              <a:extLst>
                <a:ext uri="{FF2B5EF4-FFF2-40B4-BE49-F238E27FC236}">
                  <a16:creationId xmlns:a16="http://schemas.microsoft.com/office/drawing/2014/main" id="{EB04434D-FC6C-61D2-89E4-3D7D43FC549D}"/>
                </a:ext>
              </a:extLst>
            </p:cNvPr>
            <p:cNvSpPr/>
            <p:nvPr/>
          </p:nvSpPr>
          <p:spPr bwMode="auto">
            <a:xfrm rot="18900000">
              <a:off x="3154201" y="2787258"/>
              <a:ext cx="196547" cy="196543"/>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rgbClr val="8661C5"/>
            </a:solidFill>
            <a:ln w="6350" cap="flat" cmpd="sng" algn="ctr">
              <a:noFill/>
              <a:prstDash val="solid"/>
              <a:miter lim="800000"/>
              <a:headEnd type="none" w="med" len="med"/>
              <a:tailEnd type="none" w="med" len="med"/>
            </a:ln>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defTabSz="932293"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41" name="TextBox 40">
            <a:extLst>
              <a:ext uri="{FF2B5EF4-FFF2-40B4-BE49-F238E27FC236}">
                <a16:creationId xmlns:a16="http://schemas.microsoft.com/office/drawing/2014/main" id="{E6797AE8-7140-40F3-814A-02EBE8ECB3CA}"/>
              </a:ext>
            </a:extLst>
          </p:cNvPr>
          <p:cNvSpPr txBox="1"/>
          <p:nvPr/>
        </p:nvSpPr>
        <p:spPr>
          <a:xfrm>
            <a:off x="6610053" y="5021131"/>
            <a:ext cx="1701675" cy="276999"/>
          </a:xfrm>
          <a:prstGeom prst="rect">
            <a:avLst/>
          </a:prstGeom>
          <a:noFill/>
        </p:spPr>
        <p:txBody>
          <a:bodyPr wrap="square" lIns="0" tIns="0" rIns="0" bIns="0" anchor="ctr">
            <a:spAutoFit/>
          </a:bodyPr>
          <a:lstStyle/>
          <a:p>
            <a:pPr defTabSz="932742">
              <a:defRPr/>
            </a:pPr>
            <a:r>
              <a:rPr lang="en-US">
                <a:solidFill>
                  <a:srgbClr val="000000"/>
                </a:solidFill>
                <a:latin typeface="Segoe Sans Text Semilight"/>
              </a:rPr>
              <a:t>Gen AI built in</a:t>
            </a:r>
          </a:p>
        </p:txBody>
      </p:sp>
    </p:spTree>
    <p:extLst>
      <p:ext uri="{BB962C8B-B14F-4D97-AF65-F5344CB8AC3E}">
        <p14:creationId xmlns:p14="http://schemas.microsoft.com/office/powerpoint/2010/main" val="7318295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anim calcmode="lin" valueType="num">
                                      <p:cBhvr>
                                        <p:cTn id="11" dur="1000" fill="hold"/>
                                        <p:tgtEl>
                                          <p:spTgt spid="12"/>
                                        </p:tgtEl>
                                        <p:attrNameLst>
                                          <p:attrName>ppt_x</p:attrName>
                                        </p:attrNameLst>
                                      </p:cBhvr>
                                      <p:tavLst>
                                        <p:tav tm="0">
                                          <p:val>
                                            <p:strVal val="#ppt_x"/>
                                          </p:val>
                                        </p:tav>
                                        <p:tav tm="100000">
                                          <p:val>
                                            <p:strVal val="#ppt_x"/>
                                          </p:val>
                                        </p:tav>
                                      </p:tavLst>
                                    </p:anim>
                                    <p:anim calcmode="lin" valueType="num">
                                      <p:cBhvr>
                                        <p:cTn id="12" dur="1000" fill="hold"/>
                                        <p:tgtEl>
                                          <p:spTgt spid="12"/>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1000"/>
                                        <p:tgtEl>
                                          <p:spTgt spid="14"/>
                                        </p:tgtEl>
                                      </p:cBhvr>
                                    </p:animEffect>
                                    <p:anim calcmode="lin" valueType="num">
                                      <p:cBhvr>
                                        <p:cTn id="21" dur="1000" fill="hold"/>
                                        <p:tgtEl>
                                          <p:spTgt spid="14"/>
                                        </p:tgtEl>
                                        <p:attrNameLst>
                                          <p:attrName>ppt_x</p:attrName>
                                        </p:attrNameLst>
                                      </p:cBhvr>
                                      <p:tavLst>
                                        <p:tav tm="0">
                                          <p:val>
                                            <p:strVal val="#ppt_x"/>
                                          </p:val>
                                        </p:tav>
                                        <p:tav tm="100000">
                                          <p:val>
                                            <p:strVal val="#ppt_x"/>
                                          </p:val>
                                        </p:tav>
                                      </p:tavLst>
                                    </p:anim>
                                    <p:anim calcmode="lin" valueType="num">
                                      <p:cBhvr>
                                        <p:cTn id="22" dur="1000" fill="hold"/>
                                        <p:tgtEl>
                                          <p:spTgt spid="14"/>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1000"/>
                                        <p:tgtEl>
                                          <p:spTgt spid="23"/>
                                        </p:tgtEl>
                                      </p:cBhvr>
                                    </p:animEffect>
                                    <p:anim calcmode="lin" valueType="num">
                                      <p:cBhvr>
                                        <p:cTn id="26" dur="1000" fill="hold"/>
                                        <p:tgtEl>
                                          <p:spTgt spid="23"/>
                                        </p:tgtEl>
                                        <p:attrNameLst>
                                          <p:attrName>ppt_x</p:attrName>
                                        </p:attrNameLst>
                                      </p:cBhvr>
                                      <p:tavLst>
                                        <p:tav tm="0">
                                          <p:val>
                                            <p:strVal val="#ppt_x"/>
                                          </p:val>
                                        </p:tav>
                                        <p:tav tm="100000">
                                          <p:val>
                                            <p:strVal val="#ppt_x"/>
                                          </p:val>
                                        </p:tav>
                                      </p:tavLst>
                                    </p:anim>
                                    <p:anim calcmode="lin" valueType="num">
                                      <p:cBhvr>
                                        <p:cTn id="27" dur="1000" fill="hold"/>
                                        <p:tgtEl>
                                          <p:spTgt spid="23"/>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1000"/>
                                        <p:tgtEl>
                                          <p:spTgt spid="32"/>
                                        </p:tgtEl>
                                      </p:cBhvr>
                                    </p:animEffect>
                                    <p:anim calcmode="lin" valueType="num">
                                      <p:cBhvr>
                                        <p:cTn id="31" dur="1000" fill="hold"/>
                                        <p:tgtEl>
                                          <p:spTgt spid="32"/>
                                        </p:tgtEl>
                                        <p:attrNameLst>
                                          <p:attrName>ppt_x</p:attrName>
                                        </p:attrNameLst>
                                      </p:cBhvr>
                                      <p:tavLst>
                                        <p:tav tm="0">
                                          <p:val>
                                            <p:strVal val="#ppt_x"/>
                                          </p:val>
                                        </p:tav>
                                        <p:tav tm="100000">
                                          <p:val>
                                            <p:strVal val="#ppt_x"/>
                                          </p:val>
                                        </p:tav>
                                      </p:tavLst>
                                    </p:anim>
                                    <p:anim calcmode="lin" valueType="num">
                                      <p:cBhvr>
                                        <p:cTn id="32" dur="1000" fill="hold"/>
                                        <p:tgtEl>
                                          <p:spTgt spid="32"/>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1000"/>
                                        <p:tgtEl>
                                          <p:spTgt spid="37"/>
                                        </p:tgtEl>
                                      </p:cBhvr>
                                    </p:animEffect>
                                    <p:anim calcmode="lin" valueType="num">
                                      <p:cBhvr>
                                        <p:cTn id="36" dur="1000" fill="hold"/>
                                        <p:tgtEl>
                                          <p:spTgt spid="37"/>
                                        </p:tgtEl>
                                        <p:attrNameLst>
                                          <p:attrName>ppt_x</p:attrName>
                                        </p:attrNameLst>
                                      </p:cBhvr>
                                      <p:tavLst>
                                        <p:tav tm="0">
                                          <p:val>
                                            <p:strVal val="#ppt_x"/>
                                          </p:val>
                                        </p:tav>
                                        <p:tav tm="100000">
                                          <p:val>
                                            <p:strVal val="#ppt_x"/>
                                          </p:val>
                                        </p:tav>
                                      </p:tavLst>
                                    </p:anim>
                                    <p:anim calcmode="lin" valueType="num">
                                      <p:cBhvr>
                                        <p:cTn id="37" dur="1000" fill="hold"/>
                                        <p:tgtEl>
                                          <p:spTgt spid="37"/>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1000"/>
                                        <p:tgtEl>
                                          <p:spTgt spid="18"/>
                                        </p:tgtEl>
                                      </p:cBhvr>
                                    </p:animEffect>
                                    <p:anim calcmode="lin" valueType="num">
                                      <p:cBhvr>
                                        <p:cTn id="41" dur="1000" fill="hold"/>
                                        <p:tgtEl>
                                          <p:spTgt spid="18"/>
                                        </p:tgtEl>
                                        <p:attrNameLst>
                                          <p:attrName>ppt_x</p:attrName>
                                        </p:attrNameLst>
                                      </p:cBhvr>
                                      <p:tavLst>
                                        <p:tav tm="0">
                                          <p:val>
                                            <p:strVal val="#ppt_x"/>
                                          </p:val>
                                        </p:tav>
                                        <p:tav tm="100000">
                                          <p:val>
                                            <p:strVal val="#ppt_x"/>
                                          </p:val>
                                        </p:tav>
                                      </p:tavLst>
                                    </p:anim>
                                    <p:anim calcmode="lin" valueType="num">
                                      <p:cBhvr>
                                        <p:cTn id="42" dur="1000" fill="hold"/>
                                        <p:tgtEl>
                                          <p:spTgt spid="18"/>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1000"/>
                                        <p:tgtEl>
                                          <p:spTgt spid="27"/>
                                        </p:tgtEl>
                                      </p:cBhvr>
                                    </p:animEffect>
                                    <p:anim calcmode="lin" valueType="num">
                                      <p:cBhvr>
                                        <p:cTn id="46" dur="1000" fill="hold"/>
                                        <p:tgtEl>
                                          <p:spTgt spid="27"/>
                                        </p:tgtEl>
                                        <p:attrNameLst>
                                          <p:attrName>ppt_x</p:attrName>
                                        </p:attrNameLst>
                                      </p:cBhvr>
                                      <p:tavLst>
                                        <p:tav tm="0">
                                          <p:val>
                                            <p:strVal val="#ppt_x"/>
                                          </p:val>
                                        </p:tav>
                                        <p:tav tm="100000">
                                          <p:val>
                                            <p:strVal val="#ppt_x"/>
                                          </p:val>
                                        </p:tav>
                                      </p:tavLst>
                                    </p:anim>
                                    <p:anim calcmode="lin" valueType="num">
                                      <p:cBhvr>
                                        <p:cTn id="47" dur="1000" fill="hold"/>
                                        <p:tgtEl>
                                          <p:spTgt spid="27"/>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1000"/>
                                        <p:tgtEl>
                                          <p:spTgt spid="36"/>
                                        </p:tgtEl>
                                      </p:cBhvr>
                                    </p:animEffect>
                                    <p:anim calcmode="lin" valueType="num">
                                      <p:cBhvr>
                                        <p:cTn id="51" dur="1000" fill="hold"/>
                                        <p:tgtEl>
                                          <p:spTgt spid="36"/>
                                        </p:tgtEl>
                                        <p:attrNameLst>
                                          <p:attrName>ppt_x</p:attrName>
                                        </p:attrNameLst>
                                      </p:cBhvr>
                                      <p:tavLst>
                                        <p:tav tm="0">
                                          <p:val>
                                            <p:strVal val="#ppt_x"/>
                                          </p:val>
                                        </p:tav>
                                        <p:tav tm="100000">
                                          <p:val>
                                            <p:strVal val="#ppt_x"/>
                                          </p:val>
                                        </p:tav>
                                      </p:tavLst>
                                    </p:anim>
                                    <p:anim calcmode="lin" valueType="num">
                                      <p:cBhvr>
                                        <p:cTn id="52" dur="1000" fill="hold"/>
                                        <p:tgtEl>
                                          <p:spTgt spid="36"/>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1000"/>
                                        <p:tgtEl>
                                          <p:spTgt spid="41"/>
                                        </p:tgtEl>
                                      </p:cBhvr>
                                    </p:animEffect>
                                    <p:anim calcmode="lin" valueType="num">
                                      <p:cBhvr>
                                        <p:cTn id="56" dur="1000" fill="hold"/>
                                        <p:tgtEl>
                                          <p:spTgt spid="41"/>
                                        </p:tgtEl>
                                        <p:attrNameLst>
                                          <p:attrName>ppt_x</p:attrName>
                                        </p:attrNameLst>
                                      </p:cBhvr>
                                      <p:tavLst>
                                        <p:tav tm="0">
                                          <p:val>
                                            <p:strVal val="#ppt_x"/>
                                          </p:val>
                                        </p:tav>
                                        <p:tav tm="100000">
                                          <p:val>
                                            <p:strVal val="#ppt_x"/>
                                          </p:val>
                                        </p:tav>
                                      </p:tavLst>
                                    </p:anim>
                                    <p:anim calcmode="lin" valueType="num">
                                      <p:cBhvr>
                                        <p:cTn id="57" dur="1000" fill="hold"/>
                                        <p:tgtEl>
                                          <p:spTgt spid="41"/>
                                        </p:tgtEl>
                                        <p:attrNameLst>
                                          <p:attrName>ppt_y</p:attrName>
                                        </p:attrNameLst>
                                      </p:cBhvr>
                                      <p:tavLst>
                                        <p:tav tm="0">
                                          <p:val>
                                            <p:strVal val="#ppt_y+.1"/>
                                          </p:val>
                                        </p:tav>
                                        <p:tav tm="100000">
                                          <p:val>
                                            <p:strVal val="#ppt_y"/>
                                          </p:val>
                                        </p:tav>
                                      </p:tavLst>
                                    </p:anim>
                                  </p:childTnLst>
                                </p:cTn>
                              </p:par>
                              <p:par>
                                <p:cTn id="58" presetID="10" presetClass="entr" presetSubtype="0" fill="hold"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500"/>
                                        <p:tgtEl>
                                          <p:spTgt spid="33"/>
                                        </p:tgtEl>
                                      </p:cBhvr>
                                    </p:animEffect>
                                  </p:childTnLst>
                                </p:cTn>
                              </p:par>
                              <p:par>
                                <p:cTn id="67" presetID="10" presetClass="entr" presetSubtype="0" fill="hold" nodeType="with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fade">
                                      <p:cBhvr>
                                        <p:cTn id="69" dur="500"/>
                                        <p:tgtEl>
                                          <p:spTgt spid="11"/>
                                        </p:tgtEl>
                                      </p:cBhvr>
                                    </p:animEffect>
                                  </p:childTnLst>
                                </p:cTn>
                              </p:par>
                              <p:par>
                                <p:cTn id="70" presetID="10" presetClass="entr" presetSubtype="0" fill="hold" nodeType="with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fade">
                                      <p:cBhvr>
                                        <p:cTn id="7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p:bldP spid="18" grpId="0"/>
      <p:bldP spid="23" grpId="0"/>
      <p:bldP spid="27" grpId="0"/>
      <p:bldP spid="32" grpId="0"/>
      <p:bldP spid="36" grpId="0"/>
      <p:bldP spid="37" grpId="0"/>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F137B-7C97-2450-A522-3443CFA4133C}"/>
              </a:ext>
            </a:extLst>
          </p:cNvPr>
          <p:cNvSpPr>
            <a:spLocks noGrp="1"/>
          </p:cNvSpPr>
          <p:nvPr>
            <p:ph type="title"/>
          </p:nvPr>
        </p:nvSpPr>
        <p:spPr>
          <a:xfrm>
            <a:off x="524538" y="969361"/>
            <a:ext cx="11057861" cy="1007720"/>
          </a:xfrm>
        </p:spPr>
        <p:txBody>
          <a:bodyPr anchor="ctr"/>
          <a:lstStyle/>
          <a:p>
            <a:pPr algn="ctr"/>
            <a:r>
              <a:rPr lang="en-US">
                <a:solidFill>
                  <a:srgbClr val="B3EBC5"/>
                </a:solidFill>
              </a:rPr>
              <a:t>Microsoft Fabric</a:t>
            </a:r>
          </a:p>
        </p:txBody>
      </p:sp>
      <p:grpSp>
        <p:nvGrpSpPr>
          <p:cNvPr id="3" name="Group 2">
            <a:extLst>
              <a:ext uri="{FF2B5EF4-FFF2-40B4-BE49-F238E27FC236}">
                <a16:creationId xmlns:a16="http://schemas.microsoft.com/office/drawing/2014/main" id="{FC9FCC39-AD98-A95C-5495-9BB7A562D47C}"/>
              </a:ext>
              <a:ext uri="{C183D7F6-B498-43B3-948B-1728B52AA6E4}">
                <adec:decorative xmlns:adec="http://schemas.microsoft.com/office/drawing/2017/decorative" val="1"/>
              </a:ext>
            </a:extLst>
          </p:cNvPr>
          <p:cNvGrpSpPr/>
          <p:nvPr/>
        </p:nvGrpSpPr>
        <p:grpSpPr>
          <a:xfrm>
            <a:off x="524538" y="2131766"/>
            <a:ext cx="11029950" cy="4518025"/>
            <a:chOff x="581025" y="1577975"/>
            <a:chExt cx="11029950" cy="4518025"/>
          </a:xfrm>
        </p:grpSpPr>
        <p:sp>
          <p:nvSpPr>
            <p:cNvPr id="4" name="Rounded Rectangle 6">
              <a:extLst>
                <a:ext uri="{FF2B5EF4-FFF2-40B4-BE49-F238E27FC236}">
                  <a16:creationId xmlns:a16="http://schemas.microsoft.com/office/drawing/2014/main" id="{4423181B-005A-F7B1-9C93-750CE99CA0B4}"/>
                </a:ext>
                <a:ext uri="{C183D7F6-B498-43B3-948B-1728B52AA6E4}">
                  <adec:decorative xmlns:adec="http://schemas.microsoft.com/office/drawing/2017/decorative" val="1"/>
                </a:ext>
              </a:extLst>
            </p:cNvPr>
            <p:cNvSpPr/>
            <p:nvPr/>
          </p:nvSpPr>
          <p:spPr bwMode="auto">
            <a:xfrm>
              <a:off x="725938" y="1895721"/>
              <a:ext cx="1435881" cy="1334401"/>
            </a:xfrm>
            <a:prstGeom prst="roundRect">
              <a:avLst>
                <a:gd name="adj" fmla="val 5399"/>
              </a:avLst>
            </a:prstGeom>
            <a:solidFill>
              <a:srgbClr val="FFFFFF">
                <a:alpha val="94098"/>
              </a:srgbClr>
            </a:solidFill>
            <a:ln w="6350" cap="flat" cmpd="sng" algn="ctr">
              <a:noFill/>
              <a:prstDash val="solid"/>
              <a:miter lim="800000"/>
              <a:headEnd type="none" w="med" len="med"/>
              <a:tailEnd type="none" w="med" len="med"/>
            </a:ln>
            <a:effectLst>
              <a:outerShdw blurRad="127000" dist="38100" dir="2700000" algn="tl" rotWithShape="0">
                <a:prstClr val="black">
                  <a:alpha val="15000"/>
                </a:prstClr>
              </a:outerShdw>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6" name="Rounded Rectangle 10">
              <a:extLst>
                <a:ext uri="{FF2B5EF4-FFF2-40B4-BE49-F238E27FC236}">
                  <a16:creationId xmlns:a16="http://schemas.microsoft.com/office/drawing/2014/main" id="{5E278798-FC23-4019-B9C1-5C40BBB15031}"/>
                </a:ext>
                <a:ext uri="{C183D7F6-B498-43B3-948B-1728B52AA6E4}">
                  <adec:decorative xmlns:adec="http://schemas.microsoft.com/office/drawing/2017/decorative" val="1"/>
                </a:ext>
              </a:extLst>
            </p:cNvPr>
            <p:cNvSpPr/>
            <p:nvPr/>
          </p:nvSpPr>
          <p:spPr bwMode="auto">
            <a:xfrm>
              <a:off x="2276645" y="1895721"/>
              <a:ext cx="1435881" cy="1334401"/>
            </a:xfrm>
            <a:prstGeom prst="roundRect">
              <a:avLst>
                <a:gd name="adj" fmla="val 5399"/>
              </a:avLst>
            </a:prstGeom>
            <a:solidFill>
              <a:srgbClr val="FFFFFF">
                <a:alpha val="94098"/>
              </a:srgbClr>
            </a:solidFill>
            <a:ln w="6350" cap="flat" cmpd="sng" algn="ctr">
              <a:noFill/>
              <a:prstDash val="solid"/>
              <a:miter lim="800000"/>
              <a:headEnd type="none" w="med" len="med"/>
              <a:tailEnd type="none" w="med" len="med"/>
            </a:ln>
            <a:effectLst>
              <a:outerShdw blurRad="127000" dist="38100" dir="2700000" algn="tl" rotWithShape="0">
                <a:prstClr val="black">
                  <a:alpha val="15000"/>
                </a:prstClr>
              </a:outerShdw>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7" name="Rounded Rectangle 14">
              <a:extLst>
                <a:ext uri="{FF2B5EF4-FFF2-40B4-BE49-F238E27FC236}">
                  <a16:creationId xmlns:a16="http://schemas.microsoft.com/office/drawing/2014/main" id="{3ACAF937-B4CD-4A73-AE8D-58460090AD01}"/>
                </a:ext>
                <a:ext uri="{C183D7F6-B498-43B3-948B-1728B52AA6E4}">
                  <adec:decorative xmlns:adec="http://schemas.microsoft.com/office/drawing/2017/decorative" val="1"/>
                </a:ext>
              </a:extLst>
            </p:cNvPr>
            <p:cNvSpPr/>
            <p:nvPr/>
          </p:nvSpPr>
          <p:spPr bwMode="auto">
            <a:xfrm>
              <a:off x="3827352" y="1895721"/>
              <a:ext cx="1435881" cy="1334401"/>
            </a:xfrm>
            <a:prstGeom prst="roundRect">
              <a:avLst>
                <a:gd name="adj" fmla="val 5399"/>
              </a:avLst>
            </a:prstGeom>
            <a:solidFill>
              <a:srgbClr val="FFFFFF">
                <a:alpha val="94098"/>
              </a:srgbClr>
            </a:solidFill>
            <a:ln w="6350" cap="flat" cmpd="sng" algn="ctr">
              <a:noFill/>
              <a:prstDash val="solid"/>
              <a:miter lim="800000"/>
              <a:headEnd type="none" w="med" len="med"/>
              <a:tailEnd type="none" w="med" len="med"/>
            </a:ln>
            <a:effectLst>
              <a:outerShdw blurRad="127000" dist="38100" dir="2700000" algn="tl" rotWithShape="0">
                <a:prstClr val="black">
                  <a:alpha val="15000"/>
                </a:prstClr>
              </a:outerShdw>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8" name="Rounded Rectangle 18">
              <a:extLst>
                <a:ext uri="{FF2B5EF4-FFF2-40B4-BE49-F238E27FC236}">
                  <a16:creationId xmlns:a16="http://schemas.microsoft.com/office/drawing/2014/main" id="{9BC48B9C-9BC4-8292-6B72-3D4EABA5B10C}"/>
                </a:ext>
                <a:ext uri="{C183D7F6-B498-43B3-948B-1728B52AA6E4}">
                  <adec:decorative xmlns:adec="http://schemas.microsoft.com/office/drawing/2017/decorative" val="1"/>
                </a:ext>
              </a:extLst>
            </p:cNvPr>
            <p:cNvSpPr/>
            <p:nvPr/>
          </p:nvSpPr>
          <p:spPr bwMode="auto">
            <a:xfrm>
              <a:off x="5378059" y="1895721"/>
              <a:ext cx="1435881" cy="1334401"/>
            </a:xfrm>
            <a:prstGeom prst="roundRect">
              <a:avLst>
                <a:gd name="adj" fmla="val 5399"/>
              </a:avLst>
            </a:prstGeom>
            <a:solidFill>
              <a:srgbClr val="FFFFFF">
                <a:alpha val="94098"/>
              </a:srgbClr>
            </a:solidFill>
            <a:ln w="6350" cap="flat" cmpd="sng" algn="ctr">
              <a:noFill/>
              <a:prstDash val="solid"/>
              <a:miter lim="800000"/>
              <a:headEnd type="none" w="med" len="med"/>
              <a:tailEnd type="none" w="med" len="med"/>
            </a:ln>
            <a:effectLst>
              <a:outerShdw blurRad="127000" dist="38100" dir="2700000" algn="tl" rotWithShape="0">
                <a:prstClr val="black">
                  <a:alpha val="15000"/>
                </a:prstClr>
              </a:outerShdw>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9" name="Rounded Rectangle 22">
              <a:extLst>
                <a:ext uri="{FF2B5EF4-FFF2-40B4-BE49-F238E27FC236}">
                  <a16:creationId xmlns:a16="http://schemas.microsoft.com/office/drawing/2014/main" id="{0757A1F0-39BA-AF70-BE20-86DE805D2312}"/>
                </a:ext>
                <a:ext uri="{C183D7F6-B498-43B3-948B-1728B52AA6E4}">
                  <adec:decorative xmlns:adec="http://schemas.microsoft.com/office/drawing/2017/decorative" val="1"/>
                </a:ext>
              </a:extLst>
            </p:cNvPr>
            <p:cNvSpPr/>
            <p:nvPr/>
          </p:nvSpPr>
          <p:spPr bwMode="auto">
            <a:xfrm>
              <a:off x="6928766" y="1895721"/>
              <a:ext cx="1435881" cy="1334401"/>
            </a:xfrm>
            <a:prstGeom prst="roundRect">
              <a:avLst>
                <a:gd name="adj" fmla="val 5399"/>
              </a:avLst>
            </a:prstGeom>
            <a:solidFill>
              <a:srgbClr val="FFFFFF">
                <a:alpha val="94098"/>
              </a:srgbClr>
            </a:solidFill>
            <a:ln w="28575" cap="flat" cmpd="sng" algn="ctr">
              <a:noFill/>
              <a:prstDash val="solid"/>
              <a:miter lim="800000"/>
              <a:headEnd type="none" w="med" len="med"/>
              <a:tailEnd type="none" w="med" len="med"/>
            </a:ln>
            <a:effectLst>
              <a:outerShdw blurRad="127000" dist="38100" dir="2700000" algn="tl" rotWithShape="0">
                <a:prstClr val="black">
                  <a:alpha val="15000"/>
                </a:prstClr>
              </a:outerShdw>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sp>
          <p:nvSpPr>
            <p:cNvPr id="10" name="Rounded Rectangle 26">
              <a:extLst>
                <a:ext uri="{FF2B5EF4-FFF2-40B4-BE49-F238E27FC236}">
                  <a16:creationId xmlns:a16="http://schemas.microsoft.com/office/drawing/2014/main" id="{4D9B8F45-E87C-A33F-03BF-876BDF4C9E0B}"/>
                </a:ext>
                <a:ext uri="{C183D7F6-B498-43B3-948B-1728B52AA6E4}">
                  <adec:decorative xmlns:adec="http://schemas.microsoft.com/office/drawing/2017/decorative" val="1"/>
                </a:ext>
              </a:extLst>
            </p:cNvPr>
            <p:cNvSpPr/>
            <p:nvPr/>
          </p:nvSpPr>
          <p:spPr bwMode="auto">
            <a:xfrm>
              <a:off x="8479473" y="1895721"/>
              <a:ext cx="1435881" cy="1334401"/>
            </a:xfrm>
            <a:prstGeom prst="roundRect">
              <a:avLst>
                <a:gd name="adj" fmla="val 5399"/>
              </a:avLst>
            </a:prstGeom>
            <a:solidFill>
              <a:srgbClr val="FFFFFF">
                <a:alpha val="94098"/>
              </a:srgbClr>
            </a:solidFill>
            <a:ln w="6350" cap="flat" cmpd="sng" algn="ctr">
              <a:noFill/>
              <a:prstDash val="solid"/>
              <a:miter lim="800000"/>
              <a:headEnd type="none" w="med" len="med"/>
              <a:tailEnd type="none" w="med" len="med"/>
            </a:ln>
            <a:effectLst>
              <a:outerShdw blurRad="127000" dist="38100" dir="2700000" algn="tl" rotWithShape="0">
                <a:prstClr val="black">
                  <a:alpha val="15000"/>
                </a:prstClr>
              </a:outerShdw>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225B61"/>
                </a:solidFill>
                <a:effectLst/>
                <a:uLnTx/>
                <a:uFillTx/>
                <a:latin typeface="Segoe Sans Text Semilight"/>
                <a:ea typeface="+mn-ea"/>
                <a:cs typeface="Segoe UI" panose="020B0502040204020203" pitchFamily="34" charset="0"/>
              </a:endParaRPr>
            </a:p>
          </p:txBody>
        </p:sp>
        <p:sp>
          <p:nvSpPr>
            <p:cNvPr id="11" name="Rounded Rectangle 32">
              <a:extLst>
                <a:ext uri="{FF2B5EF4-FFF2-40B4-BE49-F238E27FC236}">
                  <a16:creationId xmlns:a16="http://schemas.microsoft.com/office/drawing/2014/main" id="{4528365B-2B9F-1891-5C8E-4F5D19C7C356}"/>
                </a:ext>
                <a:ext uri="{C183D7F6-B498-43B3-948B-1728B52AA6E4}">
                  <adec:decorative xmlns:adec="http://schemas.microsoft.com/office/drawing/2017/decorative" val="1"/>
                </a:ext>
              </a:extLst>
            </p:cNvPr>
            <p:cNvSpPr/>
            <p:nvPr/>
          </p:nvSpPr>
          <p:spPr bwMode="auto">
            <a:xfrm>
              <a:off x="725938" y="4263532"/>
              <a:ext cx="10740124" cy="731520"/>
            </a:xfrm>
            <a:prstGeom prst="roundRect">
              <a:avLst>
                <a:gd name="adj" fmla="val 10944"/>
              </a:avLst>
            </a:prstGeom>
            <a:solidFill>
              <a:srgbClr val="FFFFFF"/>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12" name="Rounded Rectangle 30">
              <a:extLst>
                <a:ext uri="{FF2B5EF4-FFF2-40B4-BE49-F238E27FC236}">
                  <a16:creationId xmlns:a16="http://schemas.microsoft.com/office/drawing/2014/main" id="{B00251CC-40D8-5648-D62A-9BF6BC1153EA}"/>
                </a:ext>
                <a:ext uri="{C183D7F6-B498-43B3-948B-1728B52AA6E4}">
                  <adec:decorative xmlns:adec="http://schemas.microsoft.com/office/drawing/2017/decorative" val="1"/>
                </a:ext>
              </a:extLst>
            </p:cNvPr>
            <p:cNvSpPr/>
            <p:nvPr/>
          </p:nvSpPr>
          <p:spPr bwMode="auto">
            <a:xfrm>
              <a:off x="725938" y="3381067"/>
              <a:ext cx="10740124" cy="731520"/>
            </a:xfrm>
            <a:prstGeom prst="roundRect">
              <a:avLst>
                <a:gd name="adj" fmla="val 10944"/>
              </a:avLst>
            </a:prstGeom>
            <a:solidFill>
              <a:srgbClr val="FFFFFF"/>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13" name="Rounded Rectangle 32">
              <a:extLst>
                <a:ext uri="{FF2B5EF4-FFF2-40B4-BE49-F238E27FC236}">
                  <a16:creationId xmlns:a16="http://schemas.microsoft.com/office/drawing/2014/main" id="{860F6AB6-EA9F-50F6-1EC6-5285FF0E4297}"/>
                </a:ext>
                <a:ext uri="{C183D7F6-B498-43B3-948B-1728B52AA6E4}">
                  <adec:decorative xmlns:adec="http://schemas.microsoft.com/office/drawing/2017/decorative" val="1"/>
                </a:ext>
              </a:extLst>
            </p:cNvPr>
            <p:cNvSpPr/>
            <p:nvPr/>
          </p:nvSpPr>
          <p:spPr bwMode="auto">
            <a:xfrm>
              <a:off x="725938" y="5145998"/>
              <a:ext cx="10740124" cy="731520"/>
            </a:xfrm>
            <a:prstGeom prst="roundRect">
              <a:avLst>
                <a:gd name="adj" fmla="val 10944"/>
              </a:avLst>
            </a:prstGeom>
            <a:solidFill>
              <a:srgbClr val="FFFFFF"/>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14" name="Rectangle: Top Corners Rounded 125">
              <a:extLst>
                <a:ext uri="{FF2B5EF4-FFF2-40B4-BE49-F238E27FC236}">
                  <a16:creationId xmlns:a16="http://schemas.microsoft.com/office/drawing/2014/main" id="{40717383-D26F-127F-1773-BE946AA45F42}"/>
                </a:ext>
                <a:ext uri="{C183D7F6-B498-43B3-948B-1728B52AA6E4}">
                  <adec:decorative xmlns:adec="http://schemas.microsoft.com/office/drawing/2017/decorative" val="1"/>
                </a:ext>
              </a:extLst>
            </p:cNvPr>
            <p:cNvSpPr/>
            <p:nvPr/>
          </p:nvSpPr>
          <p:spPr bwMode="auto">
            <a:xfrm>
              <a:off x="581025" y="1577975"/>
              <a:ext cx="11029950" cy="4518025"/>
            </a:xfrm>
            <a:prstGeom prst="roundRect">
              <a:avLst>
                <a:gd name="adj" fmla="val 3457"/>
              </a:avLst>
            </a:prstGeom>
            <a:noFill/>
            <a:ln w="19050" cap="rnd" cmpd="sng" algn="ctr">
              <a:solidFill>
                <a:srgbClr val="C0C0C0"/>
              </a:solidFill>
              <a:prstDash val="solid"/>
              <a:miter lim="800000"/>
              <a:headEnd type="none" w="sm" len="sm"/>
              <a:tailEnd type="none" w="lg" len="med"/>
            </a:ln>
            <a:effectLst/>
          </p:spPr>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marL="0" marR="0" lvl="0" indent="0" algn="ctr" defTabSz="654278"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err="1">
                <a:ln>
                  <a:noFill/>
                </a:ln>
                <a:gradFill>
                  <a:gsLst>
                    <a:gs pos="25287">
                      <a:srgbClr val="FFFFFF"/>
                    </a:gs>
                    <a:gs pos="45000">
                      <a:srgbClr val="FFFFFF"/>
                    </a:gs>
                  </a:gsLst>
                  <a:lin ang="5400000" scaled="1"/>
                </a:gradFill>
                <a:effectLst/>
                <a:uLnTx/>
                <a:uFillTx/>
                <a:latin typeface="Segoe UI Semibold"/>
                <a:ea typeface="+mn-ea"/>
                <a:cs typeface="+mn-cs"/>
              </a:endParaRPr>
            </a:p>
          </p:txBody>
        </p:sp>
      </p:grpSp>
      <p:pic>
        <p:nvPicPr>
          <p:cNvPr id="15" name="Picture 14">
            <a:extLst>
              <a:ext uri="{FF2B5EF4-FFF2-40B4-BE49-F238E27FC236}">
                <a16:creationId xmlns:a16="http://schemas.microsoft.com/office/drawing/2014/main" id="{07F37D78-6744-8F37-DB4E-CD531639A67A}"/>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1189191" y="2615072"/>
            <a:ext cx="396401" cy="378446"/>
          </a:xfrm>
          <a:prstGeom prst="rect">
            <a:avLst/>
          </a:prstGeom>
        </p:spPr>
      </p:pic>
      <p:sp>
        <p:nvSpPr>
          <p:cNvPr id="16" name="Text Placeholder 2">
            <a:extLst>
              <a:ext uri="{FF2B5EF4-FFF2-40B4-BE49-F238E27FC236}">
                <a16:creationId xmlns:a16="http://schemas.microsoft.com/office/drawing/2014/main" id="{A4071926-A3A4-9A70-4F61-B55AC7E1480C}"/>
              </a:ext>
            </a:extLst>
          </p:cNvPr>
          <p:cNvSpPr txBox="1">
            <a:spLocks/>
          </p:cNvSpPr>
          <p:nvPr/>
        </p:nvSpPr>
        <p:spPr>
          <a:xfrm>
            <a:off x="917256" y="3231201"/>
            <a:ext cx="940270"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anose="05000000000000000000" pitchFamily="2" charset="2"/>
              <a:buNone/>
              <a:defRPr/>
            </a:pPr>
            <a:r>
              <a:rPr lang="en-US" sz="1400">
                <a:solidFill>
                  <a:srgbClr val="225B61"/>
                </a:solidFill>
                <a:latin typeface="Segoe Sans Display Semibold" pitchFamily="2" charset="0"/>
                <a:cs typeface="Segoe Sans Display Semibold" pitchFamily="2" charset="0"/>
              </a:rPr>
              <a:t>Data Factory</a:t>
            </a:r>
          </a:p>
        </p:txBody>
      </p:sp>
      <p:pic>
        <p:nvPicPr>
          <p:cNvPr id="17" name="Picture 16">
            <a:extLst>
              <a:ext uri="{FF2B5EF4-FFF2-40B4-BE49-F238E27FC236}">
                <a16:creationId xmlns:a16="http://schemas.microsoft.com/office/drawing/2014/main" id="{EA18E021-E5FA-93DA-3D33-65D2663B67E9}"/>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2730888" y="2606471"/>
            <a:ext cx="414420" cy="395648"/>
          </a:xfrm>
          <a:prstGeom prst="rect">
            <a:avLst/>
          </a:prstGeom>
        </p:spPr>
      </p:pic>
      <p:sp>
        <p:nvSpPr>
          <p:cNvPr id="18" name="Text Placeholder 2">
            <a:extLst>
              <a:ext uri="{FF2B5EF4-FFF2-40B4-BE49-F238E27FC236}">
                <a16:creationId xmlns:a16="http://schemas.microsoft.com/office/drawing/2014/main" id="{51E76E27-B92E-21AF-095D-3FF72143F9C7}"/>
              </a:ext>
            </a:extLst>
          </p:cNvPr>
          <p:cNvSpPr txBox="1">
            <a:spLocks/>
          </p:cNvSpPr>
          <p:nvPr/>
        </p:nvSpPr>
        <p:spPr>
          <a:xfrm>
            <a:off x="2445816" y="3231201"/>
            <a:ext cx="984564"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anose="05000000000000000000" pitchFamily="2" charset="2"/>
              <a:buNone/>
              <a:defRPr/>
            </a:pPr>
            <a:r>
              <a:rPr lang="en-US" sz="1400">
                <a:solidFill>
                  <a:srgbClr val="225B61"/>
                </a:solidFill>
                <a:latin typeface="Segoe Sans Display Semibold" pitchFamily="2" charset="0"/>
                <a:cs typeface="Segoe Sans Display Semibold" pitchFamily="2" charset="0"/>
              </a:rPr>
              <a:t>Data </a:t>
            </a:r>
            <a:br>
              <a:rPr lang="en-US" sz="1400">
                <a:solidFill>
                  <a:srgbClr val="225B61"/>
                </a:solidFill>
                <a:latin typeface="Segoe Sans Display Semibold" pitchFamily="2" charset="0"/>
                <a:cs typeface="Segoe Sans Display Semibold" pitchFamily="2" charset="0"/>
              </a:rPr>
            </a:br>
            <a:r>
              <a:rPr lang="en-US" sz="1400">
                <a:solidFill>
                  <a:srgbClr val="225B61"/>
                </a:solidFill>
                <a:latin typeface="Segoe Sans Display Semibold" pitchFamily="2" charset="0"/>
                <a:cs typeface="Segoe Sans Display Semibold" pitchFamily="2" charset="0"/>
              </a:rPr>
              <a:t>Engineering</a:t>
            </a:r>
          </a:p>
        </p:txBody>
      </p:sp>
      <p:pic>
        <p:nvPicPr>
          <p:cNvPr id="19" name="Picture 18">
            <a:extLst>
              <a:ext uri="{FF2B5EF4-FFF2-40B4-BE49-F238E27FC236}">
                <a16:creationId xmlns:a16="http://schemas.microsoft.com/office/drawing/2014/main" id="{F253A9B6-6AEA-F3D6-3516-E010166B3BEE}"/>
              </a:ext>
              <a:ext uri="{C183D7F6-B498-43B3-948B-1728B52AA6E4}">
                <adec:decorative xmlns:adec="http://schemas.microsoft.com/office/drawing/2017/decorative" val="1"/>
              </a:ext>
            </a:extLst>
          </p:cNvPr>
          <p:cNvPicPr>
            <a:picLocks noChangeAspect="1"/>
          </p:cNvPicPr>
          <p:nvPr/>
        </p:nvPicPr>
        <p:blipFill>
          <a:blip r:embed="rId4"/>
          <a:srcRect/>
          <a:stretch/>
        </p:blipFill>
        <p:spPr>
          <a:xfrm>
            <a:off x="4252442" y="2621597"/>
            <a:ext cx="382732" cy="365396"/>
          </a:xfrm>
          <a:prstGeom prst="rect">
            <a:avLst/>
          </a:prstGeom>
        </p:spPr>
      </p:pic>
      <p:sp>
        <p:nvSpPr>
          <p:cNvPr id="20" name="Text Placeholder 2">
            <a:extLst>
              <a:ext uri="{FF2B5EF4-FFF2-40B4-BE49-F238E27FC236}">
                <a16:creationId xmlns:a16="http://schemas.microsoft.com/office/drawing/2014/main" id="{3EAF7B83-A748-F520-9741-069AE2CE00BD}"/>
              </a:ext>
            </a:extLst>
          </p:cNvPr>
          <p:cNvSpPr txBox="1">
            <a:spLocks/>
          </p:cNvSpPr>
          <p:nvPr/>
        </p:nvSpPr>
        <p:spPr>
          <a:xfrm>
            <a:off x="4002953" y="3231201"/>
            <a:ext cx="971706"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anose="05000000000000000000" pitchFamily="2" charset="2"/>
              <a:buNone/>
              <a:defRPr/>
            </a:pPr>
            <a:r>
              <a:rPr lang="en-US" sz="1400">
                <a:solidFill>
                  <a:srgbClr val="225B61"/>
                </a:solidFill>
                <a:latin typeface="Segoe Sans Display Semibold" pitchFamily="2" charset="0"/>
                <a:cs typeface="Segoe Sans Display Semibold" pitchFamily="2" charset="0"/>
              </a:rPr>
              <a:t>Data </a:t>
            </a:r>
            <a:br>
              <a:rPr lang="en-US" sz="1400">
                <a:solidFill>
                  <a:srgbClr val="225B61"/>
                </a:solidFill>
                <a:latin typeface="Segoe Sans Display Semibold" pitchFamily="2" charset="0"/>
                <a:cs typeface="Segoe Sans Display Semibold" pitchFamily="2" charset="0"/>
              </a:rPr>
            </a:br>
            <a:r>
              <a:rPr lang="en-US" sz="1400">
                <a:solidFill>
                  <a:srgbClr val="225B61"/>
                </a:solidFill>
                <a:latin typeface="Segoe Sans Display Semibold" pitchFamily="2" charset="0"/>
                <a:cs typeface="Segoe Sans Display Semibold" pitchFamily="2" charset="0"/>
              </a:rPr>
              <a:t>Warehouse</a:t>
            </a:r>
          </a:p>
        </p:txBody>
      </p:sp>
      <p:pic>
        <p:nvPicPr>
          <p:cNvPr id="21" name="Picture 20">
            <a:extLst>
              <a:ext uri="{FF2B5EF4-FFF2-40B4-BE49-F238E27FC236}">
                <a16:creationId xmlns:a16="http://schemas.microsoft.com/office/drawing/2014/main" id="{CEFAE669-1C89-40BA-EABE-A3633449445A}"/>
              </a:ext>
              <a:ext uri="{C183D7F6-B498-43B3-948B-1728B52AA6E4}">
                <adec:decorative xmlns:adec="http://schemas.microsoft.com/office/drawing/2017/decorative" val="1"/>
              </a:ext>
            </a:extLst>
          </p:cNvPr>
          <p:cNvPicPr>
            <a:picLocks noChangeAspect="1"/>
          </p:cNvPicPr>
          <p:nvPr/>
        </p:nvPicPr>
        <p:blipFill>
          <a:blip r:embed="rId5"/>
          <a:srcRect/>
          <a:stretch/>
        </p:blipFill>
        <p:spPr>
          <a:xfrm>
            <a:off x="5837315" y="2611256"/>
            <a:ext cx="404397" cy="386078"/>
          </a:xfrm>
          <a:prstGeom prst="rect">
            <a:avLst/>
          </a:prstGeom>
        </p:spPr>
      </p:pic>
      <p:sp>
        <p:nvSpPr>
          <p:cNvPr id="22" name="Text Placeholder 2">
            <a:extLst>
              <a:ext uri="{FF2B5EF4-FFF2-40B4-BE49-F238E27FC236}">
                <a16:creationId xmlns:a16="http://schemas.microsoft.com/office/drawing/2014/main" id="{F29B0A6A-EB2C-8EAD-62E3-84DED799AC32}"/>
              </a:ext>
            </a:extLst>
          </p:cNvPr>
          <p:cNvSpPr txBox="1">
            <a:spLocks/>
          </p:cNvSpPr>
          <p:nvPr/>
        </p:nvSpPr>
        <p:spPr>
          <a:xfrm>
            <a:off x="5683912" y="3231201"/>
            <a:ext cx="711202"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anose="05000000000000000000" pitchFamily="2" charset="2"/>
              <a:buNone/>
              <a:defRPr/>
            </a:pPr>
            <a:r>
              <a:rPr lang="en-US" sz="1400">
                <a:solidFill>
                  <a:srgbClr val="225B61"/>
                </a:solidFill>
                <a:latin typeface="Segoe Sans Display Semibold" pitchFamily="2" charset="0"/>
                <a:cs typeface="Segoe Sans Display Semibold" pitchFamily="2" charset="0"/>
              </a:rPr>
              <a:t>Data </a:t>
            </a:r>
            <a:br>
              <a:rPr lang="en-US" sz="1400">
                <a:solidFill>
                  <a:srgbClr val="225B61"/>
                </a:solidFill>
                <a:latin typeface="Segoe Sans Display Semibold" pitchFamily="2" charset="0"/>
                <a:cs typeface="Segoe Sans Display Semibold" pitchFamily="2" charset="0"/>
              </a:rPr>
            </a:br>
            <a:r>
              <a:rPr lang="en-US" sz="1400">
                <a:solidFill>
                  <a:srgbClr val="225B61"/>
                </a:solidFill>
                <a:latin typeface="Segoe Sans Display Semibold" pitchFamily="2" charset="0"/>
                <a:cs typeface="Segoe Sans Display Semibold" pitchFamily="2" charset="0"/>
              </a:rPr>
              <a:t>Science</a:t>
            </a:r>
          </a:p>
        </p:txBody>
      </p:sp>
      <p:pic>
        <p:nvPicPr>
          <p:cNvPr id="23" name="Picture 22">
            <a:extLst>
              <a:ext uri="{FF2B5EF4-FFF2-40B4-BE49-F238E27FC236}">
                <a16:creationId xmlns:a16="http://schemas.microsoft.com/office/drawing/2014/main" id="{4AF1C9F5-F8D3-E52E-7DBB-1FC81742AC82}"/>
              </a:ext>
              <a:ext uri="{C183D7F6-B498-43B3-948B-1728B52AA6E4}">
                <adec:decorative xmlns:adec="http://schemas.microsoft.com/office/drawing/2017/decorative" val="1"/>
              </a:ext>
            </a:extLst>
          </p:cNvPr>
          <p:cNvPicPr>
            <a:picLocks noChangeAspect="1"/>
          </p:cNvPicPr>
          <p:nvPr/>
        </p:nvPicPr>
        <p:blipFill>
          <a:blip r:embed="rId6"/>
          <a:srcRect/>
          <a:stretch/>
        </p:blipFill>
        <p:spPr>
          <a:xfrm>
            <a:off x="7390218" y="2613353"/>
            <a:ext cx="400003" cy="381885"/>
          </a:xfrm>
          <a:prstGeom prst="rect">
            <a:avLst/>
          </a:prstGeom>
        </p:spPr>
      </p:pic>
      <p:sp>
        <p:nvSpPr>
          <p:cNvPr id="24" name="Text Placeholder 2">
            <a:extLst>
              <a:ext uri="{FF2B5EF4-FFF2-40B4-BE49-F238E27FC236}">
                <a16:creationId xmlns:a16="http://schemas.microsoft.com/office/drawing/2014/main" id="{DAF09800-CF2E-41E1-CDE7-9363398F0862}"/>
              </a:ext>
            </a:extLst>
          </p:cNvPr>
          <p:cNvSpPr txBox="1">
            <a:spLocks/>
          </p:cNvSpPr>
          <p:nvPr/>
        </p:nvSpPr>
        <p:spPr>
          <a:xfrm>
            <a:off x="7084951" y="3231201"/>
            <a:ext cx="1010536"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anose="05000000000000000000" pitchFamily="2" charset="2"/>
              <a:buNone/>
              <a:defRPr/>
            </a:pPr>
            <a:r>
              <a:rPr lang="en-US" sz="1400">
                <a:solidFill>
                  <a:srgbClr val="225B61"/>
                </a:solidFill>
                <a:latin typeface="Segoe Sans Display Semibold" pitchFamily="2" charset="0"/>
                <a:cs typeface="Segoe Sans Display Semibold" pitchFamily="2" charset="0"/>
              </a:rPr>
              <a:t>Real-Time Intelligence</a:t>
            </a:r>
          </a:p>
        </p:txBody>
      </p:sp>
      <p:pic>
        <p:nvPicPr>
          <p:cNvPr id="25" name="Graphic 24">
            <a:extLst>
              <a:ext uri="{FF2B5EF4-FFF2-40B4-BE49-F238E27FC236}">
                <a16:creationId xmlns:a16="http://schemas.microsoft.com/office/drawing/2014/main" id="{D05B1D3B-67A3-F278-8403-4879544ABB31}"/>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87283" y="2562613"/>
            <a:ext cx="507287" cy="483365"/>
          </a:xfrm>
          <a:prstGeom prst="rect">
            <a:avLst/>
          </a:prstGeom>
        </p:spPr>
      </p:pic>
      <p:sp>
        <p:nvSpPr>
          <p:cNvPr id="26" name="Text Placeholder 2">
            <a:extLst>
              <a:ext uri="{FF2B5EF4-FFF2-40B4-BE49-F238E27FC236}">
                <a16:creationId xmlns:a16="http://schemas.microsoft.com/office/drawing/2014/main" id="{DEC87790-E261-5D6A-B180-67382C23ED33}"/>
              </a:ext>
            </a:extLst>
          </p:cNvPr>
          <p:cNvSpPr txBox="1">
            <a:spLocks/>
          </p:cNvSpPr>
          <p:nvPr/>
        </p:nvSpPr>
        <p:spPr>
          <a:xfrm>
            <a:off x="8636257" y="3231201"/>
            <a:ext cx="1009338" cy="430887"/>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anose="05000000000000000000" pitchFamily="2" charset="2"/>
              <a:buNone/>
              <a:defRPr/>
            </a:pPr>
            <a:r>
              <a:rPr lang="en-US" sz="1400">
                <a:solidFill>
                  <a:srgbClr val="225B61"/>
                </a:solidFill>
                <a:latin typeface="Segoe Sans Display Semibold" pitchFamily="2" charset="0"/>
                <a:cs typeface="Segoe Sans Display Semibold" pitchFamily="2" charset="0"/>
              </a:rPr>
              <a:t>Power</a:t>
            </a:r>
            <a:br>
              <a:rPr lang="en-US" sz="1400">
                <a:solidFill>
                  <a:srgbClr val="225B61"/>
                </a:solidFill>
                <a:latin typeface="Segoe Sans Display Semibold" pitchFamily="2" charset="0"/>
                <a:cs typeface="Segoe Sans Display Semibold" pitchFamily="2" charset="0"/>
              </a:rPr>
            </a:br>
            <a:r>
              <a:rPr lang="en-US" sz="1400">
                <a:solidFill>
                  <a:srgbClr val="225B61"/>
                </a:solidFill>
                <a:latin typeface="Segoe Sans Display Semibold" pitchFamily="2" charset="0"/>
                <a:cs typeface="Segoe Sans Display Semibold" pitchFamily="2" charset="0"/>
              </a:rPr>
              <a:t>BI</a:t>
            </a:r>
          </a:p>
        </p:txBody>
      </p:sp>
      <p:sp>
        <p:nvSpPr>
          <p:cNvPr id="27" name="Rounded Rectangle 39" descr="Highlighting">
            <a:extLst>
              <a:ext uri="{FF2B5EF4-FFF2-40B4-BE49-F238E27FC236}">
                <a16:creationId xmlns:a16="http://schemas.microsoft.com/office/drawing/2014/main" id="{6FB0CB73-D3EF-8652-2684-FF6750F82A19}"/>
              </a:ext>
              <a:ext uri="{C183D7F6-B498-43B3-948B-1728B52AA6E4}">
                <adec:decorative xmlns:adec="http://schemas.microsoft.com/office/drawing/2017/decorative" val="0"/>
              </a:ext>
            </a:extLst>
          </p:cNvPr>
          <p:cNvSpPr/>
          <p:nvPr/>
        </p:nvSpPr>
        <p:spPr bwMode="auto">
          <a:xfrm>
            <a:off x="9973694" y="2449512"/>
            <a:ext cx="1435881" cy="1334401"/>
          </a:xfrm>
          <a:prstGeom prst="roundRect">
            <a:avLst>
              <a:gd name="adj" fmla="val 5399"/>
            </a:avLst>
          </a:prstGeom>
          <a:solidFill>
            <a:srgbClr val="FFFFFF">
              <a:alpha val="94098"/>
            </a:srgbClr>
          </a:solidFill>
          <a:ln w="12700" cap="flat" cmpd="sng" algn="ctr">
            <a:solidFill>
              <a:srgbClr val="808080"/>
            </a:solidFill>
            <a:prstDash val="dash"/>
            <a:miter lim="800000"/>
            <a:headEnd type="none" w="med" len="med"/>
            <a:tailEnd type="none" w="med" len="med"/>
          </a:ln>
          <a:effectLst>
            <a:outerShdw blurRad="127000" dist="38100" dir="2700000" algn="tl" rotWithShape="0">
              <a:prstClr val="black">
                <a:alpha val="15000"/>
              </a:prstClr>
            </a:outerShdw>
          </a:effectLst>
        </p:spPr>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srgbClr val="225B61"/>
              </a:solidFill>
              <a:effectLst/>
              <a:uLnTx/>
              <a:uFillTx/>
              <a:latin typeface="Segoe Sans Text Semilight"/>
              <a:ea typeface="+mn-ea"/>
              <a:cs typeface="Segoe UI" panose="020B0502040204020203" pitchFamily="34" charset="0"/>
            </a:endParaRPr>
          </a:p>
        </p:txBody>
      </p:sp>
      <p:pic>
        <p:nvPicPr>
          <p:cNvPr id="28" name="Picture 2">
            <a:extLst>
              <a:ext uri="{FF2B5EF4-FFF2-40B4-BE49-F238E27FC236}">
                <a16:creationId xmlns:a16="http://schemas.microsoft.com/office/drawing/2014/main" id="{7218774F-615B-1996-CB4E-CB4018F43D81}"/>
              </a:ext>
              <a:ext uri="{C183D7F6-B498-43B3-948B-1728B52AA6E4}">
                <adec:decorative xmlns:adec="http://schemas.microsoft.com/office/drawing/2017/decorative" val="1"/>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1683" t="72214" r="79118" b="12165"/>
          <a:stretch/>
        </p:blipFill>
        <p:spPr bwMode="auto">
          <a:xfrm>
            <a:off x="10412255" y="2575388"/>
            <a:ext cx="610033" cy="440721"/>
          </a:xfrm>
          <a:prstGeom prst="rect">
            <a:avLst/>
          </a:prstGeom>
          <a:noFill/>
          <a:extLst>
            <a:ext uri="{909E8E84-426E-40DD-AFC4-6F175D3DCCD1}">
              <a14:hiddenFill xmlns:a14="http://schemas.microsoft.com/office/drawing/2010/main">
                <a:solidFill>
                  <a:srgbClr val="FFFFFF"/>
                </a:solidFill>
              </a14:hiddenFill>
            </a:ext>
          </a:extLst>
        </p:spPr>
      </p:pic>
      <p:sp>
        <p:nvSpPr>
          <p:cNvPr id="29" name="Text Placeholder 2">
            <a:extLst>
              <a:ext uri="{FF2B5EF4-FFF2-40B4-BE49-F238E27FC236}">
                <a16:creationId xmlns:a16="http://schemas.microsoft.com/office/drawing/2014/main" id="{D147DD54-1D60-E57F-7292-6243CC054DC5}"/>
              </a:ext>
            </a:extLst>
          </p:cNvPr>
          <p:cNvSpPr txBox="1">
            <a:spLocks/>
          </p:cNvSpPr>
          <p:nvPr/>
        </p:nvSpPr>
        <p:spPr>
          <a:xfrm>
            <a:off x="10126718" y="3015757"/>
            <a:ext cx="1129832" cy="646331"/>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anose="05000000000000000000" pitchFamily="2" charset="2"/>
              <a:buNone/>
              <a:defRPr/>
            </a:pPr>
            <a:r>
              <a:rPr lang="en-US" sz="1400">
                <a:solidFill>
                  <a:srgbClr val="225B61"/>
                </a:solidFill>
                <a:latin typeface="Segoe Sans Display Semibold" pitchFamily="2" charset="0"/>
                <a:cs typeface="Segoe Sans Display Semibold" pitchFamily="2" charset="0"/>
              </a:rPr>
              <a:t>Partner &amp; Industry workloads</a:t>
            </a:r>
          </a:p>
        </p:txBody>
      </p:sp>
      <p:pic>
        <p:nvPicPr>
          <p:cNvPr id="30" name="Picture 29">
            <a:extLst>
              <a:ext uri="{FF2B5EF4-FFF2-40B4-BE49-F238E27FC236}">
                <a16:creationId xmlns:a16="http://schemas.microsoft.com/office/drawing/2014/main" id="{812BBE8B-CCB6-E37C-68EF-12CD91112A4E}"/>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09114" y="4050263"/>
            <a:ext cx="501259" cy="500710"/>
          </a:xfrm>
          <a:prstGeom prst="rect">
            <a:avLst/>
          </a:prstGeom>
        </p:spPr>
      </p:pic>
      <p:sp>
        <p:nvSpPr>
          <p:cNvPr id="31" name="Text Placeholder 2">
            <a:extLst>
              <a:ext uri="{FF2B5EF4-FFF2-40B4-BE49-F238E27FC236}">
                <a16:creationId xmlns:a16="http://schemas.microsoft.com/office/drawing/2014/main" id="{93F4A3AB-61B1-2091-AF4B-39634E319038}"/>
              </a:ext>
            </a:extLst>
          </p:cNvPr>
          <p:cNvSpPr txBox="1">
            <a:spLocks/>
          </p:cNvSpPr>
          <p:nvPr/>
        </p:nvSpPr>
        <p:spPr>
          <a:xfrm>
            <a:off x="4998121" y="4154761"/>
            <a:ext cx="2099530" cy="291715"/>
          </a:xfrm>
          <a:prstGeom prst="rect">
            <a:avLst/>
          </a:prstGeom>
        </p:spPr>
        <p:txBody>
          <a:bodyPr lIns="0" tIns="0" rIns="0" bIns="0"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defRPr/>
            </a:pPr>
            <a:r>
              <a:rPr lang="en-US" sz="2000">
                <a:solidFill>
                  <a:srgbClr val="225B61"/>
                </a:solidFill>
                <a:latin typeface="Segoe Sans Display Semibold" pitchFamily="2" charset="0"/>
                <a:cs typeface="Segoe Sans Display Semibold" pitchFamily="2" charset="0"/>
              </a:rPr>
              <a:t>Copilot in Fabric</a:t>
            </a:r>
          </a:p>
        </p:txBody>
      </p:sp>
      <p:pic>
        <p:nvPicPr>
          <p:cNvPr id="32" name="Picture 31">
            <a:extLst>
              <a:ext uri="{FF2B5EF4-FFF2-40B4-BE49-F238E27FC236}">
                <a16:creationId xmlns:a16="http://schemas.microsoft.com/office/drawing/2014/main" id="{D1652D0A-E396-0C93-00D1-E9FFD862FBE7}"/>
              </a:ext>
              <a:ext uri="{C183D7F6-B498-43B3-948B-1728B52AA6E4}">
                <adec:decorative xmlns:adec="http://schemas.microsoft.com/office/drawing/2017/decorative" val="1"/>
              </a:ext>
            </a:extLst>
          </p:cNvPr>
          <p:cNvPicPr>
            <a:picLocks noChangeAspect="1"/>
          </p:cNvPicPr>
          <p:nvPr/>
        </p:nvPicPr>
        <p:blipFill>
          <a:blip r:embed="rId11"/>
          <a:srcRect/>
          <a:stretch/>
        </p:blipFill>
        <p:spPr>
          <a:xfrm>
            <a:off x="4454605" y="4973995"/>
            <a:ext cx="417359" cy="418176"/>
          </a:xfrm>
          <a:prstGeom prst="rect">
            <a:avLst/>
          </a:prstGeom>
        </p:spPr>
      </p:pic>
      <p:sp>
        <p:nvSpPr>
          <p:cNvPr id="33" name="Text Placeholder 2">
            <a:extLst>
              <a:ext uri="{FF2B5EF4-FFF2-40B4-BE49-F238E27FC236}">
                <a16:creationId xmlns:a16="http://schemas.microsoft.com/office/drawing/2014/main" id="{374B0F1C-DDAF-61EB-1290-A736EE45FBCD}"/>
              </a:ext>
            </a:extLst>
          </p:cNvPr>
          <p:cNvSpPr txBox="1">
            <a:spLocks/>
          </p:cNvSpPr>
          <p:nvPr/>
        </p:nvSpPr>
        <p:spPr>
          <a:xfrm>
            <a:off x="4998121" y="5037226"/>
            <a:ext cx="2004601" cy="291715"/>
          </a:xfrm>
          <a:prstGeom prst="rect">
            <a:avLst/>
          </a:prstGeom>
        </p:spPr>
        <p:txBody>
          <a:bodyPr lIns="0" tIns="0" rIns="0" bIns="0"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defRPr/>
            </a:pPr>
            <a:r>
              <a:rPr lang="en-US" sz="2000">
                <a:solidFill>
                  <a:srgbClr val="225B61"/>
                </a:solidFill>
                <a:latin typeface="Segoe Sans Display Semibold" pitchFamily="2" charset="0"/>
                <a:cs typeface="Segoe Sans Display Semibold" pitchFamily="2" charset="0"/>
              </a:rPr>
              <a:t>OneLake</a:t>
            </a:r>
          </a:p>
        </p:txBody>
      </p:sp>
      <p:pic>
        <p:nvPicPr>
          <p:cNvPr id="34" name="Picture 33">
            <a:extLst>
              <a:ext uri="{FF2B5EF4-FFF2-40B4-BE49-F238E27FC236}">
                <a16:creationId xmlns:a16="http://schemas.microsoft.com/office/drawing/2014/main" id="{E7A7A5C2-76E9-A0CC-27E9-53FFD675A349}"/>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4409114" y="5821619"/>
            <a:ext cx="487862" cy="487861"/>
          </a:xfrm>
          <a:prstGeom prst="rect">
            <a:avLst/>
          </a:prstGeom>
        </p:spPr>
      </p:pic>
      <p:sp>
        <p:nvSpPr>
          <p:cNvPr id="35" name="Text Placeholder 2">
            <a:extLst>
              <a:ext uri="{FF2B5EF4-FFF2-40B4-BE49-F238E27FC236}">
                <a16:creationId xmlns:a16="http://schemas.microsoft.com/office/drawing/2014/main" id="{753CAD28-3173-25BD-163F-6832883277EE}"/>
              </a:ext>
            </a:extLst>
          </p:cNvPr>
          <p:cNvSpPr txBox="1">
            <a:spLocks/>
          </p:cNvSpPr>
          <p:nvPr/>
        </p:nvSpPr>
        <p:spPr>
          <a:xfrm>
            <a:off x="4998121" y="5919692"/>
            <a:ext cx="2341872" cy="291715"/>
          </a:xfrm>
          <a:prstGeom prst="rect">
            <a:avLst/>
          </a:prstGeom>
        </p:spPr>
        <p:txBody>
          <a:bodyPr lIns="0" tIns="0" rIns="0" bIns="0"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defRPr/>
            </a:pPr>
            <a:r>
              <a:rPr lang="en-US" sz="2000">
                <a:solidFill>
                  <a:srgbClr val="225B61"/>
                </a:solidFill>
                <a:latin typeface="Segoe Sans Display Semibold" pitchFamily="2" charset="0"/>
                <a:cs typeface="Segoe Sans Display Semibold" pitchFamily="2" charset="0"/>
              </a:rPr>
              <a:t>Microsoft Purview</a:t>
            </a:r>
          </a:p>
        </p:txBody>
      </p:sp>
      <p:pic>
        <p:nvPicPr>
          <p:cNvPr id="36" name="Picture 35">
            <a:extLst>
              <a:ext uri="{FF2B5EF4-FFF2-40B4-BE49-F238E27FC236}">
                <a16:creationId xmlns:a16="http://schemas.microsoft.com/office/drawing/2014/main" id="{E1125787-CBC1-8AEE-9AB7-6F39A56063EB}"/>
              </a:ext>
              <a:ext uri="{C183D7F6-B498-43B3-948B-1728B52AA6E4}">
                <adec:decorative xmlns:adec="http://schemas.microsoft.com/office/drawing/2017/decorative" val="1"/>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575654" y="1008750"/>
            <a:ext cx="854597" cy="854593"/>
          </a:xfrm>
          <a:prstGeom prst="rect">
            <a:avLst/>
          </a:prstGeom>
          <a:effectLst/>
        </p:spPr>
      </p:pic>
    </p:spTree>
    <p:extLst>
      <p:ext uri="{BB962C8B-B14F-4D97-AF65-F5344CB8AC3E}">
        <p14:creationId xmlns:p14="http://schemas.microsoft.com/office/powerpoint/2010/main" val="20514929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descr="A person holding a tablet with various data charts">
            <a:extLst>
              <a:ext uri="{FF2B5EF4-FFF2-40B4-BE49-F238E27FC236}">
                <a16:creationId xmlns:a16="http://schemas.microsoft.com/office/drawing/2014/main" id="{8E81B6D9-8E13-46E6-35CB-7A234A505AB6}"/>
              </a:ext>
            </a:extLst>
          </p:cNvPr>
          <p:cNvGrpSpPr/>
          <p:nvPr/>
        </p:nvGrpSpPr>
        <p:grpSpPr>
          <a:xfrm>
            <a:off x="2534429" y="1179857"/>
            <a:ext cx="5656212" cy="5324476"/>
            <a:chOff x="3893150" y="552450"/>
            <a:chExt cx="5656212" cy="5324476"/>
          </a:xfrm>
        </p:grpSpPr>
        <p:sp>
          <p:nvSpPr>
            <p:cNvPr id="32" name="Rectangle: Rounded Corners 31">
              <a:extLst>
                <a:ext uri="{FF2B5EF4-FFF2-40B4-BE49-F238E27FC236}">
                  <a16:creationId xmlns:a16="http://schemas.microsoft.com/office/drawing/2014/main" id="{C80FE35E-E80F-8941-863F-FBAD23F3FE6B}"/>
                </a:ext>
              </a:extLst>
            </p:cNvPr>
            <p:cNvSpPr>
              <a:spLocks/>
            </p:cNvSpPr>
            <p:nvPr/>
          </p:nvSpPr>
          <p:spPr>
            <a:xfrm>
              <a:off x="5412168" y="552450"/>
              <a:ext cx="4137194" cy="5324476"/>
            </a:xfrm>
            <a:prstGeom prst="roundRect">
              <a:avLst>
                <a:gd name="adj" fmla="val 6048"/>
              </a:avLst>
            </a:prstGeom>
            <a:solidFill>
              <a:srgbClr val="FFFFFF">
                <a:alpha val="70000"/>
              </a:srgbClr>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IN" sz="14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pic>
          <p:nvPicPr>
            <p:cNvPr id="33" name="Picture 32">
              <a:extLst>
                <a:ext uri="{FF2B5EF4-FFF2-40B4-BE49-F238E27FC236}">
                  <a16:creationId xmlns:a16="http://schemas.microsoft.com/office/drawing/2014/main" id="{A32D67FB-41A3-86DE-2DDD-B5CBE84619B2}"/>
                </a:ext>
              </a:extLst>
            </p:cNvPr>
            <p:cNvPicPr>
              <a:picLocks noChangeAspect="1"/>
            </p:cNvPicPr>
            <p:nvPr/>
          </p:nvPicPr>
          <p:blipFill rotWithShape="1">
            <a:blip r:embed="rId2"/>
            <a:srcRect l="1163" t="1163" r="1163" b="1163"/>
            <a:stretch/>
          </p:blipFill>
          <p:spPr>
            <a:xfrm>
              <a:off x="5567788" y="707003"/>
              <a:ext cx="3825955" cy="5015370"/>
            </a:xfrm>
            <a:prstGeom prst="roundRect">
              <a:avLst>
                <a:gd name="adj" fmla="val 3382"/>
              </a:avLst>
            </a:prstGeom>
            <a:ln>
              <a:noFill/>
            </a:ln>
          </p:spPr>
        </p:pic>
        <p:sp>
          <p:nvSpPr>
            <p:cNvPr id="34" name="Rectangle 33">
              <a:extLst>
                <a:ext uri="{FF2B5EF4-FFF2-40B4-BE49-F238E27FC236}">
                  <a16:creationId xmlns:a16="http://schemas.microsoft.com/office/drawing/2014/main" id="{C49899BE-C1ED-0F93-FB07-37BAC93A0D64}"/>
                </a:ext>
              </a:extLst>
            </p:cNvPr>
            <p:cNvSpPr/>
            <p:nvPr/>
          </p:nvSpPr>
          <p:spPr>
            <a:xfrm>
              <a:off x="3893150" y="1153798"/>
              <a:ext cx="112295" cy="112295"/>
            </a:xfrm>
            <a:prstGeom prst="rect">
              <a:avLst/>
            </a:prstGeom>
            <a:solidFill>
              <a:srgbClr val="FFF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Semilight"/>
                <a:ea typeface="+mn-ea"/>
                <a:cs typeface="+mn-cs"/>
              </a:endParaRPr>
            </a:p>
          </p:txBody>
        </p:sp>
      </p:grpSp>
      <p:sp>
        <p:nvSpPr>
          <p:cNvPr id="36" name="Rounded Rectangle 18">
            <a:extLst>
              <a:ext uri="{FF2B5EF4-FFF2-40B4-BE49-F238E27FC236}">
                <a16:creationId xmlns:a16="http://schemas.microsoft.com/office/drawing/2014/main" id="{CC6285B9-3E79-0C2E-C95F-8CD18F64F9D2}"/>
              </a:ext>
            </a:extLst>
          </p:cNvPr>
          <p:cNvSpPr/>
          <p:nvPr/>
        </p:nvSpPr>
        <p:spPr bwMode="auto">
          <a:xfrm>
            <a:off x="673499" y="1156352"/>
            <a:ext cx="3013170" cy="1408841"/>
          </a:xfrm>
          <a:prstGeom prst="roundRect">
            <a:avLst>
              <a:gd name="adj" fmla="val 11148"/>
            </a:avLst>
          </a:prstGeom>
          <a:solidFill>
            <a:srgbClr val="FFFFFF">
              <a:alpha val="94098"/>
            </a:srgbClr>
          </a:solidFill>
          <a:ln>
            <a:noFill/>
            <a:headEnd type="none" w="med" len="med"/>
            <a:tailEnd type="none" w="med" len="med"/>
          </a:ln>
          <a:effectLst>
            <a:outerShdw blurRad="235619" dist="38100" dir="2700000" algn="tl" rotWithShape="0">
              <a:prstClr val="black">
                <a:alpha val="19837"/>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78D3"/>
                </a:solidFill>
                <a:effectLst/>
                <a:uLnTx/>
                <a:uFillTx/>
                <a:latin typeface="Segoe Sans Display Semibold" pitchFamily="2" charset="0"/>
                <a:ea typeface="Yu Mincho" panose="02020400000000000000" pitchFamily="18" charset="-128"/>
                <a:cs typeface="Segoe Sans Display Semibold" pitchFamily="2" charset="0"/>
              </a:rPr>
              <a:t>Unify your analytics on a complete, governed platform</a:t>
            </a:r>
          </a:p>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light"/>
                <a:ea typeface="+mn-ea"/>
                <a:cs typeface="+mn-cs"/>
              </a:rPr>
              <a:t>Reduce the cost and effort of integration with a unified, secure, and governed platform</a:t>
            </a:r>
          </a:p>
        </p:txBody>
      </p:sp>
      <p:grpSp>
        <p:nvGrpSpPr>
          <p:cNvPr id="37" name="Group 36" descr="Icon of a line graph with an arrow moving downwards pointing down">
            <a:extLst>
              <a:ext uri="{FF2B5EF4-FFF2-40B4-BE49-F238E27FC236}">
                <a16:creationId xmlns:a16="http://schemas.microsoft.com/office/drawing/2014/main" id="{2E8B096E-4E35-9A8C-47B2-8F192A512193}"/>
              </a:ext>
            </a:extLst>
          </p:cNvPr>
          <p:cNvGrpSpPr/>
          <p:nvPr/>
        </p:nvGrpSpPr>
        <p:grpSpPr>
          <a:xfrm>
            <a:off x="3885194" y="1546613"/>
            <a:ext cx="846084" cy="846082"/>
            <a:chOff x="5117989" y="1612520"/>
            <a:chExt cx="846084" cy="846082"/>
          </a:xfrm>
        </p:grpSpPr>
        <p:grpSp>
          <p:nvGrpSpPr>
            <p:cNvPr id="38" name="Group 37">
              <a:extLst>
                <a:ext uri="{FF2B5EF4-FFF2-40B4-BE49-F238E27FC236}">
                  <a16:creationId xmlns:a16="http://schemas.microsoft.com/office/drawing/2014/main" id="{C8475FC9-B855-B3CD-8389-86859A242211}"/>
                </a:ext>
                <a:ext uri="{C183D7F6-B498-43B3-948B-1728B52AA6E4}">
                  <adec:decorative xmlns:adec="http://schemas.microsoft.com/office/drawing/2017/decorative" val="1"/>
                </a:ext>
              </a:extLst>
            </p:cNvPr>
            <p:cNvGrpSpPr>
              <a:grpSpLocks/>
            </p:cNvGrpSpPr>
            <p:nvPr/>
          </p:nvGrpSpPr>
          <p:grpSpPr>
            <a:xfrm>
              <a:off x="5117989" y="1612520"/>
              <a:ext cx="846084" cy="846082"/>
              <a:chOff x="4891756" y="1969137"/>
              <a:chExt cx="958377" cy="958377"/>
            </a:xfrm>
          </p:grpSpPr>
          <p:sp>
            <p:nvSpPr>
              <p:cNvPr id="40" name="Oval 39">
                <a:extLst>
                  <a:ext uri="{FF2B5EF4-FFF2-40B4-BE49-F238E27FC236}">
                    <a16:creationId xmlns:a16="http://schemas.microsoft.com/office/drawing/2014/main" id="{B1A787A0-438E-663D-68A2-0CDA8A61A53D}"/>
                  </a:ext>
                </a:extLst>
              </p:cNvPr>
              <p:cNvSpPr/>
              <p:nvPr/>
            </p:nvSpPr>
            <p:spPr>
              <a:xfrm>
                <a:off x="4891756" y="1969137"/>
                <a:ext cx="958377" cy="958377"/>
              </a:xfrm>
              <a:prstGeom prst="ellipse">
                <a:avLst/>
              </a:prstGeom>
              <a:gradFill>
                <a:gsLst>
                  <a:gs pos="80712">
                    <a:srgbClr val="7A75C1"/>
                  </a:gs>
                  <a:gs pos="18000">
                    <a:schemeClr val="bg2"/>
                  </a:gs>
                  <a:gs pos="96000">
                    <a:schemeClr val="accent3"/>
                  </a:gs>
                </a:gsLst>
                <a:lin ang="2700000" scaled="1"/>
              </a:gra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IN" sz="11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sp>
            <p:nvSpPr>
              <p:cNvPr id="41" name="Oval 40">
                <a:extLst>
                  <a:ext uri="{FF2B5EF4-FFF2-40B4-BE49-F238E27FC236}">
                    <a16:creationId xmlns:a16="http://schemas.microsoft.com/office/drawing/2014/main" id="{70580AB8-7109-7D94-51C2-4FC76D17DD20}"/>
                  </a:ext>
                </a:extLst>
              </p:cNvPr>
              <p:cNvSpPr/>
              <p:nvPr/>
            </p:nvSpPr>
            <p:spPr>
              <a:xfrm>
                <a:off x="4949014" y="2026395"/>
                <a:ext cx="843862" cy="843862"/>
              </a:xfrm>
              <a:prstGeom prst="ellipse">
                <a:avLst/>
              </a:prstGeom>
              <a:solidFill>
                <a:srgbClr val="FFFFFF"/>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IN" sz="2000" b="1" i="0" u="none" strike="noStrike" kern="1200" cap="none" spc="0" normalizeH="0" baseline="0" noProof="0">
                  <a:ln>
                    <a:noFill/>
                  </a:ln>
                  <a:solidFill>
                    <a:srgbClr val="225B61"/>
                  </a:solidFill>
                  <a:effectLst/>
                  <a:uLnTx/>
                  <a:uFillTx/>
                  <a:latin typeface="Segoe Sans Display"/>
                  <a:ea typeface="+mn-ea"/>
                  <a:cs typeface="Segoe Sans Display Semibold" pitchFamily="2" charset="0"/>
                </a:endParaRPr>
              </a:p>
            </p:txBody>
          </p:sp>
        </p:grpSp>
        <p:sp>
          <p:nvSpPr>
            <p:cNvPr id="39" name="Freeform: Shape 27">
              <a:extLst>
                <a:ext uri="{FF2B5EF4-FFF2-40B4-BE49-F238E27FC236}">
                  <a16:creationId xmlns:a16="http://schemas.microsoft.com/office/drawing/2014/main" id="{9EEE6E17-9EA2-C7AC-1055-A5DEC4711D73}"/>
                </a:ext>
              </a:extLst>
            </p:cNvPr>
            <p:cNvSpPr>
              <a:spLocks noChangeAspect="1"/>
            </p:cNvSpPr>
            <p:nvPr/>
          </p:nvSpPr>
          <p:spPr>
            <a:xfrm>
              <a:off x="5367062" y="1861592"/>
              <a:ext cx="347938" cy="347938"/>
            </a:xfrm>
            <a:custGeom>
              <a:avLst/>
              <a:gdLst>
                <a:gd name="connsiteX0" fmla="*/ 71967 w 323850"/>
                <a:gd name="connsiteY0" fmla="*/ 53975 h 323850"/>
                <a:gd name="connsiteX1" fmla="*/ 81508 w 323850"/>
                <a:gd name="connsiteY1" fmla="*/ 57927 h 323850"/>
                <a:gd name="connsiteX2" fmla="*/ 139435 w 323850"/>
                <a:gd name="connsiteY2" fmla="*/ 115853 h 323850"/>
                <a:gd name="connsiteX3" fmla="*/ 174874 w 323850"/>
                <a:gd name="connsiteY3" fmla="*/ 80416 h 323850"/>
                <a:gd name="connsiteX4" fmla="*/ 193956 w 323850"/>
                <a:gd name="connsiteY4" fmla="*/ 80416 h 323850"/>
                <a:gd name="connsiteX5" fmla="*/ 287894 w 323850"/>
                <a:gd name="connsiteY5" fmla="*/ 174353 h 323850"/>
                <a:gd name="connsiteX6" fmla="*/ 287894 w 323850"/>
                <a:gd name="connsiteY6" fmla="*/ 116855 h 323850"/>
                <a:gd name="connsiteX7" fmla="*/ 301387 w 323850"/>
                <a:gd name="connsiteY7" fmla="*/ 103361 h 323850"/>
                <a:gd name="connsiteX8" fmla="*/ 314881 w 323850"/>
                <a:gd name="connsiteY8" fmla="*/ 116855 h 323850"/>
                <a:gd name="connsiteX9" fmla="*/ 314881 w 323850"/>
                <a:gd name="connsiteY9" fmla="*/ 206903 h 323850"/>
                <a:gd name="connsiteX10" fmla="*/ 301387 w 323850"/>
                <a:gd name="connsiteY10" fmla="*/ 220397 h 323850"/>
                <a:gd name="connsiteX11" fmla="*/ 211402 w 323850"/>
                <a:gd name="connsiteY11" fmla="*/ 220397 h 323850"/>
                <a:gd name="connsiteX12" fmla="*/ 197908 w 323850"/>
                <a:gd name="connsiteY12" fmla="*/ 206903 h 323850"/>
                <a:gd name="connsiteX13" fmla="*/ 211402 w 323850"/>
                <a:gd name="connsiteY13" fmla="*/ 193409 h 323850"/>
                <a:gd name="connsiteX14" fmla="*/ 268783 w 323850"/>
                <a:gd name="connsiteY14" fmla="*/ 193409 h 323850"/>
                <a:gd name="connsiteX15" fmla="*/ 184415 w 323850"/>
                <a:gd name="connsiteY15" fmla="*/ 109041 h 323850"/>
                <a:gd name="connsiteX16" fmla="*/ 148976 w 323850"/>
                <a:gd name="connsiteY16" fmla="*/ 144478 h 323850"/>
                <a:gd name="connsiteX17" fmla="*/ 129894 w 323850"/>
                <a:gd name="connsiteY17" fmla="*/ 144478 h 323850"/>
                <a:gd name="connsiteX18" fmla="*/ 62425 w 323850"/>
                <a:gd name="connsiteY18" fmla="*/ 77009 h 323850"/>
                <a:gd name="connsiteX19" fmla="*/ 62425 w 323850"/>
                <a:gd name="connsiteY19" fmla="*/ 57927 h 323850"/>
                <a:gd name="connsiteX20" fmla="*/ 71967 w 323850"/>
                <a:gd name="connsiteY20" fmla="*/ 53975 h 323850"/>
                <a:gd name="connsiteX21" fmla="*/ 13494 w 323850"/>
                <a:gd name="connsiteY21" fmla="*/ 0 h 323850"/>
                <a:gd name="connsiteX22" fmla="*/ 26988 w 323850"/>
                <a:gd name="connsiteY22" fmla="*/ 13494 h 323850"/>
                <a:gd name="connsiteX23" fmla="*/ 26988 w 323850"/>
                <a:gd name="connsiteY23" fmla="*/ 265377 h 323850"/>
                <a:gd name="connsiteX24" fmla="*/ 58473 w 323850"/>
                <a:gd name="connsiteY24" fmla="*/ 296863 h 323850"/>
                <a:gd name="connsiteX25" fmla="*/ 310356 w 323850"/>
                <a:gd name="connsiteY25" fmla="*/ 296863 h 323850"/>
                <a:gd name="connsiteX26" fmla="*/ 323850 w 323850"/>
                <a:gd name="connsiteY26" fmla="*/ 310356 h 323850"/>
                <a:gd name="connsiteX27" fmla="*/ 310356 w 323850"/>
                <a:gd name="connsiteY27" fmla="*/ 323850 h 323850"/>
                <a:gd name="connsiteX28" fmla="*/ 58473 w 323850"/>
                <a:gd name="connsiteY28" fmla="*/ 323850 h 323850"/>
                <a:gd name="connsiteX29" fmla="*/ 0 w 323850"/>
                <a:gd name="connsiteY29" fmla="*/ 265377 h 323850"/>
                <a:gd name="connsiteX30" fmla="*/ 0 w 323850"/>
                <a:gd name="connsiteY30" fmla="*/ 13494 h 323850"/>
                <a:gd name="connsiteX31" fmla="*/ 13494 w 323850"/>
                <a:gd name="connsiteY31" fmla="*/ 0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3850" h="323850">
                  <a:moveTo>
                    <a:pt x="71967" y="53975"/>
                  </a:moveTo>
                  <a:cubicBezTo>
                    <a:pt x="75421" y="53975"/>
                    <a:pt x="78874" y="55292"/>
                    <a:pt x="81508" y="57927"/>
                  </a:cubicBezTo>
                  <a:lnTo>
                    <a:pt x="139435" y="115853"/>
                  </a:lnTo>
                  <a:lnTo>
                    <a:pt x="174874" y="80416"/>
                  </a:lnTo>
                  <a:cubicBezTo>
                    <a:pt x="180143" y="75147"/>
                    <a:pt x="188686" y="75147"/>
                    <a:pt x="193956" y="80416"/>
                  </a:cubicBezTo>
                  <a:lnTo>
                    <a:pt x="287894" y="174353"/>
                  </a:lnTo>
                  <a:lnTo>
                    <a:pt x="287894" y="116855"/>
                  </a:lnTo>
                  <a:cubicBezTo>
                    <a:pt x="287894" y="109403"/>
                    <a:pt x="293935" y="103361"/>
                    <a:pt x="301387" y="103361"/>
                  </a:cubicBezTo>
                  <a:cubicBezTo>
                    <a:pt x="308841" y="103361"/>
                    <a:pt x="314881" y="109403"/>
                    <a:pt x="314881" y="116855"/>
                  </a:cubicBezTo>
                  <a:lnTo>
                    <a:pt x="314881" y="206903"/>
                  </a:lnTo>
                  <a:cubicBezTo>
                    <a:pt x="314881" y="214356"/>
                    <a:pt x="308840" y="220397"/>
                    <a:pt x="301387" y="220397"/>
                  </a:cubicBezTo>
                  <a:lnTo>
                    <a:pt x="211402" y="220397"/>
                  </a:lnTo>
                  <a:cubicBezTo>
                    <a:pt x="203950" y="220397"/>
                    <a:pt x="197908" y="214356"/>
                    <a:pt x="197908" y="206903"/>
                  </a:cubicBezTo>
                  <a:cubicBezTo>
                    <a:pt x="197908" y="199451"/>
                    <a:pt x="203950" y="193409"/>
                    <a:pt x="211402" y="193409"/>
                  </a:cubicBezTo>
                  <a:lnTo>
                    <a:pt x="268783" y="193409"/>
                  </a:lnTo>
                  <a:lnTo>
                    <a:pt x="184415" y="109041"/>
                  </a:lnTo>
                  <a:lnTo>
                    <a:pt x="148976" y="144478"/>
                  </a:lnTo>
                  <a:cubicBezTo>
                    <a:pt x="143707" y="149748"/>
                    <a:pt x="135164" y="149748"/>
                    <a:pt x="129894" y="144478"/>
                  </a:cubicBezTo>
                  <a:lnTo>
                    <a:pt x="62425" y="77009"/>
                  </a:lnTo>
                  <a:cubicBezTo>
                    <a:pt x="57156" y="71739"/>
                    <a:pt x="57156" y="63197"/>
                    <a:pt x="62425" y="57927"/>
                  </a:cubicBezTo>
                  <a:cubicBezTo>
                    <a:pt x="65060" y="55292"/>
                    <a:pt x="68514" y="53975"/>
                    <a:pt x="71967" y="53975"/>
                  </a:cubicBezTo>
                  <a:close/>
                  <a:moveTo>
                    <a:pt x="13494" y="0"/>
                  </a:moveTo>
                  <a:cubicBezTo>
                    <a:pt x="20946" y="0"/>
                    <a:pt x="26988" y="6041"/>
                    <a:pt x="26988" y="13494"/>
                  </a:cubicBezTo>
                  <a:lnTo>
                    <a:pt x="26988" y="265377"/>
                  </a:lnTo>
                  <a:cubicBezTo>
                    <a:pt x="26988" y="282766"/>
                    <a:pt x="41084" y="296863"/>
                    <a:pt x="58473" y="296863"/>
                  </a:cubicBezTo>
                  <a:lnTo>
                    <a:pt x="310356" y="296863"/>
                  </a:lnTo>
                  <a:cubicBezTo>
                    <a:pt x="317808" y="296863"/>
                    <a:pt x="323850" y="302904"/>
                    <a:pt x="323850" y="310356"/>
                  </a:cubicBezTo>
                  <a:cubicBezTo>
                    <a:pt x="323850" y="317808"/>
                    <a:pt x="317808" y="323850"/>
                    <a:pt x="310356" y="323850"/>
                  </a:cubicBezTo>
                  <a:lnTo>
                    <a:pt x="58473" y="323850"/>
                  </a:lnTo>
                  <a:cubicBezTo>
                    <a:pt x="26179" y="323850"/>
                    <a:pt x="0" y="297670"/>
                    <a:pt x="0" y="265377"/>
                  </a:cubicBezTo>
                  <a:lnTo>
                    <a:pt x="0" y="13494"/>
                  </a:lnTo>
                  <a:cubicBezTo>
                    <a:pt x="0" y="6041"/>
                    <a:pt x="6041" y="0"/>
                    <a:pt x="13494" y="0"/>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42" name="Rounded Rectangle 5">
            <a:extLst>
              <a:ext uri="{FF2B5EF4-FFF2-40B4-BE49-F238E27FC236}">
                <a16:creationId xmlns:a16="http://schemas.microsoft.com/office/drawing/2014/main" id="{3930FF6A-FE46-49E0-E5AE-A36421BF3F35}"/>
              </a:ext>
            </a:extLst>
          </p:cNvPr>
          <p:cNvSpPr/>
          <p:nvPr/>
        </p:nvSpPr>
        <p:spPr bwMode="auto">
          <a:xfrm>
            <a:off x="7870614" y="797924"/>
            <a:ext cx="3095891" cy="1411395"/>
          </a:xfrm>
          <a:prstGeom prst="roundRect">
            <a:avLst>
              <a:gd name="adj" fmla="val 11148"/>
            </a:avLst>
          </a:prstGeom>
          <a:solidFill>
            <a:srgbClr val="FFFFFF">
              <a:alpha val="94098"/>
            </a:srgbClr>
          </a:solidFill>
          <a:ln>
            <a:noFill/>
            <a:headEnd type="none" w="med" len="med"/>
            <a:tailEnd type="none" w="med" len="med"/>
          </a:ln>
          <a:effectLst>
            <a:outerShdw blurRad="235619" dist="38100" dir="2700000" algn="tl" rotWithShape="0">
              <a:prstClr val="black">
                <a:alpha val="19837"/>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78D3"/>
                </a:solidFill>
                <a:effectLst/>
                <a:uLnTx/>
                <a:uFillTx/>
                <a:latin typeface="Segoe Sans Display Semibold" pitchFamily="2" charset="0"/>
                <a:ea typeface="Yu Mincho" panose="02020400000000000000" pitchFamily="18" charset="-128"/>
                <a:cs typeface="Segoe Sans Display Semibold" pitchFamily="2" charset="0"/>
              </a:rPr>
              <a:t>Establish a trusted data foundation</a:t>
            </a:r>
          </a:p>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light"/>
                <a:ea typeface="+mn-ea"/>
                <a:cs typeface="+mn-cs"/>
              </a:rPr>
              <a:t>Connect to any data from a single, multi-cloud data lake and use a single copy of data across engines</a:t>
            </a:r>
          </a:p>
        </p:txBody>
      </p:sp>
      <p:grpSp>
        <p:nvGrpSpPr>
          <p:cNvPr id="43" name="Group 42" descr="Icon of two servers with a closed padlock">
            <a:extLst>
              <a:ext uri="{FF2B5EF4-FFF2-40B4-BE49-F238E27FC236}">
                <a16:creationId xmlns:a16="http://schemas.microsoft.com/office/drawing/2014/main" id="{F6098E25-2E89-C8A1-F1B3-907EEAC6E320}"/>
              </a:ext>
            </a:extLst>
          </p:cNvPr>
          <p:cNvGrpSpPr/>
          <p:nvPr/>
        </p:nvGrpSpPr>
        <p:grpSpPr>
          <a:xfrm>
            <a:off x="6886192" y="1697342"/>
            <a:ext cx="846084" cy="846082"/>
            <a:chOff x="9728259" y="2648191"/>
            <a:chExt cx="846084" cy="846082"/>
          </a:xfrm>
        </p:grpSpPr>
        <p:grpSp>
          <p:nvGrpSpPr>
            <p:cNvPr id="44" name="Group 43">
              <a:extLst>
                <a:ext uri="{FF2B5EF4-FFF2-40B4-BE49-F238E27FC236}">
                  <a16:creationId xmlns:a16="http://schemas.microsoft.com/office/drawing/2014/main" id="{5671938A-64F8-8C14-7843-11D26D0C90C3}"/>
                </a:ext>
                <a:ext uri="{C183D7F6-B498-43B3-948B-1728B52AA6E4}">
                  <adec:decorative xmlns:adec="http://schemas.microsoft.com/office/drawing/2017/decorative" val="1"/>
                </a:ext>
              </a:extLst>
            </p:cNvPr>
            <p:cNvGrpSpPr>
              <a:grpSpLocks/>
            </p:cNvGrpSpPr>
            <p:nvPr/>
          </p:nvGrpSpPr>
          <p:grpSpPr>
            <a:xfrm>
              <a:off x="9728259" y="2648191"/>
              <a:ext cx="846084" cy="846082"/>
              <a:chOff x="4891756" y="1969137"/>
              <a:chExt cx="958377" cy="958377"/>
            </a:xfrm>
          </p:grpSpPr>
          <p:sp>
            <p:nvSpPr>
              <p:cNvPr id="46" name="Oval 45">
                <a:extLst>
                  <a:ext uri="{FF2B5EF4-FFF2-40B4-BE49-F238E27FC236}">
                    <a16:creationId xmlns:a16="http://schemas.microsoft.com/office/drawing/2014/main" id="{C2A52EDA-02C0-9937-1FAB-F108C44954C9}"/>
                  </a:ext>
                </a:extLst>
              </p:cNvPr>
              <p:cNvSpPr/>
              <p:nvPr/>
            </p:nvSpPr>
            <p:spPr>
              <a:xfrm>
                <a:off x="4891756" y="1969137"/>
                <a:ext cx="958377" cy="958377"/>
              </a:xfrm>
              <a:prstGeom prst="ellipse">
                <a:avLst/>
              </a:prstGeom>
              <a:gradFill>
                <a:gsLst>
                  <a:gs pos="80712">
                    <a:srgbClr val="7A75C1"/>
                  </a:gs>
                  <a:gs pos="18000">
                    <a:schemeClr val="bg2"/>
                  </a:gs>
                  <a:gs pos="96000">
                    <a:schemeClr val="accent3"/>
                  </a:gs>
                </a:gsLst>
                <a:lin ang="2700000" scaled="1"/>
              </a:gra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IN" sz="11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sp>
            <p:nvSpPr>
              <p:cNvPr id="47" name="Oval 46">
                <a:extLst>
                  <a:ext uri="{FF2B5EF4-FFF2-40B4-BE49-F238E27FC236}">
                    <a16:creationId xmlns:a16="http://schemas.microsoft.com/office/drawing/2014/main" id="{C611B455-6B09-E8A4-B78A-25981F5927D3}"/>
                  </a:ext>
                </a:extLst>
              </p:cNvPr>
              <p:cNvSpPr/>
              <p:nvPr/>
            </p:nvSpPr>
            <p:spPr>
              <a:xfrm>
                <a:off x="4949014" y="2026395"/>
                <a:ext cx="843862" cy="843862"/>
              </a:xfrm>
              <a:prstGeom prst="ellipse">
                <a:avLst/>
              </a:prstGeom>
              <a:solidFill>
                <a:srgbClr val="FFFFFF"/>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IN" sz="2000" b="1" i="0" u="none" strike="noStrike" kern="1200" cap="none" spc="0" normalizeH="0" baseline="0" noProof="0">
                  <a:ln>
                    <a:noFill/>
                  </a:ln>
                  <a:solidFill>
                    <a:srgbClr val="225B61"/>
                  </a:solidFill>
                  <a:effectLst/>
                  <a:uLnTx/>
                  <a:uFillTx/>
                  <a:latin typeface="Segoe Sans Display"/>
                  <a:ea typeface="+mn-ea"/>
                  <a:cs typeface="Segoe Sans Display Semibold" pitchFamily="2" charset="0"/>
                </a:endParaRPr>
              </a:p>
            </p:txBody>
          </p:sp>
        </p:grpSp>
        <p:sp>
          <p:nvSpPr>
            <p:cNvPr id="45" name="Graphic 275" descr="Icon of two servers with a closed padlock">
              <a:extLst>
                <a:ext uri="{FF2B5EF4-FFF2-40B4-BE49-F238E27FC236}">
                  <a16:creationId xmlns:a16="http://schemas.microsoft.com/office/drawing/2014/main" id="{0CD47CBE-604A-85C9-A539-6C0C68E5DDEB}"/>
                </a:ext>
              </a:extLst>
            </p:cNvPr>
            <p:cNvSpPr/>
            <p:nvPr/>
          </p:nvSpPr>
          <p:spPr>
            <a:xfrm>
              <a:off x="9966116" y="2898686"/>
              <a:ext cx="370370" cy="345090"/>
            </a:xfrm>
            <a:custGeom>
              <a:avLst/>
              <a:gdLst>
                <a:gd name="connsiteX0" fmla="*/ 244478 w 358567"/>
                <a:gd name="connsiteY0" fmla="*/ 57045 h 334094"/>
                <a:gd name="connsiteX1" fmla="*/ 244478 w 358567"/>
                <a:gd name="connsiteY1" fmla="*/ 40746 h 334094"/>
                <a:gd name="connsiteX2" fmla="*/ 285224 w 358567"/>
                <a:gd name="connsiteY2" fmla="*/ 0 h 334094"/>
                <a:gd name="connsiteX3" fmla="*/ 325970 w 358567"/>
                <a:gd name="connsiteY3" fmla="*/ 40746 h 334094"/>
                <a:gd name="connsiteX4" fmla="*/ 325970 w 358567"/>
                <a:gd name="connsiteY4" fmla="*/ 57045 h 334094"/>
                <a:gd name="connsiteX5" fmla="*/ 334119 w 358567"/>
                <a:gd name="connsiteY5" fmla="*/ 57045 h 334094"/>
                <a:gd name="connsiteX6" fmla="*/ 358567 w 358567"/>
                <a:gd name="connsiteY6" fmla="*/ 81493 h 334094"/>
                <a:gd name="connsiteX7" fmla="*/ 358567 w 358567"/>
                <a:gd name="connsiteY7" fmla="*/ 162985 h 334094"/>
                <a:gd name="connsiteX8" fmla="*/ 334119 w 358567"/>
                <a:gd name="connsiteY8" fmla="*/ 187433 h 334094"/>
                <a:gd name="connsiteX9" fmla="*/ 236328 w 358567"/>
                <a:gd name="connsiteY9" fmla="*/ 187433 h 334094"/>
                <a:gd name="connsiteX10" fmla="*/ 211881 w 358567"/>
                <a:gd name="connsiteY10" fmla="*/ 162985 h 334094"/>
                <a:gd name="connsiteX11" fmla="*/ 211881 w 358567"/>
                <a:gd name="connsiteY11" fmla="*/ 81493 h 334094"/>
                <a:gd name="connsiteX12" fmla="*/ 213254 w 358567"/>
                <a:gd name="connsiteY12" fmla="*/ 73394 h 334094"/>
                <a:gd name="connsiteX13" fmla="*/ 236328 w 358567"/>
                <a:gd name="connsiteY13" fmla="*/ 57045 h 334094"/>
                <a:gd name="connsiteX14" fmla="*/ 244478 w 358567"/>
                <a:gd name="connsiteY14" fmla="*/ 57045 h 334094"/>
                <a:gd name="connsiteX15" fmla="*/ 268925 w 358567"/>
                <a:gd name="connsiteY15" fmla="*/ 40746 h 334094"/>
                <a:gd name="connsiteX16" fmla="*/ 268925 w 358567"/>
                <a:gd name="connsiteY16" fmla="*/ 57045 h 334094"/>
                <a:gd name="connsiteX17" fmla="*/ 301522 w 358567"/>
                <a:gd name="connsiteY17" fmla="*/ 57045 h 334094"/>
                <a:gd name="connsiteX18" fmla="*/ 301522 w 358567"/>
                <a:gd name="connsiteY18" fmla="*/ 40746 h 334094"/>
                <a:gd name="connsiteX19" fmla="*/ 285224 w 358567"/>
                <a:gd name="connsiteY19" fmla="*/ 24448 h 334094"/>
                <a:gd name="connsiteX20" fmla="*/ 268925 w 358567"/>
                <a:gd name="connsiteY20" fmla="*/ 40746 h 334094"/>
                <a:gd name="connsiteX21" fmla="*/ 301449 w 358567"/>
                <a:gd name="connsiteY21" fmla="*/ 120675 h 334094"/>
                <a:gd name="connsiteX22" fmla="*/ 285224 w 358567"/>
                <a:gd name="connsiteY22" fmla="*/ 105940 h 334094"/>
                <a:gd name="connsiteX23" fmla="*/ 268925 w 358567"/>
                <a:gd name="connsiteY23" fmla="*/ 122239 h 334094"/>
                <a:gd name="connsiteX24" fmla="*/ 285224 w 358567"/>
                <a:gd name="connsiteY24" fmla="*/ 138537 h 334094"/>
                <a:gd name="connsiteX25" fmla="*/ 301442 w 358567"/>
                <a:gd name="connsiteY25" fmla="*/ 123855 h 334094"/>
                <a:gd name="connsiteX26" fmla="*/ 301442 w 358567"/>
                <a:gd name="connsiteY26" fmla="*/ 123855 h 334094"/>
                <a:gd name="connsiteX27" fmla="*/ 301522 w 358567"/>
                <a:gd name="connsiteY27" fmla="*/ 122239 h 334094"/>
                <a:gd name="connsiteX28" fmla="*/ 301449 w 358567"/>
                <a:gd name="connsiteY28" fmla="*/ 120675 h 334094"/>
                <a:gd name="connsiteX29" fmla="*/ 93573 w 358567"/>
                <a:gd name="connsiteY29" fmla="*/ 260773 h 334094"/>
                <a:gd name="connsiteX30" fmla="*/ 118048 w 358567"/>
                <a:gd name="connsiteY30" fmla="*/ 260773 h 334094"/>
                <a:gd name="connsiteX31" fmla="*/ 130272 w 358567"/>
                <a:gd name="connsiteY31" fmla="*/ 272997 h 334094"/>
                <a:gd name="connsiteX32" fmla="*/ 119707 w 358567"/>
                <a:gd name="connsiteY32" fmla="*/ 285108 h 334094"/>
                <a:gd name="connsiteX33" fmla="*/ 118048 w 358567"/>
                <a:gd name="connsiteY33" fmla="*/ 285221 h 334094"/>
                <a:gd name="connsiteX34" fmla="*/ 93573 w 358567"/>
                <a:gd name="connsiteY34" fmla="*/ 285221 h 334094"/>
                <a:gd name="connsiteX35" fmla="*/ 81349 w 358567"/>
                <a:gd name="connsiteY35" fmla="*/ 272997 h 334094"/>
                <a:gd name="connsiteX36" fmla="*/ 91914 w 358567"/>
                <a:gd name="connsiteY36" fmla="*/ 260884 h 334094"/>
                <a:gd name="connsiteX37" fmla="*/ 93573 w 358567"/>
                <a:gd name="connsiteY37" fmla="*/ 260773 h 334094"/>
                <a:gd name="connsiteX38" fmla="*/ 175160 w 358567"/>
                <a:gd name="connsiteY38" fmla="*/ 73392 h 334094"/>
                <a:gd name="connsiteX39" fmla="*/ 196387 w 358567"/>
                <a:gd name="connsiteY39" fmla="*/ 73393 h 334094"/>
                <a:gd name="connsiteX40" fmla="*/ 195582 w 358567"/>
                <a:gd name="connsiteY40" fmla="*/ 81493 h 334094"/>
                <a:gd name="connsiteX41" fmla="*/ 195582 w 358567"/>
                <a:gd name="connsiteY41" fmla="*/ 97847 h 334094"/>
                <a:gd name="connsiteX42" fmla="*/ 175170 w 358567"/>
                <a:gd name="connsiteY42" fmla="*/ 97847 h 334094"/>
                <a:gd name="connsiteX43" fmla="*/ 175170 w 358567"/>
                <a:gd name="connsiteY43" fmla="*/ 309647 h 334094"/>
                <a:gd name="connsiteX44" fmla="*/ 297368 w 358567"/>
                <a:gd name="connsiteY44" fmla="*/ 309647 h 334094"/>
                <a:gd name="connsiteX45" fmla="*/ 301442 w 358567"/>
                <a:gd name="connsiteY45" fmla="*/ 305572 h 334094"/>
                <a:gd name="connsiteX46" fmla="*/ 301442 w 358567"/>
                <a:gd name="connsiteY46" fmla="*/ 203731 h 334094"/>
                <a:gd name="connsiteX47" fmla="*/ 325890 w 358567"/>
                <a:gd name="connsiteY47" fmla="*/ 203731 h 334094"/>
                <a:gd name="connsiteX48" fmla="*/ 325890 w 358567"/>
                <a:gd name="connsiteY48" fmla="*/ 305572 h 334094"/>
                <a:gd name="connsiteX49" fmla="*/ 297368 w 358567"/>
                <a:gd name="connsiteY49" fmla="*/ 334095 h 334094"/>
                <a:gd name="connsiteX50" fmla="*/ 150722 w 358567"/>
                <a:gd name="connsiteY50" fmla="*/ 334095 h 334094"/>
                <a:gd name="connsiteX51" fmla="*/ 150712 w 358567"/>
                <a:gd name="connsiteY51" fmla="*/ 334054 h 334094"/>
                <a:gd name="connsiteX52" fmla="*/ 28522 w 358567"/>
                <a:gd name="connsiteY52" fmla="*/ 334056 h 334094"/>
                <a:gd name="connsiteX53" fmla="*/ 0 w 358567"/>
                <a:gd name="connsiteY53" fmla="*/ 305533 h 334094"/>
                <a:gd name="connsiteX54" fmla="*/ 0 w 358567"/>
                <a:gd name="connsiteY54" fmla="*/ 101882 h 334094"/>
                <a:gd name="connsiteX55" fmla="*/ 28522 w 358567"/>
                <a:gd name="connsiteY55" fmla="*/ 73359 h 334094"/>
                <a:gd name="connsiteX56" fmla="*/ 175170 w 358567"/>
                <a:gd name="connsiteY56" fmla="*/ 73359 h 334094"/>
                <a:gd name="connsiteX57" fmla="*/ 175160 w 358567"/>
                <a:gd name="connsiteY57" fmla="*/ 73392 h 334094"/>
                <a:gd name="connsiteX58" fmla="*/ 150722 w 358567"/>
                <a:gd name="connsiteY58" fmla="*/ 97807 h 334094"/>
                <a:gd name="connsiteX59" fmla="*/ 28522 w 358567"/>
                <a:gd name="connsiteY59" fmla="*/ 97807 h 334094"/>
                <a:gd name="connsiteX60" fmla="*/ 24448 w 358567"/>
                <a:gd name="connsiteY60" fmla="*/ 101882 h 334094"/>
                <a:gd name="connsiteX61" fmla="*/ 24448 w 358567"/>
                <a:gd name="connsiteY61" fmla="*/ 305533 h 334094"/>
                <a:gd name="connsiteX62" fmla="*/ 28522 w 358567"/>
                <a:gd name="connsiteY62" fmla="*/ 309608 h 334094"/>
                <a:gd name="connsiteX63" fmla="*/ 150722 w 358567"/>
                <a:gd name="connsiteY63" fmla="*/ 309608 h 334094"/>
                <a:gd name="connsiteX64" fmla="*/ 150722 w 358567"/>
                <a:gd name="connsiteY64" fmla="*/ 97807 h 334094"/>
                <a:gd name="connsiteX65" fmla="*/ 207622 w 358567"/>
                <a:gd name="connsiteY65" fmla="*/ 260773 h 334094"/>
                <a:gd name="connsiteX66" fmla="*/ 232069 w 358567"/>
                <a:gd name="connsiteY66" fmla="*/ 260773 h 334094"/>
                <a:gd name="connsiteX67" fmla="*/ 244293 w 358567"/>
                <a:gd name="connsiteY67" fmla="*/ 272997 h 334094"/>
                <a:gd name="connsiteX68" fmla="*/ 233729 w 358567"/>
                <a:gd name="connsiteY68" fmla="*/ 285108 h 334094"/>
                <a:gd name="connsiteX69" fmla="*/ 232069 w 358567"/>
                <a:gd name="connsiteY69" fmla="*/ 285221 h 334094"/>
                <a:gd name="connsiteX70" fmla="*/ 207622 w 358567"/>
                <a:gd name="connsiteY70" fmla="*/ 285221 h 334094"/>
                <a:gd name="connsiteX71" fmla="*/ 195398 w 358567"/>
                <a:gd name="connsiteY71" fmla="*/ 272997 h 334094"/>
                <a:gd name="connsiteX72" fmla="*/ 205964 w 358567"/>
                <a:gd name="connsiteY72" fmla="*/ 260884 h 334094"/>
                <a:gd name="connsiteX73" fmla="*/ 207622 w 358567"/>
                <a:gd name="connsiteY73" fmla="*/ 260773 h 33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58567" h="334094">
                  <a:moveTo>
                    <a:pt x="244478" y="57045"/>
                  </a:moveTo>
                  <a:lnTo>
                    <a:pt x="244478" y="40746"/>
                  </a:lnTo>
                  <a:cubicBezTo>
                    <a:pt x="244478" y="18243"/>
                    <a:pt x="262720" y="0"/>
                    <a:pt x="285224" y="0"/>
                  </a:cubicBezTo>
                  <a:cubicBezTo>
                    <a:pt x="307727" y="0"/>
                    <a:pt x="325970" y="18243"/>
                    <a:pt x="325970" y="40746"/>
                  </a:cubicBezTo>
                  <a:lnTo>
                    <a:pt x="325970" y="57045"/>
                  </a:lnTo>
                  <a:lnTo>
                    <a:pt x="334119" y="57045"/>
                  </a:lnTo>
                  <a:cubicBezTo>
                    <a:pt x="347621" y="57045"/>
                    <a:pt x="358567" y="67990"/>
                    <a:pt x="358567" y="81493"/>
                  </a:cubicBezTo>
                  <a:lnTo>
                    <a:pt x="358567" y="162985"/>
                  </a:lnTo>
                  <a:cubicBezTo>
                    <a:pt x="358567" y="176487"/>
                    <a:pt x="347621" y="187433"/>
                    <a:pt x="334119" y="187433"/>
                  </a:cubicBezTo>
                  <a:lnTo>
                    <a:pt x="236328" y="187433"/>
                  </a:lnTo>
                  <a:cubicBezTo>
                    <a:pt x="222827" y="187433"/>
                    <a:pt x="211881" y="176487"/>
                    <a:pt x="211881" y="162985"/>
                  </a:cubicBezTo>
                  <a:lnTo>
                    <a:pt x="211881" y="81493"/>
                  </a:lnTo>
                  <a:cubicBezTo>
                    <a:pt x="211881" y="78654"/>
                    <a:pt x="212365" y="75929"/>
                    <a:pt x="213254" y="73394"/>
                  </a:cubicBezTo>
                  <a:cubicBezTo>
                    <a:pt x="216596" y="63872"/>
                    <a:pt x="225664" y="57045"/>
                    <a:pt x="236328" y="57045"/>
                  </a:cubicBezTo>
                  <a:lnTo>
                    <a:pt x="244478" y="57045"/>
                  </a:lnTo>
                  <a:close/>
                  <a:moveTo>
                    <a:pt x="268925" y="40746"/>
                  </a:moveTo>
                  <a:lnTo>
                    <a:pt x="268925" y="57045"/>
                  </a:lnTo>
                  <a:lnTo>
                    <a:pt x="301522" y="57045"/>
                  </a:lnTo>
                  <a:lnTo>
                    <a:pt x="301522" y="40746"/>
                  </a:lnTo>
                  <a:cubicBezTo>
                    <a:pt x="301522" y="31745"/>
                    <a:pt x="294225" y="24448"/>
                    <a:pt x="285224" y="24448"/>
                  </a:cubicBezTo>
                  <a:cubicBezTo>
                    <a:pt x="276222" y="24448"/>
                    <a:pt x="268925" y="31745"/>
                    <a:pt x="268925" y="40746"/>
                  </a:cubicBezTo>
                  <a:close/>
                  <a:moveTo>
                    <a:pt x="301449" y="120675"/>
                  </a:moveTo>
                  <a:cubicBezTo>
                    <a:pt x="300662" y="112407"/>
                    <a:pt x="293697" y="105940"/>
                    <a:pt x="285224" y="105940"/>
                  </a:cubicBezTo>
                  <a:cubicBezTo>
                    <a:pt x="276222" y="105940"/>
                    <a:pt x="268925" y="113237"/>
                    <a:pt x="268925" y="122239"/>
                  </a:cubicBezTo>
                  <a:cubicBezTo>
                    <a:pt x="268925" y="131240"/>
                    <a:pt x="276222" y="138537"/>
                    <a:pt x="285224" y="138537"/>
                  </a:cubicBezTo>
                  <a:cubicBezTo>
                    <a:pt x="293679" y="138537"/>
                    <a:pt x="300632" y="132098"/>
                    <a:pt x="301442" y="123855"/>
                  </a:cubicBezTo>
                  <a:cubicBezTo>
                    <a:pt x="301442" y="123855"/>
                    <a:pt x="301442" y="123855"/>
                    <a:pt x="301442" y="123855"/>
                  </a:cubicBezTo>
                  <a:cubicBezTo>
                    <a:pt x="301496" y="123323"/>
                    <a:pt x="301522" y="122784"/>
                    <a:pt x="301522" y="122239"/>
                  </a:cubicBezTo>
                  <a:cubicBezTo>
                    <a:pt x="301522" y="121711"/>
                    <a:pt x="301498" y="121190"/>
                    <a:pt x="301449" y="120675"/>
                  </a:cubicBezTo>
                  <a:close/>
                  <a:moveTo>
                    <a:pt x="93573" y="260773"/>
                  </a:moveTo>
                  <a:lnTo>
                    <a:pt x="118048" y="260773"/>
                  </a:lnTo>
                  <a:cubicBezTo>
                    <a:pt x="124799" y="260773"/>
                    <a:pt x="130272" y="266244"/>
                    <a:pt x="130272" y="272997"/>
                  </a:cubicBezTo>
                  <a:cubicBezTo>
                    <a:pt x="130272" y="279185"/>
                    <a:pt x="125674" y="284298"/>
                    <a:pt x="119707" y="285108"/>
                  </a:cubicBezTo>
                  <a:lnTo>
                    <a:pt x="118048" y="285221"/>
                  </a:lnTo>
                  <a:lnTo>
                    <a:pt x="93573" y="285221"/>
                  </a:lnTo>
                  <a:cubicBezTo>
                    <a:pt x="86822" y="285221"/>
                    <a:pt x="81349" y="279747"/>
                    <a:pt x="81349" y="272997"/>
                  </a:cubicBezTo>
                  <a:cubicBezTo>
                    <a:pt x="81349" y="266808"/>
                    <a:pt x="85948" y="261694"/>
                    <a:pt x="91914" y="260884"/>
                  </a:cubicBezTo>
                  <a:lnTo>
                    <a:pt x="93573" y="260773"/>
                  </a:lnTo>
                  <a:close/>
                  <a:moveTo>
                    <a:pt x="175160" y="73392"/>
                  </a:moveTo>
                  <a:lnTo>
                    <a:pt x="196387" y="73393"/>
                  </a:lnTo>
                  <a:cubicBezTo>
                    <a:pt x="195859" y="76011"/>
                    <a:pt x="195582" y="78719"/>
                    <a:pt x="195582" y="81493"/>
                  </a:cubicBezTo>
                  <a:lnTo>
                    <a:pt x="195582" y="97847"/>
                  </a:lnTo>
                  <a:lnTo>
                    <a:pt x="175170" y="97847"/>
                  </a:lnTo>
                  <a:lnTo>
                    <a:pt x="175170" y="309647"/>
                  </a:lnTo>
                  <a:lnTo>
                    <a:pt x="297368" y="309647"/>
                  </a:lnTo>
                  <a:cubicBezTo>
                    <a:pt x="299619" y="309647"/>
                    <a:pt x="301442" y="307823"/>
                    <a:pt x="301442" y="305572"/>
                  </a:cubicBezTo>
                  <a:lnTo>
                    <a:pt x="301442" y="203731"/>
                  </a:lnTo>
                  <a:lnTo>
                    <a:pt x="325890" y="203731"/>
                  </a:lnTo>
                  <a:lnTo>
                    <a:pt x="325890" y="305572"/>
                  </a:lnTo>
                  <a:cubicBezTo>
                    <a:pt x="325890" y="321325"/>
                    <a:pt x="313120" y="334095"/>
                    <a:pt x="297368" y="334095"/>
                  </a:cubicBezTo>
                  <a:lnTo>
                    <a:pt x="150722" y="334095"/>
                  </a:lnTo>
                  <a:lnTo>
                    <a:pt x="150712" y="334054"/>
                  </a:lnTo>
                  <a:lnTo>
                    <a:pt x="28522" y="334056"/>
                  </a:lnTo>
                  <a:cubicBezTo>
                    <a:pt x="12770" y="334056"/>
                    <a:pt x="0" y="321286"/>
                    <a:pt x="0" y="305533"/>
                  </a:cubicBezTo>
                  <a:lnTo>
                    <a:pt x="0" y="101882"/>
                  </a:lnTo>
                  <a:cubicBezTo>
                    <a:pt x="0" y="86129"/>
                    <a:pt x="12770" y="73359"/>
                    <a:pt x="28522" y="73359"/>
                  </a:cubicBezTo>
                  <a:lnTo>
                    <a:pt x="175170" y="73359"/>
                  </a:lnTo>
                  <a:lnTo>
                    <a:pt x="175160" y="73392"/>
                  </a:lnTo>
                  <a:close/>
                  <a:moveTo>
                    <a:pt x="150722" y="97807"/>
                  </a:moveTo>
                  <a:lnTo>
                    <a:pt x="28522" y="97807"/>
                  </a:lnTo>
                  <a:cubicBezTo>
                    <a:pt x="26272" y="97807"/>
                    <a:pt x="24448" y="99631"/>
                    <a:pt x="24448" y="101882"/>
                  </a:cubicBezTo>
                  <a:lnTo>
                    <a:pt x="24448" y="305533"/>
                  </a:lnTo>
                  <a:cubicBezTo>
                    <a:pt x="24448" y="307784"/>
                    <a:pt x="26272" y="309608"/>
                    <a:pt x="28522" y="309608"/>
                  </a:cubicBezTo>
                  <a:lnTo>
                    <a:pt x="150722" y="309608"/>
                  </a:lnTo>
                  <a:lnTo>
                    <a:pt x="150722" y="97807"/>
                  </a:lnTo>
                  <a:close/>
                  <a:moveTo>
                    <a:pt x="207622" y="260773"/>
                  </a:moveTo>
                  <a:lnTo>
                    <a:pt x="232069" y="260773"/>
                  </a:lnTo>
                  <a:cubicBezTo>
                    <a:pt x="238820" y="260773"/>
                    <a:pt x="244293" y="266244"/>
                    <a:pt x="244293" y="272997"/>
                  </a:cubicBezTo>
                  <a:cubicBezTo>
                    <a:pt x="244293" y="279185"/>
                    <a:pt x="239696" y="284298"/>
                    <a:pt x="233729" y="285108"/>
                  </a:cubicBezTo>
                  <a:lnTo>
                    <a:pt x="232069" y="285221"/>
                  </a:lnTo>
                  <a:lnTo>
                    <a:pt x="207622" y="285221"/>
                  </a:lnTo>
                  <a:cubicBezTo>
                    <a:pt x="200871" y="285221"/>
                    <a:pt x="195398" y="279747"/>
                    <a:pt x="195398" y="272997"/>
                  </a:cubicBezTo>
                  <a:cubicBezTo>
                    <a:pt x="195398" y="266808"/>
                    <a:pt x="199997" y="261694"/>
                    <a:pt x="205964" y="260884"/>
                  </a:cubicBezTo>
                  <a:lnTo>
                    <a:pt x="207622" y="260773"/>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48" name="Group 47" descr="Icon of a chart line of varying heights pointing top right with a gear">
            <a:extLst>
              <a:ext uri="{FF2B5EF4-FFF2-40B4-BE49-F238E27FC236}">
                <a16:creationId xmlns:a16="http://schemas.microsoft.com/office/drawing/2014/main" id="{B27B5014-6932-EB72-43B7-C1878DA43A8A}"/>
              </a:ext>
            </a:extLst>
          </p:cNvPr>
          <p:cNvGrpSpPr/>
          <p:nvPr/>
        </p:nvGrpSpPr>
        <p:grpSpPr>
          <a:xfrm>
            <a:off x="4221940" y="4966182"/>
            <a:ext cx="846084" cy="846082"/>
            <a:chOff x="3039110" y="3512929"/>
            <a:chExt cx="846084" cy="846082"/>
          </a:xfrm>
        </p:grpSpPr>
        <p:grpSp>
          <p:nvGrpSpPr>
            <p:cNvPr id="49" name="Group 48">
              <a:extLst>
                <a:ext uri="{FF2B5EF4-FFF2-40B4-BE49-F238E27FC236}">
                  <a16:creationId xmlns:a16="http://schemas.microsoft.com/office/drawing/2014/main" id="{652B08BF-5CB8-D865-DDD5-69590777F4CC}"/>
                </a:ext>
                <a:ext uri="{C183D7F6-B498-43B3-948B-1728B52AA6E4}">
                  <adec:decorative xmlns:adec="http://schemas.microsoft.com/office/drawing/2017/decorative" val="1"/>
                </a:ext>
              </a:extLst>
            </p:cNvPr>
            <p:cNvGrpSpPr>
              <a:grpSpLocks/>
            </p:cNvGrpSpPr>
            <p:nvPr/>
          </p:nvGrpSpPr>
          <p:grpSpPr>
            <a:xfrm>
              <a:off x="3039110" y="3512929"/>
              <a:ext cx="846084" cy="846082"/>
              <a:chOff x="4891756" y="1969137"/>
              <a:chExt cx="958377" cy="958377"/>
            </a:xfrm>
          </p:grpSpPr>
          <p:sp>
            <p:nvSpPr>
              <p:cNvPr id="51" name="Oval 50">
                <a:extLst>
                  <a:ext uri="{FF2B5EF4-FFF2-40B4-BE49-F238E27FC236}">
                    <a16:creationId xmlns:a16="http://schemas.microsoft.com/office/drawing/2014/main" id="{48C2693C-FA0A-2980-D98E-EDD35167EC82}"/>
                  </a:ext>
                </a:extLst>
              </p:cNvPr>
              <p:cNvSpPr/>
              <p:nvPr/>
            </p:nvSpPr>
            <p:spPr>
              <a:xfrm>
                <a:off x="4891756" y="1969137"/>
                <a:ext cx="958377" cy="958377"/>
              </a:xfrm>
              <a:prstGeom prst="ellipse">
                <a:avLst/>
              </a:prstGeom>
              <a:gradFill>
                <a:gsLst>
                  <a:gs pos="80712">
                    <a:srgbClr val="7A75C1"/>
                  </a:gs>
                  <a:gs pos="18000">
                    <a:schemeClr val="bg2"/>
                  </a:gs>
                  <a:gs pos="96000">
                    <a:schemeClr val="accent3"/>
                  </a:gs>
                </a:gsLst>
                <a:lin ang="2700000" scaled="1"/>
              </a:gra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IN" sz="11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sp>
            <p:nvSpPr>
              <p:cNvPr id="52" name="Oval 51">
                <a:extLst>
                  <a:ext uri="{FF2B5EF4-FFF2-40B4-BE49-F238E27FC236}">
                    <a16:creationId xmlns:a16="http://schemas.microsoft.com/office/drawing/2014/main" id="{FE522DCB-CFC0-9D53-99B6-6A065D21E0C1}"/>
                  </a:ext>
                </a:extLst>
              </p:cNvPr>
              <p:cNvSpPr/>
              <p:nvPr/>
            </p:nvSpPr>
            <p:spPr>
              <a:xfrm>
                <a:off x="4949014" y="2026395"/>
                <a:ext cx="843862" cy="843862"/>
              </a:xfrm>
              <a:prstGeom prst="ellipse">
                <a:avLst/>
              </a:prstGeom>
              <a:solidFill>
                <a:srgbClr val="FFFFFF"/>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IN" sz="2000" b="1" i="0" u="none" strike="noStrike" kern="1200" cap="none" spc="0" normalizeH="0" baseline="0" noProof="0">
                  <a:ln>
                    <a:noFill/>
                  </a:ln>
                  <a:solidFill>
                    <a:srgbClr val="225B61"/>
                  </a:solidFill>
                  <a:effectLst/>
                  <a:uLnTx/>
                  <a:uFillTx/>
                  <a:latin typeface="Segoe Sans Display"/>
                  <a:ea typeface="+mn-ea"/>
                  <a:cs typeface="Segoe Sans Display Semibold" pitchFamily="2" charset="0"/>
                </a:endParaRPr>
              </a:p>
            </p:txBody>
          </p:sp>
        </p:grpSp>
        <p:sp>
          <p:nvSpPr>
            <p:cNvPr id="50" name="Graphic 45">
              <a:extLst>
                <a:ext uri="{FF2B5EF4-FFF2-40B4-BE49-F238E27FC236}">
                  <a16:creationId xmlns:a16="http://schemas.microsoft.com/office/drawing/2014/main" id="{5CC26FB1-CBB1-B93D-6A91-53798A9B99D4}"/>
                </a:ext>
              </a:extLst>
            </p:cNvPr>
            <p:cNvSpPr>
              <a:spLocks/>
            </p:cNvSpPr>
            <p:nvPr/>
          </p:nvSpPr>
          <p:spPr>
            <a:xfrm>
              <a:off x="3266147" y="3751890"/>
              <a:ext cx="371426" cy="368160"/>
            </a:xfrm>
            <a:custGeom>
              <a:avLst/>
              <a:gdLst>
                <a:gd name="connsiteX0" fmla="*/ 164128 w 188567"/>
                <a:gd name="connsiteY0" fmla="*/ 0 h 186909"/>
                <a:gd name="connsiteX1" fmla="*/ 171272 w 188567"/>
                <a:gd name="connsiteY1" fmla="*/ 7144 h 186909"/>
                <a:gd name="connsiteX2" fmla="*/ 171272 w 188567"/>
                <a:gd name="connsiteY2" fmla="*/ 54769 h 186909"/>
                <a:gd name="connsiteX3" fmla="*/ 164128 w 188567"/>
                <a:gd name="connsiteY3" fmla="*/ 61913 h 186909"/>
                <a:gd name="connsiteX4" fmla="*/ 156984 w 188567"/>
                <a:gd name="connsiteY4" fmla="*/ 54769 h 186909"/>
                <a:gd name="connsiteX5" fmla="*/ 156984 w 188567"/>
                <a:gd name="connsiteY5" fmla="*/ 24384 h 186909"/>
                <a:gd name="connsiteX6" fmla="*/ 100120 w 188567"/>
                <a:gd name="connsiteY6" fmla="*/ 81248 h 186909"/>
                <a:gd name="connsiteX7" fmla="*/ 90024 w 188567"/>
                <a:gd name="connsiteY7" fmla="*/ 81248 h 186909"/>
                <a:gd name="connsiteX8" fmla="*/ 68878 w 188567"/>
                <a:gd name="connsiteY8" fmla="*/ 60103 h 186909"/>
                <a:gd name="connsiteX9" fmla="*/ 12014 w 188567"/>
                <a:gd name="connsiteY9" fmla="*/ 116967 h 186909"/>
                <a:gd name="connsiteX10" fmla="*/ 1917 w 188567"/>
                <a:gd name="connsiteY10" fmla="*/ 116611 h 186909"/>
                <a:gd name="connsiteX11" fmla="*/ 1917 w 188567"/>
                <a:gd name="connsiteY11" fmla="*/ 106871 h 186909"/>
                <a:gd name="connsiteX12" fmla="*/ 63830 w 188567"/>
                <a:gd name="connsiteY12" fmla="*/ 44958 h 186909"/>
                <a:gd name="connsiteX13" fmla="*/ 73926 w 188567"/>
                <a:gd name="connsiteY13" fmla="*/ 44958 h 186909"/>
                <a:gd name="connsiteX14" fmla="*/ 95072 w 188567"/>
                <a:gd name="connsiteY14" fmla="*/ 66103 h 186909"/>
                <a:gd name="connsiteX15" fmla="*/ 146888 w 188567"/>
                <a:gd name="connsiteY15" fmla="*/ 14288 h 186909"/>
                <a:gd name="connsiteX16" fmla="*/ 116503 w 188567"/>
                <a:gd name="connsiteY16" fmla="*/ 14288 h 186909"/>
                <a:gd name="connsiteX17" fmla="*/ 109359 w 188567"/>
                <a:gd name="connsiteY17" fmla="*/ 7144 h 186909"/>
                <a:gd name="connsiteX18" fmla="*/ 116503 w 188567"/>
                <a:gd name="connsiteY18" fmla="*/ 0 h 186909"/>
                <a:gd name="connsiteX19" fmla="*/ 164128 w 188567"/>
                <a:gd name="connsiteY19" fmla="*/ 0 h 186909"/>
                <a:gd name="connsiteX20" fmla="*/ 107245 w 188567"/>
                <a:gd name="connsiteY20" fmla="*/ 104537 h 186909"/>
                <a:gd name="connsiteX21" fmla="*/ 94238 w 188567"/>
                <a:gd name="connsiteY21" fmla="*/ 128130 h 186909"/>
                <a:gd name="connsiteX22" fmla="*/ 93529 w 188567"/>
                <a:gd name="connsiteY22" fmla="*/ 128321 h 186909"/>
                <a:gd name="connsiteX23" fmla="*/ 87957 w 188567"/>
                <a:gd name="connsiteY23" fmla="*/ 129692 h 186909"/>
                <a:gd name="connsiteX24" fmla="*/ 88014 w 188567"/>
                <a:gd name="connsiteY24" fmla="*/ 146904 h 186909"/>
                <a:gd name="connsiteX25" fmla="*/ 93157 w 188567"/>
                <a:gd name="connsiteY25" fmla="*/ 148142 h 186909"/>
                <a:gd name="connsiteX26" fmla="*/ 107216 w 188567"/>
                <a:gd name="connsiteY26" fmla="*/ 171123 h 186909"/>
                <a:gd name="connsiteX27" fmla="*/ 106969 w 188567"/>
                <a:gd name="connsiteY27" fmla="*/ 172050 h 186909"/>
                <a:gd name="connsiteX28" fmla="*/ 105187 w 188567"/>
                <a:gd name="connsiteY28" fmla="*/ 178070 h 186909"/>
                <a:gd name="connsiteX29" fmla="*/ 119332 w 188567"/>
                <a:gd name="connsiteY29" fmla="*/ 186842 h 186909"/>
                <a:gd name="connsiteX30" fmla="*/ 124028 w 188567"/>
                <a:gd name="connsiteY30" fmla="*/ 181908 h 186909"/>
                <a:gd name="connsiteX31" fmla="*/ 150960 w 188567"/>
                <a:gd name="connsiteY31" fmla="*/ 181227 h 186909"/>
                <a:gd name="connsiteX32" fmla="*/ 151641 w 188567"/>
                <a:gd name="connsiteY32" fmla="*/ 181908 h 186909"/>
                <a:gd name="connsiteX33" fmla="*/ 156394 w 188567"/>
                <a:gd name="connsiteY33" fmla="*/ 186909 h 186909"/>
                <a:gd name="connsiteX34" fmla="*/ 170519 w 188567"/>
                <a:gd name="connsiteY34" fmla="*/ 178213 h 186909"/>
                <a:gd name="connsiteX35" fmla="*/ 168624 w 188567"/>
                <a:gd name="connsiteY35" fmla="*/ 171679 h 186909"/>
                <a:gd name="connsiteX36" fmla="*/ 181647 w 188567"/>
                <a:gd name="connsiteY36" fmla="*/ 148095 h 186909"/>
                <a:gd name="connsiteX37" fmla="*/ 182359 w 188567"/>
                <a:gd name="connsiteY37" fmla="*/ 147904 h 186909"/>
                <a:gd name="connsiteX38" fmla="*/ 187912 w 188567"/>
                <a:gd name="connsiteY38" fmla="*/ 146533 h 186909"/>
                <a:gd name="connsiteX39" fmla="*/ 187855 w 188567"/>
                <a:gd name="connsiteY39" fmla="*/ 129311 h 186909"/>
                <a:gd name="connsiteX40" fmla="*/ 182721 w 188567"/>
                <a:gd name="connsiteY40" fmla="*/ 128073 h 186909"/>
                <a:gd name="connsiteX41" fmla="*/ 168662 w 188567"/>
                <a:gd name="connsiteY41" fmla="*/ 105092 h 186909"/>
                <a:gd name="connsiteX42" fmla="*/ 168910 w 188567"/>
                <a:gd name="connsiteY42" fmla="*/ 104165 h 186909"/>
                <a:gd name="connsiteX43" fmla="*/ 170681 w 188567"/>
                <a:gd name="connsiteY43" fmla="*/ 98165 h 186909"/>
                <a:gd name="connsiteX44" fmla="*/ 156546 w 188567"/>
                <a:gd name="connsiteY44" fmla="*/ 89373 h 186909"/>
                <a:gd name="connsiteX45" fmla="*/ 151850 w 188567"/>
                <a:gd name="connsiteY45" fmla="*/ 94317 h 186909"/>
                <a:gd name="connsiteX46" fmla="*/ 124918 w 188567"/>
                <a:gd name="connsiteY46" fmla="*/ 95007 h 186909"/>
                <a:gd name="connsiteX47" fmla="*/ 124228 w 188567"/>
                <a:gd name="connsiteY47" fmla="*/ 94317 h 186909"/>
                <a:gd name="connsiteX48" fmla="*/ 119484 w 188567"/>
                <a:gd name="connsiteY48" fmla="*/ 89316 h 186909"/>
                <a:gd name="connsiteX49" fmla="*/ 105359 w 188567"/>
                <a:gd name="connsiteY49" fmla="*/ 98003 h 186909"/>
                <a:gd name="connsiteX50" fmla="*/ 107245 w 188567"/>
                <a:gd name="connsiteY50" fmla="*/ 104537 h 186909"/>
                <a:gd name="connsiteX51" fmla="*/ 137934 w 188567"/>
                <a:gd name="connsiteY51" fmla="*/ 152400 h 186909"/>
                <a:gd name="connsiteX52" fmla="*/ 124123 w 188567"/>
                <a:gd name="connsiteY52" fmla="*/ 138113 h 186909"/>
                <a:gd name="connsiteX53" fmla="*/ 137934 w 188567"/>
                <a:gd name="connsiteY53" fmla="*/ 123825 h 186909"/>
                <a:gd name="connsiteX54" fmla="*/ 151746 w 188567"/>
                <a:gd name="connsiteY54" fmla="*/ 138113 h 186909"/>
                <a:gd name="connsiteX55" fmla="*/ 137934 w 188567"/>
                <a:gd name="connsiteY55" fmla="*/ 152400 h 18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8567" h="186909">
                  <a:moveTo>
                    <a:pt x="164128" y="0"/>
                  </a:moveTo>
                  <a:cubicBezTo>
                    <a:pt x="168073" y="0"/>
                    <a:pt x="171272" y="3198"/>
                    <a:pt x="171272" y="7144"/>
                  </a:cubicBezTo>
                  <a:lnTo>
                    <a:pt x="171272" y="54769"/>
                  </a:lnTo>
                  <a:cubicBezTo>
                    <a:pt x="171272" y="58714"/>
                    <a:pt x="168073" y="61913"/>
                    <a:pt x="164128" y="61913"/>
                  </a:cubicBezTo>
                  <a:cubicBezTo>
                    <a:pt x="160183" y="61913"/>
                    <a:pt x="156984" y="58714"/>
                    <a:pt x="156984" y="54769"/>
                  </a:cubicBezTo>
                  <a:lnTo>
                    <a:pt x="156984" y="24384"/>
                  </a:lnTo>
                  <a:lnTo>
                    <a:pt x="100120" y="81248"/>
                  </a:lnTo>
                  <a:cubicBezTo>
                    <a:pt x="97331" y="84034"/>
                    <a:pt x="92812" y="84034"/>
                    <a:pt x="90024" y="81248"/>
                  </a:cubicBezTo>
                  <a:lnTo>
                    <a:pt x="68878" y="60103"/>
                  </a:lnTo>
                  <a:lnTo>
                    <a:pt x="12014" y="116967"/>
                  </a:lnTo>
                  <a:cubicBezTo>
                    <a:pt x="9127" y="119657"/>
                    <a:pt x="4607" y="119497"/>
                    <a:pt x="1917" y="116611"/>
                  </a:cubicBezTo>
                  <a:cubicBezTo>
                    <a:pt x="-639" y="113868"/>
                    <a:pt x="-639" y="109614"/>
                    <a:pt x="1917" y="106871"/>
                  </a:cubicBezTo>
                  <a:lnTo>
                    <a:pt x="63830" y="44958"/>
                  </a:lnTo>
                  <a:cubicBezTo>
                    <a:pt x="66619" y="42172"/>
                    <a:pt x="71137" y="42172"/>
                    <a:pt x="73926" y="44958"/>
                  </a:cubicBezTo>
                  <a:lnTo>
                    <a:pt x="95072" y="66103"/>
                  </a:lnTo>
                  <a:lnTo>
                    <a:pt x="146888" y="14288"/>
                  </a:lnTo>
                  <a:lnTo>
                    <a:pt x="116503" y="14288"/>
                  </a:lnTo>
                  <a:cubicBezTo>
                    <a:pt x="112558" y="14288"/>
                    <a:pt x="109359" y="11089"/>
                    <a:pt x="109359" y="7144"/>
                  </a:cubicBezTo>
                  <a:cubicBezTo>
                    <a:pt x="109359" y="3198"/>
                    <a:pt x="112558" y="0"/>
                    <a:pt x="116503" y="0"/>
                  </a:cubicBezTo>
                  <a:lnTo>
                    <a:pt x="164128" y="0"/>
                  </a:lnTo>
                  <a:close/>
                  <a:moveTo>
                    <a:pt x="107245" y="104537"/>
                  </a:moveTo>
                  <a:cubicBezTo>
                    <a:pt x="110168" y="114644"/>
                    <a:pt x="104345" y="125207"/>
                    <a:pt x="94238" y="128130"/>
                  </a:cubicBezTo>
                  <a:cubicBezTo>
                    <a:pt x="94003" y="128198"/>
                    <a:pt x="93767" y="128262"/>
                    <a:pt x="93529" y="128321"/>
                  </a:cubicBezTo>
                  <a:lnTo>
                    <a:pt x="87957" y="129692"/>
                  </a:lnTo>
                  <a:cubicBezTo>
                    <a:pt x="87065" y="135397"/>
                    <a:pt x="87084" y="141206"/>
                    <a:pt x="88014" y="146904"/>
                  </a:cubicBezTo>
                  <a:lnTo>
                    <a:pt x="93157" y="148142"/>
                  </a:lnTo>
                  <a:cubicBezTo>
                    <a:pt x="103386" y="150606"/>
                    <a:pt x="109680" y="160895"/>
                    <a:pt x="107216" y="171123"/>
                  </a:cubicBezTo>
                  <a:cubicBezTo>
                    <a:pt x="107142" y="171435"/>
                    <a:pt x="107059" y="171743"/>
                    <a:pt x="106969" y="172050"/>
                  </a:cubicBezTo>
                  <a:lnTo>
                    <a:pt x="105187" y="178070"/>
                  </a:lnTo>
                  <a:cubicBezTo>
                    <a:pt x="109378" y="181747"/>
                    <a:pt x="114141" y="184728"/>
                    <a:pt x="119332" y="186842"/>
                  </a:cubicBezTo>
                  <a:lnTo>
                    <a:pt x="124028" y="181908"/>
                  </a:lnTo>
                  <a:cubicBezTo>
                    <a:pt x="131277" y="174284"/>
                    <a:pt x="143335" y="173979"/>
                    <a:pt x="150960" y="181227"/>
                  </a:cubicBezTo>
                  <a:cubicBezTo>
                    <a:pt x="151192" y="181448"/>
                    <a:pt x="151420" y="181676"/>
                    <a:pt x="151641" y="181908"/>
                  </a:cubicBezTo>
                  <a:lnTo>
                    <a:pt x="156394" y="186909"/>
                  </a:lnTo>
                  <a:cubicBezTo>
                    <a:pt x="161551" y="184812"/>
                    <a:pt x="166325" y="181873"/>
                    <a:pt x="170519" y="178213"/>
                  </a:cubicBezTo>
                  <a:lnTo>
                    <a:pt x="168624" y="171679"/>
                  </a:lnTo>
                  <a:cubicBezTo>
                    <a:pt x="165707" y="161570"/>
                    <a:pt x="171539" y="151011"/>
                    <a:pt x="181647" y="148095"/>
                  </a:cubicBezTo>
                  <a:cubicBezTo>
                    <a:pt x="181883" y="148027"/>
                    <a:pt x="182121" y="147963"/>
                    <a:pt x="182359" y="147904"/>
                  </a:cubicBezTo>
                  <a:lnTo>
                    <a:pt x="187912" y="146533"/>
                  </a:lnTo>
                  <a:cubicBezTo>
                    <a:pt x="188804" y="140825"/>
                    <a:pt x="188785" y="135013"/>
                    <a:pt x="187855" y="129311"/>
                  </a:cubicBezTo>
                  <a:lnTo>
                    <a:pt x="182721" y="128073"/>
                  </a:lnTo>
                  <a:cubicBezTo>
                    <a:pt x="172492" y="125609"/>
                    <a:pt x="166198" y="115320"/>
                    <a:pt x="168662" y="105092"/>
                  </a:cubicBezTo>
                  <a:cubicBezTo>
                    <a:pt x="168736" y="104781"/>
                    <a:pt x="168819" y="104472"/>
                    <a:pt x="168910" y="104165"/>
                  </a:cubicBezTo>
                  <a:lnTo>
                    <a:pt x="170681" y="98165"/>
                  </a:lnTo>
                  <a:cubicBezTo>
                    <a:pt x="166491" y="94469"/>
                    <a:pt x="161713" y="91498"/>
                    <a:pt x="156546" y="89373"/>
                  </a:cubicBezTo>
                  <a:lnTo>
                    <a:pt x="151850" y="94317"/>
                  </a:lnTo>
                  <a:cubicBezTo>
                    <a:pt x="144604" y="101944"/>
                    <a:pt x="132546" y="102254"/>
                    <a:pt x="124918" y="95007"/>
                  </a:cubicBezTo>
                  <a:cubicBezTo>
                    <a:pt x="124682" y="94783"/>
                    <a:pt x="124452" y="94553"/>
                    <a:pt x="124228" y="94317"/>
                  </a:cubicBezTo>
                  <a:lnTo>
                    <a:pt x="119484" y="89316"/>
                  </a:lnTo>
                  <a:cubicBezTo>
                    <a:pt x="114312" y="91411"/>
                    <a:pt x="109550" y="94364"/>
                    <a:pt x="105359" y="98003"/>
                  </a:cubicBezTo>
                  <a:lnTo>
                    <a:pt x="107245" y="104537"/>
                  </a:lnTo>
                  <a:close/>
                  <a:moveTo>
                    <a:pt x="137934" y="152400"/>
                  </a:moveTo>
                  <a:cubicBezTo>
                    <a:pt x="130314" y="152400"/>
                    <a:pt x="124123" y="145999"/>
                    <a:pt x="124123" y="138113"/>
                  </a:cubicBezTo>
                  <a:cubicBezTo>
                    <a:pt x="124123" y="130216"/>
                    <a:pt x="130314" y="123825"/>
                    <a:pt x="137934" y="123825"/>
                  </a:cubicBezTo>
                  <a:cubicBezTo>
                    <a:pt x="145554" y="123825"/>
                    <a:pt x="151746" y="130216"/>
                    <a:pt x="151746" y="138113"/>
                  </a:cubicBezTo>
                  <a:cubicBezTo>
                    <a:pt x="151746" y="145999"/>
                    <a:pt x="145554" y="152400"/>
                    <a:pt x="137934" y="152400"/>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53" name="Rounded Rectangle 18">
            <a:extLst>
              <a:ext uri="{FF2B5EF4-FFF2-40B4-BE49-F238E27FC236}">
                <a16:creationId xmlns:a16="http://schemas.microsoft.com/office/drawing/2014/main" id="{0798D0F9-911D-457B-40D4-987104A17870}"/>
              </a:ext>
            </a:extLst>
          </p:cNvPr>
          <p:cNvSpPr/>
          <p:nvPr/>
        </p:nvSpPr>
        <p:spPr bwMode="auto">
          <a:xfrm>
            <a:off x="884659" y="4664319"/>
            <a:ext cx="3013169" cy="1408841"/>
          </a:xfrm>
          <a:prstGeom prst="roundRect">
            <a:avLst>
              <a:gd name="adj" fmla="val 11148"/>
            </a:avLst>
          </a:prstGeom>
          <a:solidFill>
            <a:srgbClr val="FFFFFF">
              <a:alpha val="94098"/>
            </a:srgbClr>
          </a:solidFill>
          <a:ln>
            <a:noFill/>
            <a:headEnd type="none" w="med" len="med"/>
            <a:tailEnd type="none" w="med" len="med"/>
          </a:ln>
          <a:effectLst>
            <a:outerShdw blurRad="235619" dist="38100" dir="2700000" algn="tl" rotWithShape="0">
              <a:prstClr val="black">
                <a:alpha val="19837"/>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78D3"/>
                </a:solidFill>
                <a:effectLst/>
                <a:uLnTx/>
                <a:uFillTx/>
                <a:latin typeface="Segoe Sans Display Semibold" pitchFamily="2" charset="0"/>
                <a:ea typeface="Yu Mincho" panose="02020400000000000000" pitchFamily="18" charset="-128"/>
                <a:cs typeface="Segoe Sans Display Semibold" pitchFamily="2" charset="0"/>
              </a:rPr>
              <a:t>Empower every business user</a:t>
            </a:r>
          </a:p>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light"/>
                <a:ea typeface="+mn-ea"/>
                <a:cs typeface="+mn-cs"/>
              </a:rPr>
              <a:t>Empower everyone to uncover insights accessible data, easy-to-use tools, and visuals embedded apps they use everyday </a:t>
            </a:r>
          </a:p>
        </p:txBody>
      </p:sp>
      <p:grpSp>
        <p:nvGrpSpPr>
          <p:cNvPr id="54" name="Group 53" descr="Icon of an AI robot">
            <a:extLst>
              <a:ext uri="{FF2B5EF4-FFF2-40B4-BE49-F238E27FC236}">
                <a16:creationId xmlns:a16="http://schemas.microsoft.com/office/drawing/2014/main" id="{2AA5B6F7-C67D-C168-99EE-99E0A3CD3559}"/>
              </a:ext>
            </a:extLst>
          </p:cNvPr>
          <p:cNvGrpSpPr/>
          <p:nvPr/>
        </p:nvGrpSpPr>
        <p:grpSpPr>
          <a:xfrm>
            <a:off x="6701007" y="4908022"/>
            <a:ext cx="846084" cy="846082"/>
            <a:chOff x="6153545" y="5195888"/>
            <a:chExt cx="846084" cy="846082"/>
          </a:xfrm>
        </p:grpSpPr>
        <p:grpSp>
          <p:nvGrpSpPr>
            <p:cNvPr id="55" name="Group 54">
              <a:extLst>
                <a:ext uri="{FF2B5EF4-FFF2-40B4-BE49-F238E27FC236}">
                  <a16:creationId xmlns:a16="http://schemas.microsoft.com/office/drawing/2014/main" id="{E75C8DD1-16F9-2C52-AB4B-90CD31140BE6}"/>
                </a:ext>
                <a:ext uri="{C183D7F6-B498-43B3-948B-1728B52AA6E4}">
                  <adec:decorative xmlns:adec="http://schemas.microsoft.com/office/drawing/2017/decorative" val="1"/>
                </a:ext>
              </a:extLst>
            </p:cNvPr>
            <p:cNvGrpSpPr>
              <a:grpSpLocks/>
            </p:cNvGrpSpPr>
            <p:nvPr/>
          </p:nvGrpSpPr>
          <p:grpSpPr>
            <a:xfrm>
              <a:off x="6153545" y="5195888"/>
              <a:ext cx="846084" cy="846082"/>
              <a:chOff x="4891756" y="1969137"/>
              <a:chExt cx="958377" cy="958377"/>
            </a:xfrm>
          </p:grpSpPr>
          <p:sp>
            <p:nvSpPr>
              <p:cNvPr id="57" name="Oval 56">
                <a:extLst>
                  <a:ext uri="{FF2B5EF4-FFF2-40B4-BE49-F238E27FC236}">
                    <a16:creationId xmlns:a16="http://schemas.microsoft.com/office/drawing/2014/main" id="{0FDFBC72-5A9B-BE84-434F-043496D9C9EE}"/>
                  </a:ext>
                </a:extLst>
              </p:cNvPr>
              <p:cNvSpPr/>
              <p:nvPr/>
            </p:nvSpPr>
            <p:spPr>
              <a:xfrm>
                <a:off x="4891756" y="1969137"/>
                <a:ext cx="958377" cy="958377"/>
              </a:xfrm>
              <a:prstGeom prst="ellipse">
                <a:avLst/>
              </a:prstGeom>
              <a:gradFill>
                <a:gsLst>
                  <a:gs pos="80712">
                    <a:srgbClr val="7A75C1"/>
                  </a:gs>
                  <a:gs pos="18000">
                    <a:schemeClr val="bg2"/>
                  </a:gs>
                  <a:gs pos="96000">
                    <a:schemeClr val="accent3"/>
                  </a:gs>
                </a:gsLst>
                <a:lin ang="2700000" scaled="1"/>
              </a:gra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IN" sz="1100" b="0" i="0" u="none" strike="noStrike" kern="120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sp>
            <p:nvSpPr>
              <p:cNvPr id="58" name="Oval 57">
                <a:extLst>
                  <a:ext uri="{FF2B5EF4-FFF2-40B4-BE49-F238E27FC236}">
                    <a16:creationId xmlns:a16="http://schemas.microsoft.com/office/drawing/2014/main" id="{6C32F7FB-DC23-EDB0-CBC7-BC14A217BDB9}"/>
                  </a:ext>
                </a:extLst>
              </p:cNvPr>
              <p:cNvSpPr/>
              <p:nvPr/>
            </p:nvSpPr>
            <p:spPr>
              <a:xfrm>
                <a:off x="4949014" y="2026395"/>
                <a:ext cx="843862" cy="843862"/>
              </a:xfrm>
              <a:prstGeom prst="ellipse">
                <a:avLst/>
              </a:prstGeom>
              <a:solidFill>
                <a:srgbClr val="FFFFFF"/>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IN" sz="2000" b="1" i="0" u="none" strike="noStrike" kern="1200" cap="none" spc="0" normalizeH="0" baseline="0" noProof="0">
                  <a:ln>
                    <a:noFill/>
                  </a:ln>
                  <a:solidFill>
                    <a:srgbClr val="225B61"/>
                  </a:solidFill>
                  <a:effectLst/>
                  <a:uLnTx/>
                  <a:uFillTx/>
                  <a:latin typeface="Segoe Sans Display"/>
                  <a:ea typeface="+mn-ea"/>
                  <a:cs typeface="Segoe Sans Display Semibold" pitchFamily="2" charset="0"/>
                </a:endParaRPr>
              </a:p>
            </p:txBody>
          </p:sp>
        </p:grpSp>
        <p:sp>
          <p:nvSpPr>
            <p:cNvPr id="56" name="Graphic 8">
              <a:extLst>
                <a:ext uri="{FF2B5EF4-FFF2-40B4-BE49-F238E27FC236}">
                  <a16:creationId xmlns:a16="http://schemas.microsoft.com/office/drawing/2014/main" id="{8F4DD8C0-3BDA-C3F4-7436-890BB6BA30B1}"/>
                </a:ext>
              </a:extLst>
            </p:cNvPr>
            <p:cNvSpPr>
              <a:spLocks/>
            </p:cNvSpPr>
            <p:nvPr/>
          </p:nvSpPr>
          <p:spPr>
            <a:xfrm>
              <a:off x="6393367" y="5394557"/>
              <a:ext cx="348598" cy="435772"/>
            </a:xfrm>
            <a:custGeom>
              <a:avLst/>
              <a:gdLst>
                <a:gd name="connsiteX0" fmla="*/ 310304 w 361083"/>
                <a:gd name="connsiteY0" fmla="*/ 270807 h 451381"/>
                <a:gd name="connsiteX1" fmla="*/ 361083 w 361083"/>
                <a:gd name="connsiteY1" fmla="*/ 321586 h 451381"/>
                <a:gd name="connsiteX2" fmla="*/ 361083 w 361083"/>
                <a:gd name="connsiteY2" fmla="*/ 342013 h 451381"/>
                <a:gd name="connsiteX3" fmla="*/ 331579 w 361083"/>
                <a:gd name="connsiteY3" fmla="*/ 406227 h 451381"/>
                <a:gd name="connsiteX4" fmla="*/ 180468 w 361083"/>
                <a:gd name="connsiteY4" fmla="*/ 451382 h 451381"/>
                <a:gd name="connsiteX5" fmla="*/ 29458 w 361083"/>
                <a:gd name="connsiteY5" fmla="*/ 406238 h 451381"/>
                <a:gd name="connsiteX6" fmla="*/ 0 w 361083"/>
                <a:gd name="connsiteY6" fmla="*/ 342063 h 451381"/>
                <a:gd name="connsiteX7" fmla="*/ 0 w 361083"/>
                <a:gd name="connsiteY7" fmla="*/ 321586 h 451381"/>
                <a:gd name="connsiteX8" fmla="*/ 50779 w 361083"/>
                <a:gd name="connsiteY8" fmla="*/ 270807 h 451381"/>
                <a:gd name="connsiteX9" fmla="*/ 310304 w 361083"/>
                <a:gd name="connsiteY9" fmla="*/ 270807 h 451381"/>
                <a:gd name="connsiteX10" fmla="*/ 310304 w 361083"/>
                <a:gd name="connsiteY10" fmla="*/ 304660 h 451381"/>
                <a:gd name="connsiteX11" fmla="*/ 50779 w 361083"/>
                <a:gd name="connsiteY11" fmla="*/ 304660 h 451381"/>
                <a:gd name="connsiteX12" fmla="*/ 33853 w 361083"/>
                <a:gd name="connsiteY12" fmla="*/ 321586 h 451381"/>
                <a:gd name="connsiteX13" fmla="*/ 33853 w 361083"/>
                <a:gd name="connsiteY13" fmla="*/ 342063 h 451381"/>
                <a:gd name="connsiteX14" fmla="*/ 51527 w 361083"/>
                <a:gd name="connsiteY14" fmla="*/ 380569 h 451381"/>
                <a:gd name="connsiteX15" fmla="*/ 180468 w 361083"/>
                <a:gd name="connsiteY15" fmla="*/ 417529 h 451381"/>
                <a:gd name="connsiteX16" fmla="*/ 309530 w 361083"/>
                <a:gd name="connsiteY16" fmla="*/ 380542 h 451381"/>
                <a:gd name="connsiteX17" fmla="*/ 327231 w 361083"/>
                <a:gd name="connsiteY17" fmla="*/ 342013 h 451381"/>
                <a:gd name="connsiteX18" fmla="*/ 327231 w 361083"/>
                <a:gd name="connsiteY18" fmla="*/ 321586 h 451381"/>
                <a:gd name="connsiteX19" fmla="*/ 310304 w 361083"/>
                <a:gd name="connsiteY19" fmla="*/ 304660 h 451381"/>
                <a:gd name="connsiteX20" fmla="*/ 178177 w 361083"/>
                <a:gd name="connsiteY20" fmla="*/ 155 h 451381"/>
                <a:gd name="connsiteX21" fmla="*/ 180475 w 361083"/>
                <a:gd name="connsiteY21" fmla="*/ 0 h 451381"/>
                <a:gd name="connsiteX22" fmla="*/ 197245 w 361083"/>
                <a:gd name="connsiteY22" fmla="*/ 14630 h 451381"/>
                <a:gd name="connsiteX23" fmla="*/ 197401 w 361083"/>
                <a:gd name="connsiteY23" fmla="*/ 16926 h 451381"/>
                <a:gd name="connsiteX24" fmla="*/ 197383 w 361083"/>
                <a:gd name="connsiteY24" fmla="*/ 33830 h 451381"/>
                <a:gd name="connsiteX25" fmla="*/ 276384 w 361083"/>
                <a:gd name="connsiteY25" fmla="*/ 33842 h 451381"/>
                <a:gd name="connsiteX26" fmla="*/ 327163 w 361083"/>
                <a:gd name="connsiteY26" fmla="*/ 84621 h 451381"/>
                <a:gd name="connsiteX27" fmla="*/ 327163 w 361083"/>
                <a:gd name="connsiteY27" fmla="*/ 186282 h 451381"/>
                <a:gd name="connsiteX28" fmla="*/ 276384 w 361083"/>
                <a:gd name="connsiteY28" fmla="*/ 237061 h 451381"/>
                <a:gd name="connsiteX29" fmla="*/ 84551 w 361083"/>
                <a:gd name="connsiteY29" fmla="*/ 237061 h 451381"/>
                <a:gd name="connsiteX30" fmla="*/ 33773 w 361083"/>
                <a:gd name="connsiteY30" fmla="*/ 186282 h 451381"/>
                <a:gd name="connsiteX31" fmla="*/ 33773 w 361083"/>
                <a:gd name="connsiteY31" fmla="*/ 84621 h 451381"/>
                <a:gd name="connsiteX32" fmla="*/ 84551 w 361083"/>
                <a:gd name="connsiteY32" fmla="*/ 33842 h 451381"/>
                <a:gd name="connsiteX33" fmla="*/ 163531 w 361083"/>
                <a:gd name="connsiteY33" fmla="*/ 33830 h 451381"/>
                <a:gd name="connsiteX34" fmla="*/ 163549 w 361083"/>
                <a:gd name="connsiteY34" fmla="*/ 16926 h 451381"/>
                <a:gd name="connsiteX35" fmla="*/ 178177 w 361083"/>
                <a:gd name="connsiteY35" fmla="*/ 155 h 451381"/>
                <a:gd name="connsiteX36" fmla="*/ 180475 w 361083"/>
                <a:gd name="connsiteY36" fmla="*/ 0 h 451381"/>
                <a:gd name="connsiteX37" fmla="*/ 178177 w 361083"/>
                <a:gd name="connsiteY37" fmla="*/ 155 h 451381"/>
                <a:gd name="connsiteX38" fmla="*/ 276384 w 361083"/>
                <a:gd name="connsiteY38" fmla="*/ 67694 h 451381"/>
                <a:gd name="connsiteX39" fmla="*/ 84551 w 361083"/>
                <a:gd name="connsiteY39" fmla="*/ 67694 h 451381"/>
                <a:gd name="connsiteX40" fmla="*/ 67625 w 361083"/>
                <a:gd name="connsiteY40" fmla="*/ 84621 h 451381"/>
                <a:gd name="connsiteX41" fmla="*/ 67625 w 361083"/>
                <a:gd name="connsiteY41" fmla="*/ 186282 h 451381"/>
                <a:gd name="connsiteX42" fmla="*/ 84551 w 361083"/>
                <a:gd name="connsiteY42" fmla="*/ 203208 h 451381"/>
                <a:gd name="connsiteX43" fmla="*/ 276384 w 361083"/>
                <a:gd name="connsiteY43" fmla="*/ 203208 h 451381"/>
                <a:gd name="connsiteX44" fmla="*/ 293310 w 361083"/>
                <a:gd name="connsiteY44" fmla="*/ 186282 h 451381"/>
                <a:gd name="connsiteX45" fmla="*/ 293310 w 361083"/>
                <a:gd name="connsiteY45" fmla="*/ 84621 h 451381"/>
                <a:gd name="connsiteX46" fmla="*/ 276384 w 361083"/>
                <a:gd name="connsiteY46" fmla="*/ 67694 h 451381"/>
                <a:gd name="connsiteX47" fmla="*/ 129672 w 361083"/>
                <a:gd name="connsiteY47" fmla="*/ 101547 h 451381"/>
                <a:gd name="connsiteX48" fmla="*/ 157866 w 361083"/>
                <a:gd name="connsiteY48" fmla="*/ 129741 h 451381"/>
                <a:gd name="connsiteX49" fmla="*/ 129672 w 361083"/>
                <a:gd name="connsiteY49" fmla="*/ 157936 h 451381"/>
                <a:gd name="connsiteX50" fmla="*/ 101478 w 361083"/>
                <a:gd name="connsiteY50" fmla="*/ 129741 h 451381"/>
                <a:gd name="connsiteX51" fmla="*/ 129672 w 361083"/>
                <a:gd name="connsiteY51" fmla="*/ 101547 h 451381"/>
                <a:gd name="connsiteX52" fmla="*/ 231067 w 361083"/>
                <a:gd name="connsiteY52" fmla="*/ 101547 h 451381"/>
                <a:gd name="connsiteX53" fmla="*/ 259261 w 361083"/>
                <a:gd name="connsiteY53" fmla="*/ 129741 h 451381"/>
                <a:gd name="connsiteX54" fmla="*/ 231067 w 361083"/>
                <a:gd name="connsiteY54" fmla="*/ 157936 h 451381"/>
                <a:gd name="connsiteX55" fmla="*/ 202872 w 361083"/>
                <a:gd name="connsiteY55" fmla="*/ 129741 h 451381"/>
                <a:gd name="connsiteX56" fmla="*/ 231067 w 361083"/>
                <a:gd name="connsiteY56" fmla="*/ 101547 h 45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61083" h="451381">
                  <a:moveTo>
                    <a:pt x="310304" y="270807"/>
                  </a:moveTo>
                  <a:cubicBezTo>
                    <a:pt x="338350" y="270807"/>
                    <a:pt x="361083" y="293543"/>
                    <a:pt x="361083" y="321586"/>
                  </a:cubicBezTo>
                  <a:lnTo>
                    <a:pt x="361083" y="342013"/>
                  </a:lnTo>
                  <a:cubicBezTo>
                    <a:pt x="361083" y="366696"/>
                    <a:pt x="350309" y="390149"/>
                    <a:pt x="331579" y="406227"/>
                  </a:cubicBezTo>
                  <a:cubicBezTo>
                    <a:pt x="296251" y="436557"/>
                    <a:pt x="245691" y="451382"/>
                    <a:pt x="180468" y="451382"/>
                  </a:cubicBezTo>
                  <a:cubicBezTo>
                    <a:pt x="115256" y="451382"/>
                    <a:pt x="64729" y="436563"/>
                    <a:pt x="29458" y="406238"/>
                  </a:cubicBezTo>
                  <a:cubicBezTo>
                    <a:pt x="10757" y="390161"/>
                    <a:pt x="0" y="366726"/>
                    <a:pt x="0" y="342063"/>
                  </a:cubicBezTo>
                  <a:lnTo>
                    <a:pt x="0" y="321586"/>
                  </a:lnTo>
                  <a:cubicBezTo>
                    <a:pt x="0" y="293543"/>
                    <a:pt x="22735" y="270807"/>
                    <a:pt x="50779" y="270807"/>
                  </a:cubicBezTo>
                  <a:lnTo>
                    <a:pt x="310304" y="270807"/>
                  </a:lnTo>
                  <a:close/>
                  <a:moveTo>
                    <a:pt x="310304" y="304660"/>
                  </a:moveTo>
                  <a:lnTo>
                    <a:pt x="50779" y="304660"/>
                  </a:lnTo>
                  <a:cubicBezTo>
                    <a:pt x="41431" y="304660"/>
                    <a:pt x="33853" y="312239"/>
                    <a:pt x="33853" y="321586"/>
                  </a:cubicBezTo>
                  <a:lnTo>
                    <a:pt x="33853" y="342063"/>
                  </a:lnTo>
                  <a:cubicBezTo>
                    <a:pt x="33853" y="356861"/>
                    <a:pt x="40307" y="370921"/>
                    <a:pt x="51527" y="380569"/>
                  </a:cubicBezTo>
                  <a:cubicBezTo>
                    <a:pt x="79920" y="404979"/>
                    <a:pt x="122710" y="417529"/>
                    <a:pt x="180468" y="417529"/>
                  </a:cubicBezTo>
                  <a:cubicBezTo>
                    <a:pt x="238241" y="417529"/>
                    <a:pt x="281074" y="404972"/>
                    <a:pt x="309530" y="380542"/>
                  </a:cubicBezTo>
                  <a:cubicBezTo>
                    <a:pt x="320765" y="370894"/>
                    <a:pt x="327231" y="356822"/>
                    <a:pt x="327231" y="342013"/>
                  </a:cubicBezTo>
                  <a:lnTo>
                    <a:pt x="327231" y="321586"/>
                  </a:lnTo>
                  <a:cubicBezTo>
                    <a:pt x="327231" y="312239"/>
                    <a:pt x="319652" y="304660"/>
                    <a:pt x="310304" y="304660"/>
                  </a:cubicBezTo>
                  <a:close/>
                  <a:moveTo>
                    <a:pt x="178177" y="155"/>
                  </a:moveTo>
                  <a:lnTo>
                    <a:pt x="180475" y="0"/>
                  </a:lnTo>
                  <a:cubicBezTo>
                    <a:pt x="189044" y="0"/>
                    <a:pt x="196126" y="6368"/>
                    <a:pt x="197245" y="14630"/>
                  </a:cubicBezTo>
                  <a:lnTo>
                    <a:pt x="197401" y="16926"/>
                  </a:lnTo>
                  <a:lnTo>
                    <a:pt x="197383" y="33830"/>
                  </a:lnTo>
                  <a:lnTo>
                    <a:pt x="276384" y="33842"/>
                  </a:lnTo>
                  <a:cubicBezTo>
                    <a:pt x="304427" y="33842"/>
                    <a:pt x="327163" y="56576"/>
                    <a:pt x="327163" y="84621"/>
                  </a:cubicBezTo>
                  <a:lnTo>
                    <a:pt x="327163" y="186282"/>
                  </a:lnTo>
                  <a:cubicBezTo>
                    <a:pt x="327163" y="214325"/>
                    <a:pt x="304427" y="237061"/>
                    <a:pt x="276384" y="237061"/>
                  </a:cubicBezTo>
                  <a:lnTo>
                    <a:pt x="84551" y="237061"/>
                  </a:lnTo>
                  <a:cubicBezTo>
                    <a:pt x="56507" y="237061"/>
                    <a:pt x="33773" y="214325"/>
                    <a:pt x="33773" y="186282"/>
                  </a:cubicBezTo>
                  <a:lnTo>
                    <a:pt x="33773" y="84621"/>
                  </a:lnTo>
                  <a:cubicBezTo>
                    <a:pt x="33773" y="56576"/>
                    <a:pt x="56507" y="33842"/>
                    <a:pt x="84551" y="33842"/>
                  </a:cubicBezTo>
                  <a:lnTo>
                    <a:pt x="163531" y="33830"/>
                  </a:lnTo>
                  <a:lnTo>
                    <a:pt x="163549" y="16926"/>
                  </a:lnTo>
                  <a:cubicBezTo>
                    <a:pt x="163549" y="8357"/>
                    <a:pt x="169915" y="1275"/>
                    <a:pt x="178177" y="155"/>
                  </a:cubicBezTo>
                  <a:lnTo>
                    <a:pt x="180475" y="0"/>
                  </a:lnTo>
                  <a:lnTo>
                    <a:pt x="178177" y="155"/>
                  </a:lnTo>
                  <a:close/>
                  <a:moveTo>
                    <a:pt x="276384" y="67694"/>
                  </a:moveTo>
                  <a:lnTo>
                    <a:pt x="84551" y="67694"/>
                  </a:lnTo>
                  <a:cubicBezTo>
                    <a:pt x="75203" y="67694"/>
                    <a:pt x="67625" y="75272"/>
                    <a:pt x="67625" y="84621"/>
                  </a:cubicBezTo>
                  <a:lnTo>
                    <a:pt x="67625" y="186282"/>
                  </a:lnTo>
                  <a:cubicBezTo>
                    <a:pt x="67625" y="195630"/>
                    <a:pt x="75203" y="203208"/>
                    <a:pt x="84551" y="203208"/>
                  </a:cubicBezTo>
                  <a:lnTo>
                    <a:pt x="276384" y="203208"/>
                  </a:lnTo>
                  <a:cubicBezTo>
                    <a:pt x="285732" y="203208"/>
                    <a:pt x="293310" y="195630"/>
                    <a:pt x="293310" y="186282"/>
                  </a:cubicBezTo>
                  <a:lnTo>
                    <a:pt x="293310" y="84621"/>
                  </a:lnTo>
                  <a:cubicBezTo>
                    <a:pt x="293310" y="75272"/>
                    <a:pt x="285732" y="67694"/>
                    <a:pt x="276384" y="67694"/>
                  </a:cubicBezTo>
                  <a:close/>
                  <a:moveTo>
                    <a:pt x="129672" y="101547"/>
                  </a:moveTo>
                  <a:cubicBezTo>
                    <a:pt x="145243" y="101547"/>
                    <a:pt x="157866" y="114170"/>
                    <a:pt x="157866" y="129741"/>
                  </a:cubicBezTo>
                  <a:cubicBezTo>
                    <a:pt x="157866" y="145313"/>
                    <a:pt x="145243" y="157936"/>
                    <a:pt x="129672" y="157936"/>
                  </a:cubicBezTo>
                  <a:cubicBezTo>
                    <a:pt x="114101" y="157936"/>
                    <a:pt x="101478" y="145313"/>
                    <a:pt x="101478" y="129741"/>
                  </a:cubicBezTo>
                  <a:cubicBezTo>
                    <a:pt x="101478" y="114170"/>
                    <a:pt x="114101" y="101547"/>
                    <a:pt x="129672" y="101547"/>
                  </a:cubicBezTo>
                  <a:close/>
                  <a:moveTo>
                    <a:pt x="231067" y="101547"/>
                  </a:moveTo>
                  <a:cubicBezTo>
                    <a:pt x="246639" y="101547"/>
                    <a:pt x="259261" y="114170"/>
                    <a:pt x="259261" y="129741"/>
                  </a:cubicBezTo>
                  <a:cubicBezTo>
                    <a:pt x="259261" y="145313"/>
                    <a:pt x="246639" y="157936"/>
                    <a:pt x="231067" y="157936"/>
                  </a:cubicBezTo>
                  <a:cubicBezTo>
                    <a:pt x="215494" y="157936"/>
                    <a:pt x="202872" y="145313"/>
                    <a:pt x="202872" y="129741"/>
                  </a:cubicBezTo>
                  <a:cubicBezTo>
                    <a:pt x="202872" y="114170"/>
                    <a:pt x="215494" y="101547"/>
                    <a:pt x="231067" y="101547"/>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59" name="Rounded Rectangle 7">
            <a:extLst>
              <a:ext uri="{FF2B5EF4-FFF2-40B4-BE49-F238E27FC236}">
                <a16:creationId xmlns:a16="http://schemas.microsoft.com/office/drawing/2014/main" id="{CFB97189-38A4-0F35-F752-4982F9D10346}"/>
              </a:ext>
            </a:extLst>
          </p:cNvPr>
          <p:cNvSpPr/>
          <p:nvPr/>
        </p:nvSpPr>
        <p:spPr bwMode="auto">
          <a:xfrm>
            <a:off x="7954677" y="4830267"/>
            <a:ext cx="2927764" cy="1229809"/>
          </a:xfrm>
          <a:prstGeom prst="roundRect">
            <a:avLst>
              <a:gd name="adj" fmla="val 11148"/>
            </a:avLst>
          </a:prstGeom>
          <a:solidFill>
            <a:srgbClr val="FFFFFF">
              <a:alpha val="94098"/>
            </a:srgbClr>
          </a:solidFill>
          <a:ln>
            <a:noFill/>
            <a:headEnd type="none" w="med" len="med"/>
            <a:tailEnd type="none" w="med" len="med"/>
          </a:ln>
          <a:effectLst>
            <a:outerShdw blurRad="235619" dist="38100" dir="2700000" algn="tl" rotWithShape="0">
              <a:prstClr val="black">
                <a:alpha val="19837"/>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78D3"/>
                </a:solidFill>
                <a:effectLst/>
                <a:uLnTx/>
                <a:uFillTx/>
                <a:latin typeface="Segoe Sans Display Semibold" pitchFamily="2" charset="0"/>
                <a:ea typeface="Yu Mincho" panose="02020400000000000000" pitchFamily="18" charset="-128"/>
                <a:cs typeface="Segoe Sans Display Semibold" pitchFamily="2" charset="0"/>
              </a:rPr>
              <a:t>Fuel your AI innovation</a:t>
            </a:r>
          </a:p>
          <a:p>
            <a:pPr marL="0" marR="0" lvl="0" indent="0" algn="l" defTabSz="914367"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light"/>
                <a:ea typeface="+mn-ea"/>
                <a:cs typeface="+mn-cs"/>
              </a:rPr>
              <a:t>Adopt a data platform infused with AI at every layer to help you get more done, faster</a:t>
            </a:r>
          </a:p>
        </p:txBody>
      </p:sp>
    </p:spTree>
    <p:extLst>
      <p:ext uri="{BB962C8B-B14F-4D97-AF65-F5344CB8AC3E}">
        <p14:creationId xmlns:p14="http://schemas.microsoft.com/office/powerpoint/2010/main" val="3892789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22EEF90-9DE4-943D-3DE9-72C63511A8E9}"/>
              </a:ext>
            </a:extLst>
          </p:cNvPr>
          <p:cNvSpPr txBox="1">
            <a:spLocks/>
          </p:cNvSpPr>
          <p:nvPr/>
        </p:nvSpPr>
        <p:spPr>
          <a:xfrm>
            <a:off x="457200" y="2699656"/>
            <a:ext cx="5946058" cy="1934847"/>
          </a:xfrm>
          <a:prstGeom prst="rect">
            <a:avLst/>
          </a:prstGeom>
        </p:spPr>
        <p:txBody>
          <a:bodyPr anchor="b"/>
          <a:lstStyle>
            <a:lvl1pPr algn="l" defTabSz="914400" rtl="0" eaLnBrk="1" latinLnBrk="0" hangingPunct="1">
              <a:lnSpc>
                <a:spcPct val="90000"/>
              </a:lnSpc>
              <a:spcBef>
                <a:spcPct val="0"/>
              </a:spcBef>
              <a:buNone/>
              <a:defRPr sz="3200" b="1" i="0" kern="120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6600" err="1">
                <a:solidFill>
                  <a:srgbClr val="1D3152"/>
                </a:solidFill>
                <a:latin typeface="TWK Everett Extrabold" panose="020B0204000000000000" pitchFamily="34" charset="77"/>
              </a:rPr>
              <a:t>OneLake</a:t>
            </a:r>
            <a:r>
              <a:rPr lang="en-US" sz="6600">
                <a:solidFill>
                  <a:srgbClr val="1D3152"/>
                </a:solidFill>
                <a:latin typeface="TWK Everett Extrabold" panose="020B0204000000000000" pitchFamily="34" charset="77"/>
              </a:rPr>
              <a:t> to rule all your data.</a:t>
            </a:r>
            <a:endParaRPr kumimoji="0" lang="en-US" sz="6600" b="0" i="0" u="none" strike="noStrike" kern="1200" cap="none" spc="0" normalizeH="0" baseline="0" noProof="0">
              <a:ln>
                <a:noFill/>
              </a:ln>
              <a:solidFill>
                <a:srgbClr val="1D3152"/>
              </a:solidFill>
              <a:effectLst/>
              <a:uLnTx/>
              <a:uFillTx/>
              <a:latin typeface="TWK Everett Light" panose="020B0204000000000000" pitchFamily="34" charset="77"/>
            </a:endParaRPr>
          </a:p>
        </p:txBody>
      </p:sp>
      <p:sp>
        <p:nvSpPr>
          <p:cNvPr id="3" name="Content Placeholder 9">
            <a:extLst>
              <a:ext uri="{FF2B5EF4-FFF2-40B4-BE49-F238E27FC236}">
                <a16:creationId xmlns:a16="http://schemas.microsoft.com/office/drawing/2014/main" id="{10E11FA2-353C-9D9B-C0CF-DE22D7B311ED}"/>
              </a:ext>
            </a:extLst>
          </p:cNvPr>
          <p:cNvSpPr txBox="1">
            <a:spLocks/>
          </p:cNvSpPr>
          <p:nvPr/>
        </p:nvSpPr>
        <p:spPr>
          <a:xfrm>
            <a:off x="528320" y="4779296"/>
            <a:ext cx="5838371" cy="34424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TWK Everett" panose="020B0204000000000000" pitchFamily="34" charset="77"/>
                <a:ea typeface="+mn-ea"/>
                <a:cs typeface="+mn-cs"/>
              </a:rPr>
              <a:t>It’s like “OneDrive”, just for your data.</a:t>
            </a:r>
          </a:p>
        </p:txBody>
      </p:sp>
      <p:pic>
        <p:nvPicPr>
          <p:cNvPr id="4" name="Graphic 3">
            <a:extLst>
              <a:ext uri="{FF2B5EF4-FFF2-40B4-BE49-F238E27FC236}">
                <a16:creationId xmlns:a16="http://schemas.microsoft.com/office/drawing/2014/main" id="{9FEA4DEA-95B7-F6F3-37EC-FEB04F8CBA0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8320" y="862115"/>
            <a:ext cx="1216618" cy="1236895"/>
          </a:xfrm>
          <a:prstGeom prst="rect">
            <a:avLst/>
          </a:prstGeom>
        </p:spPr>
      </p:pic>
    </p:spTree>
    <p:extLst>
      <p:ext uri="{BB962C8B-B14F-4D97-AF65-F5344CB8AC3E}">
        <p14:creationId xmlns:p14="http://schemas.microsoft.com/office/powerpoint/2010/main" val="36003097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B5BCE-BB44-A96D-4623-D4031146CD3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8D3426-1103-B1C2-8AAD-8D5BF7AEBFA0}"/>
              </a:ext>
            </a:extLst>
          </p:cNvPr>
          <p:cNvSpPr>
            <a:spLocks noGrp="1"/>
          </p:cNvSpPr>
          <p:nvPr>
            <p:ph type="title"/>
          </p:nvPr>
        </p:nvSpPr>
        <p:spPr/>
        <p:txBody>
          <a:bodyPr/>
          <a:lstStyle/>
          <a:p>
            <a:pPr algn="ctr"/>
            <a:r>
              <a:rPr lang="en-US" b="0" err="1">
                <a:solidFill>
                  <a:srgbClr val="B3EBC5"/>
                </a:solidFill>
                <a:latin typeface="TWK Everett Light" panose="020B0204000000000000" pitchFamily="34" charset="77"/>
              </a:rPr>
              <a:t>OneLake</a:t>
            </a:r>
            <a:r>
              <a:rPr lang="en-US" b="0">
                <a:solidFill>
                  <a:srgbClr val="B3EBC5"/>
                </a:solidFill>
                <a:latin typeface="TWK Everett Light" panose="020B0204000000000000" pitchFamily="34" charset="77"/>
              </a:rPr>
              <a:t> for all your data</a:t>
            </a:r>
            <a:endParaRPr lang="en-US">
              <a:solidFill>
                <a:srgbClr val="B3EBC5"/>
              </a:solidFill>
            </a:endParaRPr>
          </a:p>
        </p:txBody>
      </p:sp>
      <p:grpSp>
        <p:nvGrpSpPr>
          <p:cNvPr id="2" name="Group 1">
            <a:extLst>
              <a:ext uri="{FF2B5EF4-FFF2-40B4-BE49-F238E27FC236}">
                <a16:creationId xmlns:a16="http://schemas.microsoft.com/office/drawing/2014/main" id="{9544F3F5-28A8-FF71-C01D-6625F3953D01}"/>
              </a:ext>
              <a:ext uri="{C183D7F6-B498-43B3-948B-1728B52AA6E4}">
                <adec:decorative xmlns:adec="http://schemas.microsoft.com/office/drawing/2017/decorative" val="1"/>
              </a:ext>
            </a:extLst>
          </p:cNvPr>
          <p:cNvGrpSpPr/>
          <p:nvPr/>
        </p:nvGrpSpPr>
        <p:grpSpPr>
          <a:xfrm>
            <a:off x="517483" y="2023935"/>
            <a:ext cx="4011800" cy="4122075"/>
            <a:chOff x="517483" y="2023935"/>
            <a:chExt cx="4011800" cy="4122075"/>
          </a:xfrm>
        </p:grpSpPr>
        <p:sp>
          <p:nvSpPr>
            <p:cNvPr id="3" name="Rounded Rectangle 12">
              <a:extLst>
                <a:ext uri="{FF2B5EF4-FFF2-40B4-BE49-F238E27FC236}">
                  <a16:creationId xmlns:a16="http://schemas.microsoft.com/office/drawing/2014/main" id="{94AF4D3F-E407-2F62-91D4-291FEC39E196}"/>
                </a:ext>
                <a:ext uri="{C183D7F6-B498-43B3-948B-1728B52AA6E4}">
                  <adec:decorative xmlns:adec="http://schemas.microsoft.com/office/drawing/2017/decorative" val="1"/>
                </a:ext>
              </a:extLst>
            </p:cNvPr>
            <p:cNvSpPr/>
            <p:nvPr/>
          </p:nvSpPr>
          <p:spPr bwMode="auto">
            <a:xfrm>
              <a:off x="517483" y="2023935"/>
              <a:ext cx="4011800" cy="4122075"/>
            </a:xfrm>
            <a:prstGeom prst="roundRect">
              <a:avLst>
                <a:gd name="adj" fmla="val 2893"/>
              </a:avLst>
            </a:prstGeom>
            <a:solidFill>
              <a:srgbClr val="F9F9F9"/>
            </a:solidFill>
            <a:ln w="19050">
              <a:noFill/>
              <a:headEnd type="none" w="med" len="med"/>
              <a:tailEnd type="none" w="med" len="med"/>
            </a:ln>
            <a:effectLst>
              <a:outerShdw blurRad="190500" dist="127000" dir="2700000" algn="tl" rotWithShape="0">
                <a:prstClr val="black">
                  <a:alpha val="14000"/>
                </a:prstClr>
              </a:outerShdw>
            </a:effectLst>
            <a:scene3d>
              <a:camera prst="perspectiveLeft" fov="2100000">
                <a:rot lat="0" lon="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UI"/>
                <a:ea typeface="+mn-ea"/>
                <a:cs typeface="Segoe UI" pitchFamily="34" charset="0"/>
              </a:endParaRPr>
            </a:p>
          </p:txBody>
        </p:sp>
        <p:cxnSp>
          <p:nvCxnSpPr>
            <p:cNvPr id="4" name="Straight Connector 3">
              <a:extLst>
                <a:ext uri="{FF2B5EF4-FFF2-40B4-BE49-F238E27FC236}">
                  <a16:creationId xmlns:a16="http://schemas.microsoft.com/office/drawing/2014/main" id="{B5B3A507-28AF-1C1A-8797-D646EAD4A085}"/>
                </a:ext>
              </a:extLst>
            </p:cNvPr>
            <p:cNvCxnSpPr>
              <a:cxnSpLocks/>
            </p:cNvCxnSpPr>
            <p:nvPr/>
          </p:nvCxnSpPr>
          <p:spPr>
            <a:xfrm>
              <a:off x="776077" y="3016045"/>
              <a:ext cx="3494613" cy="0"/>
            </a:xfrm>
            <a:prstGeom prst="line">
              <a:avLst/>
            </a:prstGeom>
            <a:ln w="6350">
              <a:solidFill>
                <a:srgbClr val="DCDCDC"/>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2122BCE-620C-788B-6683-67EAE1763735}"/>
                </a:ext>
              </a:extLst>
            </p:cNvPr>
            <p:cNvCxnSpPr>
              <a:cxnSpLocks/>
            </p:cNvCxnSpPr>
            <p:nvPr/>
          </p:nvCxnSpPr>
          <p:spPr>
            <a:xfrm>
              <a:off x="776077" y="3436454"/>
              <a:ext cx="3494613" cy="0"/>
            </a:xfrm>
            <a:prstGeom prst="line">
              <a:avLst/>
            </a:prstGeom>
            <a:ln w="6350">
              <a:solidFill>
                <a:srgbClr val="DCDCDC"/>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BCED5CC-7433-8A20-1EBA-478EE94809A7}"/>
                </a:ext>
              </a:extLst>
            </p:cNvPr>
            <p:cNvCxnSpPr>
              <a:cxnSpLocks/>
            </p:cNvCxnSpPr>
            <p:nvPr/>
          </p:nvCxnSpPr>
          <p:spPr>
            <a:xfrm>
              <a:off x="776077" y="4701783"/>
              <a:ext cx="3494613" cy="0"/>
            </a:xfrm>
            <a:prstGeom prst="line">
              <a:avLst/>
            </a:prstGeom>
            <a:ln w="6350">
              <a:solidFill>
                <a:srgbClr val="DCDCDC"/>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78AFD18-611A-BD07-E6A7-543DF4F5F1EF}"/>
                </a:ext>
              </a:extLst>
            </p:cNvPr>
            <p:cNvCxnSpPr>
              <a:cxnSpLocks/>
            </p:cNvCxnSpPr>
            <p:nvPr/>
          </p:nvCxnSpPr>
          <p:spPr>
            <a:xfrm>
              <a:off x="776077" y="4059963"/>
              <a:ext cx="3494613" cy="0"/>
            </a:xfrm>
            <a:prstGeom prst="line">
              <a:avLst/>
            </a:prstGeom>
            <a:ln w="6350">
              <a:solidFill>
                <a:srgbClr val="DCDCDC"/>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9" name="Rounded Rectangle 38">
            <a:extLst>
              <a:ext uri="{FF2B5EF4-FFF2-40B4-BE49-F238E27FC236}">
                <a16:creationId xmlns:a16="http://schemas.microsoft.com/office/drawing/2014/main" id="{D01A23E8-EC4C-F30B-13A3-6C2585A81484}"/>
              </a:ext>
              <a:ext uri="{C183D7F6-B498-43B3-948B-1728B52AA6E4}">
                <adec:decorative xmlns:adec="http://schemas.microsoft.com/office/drawing/2017/decorative" val="1"/>
              </a:ext>
            </a:extLst>
          </p:cNvPr>
          <p:cNvSpPr/>
          <p:nvPr/>
        </p:nvSpPr>
        <p:spPr bwMode="auto">
          <a:xfrm>
            <a:off x="4908221" y="2023936"/>
            <a:ext cx="6701167" cy="4122080"/>
          </a:xfrm>
          <a:prstGeom prst="roundRect">
            <a:avLst>
              <a:gd name="adj" fmla="val 3641"/>
            </a:avLst>
          </a:prstGeom>
          <a:ln w="19050" cap="rnd">
            <a:solidFill>
              <a:srgbClr val="C0C0C0"/>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algn="ctr" defTabSz="654278"/>
            <a:endParaRPr lang="en-US" sz="1000">
              <a:gradFill>
                <a:gsLst>
                  <a:gs pos="25287">
                    <a:srgbClr val="FFFFFF"/>
                  </a:gs>
                  <a:gs pos="45000">
                    <a:srgbClr val="FFFFFF"/>
                  </a:gs>
                </a:gsLst>
                <a:lin ang="5400000" scaled="1"/>
              </a:gradFill>
              <a:latin typeface="Segoe UI Semibold"/>
            </a:endParaRPr>
          </a:p>
        </p:txBody>
      </p:sp>
      <p:sp>
        <p:nvSpPr>
          <p:cNvPr id="42" name="TextBox 41">
            <a:extLst>
              <a:ext uri="{FF2B5EF4-FFF2-40B4-BE49-F238E27FC236}">
                <a16:creationId xmlns:a16="http://schemas.microsoft.com/office/drawing/2014/main" id="{34BB38B3-E476-8220-80C6-0473A7D05289}"/>
              </a:ext>
            </a:extLst>
          </p:cNvPr>
          <p:cNvSpPr txBox="1"/>
          <p:nvPr/>
        </p:nvSpPr>
        <p:spPr>
          <a:xfrm>
            <a:off x="776077" y="2443497"/>
            <a:ext cx="3494612" cy="3282950"/>
          </a:xfrm>
          <a:prstGeom prst="rect">
            <a:avLst/>
          </a:prstGeom>
          <a:noFill/>
        </p:spPr>
        <p:txBody>
          <a:bodyPr wrap="square" rtlCol="0">
            <a:spAutoFit/>
          </a:bodyPr>
          <a:lstStyle>
            <a:defPPr>
              <a:defRPr lang="en-US"/>
            </a:defPPr>
            <a:lvl1pPr marL="342900" indent="-342900">
              <a:buFont typeface="Arial" panose="020B0604020202020204" pitchFamily="34" charset="0"/>
              <a:buChar char="•"/>
              <a:defRPr sz="16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a:pPr>
            <a:r>
              <a:rPr kumimoji="0" lang="en-US" sz="1400" b="0" i="0" u="none" strike="noStrike" kern="0" cap="none" spc="0" normalizeH="0" baseline="0" noProof="0">
                <a:ln>
                  <a:noFill/>
                </a:ln>
                <a:solidFill>
                  <a:schemeClr val="bg1"/>
                </a:solidFill>
                <a:effectLst/>
                <a:uLnTx/>
                <a:uFillTx/>
                <a:latin typeface="+mn-lt"/>
                <a:ea typeface="+mn-ea"/>
                <a:cs typeface="Segoe UI" panose="020B0502040204020203" pitchFamily="34" charset="0"/>
              </a:rPr>
              <a:t>A single SaaS lake for the whole organization</a:t>
            </a:r>
          </a:p>
          <a:p>
            <a:pPr marL="0" marR="0" lvl="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a:pPr>
            <a:r>
              <a:rPr kumimoji="0" lang="en-US" sz="1400" b="0" i="0" u="none" strike="noStrike" kern="0" cap="none" spc="0" normalizeH="0" baseline="0" noProof="0">
                <a:ln>
                  <a:noFill/>
                </a:ln>
                <a:solidFill>
                  <a:schemeClr val="bg1"/>
                </a:solidFill>
                <a:effectLst/>
                <a:uLnTx/>
                <a:uFillTx/>
                <a:latin typeface="+mn-lt"/>
                <a:ea typeface="+mn-ea"/>
                <a:cs typeface="Segoe UI" panose="020B0502040204020203" pitchFamily="34" charset="0"/>
              </a:rPr>
              <a:t>Provisioned automatically with the tenant</a:t>
            </a:r>
          </a:p>
          <a:p>
            <a:pPr marL="0" marR="0" lvl="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a:pPr>
            <a:r>
              <a:rPr kumimoji="0" lang="en-US" sz="1400" b="0" i="0" u="none" strike="noStrike" kern="0" cap="none" spc="0" normalizeH="0" baseline="0" noProof="0">
                <a:ln>
                  <a:noFill/>
                </a:ln>
                <a:solidFill>
                  <a:schemeClr val="bg1"/>
                </a:solidFill>
                <a:effectLst/>
                <a:uLnTx/>
                <a:uFillTx/>
                <a:latin typeface="+mn-lt"/>
                <a:ea typeface="+mn-ea"/>
                <a:cs typeface="Segoe UI" panose="020B0502040204020203" pitchFamily="34" charset="0"/>
              </a:rPr>
              <a:t>All workloads automatically store their data in the </a:t>
            </a:r>
            <a:r>
              <a:rPr kumimoji="0" lang="en-US" sz="1400" b="0" i="0" u="none" strike="noStrike" kern="0" cap="none" spc="0" normalizeH="0" baseline="0" noProof="0" err="1">
                <a:ln>
                  <a:noFill/>
                </a:ln>
                <a:solidFill>
                  <a:schemeClr val="bg1"/>
                </a:solidFill>
                <a:effectLst/>
                <a:uLnTx/>
                <a:uFillTx/>
                <a:latin typeface="+mn-lt"/>
                <a:ea typeface="+mn-ea"/>
                <a:cs typeface="Segoe UI" panose="020B0502040204020203" pitchFamily="34" charset="0"/>
              </a:rPr>
              <a:t>OneLake</a:t>
            </a:r>
            <a:r>
              <a:rPr kumimoji="0" lang="en-US" sz="1400" b="0" i="0" u="none" strike="noStrike" kern="0" cap="none" spc="0" normalizeH="0" baseline="0" noProof="0">
                <a:ln>
                  <a:noFill/>
                </a:ln>
                <a:solidFill>
                  <a:schemeClr val="bg1"/>
                </a:solidFill>
                <a:effectLst/>
                <a:uLnTx/>
                <a:uFillTx/>
                <a:latin typeface="+mn-lt"/>
                <a:ea typeface="+mn-ea"/>
                <a:cs typeface="Segoe UI" panose="020B0502040204020203" pitchFamily="34" charset="0"/>
              </a:rPr>
              <a:t> workspace folders</a:t>
            </a:r>
          </a:p>
          <a:p>
            <a:pPr marL="0" marR="0" lvl="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a:pPr>
            <a:r>
              <a:rPr kumimoji="0" lang="en-US" sz="1400" b="0" i="0" u="none" strike="noStrike" kern="0" cap="none" spc="0" normalizeH="0" baseline="0" noProof="0">
                <a:ln>
                  <a:noFill/>
                </a:ln>
                <a:solidFill>
                  <a:schemeClr val="bg1"/>
                </a:solidFill>
                <a:effectLst/>
                <a:uLnTx/>
                <a:uFillTx/>
                <a:latin typeface="+mn-lt"/>
                <a:ea typeface="+mn-ea"/>
                <a:cs typeface="Segoe UI" panose="020B0502040204020203" pitchFamily="34" charset="0"/>
              </a:rPr>
              <a:t>All the data is organized in an intuitive hierarchical namespace</a:t>
            </a:r>
          </a:p>
          <a:p>
            <a:pPr marL="0" marR="0" lvl="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a:pPr>
            <a:r>
              <a:rPr kumimoji="0" lang="en-US" sz="1400" b="0" i="0" u="none" strike="noStrike" kern="0" cap="none" spc="0" normalizeH="0" baseline="0" noProof="0">
                <a:ln>
                  <a:noFill/>
                </a:ln>
                <a:solidFill>
                  <a:schemeClr val="bg1"/>
                </a:solidFill>
                <a:effectLst/>
                <a:uLnTx/>
                <a:uFillTx/>
                <a:latin typeface="+mn-lt"/>
                <a:ea typeface="+mn-ea"/>
                <a:cs typeface="Segoe UI" panose="020B0502040204020203" pitchFamily="34" charset="0"/>
              </a:rPr>
              <a:t>The data in </a:t>
            </a:r>
            <a:r>
              <a:rPr kumimoji="0" lang="en-US" sz="1400" b="0" i="0" u="none" strike="noStrike" kern="0" cap="none" spc="0" normalizeH="0" baseline="0" noProof="0" err="1">
                <a:ln>
                  <a:noFill/>
                </a:ln>
                <a:solidFill>
                  <a:schemeClr val="bg1"/>
                </a:solidFill>
                <a:effectLst/>
                <a:uLnTx/>
                <a:uFillTx/>
                <a:latin typeface="+mn-lt"/>
                <a:ea typeface="+mn-ea"/>
                <a:cs typeface="Segoe UI" panose="020B0502040204020203" pitchFamily="34" charset="0"/>
              </a:rPr>
              <a:t>OneLake</a:t>
            </a:r>
            <a:r>
              <a:rPr kumimoji="0" lang="en-US" sz="1400" b="0" i="0" u="none" strike="noStrike" kern="0" cap="none" spc="0" normalizeH="0" baseline="0" noProof="0">
                <a:ln>
                  <a:noFill/>
                </a:ln>
                <a:solidFill>
                  <a:schemeClr val="bg1"/>
                </a:solidFill>
                <a:effectLst/>
                <a:uLnTx/>
                <a:uFillTx/>
                <a:latin typeface="+mn-lt"/>
                <a:ea typeface="+mn-ea"/>
                <a:cs typeface="Segoe UI" panose="020B0502040204020203" pitchFamily="34" charset="0"/>
              </a:rPr>
              <a:t> is automatically indexed for discovery, MIP labels, lineage, PII scans, sharing, governance and compliance</a:t>
            </a:r>
          </a:p>
        </p:txBody>
      </p:sp>
      <p:sp>
        <p:nvSpPr>
          <p:cNvPr id="43" name="Rounded Rectangle 14">
            <a:extLst>
              <a:ext uri="{FF2B5EF4-FFF2-40B4-BE49-F238E27FC236}">
                <a16:creationId xmlns:a16="http://schemas.microsoft.com/office/drawing/2014/main" id="{6D6E68C2-23AB-C956-F1D5-428992DAB878}"/>
              </a:ext>
              <a:ext uri="{C183D7F6-B498-43B3-948B-1728B52AA6E4}">
                <adec:decorative xmlns:adec="http://schemas.microsoft.com/office/drawing/2017/decorative" val="1"/>
              </a:ext>
            </a:extLst>
          </p:cNvPr>
          <p:cNvSpPr/>
          <p:nvPr/>
        </p:nvSpPr>
        <p:spPr>
          <a:xfrm>
            <a:off x="5054319" y="2207300"/>
            <a:ext cx="901138"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mj-lt"/>
              <a:ea typeface="+mn-ea"/>
              <a:cs typeface="Segoe UI" pitchFamily="34" charset="0"/>
            </a:endParaRPr>
          </a:p>
        </p:txBody>
      </p:sp>
      <p:sp>
        <p:nvSpPr>
          <p:cNvPr id="44" name="Rounded Rectangle 15">
            <a:extLst>
              <a:ext uri="{FF2B5EF4-FFF2-40B4-BE49-F238E27FC236}">
                <a16:creationId xmlns:a16="http://schemas.microsoft.com/office/drawing/2014/main" id="{5CFB5B28-97B0-56CF-8FC0-558B5CBC2EC3}"/>
              </a:ext>
              <a:ext uri="{C183D7F6-B498-43B3-948B-1728B52AA6E4}">
                <adec:decorative xmlns:adec="http://schemas.microsoft.com/office/drawing/2017/decorative" val="1"/>
              </a:ext>
            </a:extLst>
          </p:cNvPr>
          <p:cNvSpPr/>
          <p:nvPr/>
        </p:nvSpPr>
        <p:spPr>
          <a:xfrm>
            <a:off x="5972671" y="2207300"/>
            <a:ext cx="901138"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mj-lt"/>
              <a:ea typeface="+mn-ea"/>
              <a:cs typeface="Segoe UI" pitchFamily="34" charset="0"/>
            </a:endParaRPr>
          </a:p>
        </p:txBody>
      </p:sp>
      <p:sp>
        <p:nvSpPr>
          <p:cNvPr id="45" name="Rounded Rectangle 17">
            <a:extLst>
              <a:ext uri="{FF2B5EF4-FFF2-40B4-BE49-F238E27FC236}">
                <a16:creationId xmlns:a16="http://schemas.microsoft.com/office/drawing/2014/main" id="{0193AB87-D1A1-842A-4BB0-B22B866EBBCA}"/>
              </a:ext>
              <a:ext uri="{C183D7F6-B498-43B3-948B-1728B52AA6E4}">
                <adec:decorative xmlns:adec="http://schemas.microsoft.com/office/drawing/2017/decorative" val="1"/>
              </a:ext>
            </a:extLst>
          </p:cNvPr>
          <p:cNvSpPr/>
          <p:nvPr/>
        </p:nvSpPr>
        <p:spPr>
          <a:xfrm>
            <a:off x="6891023" y="2207300"/>
            <a:ext cx="901138"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mj-lt"/>
              <a:ea typeface="+mn-ea"/>
              <a:cs typeface="Segoe UI" pitchFamily="34" charset="0"/>
            </a:endParaRPr>
          </a:p>
        </p:txBody>
      </p:sp>
      <p:sp>
        <p:nvSpPr>
          <p:cNvPr id="46" name="Rounded Rectangle 16">
            <a:extLst>
              <a:ext uri="{FF2B5EF4-FFF2-40B4-BE49-F238E27FC236}">
                <a16:creationId xmlns:a16="http://schemas.microsoft.com/office/drawing/2014/main" id="{9A9CC4FD-EB8A-EED2-9917-236128BEF7ED}"/>
              </a:ext>
              <a:ext uri="{C183D7F6-B498-43B3-948B-1728B52AA6E4}">
                <adec:decorative xmlns:adec="http://schemas.microsoft.com/office/drawing/2017/decorative" val="1"/>
              </a:ext>
            </a:extLst>
          </p:cNvPr>
          <p:cNvSpPr/>
          <p:nvPr/>
        </p:nvSpPr>
        <p:spPr>
          <a:xfrm>
            <a:off x="7809375" y="2207301"/>
            <a:ext cx="901138"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mj-lt"/>
              <a:ea typeface="+mn-ea"/>
              <a:cs typeface="Segoe UI" pitchFamily="34" charset="0"/>
            </a:endParaRPr>
          </a:p>
        </p:txBody>
      </p:sp>
      <p:sp>
        <p:nvSpPr>
          <p:cNvPr id="47" name="Rounded Rectangle 18">
            <a:extLst>
              <a:ext uri="{FF2B5EF4-FFF2-40B4-BE49-F238E27FC236}">
                <a16:creationId xmlns:a16="http://schemas.microsoft.com/office/drawing/2014/main" id="{31205F64-80BF-108D-0809-E381D4350276}"/>
              </a:ext>
              <a:ext uri="{C183D7F6-B498-43B3-948B-1728B52AA6E4}">
                <adec:decorative xmlns:adec="http://schemas.microsoft.com/office/drawing/2017/decorative" val="1"/>
              </a:ext>
            </a:extLst>
          </p:cNvPr>
          <p:cNvSpPr/>
          <p:nvPr/>
        </p:nvSpPr>
        <p:spPr>
          <a:xfrm>
            <a:off x="8727727" y="2207300"/>
            <a:ext cx="901138"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mj-lt"/>
              <a:ea typeface="+mn-ea"/>
              <a:cs typeface="Segoe UI" pitchFamily="34" charset="0"/>
            </a:endParaRPr>
          </a:p>
        </p:txBody>
      </p:sp>
      <p:sp>
        <p:nvSpPr>
          <p:cNvPr id="48" name="Rounded Rectangle 19">
            <a:extLst>
              <a:ext uri="{FF2B5EF4-FFF2-40B4-BE49-F238E27FC236}">
                <a16:creationId xmlns:a16="http://schemas.microsoft.com/office/drawing/2014/main" id="{99B33EC1-AFD1-8482-4940-B38DA98F1943}"/>
              </a:ext>
              <a:ext uri="{C183D7F6-B498-43B3-948B-1728B52AA6E4}">
                <adec:decorative xmlns:adec="http://schemas.microsoft.com/office/drawing/2017/decorative" val="1"/>
              </a:ext>
            </a:extLst>
          </p:cNvPr>
          <p:cNvSpPr/>
          <p:nvPr/>
        </p:nvSpPr>
        <p:spPr>
          <a:xfrm>
            <a:off x="9646079" y="2207300"/>
            <a:ext cx="900000"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mj-lt"/>
              <a:ea typeface="+mn-ea"/>
              <a:cs typeface="Segoe UI" pitchFamily="34" charset="0"/>
            </a:endParaRPr>
          </a:p>
        </p:txBody>
      </p:sp>
      <p:pic>
        <p:nvPicPr>
          <p:cNvPr id="49" name="Graphic 48">
            <a:extLst>
              <a:ext uri="{FF2B5EF4-FFF2-40B4-BE49-F238E27FC236}">
                <a16:creationId xmlns:a16="http://schemas.microsoft.com/office/drawing/2014/main" id="{8BA2EE0A-3DC5-A592-AFD1-E09E11C6EAE6}"/>
              </a:ext>
              <a:ext uri="{C183D7F6-B498-43B3-948B-1728B52AA6E4}">
                <adec:decorative xmlns:adec="http://schemas.microsoft.com/office/drawing/2017/decorative" val="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2453" r="-2453"/>
          <a:stretch/>
        </p:blipFill>
        <p:spPr>
          <a:xfrm>
            <a:off x="5332056" y="2359685"/>
            <a:ext cx="345665" cy="329502"/>
          </a:xfrm>
          <a:prstGeom prst="rect">
            <a:avLst/>
          </a:prstGeom>
          <a:effectLst/>
        </p:spPr>
      </p:pic>
      <p:sp>
        <p:nvSpPr>
          <p:cNvPr id="50" name="Rounded Rectangle 14">
            <a:extLst>
              <a:ext uri="{FF2B5EF4-FFF2-40B4-BE49-F238E27FC236}">
                <a16:creationId xmlns:a16="http://schemas.microsoft.com/office/drawing/2014/main" id="{2EAED944-2A6A-694E-9BD8-0450C408890C}"/>
              </a:ext>
            </a:extLst>
          </p:cNvPr>
          <p:cNvSpPr/>
          <p:nvPr/>
        </p:nvSpPr>
        <p:spPr>
          <a:xfrm>
            <a:off x="5191106" y="2821526"/>
            <a:ext cx="626271" cy="287715"/>
          </a:xfrm>
          <a:prstGeom prst="roundRect">
            <a:avLst>
              <a:gd name="adj" fmla="val 6586"/>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2"/>
                </a:solidFill>
                <a:effectLst/>
                <a:uLnTx/>
                <a:uFillTx/>
                <a:latin typeface="+mj-lt"/>
                <a:ea typeface="+mn-ea"/>
                <a:cs typeface="+mn-cs"/>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2"/>
                </a:solidFill>
                <a:effectLst/>
                <a:uLnTx/>
                <a:uFillTx/>
                <a:latin typeface="+mj-lt"/>
                <a:ea typeface="+mn-ea"/>
                <a:cs typeface="+mn-cs"/>
              </a:rPr>
              <a:t>Factory</a:t>
            </a:r>
          </a:p>
        </p:txBody>
      </p:sp>
      <p:pic>
        <p:nvPicPr>
          <p:cNvPr id="51" name="Graphic 50">
            <a:extLst>
              <a:ext uri="{FF2B5EF4-FFF2-40B4-BE49-F238E27FC236}">
                <a16:creationId xmlns:a16="http://schemas.microsoft.com/office/drawing/2014/main" id="{2A70593A-1AE1-562E-86F9-C5D8FFAE5B67}"/>
              </a:ext>
              <a:ext uri="{C183D7F6-B498-43B3-948B-1728B52AA6E4}">
                <adec:decorative xmlns:adec="http://schemas.microsoft.com/office/drawing/2017/decorative" val="1"/>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453" r="-2453"/>
          <a:stretch/>
        </p:blipFill>
        <p:spPr>
          <a:xfrm>
            <a:off x="6250408" y="2359686"/>
            <a:ext cx="345664" cy="329500"/>
          </a:xfrm>
          <a:prstGeom prst="rect">
            <a:avLst/>
          </a:prstGeom>
          <a:effectLst/>
        </p:spPr>
      </p:pic>
      <p:sp>
        <p:nvSpPr>
          <p:cNvPr id="52" name="Rounded Rectangle 15">
            <a:extLst>
              <a:ext uri="{FF2B5EF4-FFF2-40B4-BE49-F238E27FC236}">
                <a16:creationId xmlns:a16="http://schemas.microsoft.com/office/drawing/2014/main" id="{3D210D34-7A4A-5E34-0D2B-D1D55CD92FA9}"/>
              </a:ext>
            </a:extLst>
          </p:cNvPr>
          <p:cNvSpPr/>
          <p:nvPr/>
        </p:nvSpPr>
        <p:spPr>
          <a:xfrm>
            <a:off x="6026341" y="2821524"/>
            <a:ext cx="792504" cy="287715"/>
          </a:xfrm>
          <a:prstGeom prst="roundRect">
            <a:avLst>
              <a:gd name="adj" fmla="val 6586"/>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2"/>
                </a:solidFill>
                <a:effectLst/>
                <a:uLnTx/>
                <a:uFillTx/>
                <a:latin typeface="+mj-lt"/>
                <a:ea typeface="+mn-ea"/>
                <a:cs typeface="+mn-cs"/>
              </a:rPr>
              <a:t> 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2"/>
                </a:solidFill>
                <a:effectLst/>
                <a:uLnTx/>
                <a:uFillTx/>
                <a:latin typeface="+mj-lt"/>
                <a:ea typeface="+mn-ea"/>
                <a:cs typeface="+mn-cs"/>
              </a:rPr>
              <a:t>Engineering</a:t>
            </a:r>
          </a:p>
        </p:txBody>
      </p:sp>
      <p:pic>
        <p:nvPicPr>
          <p:cNvPr id="53" name="Graphic 52">
            <a:extLst>
              <a:ext uri="{FF2B5EF4-FFF2-40B4-BE49-F238E27FC236}">
                <a16:creationId xmlns:a16="http://schemas.microsoft.com/office/drawing/2014/main" id="{98ECB869-4F6E-6555-7C44-20DDF1CB96C6}"/>
              </a:ext>
              <a:ext uri="{C183D7F6-B498-43B3-948B-1728B52AA6E4}">
                <adec:decorative xmlns:adec="http://schemas.microsoft.com/office/drawing/2017/decorative" val="1"/>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2453" r="-2453"/>
          <a:stretch/>
        </p:blipFill>
        <p:spPr>
          <a:xfrm>
            <a:off x="7168760" y="2359685"/>
            <a:ext cx="345665" cy="329502"/>
          </a:xfrm>
          <a:prstGeom prst="rect">
            <a:avLst/>
          </a:prstGeom>
          <a:effectLst/>
        </p:spPr>
      </p:pic>
      <p:sp>
        <p:nvSpPr>
          <p:cNvPr id="54" name="Rounded Rectangle 17">
            <a:extLst>
              <a:ext uri="{FF2B5EF4-FFF2-40B4-BE49-F238E27FC236}">
                <a16:creationId xmlns:a16="http://schemas.microsoft.com/office/drawing/2014/main" id="{96E35060-8DDE-3D88-3622-83EE6CB0CF35}"/>
              </a:ext>
            </a:extLst>
          </p:cNvPr>
          <p:cNvSpPr/>
          <p:nvPr/>
        </p:nvSpPr>
        <p:spPr>
          <a:xfrm>
            <a:off x="6962089" y="2821525"/>
            <a:ext cx="757712" cy="287715"/>
          </a:xfrm>
          <a:prstGeom prst="roundRect">
            <a:avLst>
              <a:gd name="adj" fmla="val 6586"/>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2"/>
                </a:solidFill>
                <a:effectLst/>
                <a:uLnTx/>
                <a:uFillTx/>
                <a:latin typeface="+mj-lt"/>
                <a:ea typeface="+mn-ea"/>
                <a:cs typeface="+mn-cs"/>
              </a:rPr>
              <a:t> Data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2"/>
                </a:solidFill>
                <a:effectLst/>
                <a:uLnTx/>
                <a:uFillTx/>
                <a:latin typeface="+mj-lt"/>
                <a:ea typeface="+mn-ea"/>
                <a:cs typeface="+mn-cs"/>
              </a:rPr>
              <a:t>Science</a:t>
            </a:r>
          </a:p>
        </p:txBody>
      </p:sp>
      <p:pic>
        <p:nvPicPr>
          <p:cNvPr id="55" name="Graphic 54">
            <a:extLst>
              <a:ext uri="{FF2B5EF4-FFF2-40B4-BE49-F238E27FC236}">
                <a16:creationId xmlns:a16="http://schemas.microsoft.com/office/drawing/2014/main" id="{975143D4-0B0C-5FA2-5A5D-677C2BC81903}"/>
              </a:ext>
              <a:ext uri="{C183D7F6-B498-43B3-948B-1728B52AA6E4}">
                <adec:decorative xmlns:adec="http://schemas.microsoft.com/office/drawing/2017/decorative" val="1"/>
              </a:ext>
            </a:extLst>
          </p:cNvPr>
          <p:cNvPicPr>
            <a:picLocks noChangeAspect="1"/>
          </p:cNvPicPr>
          <p:nvPr/>
        </p:nvPicPr>
        <p:blipFill rotWithShape="1">
          <a:blip r:embed="rId8">
            <a:extLst>
              <a:ext uri="{96DAC541-7B7A-43D3-8B79-37D633B846F1}">
                <asvg:svgBlip xmlns:asvg="http://schemas.microsoft.com/office/drawing/2016/SVG/main" r:embed="rId9"/>
              </a:ext>
            </a:extLst>
          </a:blip>
          <a:srcRect l="-2453" r="-2453"/>
          <a:stretch/>
        </p:blipFill>
        <p:spPr>
          <a:xfrm>
            <a:off x="8077250" y="2350285"/>
            <a:ext cx="365388" cy="348303"/>
          </a:xfrm>
          <a:prstGeom prst="rect">
            <a:avLst/>
          </a:prstGeom>
          <a:effectLst/>
        </p:spPr>
      </p:pic>
      <p:sp>
        <p:nvSpPr>
          <p:cNvPr id="56" name="Rounded Rectangle 45">
            <a:extLst>
              <a:ext uri="{FF2B5EF4-FFF2-40B4-BE49-F238E27FC236}">
                <a16:creationId xmlns:a16="http://schemas.microsoft.com/office/drawing/2014/main" id="{B1AA8B08-303A-FE56-65D0-A0A81B203487}"/>
              </a:ext>
            </a:extLst>
          </p:cNvPr>
          <p:cNvSpPr/>
          <p:nvPr/>
        </p:nvSpPr>
        <p:spPr>
          <a:xfrm>
            <a:off x="7880441" y="2821525"/>
            <a:ext cx="757712" cy="287715"/>
          </a:xfrm>
          <a:prstGeom prst="roundRect">
            <a:avLst>
              <a:gd name="adj" fmla="val 6586"/>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2"/>
                </a:solidFill>
                <a:effectLst/>
                <a:uLnTx/>
                <a:uFillTx/>
                <a:latin typeface="+mj-lt"/>
                <a:ea typeface="+mn-ea"/>
                <a:cs typeface="+mn-cs"/>
              </a:rPr>
              <a:t> Data</a:t>
            </a:r>
            <a:br>
              <a:rPr kumimoji="0" lang="en-US" sz="900" b="1" i="0" u="none" strike="noStrike" kern="0" cap="none" spc="0" normalizeH="0" baseline="0" noProof="0">
                <a:ln>
                  <a:noFill/>
                </a:ln>
                <a:solidFill>
                  <a:schemeClr val="bg2"/>
                </a:solidFill>
                <a:effectLst/>
                <a:uLnTx/>
                <a:uFillTx/>
                <a:latin typeface="+mj-lt"/>
                <a:ea typeface="+mn-ea"/>
                <a:cs typeface="+mn-cs"/>
              </a:rPr>
            </a:br>
            <a:r>
              <a:rPr kumimoji="0" lang="en-US" sz="900" b="1" i="0" u="none" strike="noStrike" kern="0" cap="none" spc="0" normalizeH="0" baseline="0" noProof="0">
                <a:ln>
                  <a:noFill/>
                </a:ln>
                <a:solidFill>
                  <a:schemeClr val="bg2"/>
                </a:solidFill>
                <a:effectLst/>
                <a:uLnTx/>
                <a:uFillTx/>
                <a:latin typeface="+mj-lt"/>
                <a:ea typeface="+mn-ea"/>
                <a:cs typeface="+mn-cs"/>
              </a:rPr>
              <a:t>Warehouse</a:t>
            </a:r>
          </a:p>
        </p:txBody>
      </p:sp>
      <p:pic>
        <p:nvPicPr>
          <p:cNvPr id="57" name="Graphic 56">
            <a:extLst>
              <a:ext uri="{FF2B5EF4-FFF2-40B4-BE49-F238E27FC236}">
                <a16:creationId xmlns:a16="http://schemas.microsoft.com/office/drawing/2014/main" id="{0BF33F31-45C0-6DB3-1D5D-D3DDF6621633}"/>
              </a:ext>
              <a:ext uri="{C183D7F6-B498-43B3-948B-1728B52AA6E4}">
                <adec:decorative xmlns:adec="http://schemas.microsoft.com/office/drawing/2017/decorative" val="1"/>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l="-2453" r="-2453"/>
          <a:stretch/>
        </p:blipFill>
        <p:spPr>
          <a:xfrm>
            <a:off x="8997529" y="2352121"/>
            <a:ext cx="361534" cy="344629"/>
          </a:xfrm>
          <a:prstGeom prst="rect">
            <a:avLst/>
          </a:prstGeom>
          <a:effectLst/>
        </p:spPr>
      </p:pic>
      <p:sp>
        <p:nvSpPr>
          <p:cNvPr id="58" name="Rounded Rectangle 18">
            <a:extLst>
              <a:ext uri="{FF2B5EF4-FFF2-40B4-BE49-F238E27FC236}">
                <a16:creationId xmlns:a16="http://schemas.microsoft.com/office/drawing/2014/main" id="{5DC69D6B-6D88-7165-09FF-4014D6107772}"/>
              </a:ext>
            </a:extLst>
          </p:cNvPr>
          <p:cNvSpPr/>
          <p:nvPr/>
        </p:nvSpPr>
        <p:spPr>
          <a:xfrm>
            <a:off x="8730359" y="2821524"/>
            <a:ext cx="894582" cy="287715"/>
          </a:xfrm>
          <a:prstGeom prst="roundRect">
            <a:avLst>
              <a:gd name="adj" fmla="val 6586"/>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2"/>
                </a:solidFill>
                <a:effectLst/>
                <a:uLnTx/>
                <a:uFillTx/>
                <a:latin typeface="+mj-lt"/>
                <a:ea typeface="+mn-ea"/>
                <a:cs typeface="+mn-cs"/>
              </a:rPr>
              <a:t> Real </a:t>
            </a:r>
            <a:br>
              <a:rPr kumimoji="0" lang="en-US" sz="900" b="1" i="0" u="none" strike="noStrike" kern="0" cap="none" spc="0" normalizeH="0" baseline="0" noProof="0">
                <a:ln>
                  <a:noFill/>
                </a:ln>
                <a:solidFill>
                  <a:schemeClr val="bg2"/>
                </a:solidFill>
                <a:effectLst/>
                <a:uLnTx/>
                <a:uFillTx/>
                <a:latin typeface="+mj-lt"/>
                <a:ea typeface="+mn-ea"/>
                <a:cs typeface="+mn-cs"/>
              </a:rPr>
            </a:br>
            <a:r>
              <a:rPr kumimoji="0" lang="en-US" sz="900" b="1" i="0" u="none" strike="noStrike" kern="0" cap="none" spc="0" normalizeH="0" baseline="0" noProof="0">
                <a:ln>
                  <a:noFill/>
                </a:ln>
                <a:solidFill>
                  <a:schemeClr val="bg2"/>
                </a:solidFill>
                <a:effectLst/>
                <a:uLnTx/>
                <a:uFillTx/>
                <a:latin typeface="+mj-lt"/>
                <a:ea typeface="+mn-ea"/>
                <a:cs typeface="+mn-cs"/>
              </a:rPr>
              <a:t>Time Analytics</a:t>
            </a:r>
          </a:p>
        </p:txBody>
      </p:sp>
      <p:pic>
        <p:nvPicPr>
          <p:cNvPr id="59" name="Graphic 58">
            <a:extLst>
              <a:ext uri="{FF2B5EF4-FFF2-40B4-BE49-F238E27FC236}">
                <a16:creationId xmlns:a16="http://schemas.microsoft.com/office/drawing/2014/main" id="{A2CB7F58-01B2-02D5-1B2D-5981BF5D6B0F}"/>
              </a:ext>
              <a:ext uri="{C183D7F6-B498-43B3-948B-1728B52AA6E4}">
                <adec:decorative xmlns:adec="http://schemas.microsoft.com/office/drawing/2017/decorative" val="1"/>
              </a:ext>
            </a:extLst>
          </p:cNvPr>
          <p:cNvPicPr>
            <a:picLocks noChangeAspect="1"/>
          </p:cNvPicPr>
          <p:nvPr/>
        </p:nvPicPr>
        <p:blipFill rotWithShape="1">
          <a:blip r:embed="rId12">
            <a:extLst>
              <a:ext uri="{96DAC541-7B7A-43D3-8B79-37D633B846F1}">
                <asvg:svgBlip xmlns:asvg="http://schemas.microsoft.com/office/drawing/2016/SVG/main" r:embed="rId13"/>
              </a:ext>
            </a:extLst>
          </a:blip>
          <a:srcRect l="-2453" r="-2453"/>
          <a:stretch/>
        </p:blipFill>
        <p:spPr>
          <a:xfrm>
            <a:off x="9923247" y="2359685"/>
            <a:ext cx="345665" cy="329502"/>
          </a:xfrm>
          <a:prstGeom prst="rect">
            <a:avLst/>
          </a:prstGeom>
          <a:effectLst/>
        </p:spPr>
      </p:pic>
      <p:sp>
        <p:nvSpPr>
          <p:cNvPr id="60" name="Rounded Rectangle 19">
            <a:extLst>
              <a:ext uri="{FF2B5EF4-FFF2-40B4-BE49-F238E27FC236}">
                <a16:creationId xmlns:a16="http://schemas.microsoft.com/office/drawing/2014/main" id="{6BD666B1-FE72-429E-8F85-5AC9140D1D54}"/>
              </a:ext>
            </a:extLst>
          </p:cNvPr>
          <p:cNvSpPr/>
          <p:nvPr/>
        </p:nvSpPr>
        <p:spPr>
          <a:xfrm>
            <a:off x="9769335" y="2893460"/>
            <a:ext cx="653333" cy="143857"/>
          </a:xfrm>
          <a:prstGeom prst="roundRect">
            <a:avLst>
              <a:gd name="adj" fmla="val 6586"/>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2"/>
                </a:solidFill>
                <a:effectLst/>
                <a:uLnTx/>
                <a:uFillTx/>
                <a:latin typeface="+mj-lt"/>
                <a:ea typeface="+mn-ea"/>
                <a:cs typeface="+mn-cs"/>
              </a:rPr>
              <a:t>Power BI</a:t>
            </a:r>
          </a:p>
        </p:txBody>
      </p:sp>
      <p:sp>
        <p:nvSpPr>
          <p:cNvPr id="61" name="Rounded Rectangle 19" descr="Highlighting">
            <a:extLst>
              <a:ext uri="{FF2B5EF4-FFF2-40B4-BE49-F238E27FC236}">
                <a16:creationId xmlns:a16="http://schemas.microsoft.com/office/drawing/2014/main" id="{613993C9-E3EC-EA4A-5885-A668D9FB0991}"/>
              </a:ext>
              <a:ext uri="{C183D7F6-B498-43B3-948B-1728B52AA6E4}">
                <adec:decorative xmlns:adec="http://schemas.microsoft.com/office/drawing/2017/decorative" val="0"/>
              </a:ext>
            </a:extLst>
          </p:cNvPr>
          <p:cNvSpPr/>
          <p:nvPr/>
        </p:nvSpPr>
        <p:spPr>
          <a:xfrm>
            <a:off x="10563290" y="2207300"/>
            <a:ext cx="900000" cy="1094495"/>
          </a:xfrm>
          <a:prstGeom prst="roundRect">
            <a:avLst>
              <a:gd name="adj" fmla="val 6586"/>
            </a:avLst>
          </a:prstGeom>
          <a:solidFill>
            <a:srgbClr val="FFFFFF">
              <a:alpha val="94098"/>
            </a:srgbClr>
          </a:solidFill>
          <a:ln w="12700">
            <a:solidFill>
              <a:srgbClr val="808080"/>
            </a:solidFill>
            <a:prstDash val="dash"/>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algn="ctr" defTabSz="914367"/>
            <a:endParaRPr lang="en-US" sz="1600">
              <a:solidFill>
                <a:srgbClr val="225B61"/>
              </a:solidFill>
              <a:latin typeface="Segoe Sans Text Semilight"/>
              <a:cs typeface="Segoe UI" panose="020B0502040204020203" pitchFamily="34" charset="0"/>
            </a:endParaRPr>
          </a:p>
        </p:txBody>
      </p:sp>
      <p:pic>
        <p:nvPicPr>
          <p:cNvPr id="62" name="Picture 2">
            <a:extLst>
              <a:ext uri="{FF2B5EF4-FFF2-40B4-BE49-F238E27FC236}">
                <a16:creationId xmlns:a16="http://schemas.microsoft.com/office/drawing/2014/main" id="{0BDFC4A9-1895-1C13-A685-9F929032C0AC}"/>
              </a:ext>
              <a:ext uri="{C183D7F6-B498-43B3-948B-1728B52AA6E4}">
                <adec:decorative xmlns:adec="http://schemas.microsoft.com/office/drawing/2017/decorative" val="1"/>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11683" t="72214" r="79118" b="12165"/>
          <a:stretch/>
        </p:blipFill>
        <p:spPr bwMode="auto">
          <a:xfrm>
            <a:off x="10779655" y="2359686"/>
            <a:ext cx="467271" cy="337582"/>
          </a:xfrm>
          <a:prstGeom prst="rect">
            <a:avLst/>
          </a:prstGeom>
          <a:noFill/>
          <a:extLst>
            <a:ext uri="{909E8E84-426E-40DD-AFC4-6F175D3DCCD1}">
              <a14:hiddenFill xmlns:a14="http://schemas.microsoft.com/office/drawing/2010/main">
                <a:solidFill>
                  <a:srgbClr val="FFFFFF"/>
                </a:solidFill>
              </a14:hiddenFill>
            </a:ext>
          </a:extLst>
        </p:spPr>
      </p:pic>
      <p:sp>
        <p:nvSpPr>
          <p:cNvPr id="63" name="Rounded Rectangle 19">
            <a:extLst>
              <a:ext uri="{FF2B5EF4-FFF2-40B4-BE49-F238E27FC236}">
                <a16:creationId xmlns:a16="http://schemas.microsoft.com/office/drawing/2014/main" id="{C58F430B-D4F8-2157-BB23-8ED0D8F5DE8C}"/>
              </a:ext>
            </a:extLst>
          </p:cNvPr>
          <p:cNvSpPr/>
          <p:nvPr/>
        </p:nvSpPr>
        <p:spPr>
          <a:xfrm>
            <a:off x="10607784" y="2749603"/>
            <a:ext cx="811013" cy="431572"/>
          </a:xfrm>
          <a:prstGeom prst="roundRect">
            <a:avLst>
              <a:gd name="adj" fmla="val 6586"/>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bg2"/>
                </a:solidFill>
                <a:effectLst/>
                <a:uLnTx/>
                <a:uFillTx/>
                <a:latin typeface="+mj-lt"/>
              </a:rPr>
              <a:t>Partner &amp; Industry workloads</a:t>
            </a:r>
          </a:p>
        </p:txBody>
      </p:sp>
      <p:grpSp>
        <p:nvGrpSpPr>
          <p:cNvPr id="64" name="Group 63" descr="Arrows pointing downwards">
            <a:extLst>
              <a:ext uri="{FF2B5EF4-FFF2-40B4-BE49-F238E27FC236}">
                <a16:creationId xmlns:a16="http://schemas.microsoft.com/office/drawing/2014/main" id="{2E0DE862-F524-2BF9-E1FF-4B7492722532}"/>
              </a:ext>
              <a:ext uri="{C183D7F6-B498-43B3-948B-1728B52AA6E4}">
                <adec:decorative xmlns:adec="http://schemas.microsoft.com/office/drawing/2017/decorative" val="0"/>
              </a:ext>
            </a:extLst>
          </p:cNvPr>
          <p:cNvGrpSpPr/>
          <p:nvPr/>
        </p:nvGrpSpPr>
        <p:grpSpPr>
          <a:xfrm>
            <a:off x="5542988" y="3301794"/>
            <a:ext cx="5470302" cy="619935"/>
            <a:chOff x="5542988" y="3281650"/>
            <a:chExt cx="5470302" cy="640080"/>
          </a:xfrm>
        </p:grpSpPr>
        <p:cxnSp>
          <p:nvCxnSpPr>
            <p:cNvPr id="65" name="Straight Connector 64">
              <a:extLst>
                <a:ext uri="{FF2B5EF4-FFF2-40B4-BE49-F238E27FC236}">
                  <a16:creationId xmlns:a16="http://schemas.microsoft.com/office/drawing/2014/main" id="{2C152962-4938-F340-80AD-E1A71C0CF5A1}"/>
                </a:ext>
              </a:extLst>
            </p:cNvPr>
            <p:cNvCxnSpPr>
              <a:cxnSpLocks/>
            </p:cNvCxnSpPr>
            <p:nvPr/>
          </p:nvCxnSpPr>
          <p:spPr>
            <a:xfrm>
              <a:off x="5542988" y="3281650"/>
              <a:ext cx="0" cy="640080"/>
            </a:xfrm>
            <a:prstGeom prst="line">
              <a:avLst/>
            </a:prstGeom>
            <a:noFill/>
            <a:ln w="15875" cap="rnd" cmpd="sng" algn="ctr">
              <a:solidFill>
                <a:schemeClr val="tx1"/>
              </a:solidFill>
              <a:prstDash val="sysDash"/>
              <a:headEnd type="none" w="med" len="med"/>
              <a:tailEnd type="arrow" w="lg" len="sm"/>
            </a:ln>
            <a:effectLst/>
          </p:spPr>
        </p:cxnSp>
        <p:cxnSp>
          <p:nvCxnSpPr>
            <p:cNvPr id="66" name="Straight Connector 65">
              <a:extLst>
                <a:ext uri="{FF2B5EF4-FFF2-40B4-BE49-F238E27FC236}">
                  <a16:creationId xmlns:a16="http://schemas.microsoft.com/office/drawing/2014/main" id="{4BAE363C-1A0E-BF77-DA34-35629317407C}"/>
                </a:ext>
              </a:extLst>
            </p:cNvPr>
            <p:cNvCxnSpPr>
              <a:cxnSpLocks/>
            </p:cNvCxnSpPr>
            <p:nvPr/>
          </p:nvCxnSpPr>
          <p:spPr>
            <a:xfrm>
              <a:off x="6423240" y="3281650"/>
              <a:ext cx="0" cy="640080"/>
            </a:xfrm>
            <a:prstGeom prst="line">
              <a:avLst/>
            </a:prstGeom>
            <a:noFill/>
            <a:ln w="15875" cap="rnd" cmpd="sng" algn="ctr">
              <a:solidFill>
                <a:schemeClr val="tx1"/>
              </a:solidFill>
              <a:prstDash val="sysDash"/>
              <a:headEnd type="none" w="med" len="med"/>
              <a:tailEnd type="arrow" w="lg" len="sm"/>
            </a:ln>
            <a:effectLst/>
          </p:spPr>
        </p:cxnSp>
        <p:cxnSp>
          <p:nvCxnSpPr>
            <p:cNvPr id="67" name="Straight Connector 66">
              <a:extLst>
                <a:ext uri="{FF2B5EF4-FFF2-40B4-BE49-F238E27FC236}">
                  <a16:creationId xmlns:a16="http://schemas.microsoft.com/office/drawing/2014/main" id="{C969A860-93B3-7DF6-6B41-E770219CFB31}"/>
                </a:ext>
              </a:extLst>
            </p:cNvPr>
            <p:cNvCxnSpPr>
              <a:cxnSpLocks/>
            </p:cNvCxnSpPr>
            <p:nvPr/>
          </p:nvCxnSpPr>
          <p:spPr>
            <a:xfrm>
              <a:off x="7341592" y="3281650"/>
              <a:ext cx="0" cy="640080"/>
            </a:xfrm>
            <a:prstGeom prst="line">
              <a:avLst/>
            </a:prstGeom>
            <a:noFill/>
            <a:ln w="15875" cap="rnd" cmpd="sng" algn="ctr">
              <a:solidFill>
                <a:schemeClr val="tx1"/>
              </a:solidFill>
              <a:prstDash val="sysDash"/>
              <a:headEnd type="none" w="med" len="med"/>
              <a:tailEnd type="arrow" w="lg" len="sm"/>
            </a:ln>
            <a:effectLst/>
          </p:spPr>
        </p:cxnSp>
        <p:cxnSp>
          <p:nvCxnSpPr>
            <p:cNvPr id="68" name="Straight Connector 67">
              <a:extLst>
                <a:ext uri="{FF2B5EF4-FFF2-40B4-BE49-F238E27FC236}">
                  <a16:creationId xmlns:a16="http://schemas.microsoft.com/office/drawing/2014/main" id="{20035742-D575-8848-AFBB-50D6A27374C1}"/>
                </a:ext>
              </a:extLst>
            </p:cNvPr>
            <p:cNvCxnSpPr>
              <a:cxnSpLocks/>
            </p:cNvCxnSpPr>
            <p:nvPr/>
          </p:nvCxnSpPr>
          <p:spPr>
            <a:xfrm>
              <a:off x="8259944" y="3281650"/>
              <a:ext cx="0" cy="640080"/>
            </a:xfrm>
            <a:prstGeom prst="line">
              <a:avLst/>
            </a:prstGeom>
            <a:noFill/>
            <a:ln w="15875" cap="rnd" cmpd="sng" algn="ctr">
              <a:solidFill>
                <a:schemeClr val="tx1"/>
              </a:solidFill>
              <a:prstDash val="sysDash"/>
              <a:headEnd type="none" w="med" len="med"/>
              <a:tailEnd type="arrow" w="lg" len="sm"/>
            </a:ln>
            <a:effectLst/>
          </p:spPr>
        </p:cxnSp>
        <p:cxnSp>
          <p:nvCxnSpPr>
            <p:cNvPr id="69" name="Straight Connector 68">
              <a:extLst>
                <a:ext uri="{FF2B5EF4-FFF2-40B4-BE49-F238E27FC236}">
                  <a16:creationId xmlns:a16="http://schemas.microsoft.com/office/drawing/2014/main" id="{59391464-2BDD-4044-5DF1-96A00EA0CB41}"/>
                </a:ext>
              </a:extLst>
            </p:cNvPr>
            <p:cNvCxnSpPr>
              <a:cxnSpLocks/>
            </p:cNvCxnSpPr>
            <p:nvPr/>
          </p:nvCxnSpPr>
          <p:spPr>
            <a:xfrm>
              <a:off x="9178296" y="3281650"/>
              <a:ext cx="0" cy="640080"/>
            </a:xfrm>
            <a:prstGeom prst="line">
              <a:avLst/>
            </a:prstGeom>
            <a:noFill/>
            <a:ln w="15875" cap="rnd" cmpd="sng" algn="ctr">
              <a:solidFill>
                <a:schemeClr val="tx1"/>
              </a:solidFill>
              <a:prstDash val="sysDash"/>
              <a:headEnd type="none" w="med" len="med"/>
              <a:tailEnd type="arrow" w="lg" len="sm"/>
            </a:ln>
            <a:effectLst/>
          </p:spPr>
        </p:cxnSp>
        <p:cxnSp>
          <p:nvCxnSpPr>
            <p:cNvPr id="70" name="Straight Connector 69">
              <a:extLst>
                <a:ext uri="{FF2B5EF4-FFF2-40B4-BE49-F238E27FC236}">
                  <a16:creationId xmlns:a16="http://schemas.microsoft.com/office/drawing/2014/main" id="{5B5A1AC4-B9EF-CC70-7B41-BCDCCBC7CFB4}"/>
                </a:ext>
              </a:extLst>
            </p:cNvPr>
            <p:cNvCxnSpPr>
              <a:cxnSpLocks/>
            </p:cNvCxnSpPr>
            <p:nvPr/>
          </p:nvCxnSpPr>
          <p:spPr>
            <a:xfrm>
              <a:off x="11013290" y="3281650"/>
              <a:ext cx="0" cy="640080"/>
            </a:xfrm>
            <a:prstGeom prst="line">
              <a:avLst/>
            </a:prstGeom>
            <a:noFill/>
            <a:ln w="15875" cap="rnd" cmpd="sng" algn="ctr">
              <a:solidFill>
                <a:schemeClr val="tx1"/>
              </a:solidFill>
              <a:prstDash val="sysDash"/>
              <a:headEnd type="none" w="med" len="med"/>
              <a:tailEnd type="arrow" w="lg" len="sm"/>
            </a:ln>
            <a:effectLst/>
          </p:spPr>
        </p:cxnSp>
        <p:cxnSp>
          <p:nvCxnSpPr>
            <p:cNvPr id="71" name="Straight Connector 70">
              <a:extLst>
                <a:ext uri="{FF2B5EF4-FFF2-40B4-BE49-F238E27FC236}">
                  <a16:creationId xmlns:a16="http://schemas.microsoft.com/office/drawing/2014/main" id="{7E6B8FD2-6D64-CA90-41BC-515B3C7E5ECB}"/>
                </a:ext>
              </a:extLst>
            </p:cNvPr>
            <p:cNvCxnSpPr>
              <a:cxnSpLocks/>
            </p:cNvCxnSpPr>
            <p:nvPr/>
          </p:nvCxnSpPr>
          <p:spPr>
            <a:xfrm>
              <a:off x="10124654" y="3281650"/>
              <a:ext cx="0" cy="640080"/>
            </a:xfrm>
            <a:prstGeom prst="line">
              <a:avLst/>
            </a:prstGeom>
            <a:noFill/>
            <a:ln w="15875" cap="rnd" cmpd="sng" algn="ctr">
              <a:solidFill>
                <a:schemeClr val="tx1"/>
              </a:solidFill>
              <a:prstDash val="sysDash"/>
              <a:headEnd type="none" w="med" len="med"/>
              <a:tailEnd type="arrow" w="lg" len="sm"/>
            </a:ln>
            <a:effectLst/>
          </p:spPr>
        </p:cxnSp>
      </p:grpSp>
      <p:grpSp>
        <p:nvGrpSpPr>
          <p:cNvPr id="72" name="Group 71" descr="OneLake">
            <a:extLst>
              <a:ext uri="{FF2B5EF4-FFF2-40B4-BE49-F238E27FC236}">
                <a16:creationId xmlns:a16="http://schemas.microsoft.com/office/drawing/2014/main" id="{22AD0502-1752-8D9D-DE97-6A7BF084FC44}"/>
              </a:ext>
            </a:extLst>
          </p:cNvPr>
          <p:cNvGrpSpPr/>
          <p:nvPr/>
        </p:nvGrpSpPr>
        <p:grpSpPr>
          <a:xfrm>
            <a:off x="5054319" y="3987948"/>
            <a:ext cx="6408971" cy="1479285"/>
            <a:chOff x="5054319" y="3987948"/>
            <a:chExt cx="6408971" cy="1479285"/>
          </a:xfrm>
          <a:solidFill>
            <a:srgbClr val="FFFDF9"/>
          </a:solidFill>
        </p:grpSpPr>
        <p:sp>
          <p:nvSpPr>
            <p:cNvPr id="73" name="Rounded Rectangle 45">
              <a:extLst>
                <a:ext uri="{FF2B5EF4-FFF2-40B4-BE49-F238E27FC236}">
                  <a16:creationId xmlns:a16="http://schemas.microsoft.com/office/drawing/2014/main" id="{2367F5C0-A885-F6CA-726D-67E5DB450E61}"/>
                </a:ext>
              </a:extLst>
            </p:cNvPr>
            <p:cNvSpPr/>
            <p:nvPr/>
          </p:nvSpPr>
          <p:spPr>
            <a:xfrm>
              <a:off x="5054319" y="3987948"/>
              <a:ext cx="6408971" cy="1479285"/>
            </a:xfrm>
            <a:prstGeom prst="roundRect">
              <a:avLst>
                <a:gd name="adj" fmla="val 4142"/>
              </a:avLst>
            </a:prstGeom>
            <a:grpFill/>
            <a:ln>
              <a:noFill/>
              <a:headEnd type="none" w="med" len="med"/>
              <a:tailEnd type="none" w="med" len="med"/>
            </a:ln>
            <a:effectLst>
              <a:outerShdw blurRad="190500" dist="38100" dir="2700000" algn="tl" rotWithShape="0">
                <a:prstClr val="black">
                  <a:alpha val="14000"/>
                </a:prstClr>
              </a:outerShdw>
            </a:effectLst>
            <a:scene3d>
              <a:camera prst="perspectiveLeft" fov="2100000">
                <a:rot lat="0" lon="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80000" numCol="1" spcCol="0" rtlCol="0" fromWordArt="0" anchor="b"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0" cap="none" spc="0" normalizeH="0" baseline="0" noProof="0" err="1">
                  <a:ln>
                    <a:noFill/>
                  </a:ln>
                  <a:solidFill>
                    <a:schemeClr val="bg2"/>
                  </a:solidFill>
                  <a:effectLst/>
                  <a:uLnTx/>
                  <a:uFillTx/>
                  <a:latin typeface="Segoe Sans Display Semibold" pitchFamily="2" charset="0"/>
                  <a:cs typeface="Segoe Sans Display Semibold" pitchFamily="2" charset="0"/>
                </a:rPr>
                <a:t>OneLake</a:t>
              </a:r>
              <a:endParaRPr kumimoji="0" lang="en-US" sz="1800" b="1" i="0" u="none" strike="noStrike" kern="0" cap="none" spc="0" normalizeH="0" baseline="0" noProof="0">
                <a:ln>
                  <a:noFill/>
                </a:ln>
                <a:solidFill>
                  <a:schemeClr val="bg2"/>
                </a:solidFill>
                <a:effectLst/>
                <a:uLnTx/>
                <a:uFillTx/>
                <a:latin typeface="Segoe Sans Display Semibold" pitchFamily="2" charset="0"/>
                <a:cs typeface="Segoe Sans Display Semibold" pitchFamily="2" charset="0"/>
              </a:endParaRPr>
            </a:p>
          </p:txBody>
        </p:sp>
        <p:pic>
          <p:nvPicPr>
            <p:cNvPr id="74" name="Picture 73" descr="Logo, company name&#10;&#10;Description automatically generated">
              <a:extLst>
                <a:ext uri="{FF2B5EF4-FFF2-40B4-BE49-F238E27FC236}">
                  <a16:creationId xmlns:a16="http://schemas.microsoft.com/office/drawing/2014/main" id="{5AFAFE84-FBE0-7AAD-42E8-192F5F004521}"/>
                </a:ext>
              </a:extLst>
            </p:cNvPr>
            <p:cNvPicPr>
              <a:picLocks noChangeAspect="1"/>
            </p:cNvPicPr>
            <p:nvPr/>
          </p:nvPicPr>
          <p:blipFill rotWithShape="1">
            <a:blip r:embed="rId15">
              <a:extLst>
                <a:ext uri="{28A0092B-C50C-407E-A947-70E740481C1C}">
                  <a14:useLocalDpi xmlns:a14="http://schemas.microsoft.com/office/drawing/2010/main" val="0"/>
                </a:ext>
              </a:extLst>
            </a:blip>
            <a:srcRect l="-7916" r="-7916"/>
            <a:stretch/>
          </p:blipFill>
          <p:spPr>
            <a:xfrm>
              <a:off x="7878529" y="4220916"/>
              <a:ext cx="760550" cy="657882"/>
            </a:xfrm>
            <a:prstGeom prst="rect">
              <a:avLst/>
            </a:prstGeom>
            <a:grpFill/>
          </p:spPr>
        </p:pic>
      </p:grpSp>
      <p:sp>
        <p:nvSpPr>
          <p:cNvPr id="75" name="Rounded Rectangle 45">
            <a:extLst>
              <a:ext uri="{FF2B5EF4-FFF2-40B4-BE49-F238E27FC236}">
                <a16:creationId xmlns:a16="http://schemas.microsoft.com/office/drawing/2014/main" id="{9647CD91-FC28-1CE0-4D76-6E9E3DE7C792}"/>
              </a:ext>
            </a:extLst>
          </p:cNvPr>
          <p:cNvSpPr/>
          <p:nvPr/>
        </p:nvSpPr>
        <p:spPr>
          <a:xfrm>
            <a:off x="7010797" y="5549109"/>
            <a:ext cx="2496015" cy="433398"/>
          </a:xfrm>
          <a:prstGeom prst="roundRect">
            <a:avLst>
              <a:gd name="adj" fmla="val 4528"/>
            </a:avLst>
          </a:prstGeom>
          <a:noFill/>
          <a:ln>
            <a:noFill/>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accent3"/>
                </a:solidFill>
                <a:effectLst/>
                <a:uLnTx/>
                <a:uFillTx/>
                <a:latin typeface="+mj-lt"/>
                <a:ea typeface="+mn-ea"/>
                <a:cs typeface="Segoe UI" panose="020B0502040204020203" pitchFamily="34" charset="0"/>
              </a:rPr>
              <a:t>Intelligent data foundation</a:t>
            </a:r>
          </a:p>
        </p:txBody>
      </p:sp>
    </p:spTree>
    <p:extLst>
      <p:ext uri="{BB962C8B-B14F-4D97-AF65-F5344CB8AC3E}">
        <p14:creationId xmlns:p14="http://schemas.microsoft.com/office/powerpoint/2010/main" val="35178956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animEffect transition="in" filter="fade">
                                      <p:cBhvr>
                                        <p:cTn id="25" dur="500"/>
                                        <p:tgtEl>
                                          <p:spTgt spid="61"/>
                                        </p:tgtEl>
                                      </p:cBhvr>
                                    </p:animEffect>
                                  </p:childTnLst>
                                </p:cTn>
                              </p:par>
                              <p:par>
                                <p:cTn id="26" presetID="10" presetClass="entr" presetSubtype="0" fill="hold"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fade">
                                      <p:cBhvr>
                                        <p:cTn id="28" dur="500"/>
                                        <p:tgtEl>
                                          <p:spTgt spid="4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500"/>
                                        <p:tgtEl>
                                          <p:spTgt spid="50"/>
                                        </p:tgtEl>
                                      </p:cBhvr>
                                    </p:animEffect>
                                  </p:childTnLst>
                                </p:cTn>
                              </p:par>
                              <p:par>
                                <p:cTn id="32" presetID="10" presetClass="entr" presetSubtype="0" fill="hold" nodeType="with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fade">
                                      <p:cBhvr>
                                        <p:cTn id="34" dur="500"/>
                                        <p:tgtEl>
                                          <p:spTgt spid="5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fade">
                                      <p:cBhvr>
                                        <p:cTn id="37" dur="500"/>
                                        <p:tgtEl>
                                          <p:spTgt spid="52"/>
                                        </p:tgtEl>
                                      </p:cBhvr>
                                    </p:animEffect>
                                  </p:childTnLst>
                                </p:cTn>
                              </p:par>
                              <p:par>
                                <p:cTn id="38" presetID="10" presetClass="entr" presetSubtype="0" fill="hold"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fade">
                                      <p:cBhvr>
                                        <p:cTn id="40" dur="500"/>
                                        <p:tgtEl>
                                          <p:spTgt spid="5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fade">
                                      <p:cBhvr>
                                        <p:cTn id="43" dur="500"/>
                                        <p:tgtEl>
                                          <p:spTgt spid="54"/>
                                        </p:tgtEl>
                                      </p:cBhvr>
                                    </p:animEffect>
                                  </p:childTnLst>
                                </p:cTn>
                              </p:par>
                              <p:par>
                                <p:cTn id="44" presetID="10" presetClass="entr" presetSubtype="0" fill="hold" nodeType="with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fade">
                                      <p:cBhvr>
                                        <p:cTn id="46" dur="500"/>
                                        <p:tgtEl>
                                          <p:spTgt spid="5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fade">
                                      <p:cBhvr>
                                        <p:cTn id="49" dur="500"/>
                                        <p:tgtEl>
                                          <p:spTgt spid="56"/>
                                        </p:tgtEl>
                                      </p:cBhvr>
                                    </p:animEffect>
                                  </p:childTnLst>
                                </p:cTn>
                              </p:par>
                              <p:par>
                                <p:cTn id="50" presetID="10" presetClass="entr" presetSubtype="0" fill="hold" nodeType="withEffect">
                                  <p:stCondLst>
                                    <p:cond delay="0"/>
                                  </p:stCondLst>
                                  <p:childTnLst>
                                    <p:set>
                                      <p:cBhvr>
                                        <p:cTn id="51" dur="1" fill="hold">
                                          <p:stCondLst>
                                            <p:cond delay="0"/>
                                          </p:stCondLst>
                                        </p:cTn>
                                        <p:tgtEl>
                                          <p:spTgt spid="57"/>
                                        </p:tgtEl>
                                        <p:attrNameLst>
                                          <p:attrName>style.visibility</p:attrName>
                                        </p:attrNameLst>
                                      </p:cBhvr>
                                      <p:to>
                                        <p:strVal val="visible"/>
                                      </p:to>
                                    </p:set>
                                    <p:animEffect transition="in" filter="fade">
                                      <p:cBhvr>
                                        <p:cTn id="52" dur="500"/>
                                        <p:tgtEl>
                                          <p:spTgt spid="5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8"/>
                                        </p:tgtEl>
                                        <p:attrNameLst>
                                          <p:attrName>style.visibility</p:attrName>
                                        </p:attrNameLst>
                                      </p:cBhvr>
                                      <p:to>
                                        <p:strVal val="visible"/>
                                      </p:to>
                                    </p:set>
                                    <p:animEffect transition="in" filter="fade">
                                      <p:cBhvr>
                                        <p:cTn id="55" dur="500"/>
                                        <p:tgtEl>
                                          <p:spTgt spid="58"/>
                                        </p:tgtEl>
                                      </p:cBhvr>
                                    </p:animEffect>
                                  </p:childTnLst>
                                </p:cTn>
                              </p:par>
                              <p:par>
                                <p:cTn id="56" presetID="10" presetClass="entr" presetSubtype="0" fill="hold" nodeType="withEffect">
                                  <p:stCondLst>
                                    <p:cond delay="0"/>
                                  </p:stCondLst>
                                  <p:childTnLst>
                                    <p:set>
                                      <p:cBhvr>
                                        <p:cTn id="57" dur="1" fill="hold">
                                          <p:stCondLst>
                                            <p:cond delay="0"/>
                                          </p:stCondLst>
                                        </p:cTn>
                                        <p:tgtEl>
                                          <p:spTgt spid="59"/>
                                        </p:tgtEl>
                                        <p:attrNameLst>
                                          <p:attrName>style.visibility</p:attrName>
                                        </p:attrNameLst>
                                      </p:cBhvr>
                                      <p:to>
                                        <p:strVal val="visible"/>
                                      </p:to>
                                    </p:set>
                                    <p:animEffect transition="in" filter="fade">
                                      <p:cBhvr>
                                        <p:cTn id="58" dur="500"/>
                                        <p:tgtEl>
                                          <p:spTgt spid="5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0"/>
                                        </p:tgtEl>
                                        <p:attrNameLst>
                                          <p:attrName>style.visibility</p:attrName>
                                        </p:attrNameLst>
                                      </p:cBhvr>
                                      <p:to>
                                        <p:strVal val="visible"/>
                                      </p:to>
                                    </p:set>
                                    <p:animEffect transition="in" filter="fade">
                                      <p:cBhvr>
                                        <p:cTn id="61" dur="500"/>
                                        <p:tgtEl>
                                          <p:spTgt spid="60"/>
                                        </p:tgtEl>
                                      </p:cBhvr>
                                    </p:animEffect>
                                  </p:childTnLst>
                                </p:cTn>
                              </p:par>
                              <p:par>
                                <p:cTn id="62" presetID="10" presetClass="entr" presetSubtype="0" fill="hold" nodeType="with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500"/>
                                        <p:tgtEl>
                                          <p:spTgt spid="6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par>
                                <p:cTn id="68" presetID="10" presetClass="entr" presetSubtype="0" decel="50000" fill="hold" grpId="0" nodeType="withEffect">
                                  <p:stCondLst>
                                    <p:cond delay="20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500"/>
                                        <p:tgtEl>
                                          <p:spTgt spid="42"/>
                                        </p:tgtEl>
                                      </p:cBhvr>
                                    </p:animEffect>
                                  </p:childTnLst>
                                </p:cTn>
                              </p:par>
                              <p:par>
                                <p:cTn id="71" presetID="42" presetClass="path" presetSubtype="0" decel="50000" fill="hold" grpId="1" nodeType="withEffect">
                                  <p:stCondLst>
                                    <p:cond delay="200"/>
                                  </p:stCondLst>
                                  <p:childTnLst>
                                    <p:animMotion origin="layout" path="M 2.08333E-6 -3.7037E-6 L 0.02057 0.00047 " pathEditMode="relative" rAng="0" ptsTypes="AA">
                                      <p:cBhvr>
                                        <p:cTn id="72" dur="500" spd="-100000" fill="hold"/>
                                        <p:tgtEl>
                                          <p:spTgt spid="42"/>
                                        </p:tgtEl>
                                        <p:attrNameLst>
                                          <p:attrName>ppt_x</p:attrName>
                                          <p:attrName>ppt_y</p:attrName>
                                        </p:attrNameLst>
                                      </p:cBhvr>
                                      <p:rCtr x="1029" y="23"/>
                                    </p:animMotion>
                                  </p:childTnLst>
                                </p:cTn>
                              </p:par>
                              <p:par>
                                <p:cTn id="73" presetID="10" presetClass="entr" presetSubtype="0" decel="50000" fill="hold" nodeType="withEffect">
                                  <p:stCondLst>
                                    <p:cond delay="200"/>
                                  </p:stCondLst>
                                  <p:childTnLst>
                                    <p:set>
                                      <p:cBhvr>
                                        <p:cTn id="74" dur="1" fill="hold">
                                          <p:stCondLst>
                                            <p:cond delay="0"/>
                                          </p:stCondLst>
                                        </p:cTn>
                                        <p:tgtEl>
                                          <p:spTgt spid="2"/>
                                        </p:tgtEl>
                                        <p:attrNameLst>
                                          <p:attrName>style.visibility</p:attrName>
                                        </p:attrNameLst>
                                      </p:cBhvr>
                                      <p:to>
                                        <p:strVal val="visible"/>
                                      </p:to>
                                    </p:set>
                                    <p:animEffect transition="in" filter="fade">
                                      <p:cBhvr>
                                        <p:cTn id="75" dur="500"/>
                                        <p:tgtEl>
                                          <p:spTgt spid="2"/>
                                        </p:tgtEl>
                                      </p:cBhvr>
                                    </p:animEffect>
                                  </p:childTnLst>
                                </p:cTn>
                              </p:par>
                              <p:par>
                                <p:cTn id="76" presetID="42" presetClass="path" presetSubtype="0" decel="50000" fill="hold" nodeType="withEffect">
                                  <p:stCondLst>
                                    <p:cond delay="200"/>
                                  </p:stCondLst>
                                  <p:childTnLst>
                                    <p:animMotion origin="layout" path="M 2.08333E-6 -3.7037E-6 L 0.02057 0.00047 " pathEditMode="relative" rAng="0" ptsTypes="AA">
                                      <p:cBhvr>
                                        <p:cTn id="77" dur="500" spd="-100000" fill="hold"/>
                                        <p:tgtEl>
                                          <p:spTgt spid="2"/>
                                        </p:tgtEl>
                                        <p:attrNameLst>
                                          <p:attrName>ppt_x</p:attrName>
                                          <p:attrName>ppt_y</p:attrName>
                                        </p:attrNameLst>
                                      </p:cBhvr>
                                      <p:rCtr x="1029"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2" grpId="1"/>
      <p:bldP spid="43" grpId="0" animBg="1"/>
      <p:bldP spid="44" grpId="0" animBg="1"/>
      <p:bldP spid="45" grpId="0" animBg="1"/>
      <p:bldP spid="46" grpId="0" animBg="1"/>
      <p:bldP spid="47" grpId="0" animBg="1"/>
      <p:bldP spid="48" grpId="0" animBg="1"/>
      <p:bldP spid="50" grpId="0"/>
      <p:bldP spid="52" grpId="0"/>
      <p:bldP spid="54" grpId="0"/>
      <p:bldP spid="56" grpId="0"/>
      <p:bldP spid="58" grpId="0"/>
      <p:bldP spid="60" grpId="0"/>
      <p:bldP spid="61" grpId="0" animBg="1"/>
      <p:bldP spid="6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A9B1E-A14E-70E9-8AF9-D2E0289C30D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68BC05-F163-89E6-3FFE-261FC7731892}"/>
              </a:ext>
            </a:extLst>
          </p:cNvPr>
          <p:cNvSpPr>
            <a:spLocks noGrp="1"/>
          </p:cNvSpPr>
          <p:nvPr>
            <p:ph type="title"/>
          </p:nvPr>
        </p:nvSpPr>
        <p:spPr/>
        <p:txBody>
          <a:bodyPr/>
          <a:lstStyle/>
          <a:p>
            <a:pPr algn="ctr"/>
            <a:r>
              <a:rPr lang="en-US" b="0">
                <a:solidFill>
                  <a:srgbClr val="B3EBC5"/>
                </a:solidFill>
                <a:latin typeface="TWK Everett Light" panose="020B0204000000000000" pitchFamily="34" charset="77"/>
              </a:rPr>
              <a:t>A single unified SaaS data lake</a:t>
            </a:r>
            <a:endParaRPr lang="en-US">
              <a:solidFill>
                <a:srgbClr val="B3EBC5"/>
              </a:solidFill>
            </a:endParaRPr>
          </a:p>
        </p:txBody>
      </p:sp>
      <p:grpSp>
        <p:nvGrpSpPr>
          <p:cNvPr id="2" name="Group 1">
            <a:extLst>
              <a:ext uri="{FF2B5EF4-FFF2-40B4-BE49-F238E27FC236}">
                <a16:creationId xmlns:a16="http://schemas.microsoft.com/office/drawing/2014/main" id="{64904E20-5697-65D6-1EB6-C3F85582909C}"/>
              </a:ext>
              <a:ext uri="{C183D7F6-B498-43B3-948B-1728B52AA6E4}">
                <adec:decorative xmlns:adec="http://schemas.microsoft.com/office/drawing/2017/decorative" val="1"/>
              </a:ext>
            </a:extLst>
          </p:cNvPr>
          <p:cNvGrpSpPr/>
          <p:nvPr/>
        </p:nvGrpSpPr>
        <p:grpSpPr>
          <a:xfrm>
            <a:off x="584201" y="2015211"/>
            <a:ext cx="6701167" cy="4122080"/>
            <a:chOff x="584201" y="2015211"/>
            <a:chExt cx="6701167" cy="4122080"/>
          </a:xfrm>
        </p:grpSpPr>
        <p:sp>
          <p:nvSpPr>
            <p:cNvPr id="3" name="Rounded Rectangle 38">
              <a:extLst>
                <a:ext uri="{FF2B5EF4-FFF2-40B4-BE49-F238E27FC236}">
                  <a16:creationId xmlns:a16="http://schemas.microsoft.com/office/drawing/2014/main" id="{5BEDCD3E-15CF-6F76-3FAE-9C72D6D5DE3F}"/>
                </a:ext>
              </a:extLst>
            </p:cNvPr>
            <p:cNvSpPr/>
            <p:nvPr/>
          </p:nvSpPr>
          <p:spPr bwMode="auto">
            <a:xfrm>
              <a:off x="584201" y="2015211"/>
              <a:ext cx="6701167" cy="4122080"/>
            </a:xfrm>
            <a:prstGeom prst="roundRect">
              <a:avLst>
                <a:gd name="adj" fmla="val 2563"/>
              </a:avLst>
            </a:prstGeom>
            <a:ln w="19050" cap="rnd">
              <a:solidFill>
                <a:srgbClr val="C0C0C0"/>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algn="ctr" defTabSz="654278"/>
              <a:endParaRPr lang="en-US" sz="1000">
                <a:gradFill>
                  <a:gsLst>
                    <a:gs pos="25287">
                      <a:srgbClr val="FFFFFF"/>
                    </a:gs>
                    <a:gs pos="45000">
                      <a:srgbClr val="FFFFFF"/>
                    </a:gs>
                  </a:gsLst>
                  <a:lin ang="5400000" scaled="1"/>
                </a:gradFill>
                <a:latin typeface="Segoe UI Semibold"/>
              </a:endParaRPr>
            </a:p>
          </p:txBody>
        </p:sp>
        <p:sp>
          <p:nvSpPr>
            <p:cNvPr id="4" name="Rounded Rectangle 45">
              <a:extLst>
                <a:ext uri="{FF2B5EF4-FFF2-40B4-BE49-F238E27FC236}">
                  <a16:creationId xmlns:a16="http://schemas.microsoft.com/office/drawing/2014/main" id="{BEFF5815-F301-295B-4CE5-B9FBC8F40D1D}"/>
                </a:ext>
              </a:extLst>
            </p:cNvPr>
            <p:cNvSpPr/>
            <p:nvPr/>
          </p:nvSpPr>
          <p:spPr>
            <a:xfrm>
              <a:off x="730299" y="3901440"/>
              <a:ext cx="6408971" cy="1792239"/>
            </a:xfrm>
            <a:prstGeom prst="roundRect">
              <a:avLst>
                <a:gd name="adj" fmla="val 4142"/>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pPr>
              <a:endParaRPr lang="en-US" sz="1200">
                <a:gradFill>
                  <a:gsLst>
                    <a:gs pos="2874">
                      <a:srgbClr val="FFFFFF"/>
                    </a:gs>
                    <a:gs pos="17978">
                      <a:srgbClr val="FFFFFF"/>
                    </a:gs>
                  </a:gsLst>
                  <a:lin ang="2700000" scaled="0"/>
                </a:gradFill>
                <a:latin typeface="Segoe UI"/>
              </a:endParaRPr>
            </a:p>
          </p:txBody>
        </p:sp>
      </p:grpSp>
      <p:sp>
        <p:nvSpPr>
          <p:cNvPr id="6" name="Rounded Rectangle 14">
            <a:extLst>
              <a:ext uri="{FF2B5EF4-FFF2-40B4-BE49-F238E27FC236}">
                <a16:creationId xmlns:a16="http://schemas.microsoft.com/office/drawing/2014/main" id="{7A11C575-6C1C-E061-F153-DC62CC1CFFD4}"/>
              </a:ext>
              <a:ext uri="{C183D7F6-B498-43B3-948B-1728B52AA6E4}">
                <adec:decorative xmlns:adec="http://schemas.microsoft.com/office/drawing/2017/decorative" val="1"/>
              </a:ext>
            </a:extLst>
          </p:cNvPr>
          <p:cNvSpPr/>
          <p:nvPr/>
        </p:nvSpPr>
        <p:spPr>
          <a:xfrm>
            <a:off x="73029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sp>
        <p:nvSpPr>
          <p:cNvPr id="7" name="Rounded Rectangle 15">
            <a:extLst>
              <a:ext uri="{FF2B5EF4-FFF2-40B4-BE49-F238E27FC236}">
                <a16:creationId xmlns:a16="http://schemas.microsoft.com/office/drawing/2014/main" id="{40CE1E3A-5B6B-5EF4-945F-B14AA984A0F4}"/>
              </a:ext>
              <a:ext uri="{C183D7F6-B498-43B3-948B-1728B52AA6E4}">
                <adec:decorative xmlns:adec="http://schemas.microsoft.com/office/drawing/2017/decorative" val="1"/>
              </a:ext>
            </a:extLst>
          </p:cNvPr>
          <p:cNvSpPr/>
          <p:nvPr/>
        </p:nvSpPr>
        <p:spPr>
          <a:xfrm>
            <a:off x="182660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sp>
        <p:nvSpPr>
          <p:cNvPr id="8" name="Rounded Rectangle 17">
            <a:extLst>
              <a:ext uri="{FF2B5EF4-FFF2-40B4-BE49-F238E27FC236}">
                <a16:creationId xmlns:a16="http://schemas.microsoft.com/office/drawing/2014/main" id="{9A7CAAC1-0399-49D5-07DB-472D18C83E1D}"/>
              </a:ext>
              <a:ext uri="{C183D7F6-B498-43B3-948B-1728B52AA6E4}">
                <adec:decorative xmlns:adec="http://schemas.microsoft.com/office/drawing/2017/decorative" val="1"/>
              </a:ext>
            </a:extLst>
          </p:cNvPr>
          <p:cNvSpPr/>
          <p:nvPr/>
        </p:nvSpPr>
        <p:spPr>
          <a:xfrm>
            <a:off x="292291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sp>
        <p:nvSpPr>
          <p:cNvPr id="9" name="Rounded Rectangle 16">
            <a:extLst>
              <a:ext uri="{FF2B5EF4-FFF2-40B4-BE49-F238E27FC236}">
                <a16:creationId xmlns:a16="http://schemas.microsoft.com/office/drawing/2014/main" id="{968718C6-69FF-0B61-ED4F-C2E4C4534986}"/>
              </a:ext>
              <a:ext uri="{C183D7F6-B498-43B3-948B-1728B52AA6E4}">
                <adec:decorative xmlns:adec="http://schemas.microsoft.com/office/drawing/2017/decorative" val="1"/>
              </a:ext>
            </a:extLst>
          </p:cNvPr>
          <p:cNvSpPr/>
          <p:nvPr/>
        </p:nvSpPr>
        <p:spPr>
          <a:xfrm>
            <a:off x="4019229" y="2207301"/>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sp>
        <p:nvSpPr>
          <p:cNvPr id="10" name="Rounded Rectangle 18">
            <a:extLst>
              <a:ext uri="{FF2B5EF4-FFF2-40B4-BE49-F238E27FC236}">
                <a16:creationId xmlns:a16="http://schemas.microsoft.com/office/drawing/2014/main" id="{724DF522-B01A-A241-48D9-1736C8C9D6F4}"/>
              </a:ext>
              <a:ext uri="{C183D7F6-B498-43B3-948B-1728B52AA6E4}">
                <adec:decorative xmlns:adec="http://schemas.microsoft.com/office/drawing/2017/decorative" val="1"/>
              </a:ext>
            </a:extLst>
          </p:cNvPr>
          <p:cNvSpPr/>
          <p:nvPr/>
        </p:nvSpPr>
        <p:spPr>
          <a:xfrm>
            <a:off x="507857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sp>
        <p:nvSpPr>
          <p:cNvPr id="11" name="Rounded Rectangle 19">
            <a:extLst>
              <a:ext uri="{FF2B5EF4-FFF2-40B4-BE49-F238E27FC236}">
                <a16:creationId xmlns:a16="http://schemas.microsoft.com/office/drawing/2014/main" id="{2DC9BB15-7E4D-F4BD-0A17-BD4DC4DC8BE7}"/>
              </a:ext>
              <a:ext uri="{C183D7F6-B498-43B3-948B-1728B52AA6E4}">
                <adec:decorative xmlns:adec="http://schemas.microsoft.com/office/drawing/2017/decorative" val="1"/>
              </a:ext>
            </a:extLst>
          </p:cNvPr>
          <p:cNvSpPr/>
          <p:nvPr/>
        </p:nvSpPr>
        <p:spPr>
          <a:xfrm>
            <a:off x="6211847"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pic>
        <p:nvPicPr>
          <p:cNvPr id="12" name="Graphic 11">
            <a:extLst>
              <a:ext uri="{FF2B5EF4-FFF2-40B4-BE49-F238E27FC236}">
                <a16:creationId xmlns:a16="http://schemas.microsoft.com/office/drawing/2014/main" id="{DFB48127-EAE8-5170-971F-401F2232D58C}"/>
              </a:ext>
              <a:ext uri="{C183D7F6-B498-43B3-948B-1728B52AA6E4}">
                <adec:decorative xmlns:adec="http://schemas.microsoft.com/office/drawing/2017/decorative" val="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2453" r="-2453"/>
          <a:stretch/>
        </p:blipFill>
        <p:spPr>
          <a:xfrm>
            <a:off x="1021178" y="2359685"/>
            <a:ext cx="345665" cy="329502"/>
          </a:xfrm>
          <a:prstGeom prst="rect">
            <a:avLst/>
          </a:prstGeom>
        </p:spPr>
      </p:pic>
      <p:sp>
        <p:nvSpPr>
          <p:cNvPr id="13" name="Rounded Rectangle 14">
            <a:extLst>
              <a:ext uri="{FF2B5EF4-FFF2-40B4-BE49-F238E27FC236}">
                <a16:creationId xmlns:a16="http://schemas.microsoft.com/office/drawing/2014/main" id="{22074670-EE72-53D7-4304-B2E5A8E44209}"/>
              </a:ext>
            </a:extLst>
          </p:cNvPr>
          <p:cNvSpPr/>
          <p:nvPr/>
        </p:nvSpPr>
        <p:spPr>
          <a:xfrm>
            <a:off x="951155" y="2824680"/>
            <a:ext cx="485709"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Factory</a:t>
            </a:r>
          </a:p>
        </p:txBody>
      </p:sp>
      <p:pic>
        <p:nvPicPr>
          <p:cNvPr id="14" name="Graphic 13">
            <a:extLst>
              <a:ext uri="{FF2B5EF4-FFF2-40B4-BE49-F238E27FC236}">
                <a16:creationId xmlns:a16="http://schemas.microsoft.com/office/drawing/2014/main" id="{B7B026DA-978C-39DD-1526-8220B3CD831A}"/>
              </a:ext>
              <a:ext uri="{C183D7F6-B498-43B3-948B-1728B52AA6E4}">
                <adec:decorative xmlns:adec="http://schemas.microsoft.com/office/drawing/2017/decorative" val="1"/>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453" r="-2453"/>
          <a:stretch/>
        </p:blipFill>
        <p:spPr>
          <a:xfrm>
            <a:off x="2117488" y="2359686"/>
            <a:ext cx="345664" cy="329500"/>
          </a:xfrm>
          <a:prstGeom prst="rect">
            <a:avLst/>
          </a:prstGeom>
        </p:spPr>
      </p:pic>
      <p:sp>
        <p:nvSpPr>
          <p:cNvPr id="15" name="Rounded Rectangle 15">
            <a:extLst>
              <a:ext uri="{FF2B5EF4-FFF2-40B4-BE49-F238E27FC236}">
                <a16:creationId xmlns:a16="http://schemas.microsoft.com/office/drawing/2014/main" id="{5A390A34-1A8D-F99C-A79E-C5CA3139D6B4}"/>
              </a:ext>
            </a:extLst>
          </p:cNvPr>
          <p:cNvSpPr/>
          <p:nvPr/>
        </p:nvSpPr>
        <p:spPr>
          <a:xfrm>
            <a:off x="1908805" y="2824680"/>
            <a:ext cx="763029"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Engineering</a:t>
            </a:r>
          </a:p>
        </p:txBody>
      </p:sp>
      <p:pic>
        <p:nvPicPr>
          <p:cNvPr id="16" name="Graphic 15">
            <a:extLst>
              <a:ext uri="{FF2B5EF4-FFF2-40B4-BE49-F238E27FC236}">
                <a16:creationId xmlns:a16="http://schemas.microsoft.com/office/drawing/2014/main" id="{788B2D68-FE51-45CB-8705-9C90AF82F8B0}"/>
              </a:ext>
              <a:ext uri="{C183D7F6-B498-43B3-948B-1728B52AA6E4}">
                <adec:decorative xmlns:adec="http://schemas.microsoft.com/office/drawing/2017/decorative" val="1"/>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2453" r="-2453"/>
          <a:stretch/>
        </p:blipFill>
        <p:spPr>
          <a:xfrm>
            <a:off x="3213798" y="2359685"/>
            <a:ext cx="345665" cy="329502"/>
          </a:xfrm>
          <a:prstGeom prst="rect">
            <a:avLst/>
          </a:prstGeom>
        </p:spPr>
      </p:pic>
      <p:sp>
        <p:nvSpPr>
          <p:cNvPr id="17" name="Rounded Rectangle 17">
            <a:extLst>
              <a:ext uri="{FF2B5EF4-FFF2-40B4-BE49-F238E27FC236}">
                <a16:creationId xmlns:a16="http://schemas.microsoft.com/office/drawing/2014/main" id="{CAB2642D-0567-B0AF-6155-552BA6084FA1}"/>
              </a:ext>
            </a:extLst>
          </p:cNvPr>
          <p:cNvSpPr/>
          <p:nvPr/>
        </p:nvSpPr>
        <p:spPr>
          <a:xfrm>
            <a:off x="3136562" y="2824680"/>
            <a:ext cx="500137"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Data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Science</a:t>
            </a:r>
          </a:p>
        </p:txBody>
      </p:sp>
      <p:pic>
        <p:nvPicPr>
          <p:cNvPr id="18" name="Graphic 17">
            <a:extLst>
              <a:ext uri="{FF2B5EF4-FFF2-40B4-BE49-F238E27FC236}">
                <a16:creationId xmlns:a16="http://schemas.microsoft.com/office/drawing/2014/main" id="{BFE12239-1614-0665-95E3-57919A1D72A2}"/>
              </a:ext>
              <a:ext uri="{C183D7F6-B498-43B3-948B-1728B52AA6E4}">
                <adec:decorative xmlns:adec="http://schemas.microsoft.com/office/drawing/2017/decorative" val="1"/>
              </a:ext>
            </a:extLst>
          </p:cNvPr>
          <p:cNvPicPr>
            <a:picLocks noChangeAspect="1"/>
          </p:cNvPicPr>
          <p:nvPr/>
        </p:nvPicPr>
        <p:blipFill rotWithShape="1">
          <a:blip r:embed="rId8">
            <a:extLst>
              <a:ext uri="{96DAC541-7B7A-43D3-8B79-37D633B846F1}">
                <asvg:svgBlip xmlns:asvg="http://schemas.microsoft.com/office/drawing/2016/SVG/main" r:embed="rId9"/>
              </a:ext>
            </a:extLst>
          </a:blip>
          <a:srcRect l="-2453" r="-2453"/>
          <a:stretch/>
        </p:blipFill>
        <p:spPr>
          <a:xfrm>
            <a:off x="4300246" y="2350285"/>
            <a:ext cx="365388" cy="348303"/>
          </a:xfrm>
          <a:prstGeom prst="rect">
            <a:avLst/>
          </a:prstGeom>
        </p:spPr>
      </p:pic>
      <p:sp>
        <p:nvSpPr>
          <p:cNvPr id="19" name="Rounded Rectangle 280">
            <a:extLst>
              <a:ext uri="{FF2B5EF4-FFF2-40B4-BE49-F238E27FC236}">
                <a16:creationId xmlns:a16="http://schemas.microsoft.com/office/drawing/2014/main" id="{7C2FF7B8-A806-193C-FE21-243F53DD7242}"/>
              </a:ext>
            </a:extLst>
          </p:cNvPr>
          <p:cNvSpPr/>
          <p:nvPr/>
        </p:nvSpPr>
        <p:spPr>
          <a:xfrm>
            <a:off x="4121462" y="2824680"/>
            <a:ext cx="722955"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Data</a:t>
            </a:r>
            <a:br>
              <a:rPr lang="en-US" sz="1100">
                <a:solidFill>
                  <a:schemeClr val="bg1"/>
                </a:solidFill>
                <a:latin typeface="Segoe Sans Display Semibold" pitchFamily="2" charset="0"/>
                <a:cs typeface="Segoe Sans Display Semibold" pitchFamily="2" charset="0"/>
              </a:rPr>
            </a:br>
            <a:r>
              <a:rPr lang="en-US" sz="1100">
                <a:solidFill>
                  <a:schemeClr val="bg1"/>
                </a:solidFill>
                <a:latin typeface="Segoe Sans Display Semibold" pitchFamily="2" charset="0"/>
                <a:cs typeface="Segoe Sans Display Semibold" pitchFamily="2" charset="0"/>
              </a:rPr>
              <a:t>Warehouse</a:t>
            </a:r>
          </a:p>
        </p:txBody>
      </p:sp>
      <p:pic>
        <p:nvPicPr>
          <p:cNvPr id="20" name="Graphic 19">
            <a:extLst>
              <a:ext uri="{FF2B5EF4-FFF2-40B4-BE49-F238E27FC236}">
                <a16:creationId xmlns:a16="http://schemas.microsoft.com/office/drawing/2014/main" id="{EEA4D9B9-CEE2-63ED-8060-592A653ADE1C}"/>
              </a:ext>
              <a:ext uri="{C183D7F6-B498-43B3-948B-1728B52AA6E4}">
                <adec:decorative xmlns:adec="http://schemas.microsoft.com/office/drawing/2017/decorative" val="1"/>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l="-2453" r="-2453"/>
          <a:stretch/>
        </p:blipFill>
        <p:spPr>
          <a:xfrm>
            <a:off x="5361523" y="2352121"/>
            <a:ext cx="361534" cy="344629"/>
          </a:xfrm>
          <a:prstGeom prst="rect">
            <a:avLst/>
          </a:prstGeom>
        </p:spPr>
      </p:pic>
      <p:sp>
        <p:nvSpPr>
          <p:cNvPr id="21" name="Rounded Rectangle 18">
            <a:extLst>
              <a:ext uri="{FF2B5EF4-FFF2-40B4-BE49-F238E27FC236}">
                <a16:creationId xmlns:a16="http://schemas.microsoft.com/office/drawing/2014/main" id="{8F7D3910-8E2C-ECD6-413E-34388A154E59}"/>
              </a:ext>
            </a:extLst>
          </p:cNvPr>
          <p:cNvSpPr/>
          <p:nvPr/>
        </p:nvSpPr>
        <p:spPr>
          <a:xfrm>
            <a:off x="5167188" y="2824680"/>
            <a:ext cx="750205"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Real-Time</a:t>
            </a:r>
            <a:br>
              <a:rPr lang="en-US" sz="1100">
                <a:solidFill>
                  <a:schemeClr val="bg1"/>
                </a:solidFill>
                <a:latin typeface="Segoe Sans Display Semibold" pitchFamily="2" charset="0"/>
                <a:cs typeface="Segoe Sans Display Semibold" pitchFamily="2" charset="0"/>
              </a:rPr>
            </a:br>
            <a:r>
              <a:rPr lang="en-US" sz="1100">
                <a:solidFill>
                  <a:schemeClr val="bg1"/>
                </a:solidFill>
                <a:latin typeface="Segoe Sans Display Semibold" pitchFamily="2" charset="0"/>
                <a:cs typeface="Segoe Sans Display Semibold" pitchFamily="2" charset="0"/>
              </a:rPr>
              <a:t>Intelligence</a:t>
            </a:r>
          </a:p>
        </p:txBody>
      </p:sp>
      <p:pic>
        <p:nvPicPr>
          <p:cNvPr id="22" name="Graphic 21">
            <a:extLst>
              <a:ext uri="{FF2B5EF4-FFF2-40B4-BE49-F238E27FC236}">
                <a16:creationId xmlns:a16="http://schemas.microsoft.com/office/drawing/2014/main" id="{FFA747B2-83AB-BCC0-9EFB-E1DE0EE6F438}"/>
              </a:ext>
              <a:ext uri="{C183D7F6-B498-43B3-948B-1728B52AA6E4}">
                <adec:decorative xmlns:adec="http://schemas.microsoft.com/office/drawing/2017/decorative" val="1"/>
              </a:ext>
            </a:extLst>
          </p:cNvPr>
          <p:cNvPicPr>
            <a:picLocks noChangeAspect="1"/>
          </p:cNvPicPr>
          <p:nvPr/>
        </p:nvPicPr>
        <p:blipFill rotWithShape="1">
          <a:blip r:embed="rId12">
            <a:extLst>
              <a:ext uri="{96DAC541-7B7A-43D3-8B79-37D633B846F1}">
                <asvg:svgBlip xmlns:asvg="http://schemas.microsoft.com/office/drawing/2016/SVG/main" r:embed="rId13"/>
              </a:ext>
            </a:extLst>
          </a:blip>
          <a:srcRect l="-2453" r="-2453"/>
          <a:stretch/>
        </p:blipFill>
        <p:spPr>
          <a:xfrm>
            <a:off x="6502726" y="2359685"/>
            <a:ext cx="345665" cy="329502"/>
          </a:xfrm>
          <a:prstGeom prst="rect">
            <a:avLst/>
          </a:prstGeom>
        </p:spPr>
      </p:pic>
      <p:sp>
        <p:nvSpPr>
          <p:cNvPr id="23" name="Rounded Rectangle 19">
            <a:extLst>
              <a:ext uri="{FF2B5EF4-FFF2-40B4-BE49-F238E27FC236}">
                <a16:creationId xmlns:a16="http://schemas.microsoft.com/office/drawing/2014/main" id="{B09AB864-D5E2-80E5-C0AF-4E63B78E734F}"/>
              </a:ext>
            </a:extLst>
          </p:cNvPr>
          <p:cNvSpPr/>
          <p:nvPr/>
        </p:nvSpPr>
        <p:spPr>
          <a:xfrm>
            <a:off x="6474381" y="2824680"/>
            <a:ext cx="402354"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Power</a:t>
            </a:r>
            <a:br>
              <a:rPr lang="en-US" sz="1100">
                <a:solidFill>
                  <a:schemeClr val="bg1"/>
                </a:solidFill>
                <a:latin typeface="Segoe Sans Display Semibold" pitchFamily="2" charset="0"/>
                <a:cs typeface="Segoe Sans Display Semibold" pitchFamily="2" charset="0"/>
              </a:rPr>
            </a:br>
            <a:r>
              <a:rPr lang="en-US" sz="1100">
                <a:solidFill>
                  <a:schemeClr val="bg1"/>
                </a:solidFill>
                <a:latin typeface="Segoe Sans Display Semibold" pitchFamily="2" charset="0"/>
                <a:cs typeface="Segoe Sans Display Semibold" pitchFamily="2" charset="0"/>
              </a:rPr>
              <a:t>BI</a:t>
            </a:r>
          </a:p>
        </p:txBody>
      </p:sp>
      <p:cxnSp>
        <p:nvCxnSpPr>
          <p:cNvPr id="24" name="Straight Connector 23" descr="Arrow pointing downwards">
            <a:extLst>
              <a:ext uri="{FF2B5EF4-FFF2-40B4-BE49-F238E27FC236}">
                <a16:creationId xmlns:a16="http://schemas.microsoft.com/office/drawing/2014/main" id="{906A9A76-6CD0-4601-76DE-E5F58895FFB6}"/>
              </a:ext>
            </a:extLst>
          </p:cNvPr>
          <p:cNvCxnSpPr>
            <a:cxnSpLocks/>
            <a:stCxn id="6" idx="2"/>
          </p:cNvCxnSpPr>
          <p:nvPr/>
        </p:nvCxnSpPr>
        <p:spPr>
          <a:xfrm>
            <a:off x="1194011" y="3301795"/>
            <a:ext cx="0" cy="599645"/>
          </a:xfrm>
          <a:prstGeom prst="line">
            <a:avLst/>
          </a:prstGeom>
          <a:ln w="12700">
            <a:solidFill>
              <a:schemeClr val="bg1">
                <a:lumMod val="50000"/>
                <a:lumOff val="50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25" name="Straight Connector 24" descr="Arrow pointing downwards">
            <a:extLst>
              <a:ext uri="{FF2B5EF4-FFF2-40B4-BE49-F238E27FC236}">
                <a16:creationId xmlns:a16="http://schemas.microsoft.com/office/drawing/2014/main" id="{26F7EA90-4245-BBC0-E610-DCAE5889E625}"/>
              </a:ext>
            </a:extLst>
          </p:cNvPr>
          <p:cNvCxnSpPr>
            <a:cxnSpLocks/>
            <a:stCxn id="7" idx="2"/>
          </p:cNvCxnSpPr>
          <p:nvPr/>
        </p:nvCxnSpPr>
        <p:spPr>
          <a:xfrm flipH="1">
            <a:off x="2290319" y="3301795"/>
            <a:ext cx="2" cy="599645"/>
          </a:xfrm>
          <a:prstGeom prst="line">
            <a:avLst/>
          </a:prstGeom>
          <a:ln w="12700">
            <a:solidFill>
              <a:schemeClr val="bg1">
                <a:lumMod val="50000"/>
                <a:lumOff val="50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26" name="Straight Connector 25" descr="Arrow pointing downwards">
            <a:extLst>
              <a:ext uri="{FF2B5EF4-FFF2-40B4-BE49-F238E27FC236}">
                <a16:creationId xmlns:a16="http://schemas.microsoft.com/office/drawing/2014/main" id="{ED94D452-7044-8386-9175-35D0BC7AE737}"/>
              </a:ext>
            </a:extLst>
          </p:cNvPr>
          <p:cNvCxnSpPr>
            <a:cxnSpLocks/>
            <a:stCxn id="8" idx="2"/>
          </p:cNvCxnSpPr>
          <p:nvPr/>
        </p:nvCxnSpPr>
        <p:spPr>
          <a:xfrm flipH="1">
            <a:off x="3386629" y="3301795"/>
            <a:ext cx="2" cy="599645"/>
          </a:xfrm>
          <a:prstGeom prst="line">
            <a:avLst/>
          </a:prstGeom>
          <a:ln w="12700">
            <a:solidFill>
              <a:schemeClr val="bg1">
                <a:lumMod val="50000"/>
                <a:lumOff val="50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27" name="Straight Connector 26" descr="Arrow pointing downwards">
            <a:extLst>
              <a:ext uri="{FF2B5EF4-FFF2-40B4-BE49-F238E27FC236}">
                <a16:creationId xmlns:a16="http://schemas.microsoft.com/office/drawing/2014/main" id="{767B5662-35D2-3668-7D05-9FEC4523D2B2}"/>
              </a:ext>
            </a:extLst>
          </p:cNvPr>
          <p:cNvCxnSpPr>
            <a:cxnSpLocks/>
            <a:stCxn id="9" idx="2"/>
          </p:cNvCxnSpPr>
          <p:nvPr/>
        </p:nvCxnSpPr>
        <p:spPr>
          <a:xfrm flipH="1">
            <a:off x="4482939" y="3301796"/>
            <a:ext cx="2" cy="599646"/>
          </a:xfrm>
          <a:prstGeom prst="line">
            <a:avLst/>
          </a:prstGeom>
          <a:ln w="12700">
            <a:solidFill>
              <a:schemeClr val="bg1">
                <a:lumMod val="50000"/>
                <a:lumOff val="50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28" name="Straight Connector 27" descr="Arrow pointing downwards">
            <a:extLst>
              <a:ext uri="{FF2B5EF4-FFF2-40B4-BE49-F238E27FC236}">
                <a16:creationId xmlns:a16="http://schemas.microsoft.com/office/drawing/2014/main" id="{D96A6171-07FD-68E2-6B60-B17A8420C2B3}"/>
              </a:ext>
            </a:extLst>
          </p:cNvPr>
          <p:cNvCxnSpPr>
            <a:cxnSpLocks/>
            <a:stCxn id="10" idx="2"/>
          </p:cNvCxnSpPr>
          <p:nvPr/>
        </p:nvCxnSpPr>
        <p:spPr>
          <a:xfrm flipH="1">
            <a:off x="5542290" y="3301795"/>
            <a:ext cx="1" cy="599645"/>
          </a:xfrm>
          <a:prstGeom prst="line">
            <a:avLst/>
          </a:prstGeom>
          <a:ln w="12700">
            <a:solidFill>
              <a:schemeClr val="bg1">
                <a:lumMod val="50000"/>
                <a:lumOff val="50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29" name="Straight Connector 28" descr="Arrow pointing downwards">
            <a:extLst>
              <a:ext uri="{FF2B5EF4-FFF2-40B4-BE49-F238E27FC236}">
                <a16:creationId xmlns:a16="http://schemas.microsoft.com/office/drawing/2014/main" id="{F1218217-D4D3-7CA8-59B4-1379EC56C3CA}"/>
              </a:ext>
            </a:extLst>
          </p:cNvPr>
          <p:cNvCxnSpPr>
            <a:cxnSpLocks/>
            <a:stCxn id="11" idx="2"/>
          </p:cNvCxnSpPr>
          <p:nvPr/>
        </p:nvCxnSpPr>
        <p:spPr>
          <a:xfrm flipH="1">
            <a:off x="6675558" y="3301795"/>
            <a:ext cx="1" cy="599645"/>
          </a:xfrm>
          <a:prstGeom prst="line">
            <a:avLst/>
          </a:prstGeom>
          <a:ln w="12700">
            <a:solidFill>
              <a:schemeClr val="bg1">
                <a:lumMod val="50000"/>
                <a:lumOff val="50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9F97F50F-0E72-ED51-2D62-180976B889C2}"/>
              </a:ext>
              <a:ext uri="{C183D7F6-B498-43B3-948B-1728B52AA6E4}">
                <adec:decorative xmlns:adec="http://schemas.microsoft.com/office/drawing/2017/decorative" val="1"/>
              </a:ext>
            </a:extLst>
          </p:cNvPr>
          <p:cNvPicPr>
            <a:picLocks noChangeAspect="1"/>
          </p:cNvPicPr>
          <p:nvPr/>
        </p:nvPicPr>
        <p:blipFill rotWithShape="1">
          <a:blip r:embed="rId14">
            <a:extLst>
              <a:ext uri="{28A0092B-C50C-407E-A947-70E740481C1C}">
                <a14:useLocalDpi xmlns:a14="http://schemas.microsoft.com/office/drawing/2010/main" val="0"/>
              </a:ext>
            </a:extLst>
          </a:blip>
          <a:srcRect l="-7916" r="-7916"/>
          <a:stretch/>
        </p:blipFill>
        <p:spPr>
          <a:xfrm>
            <a:off x="3264129" y="4057110"/>
            <a:ext cx="463106" cy="400590"/>
          </a:xfrm>
          <a:prstGeom prst="rect">
            <a:avLst/>
          </a:prstGeom>
        </p:spPr>
      </p:pic>
      <p:sp>
        <p:nvSpPr>
          <p:cNvPr id="31" name="Rounded Rectangle 45">
            <a:extLst>
              <a:ext uri="{FF2B5EF4-FFF2-40B4-BE49-F238E27FC236}">
                <a16:creationId xmlns:a16="http://schemas.microsoft.com/office/drawing/2014/main" id="{F89F209B-A75A-0741-22DC-8BB8891F0A24}"/>
              </a:ext>
            </a:extLst>
          </p:cNvPr>
          <p:cNvSpPr/>
          <p:nvPr/>
        </p:nvSpPr>
        <p:spPr>
          <a:xfrm>
            <a:off x="3795923" y="4131913"/>
            <a:ext cx="809517" cy="250984"/>
          </a:xfrm>
          <a:prstGeom prst="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err="1">
                <a:ln>
                  <a:noFill/>
                </a:ln>
                <a:solidFill>
                  <a:schemeClr val="bg1"/>
                </a:solidFill>
                <a:effectLst/>
                <a:uLnTx/>
                <a:uFillTx/>
                <a:latin typeface="Segoe Sans Display Semibold" pitchFamily="2" charset="0"/>
                <a:cs typeface="Segoe Sans Display Semibold" pitchFamily="2" charset="0"/>
              </a:rPr>
              <a:t>OneLake</a:t>
            </a:r>
            <a:endParaRPr kumimoji="0" lang="en-US" sz="1600" b="0" i="0" u="none" strike="noStrike" kern="0" cap="none" spc="0" normalizeH="0" baseline="0" noProof="0">
              <a:ln>
                <a:noFill/>
              </a:ln>
              <a:solidFill>
                <a:schemeClr val="bg1"/>
              </a:solidFill>
              <a:effectLst/>
              <a:uLnTx/>
              <a:uFillTx/>
              <a:latin typeface="Segoe Sans Display Semibold" pitchFamily="2" charset="0"/>
              <a:cs typeface="Segoe Sans Display Semibold" pitchFamily="2" charset="0"/>
            </a:endParaRPr>
          </a:p>
        </p:txBody>
      </p:sp>
      <p:grpSp>
        <p:nvGrpSpPr>
          <p:cNvPr id="32" name="Group 31" descr="Workspace POS sales; Workspace online sales; Workspace customer; Workspace ads and Workspace&#10;expenses&#10;&#10;&#10;&#10;">
            <a:extLst>
              <a:ext uri="{FF2B5EF4-FFF2-40B4-BE49-F238E27FC236}">
                <a16:creationId xmlns:a16="http://schemas.microsoft.com/office/drawing/2014/main" id="{38739F5C-D832-096D-978D-9F58E257DB67}"/>
              </a:ext>
            </a:extLst>
          </p:cNvPr>
          <p:cNvGrpSpPr/>
          <p:nvPr/>
        </p:nvGrpSpPr>
        <p:grpSpPr>
          <a:xfrm>
            <a:off x="1103389" y="4695466"/>
            <a:ext cx="5662790" cy="680952"/>
            <a:chOff x="1011088" y="4454291"/>
            <a:chExt cx="5662790" cy="680952"/>
          </a:xfrm>
          <a:solidFill>
            <a:srgbClr val="0078D4"/>
          </a:solidFill>
        </p:grpSpPr>
        <p:sp>
          <p:nvSpPr>
            <p:cNvPr id="33" name="TextBox 32">
              <a:extLst>
                <a:ext uri="{FF2B5EF4-FFF2-40B4-BE49-F238E27FC236}">
                  <a16:creationId xmlns:a16="http://schemas.microsoft.com/office/drawing/2014/main" id="{770D5F40-723D-A94B-126E-F16BDB9A48BB}"/>
                </a:ext>
                <a:ext uri="{C183D7F6-B498-43B3-948B-1728B52AA6E4}">
                  <adec:decorative xmlns:adec="http://schemas.microsoft.com/office/drawing/2017/decorative" val="1"/>
                </a:ext>
              </a:extLst>
            </p:cNvPr>
            <p:cNvSpPr txBox="1"/>
            <p:nvPr/>
          </p:nvSpPr>
          <p:spPr>
            <a:xfrm>
              <a:off x="1011088" y="4830544"/>
              <a:ext cx="875018" cy="3046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Workspace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POS sales</a:t>
              </a:r>
            </a:p>
          </p:txBody>
        </p:sp>
        <p:sp>
          <p:nvSpPr>
            <p:cNvPr id="34" name="TextBox 33">
              <a:extLst>
                <a:ext uri="{FF2B5EF4-FFF2-40B4-BE49-F238E27FC236}">
                  <a16:creationId xmlns:a16="http://schemas.microsoft.com/office/drawing/2014/main" id="{9C927DD0-74F4-A7D9-C80F-F476BCB6A65E}"/>
                </a:ext>
                <a:ext uri="{C183D7F6-B498-43B3-948B-1728B52AA6E4}">
                  <adec:decorative xmlns:adec="http://schemas.microsoft.com/office/drawing/2017/decorative" val="1"/>
                </a:ext>
              </a:extLst>
            </p:cNvPr>
            <p:cNvSpPr txBox="1"/>
            <p:nvPr/>
          </p:nvSpPr>
          <p:spPr>
            <a:xfrm>
              <a:off x="2194621" y="4830544"/>
              <a:ext cx="875018" cy="3046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Workspace online sales</a:t>
              </a:r>
            </a:p>
          </p:txBody>
        </p:sp>
        <p:sp>
          <p:nvSpPr>
            <p:cNvPr id="35" name="TextBox 34">
              <a:extLst>
                <a:ext uri="{FF2B5EF4-FFF2-40B4-BE49-F238E27FC236}">
                  <a16:creationId xmlns:a16="http://schemas.microsoft.com/office/drawing/2014/main" id="{25816F4F-5821-C825-D6DF-74064CB1EC1B}"/>
                </a:ext>
                <a:ext uri="{C183D7F6-B498-43B3-948B-1728B52AA6E4}">
                  <adec:decorative xmlns:adec="http://schemas.microsoft.com/office/drawing/2017/decorative" val="1"/>
                </a:ext>
              </a:extLst>
            </p:cNvPr>
            <p:cNvSpPr txBox="1"/>
            <p:nvPr/>
          </p:nvSpPr>
          <p:spPr>
            <a:xfrm>
              <a:off x="3436227" y="4830544"/>
              <a:ext cx="875018" cy="3046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Workspace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customer</a:t>
              </a:r>
            </a:p>
          </p:txBody>
        </p:sp>
        <p:sp>
          <p:nvSpPr>
            <p:cNvPr id="36" name="TextBox 35">
              <a:extLst>
                <a:ext uri="{FF2B5EF4-FFF2-40B4-BE49-F238E27FC236}">
                  <a16:creationId xmlns:a16="http://schemas.microsoft.com/office/drawing/2014/main" id="{06B31803-5E6F-1D36-25D1-63B3BC25EE2A}"/>
                </a:ext>
                <a:ext uri="{C183D7F6-B498-43B3-948B-1728B52AA6E4}">
                  <adec:decorative xmlns:adec="http://schemas.microsoft.com/office/drawing/2017/decorative" val="1"/>
                </a:ext>
              </a:extLst>
            </p:cNvPr>
            <p:cNvSpPr txBox="1"/>
            <p:nvPr/>
          </p:nvSpPr>
          <p:spPr>
            <a:xfrm>
              <a:off x="4561687" y="4830544"/>
              <a:ext cx="1030776" cy="3046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Workspace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ads</a:t>
              </a:r>
            </a:p>
          </p:txBody>
        </p:sp>
        <p:sp>
          <p:nvSpPr>
            <p:cNvPr id="37" name="TextBox 36">
              <a:extLst>
                <a:ext uri="{FF2B5EF4-FFF2-40B4-BE49-F238E27FC236}">
                  <a16:creationId xmlns:a16="http://schemas.microsoft.com/office/drawing/2014/main" id="{4F273124-7F3B-13E3-FA31-3AF1CBF79E97}"/>
                </a:ext>
                <a:ext uri="{C183D7F6-B498-43B3-948B-1728B52AA6E4}">
                  <adec:decorative xmlns:adec="http://schemas.microsoft.com/office/drawing/2017/decorative" val="1"/>
                </a:ext>
              </a:extLst>
            </p:cNvPr>
            <p:cNvSpPr txBox="1"/>
            <p:nvPr/>
          </p:nvSpPr>
          <p:spPr>
            <a:xfrm>
              <a:off x="5798860" y="4830544"/>
              <a:ext cx="875018" cy="3046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Workspace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expenses</a:t>
              </a:r>
            </a:p>
          </p:txBody>
        </p:sp>
        <p:grpSp>
          <p:nvGrpSpPr>
            <p:cNvPr id="38" name="Group 37">
              <a:extLst>
                <a:ext uri="{FF2B5EF4-FFF2-40B4-BE49-F238E27FC236}">
                  <a16:creationId xmlns:a16="http://schemas.microsoft.com/office/drawing/2014/main" id="{96ECF124-5E55-73B6-5056-3314BD2608F0}"/>
                </a:ext>
              </a:extLst>
            </p:cNvPr>
            <p:cNvGrpSpPr/>
            <p:nvPr/>
          </p:nvGrpSpPr>
          <p:grpSpPr>
            <a:xfrm>
              <a:off x="6090041" y="4454291"/>
              <a:ext cx="331746" cy="266059"/>
              <a:chOff x="5627146" y="4264532"/>
              <a:chExt cx="331746" cy="266059"/>
            </a:xfrm>
            <a:grpFill/>
          </p:grpSpPr>
          <p:sp>
            <p:nvSpPr>
              <p:cNvPr id="51" name="Freeform 24">
                <a:extLst>
                  <a:ext uri="{FF2B5EF4-FFF2-40B4-BE49-F238E27FC236}">
                    <a16:creationId xmlns:a16="http://schemas.microsoft.com/office/drawing/2014/main" id="{E18B0B5F-E46F-4451-13CA-D7048F012120}"/>
                  </a:ext>
                </a:extLst>
              </p:cNvPr>
              <p:cNvSpPr/>
              <p:nvPr/>
            </p:nvSpPr>
            <p:spPr>
              <a:xfrm>
                <a:off x="5627146"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sp>
            <p:nvSpPr>
              <p:cNvPr id="52" name="Freeform 25">
                <a:extLst>
                  <a:ext uri="{FF2B5EF4-FFF2-40B4-BE49-F238E27FC236}">
                    <a16:creationId xmlns:a16="http://schemas.microsoft.com/office/drawing/2014/main" id="{0315464F-3CE0-B5EF-E92B-2496C742C0E7}"/>
                  </a:ext>
                </a:extLst>
              </p:cNvPr>
              <p:cNvSpPr/>
              <p:nvPr/>
            </p:nvSpPr>
            <p:spPr>
              <a:xfrm>
                <a:off x="5655981"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grpSp>
        <p:grpSp>
          <p:nvGrpSpPr>
            <p:cNvPr id="39" name="Group 38">
              <a:extLst>
                <a:ext uri="{FF2B5EF4-FFF2-40B4-BE49-F238E27FC236}">
                  <a16:creationId xmlns:a16="http://schemas.microsoft.com/office/drawing/2014/main" id="{C361BDA1-4C74-34C0-22CF-A99915504799}"/>
                </a:ext>
              </a:extLst>
            </p:cNvPr>
            <p:cNvGrpSpPr/>
            <p:nvPr/>
          </p:nvGrpSpPr>
          <p:grpSpPr>
            <a:xfrm>
              <a:off x="4915858" y="4461739"/>
              <a:ext cx="331746" cy="266059"/>
              <a:chOff x="5570392" y="4264532"/>
              <a:chExt cx="331746" cy="266059"/>
            </a:xfrm>
            <a:grpFill/>
          </p:grpSpPr>
          <p:sp>
            <p:nvSpPr>
              <p:cNvPr id="49" name="Freeform 24">
                <a:extLst>
                  <a:ext uri="{FF2B5EF4-FFF2-40B4-BE49-F238E27FC236}">
                    <a16:creationId xmlns:a16="http://schemas.microsoft.com/office/drawing/2014/main" id="{E8948394-FB48-1D96-89B0-2A4CAD8955E3}"/>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sp>
            <p:nvSpPr>
              <p:cNvPr id="50" name="Freeform 25">
                <a:extLst>
                  <a:ext uri="{FF2B5EF4-FFF2-40B4-BE49-F238E27FC236}">
                    <a16:creationId xmlns:a16="http://schemas.microsoft.com/office/drawing/2014/main" id="{0AC1EA66-D0B8-109F-EE83-BA5C6D692996}"/>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grpSp>
        <p:grpSp>
          <p:nvGrpSpPr>
            <p:cNvPr id="40" name="Group 39">
              <a:extLst>
                <a:ext uri="{FF2B5EF4-FFF2-40B4-BE49-F238E27FC236}">
                  <a16:creationId xmlns:a16="http://schemas.microsoft.com/office/drawing/2014/main" id="{1E252BAB-B793-54D3-2C8D-55F7386DA7C3}"/>
                </a:ext>
              </a:extLst>
            </p:cNvPr>
            <p:cNvGrpSpPr/>
            <p:nvPr/>
          </p:nvGrpSpPr>
          <p:grpSpPr>
            <a:xfrm>
              <a:off x="3715915" y="4461739"/>
              <a:ext cx="331746" cy="266059"/>
              <a:chOff x="5570392" y="4264532"/>
              <a:chExt cx="331746" cy="266059"/>
            </a:xfrm>
            <a:grpFill/>
          </p:grpSpPr>
          <p:sp>
            <p:nvSpPr>
              <p:cNvPr id="47" name="Freeform 24">
                <a:extLst>
                  <a:ext uri="{FF2B5EF4-FFF2-40B4-BE49-F238E27FC236}">
                    <a16:creationId xmlns:a16="http://schemas.microsoft.com/office/drawing/2014/main" id="{09DC2CE4-1CBD-3598-73B6-CBD04185C758}"/>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sp>
            <p:nvSpPr>
              <p:cNvPr id="48" name="Freeform 25">
                <a:extLst>
                  <a:ext uri="{FF2B5EF4-FFF2-40B4-BE49-F238E27FC236}">
                    <a16:creationId xmlns:a16="http://schemas.microsoft.com/office/drawing/2014/main" id="{FF358DFD-7BB5-A066-1E73-8486F4C593E7}"/>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grpSp>
        <p:grpSp>
          <p:nvGrpSpPr>
            <p:cNvPr id="41" name="Group 40">
              <a:extLst>
                <a:ext uri="{FF2B5EF4-FFF2-40B4-BE49-F238E27FC236}">
                  <a16:creationId xmlns:a16="http://schemas.microsoft.com/office/drawing/2014/main" id="{7C114AF2-3A2E-B155-9BE4-78AE1D6FCFF4}"/>
                </a:ext>
              </a:extLst>
            </p:cNvPr>
            <p:cNvGrpSpPr/>
            <p:nvPr/>
          </p:nvGrpSpPr>
          <p:grpSpPr>
            <a:xfrm>
              <a:off x="2474309" y="4455455"/>
              <a:ext cx="331746" cy="266059"/>
              <a:chOff x="5570392" y="4264532"/>
              <a:chExt cx="331746" cy="266059"/>
            </a:xfrm>
            <a:grpFill/>
          </p:grpSpPr>
          <p:sp>
            <p:nvSpPr>
              <p:cNvPr id="45" name="Freeform 24">
                <a:extLst>
                  <a:ext uri="{FF2B5EF4-FFF2-40B4-BE49-F238E27FC236}">
                    <a16:creationId xmlns:a16="http://schemas.microsoft.com/office/drawing/2014/main" id="{FFBCB247-5628-CBBF-A2C6-CF11079C1A06}"/>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sp>
            <p:nvSpPr>
              <p:cNvPr id="46" name="Freeform 25">
                <a:extLst>
                  <a:ext uri="{FF2B5EF4-FFF2-40B4-BE49-F238E27FC236}">
                    <a16:creationId xmlns:a16="http://schemas.microsoft.com/office/drawing/2014/main" id="{1C305F43-D209-219B-4555-6557555CB55B}"/>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grpSp>
        <p:grpSp>
          <p:nvGrpSpPr>
            <p:cNvPr id="42" name="Group 41">
              <a:extLst>
                <a:ext uri="{FF2B5EF4-FFF2-40B4-BE49-F238E27FC236}">
                  <a16:creationId xmlns:a16="http://schemas.microsoft.com/office/drawing/2014/main" id="{BF732C8F-7E86-C659-1DCE-123E0D4EBBEE}"/>
                </a:ext>
              </a:extLst>
            </p:cNvPr>
            <p:cNvGrpSpPr/>
            <p:nvPr/>
          </p:nvGrpSpPr>
          <p:grpSpPr>
            <a:xfrm>
              <a:off x="1260167" y="4461739"/>
              <a:ext cx="331746" cy="266059"/>
              <a:chOff x="5570392" y="4264532"/>
              <a:chExt cx="331746" cy="266059"/>
            </a:xfrm>
            <a:grpFill/>
          </p:grpSpPr>
          <p:sp>
            <p:nvSpPr>
              <p:cNvPr id="43" name="Freeform 24">
                <a:extLst>
                  <a:ext uri="{FF2B5EF4-FFF2-40B4-BE49-F238E27FC236}">
                    <a16:creationId xmlns:a16="http://schemas.microsoft.com/office/drawing/2014/main" id="{B10ACEA2-4CF0-9339-C340-5DE0B541F110}"/>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sp>
            <p:nvSpPr>
              <p:cNvPr id="44" name="Freeform 25">
                <a:extLst>
                  <a:ext uri="{FF2B5EF4-FFF2-40B4-BE49-F238E27FC236}">
                    <a16:creationId xmlns:a16="http://schemas.microsoft.com/office/drawing/2014/main" id="{F28B8D97-5252-9B7B-F4AF-30AEEFF329F5}"/>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grpSp>
      </p:grpSp>
      <p:sp>
        <p:nvSpPr>
          <p:cNvPr id="53" name="Rounded Rectangle 45">
            <a:extLst>
              <a:ext uri="{FF2B5EF4-FFF2-40B4-BE49-F238E27FC236}">
                <a16:creationId xmlns:a16="http://schemas.microsoft.com/office/drawing/2014/main" id="{CA3BD46A-EFB3-4397-7B47-8E0072A819AE}"/>
              </a:ext>
            </a:extLst>
          </p:cNvPr>
          <p:cNvSpPr/>
          <p:nvPr/>
        </p:nvSpPr>
        <p:spPr>
          <a:xfrm>
            <a:off x="2382276" y="5791781"/>
            <a:ext cx="3105017" cy="246221"/>
          </a:xfrm>
          <a:prstGeom prst="rect">
            <a:avLst/>
          </a:prstGeom>
          <a:ln w="1905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none" lIns="0" tIns="0" rIns="0" bIns="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effectLst/>
                <a:uLnTx/>
                <a:uFillTx/>
                <a:latin typeface="Segoe Sans Display Semibold" pitchFamily="2" charset="0"/>
                <a:cs typeface="Segoe Sans Display Semibold" pitchFamily="2" charset="0"/>
              </a:rPr>
              <a:t>Unified Security and Governance </a:t>
            </a:r>
          </a:p>
        </p:txBody>
      </p:sp>
      <p:grpSp>
        <p:nvGrpSpPr>
          <p:cNvPr id="54" name="Group 53">
            <a:extLst>
              <a:ext uri="{FF2B5EF4-FFF2-40B4-BE49-F238E27FC236}">
                <a16:creationId xmlns:a16="http://schemas.microsoft.com/office/drawing/2014/main" id="{6D6D831B-B48B-B523-5B1D-AFA6ACBDE0E5}"/>
              </a:ext>
              <a:ext uri="{C183D7F6-B498-43B3-948B-1728B52AA6E4}">
                <adec:decorative xmlns:adec="http://schemas.microsoft.com/office/drawing/2017/decorative" val="1"/>
              </a:ext>
            </a:extLst>
          </p:cNvPr>
          <p:cNvGrpSpPr/>
          <p:nvPr/>
        </p:nvGrpSpPr>
        <p:grpSpPr>
          <a:xfrm>
            <a:off x="7516760" y="2015211"/>
            <a:ext cx="4101936" cy="4122080"/>
            <a:chOff x="7516760" y="2015211"/>
            <a:chExt cx="4101936" cy="4122080"/>
          </a:xfrm>
        </p:grpSpPr>
        <p:sp>
          <p:nvSpPr>
            <p:cNvPr id="55" name="Rounded Rectangle 205">
              <a:extLst>
                <a:ext uri="{FF2B5EF4-FFF2-40B4-BE49-F238E27FC236}">
                  <a16:creationId xmlns:a16="http://schemas.microsoft.com/office/drawing/2014/main" id="{D9D5BBF2-4D95-94C6-D0AC-ACCFD8A011D1}"/>
                </a:ext>
                <a:ext uri="{C183D7F6-B498-43B3-948B-1728B52AA6E4}">
                  <adec:decorative xmlns:adec="http://schemas.microsoft.com/office/drawing/2017/decorative" val="1"/>
                </a:ext>
              </a:extLst>
            </p:cNvPr>
            <p:cNvSpPr/>
            <p:nvPr/>
          </p:nvSpPr>
          <p:spPr bwMode="auto">
            <a:xfrm>
              <a:off x="7516760" y="2015211"/>
              <a:ext cx="4101936" cy="4122080"/>
            </a:xfrm>
            <a:prstGeom prst="roundRect">
              <a:avLst>
                <a:gd name="adj" fmla="val 4025"/>
              </a:avLst>
            </a:prstGeom>
            <a:solidFill>
              <a:srgbClr val="FFFFFF">
                <a:alpha val="70000"/>
              </a:srgbClr>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32472" fontAlgn="base">
                <a:spcBef>
                  <a:spcPct val="0"/>
                </a:spcBef>
              </a:pPr>
              <a:endParaRPr lang="en-US" sz="1400" err="1">
                <a:solidFill>
                  <a:srgbClr val="225B61"/>
                </a:solidFill>
                <a:latin typeface="Segoe Sans Display Semibold" pitchFamily="2" charset="0"/>
                <a:cs typeface="Segoe Sans Display Semibold" pitchFamily="2" charset="0"/>
              </a:endParaRPr>
            </a:p>
          </p:txBody>
        </p:sp>
        <p:sp>
          <p:nvSpPr>
            <p:cNvPr id="56" name="Rounded Rectangle 205">
              <a:extLst>
                <a:ext uri="{FF2B5EF4-FFF2-40B4-BE49-F238E27FC236}">
                  <a16:creationId xmlns:a16="http://schemas.microsoft.com/office/drawing/2014/main" id="{A0FDBC53-72D9-AB01-1DFF-065980DF4B19}"/>
                </a:ext>
                <a:ext uri="{C183D7F6-B498-43B3-948B-1728B52AA6E4}">
                  <adec:decorative xmlns:adec="http://schemas.microsoft.com/office/drawing/2017/decorative" val="1"/>
                </a:ext>
              </a:extLst>
            </p:cNvPr>
            <p:cNvSpPr/>
            <p:nvPr/>
          </p:nvSpPr>
          <p:spPr bwMode="auto">
            <a:xfrm>
              <a:off x="7640401" y="2139501"/>
              <a:ext cx="3854654" cy="3873501"/>
            </a:xfrm>
            <a:prstGeom prst="roundRect">
              <a:avLst>
                <a:gd name="adj" fmla="val 2108"/>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pPr>
              <a:endParaRPr lang="en-US" sz="1200" err="1">
                <a:gradFill>
                  <a:gsLst>
                    <a:gs pos="2874">
                      <a:srgbClr val="FFFFFF"/>
                    </a:gs>
                    <a:gs pos="17978">
                      <a:srgbClr val="FFFFFF"/>
                    </a:gs>
                  </a:gsLst>
                  <a:lin ang="2700000" scaled="0"/>
                </a:gradFill>
                <a:latin typeface="Segoe UI"/>
              </a:endParaRPr>
            </a:p>
          </p:txBody>
        </p:sp>
        <p:cxnSp>
          <p:nvCxnSpPr>
            <p:cNvPr id="57" name="Straight Connector 56">
              <a:extLst>
                <a:ext uri="{FF2B5EF4-FFF2-40B4-BE49-F238E27FC236}">
                  <a16:creationId xmlns:a16="http://schemas.microsoft.com/office/drawing/2014/main" id="{DEF8CC18-AFB6-72F8-D053-2BB7E6D2881A}"/>
                </a:ext>
              </a:extLst>
            </p:cNvPr>
            <p:cNvCxnSpPr>
              <a:cxnSpLocks/>
            </p:cNvCxnSpPr>
            <p:nvPr/>
          </p:nvCxnSpPr>
          <p:spPr>
            <a:xfrm>
              <a:off x="7829271" y="2732761"/>
              <a:ext cx="3476914"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40246F6-F321-08D8-93A0-7B904A069176}"/>
                </a:ext>
              </a:extLst>
            </p:cNvPr>
            <p:cNvCxnSpPr>
              <a:cxnSpLocks/>
            </p:cNvCxnSpPr>
            <p:nvPr/>
          </p:nvCxnSpPr>
          <p:spPr>
            <a:xfrm>
              <a:off x="7829271" y="4127079"/>
              <a:ext cx="3476914"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grpSp>
      <p:sp>
        <p:nvSpPr>
          <p:cNvPr id="59" name="TextBox 58">
            <a:extLst>
              <a:ext uri="{FF2B5EF4-FFF2-40B4-BE49-F238E27FC236}">
                <a16:creationId xmlns:a16="http://schemas.microsoft.com/office/drawing/2014/main" id="{0C95AC2F-6609-0D2E-B22B-BBA04923AD67}"/>
              </a:ext>
            </a:extLst>
          </p:cNvPr>
          <p:cNvSpPr txBox="1"/>
          <p:nvPr/>
        </p:nvSpPr>
        <p:spPr>
          <a:xfrm>
            <a:off x="7829271" y="2358767"/>
            <a:ext cx="3476914" cy="215444"/>
          </a:xfrm>
          <a:prstGeom prst="rect">
            <a:avLst/>
          </a:prstGeom>
          <a:noFill/>
        </p:spPr>
        <p:txBody>
          <a:bodyPr wrap="square" lIns="0" tIns="0" rIns="0" bIns="0">
            <a:spAutoFit/>
          </a:bodyPr>
          <a:lstStyle/>
          <a:p>
            <a:pPr>
              <a:spcBef>
                <a:spcPts val="1600"/>
              </a:spcBef>
              <a:defRPr/>
            </a:pPr>
            <a:r>
              <a:rPr lang="en-US" sz="1400">
                <a:solidFill>
                  <a:schemeClr val="bg1"/>
                </a:solidFill>
              </a:rPr>
              <a:t>Provisioned automatically with the tenant.</a:t>
            </a:r>
          </a:p>
        </p:txBody>
      </p:sp>
      <p:sp>
        <p:nvSpPr>
          <p:cNvPr id="60" name="TextBox 59">
            <a:extLst>
              <a:ext uri="{FF2B5EF4-FFF2-40B4-BE49-F238E27FC236}">
                <a16:creationId xmlns:a16="http://schemas.microsoft.com/office/drawing/2014/main" id="{18A106CF-3DB9-1F16-BACB-54581F27D739}"/>
              </a:ext>
            </a:extLst>
          </p:cNvPr>
          <p:cNvSpPr txBox="1"/>
          <p:nvPr/>
        </p:nvSpPr>
        <p:spPr>
          <a:xfrm>
            <a:off x="7829271" y="2891311"/>
            <a:ext cx="3476914" cy="1077218"/>
          </a:xfrm>
          <a:prstGeom prst="rect">
            <a:avLst/>
          </a:prstGeom>
          <a:noFill/>
        </p:spPr>
        <p:txBody>
          <a:bodyPr wrap="square" lIns="0" tIns="0" rIns="0" bIns="0">
            <a:spAutoFit/>
          </a:bodyPr>
          <a:lstStyle/>
          <a:p>
            <a:pPr>
              <a:spcBef>
                <a:spcPts val="1600"/>
              </a:spcBef>
              <a:defRPr/>
            </a:pPr>
            <a:r>
              <a:rPr lang="en-US" sz="1400">
                <a:solidFill>
                  <a:schemeClr val="bg1"/>
                </a:solidFill>
              </a:rPr>
              <a:t>Any data in </a:t>
            </a:r>
            <a:r>
              <a:rPr lang="en-US" sz="1400" err="1">
                <a:solidFill>
                  <a:schemeClr val="bg1"/>
                </a:solidFill>
              </a:rPr>
              <a:t>OneLake</a:t>
            </a:r>
            <a:r>
              <a:rPr lang="en-US" sz="1400">
                <a:solidFill>
                  <a:schemeClr val="bg1"/>
                </a:solidFill>
              </a:rPr>
              <a:t> works with out-of-the-box governance such as data lineage, data protection, certification, catalog integration, etc. All data is ultimately under the control</a:t>
            </a:r>
            <a:br>
              <a:rPr lang="en-US" sz="1400">
                <a:solidFill>
                  <a:schemeClr val="bg1"/>
                </a:solidFill>
              </a:rPr>
            </a:br>
            <a:r>
              <a:rPr lang="en-US" sz="1400">
                <a:solidFill>
                  <a:schemeClr val="bg1"/>
                </a:solidFill>
              </a:rPr>
              <a:t>of a tenant admin.</a:t>
            </a:r>
          </a:p>
        </p:txBody>
      </p:sp>
      <p:sp>
        <p:nvSpPr>
          <p:cNvPr id="61" name="TextBox 60">
            <a:extLst>
              <a:ext uri="{FF2B5EF4-FFF2-40B4-BE49-F238E27FC236}">
                <a16:creationId xmlns:a16="http://schemas.microsoft.com/office/drawing/2014/main" id="{A4079BF0-78E5-1F18-135E-C79E0BEF2F07}"/>
              </a:ext>
            </a:extLst>
          </p:cNvPr>
          <p:cNvSpPr txBox="1"/>
          <p:nvPr/>
        </p:nvSpPr>
        <p:spPr>
          <a:xfrm>
            <a:off x="7829271" y="4285631"/>
            <a:ext cx="3476914" cy="1508105"/>
          </a:xfrm>
          <a:prstGeom prst="rect">
            <a:avLst/>
          </a:prstGeom>
          <a:noFill/>
        </p:spPr>
        <p:txBody>
          <a:bodyPr wrap="square" lIns="0" tIns="0" rIns="0" bIns="0">
            <a:spAutoFit/>
          </a:bodyPr>
          <a:lstStyle/>
          <a:p>
            <a:pPr lvl="0">
              <a:spcBef>
                <a:spcPts val="1600"/>
              </a:spcBef>
              <a:defRPr/>
            </a:pPr>
            <a:r>
              <a:rPr lang="en-US" sz="1400">
                <a:solidFill>
                  <a:schemeClr val="bg1"/>
                </a:solidFill>
              </a:rPr>
              <a:t>OneLake enables distributed ownership. Different workspaces allow different parts of the organization to work independently while still contributing to the same data lake. Each workspace can have its own administrator, access control, region and capacity for billing.</a:t>
            </a:r>
          </a:p>
        </p:txBody>
      </p:sp>
    </p:spTree>
    <p:extLst>
      <p:ext uri="{BB962C8B-B14F-4D97-AF65-F5344CB8AC3E}">
        <p14:creationId xmlns:p14="http://schemas.microsoft.com/office/powerpoint/2010/main" val="10051794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par>
                                <p:cTn id="12" presetID="10" presetClass="entr" presetSubtype="0" fill="hold" nodeType="with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500"/>
                                        <p:tgtEl>
                                          <p:spTgt spid="3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500"/>
                                        <p:tgtEl>
                                          <p:spTgt spid="53"/>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fade">
                                      <p:cBhvr>
                                        <p:cTn id="24" dur="500"/>
                                        <p:tgtEl>
                                          <p:spTgt spid="5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fade">
                                      <p:cBhvr>
                                        <p:cTn id="27" dur="500"/>
                                        <p:tgtEl>
                                          <p:spTgt spid="5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0"/>
                                        </p:tgtEl>
                                        <p:attrNameLst>
                                          <p:attrName>style.visibility</p:attrName>
                                        </p:attrNameLst>
                                      </p:cBhvr>
                                      <p:to>
                                        <p:strVal val="visible"/>
                                      </p:to>
                                    </p:set>
                                    <p:animEffect transition="in" filter="fade">
                                      <p:cBhvr>
                                        <p:cTn id="30" dur="500"/>
                                        <p:tgtEl>
                                          <p:spTgt spid="6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fade">
                                      <p:cBhvr>
                                        <p:cTn id="33"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53" grpId="0"/>
      <p:bldP spid="59" grpId="0"/>
      <p:bldP spid="60" grpId="0"/>
      <p:bldP spid="6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3F1E8-01E8-BE29-610E-501EC708A12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062268-B9D0-D27D-22A1-A9629064E014}"/>
              </a:ext>
            </a:extLst>
          </p:cNvPr>
          <p:cNvSpPr>
            <a:spLocks noGrp="1"/>
          </p:cNvSpPr>
          <p:nvPr>
            <p:ph type="title"/>
          </p:nvPr>
        </p:nvSpPr>
        <p:spPr/>
        <p:txBody>
          <a:bodyPr>
            <a:normAutofit/>
          </a:bodyPr>
          <a:lstStyle/>
          <a:p>
            <a:r>
              <a:rPr lang="en-US" b="0" err="1">
                <a:solidFill>
                  <a:srgbClr val="B3EBC5"/>
                </a:solidFill>
                <a:latin typeface="TWK Everett Light" panose="020B0204000000000000" pitchFamily="34" charset="77"/>
              </a:rPr>
              <a:t>OneLake</a:t>
            </a:r>
            <a:r>
              <a:rPr lang="en-US" b="0">
                <a:solidFill>
                  <a:srgbClr val="B3EBC5"/>
                </a:solidFill>
                <a:latin typeface="TWK Everett Light" panose="020B0204000000000000" pitchFamily="34" charset="77"/>
              </a:rPr>
              <a:t> for all domains</a:t>
            </a:r>
            <a:br>
              <a:rPr lang="en-US" b="0">
                <a:solidFill>
                  <a:srgbClr val="B3EBC5"/>
                </a:solidFill>
                <a:latin typeface="TWK Everett Light" panose="020B0204000000000000" pitchFamily="34" charset="77"/>
              </a:rPr>
            </a:br>
            <a:r>
              <a:rPr lang="en-US" sz="1800" b="0" err="1">
                <a:latin typeface="TWK Everett Light" panose="020B0204000000000000" pitchFamily="34" charset="77"/>
              </a:rPr>
              <a:t>OneLake</a:t>
            </a:r>
            <a:r>
              <a:rPr lang="en-US" sz="1800" b="0">
                <a:latin typeface="TWK Everett Light" panose="020B0204000000000000" pitchFamily="34" charset="77"/>
              </a:rPr>
              <a:t> give a true data mesh as a service</a:t>
            </a:r>
            <a:endParaRPr lang="en-US" sz="1800"/>
          </a:p>
        </p:txBody>
      </p:sp>
      <p:grpSp>
        <p:nvGrpSpPr>
          <p:cNvPr id="135" name="Group 134">
            <a:extLst>
              <a:ext uri="{FF2B5EF4-FFF2-40B4-BE49-F238E27FC236}">
                <a16:creationId xmlns:a16="http://schemas.microsoft.com/office/drawing/2014/main" id="{3350A857-CD81-8E81-B62A-FB517F6E5BFA}"/>
              </a:ext>
              <a:ext uri="{C183D7F6-B498-43B3-948B-1728B52AA6E4}">
                <adec:decorative xmlns:adec="http://schemas.microsoft.com/office/drawing/2017/decorative" val="1"/>
              </a:ext>
            </a:extLst>
          </p:cNvPr>
          <p:cNvGrpSpPr/>
          <p:nvPr/>
        </p:nvGrpSpPr>
        <p:grpSpPr>
          <a:xfrm>
            <a:off x="584201" y="2015211"/>
            <a:ext cx="6701167" cy="4122080"/>
            <a:chOff x="584201" y="2015211"/>
            <a:chExt cx="6701167" cy="4122080"/>
          </a:xfrm>
        </p:grpSpPr>
        <p:sp>
          <p:nvSpPr>
            <p:cNvPr id="136" name="Rounded Rectangle 38">
              <a:extLst>
                <a:ext uri="{FF2B5EF4-FFF2-40B4-BE49-F238E27FC236}">
                  <a16:creationId xmlns:a16="http://schemas.microsoft.com/office/drawing/2014/main" id="{6F4F3969-5EBB-0C85-3B8B-20A5BC8DB416}"/>
                </a:ext>
              </a:extLst>
            </p:cNvPr>
            <p:cNvSpPr/>
            <p:nvPr/>
          </p:nvSpPr>
          <p:spPr bwMode="auto">
            <a:xfrm>
              <a:off x="584201" y="2015211"/>
              <a:ext cx="6701167" cy="4122080"/>
            </a:xfrm>
            <a:prstGeom prst="roundRect">
              <a:avLst>
                <a:gd name="adj" fmla="val 2563"/>
              </a:avLst>
            </a:prstGeom>
            <a:ln w="19050" cap="rnd">
              <a:solidFill>
                <a:srgbClr val="C0C0C0"/>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algn="ctr" defTabSz="654278"/>
              <a:endParaRPr lang="en-US" sz="1000">
                <a:gradFill>
                  <a:gsLst>
                    <a:gs pos="25287">
                      <a:srgbClr val="FFFFFF"/>
                    </a:gs>
                    <a:gs pos="45000">
                      <a:srgbClr val="FFFFFF"/>
                    </a:gs>
                  </a:gsLst>
                  <a:lin ang="5400000" scaled="1"/>
                </a:gradFill>
                <a:latin typeface="Segoe UI Semibold"/>
              </a:endParaRPr>
            </a:p>
          </p:txBody>
        </p:sp>
        <p:sp>
          <p:nvSpPr>
            <p:cNvPr id="137" name="Rounded Rectangle 45">
              <a:extLst>
                <a:ext uri="{FF2B5EF4-FFF2-40B4-BE49-F238E27FC236}">
                  <a16:creationId xmlns:a16="http://schemas.microsoft.com/office/drawing/2014/main" id="{EA4A7E24-0A97-7F53-2249-0EB5EDF54141}"/>
                </a:ext>
              </a:extLst>
            </p:cNvPr>
            <p:cNvSpPr/>
            <p:nvPr/>
          </p:nvSpPr>
          <p:spPr>
            <a:xfrm>
              <a:off x="730299" y="3901440"/>
              <a:ext cx="6408971" cy="1792239"/>
            </a:xfrm>
            <a:prstGeom prst="roundRect">
              <a:avLst>
                <a:gd name="adj" fmla="val 4142"/>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pPr>
              <a:endParaRPr lang="en-US" sz="1200">
                <a:gradFill>
                  <a:gsLst>
                    <a:gs pos="2874">
                      <a:srgbClr val="FFFFFF"/>
                    </a:gs>
                    <a:gs pos="17978">
                      <a:srgbClr val="FFFFFF"/>
                    </a:gs>
                  </a:gsLst>
                  <a:lin ang="2700000" scaled="0"/>
                </a:gradFill>
                <a:latin typeface="Segoe UI"/>
              </a:endParaRPr>
            </a:p>
          </p:txBody>
        </p:sp>
      </p:grpSp>
      <p:sp>
        <p:nvSpPr>
          <p:cNvPr id="138" name="Rounded Rectangle 14">
            <a:extLst>
              <a:ext uri="{FF2B5EF4-FFF2-40B4-BE49-F238E27FC236}">
                <a16:creationId xmlns:a16="http://schemas.microsoft.com/office/drawing/2014/main" id="{28F62940-43F2-B8E9-DC9D-EE032E42EEC3}"/>
              </a:ext>
              <a:ext uri="{C183D7F6-B498-43B3-948B-1728B52AA6E4}">
                <adec:decorative xmlns:adec="http://schemas.microsoft.com/office/drawing/2017/decorative" val="1"/>
              </a:ext>
            </a:extLst>
          </p:cNvPr>
          <p:cNvSpPr/>
          <p:nvPr/>
        </p:nvSpPr>
        <p:spPr>
          <a:xfrm>
            <a:off x="73029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sp>
        <p:nvSpPr>
          <p:cNvPr id="139" name="Rounded Rectangle 15">
            <a:extLst>
              <a:ext uri="{FF2B5EF4-FFF2-40B4-BE49-F238E27FC236}">
                <a16:creationId xmlns:a16="http://schemas.microsoft.com/office/drawing/2014/main" id="{ACCDA5AD-436A-1299-007C-123C4BE2260B}"/>
              </a:ext>
              <a:ext uri="{C183D7F6-B498-43B3-948B-1728B52AA6E4}">
                <adec:decorative xmlns:adec="http://schemas.microsoft.com/office/drawing/2017/decorative" val="1"/>
              </a:ext>
            </a:extLst>
          </p:cNvPr>
          <p:cNvSpPr/>
          <p:nvPr/>
        </p:nvSpPr>
        <p:spPr>
          <a:xfrm>
            <a:off x="182660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sp>
        <p:nvSpPr>
          <p:cNvPr id="140" name="Rounded Rectangle 17">
            <a:extLst>
              <a:ext uri="{FF2B5EF4-FFF2-40B4-BE49-F238E27FC236}">
                <a16:creationId xmlns:a16="http://schemas.microsoft.com/office/drawing/2014/main" id="{DF5B1B37-DE65-296C-CF4A-0791697F42E4}"/>
              </a:ext>
              <a:ext uri="{C183D7F6-B498-43B3-948B-1728B52AA6E4}">
                <adec:decorative xmlns:adec="http://schemas.microsoft.com/office/drawing/2017/decorative" val="1"/>
              </a:ext>
            </a:extLst>
          </p:cNvPr>
          <p:cNvSpPr/>
          <p:nvPr/>
        </p:nvSpPr>
        <p:spPr>
          <a:xfrm>
            <a:off x="292291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sp>
        <p:nvSpPr>
          <p:cNvPr id="141" name="Rounded Rectangle 16">
            <a:extLst>
              <a:ext uri="{FF2B5EF4-FFF2-40B4-BE49-F238E27FC236}">
                <a16:creationId xmlns:a16="http://schemas.microsoft.com/office/drawing/2014/main" id="{44709F4A-617F-AF5B-DF23-24EE75D66F52}"/>
              </a:ext>
              <a:ext uri="{C183D7F6-B498-43B3-948B-1728B52AA6E4}">
                <adec:decorative xmlns:adec="http://schemas.microsoft.com/office/drawing/2017/decorative" val="1"/>
              </a:ext>
            </a:extLst>
          </p:cNvPr>
          <p:cNvSpPr/>
          <p:nvPr/>
        </p:nvSpPr>
        <p:spPr>
          <a:xfrm>
            <a:off x="4019229" y="2207301"/>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sp>
        <p:nvSpPr>
          <p:cNvPr id="142" name="Rounded Rectangle 18">
            <a:extLst>
              <a:ext uri="{FF2B5EF4-FFF2-40B4-BE49-F238E27FC236}">
                <a16:creationId xmlns:a16="http://schemas.microsoft.com/office/drawing/2014/main" id="{2A31D69E-FF5D-B10C-5D21-81432EAD8A9E}"/>
              </a:ext>
              <a:ext uri="{C183D7F6-B498-43B3-948B-1728B52AA6E4}">
                <adec:decorative xmlns:adec="http://schemas.microsoft.com/office/drawing/2017/decorative" val="1"/>
              </a:ext>
            </a:extLst>
          </p:cNvPr>
          <p:cNvSpPr/>
          <p:nvPr/>
        </p:nvSpPr>
        <p:spPr>
          <a:xfrm>
            <a:off x="507857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sp>
        <p:nvSpPr>
          <p:cNvPr id="143" name="Rounded Rectangle 19">
            <a:extLst>
              <a:ext uri="{FF2B5EF4-FFF2-40B4-BE49-F238E27FC236}">
                <a16:creationId xmlns:a16="http://schemas.microsoft.com/office/drawing/2014/main" id="{842D7E0D-AEA2-D059-A6AC-B999E1B2487F}"/>
              </a:ext>
              <a:ext uri="{C183D7F6-B498-43B3-948B-1728B52AA6E4}">
                <adec:decorative xmlns:adec="http://schemas.microsoft.com/office/drawing/2017/decorative" val="1"/>
              </a:ext>
            </a:extLst>
          </p:cNvPr>
          <p:cNvSpPr/>
          <p:nvPr/>
        </p:nvSpPr>
        <p:spPr>
          <a:xfrm>
            <a:off x="6211847"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kern="0">
              <a:solidFill>
                <a:srgbClr val="091F2C"/>
              </a:solidFill>
              <a:latin typeface="+mj-lt"/>
              <a:cs typeface="Segoe UI" pitchFamily="34" charset="0"/>
            </a:endParaRPr>
          </a:p>
        </p:txBody>
      </p:sp>
      <p:pic>
        <p:nvPicPr>
          <p:cNvPr id="144" name="Graphic 143">
            <a:extLst>
              <a:ext uri="{FF2B5EF4-FFF2-40B4-BE49-F238E27FC236}">
                <a16:creationId xmlns:a16="http://schemas.microsoft.com/office/drawing/2014/main" id="{1142285E-61A2-E3E7-B0A6-9F668154BEB2}"/>
              </a:ext>
              <a:ext uri="{C183D7F6-B498-43B3-948B-1728B52AA6E4}">
                <adec:decorative xmlns:adec="http://schemas.microsoft.com/office/drawing/2017/decorative" val="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2453" r="-2453"/>
          <a:stretch/>
        </p:blipFill>
        <p:spPr>
          <a:xfrm>
            <a:off x="1021178" y="2359685"/>
            <a:ext cx="345665" cy="329502"/>
          </a:xfrm>
          <a:prstGeom prst="rect">
            <a:avLst/>
          </a:prstGeom>
        </p:spPr>
      </p:pic>
      <p:sp>
        <p:nvSpPr>
          <p:cNvPr id="145" name="Rounded Rectangle 14">
            <a:extLst>
              <a:ext uri="{FF2B5EF4-FFF2-40B4-BE49-F238E27FC236}">
                <a16:creationId xmlns:a16="http://schemas.microsoft.com/office/drawing/2014/main" id="{B4E56E3F-B254-9EB7-8638-6A4C5BB574BF}"/>
              </a:ext>
            </a:extLst>
          </p:cNvPr>
          <p:cNvSpPr/>
          <p:nvPr/>
        </p:nvSpPr>
        <p:spPr>
          <a:xfrm>
            <a:off x="951155" y="2824680"/>
            <a:ext cx="485709"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Factory</a:t>
            </a:r>
          </a:p>
        </p:txBody>
      </p:sp>
      <p:pic>
        <p:nvPicPr>
          <p:cNvPr id="146" name="Graphic 145">
            <a:extLst>
              <a:ext uri="{FF2B5EF4-FFF2-40B4-BE49-F238E27FC236}">
                <a16:creationId xmlns:a16="http://schemas.microsoft.com/office/drawing/2014/main" id="{3CD83158-037C-F945-A4CE-3294D439619B}"/>
              </a:ext>
              <a:ext uri="{C183D7F6-B498-43B3-948B-1728B52AA6E4}">
                <adec:decorative xmlns:adec="http://schemas.microsoft.com/office/drawing/2017/decorative" val="1"/>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453" r="-2453"/>
          <a:stretch/>
        </p:blipFill>
        <p:spPr>
          <a:xfrm>
            <a:off x="2117488" y="2359686"/>
            <a:ext cx="345664" cy="329500"/>
          </a:xfrm>
          <a:prstGeom prst="rect">
            <a:avLst/>
          </a:prstGeom>
        </p:spPr>
      </p:pic>
      <p:sp>
        <p:nvSpPr>
          <p:cNvPr id="147" name="Rounded Rectangle 15">
            <a:extLst>
              <a:ext uri="{FF2B5EF4-FFF2-40B4-BE49-F238E27FC236}">
                <a16:creationId xmlns:a16="http://schemas.microsoft.com/office/drawing/2014/main" id="{BA0E8628-EB5F-5F57-2D37-20D64D430A65}"/>
              </a:ext>
            </a:extLst>
          </p:cNvPr>
          <p:cNvSpPr/>
          <p:nvPr/>
        </p:nvSpPr>
        <p:spPr>
          <a:xfrm>
            <a:off x="1908805" y="2824680"/>
            <a:ext cx="763029"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Engineering</a:t>
            </a:r>
          </a:p>
        </p:txBody>
      </p:sp>
      <p:pic>
        <p:nvPicPr>
          <p:cNvPr id="148" name="Graphic 147">
            <a:extLst>
              <a:ext uri="{FF2B5EF4-FFF2-40B4-BE49-F238E27FC236}">
                <a16:creationId xmlns:a16="http://schemas.microsoft.com/office/drawing/2014/main" id="{92CD981D-1395-57BD-9C07-EAB9D9C3ED5F}"/>
              </a:ext>
              <a:ext uri="{C183D7F6-B498-43B3-948B-1728B52AA6E4}">
                <adec:decorative xmlns:adec="http://schemas.microsoft.com/office/drawing/2017/decorative" val="1"/>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2453" r="-2453"/>
          <a:stretch/>
        </p:blipFill>
        <p:spPr>
          <a:xfrm>
            <a:off x="3213798" y="2359685"/>
            <a:ext cx="345665" cy="329502"/>
          </a:xfrm>
          <a:prstGeom prst="rect">
            <a:avLst/>
          </a:prstGeom>
        </p:spPr>
      </p:pic>
      <p:sp>
        <p:nvSpPr>
          <p:cNvPr id="149" name="Rounded Rectangle 17">
            <a:extLst>
              <a:ext uri="{FF2B5EF4-FFF2-40B4-BE49-F238E27FC236}">
                <a16:creationId xmlns:a16="http://schemas.microsoft.com/office/drawing/2014/main" id="{B154569C-2A1D-469A-FF61-3381C0381F91}"/>
              </a:ext>
            </a:extLst>
          </p:cNvPr>
          <p:cNvSpPr/>
          <p:nvPr/>
        </p:nvSpPr>
        <p:spPr>
          <a:xfrm>
            <a:off x="3136562" y="2824680"/>
            <a:ext cx="500137"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Data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Science</a:t>
            </a:r>
          </a:p>
        </p:txBody>
      </p:sp>
      <p:pic>
        <p:nvPicPr>
          <p:cNvPr id="150" name="Graphic 149">
            <a:extLst>
              <a:ext uri="{FF2B5EF4-FFF2-40B4-BE49-F238E27FC236}">
                <a16:creationId xmlns:a16="http://schemas.microsoft.com/office/drawing/2014/main" id="{E004A825-E616-6224-E9DB-E3C00655BFFD}"/>
              </a:ext>
              <a:ext uri="{C183D7F6-B498-43B3-948B-1728B52AA6E4}">
                <adec:decorative xmlns:adec="http://schemas.microsoft.com/office/drawing/2017/decorative" val="1"/>
              </a:ext>
            </a:extLst>
          </p:cNvPr>
          <p:cNvPicPr>
            <a:picLocks noChangeAspect="1"/>
          </p:cNvPicPr>
          <p:nvPr/>
        </p:nvPicPr>
        <p:blipFill rotWithShape="1">
          <a:blip r:embed="rId8">
            <a:extLst>
              <a:ext uri="{96DAC541-7B7A-43D3-8B79-37D633B846F1}">
                <asvg:svgBlip xmlns:asvg="http://schemas.microsoft.com/office/drawing/2016/SVG/main" r:embed="rId9"/>
              </a:ext>
            </a:extLst>
          </a:blip>
          <a:srcRect l="-2453" r="-2453"/>
          <a:stretch/>
        </p:blipFill>
        <p:spPr>
          <a:xfrm>
            <a:off x="4300246" y="2350285"/>
            <a:ext cx="365388" cy="348303"/>
          </a:xfrm>
          <a:prstGeom prst="rect">
            <a:avLst/>
          </a:prstGeom>
        </p:spPr>
      </p:pic>
      <p:sp>
        <p:nvSpPr>
          <p:cNvPr id="151" name="Rounded Rectangle 280">
            <a:extLst>
              <a:ext uri="{FF2B5EF4-FFF2-40B4-BE49-F238E27FC236}">
                <a16:creationId xmlns:a16="http://schemas.microsoft.com/office/drawing/2014/main" id="{FC2BAA60-031E-6E53-857C-B366E6561F44}"/>
              </a:ext>
            </a:extLst>
          </p:cNvPr>
          <p:cNvSpPr/>
          <p:nvPr/>
        </p:nvSpPr>
        <p:spPr>
          <a:xfrm>
            <a:off x="4121462" y="2824680"/>
            <a:ext cx="722955"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Data</a:t>
            </a:r>
            <a:br>
              <a:rPr lang="en-US" sz="1100">
                <a:solidFill>
                  <a:schemeClr val="bg1"/>
                </a:solidFill>
                <a:latin typeface="Segoe Sans Display Semibold" pitchFamily="2" charset="0"/>
                <a:cs typeface="Segoe Sans Display Semibold" pitchFamily="2" charset="0"/>
              </a:rPr>
            </a:br>
            <a:r>
              <a:rPr lang="en-US" sz="1100">
                <a:solidFill>
                  <a:schemeClr val="bg1"/>
                </a:solidFill>
                <a:latin typeface="Segoe Sans Display Semibold" pitchFamily="2" charset="0"/>
                <a:cs typeface="Segoe Sans Display Semibold" pitchFamily="2" charset="0"/>
              </a:rPr>
              <a:t>Warehouse</a:t>
            </a:r>
          </a:p>
        </p:txBody>
      </p:sp>
      <p:pic>
        <p:nvPicPr>
          <p:cNvPr id="152" name="Graphic 151">
            <a:extLst>
              <a:ext uri="{FF2B5EF4-FFF2-40B4-BE49-F238E27FC236}">
                <a16:creationId xmlns:a16="http://schemas.microsoft.com/office/drawing/2014/main" id="{E4739208-D175-9ECE-7DEC-54A3A7FF4EC0}"/>
              </a:ext>
              <a:ext uri="{C183D7F6-B498-43B3-948B-1728B52AA6E4}">
                <adec:decorative xmlns:adec="http://schemas.microsoft.com/office/drawing/2017/decorative" val="1"/>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l="-2453" r="-2453"/>
          <a:stretch/>
        </p:blipFill>
        <p:spPr>
          <a:xfrm>
            <a:off x="5361523" y="2352121"/>
            <a:ext cx="361534" cy="344629"/>
          </a:xfrm>
          <a:prstGeom prst="rect">
            <a:avLst/>
          </a:prstGeom>
        </p:spPr>
      </p:pic>
      <p:sp>
        <p:nvSpPr>
          <p:cNvPr id="153" name="Rounded Rectangle 18">
            <a:extLst>
              <a:ext uri="{FF2B5EF4-FFF2-40B4-BE49-F238E27FC236}">
                <a16:creationId xmlns:a16="http://schemas.microsoft.com/office/drawing/2014/main" id="{F31C37F0-728B-D429-C87F-E453568547FB}"/>
              </a:ext>
            </a:extLst>
          </p:cNvPr>
          <p:cNvSpPr/>
          <p:nvPr/>
        </p:nvSpPr>
        <p:spPr>
          <a:xfrm>
            <a:off x="5167188" y="2824680"/>
            <a:ext cx="750205"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Real-Time</a:t>
            </a:r>
            <a:br>
              <a:rPr lang="en-US" sz="1100">
                <a:solidFill>
                  <a:schemeClr val="bg1"/>
                </a:solidFill>
                <a:latin typeface="Segoe Sans Display Semibold" pitchFamily="2" charset="0"/>
                <a:cs typeface="Segoe Sans Display Semibold" pitchFamily="2" charset="0"/>
              </a:rPr>
            </a:br>
            <a:r>
              <a:rPr lang="en-US" sz="1100">
                <a:solidFill>
                  <a:schemeClr val="bg1"/>
                </a:solidFill>
                <a:latin typeface="Segoe Sans Display Semibold" pitchFamily="2" charset="0"/>
                <a:cs typeface="Segoe Sans Display Semibold" pitchFamily="2" charset="0"/>
              </a:rPr>
              <a:t>Intelligence</a:t>
            </a:r>
          </a:p>
        </p:txBody>
      </p:sp>
      <p:pic>
        <p:nvPicPr>
          <p:cNvPr id="154" name="Graphic 153">
            <a:extLst>
              <a:ext uri="{FF2B5EF4-FFF2-40B4-BE49-F238E27FC236}">
                <a16:creationId xmlns:a16="http://schemas.microsoft.com/office/drawing/2014/main" id="{FB0C0FB6-E8AD-9429-7028-BA3246F5492F}"/>
              </a:ext>
              <a:ext uri="{C183D7F6-B498-43B3-948B-1728B52AA6E4}">
                <adec:decorative xmlns:adec="http://schemas.microsoft.com/office/drawing/2017/decorative" val="1"/>
              </a:ext>
            </a:extLst>
          </p:cNvPr>
          <p:cNvPicPr>
            <a:picLocks noChangeAspect="1"/>
          </p:cNvPicPr>
          <p:nvPr/>
        </p:nvPicPr>
        <p:blipFill rotWithShape="1">
          <a:blip r:embed="rId12">
            <a:extLst>
              <a:ext uri="{96DAC541-7B7A-43D3-8B79-37D633B846F1}">
                <asvg:svgBlip xmlns:asvg="http://schemas.microsoft.com/office/drawing/2016/SVG/main" r:embed="rId13"/>
              </a:ext>
            </a:extLst>
          </a:blip>
          <a:srcRect l="-2453" r="-2453"/>
          <a:stretch/>
        </p:blipFill>
        <p:spPr>
          <a:xfrm>
            <a:off x="6502726" y="2359685"/>
            <a:ext cx="345665" cy="329502"/>
          </a:xfrm>
          <a:prstGeom prst="rect">
            <a:avLst/>
          </a:prstGeom>
        </p:spPr>
      </p:pic>
      <p:sp>
        <p:nvSpPr>
          <p:cNvPr id="155" name="Rounded Rectangle 19">
            <a:extLst>
              <a:ext uri="{FF2B5EF4-FFF2-40B4-BE49-F238E27FC236}">
                <a16:creationId xmlns:a16="http://schemas.microsoft.com/office/drawing/2014/main" id="{504BDEA0-7FA5-A191-22B1-15D0720B604E}"/>
              </a:ext>
            </a:extLst>
          </p:cNvPr>
          <p:cNvSpPr/>
          <p:nvPr/>
        </p:nvSpPr>
        <p:spPr>
          <a:xfrm>
            <a:off x="6474381" y="2824680"/>
            <a:ext cx="402354"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latin typeface="Segoe Sans Display Semibold" pitchFamily="2" charset="0"/>
                <a:cs typeface="Segoe Sans Display Semibold" pitchFamily="2" charset="0"/>
              </a:rPr>
              <a:t>Power</a:t>
            </a:r>
            <a:br>
              <a:rPr lang="en-US" sz="1100">
                <a:solidFill>
                  <a:schemeClr val="bg1"/>
                </a:solidFill>
                <a:latin typeface="Segoe Sans Display Semibold" pitchFamily="2" charset="0"/>
                <a:cs typeface="Segoe Sans Display Semibold" pitchFamily="2" charset="0"/>
              </a:rPr>
            </a:br>
            <a:r>
              <a:rPr lang="en-US" sz="1100">
                <a:solidFill>
                  <a:schemeClr val="bg1"/>
                </a:solidFill>
                <a:latin typeface="Segoe Sans Display Semibold" pitchFamily="2" charset="0"/>
                <a:cs typeface="Segoe Sans Display Semibold" pitchFamily="2" charset="0"/>
              </a:rPr>
              <a:t>BI</a:t>
            </a:r>
          </a:p>
        </p:txBody>
      </p:sp>
      <p:cxnSp>
        <p:nvCxnSpPr>
          <p:cNvPr id="156" name="Straight Connector 155" descr="Arrow pointing downwards">
            <a:extLst>
              <a:ext uri="{FF2B5EF4-FFF2-40B4-BE49-F238E27FC236}">
                <a16:creationId xmlns:a16="http://schemas.microsoft.com/office/drawing/2014/main" id="{D90D00BF-5FFF-5049-A828-19CA6B114502}"/>
              </a:ext>
            </a:extLst>
          </p:cNvPr>
          <p:cNvCxnSpPr>
            <a:cxnSpLocks/>
            <a:stCxn id="138" idx="2"/>
          </p:cNvCxnSpPr>
          <p:nvPr/>
        </p:nvCxnSpPr>
        <p:spPr>
          <a:xfrm>
            <a:off x="1194011" y="3301795"/>
            <a:ext cx="0" cy="599645"/>
          </a:xfrm>
          <a:prstGeom prst="line">
            <a:avLst/>
          </a:prstGeom>
          <a:ln w="12700">
            <a:solidFill>
              <a:schemeClr val="bg1">
                <a:lumMod val="50000"/>
                <a:lumOff val="50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57" name="Straight Connector 156" descr="Arrow pointing downwards">
            <a:extLst>
              <a:ext uri="{FF2B5EF4-FFF2-40B4-BE49-F238E27FC236}">
                <a16:creationId xmlns:a16="http://schemas.microsoft.com/office/drawing/2014/main" id="{4C51937D-1F11-2445-AAD4-BCB65CD8BB72}"/>
              </a:ext>
            </a:extLst>
          </p:cNvPr>
          <p:cNvCxnSpPr>
            <a:cxnSpLocks/>
            <a:stCxn id="139" idx="2"/>
          </p:cNvCxnSpPr>
          <p:nvPr/>
        </p:nvCxnSpPr>
        <p:spPr>
          <a:xfrm flipH="1">
            <a:off x="2290319" y="3301795"/>
            <a:ext cx="2" cy="599645"/>
          </a:xfrm>
          <a:prstGeom prst="line">
            <a:avLst/>
          </a:prstGeom>
          <a:ln w="12700">
            <a:solidFill>
              <a:schemeClr val="bg1">
                <a:lumMod val="50000"/>
                <a:lumOff val="50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58" name="Straight Connector 157" descr="Arrow pointing downwards">
            <a:extLst>
              <a:ext uri="{FF2B5EF4-FFF2-40B4-BE49-F238E27FC236}">
                <a16:creationId xmlns:a16="http://schemas.microsoft.com/office/drawing/2014/main" id="{87CF171F-B7EA-8340-3F29-A5006DCEE981}"/>
              </a:ext>
            </a:extLst>
          </p:cNvPr>
          <p:cNvCxnSpPr>
            <a:cxnSpLocks/>
            <a:stCxn id="140" idx="2"/>
          </p:cNvCxnSpPr>
          <p:nvPr/>
        </p:nvCxnSpPr>
        <p:spPr>
          <a:xfrm flipH="1">
            <a:off x="3386629" y="3301795"/>
            <a:ext cx="2" cy="599645"/>
          </a:xfrm>
          <a:prstGeom prst="line">
            <a:avLst/>
          </a:prstGeom>
          <a:ln w="12700">
            <a:solidFill>
              <a:schemeClr val="bg1">
                <a:lumMod val="50000"/>
                <a:lumOff val="50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59" name="Straight Connector 158" descr="Arrow pointing downwards">
            <a:extLst>
              <a:ext uri="{FF2B5EF4-FFF2-40B4-BE49-F238E27FC236}">
                <a16:creationId xmlns:a16="http://schemas.microsoft.com/office/drawing/2014/main" id="{000F3272-9CBE-8BCA-0908-2047B831249B}"/>
              </a:ext>
            </a:extLst>
          </p:cNvPr>
          <p:cNvCxnSpPr>
            <a:cxnSpLocks/>
            <a:stCxn id="141" idx="2"/>
          </p:cNvCxnSpPr>
          <p:nvPr/>
        </p:nvCxnSpPr>
        <p:spPr>
          <a:xfrm flipH="1">
            <a:off x="4482939" y="3301796"/>
            <a:ext cx="2" cy="599646"/>
          </a:xfrm>
          <a:prstGeom prst="line">
            <a:avLst/>
          </a:prstGeom>
          <a:ln w="12700">
            <a:solidFill>
              <a:schemeClr val="bg1">
                <a:lumMod val="50000"/>
                <a:lumOff val="50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60" name="Straight Connector 159" descr="Arrow pointing downwards">
            <a:extLst>
              <a:ext uri="{FF2B5EF4-FFF2-40B4-BE49-F238E27FC236}">
                <a16:creationId xmlns:a16="http://schemas.microsoft.com/office/drawing/2014/main" id="{A0CF9F52-734C-15F1-B872-8552486B20A6}"/>
              </a:ext>
            </a:extLst>
          </p:cNvPr>
          <p:cNvCxnSpPr>
            <a:cxnSpLocks/>
            <a:stCxn id="142" idx="2"/>
          </p:cNvCxnSpPr>
          <p:nvPr/>
        </p:nvCxnSpPr>
        <p:spPr>
          <a:xfrm flipH="1">
            <a:off x="5542290" y="3301795"/>
            <a:ext cx="1" cy="599645"/>
          </a:xfrm>
          <a:prstGeom prst="line">
            <a:avLst/>
          </a:prstGeom>
          <a:ln w="12700">
            <a:solidFill>
              <a:schemeClr val="bg1">
                <a:lumMod val="50000"/>
                <a:lumOff val="50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161" name="Straight Connector 160" descr="Arrow pointing downwards">
            <a:extLst>
              <a:ext uri="{FF2B5EF4-FFF2-40B4-BE49-F238E27FC236}">
                <a16:creationId xmlns:a16="http://schemas.microsoft.com/office/drawing/2014/main" id="{6BC93E8E-0D2E-4EDD-782D-87F057374F11}"/>
              </a:ext>
            </a:extLst>
          </p:cNvPr>
          <p:cNvCxnSpPr>
            <a:cxnSpLocks/>
            <a:stCxn id="143" idx="2"/>
          </p:cNvCxnSpPr>
          <p:nvPr/>
        </p:nvCxnSpPr>
        <p:spPr>
          <a:xfrm flipH="1">
            <a:off x="6675558" y="3301795"/>
            <a:ext cx="1" cy="599645"/>
          </a:xfrm>
          <a:prstGeom prst="line">
            <a:avLst/>
          </a:prstGeom>
          <a:ln w="12700">
            <a:solidFill>
              <a:schemeClr val="bg1">
                <a:lumMod val="50000"/>
                <a:lumOff val="50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pic>
        <p:nvPicPr>
          <p:cNvPr id="162" name="Picture 161">
            <a:extLst>
              <a:ext uri="{FF2B5EF4-FFF2-40B4-BE49-F238E27FC236}">
                <a16:creationId xmlns:a16="http://schemas.microsoft.com/office/drawing/2014/main" id="{C4207E25-E461-674F-00E7-3EF72C9B2336}"/>
              </a:ext>
              <a:ext uri="{C183D7F6-B498-43B3-948B-1728B52AA6E4}">
                <adec:decorative xmlns:adec="http://schemas.microsoft.com/office/drawing/2017/decorative" val="1"/>
              </a:ext>
            </a:extLst>
          </p:cNvPr>
          <p:cNvPicPr>
            <a:picLocks noChangeAspect="1"/>
          </p:cNvPicPr>
          <p:nvPr/>
        </p:nvPicPr>
        <p:blipFill rotWithShape="1">
          <a:blip r:embed="rId14">
            <a:extLst>
              <a:ext uri="{28A0092B-C50C-407E-A947-70E740481C1C}">
                <a14:useLocalDpi xmlns:a14="http://schemas.microsoft.com/office/drawing/2010/main" val="0"/>
              </a:ext>
            </a:extLst>
          </a:blip>
          <a:srcRect l="-7916" r="-7916"/>
          <a:stretch/>
        </p:blipFill>
        <p:spPr>
          <a:xfrm>
            <a:off x="3264129" y="4057110"/>
            <a:ext cx="463106" cy="400590"/>
          </a:xfrm>
          <a:prstGeom prst="rect">
            <a:avLst/>
          </a:prstGeom>
        </p:spPr>
      </p:pic>
      <p:sp>
        <p:nvSpPr>
          <p:cNvPr id="163" name="Rounded Rectangle 45">
            <a:extLst>
              <a:ext uri="{FF2B5EF4-FFF2-40B4-BE49-F238E27FC236}">
                <a16:creationId xmlns:a16="http://schemas.microsoft.com/office/drawing/2014/main" id="{5CCFF8FC-3210-0C31-B102-8A0EA8C7CCA4}"/>
              </a:ext>
            </a:extLst>
          </p:cNvPr>
          <p:cNvSpPr/>
          <p:nvPr/>
        </p:nvSpPr>
        <p:spPr>
          <a:xfrm>
            <a:off x="3795923" y="4131913"/>
            <a:ext cx="809517" cy="250984"/>
          </a:xfrm>
          <a:prstGeom prst="rect">
            <a:avLst/>
          </a:prstGeom>
          <a:no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err="1">
                <a:ln>
                  <a:noFill/>
                </a:ln>
                <a:solidFill>
                  <a:schemeClr val="bg1"/>
                </a:solidFill>
                <a:effectLst/>
                <a:uLnTx/>
                <a:uFillTx/>
                <a:latin typeface="Segoe Sans Display Semibold" pitchFamily="2" charset="0"/>
                <a:cs typeface="Segoe Sans Display Semibold" pitchFamily="2" charset="0"/>
              </a:rPr>
              <a:t>OneLake</a:t>
            </a:r>
            <a:endParaRPr kumimoji="0" lang="en-US" sz="1600" b="0" i="0" u="none" strike="noStrike" kern="0" cap="none" spc="0" normalizeH="0" baseline="0" noProof="0">
              <a:ln>
                <a:noFill/>
              </a:ln>
              <a:solidFill>
                <a:schemeClr val="bg1"/>
              </a:solidFill>
              <a:effectLst/>
              <a:uLnTx/>
              <a:uFillTx/>
              <a:latin typeface="Segoe Sans Display Semibold" pitchFamily="2" charset="0"/>
              <a:cs typeface="Segoe Sans Display Semibold" pitchFamily="2" charset="0"/>
            </a:endParaRPr>
          </a:p>
        </p:txBody>
      </p:sp>
      <p:sp>
        <p:nvSpPr>
          <p:cNvPr id="164" name="Rounded Rectangle 38">
            <a:extLst>
              <a:ext uri="{FF2B5EF4-FFF2-40B4-BE49-F238E27FC236}">
                <a16:creationId xmlns:a16="http://schemas.microsoft.com/office/drawing/2014/main" id="{E5203E0B-59A8-7D33-236D-F56D9225345D}"/>
              </a:ext>
              <a:ext uri="{C183D7F6-B498-43B3-948B-1728B52AA6E4}">
                <adec:decorative xmlns:adec="http://schemas.microsoft.com/office/drawing/2017/decorative" val="1"/>
              </a:ext>
            </a:extLst>
          </p:cNvPr>
          <p:cNvSpPr/>
          <p:nvPr/>
        </p:nvSpPr>
        <p:spPr bwMode="auto">
          <a:xfrm>
            <a:off x="1070031" y="4607165"/>
            <a:ext cx="2217692" cy="997882"/>
          </a:xfrm>
          <a:prstGeom prst="roundRect">
            <a:avLst>
              <a:gd name="adj" fmla="val 5899"/>
            </a:avLst>
          </a:prstGeom>
          <a:ln w="12700" cap="rnd">
            <a:solidFill>
              <a:schemeClr val="bg2"/>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marL="0" marR="0" lvl="0" indent="0" algn="ctr" defTabSz="654278"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gradFill>
                <a:gsLst>
                  <a:gs pos="25287">
                    <a:srgbClr val="FFFFFF"/>
                  </a:gs>
                  <a:gs pos="45000">
                    <a:srgbClr val="FFFFFF"/>
                  </a:gs>
                </a:gsLst>
                <a:lin ang="5400000" scaled="1"/>
              </a:gradFill>
              <a:effectLst/>
              <a:uLnTx/>
              <a:uFillTx/>
              <a:latin typeface="Segoe UI Semibold"/>
              <a:ea typeface="+mn-ea"/>
              <a:cs typeface="+mn-cs"/>
            </a:endParaRPr>
          </a:p>
        </p:txBody>
      </p:sp>
      <p:grpSp>
        <p:nvGrpSpPr>
          <p:cNvPr id="165" name="Group 164" descr="Workspace POS sales; Workspace online sales; Workspace customer; Workspace ads and Workspace&#10;expenses&#10;&#10;&#10;&#10;">
            <a:extLst>
              <a:ext uri="{FF2B5EF4-FFF2-40B4-BE49-F238E27FC236}">
                <a16:creationId xmlns:a16="http://schemas.microsoft.com/office/drawing/2014/main" id="{BA082679-8A04-707F-26B3-4F12E1C48A17}"/>
              </a:ext>
            </a:extLst>
          </p:cNvPr>
          <p:cNvGrpSpPr/>
          <p:nvPr/>
        </p:nvGrpSpPr>
        <p:grpSpPr>
          <a:xfrm>
            <a:off x="1103389" y="4695466"/>
            <a:ext cx="5662790" cy="680952"/>
            <a:chOff x="1011088" y="4454291"/>
            <a:chExt cx="5662790" cy="680952"/>
          </a:xfrm>
          <a:solidFill>
            <a:srgbClr val="0078D4"/>
          </a:solidFill>
        </p:grpSpPr>
        <p:sp>
          <p:nvSpPr>
            <p:cNvPr id="166" name="TextBox 165">
              <a:extLst>
                <a:ext uri="{FF2B5EF4-FFF2-40B4-BE49-F238E27FC236}">
                  <a16:creationId xmlns:a16="http://schemas.microsoft.com/office/drawing/2014/main" id="{E8B4C2FE-1458-564D-339E-029D8F117932}"/>
                </a:ext>
                <a:ext uri="{C183D7F6-B498-43B3-948B-1728B52AA6E4}">
                  <adec:decorative xmlns:adec="http://schemas.microsoft.com/office/drawing/2017/decorative" val="1"/>
                </a:ext>
              </a:extLst>
            </p:cNvPr>
            <p:cNvSpPr txBox="1"/>
            <p:nvPr/>
          </p:nvSpPr>
          <p:spPr>
            <a:xfrm>
              <a:off x="1011088" y="4830544"/>
              <a:ext cx="875018" cy="3046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Workspace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POS sales</a:t>
              </a:r>
            </a:p>
          </p:txBody>
        </p:sp>
        <p:sp>
          <p:nvSpPr>
            <p:cNvPr id="167" name="TextBox 166">
              <a:extLst>
                <a:ext uri="{FF2B5EF4-FFF2-40B4-BE49-F238E27FC236}">
                  <a16:creationId xmlns:a16="http://schemas.microsoft.com/office/drawing/2014/main" id="{57050CC7-AA2F-E42F-1A1F-AC1C7847D384}"/>
                </a:ext>
                <a:ext uri="{C183D7F6-B498-43B3-948B-1728B52AA6E4}">
                  <adec:decorative xmlns:adec="http://schemas.microsoft.com/office/drawing/2017/decorative" val="1"/>
                </a:ext>
              </a:extLst>
            </p:cNvPr>
            <p:cNvSpPr txBox="1"/>
            <p:nvPr/>
          </p:nvSpPr>
          <p:spPr>
            <a:xfrm>
              <a:off x="2194621" y="4830544"/>
              <a:ext cx="875018" cy="3046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Workspace online sales</a:t>
              </a:r>
            </a:p>
          </p:txBody>
        </p:sp>
        <p:sp>
          <p:nvSpPr>
            <p:cNvPr id="168" name="TextBox 167">
              <a:extLst>
                <a:ext uri="{FF2B5EF4-FFF2-40B4-BE49-F238E27FC236}">
                  <a16:creationId xmlns:a16="http://schemas.microsoft.com/office/drawing/2014/main" id="{B84BE372-BB98-BB46-80AC-68A003E77C95}"/>
                </a:ext>
                <a:ext uri="{C183D7F6-B498-43B3-948B-1728B52AA6E4}">
                  <adec:decorative xmlns:adec="http://schemas.microsoft.com/office/drawing/2017/decorative" val="1"/>
                </a:ext>
              </a:extLst>
            </p:cNvPr>
            <p:cNvSpPr txBox="1"/>
            <p:nvPr/>
          </p:nvSpPr>
          <p:spPr>
            <a:xfrm>
              <a:off x="3436227" y="4830544"/>
              <a:ext cx="875018" cy="3046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Workspace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customer</a:t>
              </a:r>
            </a:p>
          </p:txBody>
        </p:sp>
        <p:sp>
          <p:nvSpPr>
            <p:cNvPr id="169" name="TextBox 168">
              <a:extLst>
                <a:ext uri="{FF2B5EF4-FFF2-40B4-BE49-F238E27FC236}">
                  <a16:creationId xmlns:a16="http://schemas.microsoft.com/office/drawing/2014/main" id="{E835A65B-B3F3-FCB1-EE67-6DDD1295214C}"/>
                </a:ext>
                <a:ext uri="{C183D7F6-B498-43B3-948B-1728B52AA6E4}">
                  <adec:decorative xmlns:adec="http://schemas.microsoft.com/office/drawing/2017/decorative" val="1"/>
                </a:ext>
              </a:extLst>
            </p:cNvPr>
            <p:cNvSpPr txBox="1"/>
            <p:nvPr/>
          </p:nvSpPr>
          <p:spPr>
            <a:xfrm>
              <a:off x="4561687" y="4830544"/>
              <a:ext cx="1030776" cy="3046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Workspace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ads</a:t>
              </a:r>
            </a:p>
          </p:txBody>
        </p:sp>
        <p:sp>
          <p:nvSpPr>
            <p:cNvPr id="170" name="TextBox 169">
              <a:extLst>
                <a:ext uri="{FF2B5EF4-FFF2-40B4-BE49-F238E27FC236}">
                  <a16:creationId xmlns:a16="http://schemas.microsoft.com/office/drawing/2014/main" id="{2AF3DBAE-8D7F-4A01-482B-E3175FB2B417}"/>
                </a:ext>
                <a:ext uri="{C183D7F6-B498-43B3-948B-1728B52AA6E4}">
                  <adec:decorative xmlns:adec="http://schemas.microsoft.com/office/drawing/2017/decorative" val="1"/>
                </a:ext>
              </a:extLst>
            </p:cNvPr>
            <p:cNvSpPr txBox="1"/>
            <p:nvPr/>
          </p:nvSpPr>
          <p:spPr>
            <a:xfrm>
              <a:off x="5798860" y="4830544"/>
              <a:ext cx="875018" cy="3046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Workspace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mj-lt"/>
                  <a:ea typeface="+mn-ea"/>
                  <a:cs typeface="+mn-cs"/>
                </a:rPr>
                <a:t>expenses</a:t>
              </a:r>
            </a:p>
          </p:txBody>
        </p:sp>
        <p:grpSp>
          <p:nvGrpSpPr>
            <p:cNvPr id="171" name="Group 170">
              <a:extLst>
                <a:ext uri="{FF2B5EF4-FFF2-40B4-BE49-F238E27FC236}">
                  <a16:creationId xmlns:a16="http://schemas.microsoft.com/office/drawing/2014/main" id="{A531AEF5-3D08-3E2A-6FAD-7CB2BC3EB638}"/>
                </a:ext>
              </a:extLst>
            </p:cNvPr>
            <p:cNvGrpSpPr/>
            <p:nvPr/>
          </p:nvGrpSpPr>
          <p:grpSpPr>
            <a:xfrm>
              <a:off x="6090041" y="4454291"/>
              <a:ext cx="331746" cy="266059"/>
              <a:chOff x="5627146" y="4264532"/>
              <a:chExt cx="331746" cy="266059"/>
            </a:xfrm>
            <a:grpFill/>
          </p:grpSpPr>
          <p:sp>
            <p:nvSpPr>
              <p:cNvPr id="184" name="Freeform 24">
                <a:extLst>
                  <a:ext uri="{FF2B5EF4-FFF2-40B4-BE49-F238E27FC236}">
                    <a16:creationId xmlns:a16="http://schemas.microsoft.com/office/drawing/2014/main" id="{DF3F966B-AF0E-02F2-043B-1474B31B0E37}"/>
                  </a:ext>
                </a:extLst>
              </p:cNvPr>
              <p:cNvSpPr/>
              <p:nvPr/>
            </p:nvSpPr>
            <p:spPr>
              <a:xfrm>
                <a:off x="5627146"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sp>
            <p:nvSpPr>
              <p:cNvPr id="185" name="Freeform 25">
                <a:extLst>
                  <a:ext uri="{FF2B5EF4-FFF2-40B4-BE49-F238E27FC236}">
                    <a16:creationId xmlns:a16="http://schemas.microsoft.com/office/drawing/2014/main" id="{E22A1C9C-35D0-9399-6A9E-3FE1D3D07627}"/>
                  </a:ext>
                </a:extLst>
              </p:cNvPr>
              <p:cNvSpPr/>
              <p:nvPr/>
            </p:nvSpPr>
            <p:spPr>
              <a:xfrm>
                <a:off x="5655981"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grpSp>
        <p:grpSp>
          <p:nvGrpSpPr>
            <p:cNvPr id="172" name="Group 171">
              <a:extLst>
                <a:ext uri="{FF2B5EF4-FFF2-40B4-BE49-F238E27FC236}">
                  <a16:creationId xmlns:a16="http://schemas.microsoft.com/office/drawing/2014/main" id="{9D19AC62-4ED0-88B6-7DA1-A28651048120}"/>
                </a:ext>
              </a:extLst>
            </p:cNvPr>
            <p:cNvGrpSpPr/>
            <p:nvPr/>
          </p:nvGrpSpPr>
          <p:grpSpPr>
            <a:xfrm>
              <a:off x="4915858" y="4461739"/>
              <a:ext cx="331746" cy="266059"/>
              <a:chOff x="5570392" y="4264532"/>
              <a:chExt cx="331746" cy="266059"/>
            </a:xfrm>
            <a:grpFill/>
          </p:grpSpPr>
          <p:sp>
            <p:nvSpPr>
              <p:cNvPr id="182" name="Freeform 24">
                <a:extLst>
                  <a:ext uri="{FF2B5EF4-FFF2-40B4-BE49-F238E27FC236}">
                    <a16:creationId xmlns:a16="http://schemas.microsoft.com/office/drawing/2014/main" id="{7C52EA0A-8397-6EE1-458C-4E1588647E1E}"/>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sp>
            <p:nvSpPr>
              <p:cNvPr id="183" name="Freeform 25">
                <a:extLst>
                  <a:ext uri="{FF2B5EF4-FFF2-40B4-BE49-F238E27FC236}">
                    <a16:creationId xmlns:a16="http://schemas.microsoft.com/office/drawing/2014/main" id="{9E3525C3-4452-2176-D512-8D9B368015FD}"/>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grpSp>
        <p:grpSp>
          <p:nvGrpSpPr>
            <p:cNvPr id="173" name="Group 172">
              <a:extLst>
                <a:ext uri="{FF2B5EF4-FFF2-40B4-BE49-F238E27FC236}">
                  <a16:creationId xmlns:a16="http://schemas.microsoft.com/office/drawing/2014/main" id="{E2BEEB61-EED9-1F8A-39A4-68C917468B8F}"/>
                </a:ext>
              </a:extLst>
            </p:cNvPr>
            <p:cNvGrpSpPr/>
            <p:nvPr/>
          </p:nvGrpSpPr>
          <p:grpSpPr>
            <a:xfrm>
              <a:off x="3715915" y="4461739"/>
              <a:ext cx="331746" cy="266059"/>
              <a:chOff x="5570392" y="4264532"/>
              <a:chExt cx="331746" cy="266059"/>
            </a:xfrm>
            <a:grpFill/>
          </p:grpSpPr>
          <p:sp>
            <p:nvSpPr>
              <p:cNvPr id="180" name="Freeform 24">
                <a:extLst>
                  <a:ext uri="{FF2B5EF4-FFF2-40B4-BE49-F238E27FC236}">
                    <a16:creationId xmlns:a16="http://schemas.microsoft.com/office/drawing/2014/main" id="{28F16284-3CBE-23DC-A29F-7AEFC206CB00}"/>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sp>
            <p:nvSpPr>
              <p:cNvPr id="181" name="Freeform 25">
                <a:extLst>
                  <a:ext uri="{FF2B5EF4-FFF2-40B4-BE49-F238E27FC236}">
                    <a16:creationId xmlns:a16="http://schemas.microsoft.com/office/drawing/2014/main" id="{F457AE33-AD34-B4DD-B3C1-34803A2F6B4A}"/>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grpSp>
        <p:grpSp>
          <p:nvGrpSpPr>
            <p:cNvPr id="174" name="Group 173">
              <a:extLst>
                <a:ext uri="{FF2B5EF4-FFF2-40B4-BE49-F238E27FC236}">
                  <a16:creationId xmlns:a16="http://schemas.microsoft.com/office/drawing/2014/main" id="{3A0828FF-1B2D-4B4B-23DA-57981F2BC13F}"/>
                </a:ext>
              </a:extLst>
            </p:cNvPr>
            <p:cNvGrpSpPr/>
            <p:nvPr/>
          </p:nvGrpSpPr>
          <p:grpSpPr>
            <a:xfrm>
              <a:off x="2474309" y="4455455"/>
              <a:ext cx="331746" cy="266059"/>
              <a:chOff x="5570392" y="4264532"/>
              <a:chExt cx="331746" cy="266059"/>
            </a:xfrm>
            <a:grpFill/>
          </p:grpSpPr>
          <p:sp>
            <p:nvSpPr>
              <p:cNvPr id="178" name="Freeform 24">
                <a:extLst>
                  <a:ext uri="{FF2B5EF4-FFF2-40B4-BE49-F238E27FC236}">
                    <a16:creationId xmlns:a16="http://schemas.microsoft.com/office/drawing/2014/main" id="{8AA8C14D-2EAF-039A-CA45-07A06365EA62}"/>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sp>
            <p:nvSpPr>
              <p:cNvPr id="179" name="Freeform 25">
                <a:extLst>
                  <a:ext uri="{FF2B5EF4-FFF2-40B4-BE49-F238E27FC236}">
                    <a16:creationId xmlns:a16="http://schemas.microsoft.com/office/drawing/2014/main" id="{5EEDB3CC-D11E-1256-DDF2-07DA76C52ED5}"/>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grpSp>
        <p:grpSp>
          <p:nvGrpSpPr>
            <p:cNvPr id="175" name="Group 174">
              <a:extLst>
                <a:ext uri="{FF2B5EF4-FFF2-40B4-BE49-F238E27FC236}">
                  <a16:creationId xmlns:a16="http://schemas.microsoft.com/office/drawing/2014/main" id="{D76E62AA-7F03-B46E-9D6E-4B82A477892B}"/>
                </a:ext>
              </a:extLst>
            </p:cNvPr>
            <p:cNvGrpSpPr/>
            <p:nvPr/>
          </p:nvGrpSpPr>
          <p:grpSpPr>
            <a:xfrm>
              <a:off x="1260167" y="4461739"/>
              <a:ext cx="331746" cy="266059"/>
              <a:chOff x="5570392" y="4264532"/>
              <a:chExt cx="331746" cy="266059"/>
            </a:xfrm>
            <a:grpFill/>
          </p:grpSpPr>
          <p:sp>
            <p:nvSpPr>
              <p:cNvPr id="176" name="Freeform 24">
                <a:extLst>
                  <a:ext uri="{FF2B5EF4-FFF2-40B4-BE49-F238E27FC236}">
                    <a16:creationId xmlns:a16="http://schemas.microsoft.com/office/drawing/2014/main" id="{602AA985-295B-586C-4864-57BFA7826150}"/>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sp>
            <p:nvSpPr>
              <p:cNvPr id="177" name="Freeform 25">
                <a:extLst>
                  <a:ext uri="{FF2B5EF4-FFF2-40B4-BE49-F238E27FC236}">
                    <a16:creationId xmlns:a16="http://schemas.microsoft.com/office/drawing/2014/main" id="{5C9493E0-2340-B550-5E61-8E4451E5F86F}"/>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40000"/>
                  <a:lumOff val="6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bg1"/>
                  </a:solidFill>
                  <a:effectLst/>
                  <a:uLnTx/>
                  <a:uFillTx/>
                  <a:latin typeface="+mj-lt"/>
                  <a:ea typeface="+mn-ea"/>
                  <a:cs typeface="+mn-cs"/>
                </a:endParaRPr>
              </a:p>
            </p:txBody>
          </p:sp>
        </p:grpSp>
      </p:grpSp>
      <p:sp>
        <p:nvSpPr>
          <p:cNvPr id="186" name="TextBox 185">
            <a:extLst>
              <a:ext uri="{FF2B5EF4-FFF2-40B4-BE49-F238E27FC236}">
                <a16:creationId xmlns:a16="http://schemas.microsoft.com/office/drawing/2014/main" id="{A64806FB-2D50-657C-E803-1CDB85D0EF47}"/>
              </a:ext>
            </a:extLst>
          </p:cNvPr>
          <p:cNvSpPr txBox="1">
            <a:spLocks/>
          </p:cNvSpPr>
          <p:nvPr/>
        </p:nvSpPr>
        <p:spPr>
          <a:xfrm>
            <a:off x="1999341" y="5387814"/>
            <a:ext cx="359073" cy="184666"/>
          </a:xfrm>
          <a:prstGeom prst="rect">
            <a:avLst/>
          </a:prstGeom>
          <a:noFill/>
        </p:spPr>
        <p:txBody>
          <a:bodyPr wrap="none" lIns="0" tIns="0" rIns="0" bIns="0" rtlCol="0" anchor="t">
            <a:spAutoFit/>
          </a:bodyPr>
          <a:lstStyle/>
          <a:p>
            <a:pPr marL="0" marR="0" lvl="0" indent="0" algn="ctr" defTabSz="914400" rtl="0" eaLnBrk="1" fontAlgn="auto" latinLnBrk="0" hangingPunct="1">
              <a:lnSpc>
                <a:spcPct val="100000"/>
              </a:lnSpc>
              <a:spcBef>
                <a:spcPts val="1600"/>
              </a:spcBef>
              <a:spcAft>
                <a:spcPts val="0"/>
              </a:spcAft>
              <a:buClrTx/>
              <a:buSzTx/>
              <a:buFontTx/>
              <a:buNone/>
              <a:tabLst/>
              <a:defRPr/>
            </a:pPr>
            <a:r>
              <a:rPr lang="en-US" sz="1200">
                <a:latin typeface="Segoe Sans Display Semibold" pitchFamily="2" charset="0"/>
                <a:cs typeface="Segoe Sans Display Semibold" pitchFamily="2" charset="0"/>
              </a:rPr>
              <a:t>Sales</a:t>
            </a:r>
          </a:p>
        </p:txBody>
      </p:sp>
      <p:sp>
        <p:nvSpPr>
          <p:cNvPr id="187" name="Rounded Rectangle 38">
            <a:extLst>
              <a:ext uri="{FF2B5EF4-FFF2-40B4-BE49-F238E27FC236}">
                <a16:creationId xmlns:a16="http://schemas.microsoft.com/office/drawing/2014/main" id="{D96C3B08-28B8-D9EB-B0CC-7D15B1BB727B}"/>
              </a:ext>
              <a:ext uri="{C183D7F6-B498-43B3-948B-1728B52AA6E4}">
                <adec:decorative xmlns:adec="http://schemas.microsoft.com/office/drawing/2017/decorative" val="1"/>
              </a:ext>
            </a:extLst>
          </p:cNvPr>
          <p:cNvSpPr/>
          <p:nvPr/>
        </p:nvSpPr>
        <p:spPr bwMode="auto">
          <a:xfrm>
            <a:off x="3357562" y="4607165"/>
            <a:ext cx="2276476" cy="997882"/>
          </a:xfrm>
          <a:prstGeom prst="roundRect">
            <a:avLst>
              <a:gd name="adj" fmla="val 7012"/>
            </a:avLst>
          </a:prstGeom>
          <a:ln w="12700" cap="rnd">
            <a:solidFill>
              <a:schemeClr val="bg2"/>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marL="0" marR="0" lvl="0" indent="0" algn="ctr" defTabSz="654278"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gradFill>
                <a:gsLst>
                  <a:gs pos="25287">
                    <a:srgbClr val="FFFFFF"/>
                  </a:gs>
                  <a:gs pos="45000">
                    <a:srgbClr val="FFFFFF"/>
                  </a:gs>
                </a:gsLst>
                <a:lin ang="5400000" scaled="1"/>
              </a:gradFill>
              <a:effectLst/>
              <a:uLnTx/>
              <a:uFillTx/>
              <a:latin typeface="Segoe UI Semibold"/>
              <a:ea typeface="+mn-ea"/>
              <a:cs typeface="+mn-cs"/>
            </a:endParaRPr>
          </a:p>
        </p:txBody>
      </p:sp>
      <p:sp>
        <p:nvSpPr>
          <p:cNvPr id="188" name="TextBox 187">
            <a:extLst>
              <a:ext uri="{FF2B5EF4-FFF2-40B4-BE49-F238E27FC236}">
                <a16:creationId xmlns:a16="http://schemas.microsoft.com/office/drawing/2014/main" id="{96D60518-9734-43C9-6B27-BC6C52D87E65}"/>
              </a:ext>
            </a:extLst>
          </p:cNvPr>
          <p:cNvSpPr txBox="1">
            <a:spLocks/>
          </p:cNvSpPr>
          <p:nvPr/>
        </p:nvSpPr>
        <p:spPr>
          <a:xfrm>
            <a:off x="4135702" y="5387814"/>
            <a:ext cx="720197" cy="184666"/>
          </a:xfrm>
          <a:prstGeom prst="rect">
            <a:avLst/>
          </a:prstGeom>
          <a:noFill/>
        </p:spPr>
        <p:txBody>
          <a:bodyPr wrap="none" lIns="0" tIns="0" rIns="0" bIns="0" rtlCol="0" anchor="t">
            <a:spAutoFit/>
          </a:bodyPr>
          <a:lstStyle/>
          <a:p>
            <a:pPr marL="0" marR="0" lvl="0" indent="0" algn="ctr" defTabSz="914400" rtl="0" eaLnBrk="1" fontAlgn="auto" latinLnBrk="0" hangingPunct="1">
              <a:lnSpc>
                <a:spcPct val="100000"/>
              </a:lnSpc>
              <a:spcBef>
                <a:spcPts val="1600"/>
              </a:spcBef>
              <a:spcAft>
                <a:spcPts val="0"/>
              </a:spcAft>
              <a:buClrTx/>
              <a:buSzTx/>
              <a:buFontTx/>
              <a:buNone/>
              <a:tabLst/>
              <a:defRPr/>
            </a:pPr>
            <a:r>
              <a:rPr lang="en-US" sz="1200">
                <a:latin typeface="Segoe Sans Display Semibold" pitchFamily="2" charset="0"/>
                <a:cs typeface="Segoe Sans Display Semibold" pitchFamily="2" charset="0"/>
              </a:rPr>
              <a:t>Marketing</a:t>
            </a:r>
          </a:p>
        </p:txBody>
      </p:sp>
      <p:sp>
        <p:nvSpPr>
          <p:cNvPr id="189" name="Rounded Rectangle 38">
            <a:extLst>
              <a:ext uri="{FF2B5EF4-FFF2-40B4-BE49-F238E27FC236}">
                <a16:creationId xmlns:a16="http://schemas.microsoft.com/office/drawing/2014/main" id="{089CD5EF-D46F-2F49-3195-E0F0A20A2BCE}"/>
              </a:ext>
              <a:ext uri="{C183D7F6-B498-43B3-948B-1728B52AA6E4}">
                <adec:decorative xmlns:adec="http://schemas.microsoft.com/office/drawing/2017/decorative" val="1"/>
              </a:ext>
            </a:extLst>
          </p:cNvPr>
          <p:cNvSpPr/>
          <p:nvPr/>
        </p:nvSpPr>
        <p:spPr bwMode="auto">
          <a:xfrm>
            <a:off x="5780135" y="4607165"/>
            <a:ext cx="1068633" cy="997882"/>
          </a:xfrm>
          <a:prstGeom prst="roundRect">
            <a:avLst>
              <a:gd name="adj" fmla="val 5819"/>
            </a:avLst>
          </a:prstGeom>
          <a:ln w="12700" cap="rnd">
            <a:solidFill>
              <a:schemeClr val="bg2"/>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marL="0" marR="0" lvl="0" indent="0" algn="ctr" defTabSz="654278"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gradFill>
                <a:gsLst>
                  <a:gs pos="25287">
                    <a:srgbClr val="FFFFFF"/>
                  </a:gs>
                  <a:gs pos="45000">
                    <a:srgbClr val="FFFFFF"/>
                  </a:gs>
                </a:gsLst>
                <a:lin ang="5400000" scaled="1"/>
              </a:gradFill>
              <a:effectLst/>
              <a:uLnTx/>
              <a:uFillTx/>
              <a:latin typeface="Segoe UI Semibold"/>
              <a:ea typeface="+mn-ea"/>
              <a:cs typeface="+mn-cs"/>
            </a:endParaRPr>
          </a:p>
        </p:txBody>
      </p:sp>
      <p:sp>
        <p:nvSpPr>
          <p:cNvPr id="190" name="TextBox 189">
            <a:extLst>
              <a:ext uri="{FF2B5EF4-FFF2-40B4-BE49-F238E27FC236}">
                <a16:creationId xmlns:a16="http://schemas.microsoft.com/office/drawing/2014/main" id="{16730BC6-0B84-BFA8-CA9C-5B54AF3318FE}"/>
              </a:ext>
            </a:extLst>
          </p:cNvPr>
          <p:cNvSpPr txBox="1">
            <a:spLocks/>
          </p:cNvSpPr>
          <p:nvPr/>
        </p:nvSpPr>
        <p:spPr>
          <a:xfrm>
            <a:off x="6048353" y="5387814"/>
            <a:ext cx="532197" cy="184666"/>
          </a:xfrm>
          <a:prstGeom prst="rect">
            <a:avLst/>
          </a:prstGeom>
          <a:noFill/>
        </p:spPr>
        <p:txBody>
          <a:bodyPr wrap="none" lIns="0" tIns="0" rIns="0" bIns="0" rtlCol="0" anchor="t">
            <a:spAutoFit/>
          </a:bodyPr>
          <a:lstStyle/>
          <a:p>
            <a:pPr marL="0" marR="0" lvl="0" indent="0" algn="ctr" defTabSz="914400" rtl="0" eaLnBrk="1" fontAlgn="auto" latinLnBrk="0" hangingPunct="1">
              <a:lnSpc>
                <a:spcPct val="100000"/>
              </a:lnSpc>
              <a:spcBef>
                <a:spcPts val="1600"/>
              </a:spcBef>
              <a:spcAft>
                <a:spcPts val="0"/>
              </a:spcAft>
              <a:buClrTx/>
              <a:buSzTx/>
              <a:buFontTx/>
              <a:buNone/>
              <a:tabLst/>
              <a:defRPr/>
            </a:pPr>
            <a:r>
              <a:rPr lang="en-US" sz="1200">
                <a:latin typeface="Segoe Sans Display Semibold" pitchFamily="2" charset="0"/>
                <a:cs typeface="Segoe Sans Display Semibold" pitchFamily="2" charset="0"/>
              </a:rPr>
              <a:t>Finance</a:t>
            </a:r>
          </a:p>
        </p:txBody>
      </p:sp>
      <p:sp>
        <p:nvSpPr>
          <p:cNvPr id="191" name="Rounded Rectangle 45">
            <a:extLst>
              <a:ext uri="{FF2B5EF4-FFF2-40B4-BE49-F238E27FC236}">
                <a16:creationId xmlns:a16="http://schemas.microsoft.com/office/drawing/2014/main" id="{0FE6730C-32CC-98C1-647E-1B6B3FAF3B00}"/>
              </a:ext>
            </a:extLst>
          </p:cNvPr>
          <p:cNvSpPr/>
          <p:nvPr/>
        </p:nvSpPr>
        <p:spPr>
          <a:xfrm>
            <a:off x="2382276" y="5791781"/>
            <a:ext cx="3105017" cy="246221"/>
          </a:xfrm>
          <a:prstGeom prst="rect">
            <a:avLst/>
          </a:prstGeom>
          <a:ln w="19050" cap="rnd">
            <a:no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wrap="none" lIns="0" tIns="0" rIns="0" bIns="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effectLst/>
                <a:uLnTx/>
                <a:uFillTx/>
                <a:latin typeface="Segoe Sans Display Semibold" pitchFamily="2" charset="0"/>
                <a:cs typeface="Segoe Sans Display Semibold" pitchFamily="2" charset="0"/>
              </a:rPr>
              <a:t>Unified Security and Governance </a:t>
            </a:r>
          </a:p>
        </p:txBody>
      </p:sp>
      <p:grpSp>
        <p:nvGrpSpPr>
          <p:cNvPr id="192" name="Group 191">
            <a:extLst>
              <a:ext uri="{FF2B5EF4-FFF2-40B4-BE49-F238E27FC236}">
                <a16:creationId xmlns:a16="http://schemas.microsoft.com/office/drawing/2014/main" id="{852F9F4D-C5C8-7957-723E-4C269E60892E}"/>
              </a:ext>
              <a:ext uri="{C183D7F6-B498-43B3-948B-1728B52AA6E4}">
                <adec:decorative xmlns:adec="http://schemas.microsoft.com/office/drawing/2017/decorative" val="1"/>
              </a:ext>
            </a:extLst>
          </p:cNvPr>
          <p:cNvGrpSpPr/>
          <p:nvPr/>
        </p:nvGrpSpPr>
        <p:grpSpPr>
          <a:xfrm>
            <a:off x="7516760" y="2015211"/>
            <a:ext cx="4101936" cy="4122080"/>
            <a:chOff x="7516760" y="2015211"/>
            <a:chExt cx="4101936" cy="4122080"/>
          </a:xfrm>
        </p:grpSpPr>
        <p:sp>
          <p:nvSpPr>
            <p:cNvPr id="193" name="Rounded Rectangle 205">
              <a:extLst>
                <a:ext uri="{FF2B5EF4-FFF2-40B4-BE49-F238E27FC236}">
                  <a16:creationId xmlns:a16="http://schemas.microsoft.com/office/drawing/2014/main" id="{B97525D5-7239-D73F-2ED1-0C9172D8AE15}"/>
                </a:ext>
                <a:ext uri="{C183D7F6-B498-43B3-948B-1728B52AA6E4}">
                  <adec:decorative xmlns:adec="http://schemas.microsoft.com/office/drawing/2017/decorative" val="1"/>
                </a:ext>
              </a:extLst>
            </p:cNvPr>
            <p:cNvSpPr/>
            <p:nvPr/>
          </p:nvSpPr>
          <p:spPr bwMode="auto">
            <a:xfrm>
              <a:off x="7516760" y="2015211"/>
              <a:ext cx="4101936" cy="4122080"/>
            </a:xfrm>
            <a:prstGeom prst="roundRect">
              <a:avLst>
                <a:gd name="adj" fmla="val 4025"/>
              </a:avLst>
            </a:prstGeom>
            <a:solidFill>
              <a:srgbClr val="FFFFFF">
                <a:alpha val="70000"/>
              </a:srgbClr>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32472" fontAlgn="base">
                <a:spcBef>
                  <a:spcPct val="0"/>
                </a:spcBef>
              </a:pPr>
              <a:endParaRPr lang="en-US" sz="1400" err="1">
                <a:solidFill>
                  <a:srgbClr val="225B61"/>
                </a:solidFill>
                <a:latin typeface="Segoe Sans Display Semibold" pitchFamily="2" charset="0"/>
                <a:cs typeface="Segoe Sans Display Semibold" pitchFamily="2" charset="0"/>
              </a:endParaRPr>
            </a:p>
          </p:txBody>
        </p:sp>
        <p:sp>
          <p:nvSpPr>
            <p:cNvPr id="194" name="Rounded Rectangle 205">
              <a:extLst>
                <a:ext uri="{FF2B5EF4-FFF2-40B4-BE49-F238E27FC236}">
                  <a16:creationId xmlns:a16="http://schemas.microsoft.com/office/drawing/2014/main" id="{33409332-0BF2-A05A-9AE4-41DF8EE08A35}"/>
                </a:ext>
                <a:ext uri="{C183D7F6-B498-43B3-948B-1728B52AA6E4}">
                  <adec:decorative xmlns:adec="http://schemas.microsoft.com/office/drawing/2017/decorative" val="1"/>
                </a:ext>
              </a:extLst>
            </p:cNvPr>
            <p:cNvSpPr/>
            <p:nvPr/>
          </p:nvSpPr>
          <p:spPr bwMode="auto">
            <a:xfrm>
              <a:off x="7640401" y="2139501"/>
              <a:ext cx="3854654" cy="3873501"/>
            </a:xfrm>
            <a:prstGeom prst="roundRect">
              <a:avLst>
                <a:gd name="adj" fmla="val 2108"/>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pPr>
              <a:endParaRPr lang="en-US" sz="1200" err="1">
                <a:gradFill>
                  <a:gsLst>
                    <a:gs pos="2874">
                      <a:srgbClr val="FFFFFF"/>
                    </a:gs>
                    <a:gs pos="17978">
                      <a:srgbClr val="FFFFFF"/>
                    </a:gs>
                  </a:gsLst>
                  <a:lin ang="2700000" scaled="0"/>
                </a:gradFill>
                <a:latin typeface="Segoe UI"/>
              </a:endParaRPr>
            </a:p>
          </p:txBody>
        </p:sp>
        <p:cxnSp>
          <p:nvCxnSpPr>
            <p:cNvPr id="195" name="Straight Connector 194">
              <a:extLst>
                <a:ext uri="{FF2B5EF4-FFF2-40B4-BE49-F238E27FC236}">
                  <a16:creationId xmlns:a16="http://schemas.microsoft.com/office/drawing/2014/main" id="{360310C9-5382-63FE-FD99-2C7035AA501A}"/>
                </a:ext>
              </a:extLst>
            </p:cNvPr>
            <p:cNvCxnSpPr>
              <a:cxnSpLocks/>
            </p:cNvCxnSpPr>
            <p:nvPr/>
          </p:nvCxnSpPr>
          <p:spPr>
            <a:xfrm>
              <a:off x="7829271" y="3113737"/>
              <a:ext cx="3476914"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951B5A98-A72E-31D6-8CDD-6440F6023869}"/>
                </a:ext>
              </a:extLst>
            </p:cNvPr>
            <p:cNvCxnSpPr>
              <a:cxnSpLocks/>
            </p:cNvCxnSpPr>
            <p:nvPr/>
          </p:nvCxnSpPr>
          <p:spPr>
            <a:xfrm>
              <a:off x="7829271" y="3815459"/>
              <a:ext cx="3476914"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4B127292-DF65-5D95-2CC1-C98DD651A2CA}"/>
                </a:ext>
              </a:extLst>
            </p:cNvPr>
            <p:cNvCxnSpPr>
              <a:cxnSpLocks/>
            </p:cNvCxnSpPr>
            <p:nvPr/>
          </p:nvCxnSpPr>
          <p:spPr>
            <a:xfrm>
              <a:off x="7829271" y="4701847"/>
              <a:ext cx="3476914"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DA56F9C5-39B1-4F3A-8605-DFE378099B3D}"/>
                </a:ext>
              </a:extLst>
            </p:cNvPr>
            <p:cNvCxnSpPr>
              <a:cxnSpLocks/>
            </p:cNvCxnSpPr>
            <p:nvPr/>
          </p:nvCxnSpPr>
          <p:spPr>
            <a:xfrm>
              <a:off x="7829271" y="5403569"/>
              <a:ext cx="3476914"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grpSp>
      <p:sp>
        <p:nvSpPr>
          <p:cNvPr id="199" name="TextBox 198">
            <a:extLst>
              <a:ext uri="{FF2B5EF4-FFF2-40B4-BE49-F238E27FC236}">
                <a16:creationId xmlns:a16="http://schemas.microsoft.com/office/drawing/2014/main" id="{95AB464A-615C-D4C4-CFC5-C44F7B01FE25}"/>
              </a:ext>
            </a:extLst>
          </p:cNvPr>
          <p:cNvSpPr txBox="1"/>
          <p:nvPr/>
        </p:nvSpPr>
        <p:spPr>
          <a:xfrm>
            <a:off x="7829271" y="2301211"/>
            <a:ext cx="3476914" cy="738664"/>
          </a:xfrm>
          <a:prstGeom prst="rect">
            <a:avLst/>
          </a:prstGeom>
          <a:noFill/>
        </p:spPr>
        <p:txBody>
          <a:bodyPr wrap="square" lIns="0" tIns="0" rIns="0" bIns="0">
            <a:spAutoFit/>
          </a:bodyPr>
          <a:lstStyle/>
          <a:p>
            <a:pPr>
              <a:spcBef>
                <a:spcPts val="1600"/>
              </a:spcBef>
              <a:defRPr/>
            </a:pPr>
            <a:r>
              <a:rPr lang="en-US" sz="1200">
                <a:solidFill>
                  <a:schemeClr val="bg1"/>
                </a:solidFill>
              </a:rPr>
              <a:t>Introducing domains as an integral part of Fabric: </a:t>
            </a:r>
            <a:br>
              <a:rPr lang="en-US" sz="1200">
                <a:solidFill>
                  <a:schemeClr val="bg1"/>
                </a:solidFill>
              </a:rPr>
            </a:br>
            <a:r>
              <a:rPr lang="en-US" sz="1200">
                <a:solidFill>
                  <a:schemeClr val="bg1"/>
                </a:solidFill>
              </a:rPr>
              <a:t>A domain is a way to logically group together all the data in an organization relevant to an area or field, according to business needs.</a:t>
            </a:r>
          </a:p>
        </p:txBody>
      </p:sp>
      <p:sp>
        <p:nvSpPr>
          <p:cNvPr id="200" name="TextBox 199">
            <a:extLst>
              <a:ext uri="{FF2B5EF4-FFF2-40B4-BE49-F238E27FC236}">
                <a16:creationId xmlns:a16="http://schemas.microsoft.com/office/drawing/2014/main" id="{9C3225CD-C1E8-27FE-0789-8608B67BFFFB}"/>
              </a:ext>
            </a:extLst>
          </p:cNvPr>
          <p:cNvSpPr txBox="1"/>
          <p:nvPr/>
        </p:nvSpPr>
        <p:spPr>
          <a:xfrm>
            <a:off x="7829271" y="3187599"/>
            <a:ext cx="3476914" cy="553998"/>
          </a:xfrm>
          <a:prstGeom prst="rect">
            <a:avLst/>
          </a:prstGeom>
          <a:noFill/>
        </p:spPr>
        <p:txBody>
          <a:bodyPr wrap="square" lIns="0" tIns="0" rIns="0" bIns="0">
            <a:spAutoFit/>
          </a:bodyPr>
          <a:lstStyle/>
          <a:p>
            <a:pPr>
              <a:spcBef>
                <a:spcPts val="1600"/>
              </a:spcBef>
              <a:defRPr/>
            </a:pPr>
            <a:r>
              <a:rPr lang="en-US" sz="1200">
                <a:solidFill>
                  <a:schemeClr val="bg1"/>
                </a:solidFill>
              </a:rPr>
              <a:t>Domains are defined with domain admins and contributors who can associate workspaces and group them together under a relevant domain.</a:t>
            </a:r>
          </a:p>
        </p:txBody>
      </p:sp>
      <p:sp>
        <p:nvSpPr>
          <p:cNvPr id="201" name="TextBox 200">
            <a:extLst>
              <a:ext uri="{FF2B5EF4-FFF2-40B4-BE49-F238E27FC236}">
                <a16:creationId xmlns:a16="http://schemas.microsoft.com/office/drawing/2014/main" id="{C7FB69A0-23D4-2E9F-6246-513ACB95BD66}"/>
              </a:ext>
            </a:extLst>
          </p:cNvPr>
          <p:cNvSpPr txBox="1"/>
          <p:nvPr/>
        </p:nvSpPr>
        <p:spPr>
          <a:xfrm>
            <a:off x="7829271" y="3889321"/>
            <a:ext cx="3476914" cy="738664"/>
          </a:xfrm>
          <a:prstGeom prst="rect">
            <a:avLst/>
          </a:prstGeom>
          <a:noFill/>
        </p:spPr>
        <p:txBody>
          <a:bodyPr wrap="square" lIns="0" tIns="0" rIns="0" bIns="0">
            <a:spAutoFit/>
          </a:bodyPr>
          <a:lstStyle/>
          <a:p>
            <a:pPr>
              <a:spcBef>
                <a:spcPts val="1600"/>
              </a:spcBef>
              <a:defRPr/>
            </a:pPr>
            <a:r>
              <a:rPr lang="en-US" sz="1200">
                <a:solidFill>
                  <a:schemeClr val="bg1"/>
                </a:solidFill>
              </a:rPr>
              <a:t>Federated governance can be achieved by delegating settings to domain admins, thus allowing them to achieve more granular control over their business area.</a:t>
            </a:r>
          </a:p>
        </p:txBody>
      </p:sp>
      <p:sp>
        <p:nvSpPr>
          <p:cNvPr id="202" name="TextBox 201">
            <a:extLst>
              <a:ext uri="{FF2B5EF4-FFF2-40B4-BE49-F238E27FC236}">
                <a16:creationId xmlns:a16="http://schemas.microsoft.com/office/drawing/2014/main" id="{370FE24D-30A1-F1A1-4512-3D34EECFE743}"/>
              </a:ext>
            </a:extLst>
          </p:cNvPr>
          <p:cNvSpPr txBox="1"/>
          <p:nvPr/>
        </p:nvSpPr>
        <p:spPr>
          <a:xfrm>
            <a:off x="7829271" y="4775709"/>
            <a:ext cx="3476914" cy="553998"/>
          </a:xfrm>
          <a:prstGeom prst="rect">
            <a:avLst/>
          </a:prstGeom>
          <a:noFill/>
        </p:spPr>
        <p:txBody>
          <a:bodyPr wrap="square" lIns="0" tIns="0" rIns="0" bIns="0">
            <a:spAutoFit/>
          </a:bodyPr>
          <a:lstStyle/>
          <a:p>
            <a:pPr>
              <a:spcBef>
                <a:spcPts val="1600"/>
              </a:spcBef>
              <a:defRPr/>
            </a:pPr>
            <a:r>
              <a:rPr lang="en-US" sz="1200">
                <a:solidFill>
                  <a:schemeClr val="bg1"/>
                </a:solidFill>
              </a:rPr>
              <a:t>Domains simplify discovery and consumption of data across the organization, thus allowing business optimized consumption.</a:t>
            </a:r>
          </a:p>
        </p:txBody>
      </p:sp>
      <p:sp>
        <p:nvSpPr>
          <p:cNvPr id="203" name="TextBox 202">
            <a:extLst>
              <a:ext uri="{FF2B5EF4-FFF2-40B4-BE49-F238E27FC236}">
                <a16:creationId xmlns:a16="http://schemas.microsoft.com/office/drawing/2014/main" id="{39D15CC7-D2DA-FFD2-F747-D7CCCBBBA02B}"/>
              </a:ext>
            </a:extLst>
          </p:cNvPr>
          <p:cNvSpPr txBox="1"/>
          <p:nvPr/>
        </p:nvSpPr>
        <p:spPr>
          <a:xfrm>
            <a:off x="7829271" y="5477429"/>
            <a:ext cx="3476914" cy="369332"/>
          </a:xfrm>
          <a:prstGeom prst="rect">
            <a:avLst/>
          </a:prstGeom>
          <a:noFill/>
        </p:spPr>
        <p:txBody>
          <a:bodyPr wrap="square" lIns="0" tIns="0" rIns="0" bIns="0">
            <a:spAutoFit/>
          </a:bodyPr>
          <a:lstStyle/>
          <a:p>
            <a:pPr>
              <a:spcBef>
                <a:spcPts val="1600"/>
              </a:spcBef>
              <a:defRPr/>
            </a:pPr>
            <a:r>
              <a:rPr lang="en-US" sz="1200">
                <a:solidFill>
                  <a:schemeClr val="bg1"/>
                </a:solidFill>
              </a:rPr>
              <a:t>Avoid data swamps by endorsing certain data as certified or promoted, thus encouraging reuse.</a:t>
            </a:r>
          </a:p>
        </p:txBody>
      </p:sp>
      <p:sp>
        <p:nvSpPr>
          <p:cNvPr id="207" name="Flowchart: Preparation 44">
            <a:extLst>
              <a:ext uri="{FF2B5EF4-FFF2-40B4-BE49-F238E27FC236}">
                <a16:creationId xmlns:a16="http://schemas.microsoft.com/office/drawing/2014/main" id="{059D80EE-2B97-75A2-5B88-92F0F5138B70}"/>
              </a:ext>
            </a:extLst>
          </p:cNvPr>
          <p:cNvSpPr/>
          <p:nvPr/>
        </p:nvSpPr>
        <p:spPr>
          <a:xfrm>
            <a:off x="8047191" y="948970"/>
            <a:ext cx="900000" cy="900000"/>
          </a:xfrm>
          <a:prstGeom prst="ellipse">
            <a:avLst/>
          </a:prstGeom>
          <a:solidFill>
            <a:srgbClr val="49C5B1"/>
          </a:solidFill>
          <a:ln w="9525" cap="flat" cmpd="sng" algn="ctr">
            <a:noFill/>
            <a:prstDash val="solid"/>
            <a:headEnd type="none" w="med" len="med"/>
            <a:tailEnd type="none" w="med" len="med"/>
          </a:ln>
          <a:effectLst>
            <a:outerShdw blurRad="63500" dist="63500" dir="2700000" algn="tl" rotWithShape="0">
              <a:prstClr val="black">
                <a:alpha val="30000"/>
              </a:prstClr>
            </a:outerShdw>
          </a:effectLst>
        </p:spPr>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Sans Display Semibold" pitchFamily="2" charset="0"/>
                <a:cs typeface="Segoe Sans Display Semibold" pitchFamily="2" charset="0"/>
              </a:rPr>
              <a:t>Sales</a:t>
            </a:r>
          </a:p>
        </p:txBody>
      </p:sp>
      <p:sp>
        <p:nvSpPr>
          <p:cNvPr id="208" name="Flowchart: Preparation 39">
            <a:extLst>
              <a:ext uri="{FF2B5EF4-FFF2-40B4-BE49-F238E27FC236}">
                <a16:creationId xmlns:a16="http://schemas.microsoft.com/office/drawing/2014/main" id="{B386E162-0993-CF65-3900-53006B1239AB}"/>
              </a:ext>
            </a:extLst>
          </p:cNvPr>
          <p:cNvSpPr/>
          <p:nvPr/>
        </p:nvSpPr>
        <p:spPr>
          <a:xfrm>
            <a:off x="9185677" y="948970"/>
            <a:ext cx="900000" cy="900000"/>
          </a:xfrm>
          <a:prstGeom prst="ellipse">
            <a:avLst/>
          </a:prstGeom>
          <a:solidFill>
            <a:srgbClr val="49C5B1"/>
          </a:solidFill>
          <a:ln w="9525" cap="flat" cmpd="sng" algn="ctr">
            <a:noFill/>
            <a:prstDash val="solid"/>
            <a:headEnd type="none" w="med" len="med"/>
            <a:tailEnd type="none" w="med" len="med"/>
          </a:ln>
          <a:effectLst>
            <a:outerShdw blurRad="63500" dist="63500" dir="2700000" algn="tl" rotWithShape="0">
              <a:prstClr val="black">
                <a:alpha val="30000"/>
              </a:prstClr>
            </a:outerShdw>
          </a:effectLst>
        </p:spPr>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Sans Display Semibold" pitchFamily="2" charset="0"/>
                <a:cs typeface="Segoe Sans Display Semibold" pitchFamily="2" charset="0"/>
              </a:rPr>
              <a:t>Marketing</a:t>
            </a:r>
          </a:p>
        </p:txBody>
      </p:sp>
      <p:sp>
        <p:nvSpPr>
          <p:cNvPr id="209" name="Flowchart: Preparation 41">
            <a:extLst>
              <a:ext uri="{FF2B5EF4-FFF2-40B4-BE49-F238E27FC236}">
                <a16:creationId xmlns:a16="http://schemas.microsoft.com/office/drawing/2014/main" id="{FD8C4379-939F-6EBE-FAC0-4611996BA376}"/>
              </a:ext>
            </a:extLst>
          </p:cNvPr>
          <p:cNvSpPr>
            <a:spLocks/>
          </p:cNvSpPr>
          <p:nvPr/>
        </p:nvSpPr>
        <p:spPr>
          <a:xfrm>
            <a:off x="10324163" y="948970"/>
            <a:ext cx="900000" cy="900000"/>
          </a:xfrm>
          <a:prstGeom prst="ellipse">
            <a:avLst/>
          </a:prstGeom>
          <a:solidFill>
            <a:srgbClr val="49C5B1"/>
          </a:solidFill>
          <a:ln w="9525" cap="flat" cmpd="sng" algn="ctr">
            <a:noFill/>
            <a:prstDash val="solid"/>
            <a:headEnd type="none" w="med" len="med"/>
            <a:tailEnd type="none" w="med" len="med"/>
          </a:ln>
          <a:effectLst>
            <a:outerShdw blurRad="63500" dist="63500" dir="2700000" algn="tl" rotWithShape="0">
              <a:prstClr val="black">
                <a:alpha val="30000"/>
              </a:prstClr>
            </a:outerShdw>
          </a:effectLst>
        </p:spPr>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Segoe Sans Display Semibold" pitchFamily="2" charset="0"/>
                <a:cs typeface="Segoe Sans Display Semibold" pitchFamily="2" charset="0"/>
              </a:rPr>
              <a:t>Finance</a:t>
            </a:r>
          </a:p>
        </p:txBody>
      </p:sp>
    </p:spTree>
    <p:extLst>
      <p:ext uri="{BB962C8B-B14F-4D97-AF65-F5344CB8AC3E}">
        <p14:creationId xmlns:p14="http://schemas.microsoft.com/office/powerpoint/2010/main" val="8809322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9"/>
                                        </p:tgtEl>
                                        <p:attrNameLst>
                                          <p:attrName>style.visibility</p:attrName>
                                        </p:attrNameLst>
                                      </p:cBhvr>
                                      <p:to>
                                        <p:strVal val="visible"/>
                                      </p:to>
                                    </p:set>
                                    <p:animEffect transition="in" filter="fade">
                                      <p:cBhvr>
                                        <p:cTn id="10" dur="500"/>
                                        <p:tgtEl>
                                          <p:spTgt spid="19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0"/>
                                        </p:tgtEl>
                                        <p:attrNameLst>
                                          <p:attrName>style.visibility</p:attrName>
                                        </p:attrNameLst>
                                      </p:cBhvr>
                                      <p:to>
                                        <p:strVal val="visible"/>
                                      </p:to>
                                    </p:set>
                                    <p:animEffect transition="in" filter="fade">
                                      <p:cBhvr>
                                        <p:cTn id="13" dur="500"/>
                                        <p:tgtEl>
                                          <p:spTgt spid="20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1"/>
                                        </p:tgtEl>
                                        <p:attrNameLst>
                                          <p:attrName>style.visibility</p:attrName>
                                        </p:attrNameLst>
                                      </p:cBhvr>
                                      <p:to>
                                        <p:strVal val="visible"/>
                                      </p:to>
                                    </p:set>
                                    <p:animEffect transition="in" filter="fade">
                                      <p:cBhvr>
                                        <p:cTn id="16" dur="500"/>
                                        <p:tgtEl>
                                          <p:spTgt spid="20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2"/>
                                        </p:tgtEl>
                                        <p:attrNameLst>
                                          <p:attrName>style.visibility</p:attrName>
                                        </p:attrNameLst>
                                      </p:cBhvr>
                                      <p:to>
                                        <p:strVal val="visible"/>
                                      </p:to>
                                    </p:set>
                                    <p:animEffect transition="in" filter="fade">
                                      <p:cBhvr>
                                        <p:cTn id="19" dur="500"/>
                                        <p:tgtEl>
                                          <p:spTgt spid="20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3"/>
                                        </p:tgtEl>
                                        <p:attrNameLst>
                                          <p:attrName>style.visibility</p:attrName>
                                        </p:attrNameLst>
                                      </p:cBhvr>
                                      <p:to>
                                        <p:strVal val="visible"/>
                                      </p:to>
                                    </p:set>
                                    <p:animEffect transition="in" filter="fade">
                                      <p:cBhvr>
                                        <p:cTn id="22" dur="500"/>
                                        <p:tgtEl>
                                          <p:spTgt spid="203"/>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135"/>
                                        </p:tgtEl>
                                        <p:attrNameLst>
                                          <p:attrName>style.visibility</p:attrName>
                                        </p:attrNameLst>
                                      </p:cBhvr>
                                      <p:to>
                                        <p:strVal val="visible"/>
                                      </p:to>
                                    </p:set>
                                    <p:animEffect transition="in" filter="wipe(up)">
                                      <p:cBhvr>
                                        <p:cTn id="26" dur="500"/>
                                        <p:tgtEl>
                                          <p:spTgt spid="135"/>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165"/>
                                        </p:tgtEl>
                                        <p:attrNameLst>
                                          <p:attrName>style.visibility</p:attrName>
                                        </p:attrNameLst>
                                      </p:cBhvr>
                                      <p:to>
                                        <p:strVal val="visible"/>
                                      </p:to>
                                    </p:set>
                                    <p:animEffect transition="in" filter="fade">
                                      <p:cBhvr>
                                        <p:cTn id="30" dur="500"/>
                                        <p:tgtEl>
                                          <p:spTgt spid="165"/>
                                        </p:tgtEl>
                                      </p:cBhvr>
                                    </p:animEffect>
                                  </p:childTnLst>
                                </p:cTn>
                              </p:par>
                              <p:par>
                                <p:cTn id="31" presetID="10" presetClass="entr" presetSubtype="0" fill="hold" nodeType="withEffect">
                                  <p:stCondLst>
                                    <p:cond delay="0"/>
                                  </p:stCondLst>
                                  <p:childTnLst>
                                    <p:set>
                                      <p:cBhvr>
                                        <p:cTn id="32" dur="1" fill="hold">
                                          <p:stCondLst>
                                            <p:cond delay="0"/>
                                          </p:stCondLst>
                                        </p:cTn>
                                        <p:tgtEl>
                                          <p:spTgt spid="162"/>
                                        </p:tgtEl>
                                        <p:attrNameLst>
                                          <p:attrName>style.visibility</p:attrName>
                                        </p:attrNameLst>
                                      </p:cBhvr>
                                      <p:to>
                                        <p:strVal val="visible"/>
                                      </p:to>
                                    </p:set>
                                    <p:animEffect transition="in" filter="fade">
                                      <p:cBhvr>
                                        <p:cTn id="33" dur="500"/>
                                        <p:tgtEl>
                                          <p:spTgt spid="16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3"/>
                                        </p:tgtEl>
                                        <p:attrNameLst>
                                          <p:attrName>style.visibility</p:attrName>
                                        </p:attrNameLst>
                                      </p:cBhvr>
                                      <p:to>
                                        <p:strVal val="visible"/>
                                      </p:to>
                                    </p:set>
                                    <p:animEffect transition="in" filter="fade">
                                      <p:cBhvr>
                                        <p:cTn id="36" dur="500"/>
                                        <p:tgtEl>
                                          <p:spTgt spid="16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1"/>
                                        </p:tgtEl>
                                        <p:attrNameLst>
                                          <p:attrName>style.visibility</p:attrName>
                                        </p:attrNameLst>
                                      </p:cBhvr>
                                      <p:to>
                                        <p:strVal val="visible"/>
                                      </p:to>
                                    </p:set>
                                    <p:animEffect transition="in" filter="fade">
                                      <p:cBhvr>
                                        <p:cTn id="39" dur="500"/>
                                        <p:tgtEl>
                                          <p:spTgt spid="19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6"/>
                                        </p:tgtEl>
                                        <p:attrNameLst>
                                          <p:attrName>style.visibility</p:attrName>
                                        </p:attrNameLst>
                                      </p:cBhvr>
                                      <p:to>
                                        <p:strVal val="visible"/>
                                      </p:to>
                                    </p:set>
                                    <p:animEffect transition="in" filter="fade">
                                      <p:cBhvr>
                                        <p:cTn id="42" dur="500"/>
                                        <p:tgtEl>
                                          <p:spTgt spid="18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4"/>
                                        </p:tgtEl>
                                        <p:attrNameLst>
                                          <p:attrName>style.visibility</p:attrName>
                                        </p:attrNameLst>
                                      </p:cBhvr>
                                      <p:to>
                                        <p:strVal val="visible"/>
                                      </p:to>
                                    </p:set>
                                    <p:animEffect transition="in" filter="fade">
                                      <p:cBhvr>
                                        <p:cTn id="45" dur="500"/>
                                        <p:tgtEl>
                                          <p:spTgt spid="16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7"/>
                                        </p:tgtEl>
                                        <p:attrNameLst>
                                          <p:attrName>style.visibility</p:attrName>
                                        </p:attrNameLst>
                                      </p:cBhvr>
                                      <p:to>
                                        <p:strVal val="visible"/>
                                      </p:to>
                                    </p:set>
                                    <p:animEffect transition="in" filter="fade">
                                      <p:cBhvr>
                                        <p:cTn id="48" dur="500"/>
                                        <p:tgtEl>
                                          <p:spTgt spid="18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8"/>
                                        </p:tgtEl>
                                        <p:attrNameLst>
                                          <p:attrName>style.visibility</p:attrName>
                                        </p:attrNameLst>
                                      </p:cBhvr>
                                      <p:to>
                                        <p:strVal val="visible"/>
                                      </p:to>
                                    </p:set>
                                    <p:animEffect transition="in" filter="fade">
                                      <p:cBhvr>
                                        <p:cTn id="51" dur="500"/>
                                        <p:tgtEl>
                                          <p:spTgt spid="18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9"/>
                                        </p:tgtEl>
                                        <p:attrNameLst>
                                          <p:attrName>style.visibility</p:attrName>
                                        </p:attrNameLst>
                                      </p:cBhvr>
                                      <p:to>
                                        <p:strVal val="visible"/>
                                      </p:to>
                                    </p:set>
                                    <p:animEffect transition="in" filter="fade">
                                      <p:cBhvr>
                                        <p:cTn id="54" dur="500"/>
                                        <p:tgtEl>
                                          <p:spTgt spid="18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0"/>
                                        </p:tgtEl>
                                        <p:attrNameLst>
                                          <p:attrName>style.visibility</p:attrName>
                                        </p:attrNameLst>
                                      </p:cBhvr>
                                      <p:to>
                                        <p:strVal val="visible"/>
                                      </p:to>
                                    </p:set>
                                    <p:animEffect transition="in" filter="fade">
                                      <p:cBhvr>
                                        <p:cTn id="57" dur="500"/>
                                        <p:tgtEl>
                                          <p:spTgt spid="190"/>
                                        </p:tgtEl>
                                      </p:cBhvr>
                                    </p:animEffect>
                                  </p:childTnLst>
                                </p:cTn>
                              </p:par>
                            </p:childTnLst>
                          </p:cTn>
                        </p:par>
                        <p:par>
                          <p:cTn id="58" fill="hold">
                            <p:stCondLst>
                              <p:cond delay="1500"/>
                            </p:stCondLst>
                            <p:childTnLst>
                              <p:par>
                                <p:cTn id="59" presetID="10" presetClass="entr" presetSubtype="0" fill="hold" grpId="0" nodeType="afterEffect">
                                  <p:stCondLst>
                                    <p:cond delay="0"/>
                                  </p:stCondLst>
                                  <p:childTnLst>
                                    <p:set>
                                      <p:cBhvr>
                                        <p:cTn id="60" dur="1" fill="hold">
                                          <p:stCondLst>
                                            <p:cond delay="0"/>
                                          </p:stCondLst>
                                        </p:cTn>
                                        <p:tgtEl>
                                          <p:spTgt spid="207"/>
                                        </p:tgtEl>
                                        <p:attrNameLst>
                                          <p:attrName>style.visibility</p:attrName>
                                        </p:attrNameLst>
                                      </p:cBhvr>
                                      <p:to>
                                        <p:strVal val="visible"/>
                                      </p:to>
                                    </p:set>
                                    <p:animEffect transition="in" filter="fade">
                                      <p:cBhvr>
                                        <p:cTn id="61" dur="500"/>
                                        <p:tgtEl>
                                          <p:spTgt spid="207"/>
                                        </p:tgtEl>
                                      </p:cBhvr>
                                    </p:animEffect>
                                  </p:childTnLst>
                                </p:cTn>
                              </p:par>
                            </p:childTnLst>
                          </p:cTn>
                        </p:par>
                        <p:par>
                          <p:cTn id="62" fill="hold">
                            <p:stCondLst>
                              <p:cond delay="2000"/>
                            </p:stCondLst>
                            <p:childTnLst>
                              <p:par>
                                <p:cTn id="63" presetID="10" presetClass="entr" presetSubtype="0" fill="hold" grpId="0" nodeType="afterEffect">
                                  <p:stCondLst>
                                    <p:cond delay="0"/>
                                  </p:stCondLst>
                                  <p:childTnLst>
                                    <p:set>
                                      <p:cBhvr>
                                        <p:cTn id="64" dur="1" fill="hold">
                                          <p:stCondLst>
                                            <p:cond delay="0"/>
                                          </p:stCondLst>
                                        </p:cTn>
                                        <p:tgtEl>
                                          <p:spTgt spid="208"/>
                                        </p:tgtEl>
                                        <p:attrNameLst>
                                          <p:attrName>style.visibility</p:attrName>
                                        </p:attrNameLst>
                                      </p:cBhvr>
                                      <p:to>
                                        <p:strVal val="visible"/>
                                      </p:to>
                                    </p:set>
                                    <p:animEffect transition="in" filter="fade">
                                      <p:cBhvr>
                                        <p:cTn id="65" dur="500"/>
                                        <p:tgtEl>
                                          <p:spTgt spid="208"/>
                                        </p:tgtEl>
                                      </p:cBhvr>
                                    </p:animEffect>
                                  </p:childTnLst>
                                </p:cTn>
                              </p:par>
                            </p:childTnLst>
                          </p:cTn>
                        </p:par>
                        <p:par>
                          <p:cTn id="66" fill="hold">
                            <p:stCondLst>
                              <p:cond delay="2500"/>
                            </p:stCondLst>
                            <p:childTnLst>
                              <p:par>
                                <p:cTn id="67" presetID="10" presetClass="entr" presetSubtype="0" fill="hold" grpId="0" nodeType="afterEffect">
                                  <p:stCondLst>
                                    <p:cond delay="0"/>
                                  </p:stCondLst>
                                  <p:childTnLst>
                                    <p:set>
                                      <p:cBhvr>
                                        <p:cTn id="68" dur="1" fill="hold">
                                          <p:stCondLst>
                                            <p:cond delay="0"/>
                                          </p:stCondLst>
                                        </p:cTn>
                                        <p:tgtEl>
                                          <p:spTgt spid="209"/>
                                        </p:tgtEl>
                                        <p:attrNameLst>
                                          <p:attrName>style.visibility</p:attrName>
                                        </p:attrNameLst>
                                      </p:cBhvr>
                                      <p:to>
                                        <p:strVal val="visible"/>
                                      </p:to>
                                    </p:set>
                                    <p:animEffect transition="in" filter="fade">
                                      <p:cBhvr>
                                        <p:cTn id="69" dur="500"/>
                                        <p:tgtEl>
                                          <p:spTgt spid="209"/>
                                        </p:tgtEl>
                                      </p:cBhvr>
                                    </p:animEffect>
                                  </p:childTnLst>
                                </p:cTn>
                              </p:par>
                            </p:childTnLst>
                          </p:cTn>
                        </p:par>
                      </p:childTnLst>
                    </p:cTn>
                  </p:par>
                  <p:par>
                    <p:cTn id="70" fill="hold">
                      <p:stCondLst>
                        <p:cond delay="indefinite"/>
                      </p:stCondLst>
                      <p:childTnLst>
                        <p:par>
                          <p:cTn id="71" fill="hold">
                            <p:stCondLst>
                              <p:cond delay="0"/>
                            </p:stCondLst>
                            <p:childTnLst>
                              <p:par>
                                <p:cTn id="72" presetID="42" presetClass="path" presetSubtype="0" accel="50000" decel="50000" fill="hold" grpId="1" nodeType="clickEffect">
                                  <p:stCondLst>
                                    <p:cond delay="0"/>
                                  </p:stCondLst>
                                  <p:childTnLst>
                                    <p:animMotion origin="layout" path="M -8.33333E-7 1.85185E-6 L -0.51341 0.55833 " pathEditMode="relative" rAng="0" ptsTypes="AA">
                                      <p:cBhvr>
                                        <p:cTn id="73" dur="2000" fill="hold"/>
                                        <p:tgtEl>
                                          <p:spTgt spid="207"/>
                                        </p:tgtEl>
                                        <p:attrNameLst>
                                          <p:attrName>ppt_x</p:attrName>
                                          <p:attrName>ppt_y</p:attrName>
                                        </p:attrNameLst>
                                      </p:cBhvr>
                                      <p:rCtr x="-25677" y="27917"/>
                                    </p:animMotion>
                                  </p:childTnLst>
                                </p:cTn>
                              </p:par>
                            </p:childTnLst>
                          </p:cTn>
                        </p:par>
                        <p:par>
                          <p:cTn id="74" fill="hold">
                            <p:stCondLst>
                              <p:cond delay="2000"/>
                            </p:stCondLst>
                            <p:childTnLst>
                              <p:par>
                                <p:cTn id="75" presetID="1" presetClass="exit" presetSubtype="0" fill="hold" grpId="2" nodeType="afterEffect">
                                  <p:stCondLst>
                                    <p:cond delay="0"/>
                                  </p:stCondLst>
                                  <p:childTnLst>
                                    <p:set>
                                      <p:cBhvr>
                                        <p:cTn id="76" dur="1" fill="hold">
                                          <p:stCondLst>
                                            <p:cond delay="0"/>
                                          </p:stCondLst>
                                        </p:cTn>
                                        <p:tgtEl>
                                          <p:spTgt spid="207"/>
                                        </p:tgtEl>
                                        <p:attrNameLst>
                                          <p:attrName>style.visibility</p:attrName>
                                        </p:attrNameLst>
                                      </p:cBhvr>
                                      <p:to>
                                        <p:strVal val="hidden"/>
                                      </p:to>
                                    </p:set>
                                  </p:childTnLst>
                                </p:cTn>
                              </p:par>
                            </p:childTnLst>
                          </p:cTn>
                        </p:par>
                        <p:par>
                          <p:cTn id="77" fill="hold">
                            <p:stCondLst>
                              <p:cond delay="2000"/>
                            </p:stCondLst>
                            <p:childTnLst>
                              <p:par>
                                <p:cTn id="78" presetID="42" presetClass="path" presetSubtype="0" accel="50000" decel="50000" fill="hold" grpId="1" nodeType="afterEffect">
                                  <p:stCondLst>
                                    <p:cond delay="0"/>
                                  </p:stCondLst>
                                  <p:childTnLst>
                                    <p:animMotion origin="layout" path="M -2.08333E-7 1.85185E-6 L -0.41159 0.55833 " pathEditMode="relative" rAng="0" ptsTypes="AA">
                                      <p:cBhvr>
                                        <p:cTn id="79" dur="2000" fill="hold"/>
                                        <p:tgtEl>
                                          <p:spTgt spid="208"/>
                                        </p:tgtEl>
                                        <p:attrNameLst>
                                          <p:attrName>ppt_x</p:attrName>
                                          <p:attrName>ppt_y</p:attrName>
                                        </p:attrNameLst>
                                      </p:cBhvr>
                                      <p:rCtr x="-20586" y="27917"/>
                                    </p:animMotion>
                                  </p:childTnLst>
                                </p:cTn>
                              </p:par>
                            </p:childTnLst>
                          </p:cTn>
                        </p:par>
                        <p:par>
                          <p:cTn id="80" fill="hold">
                            <p:stCondLst>
                              <p:cond delay="4000"/>
                            </p:stCondLst>
                            <p:childTnLst>
                              <p:par>
                                <p:cTn id="81" presetID="10" presetClass="exit" presetSubtype="0" fill="hold" grpId="2" nodeType="afterEffect">
                                  <p:stCondLst>
                                    <p:cond delay="0"/>
                                  </p:stCondLst>
                                  <p:childTnLst>
                                    <p:animEffect transition="out" filter="fade">
                                      <p:cBhvr>
                                        <p:cTn id="82" dur="500"/>
                                        <p:tgtEl>
                                          <p:spTgt spid="208"/>
                                        </p:tgtEl>
                                      </p:cBhvr>
                                    </p:animEffect>
                                    <p:set>
                                      <p:cBhvr>
                                        <p:cTn id="83" dur="1" fill="hold">
                                          <p:stCondLst>
                                            <p:cond delay="499"/>
                                          </p:stCondLst>
                                        </p:cTn>
                                        <p:tgtEl>
                                          <p:spTgt spid="208"/>
                                        </p:tgtEl>
                                        <p:attrNameLst>
                                          <p:attrName>style.visibility</p:attrName>
                                        </p:attrNameLst>
                                      </p:cBhvr>
                                      <p:to>
                                        <p:strVal val="hidden"/>
                                      </p:to>
                                    </p:set>
                                  </p:childTnLst>
                                </p:cTn>
                              </p:par>
                            </p:childTnLst>
                          </p:cTn>
                        </p:par>
                        <p:par>
                          <p:cTn id="84" fill="hold">
                            <p:stCondLst>
                              <p:cond delay="4500"/>
                            </p:stCondLst>
                            <p:childTnLst>
                              <p:par>
                                <p:cTn id="85" presetID="42" presetClass="path" presetSubtype="0" accel="50000" decel="50000" fill="hold" grpId="1" nodeType="afterEffect">
                                  <p:stCondLst>
                                    <p:cond delay="0"/>
                                  </p:stCondLst>
                                  <p:childTnLst>
                                    <p:animMotion origin="layout" path="M 4.16667E-7 1.85185E-6 L -0.35703 0.55139 " pathEditMode="relative" rAng="0" ptsTypes="AA">
                                      <p:cBhvr>
                                        <p:cTn id="86" dur="2000" fill="hold"/>
                                        <p:tgtEl>
                                          <p:spTgt spid="209"/>
                                        </p:tgtEl>
                                        <p:attrNameLst>
                                          <p:attrName>ppt_x</p:attrName>
                                          <p:attrName>ppt_y</p:attrName>
                                        </p:attrNameLst>
                                      </p:cBhvr>
                                      <p:rCtr x="-17852" y="27569"/>
                                    </p:animMotion>
                                  </p:childTnLst>
                                </p:cTn>
                              </p:par>
                            </p:childTnLst>
                          </p:cTn>
                        </p:par>
                        <p:par>
                          <p:cTn id="87" fill="hold">
                            <p:stCondLst>
                              <p:cond delay="6500"/>
                            </p:stCondLst>
                            <p:childTnLst>
                              <p:par>
                                <p:cTn id="88" presetID="10" presetClass="exit" presetSubtype="0" fill="hold" grpId="2" nodeType="afterEffect">
                                  <p:stCondLst>
                                    <p:cond delay="0"/>
                                  </p:stCondLst>
                                  <p:childTnLst>
                                    <p:animEffect transition="out" filter="fade">
                                      <p:cBhvr>
                                        <p:cTn id="89" dur="500"/>
                                        <p:tgtEl>
                                          <p:spTgt spid="209"/>
                                        </p:tgtEl>
                                      </p:cBhvr>
                                    </p:animEffect>
                                    <p:set>
                                      <p:cBhvr>
                                        <p:cTn id="90" dur="1" fill="hold">
                                          <p:stCondLst>
                                            <p:cond delay="499"/>
                                          </p:stCondLst>
                                        </p:cTn>
                                        <p:tgtEl>
                                          <p:spTgt spid="2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 grpId="0"/>
      <p:bldP spid="164" grpId="0" animBg="1"/>
      <p:bldP spid="186" grpId="0"/>
      <p:bldP spid="187" grpId="0" animBg="1"/>
      <p:bldP spid="188" grpId="0"/>
      <p:bldP spid="189" grpId="0" animBg="1"/>
      <p:bldP spid="190" grpId="0"/>
      <p:bldP spid="191" grpId="0"/>
      <p:bldP spid="199" grpId="0"/>
      <p:bldP spid="200" grpId="0"/>
      <p:bldP spid="201" grpId="0"/>
      <p:bldP spid="202" grpId="0"/>
      <p:bldP spid="203" grpId="0"/>
      <p:bldP spid="207" grpId="0" animBg="1"/>
      <p:bldP spid="207" grpId="1" animBg="1"/>
      <p:bldP spid="207" grpId="2" animBg="1"/>
      <p:bldP spid="208" grpId="0" animBg="1"/>
      <p:bldP spid="208" grpId="1" animBg="1"/>
      <p:bldP spid="208" grpId="2" animBg="1"/>
      <p:bldP spid="209" grpId="0" animBg="1"/>
      <p:bldP spid="209" grpId="1" animBg="1"/>
      <p:bldP spid="209" grpId="2"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FA77-198C-AA51-F155-AFDE70A4E9B0}"/>
            </a:ext>
          </a:extLst>
        </p:cNvPr>
        <p:cNvGrpSpPr/>
        <p:nvPr/>
      </p:nvGrpSpPr>
      <p:grpSpPr>
        <a:xfrm>
          <a:off x="0" y="0"/>
          <a:ext cx="0" cy="0"/>
          <a:chOff x="0" y="0"/>
          <a:chExt cx="0" cy="0"/>
        </a:xfrm>
      </p:grpSpPr>
      <p:grpSp>
        <p:nvGrpSpPr>
          <p:cNvPr id="292" name="Group 291">
            <a:extLst>
              <a:ext uri="{FF2B5EF4-FFF2-40B4-BE49-F238E27FC236}">
                <a16:creationId xmlns:a16="http://schemas.microsoft.com/office/drawing/2014/main" id="{94DC0A25-11A2-8FA9-4A46-80A5A99E505F}"/>
              </a:ext>
              <a:ext uri="{C183D7F6-B498-43B3-948B-1728B52AA6E4}">
                <adec:decorative xmlns:adec="http://schemas.microsoft.com/office/drawing/2017/decorative" val="1"/>
              </a:ext>
            </a:extLst>
          </p:cNvPr>
          <p:cNvGrpSpPr/>
          <p:nvPr/>
        </p:nvGrpSpPr>
        <p:grpSpPr>
          <a:xfrm>
            <a:off x="581025" y="1480910"/>
            <a:ext cx="4110038" cy="4826227"/>
            <a:chOff x="581025" y="1480910"/>
            <a:chExt cx="4110038" cy="4826227"/>
          </a:xfrm>
        </p:grpSpPr>
        <p:sp>
          <p:nvSpPr>
            <p:cNvPr id="293" name="Rounded Rectangle 205">
              <a:extLst>
                <a:ext uri="{FF2B5EF4-FFF2-40B4-BE49-F238E27FC236}">
                  <a16:creationId xmlns:a16="http://schemas.microsoft.com/office/drawing/2014/main" id="{EC567128-E084-6DDC-F0B5-085AD7A58403}"/>
                </a:ext>
                <a:ext uri="{C183D7F6-B498-43B3-948B-1728B52AA6E4}">
                  <adec:decorative xmlns:adec="http://schemas.microsoft.com/office/drawing/2017/decorative" val="1"/>
                </a:ext>
              </a:extLst>
            </p:cNvPr>
            <p:cNvSpPr/>
            <p:nvPr/>
          </p:nvSpPr>
          <p:spPr bwMode="auto">
            <a:xfrm>
              <a:off x="581025" y="1480910"/>
              <a:ext cx="4110038" cy="4826227"/>
            </a:xfrm>
            <a:prstGeom prst="roundRect">
              <a:avLst>
                <a:gd name="adj" fmla="val 4025"/>
              </a:avLst>
            </a:prstGeom>
            <a:solidFill>
              <a:srgbClr val="FFFFFF">
                <a:alpha val="70000"/>
              </a:srgbClr>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32472" fontAlgn="base">
                <a:spcBef>
                  <a:spcPct val="0"/>
                </a:spcBef>
              </a:pPr>
              <a:endParaRPr lang="en-US" sz="1400" err="1">
                <a:solidFill>
                  <a:srgbClr val="225B61"/>
                </a:solidFill>
                <a:latin typeface="Segoe Sans Display Semibold" pitchFamily="2" charset="0"/>
                <a:cs typeface="Segoe Sans Display Semibold" pitchFamily="2" charset="0"/>
              </a:endParaRPr>
            </a:p>
          </p:txBody>
        </p:sp>
        <p:sp>
          <p:nvSpPr>
            <p:cNvPr id="294" name="Rounded Rectangle 205">
              <a:extLst>
                <a:ext uri="{FF2B5EF4-FFF2-40B4-BE49-F238E27FC236}">
                  <a16:creationId xmlns:a16="http://schemas.microsoft.com/office/drawing/2014/main" id="{7FCCEC2A-0B26-A68B-E425-44857EFE1381}"/>
                </a:ext>
                <a:ext uri="{C183D7F6-B498-43B3-948B-1728B52AA6E4}">
                  <adec:decorative xmlns:adec="http://schemas.microsoft.com/office/drawing/2017/decorative" val="1"/>
                </a:ext>
              </a:extLst>
            </p:cNvPr>
            <p:cNvSpPr/>
            <p:nvPr/>
          </p:nvSpPr>
          <p:spPr bwMode="auto">
            <a:xfrm>
              <a:off x="704910" y="1626432"/>
              <a:ext cx="3862268" cy="4535185"/>
            </a:xfrm>
            <a:prstGeom prst="roundRect">
              <a:avLst>
                <a:gd name="adj" fmla="val 2108"/>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pPr>
              <a:endParaRPr lang="en-US" sz="1200" err="1">
                <a:gradFill>
                  <a:gsLst>
                    <a:gs pos="2874">
                      <a:srgbClr val="FFFFFF"/>
                    </a:gs>
                    <a:gs pos="17978">
                      <a:srgbClr val="FFFFFF"/>
                    </a:gs>
                  </a:gsLst>
                  <a:lin ang="2700000" scaled="0"/>
                </a:gradFill>
                <a:latin typeface="Segoe UI"/>
              </a:endParaRPr>
            </a:p>
          </p:txBody>
        </p:sp>
        <p:cxnSp>
          <p:nvCxnSpPr>
            <p:cNvPr id="295" name="Straight Connector 294">
              <a:extLst>
                <a:ext uri="{FF2B5EF4-FFF2-40B4-BE49-F238E27FC236}">
                  <a16:creationId xmlns:a16="http://schemas.microsoft.com/office/drawing/2014/main" id="{2BE0BCAA-525A-559E-B64F-2CFA507F84E0}"/>
                </a:ext>
              </a:extLst>
            </p:cNvPr>
            <p:cNvCxnSpPr>
              <a:cxnSpLocks/>
            </p:cNvCxnSpPr>
            <p:nvPr/>
          </p:nvCxnSpPr>
          <p:spPr>
            <a:xfrm>
              <a:off x="894153" y="2782910"/>
              <a:ext cx="3483781"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69AE31DA-07D2-D7D2-5511-C25754E5D109}"/>
                </a:ext>
              </a:extLst>
            </p:cNvPr>
            <p:cNvCxnSpPr>
              <a:cxnSpLocks/>
            </p:cNvCxnSpPr>
            <p:nvPr/>
          </p:nvCxnSpPr>
          <p:spPr>
            <a:xfrm>
              <a:off x="894153" y="3709379"/>
              <a:ext cx="3483781"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D1A45D95-1C02-6468-AC35-57718DAA0736}"/>
                </a:ext>
              </a:extLst>
            </p:cNvPr>
            <p:cNvCxnSpPr>
              <a:cxnSpLocks/>
            </p:cNvCxnSpPr>
            <p:nvPr/>
          </p:nvCxnSpPr>
          <p:spPr>
            <a:xfrm>
              <a:off x="894153" y="4635848"/>
              <a:ext cx="3483781"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AF0BCA57-F416-2432-E6B3-6D9439D1B9CA}"/>
                </a:ext>
              </a:extLst>
            </p:cNvPr>
            <p:cNvCxnSpPr>
              <a:cxnSpLocks/>
            </p:cNvCxnSpPr>
            <p:nvPr/>
          </p:nvCxnSpPr>
          <p:spPr>
            <a:xfrm>
              <a:off x="894153" y="5346873"/>
              <a:ext cx="3483781"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grpSp>
      <p:sp>
        <p:nvSpPr>
          <p:cNvPr id="299" name="TextBox 298">
            <a:extLst>
              <a:ext uri="{FF2B5EF4-FFF2-40B4-BE49-F238E27FC236}">
                <a16:creationId xmlns:a16="http://schemas.microsoft.com/office/drawing/2014/main" id="{845F46C8-DE48-3C44-1D50-20F540BD9B58}"/>
              </a:ext>
            </a:extLst>
          </p:cNvPr>
          <p:cNvSpPr txBox="1"/>
          <p:nvPr/>
        </p:nvSpPr>
        <p:spPr>
          <a:xfrm>
            <a:off x="894153" y="1781067"/>
            <a:ext cx="3483781" cy="861774"/>
          </a:xfrm>
          <a:prstGeom prst="rect">
            <a:avLst/>
          </a:prstGeom>
          <a:noFill/>
        </p:spPr>
        <p:txBody>
          <a:bodyPr wrap="square" lIns="0" tIns="0" rIns="0" bIns="0" rtlCol="0">
            <a:spAutoFit/>
          </a:bodyPr>
          <a:lstStyle>
            <a:defPPr>
              <a:defRPr lang="en-US"/>
            </a:defPPr>
            <a:lvl1pPr marL="342900" indent="-342900">
              <a:buFont typeface="Arial" panose="020B0604020202020204" pitchFamily="34" charset="0"/>
              <a:buChar char="•"/>
              <a:defRPr sz="16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a:pPr>
            <a:r>
              <a:rPr kumimoji="0" lang="en-US" sz="1400" b="0" i="0" u="none" strike="noStrike" kern="0" cap="none" spc="0" normalizeH="0" baseline="0" noProof="0">
                <a:ln>
                  <a:noFill/>
                </a:ln>
                <a:solidFill>
                  <a:schemeClr val="bg1"/>
                </a:solidFill>
                <a:effectLst/>
                <a:uLnTx/>
                <a:uFillTx/>
                <a:latin typeface="+mn-lt"/>
                <a:ea typeface="+mn-ea"/>
                <a:cs typeface="Segoe UI" panose="020B0502040204020203" pitchFamily="34" charset="0"/>
              </a:rPr>
              <a:t>To achieve data residency requirements, workspaces can reside in different regions around the world while still being part of the same data lake.</a:t>
            </a:r>
          </a:p>
        </p:txBody>
      </p:sp>
      <p:sp>
        <p:nvSpPr>
          <p:cNvPr id="300" name="TextBox 299">
            <a:extLst>
              <a:ext uri="{FF2B5EF4-FFF2-40B4-BE49-F238E27FC236}">
                <a16:creationId xmlns:a16="http://schemas.microsoft.com/office/drawing/2014/main" id="{B098A0FB-5043-241B-B915-E39CD0DFD9F9}"/>
              </a:ext>
            </a:extLst>
          </p:cNvPr>
          <p:cNvSpPr txBox="1"/>
          <p:nvPr/>
        </p:nvSpPr>
        <p:spPr>
          <a:xfrm>
            <a:off x="894153" y="2922979"/>
            <a:ext cx="3483781" cy="646331"/>
          </a:xfrm>
          <a:prstGeom prst="rect">
            <a:avLst/>
          </a:prstGeom>
          <a:noFill/>
        </p:spPr>
        <p:txBody>
          <a:bodyPr wrap="square" lIns="0" tIns="0" rIns="0" bIns="0" rtlCol="0">
            <a:spAutoFit/>
          </a:bodyPr>
          <a:lstStyle>
            <a:defPPr>
              <a:defRPr lang="en-US"/>
            </a:defPPr>
            <a:lvl1pPr marL="342900" indent="-342900">
              <a:buFont typeface="Arial" panose="020B0604020202020204" pitchFamily="34" charset="0"/>
              <a:buChar char="•"/>
              <a:defRPr sz="16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a:pPr>
            <a:r>
              <a:rPr kumimoji="0" lang="en-US" sz="1400" b="0" i="0" u="none" strike="noStrike" kern="0" cap="none" spc="0" normalizeH="0" baseline="0" noProof="0">
                <a:ln>
                  <a:noFill/>
                </a:ln>
                <a:solidFill>
                  <a:schemeClr val="bg1"/>
                </a:solidFill>
                <a:effectLst/>
                <a:uLnTx/>
                <a:uFillTx/>
                <a:latin typeface="+mn-lt"/>
                <a:ea typeface="+mn-ea"/>
                <a:cs typeface="Segoe UI" panose="020B0502040204020203" pitchFamily="34" charset="0"/>
              </a:rPr>
              <a:t>Data can reside in different regions without the overhead of managing different storage resources and without creating data silos.</a:t>
            </a:r>
          </a:p>
        </p:txBody>
      </p:sp>
      <p:sp>
        <p:nvSpPr>
          <p:cNvPr id="301" name="TextBox 300">
            <a:extLst>
              <a:ext uri="{FF2B5EF4-FFF2-40B4-BE49-F238E27FC236}">
                <a16:creationId xmlns:a16="http://schemas.microsoft.com/office/drawing/2014/main" id="{269D6960-A8CA-3F13-CD3E-70EC0B894AE1}"/>
              </a:ext>
            </a:extLst>
          </p:cNvPr>
          <p:cNvSpPr txBox="1"/>
          <p:nvPr/>
        </p:nvSpPr>
        <p:spPr>
          <a:xfrm>
            <a:off x="894153" y="3849448"/>
            <a:ext cx="3483781" cy="646331"/>
          </a:xfrm>
          <a:prstGeom prst="rect">
            <a:avLst/>
          </a:prstGeom>
          <a:noFill/>
        </p:spPr>
        <p:txBody>
          <a:bodyPr wrap="square" lIns="0" tIns="0" rIns="0" bIns="0" rtlCol="0">
            <a:spAutoFit/>
          </a:bodyPr>
          <a:lstStyle>
            <a:defPPr>
              <a:defRPr lang="en-US"/>
            </a:defPPr>
            <a:lvl1pPr marL="342900" indent="-342900">
              <a:buFont typeface="Arial" panose="020B0604020202020204" pitchFamily="34" charset="0"/>
              <a:buChar char="•"/>
              <a:defRPr sz="16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a:pPr>
            <a:r>
              <a:rPr kumimoji="0" lang="en-US" sz="1400" i="0" u="none" strike="noStrike" kern="0" cap="none" spc="0" normalizeH="0" baseline="0" noProof="0" err="1">
                <a:ln>
                  <a:noFill/>
                </a:ln>
                <a:solidFill>
                  <a:schemeClr val="bg1"/>
                </a:solidFill>
                <a:effectLst/>
                <a:uLnTx/>
                <a:uFillTx/>
                <a:latin typeface="+mn-lt"/>
                <a:ea typeface="+mn-ea"/>
                <a:cs typeface="Segoe UI" panose="020B0502040204020203" pitchFamily="34" charset="0"/>
              </a:rPr>
              <a:t>OneLake</a:t>
            </a:r>
            <a:r>
              <a:rPr kumimoji="0" lang="en-US" sz="1400" i="0" u="none" strike="noStrike" kern="0" cap="none" spc="0" normalizeH="0" baseline="0" noProof="0">
                <a:ln>
                  <a:noFill/>
                </a:ln>
                <a:solidFill>
                  <a:schemeClr val="bg1"/>
                </a:solidFill>
                <a:effectLst/>
                <a:uLnTx/>
                <a:uFillTx/>
                <a:latin typeface="+mn-lt"/>
                <a:ea typeface="+mn-ea"/>
                <a:cs typeface="Segoe UI" panose="020B0502040204020203" pitchFamily="34" charset="0"/>
              </a:rPr>
              <a:t> provisions storage resources for each workspace to meet demand for scale (capacity, throughput and IOPS).</a:t>
            </a:r>
          </a:p>
        </p:txBody>
      </p:sp>
      <p:sp>
        <p:nvSpPr>
          <p:cNvPr id="302" name="TextBox 301">
            <a:extLst>
              <a:ext uri="{FF2B5EF4-FFF2-40B4-BE49-F238E27FC236}">
                <a16:creationId xmlns:a16="http://schemas.microsoft.com/office/drawing/2014/main" id="{FEE260F9-848C-BD22-9D5F-741E7B73C63E}"/>
              </a:ext>
            </a:extLst>
          </p:cNvPr>
          <p:cNvSpPr txBox="1"/>
          <p:nvPr/>
        </p:nvSpPr>
        <p:spPr>
          <a:xfrm>
            <a:off x="894153" y="4776388"/>
            <a:ext cx="3545072" cy="430887"/>
          </a:xfrm>
          <a:prstGeom prst="rect">
            <a:avLst/>
          </a:prstGeom>
          <a:noFill/>
        </p:spPr>
        <p:txBody>
          <a:bodyPr wrap="square" lIns="0" tIns="0" rIns="0" bIns="0" rtlCol="0" anchor="ctr">
            <a:spAutoFit/>
          </a:bodyPr>
          <a:lstStyle>
            <a:defPPr>
              <a:defRPr lang="en-US"/>
            </a:defPPr>
            <a:lvl1pPr marL="342900" indent="-342900">
              <a:buFont typeface="Arial" panose="020B0604020202020204" pitchFamily="34" charset="0"/>
              <a:buChar char="•"/>
              <a:defRPr sz="16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a:pPr>
            <a:r>
              <a:rPr kumimoji="0" lang="en-US" sz="1400" i="0" u="none" strike="noStrike" kern="0" cap="none" spc="0" normalizeH="0" baseline="0" noProof="0">
                <a:ln>
                  <a:noFill/>
                </a:ln>
                <a:solidFill>
                  <a:schemeClr val="bg1"/>
                </a:solidFill>
                <a:effectLst/>
                <a:uLnTx/>
                <a:uFillTx/>
                <a:latin typeface="+mn-lt"/>
                <a:ea typeface="+mn-ea"/>
                <a:cs typeface="Segoe UI" panose="020B0502040204020203" pitchFamily="34" charset="0"/>
              </a:rPr>
              <a:t>Underlying physical storage is virtualized away.</a:t>
            </a:r>
          </a:p>
        </p:txBody>
      </p:sp>
      <p:sp>
        <p:nvSpPr>
          <p:cNvPr id="303" name="TextBox 302">
            <a:extLst>
              <a:ext uri="{FF2B5EF4-FFF2-40B4-BE49-F238E27FC236}">
                <a16:creationId xmlns:a16="http://schemas.microsoft.com/office/drawing/2014/main" id="{07D298E8-AE9B-C36B-8782-B35E558F41F9}"/>
              </a:ext>
            </a:extLst>
          </p:cNvPr>
          <p:cNvSpPr txBox="1"/>
          <p:nvPr/>
        </p:nvSpPr>
        <p:spPr>
          <a:xfrm>
            <a:off x="894153" y="5486944"/>
            <a:ext cx="3483781" cy="430887"/>
          </a:xfrm>
          <a:prstGeom prst="rect">
            <a:avLst/>
          </a:prstGeom>
          <a:noFill/>
        </p:spPr>
        <p:txBody>
          <a:bodyPr wrap="square" lIns="0" tIns="0" rIns="0" bIns="0" rtlCol="0">
            <a:spAutoFit/>
          </a:bodyPr>
          <a:lstStyle>
            <a:defPPr>
              <a:defRPr lang="en-US"/>
            </a:defPPr>
            <a:lvl1pPr marL="342900" indent="-342900">
              <a:buFont typeface="Arial" panose="020B0604020202020204" pitchFamily="34" charset="0"/>
              <a:buChar char="•"/>
              <a:defRPr sz="16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1600"/>
              </a:spcBef>
              <a:spcAft>
                <a:spcPts val="0"/>
              </a:spcAft>
              <a:buClrTx/>
              <a:buSzTx/>
              <a:buFont typeface="Arial" panose="020B0604020202020204" pitchFamily="34" charset="0"/>
              <a:buNone/>
              <a:tabLst/>
              <a:defRPr/>
            </a:pPr>
            <a:r>
              <a:rPr kumimoji="0" lang="en-US" sz="1400" i="0" u="none" strike="noStrike" kern="0" cap="none" spc="0" normalizeH="0" baseline="0" noProof="0">
                <a:ln>
                  <a:noFill/>
                </a:ln>
                <a:solidFill>
                  <a:schemeClr val="bg1"/>
                </a:solidFill>
                <a:effectLst/>
                <a:uLnTx/>
                <a:uFillTx/>
                <a:latin typeface="+mn-lt"/>
                <a:ea typeface="+mn-ea"/>
                <a:cs typeface="Segoe UI" panose="020B0502040204020203" pitchFamily="34" charset="0"/>
              </a:rPr>
              <a:t>All storage is zone redundant by default with an option for Geo redundancy.</a:t>
            </a:r>
          </a:p>
        </p:txBody>
      </p:sp>
      <p:sp>
        <p:nvSpPr>
          <p:cNvPr id="304" name="Rounded Rectangle 45">
            <a:extLst>
              <a:ext uri="{FF2B5EF4-FFF2-40B4-BE49-F238E27FC236}">
                <a16:creationId xmlns:a16="http://schemas.microsoft.com/office/drawing/2014/main" id="{121DA9A8-2407-635C-82B8-671D1D7859E1}"/>
              </a:ext>
              <a:ext uri="{C183D7F6-B498-43B3-948B-1728B52AA6E4}">
                <adec:decorative xmlns:adec="http://schemas.microsoft.com/office/drawing/2017/decorative" val="1"/>
              </a:ext>
            </a:extLst>
          </p:cNvPr>
          <p:cNvSpPr/>
          <p:nvPr/>
        </p:nvSpPr>
        <p:spPr>
          <a:xfrm>
            <a:off x="4933362" y="1684111"/>
            <a:ext cx="6677613" cy="1281339"/>
          </a:xfrm>
          <a:prstGeom prst="roundRect">
            <a:avLst>
              <a:gd name="adj" fmla="val 4142"/>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algn="ctr" defTabSz="914367"/>
            <a:endParaRPr lang="en-US" sz="1400">
              <a:solidFill>
                <a:srgbClr val="225B61"/>
              </a:solidFill>
              <a:latin typeface="Segoe Sans Text Semilight"/>
              <a:cs typeface="Segoe UI" panose="020B0502040204020203" pitchFamily="34" charset="0"/>
            </a:endParaRPr>
          </a:p>
        </p:txBody>
      </p:sp>
      <p:pic>
        <p:nvPicPr>
          <p:cNvPr id="305" name="Picture 304">
            <a:extLst>
              <a:ext uri="{FF2B5EF4-FFF2-40B4-BE49-F238E27FC236}">
                <a16:creationId xmlns:a16="http://schemas.microsoft.com/office/drawing/2014/main" id="{C6F81D5C-2CB5-E217-C4A6-29F4D191DC2C}"/>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916" r="-7916"/>
          <a:stretch/>
        </p:blipFill>
        <p:spPr>
          <a:xfrm>
            <a:off x="7749847" y="1746874"/>
            <a:ext cx="318908" cy="297352"/>
          </a:xfrm>
          <a:prstGeom prst="rect">
            <a:avLst/>
          </a:prstGeom>
        </p:spPr>
      </p:pic>
      <p:sp>
        <p:nvSpPr>
          <p:cNvPr id="306" name="Rounded Rectangle 45">
            <a:extLst>
              <a:ext uri="{FF2B5EF4-FFF2-40B4-BE49-F238E27FC236}">
                <a16:creationId xmlns:a16="http://schemas.microsoft.com/office/drawing/2014/main" id="{A7D8C948-DE44-7D56-F2A3-168C766C9C8D}"/>
              </a:ext>
            </a:extLst>
          </p:cNvPr>
          <p:cNvSpPr/>
          <p:nvPr/>
        </p:nvSpPr>
        <p:spPr>
          <a:xfrm>
            <a:off x="8092375" y="1785745"/>
            <a:ext cx="702115" cy="219611"/>
          </a:xfrm>
          <a:prstGeom prst="roundRect">
            <a:avLst>
              <a:gd name="adj" fmla="val 4528"/>
            </a:avLst>
          </a:prstGeom>
          <a:no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err="1">
                <a:ln>
                  <a:noFill/>
                </a:ln>
                <a:solidFill>
                  <a:schemeClr val="bg1"/>
                </a:solidFill>
                <a:effectLst/>
                <a:uLnTx/>
                <a:uFillTx/>
                <a:latin typeface="Segoe Sans Display Semibold" pitchFamily="2" charset="0"/>
                <a:cs typeface="Segoe Sans Display Semibold" pitchFamily="2" charset="0"/>
              </a:rPr>
              <a:t>OneLake</a:t>
            </a:r>
            <a:endParaRPr kumimoji="0" lang="en-US" sz="1400" b="0" i="0" u="none" strike="noStrike" kern="0" cap="none" spc="0" normalizeH="0" baseline="0" noProof="0">
              <a:ln>
                <a:noFill/>
              </a:ln>
              <a:solidFill>
                <a:schemeClr val="bg1"/>
              </a:solidFill>
              <a:effectLst/>
              <a:uLnTx/>
              <a:uFillTx/>
              <a:latin typeface="Segoe Sans Display Semibold" pitchFamily="2" charset="0"/>
              <a:cs typeface="Segoe Sans Display Semibold" pitchFamily="2" charset="0"/>
            </a:endParaRPr>
          </a:p>
        </p:txBody>
      </p:sp>
      <p:grpSp>
        <p:nvGrpSpPr>
          <p:cNvPr id="307" name="Group 306">
            <a:extLst>
              <a:ext uri="{FF2B5EF4-FFF2-40B4-BE49-F238E27FC236}">
                <a16:creationId xmlns:a16="http://schemas.microsoft.com/office/drawing/2014/main" id="{257B19EB-C684-B24C-2D36-5235D02B018E}"/>
              </a:ext>
              <a:ext uri="{C183D7F6-B498-43B3-948B-1728B52AA6E4}">
                <adec:decorative xmlns:adec="http://schemas.microsoft.com/office/drawing/2017/decorative" val="1"/>
              </a:ext>
            </a:extLst>
          </p:cNvPr>
          <p:cNvGrpSpPr/>
          <p:nvPr/>
        </p:nvGrpSpPr>
        <p:grpSpPr>
          <a:xfrm>
            <a:off x="5606235" y="2173923"/>
            <a:ext cx="345652" cy="298811"/>
            <a:chOff x="5570392" y="4264532"/>
            <a:chExt cx="331746" cy="266059"/>
          </a:xfrm>
          <a:solidFill>
            <a:schemeClr val="accent3">
              <a:lumMod val="40000"/>
              <a:lumOff val="60000"/>
            </a:schemeClr>
          </a:solidFill>
        </p:grpSpPr>
        <p:sp>
          <p:nvSpPr>
            <p:cNvPr id="308" name="Freeform 24">
              <a:extLst>
                <a:ext uri="{FF2B5EF4-FFF2-40B4-BE49-F238E27FC236}">
                  <a16:creationId xmlns:a16="http://schemas.microsoft.com/office/drawing/2014/main" id="{2C680349-7793-00DD-3C12-87412AC93922}"/>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UI"/>
                <a:ea typeface="+mn-ea"/>
                <a:cs typeface="+mn-cs"/>
              </a:endParaRPr>
            </a:p>
          </p:txBody>
        </p:sp>
        <p:sp>
          <p:nvSpPr>
            <p:cNvPr id="309" name="Freeform 25">
              <a:extLst>
                <a:ext uri="{FF2B5EF4-FFF2-40B4-BE49-F238E27FC236}">
                  <a16:creationId xmlns:a16="http://schemas.microsoft.com/office/drawing/2014/main" id="{C49EC7FD-28FD-4F8C-53E5-2A0B5437994A}"/>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UI"/>
                <a:ea typeface="+mn-ea"/>
                <a:cs typeface="+mn-cs"/>
              </a:endParaRPr>
            </a:p>
          </p:txBody>
        </p:sp>
      </p:grpSp>
      <p:sp>
        <p:nvSpPr>
          <p:cNvPr id="310" name="TextBox 309">
            <a:extLst>
              <a:ext uri="{FF2B5EF4-FFF2-40B4-BE49-F238E27FC236}">
                <a16:creationId xmlns:a16="http://schemas.microsoft.com/office/drawing/2014/main" id="{77B7EA12-FFFB-170E-38B3-1CEF92FA551C}"/>
              </a:ext>
              <a:ext uri="{C183D7F6-B498-43B3-948B-1728B52AA6E4}">
                <adec:decorative xmlns:adec="http://schemas.microsoft.com/office/drawing/2017/decorative" val="1"/>
              </a:ext>
            </a:extLst>
          </p:cNvPr>
          <p:cNvSpPr txBox="1"/>
          <p:nvPr/>
        </p:nvSpPr>
        <p:spPr>
          <a:xfrm>
            <a:off x="5355105" y="2524119"/>
            <a:ext cx="911696" cy="353943"/>
          </a:xfrm>
          <a:prstGeom prst="rect">
            <a:avLst/>
          </a:prstGeom>
          <a:noFill/>
        </p:spPr>
        <p:txBody>
          <a:bodyPr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ea typeface="+mn-ea"/>
                <a:cs typeface="+mn-cs"/>
              </a:rPr>
              <a:t>Workspace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ea typeface="+mn-ea"/>
                <a:cs typeface="+mn-cs"/>
              </a:rPr>
              <a:t>POS sales</a:t>
            </a:r>
          </a:p>
        </p:txBody>
      </p:sp>
      <p:grpSp>
        <p:nvGrpSpPr>
          <p:cNvPr id="311" name="Group 310">
            <a:extLst>
              <a:ext uri="{FF2B5EF4-FFF2-40B4-BE49-F238E27FC236}">
                <a16:creationId xmlns:a16="http://schemas.microsoft.com/office/drawing/2014/main" id="{031CC633-B6DA-3ED2-8C1E-48EE7864E978}"/>
              </a:ext>
              <a:ext uri="{C183D7F6-B498-43B3-948B-1728B52AA6E4}">
                <adec:decorative xmlns:adec="http://schemas.microsoft.com/office/drawing/2017/decorative" val="1"/>
              </a:ext>
            </a:extLst>
          </p:cNvPr>
          <p:cNvGrpSpPr/>
          <p:nvPr/>
        </p:nvGrpSpPr>
        <p:grpSpPr>
          <a:xfrm>
            <a:off x="6847566" y="2166866"/>
            <a:ext cx="345652" cy="298811"/>
            <a:chOff x="5570392" y="4264532"/>
            <a:chExt cx="331746" cy="266059"/>
          </a:xfrm>
          <a:solidFill>
            <a:schemeClr val="accent3">
              <a:lumMod val="40000"/>
              <a:lumOff val="60000"/>
            </a:schemeClr>
          </a:solidFill>
        </p:grpSpPr>
        <p:sp>
          <p:nvSpPr>
            <p:cNvPr id="312" name="Freeform 24">
              <a:extLst>
                <a:ext uri="{FF2B5EF4-FFF2-40B4-BE49-F238E27FC236}">
                  <a16:creationId xmlns:a16="http://schemas.microsoft.com/office/drawing/2014/main" id="{73BAD6AF-2098-2FD1-D59F-F1D7F3CE359F}"/>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UI"/>
                <a:ea typeface="+mn-ea"/>
                <a:cs typeface="+mn-cs"/>
              </a:endParaRPr>
            </a:p>
          </p:txBody>
        </p:sp>
        <p:sp>
          <p:nvSpPr>
            <p:cNvPr id="313" name="Freeform 25">
              <a:extLst>
                <a:ext uri="{FF2B5EF4-FFF2-40B4-BE49-F238E27FC236}">
                  <a16:creationId xmlns:a16="http://schemas.microsoft.com/office/drawing/2014/main" id="{FC350E2D-DB57-2F93-C3F9-A325893CACAB}"/>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UI"/>
                <a:ea typeface="+mn-ea"/>
                <a:cs typeface="+mn-cs"/>
              </a:endParaRPr>
            </a:p>
          </p:txBody>
        </p:sp>
      </p:grpSp>
      <p:sp>
        <p:nvSpPr>
          <p:cNvPr id="314" name="TextBox 313">
            <a:extLst>
              <a:ext uri="{FF2B5EF4-FFF2-40B4-BE49-F238E27FC236}">
                <a16:creationId xmlns:a16="http://schemas.microsoft.com/office/drawing/2014/main" id="{03CA946C-B5EC-DED8-5EC9-1B5FF8A2E571}"/>
              </a:ext>
              <a:ext uri="{C183D7F6-B498-43B3-948B-1728B52AA6E4}">
                <adec:decorative xmlns:adec="http://schemas.microsoft.com/office/drawing/2017/decorative" val="1"/>
              </a:ext>
            </a:extLst>
          </p:cNvPr>
          <p:cNvSpPr txBox="1"/>
          <p:nvPr/>
        </p:nvSpPr>
        <p:spPr>
          <a:xfrm>
            <a:off x="6564544" y="2524119"/>
            <a:ext cx="911696" cy="353943"/>
          </a:xfrm>
          <a:prstGeom prst="rect">
            <a:avLst/>
          </a:prstGeom>
          <a:noFill/>
        </p:spPr>
        <p:txBody>
          <a:bodyPr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ea typeface="+mn-ea"/>
                <a:cs typeface="+mn-cs"/>
              </a:rPr>
              <a:t>Workspace online sales</a:t>
            </a:r>
          </a:p>
        </p:txBody>
      </p:sp>
      <p:grpSp>
        <p:nvGrpSpPr>
          <p:cNvPr id="315" name="Group 314">
            <a:extLst>
              <a:ext uri="{FF2B5EF4-FFF2-40B4-BE49-F238E27FC236}">
                <a16:creationId xmlns:a16="http://schemas.microsoft.com/office/drawing/2014/main" id="{3A655A3D-4EB7-B94E-9358-2EEC768088F0}"/>
              </a:ext>
              <a:ext uri="{C183D7F6-B498-43B3-948B-1728B52AA6E4}">
                <adec:decorative xmlns:adec="http://schemas.microsoft.com/office/drawing/2017/decorative" val="1"/>
              </a:ext>
            </a:extLst>
          </p:cNvPr>
          <p:cNvGrpSpPr/>
          <p:nvPr/>
        </p:nvGrpSpPr>
        <p:grpSpPr>
          <a:xfrm>
            <a:off x="8089482" y="2173923"/>
            <a:ext cx="345652" cy="298811"/>
            <a:chOff x="5570392" y="4264532"/>
            <a:chExt cx="331746" cy="266059"/>
          </a:xfrm>
          <a:solidFill>
            <a:schemeClr val="accent3">
              <a:lumMod val="40000"/>
              <a:lumOff val="60000"/>
            </a:schemeClr>
          </a:solidFill>
        </p:grpSpPr>
        <p:sp>
          <p:nvSpPr>
            <p:cNvPr id="316" name="Freeform 24">
              <a:extLst>
                <a:ext uri="{FF2B5EF4-FFF2-40B4-BE49-F238E27FC236}">
                  <a16:creationId xmlns:a16="http://schemas.microsoft.com/office/drawing/2014/main" id="{47DDEC05-45D7-1C6F-28D3-026AFD26C4C0}"/>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UI"/>
                <a:ea typeface="+mn-ea"/>
                <a:cs typeface="+mn-cs"/>
              </a:endParaRPr>
            </a:p>
          </p:txBody>
        </p:sp>
        <p:sp>
          <p:nvSpPr>
            <p:cNvPr id="317" name="Freeform 25">
              <a:extLst>
                <a:ext uri="{FF2B5EF4-FFF2-40B4-BE49-F238E27FC236}">
                  <a16:creationId xmlns:a16="http://schemas.microsoft.com/office/drawing/2014/main" id="{95E19467-B52D-619B-0C94-85DF67438F06}"/>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UI"/>
                <a:ea typeface="+mn-ea"/>
                <a:cs typeface="+mn-cs"/>
              </a:endParaRPr>
            </a:p>
          </p:txBody>
        </p:sp>
      </p:grpSp>
      <p:sp>
        <p:nvSpPr>
          <p:cNvPr id="318" name="TextBox 317">
            <a:extLst>
              <a:ext uri="{FF2B5EF4-FFF2-40B4-BE49-F238E27FC236}">
                <a16:creationId xmlns:a16="http://schemas.microsoft.com/office/drawing/2014/main" id="{5158633C-4526-4E03-4CA8-E2E91DE3AE40}"/>
              </a:ext>
              <a:ext uri="{C183D7F6-B498-43B3-948B-1728B52AA6E4}">
                <adec:decorative xmlns:adec="http://schemas.microsoft.com/office/drawing/2017/decorative" val="1"/>
              </a:ext>
            </a:extLst>
          </p:cNvPr>
          <p:cNvSpPr txBox="1"/>
          <p:nvPr/>
        </p:nvSpPr>
        <p:spPr>
          <a:xfrm>
            <a:off x="7806460" y="2524119"/>
            <a:ext cx="911696" cy="353943"/>
          </a:xfrm>
          <a:prstGeom prst="rect">
            <a:avLst/>
          </a:prstGeom>
          <a:noFill/>
        </p:spPr>
        <p:txBody>
          <a:bodyPr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ea typeface="+mn-ea"/>
                <a:cs typeface="+mn-cs"/>
              </a:rPr>
              <a:t>Workspace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ea typeface="+mn-ea"/>
                <a:cs typeface="+mn-cs"/>
              </a:rPr>
              <a:t>customer</a:t>
            </a:r>
          </a:p>
        </p:txBody>
      </p:sp>
      <p:grpSp>
        <p:nvGrpSpPr>
          <p:cNvPr id="319" name="Group 318">
            <a:extLst>
              <a:ext uri="{FF2B5EF4-FFF2-40B4-BE49-F238E27FC236}">
                <a16:creationId xmlns:a16="http://schemas.microsoft.com/office/drawing/2014/main" id="{9A33E6F0-314B-D99D-4ABE-947B044C9344}"/>
              </a:ext>
              <a:ext uri="{C183D7F6-B498-43B3-948B-1728B52AA6E4}">
                <adec:decorative xmlns:adec="http://schemas.microsoft.com/office/drawing/2017/decorative" val="1"/>
              </a:ext>
            </a:extLst>
          </p:cNvPr>
          <p:cNvGrpSpPr/>
          <p:nvPr/>
        </p:nvGrpSpPr>
        <p:grpSpPr>
          <a:xfrm>
            <a:off x="9285976" y="2173923"/>
            <a:ext cx="345652" cy="298811"/>
            <a:chOff x="5570392" y="4264532"/>
            <a:chExt cx="331746" cy="266059"/>
          </a:xfrm>
          <a:solidFill>
            <a:schemeClr val="accent3">
              <a:lumMod val="40000"/>
              <a:lumOff val="60000"/>
            </a:schemeClr>
          </a:solidFill>
        </p:grpSpPr>
        <p:sp>
          <p:nvSpPr>
            <p:cNvPr id="320" name="Freeform 24">
              <a:extLst>
                <a:ext uri="{FF2B5EF4-FFF2-40B4-BE49-F238E27FC236}">
                  <a16:creationId xmlns:a16="http://schemas.microsoft.com/office/drawing/2014/main" id="{2B7DF11A-2790-D994-4154-F389B069DDEF}"/>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UI"/>
                <a:ea typeface="+mn-ea"/>
                <a:cs typeface="+mn-cs"/>
              </a:endParaRPr>
            </a:p>
          </p:txBody>
        </p:sp>
        <p:sp>
          <p:nvSpPr>
            <p:cNvPr id="321" name="Freeform 25">
              <a:extLst>
                <a:ext uri="{FF2B5EF4-FFF2-40B4-BE49-F238E27FC236}">
                  <a16:creationId xmlns:a16="http://schemas.microsoft.com/office/drawing/2014/main" id="{056B0144-CCCE-063E-9DF1-AD863AD07A2B}"/>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UI"/>
                <a:ea typeface="+mn-ea"/>
                <a:cs typeface="+mn-cs"/>
              </a:endParaRPr>
            </a:p>
          </p:txBody>
        </p:sp>
      </p:grpSp>
      <p:sp>
        <p:nvSpPr>
          <p:cNvPr id="322" name="TextBox 321">
            <a:extLst>
              <a:ext uri="{FF2B5EF4-FFF2-40B4-BE49-F238E27FC236}">
                <a16:creationId xmlns:a16="http://schemas.microsoft.com/office/drawing/2014/main" id="{7B21F457-6CCD-553F-5919-1F2B35D6D604}"/>
              </a:ext>
              <a:ext uri="{C183D7F6-B498-43B3-948B-1728B52AA6E4}">
                <adec:decorative xmlns:adec="http://schemas.microsoft.com/office/drawing/2017/decorative" val="1"/>
              </a:ext>
            </a:extLst>
          </p:cNvPr>
          <p:cNvSpPr txBox="1"/>
          <p:nvPr/>
        </p:nvSpPr>
        <p:spPr>
          <a:xfrm>
            <a:off x="8925349" y="2524119"/>
            <a:ext cx="1073983" cy="353943"/>
          </a:xfrm>
          <a:prstGeom prst="rect">
            <a:avLst/>
          </a:prstGeom>
          <a:noFill/>
        </p:spPr>
        <p:txBody>
          <a:bodyPr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ea typeface="+mn-ea"/>
                <a:cs typeface="+mn-cs"/>
              </a:rPr>
              <a:t>Workspace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ea typeface="+mn-ea"/>
                <a:cs typeface="+mn-cs"/>
              </a:rPr>
              <a:t>ads</a:t>
            </a:r>
          </a:p>
        </p:txBody>
      </p:sp>
      <p:grpSp>
        <p:nvGrpSpPr>
          <p:cNvPr id="323" name="Group 322">
            <a:extLst>
              <a:ext uri="{FF2B5EF4-FFF2-40B4-BE49-F238E27FC236}">
                <a16:creationId xmlns:a16="http://schemas.microsoft.com/office/drawing/2014/main" id="{CAC041B0-42DB-A302-20DC-10368E2DA07C}"/>
              </a:ext>
              <a:ext uri="{C183D7F6-B498-43B3-948B-1728B52AA6E4}">
                <adec:decorative xmlns:adec="http://schemas.microsoft.com/office/drawing/2017/decorative" val="1"/>
              </a:ext>
            </a:extLst>
          </p:cNvPr>
          <p:cNvGrpSpPr/>
          <p:nvPr/>
        </p:nvGrpSpPr>
        <p:grpSpPr>
          <a:xfrm>
            <a:off x="10488353" y="2165559"/>
            <a:ext cx="345652" cy="298811"/>
            <a:chOff x="5570392" y="4264532"/>
            <a:chExt cx="331746" cy="266059"/>
          </a:xfrm>
          <a:solidFill>
            <a:schemeClr val="accent3">
              <a:lumMod val="40000"/>
              <a:lumOff val="60000"/>
            </a:schemeClr>
          </a:solidFill>
        </p:grpSpPr>
        <p:sp>
          <p:nvSpPr>
            <p:cNvPr id="324" name="Freeform 24">
              <a:extLst>
                <a:ext uri="{FF2B5EF4-FFF2-40B4-BE49-F238E27FC236}">
                  <a16:creationId xmlns:a16="http://schemas.microsoft.com/office/drawing/2014/main" id="{B8FD9CA9-31A1-278C-E476-49EE2C19DA45}"/>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UI"/>
                <a:ea typeface="+mn-ea"/>
                <a:cs typeface="+mn-cs"/>
              </a:endParaRPr>
            </a:p>
          </p:txBody>
        </p:sp>
        <p:sp>
          <p:nvSpPr>
            <p:cNvPr id="325" name="Freeform 25">
              <a:extLst>
                <a:ext uri="{FF2B5EF4-FFF2-40B4-BE49-F238E27FC236}">
                  <a16:creationId xmlns:a16="http://schemas.microsoft.com/office/drawing/2014/main" id="{62AFBABE-7547-BE64-EEDA-1A010CD3E56A}"/>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chemeClr val="bg1"/>
                </a:solidFill>
                <a:effectLst/>
                <a:uLnTx/>
                <a:uFillTx/>
                <a:latin typeface="Segoe UI"/>
                <a:ea typeface="+mn-ea"/>
                <a:cs typeface="+mn-cs"/>
              </a:endParaRPr>
            </a:p>
          </p:txBody>
        </p:sp>
      </p:grpSp>
      <p:sp>
        <p:nvSpPr>
          <p:cNvPr id="326" name="TextBox 325">
            <a:extLst>
              <a:ext uri="{FF2B5EF4-FFF2-40B4-BE49-F238E27FC236}">
                <a16:creationId xmlns:a16="http://schemas.microsoft.com/office/drawing/2014/main" id="{35A7496B-106C-C866-B4CF-A75223708027}"/>
              </a:ext>
              <a:ext uri="{C183D7F6-B498-43B3-948B-1728B52AA6E4}">
                <adec:decorative xmlns:adec="http://schemas.microsoft.com/office/drawing/2017/decorative" val="1"/>
              </a:ext>
            </a:extLst>
          </p:cNvPr>
          <p:cNvSpPr txBox="1"/>
          <p:nvPr/>
        </p:nvSpPr>
        <p:spPr>
          <a:xfrm>
            <a:off x="10214380" y="2524119"/>
            <a:ext cx="911696" cy="353943"/>
          </a:xfrm>
          <a:prstGeom prst="rect">
            <a:avLst/>
          </a:prstGeom>
          <a:noFill/>
        </p:spPr>
        <p:txBody>
          <a:bodyPr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ea typeface="+mn-ea"/>
                <a:cs typeface="+mn-cs"/>
              </a:rPr>
              <a:t>Workspace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ea typeface="+mn-ea"/>
                <a:cs typeface="+mn-cs"/>
              </a:rPr>
              <a:t>expenses</a:t>
            </a:r>
          </a:p>
        </p:txBody>
      </p:sp>
      <p:grpSp>
        <p:nvGrpSpPr>
          <p:cNvPr id="327" name="Group 326" descr="A world map">
            <a:extLst>
              <a:ext uri="{FF2B5EF4-FFF2-40B4-BE49-F238E27FC236}">
                <a16:creationId xmlns:a16="http://schemas.microsoft.com/office/drawing/2014/main" id="{CF0D63AD-3677-00A0-C7F3-72CAED54AF18}"/>
              </a:ext>
            </a:extLst>
          </p:cNvPr>
          <p:cNvGrpSpPr/>
          <p:nvPr/>
        </p:nvGrpSpPr>
        <p:grpSpPr>
          <a:xfrm>
            <a:off x="5010150" y="3224125"/>
            <a:ext cx="6591286" cy="2884209"/>
            <a:chOff x="304800" y="1005840"/>
            <a:chExt cx="11885309" cy="5200752"/>
          </a:xfrm>
          <a:solidFill>
            <a:schemeClr val="tx1"/>
          </a:solidFill>
        </p:grpSpPr>
        <p:sp>
          <p:nvSpPr>
            <p:cNvPr id="328" name="Zimbabwe">
              <a:extLst>
                <a:ext uri="{FF2B5EF4-FFF2-40B4-BE49-F238E27FC236}">
                  <a16:creationId xmlns:a16="http://schemas.microsoft.com/office/drawing/2014/main" id="{8785817A-3232-43D3-87DC-8D9BB3FCE278}"/>
                </a:ext>
              </a:extLst>
            </p:cNvPr>
            <p:cNvSpPr>
              <a:spLocks/>
            </p:cNvSpPr>
            <p:nvPr/>
          </p:nvSpPr>
          <p:spPr bwMode="auto">
            <a:xfrm>
              <a:off x="6554328" y="4654012"/>
              <a:ext cx="265625" cy="265625"/>
            </a:xfrm>
            <a:custGeom>
              <a:avLst/>
              <a:gdLst/>
              <a:ahLst/>
              <a:cxnLst>
                <a:cxn ang="0">
                  <a:pos x="75" y="21"/>
                </a:cxn>
                <a:cxn ang="0">
                  <a:pos x="75" y="19"/>
                </a:cxn>
                <a:cxn ang="0">
                  <a:pos x="75" y="17"/>
                </a:cxn>
                <a:cxn ang="0">
                  <a:pos x="74" y="13"/>
                </a:cxn>
                <a:cxn ang="0">
                  <a:pos x="72" y="12"/>
                </a:cxn>
                <a:cxn ang="0">
                  <a:pos x="69" y="9"/>
                </a:cxn>
                <a:cxn ang="0">
                  <a:pos x="65" y="9"/>
                </a:cxn>
                <a:cxn ang="0">
                  <a:pos x="64" y="7"/>
                </a:cxn>
                <a:cxn ang="0">
                  <a:pos x="60" y="6"/>
                </a:cxn>
                <a:cxn ang="0">
                  <a:pos x="57" y="4"/>
                </a:cxn>
                <a:cxn ang="0">
                  <a:pos x="53" y="4"/>
                </a:cxn>
                <a:cxn ang="0">
                  <a:pos x="50" y="0"/>
                </a:cxn>
                <a:cxn ang="0">
                  <a:pos x="45" y="0"/>
                </a:cxn>
                <a:cxn ang="0">
                  <a:pos x="41" y="1"/>
                </a:cxn>
                <a:cxn ang="0">
                  <a:pos x="38" y="3"/>
                </a:cxn>
                <a:cxn ang="0">
                  <a:pos x="35" y="10"/>
                </a:cxn>
                <a:cxn ang="0">
                  <a:pos x="31" y="11"/>
                </a:cxn>
                <a:cxn ang="0">
                  <a:pos x="25" y="15"/>
                </a:cxn>
                <a:cxn ang="0">
                  <a:pos x="19" y="23"/>
                </a:cxn>
                <a:cxn ang="0">
                  <a:pos x="17" y="26"/>
                </a:cxn>
                <a:cxn ang="0">
                  <a:pos x="12" y="26"/>
                </a:cxn>
                <a:cxn ang="0">
                  <a:pos x="7" y="26"/>
                </a:cxn>
                <a:cxn ang="0">
                  <a:pos x="5" y="24"/>
                </a:cxn>
                <a:cxn ang="0">
                  <a:pos x="1" y="24"/>
                </a:cxn>
                <a:cxn ang="0">
                  <a:pos x="2" y="28"/>
                </a:cxn>
                <a:cxn ang="0">
                  <a:pos x="5" y="33"/>
                </a:cxn>
                <a:cxn ang="0">
                  <a:pos x="7" y="37"/>
                </a:cxn>
                <a:cxn ang="0">
                  <a:pos x="7" y="39"/>
                </a:cxn>
                <a:cxn ang="0">
                  <a:pos x="10" y="43"/>
                </a:cxn>
                <a:cxn ang="0">
                  <a:pos x="12" y="45"/>
                </a:cxn>
                <a:cxn ang="0">
                  <a:pos x="14" y="47"/>
                </a:cxn>
                <a:cxn ang="0">
                  <a:pos x="18" y="49"/>
                </a:cxn>
                <a:cxn ang="0">
                  <a:pos x="19" y="50"/>
                </a:cxn>
                <a:cxn ang="0">
                  <a:pos x="23" y="53"/>
                </a:cxn>
                <a:cxn ang="0">
                  <a:pos x="23" y="56"/>
                </a:cxn>
                <a:cxn ang="0">
                  <a:pos x="23" y="60"/>
                </a:cxn>
                <a:cxn ang="0">
                  <a:pos x="27" y="65"/>
                </a:cxn>
                <a:cxn ang="0">
                  <a:pos x="30" y="66"/>
                </a:cxn>
                <a:cxn ang="0">
                  <a:pos x="34" y="67"/>
                </a:cxn>
                <a:cxn ang="0">
                  <a:pos x="37" y="71"/>
                </a:cxn>
                <a:cxn ang="0">
                  <a:pos x="38" y="72"/>
                </a:cxn>
                <a:cxn ang="0">
                  <a:pos x="44" y="72"/>
                </a:cxn>
                <a:cxn ang="0">
                  <a:pos x="47" y="74"/>
                </a:cxn>
                <a:cxn ang="0">
                  <a:pos x="52" y="73"/>
                </a:cxn>
                <a:cxn ang="0">
                  <a:pos x="57" y="75"/>
                </a:cxn>
                <a:cxn ang="0">
                  <a:pos x="66" y="65"/>
                </a:cxn>
                <a:cxn ang="0">
                  <a:pos x="67" y="61"/>
                </a:cxn>
                <a:cxn ang="0">
                  <a:pos x="69" y="55"/>
                </a:cxn>
                <a:cxn ang="0">
                  <a:pos x="72" y="52"/>
                </a:cxn>
                <a:cxn ang="0">
                  <a:pos x="73" y="50"/>
                </a:cxn>
                <a:cxn ang="0">
                  <a:pos x="73" y="49"/>
                </a:cxn>
                <a:cxn ang="0">
                  <a:pos x="74" y="48"/>
                </a:cxn>
                <a:cxn ang="0">
                  <a:pos x="74" y="45"/>
                </a:cxn>
                <a:cxn ang="0">
                  <a:pos x="73" y="45"/>
                </a:cxn>
                <a:cxn ang="0">
                  <a:pos x="73" y="42"/>
                </a:cxn>
                <a:cxn ang="0">
                  <a:pos x="72" y="41"/>
                </a:cxn>
                <a:cxn ang="0">
                  <a:pos x="72" y="37"/>
                </a:cxn>
                <a:cxn ang="0">
                  <a:pos x="72" y="36"/>
                </a:cxn>
                <a:cxn ang="0">
                  <a:pos x="73" y="35"/>
                </a:cxn>
                <a:cxn ang="0">
                  <a:pos x="74" y="31"/>
                </a:cxn>
                <a:cxn ang="0">
                  <a:pos x="74" y="28"/>
                </a:cxn>
                <a:cxn ang="0">
                  <a:pos x="74" y="24"/>
                </a:cxn>
              </a:cxnLst>
              <a:rect l="0" t="0" r="r" b="b"/>
              <a:pathLst>
                <a:path w="75" h="75">
                  <a:moveTo>
                    <a:pt x="75" y="22"/>
                  </a:moveTo>
                  <a:cubicBezTo>
                    <a:pt x="75" y="22"/>
                    <a:pt x="75" y="22"/>
                    <a:pt x="75" y="21"/>
                  </a:cubicBezTo>
                  <a:cubicBezTo>
                    <a:pt x="75" y="21"/>
                    <a:pt x="74" y="21"/>
                    <a:pt x="74" y="21"/>
                  </a:cubicBezTo>
                  <a:cubicBezTo>
                    <a:pt x="74" y="20"/>
                    <a:pt x="75" y="20"/>
                    <a:pt x="75" y="19"/>
                  </a:cubicBezTo>
                  <a:cubicBezTo>
                    <a:pt x="75" y="19"/>
                    <a:pt x="75" y="19"/>
                    <a:pt x="75" y="18"/>
                  </a:cubicBezTo>
                  <a:cubicBezTo>
                    <a:pt x="75" y="18"/>
                    <a:pt x="75" y="18"/>
                    <a:pt x="75" y="17"/>
                  </a:cubicBezTo>
                  <a:cubicBezTo>
                    <a:pt x="75" y="17"/>
                    <a:pt x="74" y="16"/>
                    <a:pt x="74" y="15"/>
                  </a:cubicBezTo>
                  <a:cubicBezTo>
                    <a:pt x="73" y="14"/>
                    <a:pt x="74" y="14"/>
                    <a:pt x="74" y="13"/>
                  </a:cubicBezTo>
                  <a:cubicBezTo>
                    <a:pt x="74" y="13"/>
                    <a:pt x="75" y="12"/>
                    <a:pt x="75" y="12"/>
                  </a:cubicBezTo>
                  <a:cubicBezTo>
                    <a:pt x="74" y="12"/>
                    <a:pt x="73" y="13"/>
                    <a:pt x="72" y="12"/>
                  </a:cubicBezTo>
                  <a:cubicBezTo>
                    <a:pt x="72" y="11"/>
                    <a:pt x="72" y="11"/>
                    <a:pt x="72" y="10"/>
                  </a:cubicBezTo>
                  <a:cubicBezTo>
                    <a:pt x="71" y="10"/>
                    <a:pt x="70" y="10"/>
                    <a:pt x="69" y="9"/>
                  </a:cubicBezTo>
                  <a:cubicBezTo>
                    <a:pt x="68" y="9"/>
                    <a:pt x="68" y="9"/>
                    <a:pt x="67" y="9"/>
                  </a:cubicBezTo>
                  <a:cubicBezTo>
                    <a:pt x="66" y="9"/>
                    <a:pt x="65" y="9"/>
                    <a:pt x="65" y="9"/>
                  </a:cubicBezTo>
                  <a:cubicBezTo>
                    <a:pt x="65" y="9"/>
                    <a:pt x="65" y="8"/>
                    <a:pt x="64" y="8"/>
                  </a:cubicBezTo>
                  <a:cubicBezTo>
                    <a:pt x="64" y="8"/>
                    <a:pt x="64" y="7"/>
                    <a:pt x="64" y="7"/>
                  </a:cubicBezTo>
                  <a:cubicBezTo>
                    <a:pt x="63" y="7"/>
                    <a:pt x="63" y="6"/>
                    <a:pt x="62" y="6"/>
                  </a:cubicBezTo>
                  <a:cubicBezTo>
                    <a:pt x="61" y="6"/>
                    <a:pt x="61" y="6"/>
                    <a:pt x="60" y="6"/>
                  </a:cubicBezTo>
                  <a:cubicBezTo>
                    <a:pt x="59" y="5"/>
                    <a:pt x="59" y="5"/>
                    <a:pt x="59" y="5"/>
                  </a:cubicBezTo>
                  <a:cubicBezTo>
                    <a:pt x="59" y="4"/>
                    <a:pt x="57" y="4"/>
                    <a:pt x="57" y="4"/>
                  </a:cubicBezTo>
                  <a:cubicBezTo>
                    <a:pt x="56" y="5"/>
                    <a:pt x="56" y="5"/>
                    <a:pt x="56" y="4"/>
                  </a:cubicBezTo>
                  <a:cubicBezTo>
                    <a:pt x="55" y="4"/>
                    <a:pt x="54" y="4"/>
                    <a:pt x="53" y="4"/>
                  </a:cubicBezTo>
                  <a:cubicBezTo>
                    <a:pt x="52" y="4"/>
                    <a:pt x="51" y="4"/>
                    <a:pt x="50" y="4"/>
                  </a:cubicBezTo>
                  <a:cubicBezTo>
                    <a:pt x="50" y="3"/>
                    <a:pt x="50" y="1"/>
                    <a:pt x="50" y="0"/>
                  </a:cubicBezTo>
                  <a:cubicBezTo>
                    <a:pt x="50" y="1"/>
                    <a:pt x="48" y="0"/>
                    <a:pt x="47" y="0"/>
                  </a:cubicBezTo>
                  <a:cubicBezTo>
                    <a:pt x="46" y="0"/>
                    <a:pt x="46" y="0"/>
                    <a:pt x="45" y="0"/>
                  </a:cubicBezTo>
                  <a:cubicBezTo>
                    <a:pt x="44" y="0"/>
                    <a:pt x="44" y="0"/>
                    <a:pt x="43" y="0"/>
                  </a:cubicBezTo>
                  <a:cubicBezTo>
                    <a:pt x="42" y="0"/>
                    <a:pt x="42" y="1"/>
                    <a:pt x="41" y="1"/>
                  </a:cubicBezTo>
                  <a:cubicBezTo>
                    <a:pt x="41" y="1"/>
                    <a:pt x="40" y="1"/>
                    <a:pt x="39" y="2"/>
                  </a:cubicBezTo>
                  <a:cubicBezTo>
                    <a:pt x="39" y="2"/>
                    <a:pt x="38" y="2"/>
                    <a:pt x="38" y="3"/>
                  </a:cubicBezTo>
                  <a:cubicBezTo>
                    <a:pt x="37" y="4"/>
                    <a:pt x="37" y="3"/>
                    <a:pt x="36" y="4"/>
                  </a:cubicBezTo>
                  <a:cubicBezTo>
                    <a:pt x="34" y="5"/>
                    <a:pt x="36" y="8"/>
                    <a:pt x="35" y="10"/>
                  </a:cubicBezTo>
                  <a:cubicBezTo>
                    <a:pt x="34" y="10"/>
                    <a:pt x="34" y="10"/>
                    <a:pt x="33" y="10"/>
                  </a:cubicBezTo>
                  <a:cubicBezTo>
                    <a:pt x="32" y="11"/>
                    <a:pt x="32" y="11"/>
                    <a:pt x="31" y="11"/>
                  </a:cubicBezTo>
                  <a:cubicBezTo>
                    <a:pt x="30" y="12"/>
                    <a:pt x="29" y="12"/>
                    <a:pt x="28" y="13"/>
                  </a:cubicBezTo>
                  <a:cubicBezTo>
                    <a:pt x="27" y="14"/>
                    <a:pt x="26" y="14"/>
                    <a:pt x="25" y="15"/>
                  </a:cubicBezTo>
                  <a:cubicBezTo>
                    <a:pt x="24" y="16"/>
                    <a:pt x="24" y="17"/>
                    <a:pt x="23" y="18"/>
                  </a:cubicBezTo>
                  <a:cubicBezTo>
                    <a:pt x="23" y="20"/>
                    <a:pt x="20" y="22"/>
                    <a:pt x="19" y="23"/>
                  </a:cubicBezTo>
                  <a:cubicBezTo>
                    <a:pt x="18" y="24"/>
                    <a:pt x="19" y="24"/>
                    <a:pt x="18" y="25"/>
                  </a:cubicBezTo>
                  <a:cubicBezTo>
                    <a:pt x="18" y="25"/>
                    <a:pt x="18" y="26"/>
                    <a:pt x="17" y="26"/>
                  </a:cubicBezTo>
                  <a:cubicBezTo>
                    <a:pt x="16" y="26"/>
                    <a:pt x="15" y="26"/>
                    <a:pt x="15" y="27"/>
                  </a:cubicBezTo>
                  <a:cubicBezTo>
                    <a:pt x="14" y="27"/>
                    <a:pt x="13" y="26"/>
                    <a:pt x="12" y="26"/>
                  </a:cubicBezTo>
                  <a:cubicBezTo>
                    <a:pt x="11" y="26"/>
                    <a:pt x="10" y="25"/>
                    <a:pt x="9" y="25"/>
                  </a:cubicBezTo>
                  <a:cubicBezTo>
                    <a:pt x="9" y="25"/>
                    <a:pt x="8" y="26"/>
                    <a:pt x="7" y="26"/>
                  </a:cubicBezTo>
                  <a:cubicBezTo>
                    <a:pt x="6" y="26"/>
                    <a:pt x="6" y="25"/>
                    <a:pt x="6" y="25"/>
                  </a:cubicBezTo>
                  <a:cubicBezTo>
                    <a:pt x="6" y="25"/>
                    <a:pt x="5" y="24"/>
                    <a:pt x="5" y="24"/>
                  </a:cubicBezTo>
                  <a:cubicBezTo>
                    <a:pt x="4" y="24"/>
                    <a:pt x="4" y="24"/>
                    <a:pt x="4" y="24"/>
                  </a:cubicBezTo>
                  <a:cubicBezTo>
                    <a:pt x="2" y="25"/>
                    <a:pt x="1" y="24"/>
                    <a:pt x="1" y="24"/>
                  </a:cubicBezTo>
                  <a:cubicBezTo>
                    <a:pt x="0" y="25"/>
                    <a:pt x="0" y="25"/>
                    <a:pt x="1" y="26"/>
                  </a:cubicBezTo>
                  <a:cubicBezTo>
                    <a:pt x="1" y="27"/>
                    <a:pt x="1" y="27"/>
                    <a:pt x="2" y="28"/>
                  </a:cubicBezTo>
                  <a:cubicBezTo>
                    <a:pt x="2" y="29"/>
                    <a:pt x="3" y="30"/>
                    <a:pt x="3" y="31"/>
                  </a:cubicBezTo>
                  <a:cubicBezTo>
                    <a:pt x="4" y="31"/>
                    <a:pt x="4" y="32"/>
                    <a:pt x="5" y="33"/>
                  </a:cubicBezTo>
                  <a:cubicBezTo>
                    <a:pt x="6" y="33"/>
                    <a:pt x="5" y="34"/>
                    <a:pt x="6" y="35"/>
                  </a:cubicBezTo>
                  <a:cubicBezTo>
                    <a:pt x="6" y="36"/>
                    <a:pt x="7" y="36"/>
                    <a:pt x="7" y="37"/>
                  </a:cubicBezTo>
                  <a:cubicBezTo>
                    <a:pt x="7" y="37"/>
                    <a:pt x="7" y="38"/>
                    <a:pt x="7" y="38"/>
                  </a:cubicBezTo>
                  <a:cubicBezTo>
                    <a:pt x="7" y="38"/>
                    <a:pt x="7" y="39"/>
                    <a:pt x="7" y="39"/>
                  </a:cubicBezTo>
                  <a:cubicBezTo>
                    <a:pt x="8" y="40"/>
                    <a:pt x="8" y="41"/>
                    <a:pt x="8" y="42"/>
                  </a:cubicBezTo>
                  <a:cubicBezTo>
                    <a:pt x="9" y="43"/>
                    <a:pt x="9" y="43"/>
                    <a:pt x="10" y="43"/>
                  </a:cubicBezTo>
                  <a:cubicBezTo>
                    <a:pt x="11" y="44"/>
                    <a:pt x="10" y="44"/>
                    <a:pt x="10" y="44"/>
                  </a:cubicBezTo>
                  <a:cubicBezTo>
                    <a:pt x="11" y="45"/>
                    <a:pt x="11" y="45"/>
                    <a:pt x="12" y="45"/>
                  </a:cubicBezTo>
                  <a:cubicBezTo>
                    <a:pt x="13" y="46"/>
                    <a:pt x="13" y="46"/>
                    <a:pt x="14" y="47"/>
                  </a:cubicBezTo>
                  <a:cubicBezTo>
                    <a:pt x="14" y="47"/>
                    <a:pt x="14" y="47"/>
                    <a:pt x="14" y="47"/>
                  </a:cubicBezTo>
                  <a:cubicBezTo>
                    <a:pt x="15" y="48"/>
                    <a:pt x="15" y="48"/>
                    <a:pt x="16" y="48"/>
                  </a:cubicBezTo>
                  <a:cubicBezTo>
                    <a:pt x="16" y="48"/>
                    <a:pt x="17" y="48"/>
                    <a:pt x="18" y="49"/>
                  </a:cubicBezTo>
                  <a:cubicBezTo>
                    <a:pt x="18" y="49"/>
                    <a:pt x="18" y="49"/>
                    <a:pt x="19" y="49"/>
                  </a:cubicBezTo>
                  <a:cubicBezTo>
                    <a:pt x="19" y="50"/>
                    <a:pt x="19" y="50"/>
                    <a:pt x="19" y="50"/>
                  </a:cubicBezTo>
                  <a:cubicBezTo>
                    <a:pt x="19" y="51"/>
                    <a:pt x="19" y="52"/>
                    <a:pt x="19" y="53"/>
                  </a:cubicBezTo>
                  <a:cubicBezTo>
                    <a:pt x="20" y="53"/>
                    <a:pt x="22" y="53"/>
                    <a:pt x="23" y="53"/>
                  </a:cubicBezTo>
                  <a:cubicBezTo>
                    <a:pt x="23" y="53"/>
                    <a:pt x="23" y="54"/>
                    <a:pt x="23" y="54"/>
                  </a:cubicBezTo>
                  <a:cubicBezTo>
                    <a:pt x="23" y="55"/>
                    <a:pt x="23" y="56"/>
                    <a:pt x="23" y="56"/>
                  </a:cubicBezTo>
                  <a:cubicBezTo>
                    <a:pt x="23" y="57"/>
                    <a:pt x="23" y="57"/>
                    <a:pt x="23" y="58"/>
                  </a:cubicBezTo>
                  <a:cubicBezTo>
                    <a:pt x="23" y="59"/>
                    <a:pt x="23" y="59"/>
                    <a:pt x="23" y="60"/>
                  </a:cubicBezTo>
                  <a:cubicBezTo>
                    <a:pt x="23" y="61"/>
                    <a:pt x="24" y="62"/>
                    <a:pt x="25" y="63"/>
                  </a:cubicBezTo>
                  <a:cubicBezTo>
                    <a:pt x="25" y="64"/>
                    <a:pt x="25" y="65"/>
                    <a:pt x="27" y="65"/>
                  </a:cubicBezTo>
                  <a:cubicBezTo>
                    <a:pt x="27" y="66"/>
                    <a:pt x="28" y="66"/>
                    <a:pt x="29" y="66"/>
                  </a:cubicBezTo>
                  <a:cubicBezTo>
                    <a:pt x="29" y="66"/>
                    <a:pt x="30" y="66"/>
                    <a:pt x="30" y="66"/>
                  </a:cubicBezTo>
                  <a:cubicBezTo>
                    <a:pt x="31" y="66"/>
                    <a:pt x="31" y="66"/>
                    <a:pt x="32" y="66"/>
                  </a:cubicBezTo>
                  <a:cubicBezTo>
                    <a:pt x="33" y="67"/>
                    <a:pt x="33" y="67"/>
                    <a:pt x="34" y="67"/>
                  </a:cubicBezTo>
                  <a:cubicBezTo>
                    <a:pt x="35" y="68"/>
                    <a:pt x="36" y="67"/>
                    <a:pt x="35" y="69"/>
                  </a:cubicBezTo>
                  <a:cubicBezTo>
                    <a:pt x="35" y="70"/>
                    <a:pt x="36" y="71"/>
                    <a:pt x="37" y="71"/>
                  </a:cubicBezTo>
                  <a:cubicBezTo>
                    <a:pt x="37" y="71"/>
                    <a:pt x="37" y="71"/>
                    <a:pt x="38" y="71"/>
                  </a:cubicBezTo>
                  <a:cubicBezTo>
                    <a:pt x="38" y="71"/>
                    <a:pt x="38" y="72"/>
                    <a:pt x="38" y="72"/>
                  </a:cubicBezTo>
                  <a:cubicBezTo>
                    <a:pt x="39" y="72"/>
                    <a:pt x="40" y="72"/>
                    <a:pt x="40" y="72"/>
                  </a:cubicBezTo>
                  <a:cubicBezTo>
                    <a:pt x="42" y="71"/>
                    <a:pt x="43" y="72"/>
                    <a:pt x="44" y="72"/>
                  </a:cubicBezTo>
                  <a:cubicBezTo>
                    <a:pt x="44" y="72"/>
                    <a:pt x="45" y="73"/>
                    <a:pt x="45" y="73"/>
                  </a:cubicBezTo>
                  <a:cubicBezTo>
                    <a:pt x="46" y="73"/>
                    <a:pt x="46" y="73"/>
                    <a:pt x="47" y="74"/>
                  </a:cubicBezTo>
                  <a:cubicBezTo>
                    <a:pt x="48" y="74"/>
                    <a:pt x="49" y="74"/>
                    <a:pt x="50" y="74"/>
                  </a:cubicBezTo>
                  <a:cubicBezTo>
                    <a:pt x="51" y="73"/>
                    <a:pt x="52" y="73"/>
                    <a:pt x="52" y="73"/>
                  </a:cubicBezTo>
                  <a:cubicBezTo>
                    <a:pt x="53" y="73"/>
                    <a:pt x="53" y="73"/>
                    <a:pt x="54" y="74"/>
                  </a:cubicBezTo>
                  <a:cubicBezTo>
                    <a:pt x="55" y="74"/>
                    <a:pt x="56" y="74"/>
                    <a:pt x="57" y="75"/>
                  </a:cubicBezTo>
                  <a:cubicBezTo>
                    <a:pt x="59" y="73"/>
                    <a:pt x="61" y="70"/>
                    <a:pt x="63" y="68"/>
                  </a:cubicBezTo>
                  <a:cubicBezTo>
                    <a:pt x="64" y="67"/>
                    <a:pt x="65" y="66"/>
                    <a:pt x="66" y="65"/>
                  </a:cubicBezTo>
                  <a:cubicBezTo>
                    <a:pt x="66" y="64"/>
                    <a:pt x="68" y="62"/>
                    <a:pt x="68" y="63"/>
                  </a:cubicBezTo>
                  <a:cubicBezTo>
                    <a:pt x="68" y="62"/>
                    <a:pt x="68" y="61"/>
                    <a:pt x="67" y="61"/>
                  </a:cubicBezTo>
                  <a:cubicBezTo>
                    <a:pt x="67" y="60"/>
                    <a:pt x="68" y="59"/>
                    <a:pt x="68" y="59"/>
                  </a:cubicBezTo>
                  <a:cubicBezTo>
                    <a:pt x="69" y="58"/>
                    <a:pt x="68" y="56"/>
                    <a:pt x="69" y="55"/>
                  </a:cubicBezTo>
                  <a:cubicBezTo>
                    <a:pt x="69" y="54"/>
                    <a:pt x="70" y="55"/>
                    <a:pt x="71" y="54"/>
                  </a:cubicBezTo>
                  <a:cubicBezTo>
                    <a:pt x="71" y="53"/>
                    <a:pt x="71" y="53"/>
                    <a:pt x="72" y="52"/>
                  </a:cubicBezTo>
                  <a:cubicBezTo>
                    <a:pt x="72" y="52"/>
                    <a:pt x="72" y="51"/>
                    <a:pt x="72" y="51"/>
                  </a:cubicBezTo>
                  <a:cubicBezTo>
                    <a:pt x="72" y="51"/>
                    <a:pt x="72" y="50"/>
                    <a:pt x="73" y="50"/>
                  </a:cubicBezTo>
                  <a:cubicBezTo>
                    <a:pt x="73" y="50"/>
                    <a:pt x="73" y="49"/>
                    <a:pt x="73" y="49"/>
                  </a:cubicBezTo>
                  <a:cubicBezTo>
                    <a:pt x="73" y="49"/>
                    <a:pt x="73" y="49"/>
                    <a:pt x="73" y="49"/>
                  </a:cubicBezTo>
                  <a:cubicBezTo>
                    <a:pt x="73" y="48"/>
                    <a:pt x="74" y="49"/>
                    <a:pt x="74" y="48"/>
                  </a:cubicBezTo>
                  <a:cubicBezTo>
                    <a:pt x="74" y="48"/>
                    <a:pt x="74" y="48"/>
                    <a:pt x="74" y="48"/>
                  </a:cubicBezTo>
                  <a:cubicBezTo>
                    <a:pt x="74" y="47"/>
                    <a:pt x="74" y="46"/>
                    <a:pt x="74" y="46"/>
                  </a:cubicBezTo>
                  <a:cubicBezTo>
                    <a:pt x="74" y="45"/>
                    <a:pt x="74" y="45"/>
                    <a:pt x="74" y="45"/>
                  </a:cubicBezTo>
                  <a:cubicBezTo>
                    <a:pt x="74" y="45"/>
                    <a:pt x="74" y="44"/>
                    <a:pt x="74" y="44"/>
                  </a:cubicBezTo>
                  <a:cubicBezTo>
                    <a:pt x="73" y="44"/>
                    <a:pt x="73" y="45"/>
                    <a:pt x="73" y="45"/>
                  </a:cubicBezTo>
                  <a:cubicBezTo>
                    <a:pt x="72" y="45"/>
                    <a:pt x="72" y="44"/>
                    <a:pt x="73" y="43"/>
                  </a:cubicBezTo>
                  <a:cubicBezTo>
                    <a:pt x="73" y="43"/>
                    <a:pt x="73" y="43"/>
                    <a:pt x="73" y="42"/>
                  </a:cubicBezTo>
                  <a:cubicBezTo>
                    <a:pt x="72" y="42"/>
                    <a:pt x="72" y="42"/>
                    <a:pt x="72" y="42"/>
                  </a:cubicBezTo>
                  <a:cubicBezTo>
                    <a:pt x="72" y="42"/>
                    <a:pt x="72" y="41"/>
                    <a:pt x="72" y="41"/>
                  </a:cubicBezTo>
                  <a:cubicBezTo>
                    <a:pt x="73" y="40"/>
                    <a:pt x="73" y="39"/>
                    <a:pt x="73" y="38"/>
                  </a:cubicBezTo>
                  <a:cubicBezTo>
                    <a:pt x="73" y="38"/>
                    <a:pt x="73" y="37"/>
                    <a:pt x="72" y="37"/>
                  </a:cubicBezTo>
                  <a:cubicBezTo>
                    <a:pt x="72" y="37"/>
                    <a:pt x="71" y="37"/>
                    <a:pt x="71" y="37"/>
                  </a:cubicBezTo>
                  <a:cubicBezTo>
                    <a:pt x="71" y="36"/>
                    <a:pt x="72" y="36"/>
                    <a:pt x="72" y="36"/>
                  </a:cubicBezTo>
                  <a:cubicBezTo>
                    <a:pt x="72" y="36"/>
                    <a:pt x="71" y="36"/>
                    <a:pt x="71" y="35"/>
                  </a:cubicBezTo>
                  <a:cubicBezTo>
                    <a:pt x="71" y="35"/>
                    <a:pt x="72" y="35"/>
                    <a:pt x="73" y="35"/>
                  </a:cubicBezTo>
                  <a:cubicBezTo>
                    <a:pt x="75" y="35"/>
                    <a:pt x="73" y="33"/>
                    <a:pt x="73" y="32"/>
                  </a:cubicBezTo>
                  <a:cubicBezTo>
                    <a:pt x="74" y="32"/>
                    <a:pt x="75" y="32"/>
                    <a:pt x="74" y="31"/>
                  </a:cubicBezTo>
                  <a:cubicBezTo>
                    <a:pt x="74" y="30"/>
                    <a:pt x="75" y="31"/>
                    <a:pt x="75" y="30"/>
                  </a:cubicBezTo>
                  <a:cubicBezTo>
                    <a:pt x="75" y="29"/>
                    <a:pt x="74" y="29"/>
                    <a:pt x="74" y="28"/>
                  </a:cubicBezTo>
                  <a:cubicBezTo>
                    <a:pt x="74" y="27"/>
                    <a:pt x="74" y="27"/>
                    <a:pt x="74" y="26"/>
                  </a:cubicBezTo>
                  <a:cubicBezTo>
                    <a:pt x="74" y="25"/>
                    <a:pt x="74" y="25"/>
                    <a:pt x="74" y="24"/>
                  </a:cubicBezTo>
                  <a:cubicBezTo>
                    <a:pt x="75" y="24"/>
                    <a:pt x="75" y="23"/>
                    <a:pt x="75" y="2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29" name="Zambia">
              <a:extLst>
                <a:ext uri="{FF2B5EF4-FFF2-40B4-BE49-F238E27FC236}">
                  <a16:creationId xmlns:a16="http://schemas.microsoft.com/office/drawing/2014/main" id="{6F81A67F-C57A-63C0-82C9-504987A0BBF2}"/>
                </a:ext>
              </a:extLst>
            </p:cNvPr>
            <p:cNvSpPr>
              <a:spLocks/>
            </p:cNvSpPr>
            <p:nvPr/>
          </p:nvSpPr>
          <p:spPr bwMode="auto">
            <a:xfrm>
              <a:off x="6444549" y="4366823"/>
              <a:ext cx="403827" cy="382264"/>
            </a:xfrm>
            <a:custGeom>
              <a:avLst/>
              <a:gdLst/>
              <a:ahLst/>
              <a:cxnLst>
                <a:cxn ang="0">
                  <a:pos x="111" y="17"/>
                </a:cxn>
                <a:cxn ang="0">
                  <a:pos x="108" y="15"/>
                </a:cxn>
                <a:cxn ang="0">
                  <a:pos x="105" y="11"/>
                </a:cxn>
                <a:cxn ang="0">
                  <a:pos x="98" y="9"/>
                </a:cxn>
                <a:cxn ang="0">
                  <a:pos x="93" y="4"/>
                </a:cxn>
                <a:cxn ang="0">
                  <a:pos x="90" y="5"/>
                </a:cxn>
                <a:cxn ang="0">
                  <a:pos x="86" y="3"/>
                </a:cxn>
                <a:cxn ang="0">
                  <a:pos x="84" y="3"/>
                </a:cxn>
                <a:cxn ang="0">
                  <a:pos x="68" y="2"/>
                </a:cxn>
                <a:cxn ang="0">
                  <a:pos x="65" y="14"/>
                </a:cxn>
                <a:cxn ang="0">
                  <a:pos x="65" y="22"/>
                </a:cxn>
                <a:cxn ang="0">
                  <a:pos x="65" y="29"/>
                </a:cxn>
                <a:cxn ang="0">
                  <a:pos x="63" y="35"/>
                </a:cxn>
                <a:cxn ang="0">
                  <a:pos x="67" y="42"/>
                </a:cxn>
                <a:cxn ang="0">
                  <a:pos x="74" y="46"/>
                </a:cxn>
                <a:cxn ang="0">
                  <a:pos x="75" y="43"/>
                </a:cxn>
                <a:cxn ang="0">
                  <a:pos x="76" y="55"/>
                </a:cxn>
                <a:cxn ang="0">
                  <a:pos x="74" y="55"/>
                </a:cxn>
                <a:cxn ang="0">
                  <a:pos x="68" y="55"/>
                </a:cxn>
                <a:cxn ang="0">
                  <a:pos x="65" y="50"/>
                </a:cxn>
                <a:cxn ang="0">
                  <a:pos x="64" y="48"/>
                </a:cxn>
                <a:cxn ang="0">
                  <a:pos x="59" y="45"/>
                </a:cxn>
                <a:cxn ang="0">
                  <a:pos x="52" y="39"/>
                </a:cxn>
                <a:cxn ang="0">
                  <a:pos x="49" y="39"/>
                </a:cxn>
                <a:cxn ang="0">
                  <a:pos x="47" y="41"/>
                </a:cxn>
                <a:cxn ang="0">
                  <a:pos x="41" y="40"/>
                </a:cxn>
                <a:cxn ang="0">
                  <a:pos x="36" y="38"/>
                </a:cxn>
                <a:cxn ang="0">
                  <a:pos x="33" y="34"/>
                </a:cxn>
                <a:cxn ang="0">
                  <a:pos x="27" y="34"/>
                </a:cxn>
                <a:cxn ang="0">
                  <a:pos x="24" y="32"/>
                </a:cxn>
                <a:cxn ang="0">
                  <a:pos x="21" y="29"/>
                </a:cxn>
                <a:cxn ang="0">
                  <a:pos x="20" y="37"/>
                </a:cxn>
                <a:cxn ang="0">
                  <a:pos x="19" y="50"/>
                </a:cxn>
                <a:cxn ang="0">
                  <a:pos x="6" y="52"/>
                </a:cxn>
                <a:cxn ang="0">
                  <a:pos x="1" y="57"/>
                </a:cxn>
                <a:cxn ang="0">
                  <a:pos x="2" y="89"/>
                </a:cxn>
                <a:cxn ang="0">
                  <a:pos x="15" y="103"/>
                </a:cxn>
                <a:cxn ang="0">
                  <a:pos x="26" y="102"/>
                </a:cxn>
                <a:cxn ang="0">
                  <a:pos x="34" y="105"/>
                </a:cxn>
                <a:cxn ang="0">
                  <a:pos x="41" y="106"/>
                </a:cxn>
                <a:cxn ang="0">
                  <a:pos x="46" y="108"/>
                </a:cxn>
                <a:cxn ang="0">
                  <a:pos x="55" y="98"/>
                </a:cxn>
                <a:cxn ang="0">
                  <a:pos x="66" y="90"/>
                </a:cxn>
                <a:cxn ang="0">
                  <a:pos x="68" y="84"/>
                </a:cxn>
                <a:cxn ang="0">
                  <a:pos x="79" y="81"/>
                </a:cxn>
                <a:cxn ang="0">
                  <a:pos x="80" y="76"/>
                </a:cxn>
                <a:cxn ang="0">
                  <a:pos x="87" y="71"/>
                </a:cxn>
                <a:cxn ang="0">
                  <a:pos x="109" y="63"/>
                </a:cxn>
                <a:cxn ang="0">
                  <a:pos x="106" y="62"/>
                </a:cxn>
                <a:cxn ang="0">
                  <a:pos x="104" y="58"/>
                </a:cxn>
                <a:cxn ang="0">
                  <a:pos x="107" y="53"/>
                </a:cxn>
                <a:cxn ang="0">
                  <a:pos x="109" y="48"/>
                </a:cxn>
                <a:cxn ang="0">
                  <a:pos x="111" y="45"/>
                </a:cxn>
                <a:cxn ang="0">
                  <a:pos x="110" y="37"/>
                </a:cxn>
                <a:cxn ang="0">
                  <a:pos x="111" y="33"/>
                </a:cxn>
                <a:cxn ang="0">
                  <a:pos x="112" y="28"/>
                </a:cxn>
              </a:cxnLst>
              <a:rect l="0" t="0" r="r" b="b"/>
              <a:pathLst>
                <a:path w="114" h="108">
                  <a:moveTo>
                    <a:pt x="113" y="24"/>
                  </a:moveTo>
                  <a:cubicBezTo>
                    <a:pt x="113" y="23"/>
                    <a:pt x="113" y="23"/>
                    <a:pt x="113" y="22"/>
                  </a:cubicBezTo>
                  <a:cubicBezTo>
                    <a:pt x="113" y="21"/>
                    <a:pt x="112" y="21"/>
                    <a:pt x="112" y="20"/>
                  </a:cubicBezTo>
                  <a:cubicBezTo>
                    <a:pt x="110" y="19"/>
                    <a:pt x="112" y="18"/>
                    <a:pt x="111" y="17"/>
                  </a:cubicBezTo>
                  <a:cubicBezTo>
                    <a:pt x="111" y="17"/>
                    <a:pt x="110" y="16"/>
                    <a:pt x="110" y="15"/>
                  </a:cubicBezTo>
                  <a:cubicBezTo>
                    <a:pt x="110" y="15"/>
                    <a:pt x="110" y="14"/>
                    <a:pt x="109" y="15"/>
                  </a:cubicBezTo>
                  <a:cubicBezTo>
                    <a:pt x="109" y="15"/>
                    <a:pt x="109" y="15"/>
                    <a:pt x="109" y="15"/>
                  </a:cubicBezTo>
                  <a:cubicBezTo>
                    <a:pt x="109" y="15"/>
                    <a:pt x="108" y="15"/>
                    <a:pt x="108" y="15"/>
                  </a:cubicBezTo>
                  <a:cubicBezTo>
                    <a:pt x="108" y="15"/>
                    <a:pt x="108" y="15"/>
                    <a:pt x="108" y="14"/>
                  </a:cubicBezTo>
                  <a:cubicBezTo>
                    <a:pt x="108" y="13"/>
                    <a:pt x="108" y="14"/>
                    <a:pt x="107" y="13"/>
                  </a:cubicBezTo>
                  <a:cubicBezTo>
                    <a:pt x="107" y="12"/>
                    <a:pt x="107" y="12"/>
                    <a:pt x="106" y="12"/>
                  </a:cubicBezTo>
                  <a:cubicBezTo>
                    <a:pt x="106" y="12"/>
                    <a:pt x="105" y="11"/>
                    <a:pt x="105" y="11"/>
                  </a:cubicBezTo>
                  <a:cubicBezTo>
                    <a:pt x="104" y="11"/>
                    <a:pt x="104" y="11"/>
                    <a:pt x="103" y="11"/>
                  </a:cubicBezTo>
                  <a:cubicBezTo>
                    <a:pt x="103" y="10"/>
                    <a:pt x="103" y="10"/>
                    <a:pt x="102" y="10"/>
                  </a:cubicBezTo>
                  <a:cubicBezTo>
                    <a:pt x="102" y="9"/>
                    <a:pt x="101" y="10"/>
                    <a:pt x="100" y="9"/>
                  </a:cubicBezTo>
                  <a:cubicBezTo>
                    <a:pt x="100" y="9"/>
                    <a:pt x="99" y="8"/>
                    <a:pt x="98" y="9"/>
                  </a:cubicBezTo>
                  <a:cubicBezTo>
                    <a:pt x="98" y="9"/>
                    <a:pt x="98" y="8"/>
                    <a:pt x="98" y="8"/>
                  </a:cubicBezTo>
                  <a:cubicBezTo>
                    <a:pt x="98" y="7"/>
                    <a:pt x="96" y="7"/>
                    <a:pt x="96" y="7"/>
                  </a:cubicBezTo>
                  <a:cubicBezTo>
                    <a:pt x="95" y="7"/>
                    <a:pt x="95" y="7"/>
                    <a:pt x="94" y="6"/>
                  </a:cubicBezTo>
                  <a:cubicBezTo>
                    <a:pt x="94" y="6"/>
                    <a:pt x="94" y="4"/>
                    <a:pt x="93" y="4"/>
                  </a:cubicBezTo>
                  <a:cubicBezTo>
                    <a:pt x="93" y="4"/>
                    <a:pt x="93" y="4"/>
                    <a:pt x="92" y="4"/>
                  </a:cubicBezTo>
                  <a:cubicBezTo>
                    <a:pt x="92" y="4"/>
                    <a:pt x="92" y="4"/>
                    <a:pt x="92" y="4"/>
                  </a:cubicBezTo>
                  <a:cubicBezTo>
                    <a:pt x="91" y="4"/>
                    <a:pt x="91" y="3"/>
                    <a:pt x="90" y="4"/>
                  </a:cubicBezTo>
                  <a:cubicBezTo>
                    <a:pt x="91" y="4"/>
                    <a:pt x="91" y="5"/>
                    <a:pt x="90" y="5"/>
                  </a:cubicBezTo>
                  <a:cubicBezTo>
                    <a:pt x="90" y="5"/>
                    <a:pt x="90" y="5"/>
                    <a:pt x="90" y="5"/>
                  </a:cubicBezTo>
                  <a:cubicBezTo>
                    <a:pt x="90" y="5"/>
                    <a:pt x="89" y="6"/>
                    <a:pt x="89" y="6"/>
                  </a:cubicBezTo>
                  <a:cubicBezTo>
                    <a:pt x="88" y="6"/>
                    <a:pt x="88" y="4"/>
                    <a:pt x="87" y="4"/>
                  </a:cubicBezTo>
                  <a:cubicBezTo>
                    <a:pt x="87" y="3"/>
                    <a:pt x="86" y="3"/>
                    <a:pt x="86" y="3"/>
                  </a:cubicBezTo>
                  <a:cubicBezTo>
                    <a:pt x="86" y="3"/>
                    <a:pt x="85" y="2"/>
                    <a:pt x="85" y="3"/>
                  </a:cubicBezTo>
                  <a:cubicBezTo>
                    <a:pt x="85" y="3"/>
                    <a:pt x="85" y="3"/>
                    <a:pt x="85" y="3"/>
                  </a:cubicBezTo>
                  <a:cubicBezTo>
                    <a:pt x="85" y="3"/>
                    <a:pt x="84" y="4"/>
                    <a:pt x="84" y="4"/>
                  </a:cubicBezTo>
                  <a:cubicBezTo>
                    <a:pt x="84" y="3"/>
                    <a:pt x="84" y="3"/>
                    <a:pt x="84" y="3"/>
                  </a:cubicBezTo>
                  <a:cubicBezTo>
                    <a:pt x="84" y="3"/>
                    <a:pt x="84" y="3"/>
                    <a:pt x="83" y="3"/>
                  </a:cubicBezTo>
                  <a:cubicBezTo>
                    <a:pt x="83" y="2"/>
                    <a:pt x="83" y="2"/>
                    <a:pt x="83" y="2"/>
                  </a:cubicBezTo>
                  <a:cubicBezTo>
                    <a:pt x="84" y="1"/>
                    <a:pt x="85" y="1"/>
                    <a:pt x="85" y="0"/>
                  </a:cubicBezTo>
                  <a:cubicBezTo>
                    <a:pt x="79" y="1"/>
                    <a:pt x="74" y="1"/>
                    <a:pt x="68" y="2"/>
                  </a:cubicBezTo>
                  <a:cubicBezTo>
                    <a:pt x="70" y="5"/>
                    <a:pt x="66" y="9"/>
                    <a:pt x="65" y="10"/>
                  </a:cubicBezTo>
                  <a:cubicBezTo>
                    <a:pt x="64" y="10"/>
                    <a:pt x="63" y="11"/>
                    <a:pt x="63" y="11"/>
                  </a:cubicBezTo>
                  <a:cubicBezTo>
                    <a:pt x="63" y="12"/>
                    <a:pt x="64" y="12"/>
                    <a:pt x="64" y="12"/>
                  </a:cubicBezTo>
                  <a:cubicBezTo>
                    <a:pt x="65" y="12"/>
                    <a:pt x="64" y="14"/>
                    <a:pt x="65" y="14"/>
                  </a:cubicBezTo>
                  <a:cubicBezTo>
                    <a:pt x="65" y="14"/>
                    <a:pt x="65" y="16"/>
                    <a:pt x="66" y="16"/>
                  </a:cubicBezTo>
                  <a:cubicBezTo>
                    <a:pt x="66" y="17"/>
                    <a:pt x="66" y="17"/>
                    <a:pt x="66" y="18"/>
                  </a:cubicBezTo>
                  <a:cubicBezTo>
                    <a:pt x="65" y="19"/>
                    <a:pt x="66" y="19"/>
                    <a:pt x="65" y="20"/>
                  </a:cubicBezTo>
                  <a:cubicBezTo>
                    <a:pt x="65" y="21"/>
                    <a:pt x="65" y="21"/>
                    <a:pt x="65" y="22"/>
                  </a:cubicBezTo>
                  <a:cubicBezTo>
                    <a:pt x="66" y="22"/>
                    <a:pt x="65" y="23"/>
                    <a:pt x="65" y="24"/>
                  </a:cubicBezTo>
                  <a:cubicBezTo>
                    <a:pt x="66" y="24"/>
                    <a:pt x="66" y="25"/>
                    <a:pt x="66" y="26"/>
                  </a:cubicBezTo>
                  <a:cubicBezTo>
                    <a:pt x="66" y="27"/>
                    <a:pt x="66" y="26"/>
                    <a:pt x="66" y="27"/>
                  </a:cubicBezTo>
                  <a:cubicBezTo>
                    <a:pt x="65" y="28"/>
                    <a:pt x="65" y="28"/>
                    <a:pt x="65" y="29"/>
                  </a:cubicBezTo>
                  <a:cubicBezTo>
                    <a:pt x="64" y="30"/>
                    <a:pt x="64" y="31"/>
                    <a:pt x="64" y="31"/>
                  </a:cubicBezTo>
                  <a:cubicBezTo>
                    <a:pt x="64" y="32"/>
                    <a:pt x="64" y="33"/>
                    <a:pt x="63" y="33"/>
                  </a:cubicBezTo>
                  <a:cubicBezTo>
                    <a:pt x="63" y="34"/>
                    <a:pt x="63" y="34"/>
                    <a:pt x="63" y="34"/>
                  </a:cubicBezTo>
                  <a:cubicBezTo>
                    <a:pt x="63" y="35"/>
                    <a:pt x="63" y="35"/>
                    <a:pt x="63" y="35"/>
                  </a:cubicBezTo>
                  <a:cubicBezTo>
                    <a:pt x="62" y="36"/>
                    <a:pt x="63" y="36"/>
                    <a:pt x="63" y="37"/>
                  </a:cubicBezTo>
                  <a:cubicBezTo>
                    <a:pt x="63" y="38"/>
                    <a:pt x="63" y="39"/>
                    <a:pt x="64" y="39"/>
                  </a:cubicBezTo>
                  <a:cubicBezTo>
                    <a:pt x="64" y="40"/>
                    <a:pt x="65" y="40"/>
                    <a:pt x="65" y="40"/>
                  </a:cubicBezTo>
                  <a:cubicBezTo>
                    <a:pt x="66" y="41"/>
                    <a:pt x="66" y="41"/>
                    <a:pt x="67" y="42"/>
                  </a:cubicBezTo>
                  <a:cubicBezTo>
                    <a:pt x="67" y="42"/>
                    <a:pt x="67" y="43"/>
                    <a:pt x="68" y="43"/>
                  </a:cubicBezTo>
                  <a:cubicBezTo>
                    <a:pt x="68" y="44"/>
                    <a:pt x="69" y="46"/>
                    <a:pt x="70" y="45"/>
                  </a:cubicBezTo>
                  <a:cubicBezTo>
                    <a:pt x="71" y="45"/>
                    <a:pt x="71" y="46"/>
                    <a:pt x="72" y="46"/>
                  </a:cubicBezTo>
                  <a:cubicBezTo>
                    <a:pt x="73" y="46"/>
                    <a:pt x="73" y="46"/>
                    <a:pt x="74" y="46"/>
                  </a:cubicBezTo>
                  <a:cubicBezTo>
                    <a:pt x="74" y="46"/>
                    <a:pt x="74" y="46"/>
                    <a:pt x="74" y="46"/>
                  </a:cubicBezTo>
                  <a:cubicBezTo>
                    <a:pt x="73" y="45"/>
                    <a:pt x="73" y="45"/>
                    <a:pt x="73" y="45"/>
                  </a:cubicBezTo>
                  <a:cubicBezTo>
                    <a:pt x="73" y="44"/>
                    <a:pt x="73" y="44"/>
                    <a:pt x="74" y="43"/>
                  </a:cubicBezTo>
                  <a:cubicBezTo>
                    <a:pt x="74" y="43"/>
                    <a:pt x="75" y="44"/>
                    <a:pt x="75" y="43"/>
                  </a:cubicBezTo>
                  <a:cubicBezTo>
                    <a:pt x="76" y="43"/>
                    <a:pt x="77" y="43"/>
                    <a:pt x="77" y="43"/>
                  </a:cubicBezTo>
                  <a:cubicBezTo>
                    <a:pt x="77" y="44"/>
                    <a:pt x="77" y="45"/>
                    <a:pt x="77" y="46"/>
                  </a:cubicBezTo>
                  <a:cubicBezTo>
                    <a:pt x="76" y="48"/>
                    <a:pt x="76" y="50"/>
                    <a:pt x="76" y="52"/>
                  </a:cubicBezTo>
                  <a:cubicBezTo>
                    <a:pt x="76" y="53"/>
                    <a:pt x="76" y="54"/>
                    <a:pt x="76" y="55"/>
                  </a:cubicBezTo>
                  <a:cubicBezTo>
                    <a:pt x="76" y="55"/>
                    <a:pt x="76" y="57"/>
                    <a:pt x="76" y="57"/>
                  </a:cubicBezTo>
                  <a:cubicBezTo>
                    <a:pt x="76" y="57"/>
                    <a:pt x="75" y="57"/>
                    <a:pt x="75" y="57"/>
                  </a:cubicBezTo>
                  <a:cubicBezTo>
                    <a:pt x="74" y="56"/>
                    <a:pt x="75" y="56"/>
                    <a:pt x="75" y="56"/>
                  </a:cubicBezTo>
                  <a:cubicBezTo>
                    <a:pt x="75" y="55"/>
                    <a:pt x="75" y="55"/>
                    <a:pt x="74" y="55"/>
                  </a:cubicBezTo>
                  <a:cubicBezTo>
                    <a:pt x="74" y="54"/>
                    <a:pt x="73" y="55"/>
                    <a:pt x="73" y="56"/>
                  </a:cubicBezTo>
                  <a:cubicBezTo>
                    <a:pt x="72" y="56"/>
                    <a:pt x="71" y="57"/>
                    <a:pt x="70" y="56"/>
                  </a:cubicBezTo>
                  <a:cubicBezTo>
                    <a:pt x="70" y="56"/>
                    <a:pt x="69" y="57"/>
                    <a:pt x="68" y="56"/>
                  </a:cubicBezTo>
                  <a:cubicBezTo>
                    <a:pt x="68" y="56"/>
                    <a:pt x="68" y="56"/>
                    <a:pt x="68" y="55"/>
                  </a:cubicBezTo>
                  <a:cubicBezTo>
                    <a:pt x="68" y="55"/>
                    <a:pt x="68" y="54"/>
                    <a:pt x="68" y="54"/>
                  </a:cubicBezTo>
                  <a:cubicBezTo>
                    <a:pt x="68" y="54"/>
                    <a:pt x="68" y="54"/>
                    <a:pt x="67" y="54"/>
                  </a:cubicBezTo>
                  <a:cubicBezTo>
                    <a:pt x="67" y="54"/>
                    <a:pt x="67" y="53"/>
                    <a:pt x="67" y="53"/>
                  </a:cubicBezTo>
                  <a:cubicBezTo>
                    <a:pt x="67" y="53"/>
                    <a:pt x="66" y="50"/>
                    <a:pt x="65" y="50"/>
                  </a:cubicBezTo>
                  <a:cubicBezTo>
                    <a:pt x="65" y="50"/>
                    <a:pt x="65" y="51"/>
                    <a:pt x="64" y="51"/>
                  </a:cubicBezTo>
                  <a:cubicBezTo>
                    <a:pt x="64" y="51"/>
                    <a:pt x="64" y="50"/>
                    <a:pt x="64" y="50"/>
                  </a:cubicBezTo>
                  <a:cubicBezTo>
                    <a:pt x="64" y="50"/>
                    <a:pt x="64" y="50"/>
                    <a:pt x="64" y="49"/>
                  </a:cubicBezTo>
                  <a:cubicBezTo>
                    <a:pt x="64" y="49"/>
                    <a:pt x="64" y="49"/>
                    <a:pt x="64" y="48"/>
                  </a:cubicBezTo>
                  <a:cubicBezTo>
                    <a:pt x="64" y="47"/>
                    <a:pt x="63" y="47"/>
                    <a:pt x="63" y="46"/>
                  </a:cubicBezTo>
                  <a:cubicBezTo>
                    <a:pt x="62" y="46"/>
                    <a:pt x="62" y="46"/>
                    <a:pt x="61" y="46"/>
                  </a:cubicBezTo>
                  <a:cubicBezTo>
                    <a:pt x="61" y="45"/>
                    <a:pt x="61" y="46"/>
                    <a:pt x="60" y="45"/>
                  </a:cubicBezTo>
                  <a:cubicBezTo>
                    <a:pt x="60" y="45"/>
                    <a:pt x="59" y="46"/>
                    <a:pt x="59" y="45"/>
                  </a:cubicBezTo>
                  <a:cubicBezTo>
                    <a:pt x="58" y="44"/>
                    <a:pt x="58" y="44"/>
                    <a:pt x="57" y="44"/>
                  </a:cubicBezTo>
                  <a:cubicBezTo>
                    <a:pt x="56" y="45"/>
                    <a:pt x="55" y="43"/>
                    <a:pt x="54" y="42"/>
                  </a:cubicBezTo>
                  <a:cubicBezTo>
                    <a:pt x="54" y="42"/>
                    <a:pt x="54" y="41"/>
                    <a:pt x="53" y="40"/>
                  </a:cubicBezTo>
                  <a:cubicBezTo>
                    <a:pt x="53" y="40"/>
                    <a:pt x="52" y="39"/>
                    <a:pt x="52" y="39"/>
                  </a:cubicBezTo>
                  <a:cubicBezTo>
                    <a:pt x="51" y="38"/>
                    <a:pt x="52" y="37"/>
                    <a:pt x="51" y="37"/>
                  </a:cubicBezTo>
                  <a:cubicBezTo>
                    <a:pt x="50" y="37"/>
                    <a:pt x="50" y="37"/>
                    <a:pt x="50" y="37"/>
                  </a:cubicBezTo>
                  <a:cubicBezTo>
                    <a:pt x="50" y="37"/>
                    <a:pt x="50" y="37"/>
                    <a:pt x="50" y="38"/>
                  </a:cubicBezTo>
                  <a:cubicBezTo>
                    <a:pt x="50" y="38"/>
                    <a:pt x="50" y="38"/>
                    <a:pt x="49" y="39"/>
                  </a:cubicBezTo>
                  <a:cubicBezTo>
                    <a:pt x="49" y="39"/>
                    <a:pt x="49" y="39"/>
                    <a:pt x="49" y="39"/>
                  </a:cubicBezTo>
                  <a:cubicBezTo>
                    <a:pt x="49" y="40"/>
                    <a:pt x="49" y="41"/>
                    <a:pt x="48" y="41"/>
                  </a:cubicBezTo>
                  <a:cubicBezTo>
                    <a:pt x="48" y="41"/>
                    <a:pt x="47" y="41"/>
                    <a:pt x="47" y="41"/>
                  </a:cubicBezTo>
                  <a:cubicBezTo>
                    <a:pt x="47" y="41"/>
                    <a:pt x="47" y="41"/>
                    <a:pt x="47" y="41"/>
                  </a:cubicBezTo>
                  <a:cubicBezTo>
                    <a:pt x="47" y="41"/>
                    <a:pt x="46" y="41"/>
                    <a:pt x="46" y="41"/>
                  </a:cubicBezTo>
                  <a:cubicBezTo>
                    <a:pt x="46" y="41"/>
                    <a:pt x="45" y="41"/>
                    <a:pt x="45" y="41"/>
                  </a:cubicBezTo>
                  <a:cubicBezTo>
                    <a:pt x="44" y="41"/>
                    <a:pt x="44" y="40"/>
                    <a:pt x="43" y="40"/>
                  </a:cubicBezTo>
                  <a:cubicBezTo>
                    <a:pt x="43" y="40"/>
                    <a:pt x="42" y="40"/>
                    <a:pt x="41" y="40"/>
                  </a:cubicBezTo>
                  <a:cubicBezTo>
                    <a:pt x="41" y="40"/>
                    <a:pt x="40" y="40"/>
                    <a:pt x="39" y="40"/>
                  </a:cubicBezTo>
                  <a:cubicBezTo>
                    <a:pt x="39" y="39"/>
                    <a:pt x="39" y="39"/>
                    <a:pt x="38" y="39"/>
                  </a:cubicBezTo>
                  <a:cubicBezTo>
                    <a:pt x="38" y="39"/>
                    <a:pt x="38" y="39"/>
                    <a:pt x="38" y="39"/>
                  </a:cubicBezTo>
                  <a:cubicBezTo>
                    <a:pt x="37" y="39"/>
                    <a:pt x="37" y="38"/>
                    <a:pt x="36" y="38"/>
                  </a:cubicBezTo>
                  <a:cubicBezTo>
                    <a:pt x="36" y="38"/>
                    <a:pt x="36" y="39"/>
                    <a:pt x="35" y="39"/>
                  </a:cubicBezTo>
                  <a:cubicBezTo>
                    <a:pt x="35" y="39"/>
                    <a:pt x="35" y="38"/>
                    <a:pt x="35" y="38"/>
                  </a:cubicBezTo>
                  <a:cubicBezTo>
                    <a:pt x="34" y="37"/>
                    <a:pt x="34" y="37"/>
                    <a:pt x="33" y="36"/>
                  </a:cubicBezTo>
                  <a:cubicBezTo>
                    <a:pt x="33" y="36"/>
                    <a:pt x="33" y="35"/>
                    <a:pt x="33" y="34"/>
                  </a:cubicBezTo>
                  <a:cubicBezTo>
                    <a:pt x="33" y="34"/>
                    <a:pt x="34" y="32"/>
                    <a:pt x="33" y="32"/>
                  </a:cubicBezTo>
                  <a:cubicBezTo>
                    <a:pt x="33" y="32"/>
                    <a:pt x="32" y="33"/>
                    <a:pt x="31" y="33"/>
                  </a:cubicBezTo>
                  <a:cubicBezTo>
                    <a:pt x="30" y="33"/>
                    <a:pt x="30" y="33"/>
                    <a:pt x="29" y="34"/>
                  </a:cubicBezTo>
                  <a:cubicBezTo>
                    <a:pt x="28" y="34"/>
                    <a:pt x="28" y="33"/>
                    <a:pt x="27" y="34"/>
                  </a:cubicBezTo>
                  <a:cubicBezTo>
                    <a:pt x="27" y="34"/>
                    <a:pt x="26" y="35"/>
                    <a:pt x="26" y="35"/>
                  </a:cubicBezTo>
                  <a:cubicBezTo>
                    <a:pt x="25" y="35"/>
                    <a:pt x="24" y="35"/>
                    <a:pt x="24" y="35"/>
                  </a:cubicBezTo>
                  <a:cubicBezTo>
                    <a:pt x="23" y="34"/>
                    <a:pt x="24" y="34"/>
                    <a:pt x="24" y="34"/>
                  </a:cubicBezTo>
                  <a:cubicBezTo>
                    <a:pt x="25" y="33"/>
                    <a:pt x="24" y="32"/>
                    <a:pt x="24" y="32"/>
                  </a:cubicBezTo>
                  <a:cubicBezTo>
                    <a:pt x="24" y="31"/>
                    <a:pt x="24" y="31"/>
                    <a:pt x="24" y="31"/>
                  </a:cubicBezTo>
                  <a:cubicBezTo>
                    <a:pt x="23" y="31"/>
                    <a:pt x="22" y="31"/>
                    <a:pt x="22" y="30"/>
                  </a:cubicBezTo>
                  <a:cubicBezTo>
                    <a:pt x="22" y="30"/>
                    <a:pt x="22" y="29"/>
                    <a:pt x="22" y="29"/>
                  </a:cubicBezTo>
                  <a:cubicBezTo>
                    <a:pt x="21" y="29"/>
                    <a:pt x="20" y="28"/>
                    <a:pt x="21" y="29"/>
                  </a:cubicBezTo>
                  <a:cubicBezTo>
                    <a:pt x="21" y="30"/>
                    <a:pt x="21" y="30"/>
                    <a:pt x="21" y="31"/>
                  </a:cubicBezTo>
                  <a:cubicBezTo>
                    <a:pt x="21" y="32"/>
                    <a:pt x="21" y="33"/>
                    <a:pt x="21" y="34"/>
                  </a:cubicBezTo>
                  <a:cubicBezTo>
                    <a:pt x="21" y="34"/>
                    <a:pt x="21" y="34"/>
                    <a:pt x="21" y="35"/>
                  </a:cubicBezTo>
                  <a:cubicBezTo>
                    <a:pt x="21" y="36"/>
                    <a:pt x="20" y="36"/>
                    <a:pt x="20" y="37"/>
                  </a:cubicBezTo>
                  <a:cubicBezTo>
                    <a:pt x="20" y="38"/>
                    <a:pt x="21" y="38"/>
                    <a:pt x="21" y="39"/>
                  </a:cubicBezTo>
                  <a:cubicBezTo>
                    <a:pt x="20" y="41"/>
                    <a:pt x="20" y="42"/>
                    <a:pt x="21" y="44"/>
                  </a:cubicBezTo>
                  <a:cubicBezTo>
                    <a:pt x="21" y="45"/>
                    <a:pt x="20" y="46"/>
                    <a:pt x="20" y="48"/>
                  </a:cubicBezTo>
                  <a:cubicBezTo>
                    <a:pt x="20" y="48"/>
                    <a:pt x="19" y="49"/>
                    <a:pt x="19" y="50"/>
                  </a:cubicBezTo>
                  <a:cubicBezTo>
                    <a:pt x="19" y="50"/>
                    <a:pt x="20" y="51"/>
                    <a:pt x="20" y="51"/>
                  </a:cubicBezTo>
                  <a:cubicBezTo>
                    <a:pt x="20" y="51"/>
                    <a:pt x="20" y="52"/>
                    <a:pt x="20" y="52"/>
                  </a:cubicBezTo>
                  <a:cubicBezTo>
                    <a:pt x="20" y="52"/>
                    <a:pt x="19" y="52"/>
                    <a:pt x="19" y="52"/>
                  </a:cubicBezTo>
                  <a:cubicBezTo>
                    <a:pt x="15" y="52"/>
                    <a:pt x="11" y="52"/>
                    <a:pt x="6" y="52"/>
                  </a:cubicBezTo>
                  <a:cubicBezTo>
                    <a:pt x="5" y="52"/>
                    <a:pt x="4" y="52"/>
                    <a:pt x="3" y="52"/>
                  </a:cubicBezTo>
                  <a:cubicBezTo>
                    <a:pt x="3" y="52"/>
                    <a:pt x="2" y="52"/>
                    <a:pt x="1" y="52"/>
                  </a:cubicBezTo>
                  <a:cubicBezTo>
                    <a:pt x="1" y="52"/>
                    <a:pt x="1" y="54"/>
                    <a:pt x="1" y="54"/>
                  </a:cubicBezTo>
                  <a:cubicBezTo>
                    <a:pt x="1" y="55"/>
                    <a:pt x="1" y="56"/>
                    <a:pt x="1" y="57"/>
                  </a:cubicBezTo>
                  <a:cubicBezTo>
                    <a:pt x="1" y="65"/>
                    <a:pt x="1" y="74"/>
                    <a:pt x="1" y="82"/>
                  </a:cubicBezTo>
                  <a:cubicBezTo>
                    <a:pt x="1" y="83"/>
                    <a:pt x="1" y="84"/>
                    <a:pt x="1" y="85"/>
                  </a:cubicBezTo>
                  <a:cubicBezTo>
                    <a:pt x="1" y="86"/>
                    <a:pt x="0" y="87"/>
                    <a:pt x="1" y="87"/>
                  </a:cubicBezTo>
                  <a:cubicBezTo>
                    <a:pt x="1" y="88"/>
                    <a:pt x="1" y="88"/>
                    <a:pt x="2" y="89"/>
                  </a:cubicBezTo>
                  <a:cubicBezTo>
                    <a:pt x="2" y="89"/>
                    <a:pt x="1" y="90"/>
                    <a:pt x="2" y="91"/>
                  </a:cubicBezTo>
                  <a:cubicBezTo>
                    <a:pt x="5" y="93"/>
                    <a:pt x="7" y="96"/>
                    <a:pt x="10" y="99"/>
                  </a:cubicBezTo>
                  <a:cubicBezTo>
                    <a:pt x="11" y="100"/>
                    <a:pt x="12" y="101"/>
                    <a:pt x="13" y="102"/>
                  </a:cubicBezTo>
                  <a:cubicBezTo>
                    <a:pt x="14" y="103"/>
                    <a:pt x="14" y="103"/>
                    <a:pt x="15" y="103"/>
                  </a:cubicBezTo>
                  <a:cubicBezTo>
                    <a:pt x="15" y="103"/>
                    <a:pt x="16" y="103"/>
                    <a:pt x="17" y="102"/>
                  </a:cubicBezTo>
                  <a:cubicBezTo>
                    <a:pt x="19" y="102"/>
                    <a:pt x="21" y="101"/>
                    <a:pt x="23" y="101"/>
                  </a:cubicBezTo>
                  <a:cubicBezTo>
                    <a:pt x="24" y="101"/>
                    <a:pt x="25" y="102"/>
                    <a:pt x="25" y="102"/>
                  </a:cubicBezTo>
                  <a:cubicBezTo>
                    <a:pt x="26" y="102"/>
                    <a:pt x="26" y="101"/>
                    <a:pt x="26" y="102"/>
                  </a:cubicBezTo>
                  <a:cubicBezTo>
                    <a:pt x="26" y="102"/>
                    <a:pt x="27" y="102"/>
                    <a:pt x="27" y="102"/>
                  </a:cubicBezTo>
                  <a:cubicBezTo>
                    <a:pt x="28" y="102"/>
                    <a:pt x="29" y="102"/>
                    <a:pt x="29" y="103"/>
                  </a:cubicBezTo>
                  <a:cubicBezTo>
                    <a:pt x="30" y="103"/>
                    <a:pt x="30" y="104"/>
                    <a:pt x="31" y="104"/>
                  </a:cubicBezTo>
                  <a:cubicBezTo>
                    <a:pt x="31" y="105"/>
                    <a:pt x="33" y="106"/>
                    <a:pt x="34" y="105"/>
                  </a:cubicBezTo>
                  <a:cubicBezTo>
                    <a:pt x="35" y="105"/>
                    <a:pt x="35" y="105"/>
                    <a:pt x="36" y="105"/>
                  </a:cubicBezTo>
                  <a:cubicBezTo>
                    <a:pt x="36" y="105"/>
                    <a:pt x="37" y="106"/>
                    <a:pt x="37" y="106"/>
                  </a:cubicBezTo>
                  <a:cubicBezTo>
                    <a:pt x="37" y="107"/>
                    <a:pt x="39" y="107"/>
                    <a:pt x="39" y="106"/>
                  </a:cubicBezTo>
                  <a:cubicBezTo>
                    <a:pt x="39" y="106"/>
                    <a:pt x="40" y="106"/>
                    <a:pt x="41" y="106"/>
                  </a:cubicBezTo>
                  <a:cubicBezTo>
                    <a:pt x="41" y="106"/>
                    <a:pt x="41" y="106"/>
                    <a:pt x="41" y="106"/>
                  </a:cubicBezTo>
                  <a:cubicBezTo>
                    <a:pt x="42" y="106"/>
                    <a:pt x="42" y="106"/>
                    <a:pt x="42" y="106"/>
                  </a:cubicBezTo>
                  <a:cubicBezTo>
                    <a:pt x="43" y="107"/>
                    <a:pt x="44" y="107"/>
                    <a:pt x="44" y="107"/>
                  </a:cubicBezTo>
                  <a:cubicBezTo>
                    <a:pt x="45" y="108"/>
                    <a:pt x="45" y="108"/>
                    <a:pt x="46" y="108"/>
                  </a:cubicBezTo>
                  <a:cubicBezTo>
                    <a:pt x="47" y="107"/>
                    <a:pt x="49" y="107"/>
                    <a:pt x="49" y="105"/>
                  </a:cubicBezTo>
                  <a:cubicBezTo>
                    <a:pt x="50" y="104"/>
                    <a:pt x="51" y="103"/>
                    <a:pt x="52" y="102"/>
                  </a:cubicBezTo>
                  <a:cubicBezTo>
                    <a:pt x="53" y="101"/>
                    <a:pt x="54" y="100"/>
                    <a:pt x="54" y="100"/>
                  </a:cubicBezTo>
                  <a:cubicBezTo>
                    <a:pt x="55" y="99"/>
                    <a:pt x="55" y="98"/>
                    <a:pt x="55" y="98"/>
                  </a:cubicBezTo>
                  <a:cubicBezTo>
                    <a:pt x="55" y="97"/>
                    <a:pt x="56" y="96"/>
                    <a:pt x="56" y="96"/>
                  </a:cubicBezTo>
                  <a:cubicBezTo>
                    <a:pt x="57" y="95"/>
                    <a:pt x="57" y="95"/>
                    <a:pt x="58" y="95"/>
                  </a:cubicBezTo>
                  <a:cubicBezTo>
                    <a:pt x="60" y="94"/>
                    <a:pt x="61" y="93"/>
                    <a:pt x="63" y="92"/>
                  </a:cubicBezTo>
                  <a:cubicBezTo>
                    <a:pt x="64" y="91"/>
                    <a:pt x="66" y="91"/>
                    <a:pt x="66" y="90"/>
                  </a:cubicBezTo>
                  <a:cubicBezTo>
                    <a:pt x="66" y="89"/>
                    <a:pt x="66" y="89"/>
                    <a:pt x="66" y="88"/>
                  </a:cubicBezTo>
                  <a:cubicBezTo>
                    <a:pt x="66" y="88"/>
                    <a:pt x="66" y="88"/>
                    <a:pt x="66" y="87"/>
                  </a:cubicBezTo>
                  <a:cubicBezTo>
                    <a:pt x="66" y="87"/>
                    <a:pt x="66" y="86"/>
                    <a:pt x="67" y="85"/>
                  </a:cubicBezTo>
                  <a:cubicBezTo>
                    <a:pt x="67" y="85"/>
                    <a:pt x="68" y="85"/>
                    <a:pt x="68" y="84"/>
                  </a:cubicBezTo>
                  <a:cubicBezTo>
                    <a:pt x="69" y="84"/>
                    <a:pt x="69" y="83"/>
                    <a:pt x="70" y="83"/>
                  </a:cubicBezTo>
                  <a:cubicBezTo>
                    <a:pt x="71" y="82"/>
                    <a:pt x="73" y="82"/>
                    <a:pt x="75" y="81"/>
                  </a:cubicBezTo>
                  <a:cubicBezTo>
                    <a:pt x="76" y="81"/>
                    <a:pt x="76" y="81"/>
                    <a:pt x="77" y="81"/>
                  </a:cubicBezTo>
                  <a:cubicBezTo>
                    <a:pt x="78" y="81"/>
                    <a:pt x="78" y="81"/>
                    <a:pt x="79" y="81"/>
                  </a:cubicBezTo>
                  <a:cubicBezTo>
                    <a:pt x="80" y="81"/>
                    <a:pt x="80" y="81"/>
                    <a:pt x="81" y="81"/>
                  </a:cubicBezTo>
                  <a:cubicBezTo>
                    <a:pt x="82" y="81"/>
                    <a:pt x="81" y="81"/>
                    <a:pt x="81" y="80"/>
                  </a:cubicBezTo>
                  <a:cubicBezTo>
                    <a:pt x="81" y="80"/>
                    <a:pt x="81" y="79"/>
                    <a:pt x="81" y="78"/>
                  </a:cubicBezTo>
                  <a:cubicBezTo>
                    <a:pt x="81" y="78"/>
                    <a:pt x="80" y="77"/>
                    <a:pt x="80" y="76"/>
                  </a:cubicBezTo>
                  <a:cubicBezTo>
                    <a:pt x="80" y="76"/>
                    <a:pt x="80" y="75"/>
                    <a:pt x="80" y="75"/>
                  </a:cubicBezTo>
                  <a:cubicBezTo>
                    <a:pt x="80" y="74"/>
                    <a:pt x="79" y="74"/>
                    <a:pt x="80" y="74"/>
                  </a:cubicBezTo>
                  <a:cubicBezTo>
                    <a:pt x="81" y="74"/>
                    <a:pt x="82" y="73"/>
                    <a:pt x="82" y="73"/>
                  </a:cubicBezTo>
                  <a:cubicBezTo>
                    <a:pt x="84" y="72"/>
                    <a:pt x="86" y="72"/>
                    <a:pt x="87" y="71"/>
                  </a:cubicBezTo>
                  <a:cubicBezTo>
                    <a:pt x="89" y="71"/>
                    <a:pt x="91" y="70"/>
                    <a:pt x="93" y="69"/>
                  </a:cubicBezTo>
                  <a:cubicBezTo>
                    <a:pt x="94" y="68"/>
                    <a:pt x="96" y="68"/>
                    <a:pt x="98" y="68"/>
                  </a:cubicBezTo>
                  <a:cubicBezTo>
                    <a:pt x="99" y="67"/>
                    <a:pt x="102" y="66"/>
                    <a:pt x="103" y="65"/>
                  </a:cubicBezTo>
                  <a:cubicBezTo>
                    <a:pt x="105" y="65"/>
                    <a:pt x="107" y="64"/>
                    <a:pt x="109" y="63"/>
                  </a:cubicBezTo>
                  <a:cubicBezTo>
                    <a:pt x="109" y="63"/>
                    <a:pt x="109" y="62"/>
                    <a:pt x="108" y="62"/>
                  </a:cubicBezTo>
                  <a:cubicBezTo>
                    <a:pt x="108" y="62"/>
                    <a:pt x="108" y="63"/>
                    <a:pt x="108" y="63"/>
                  </a:cubicBezTo>
                  <a:cubicBezTo>
                    <a:pt x="107" y="63"/>
                    <a:pt x="107" y="64"/>
                    <a:pt x="107" y="63"/>
                  </a:cubicBezTo>
                  <a:cubicBezTo>
                    <a:pt x="107" y="63"/>
                    <a:pt x="107" y="63"/>
                    <a:pt x="106" y="62"/>
                  </a:cubicBezTo>
                  <a:cubicBezTo>
                    <a:pt x="106" y="62"/>
                    <a:pt x="106" y="61"/>
                    <a:pt x="106" y="61"/>
                  </a:cubicBezTo>
                  <a:cubicBezTo>
                    <a:pt x="105" y="61"/>
                    <a:pt x="105" y="61"/>
                    <a:pt x="105" y="61"/>
                  </a:cubicBezTo>
                  <a:cubicBezTo>
                    <a:pt x="105" y="60"/>
                    <a:pt x="106" y="60"/>
                    <a:pt x="105" y="59"/>
                  </a:cubicBezTo>
                  <a:cubicBezTo>
                    <a:pt x="104" y="59"/>
                    <a:pt x="103" y="58"/>
                    <a:pt x="104" y="58"/>
                  </a:cubicBezTo>
                  <a:cubicBezTo>
                    <a:pt x="105" y="58"/>
                    <a:pt x="106" y="57"/>
                    <a:pt x="106" y="57"/>
                  </a:cubicBezTo>
                  <a:cubicBezTo>
                    <a:pt x="106" y="56"/>
                    <a:pt x="106" y="56"/>
                    <a:pt x="107" y="55"/>
                  </a:cubicBezTo>
                  <a:cubicBezTo>
                    <a:pt x="107" y="55"/>
                    <a:pt x="107" y="55"/>
                    <a:pt x="107" y="54"/>
                  </a:cubicBezTo>
                  <a:cubicBezTo>
                    <a:pt x="107" y="54"/>
                    <a:pt x="107" y="53"/>
                    <a:pt x="107" y="53"/>
                  </a:cubicBezTo>
                  <a:cubicBezTo>
                    <a:pt x="107" y="52"/>
                    <a:pt x="107" y="52"/>
                    <a:pt x="107" y="51"/>
                  </a:cubicBezTo>
                  <a:cubicBezTo>
                    <a:pt x="107" y="51"/>
                    <a:pt x="107" y="51"/>
                    <a:pt x="107" y="50"/>
                  </a:cubicBezTo>
                  <a:cubicBezTo>
                    <a:pt x="107" y="50"/>
                    <a:pt x="107" y="49"/>
                    <a:pt x="107" y="49"/>
                  </a:cubicBezTo>
                  <a:cubicBezTo>
                    <a:pt x="108" y="48"/>
                    <a:pt x="108" y="47"/>
                    <a:pt x="109" y="48"/>
                  </a:cubicBezTo>
                  <a:cubicBezTo>
                    <a:pt x="109" y="48"/>
                    <a:pt x="109" y="48"/>
                    <a:pt x="110" y="47"/>
                  </a:cubicBezTo>
                  <a:cubicBezTo>
                    <a:pt x="110" y="47"/>
                    <a:pt x="110" y="47"/>
                    <a:pt x="111" y="47"/>
                  </a:cubicBezTo>
                  <a:cubicBezTo>
                    <a:pt x="111" y="47"/>
                    <a:pt x="112" y="46"/>
                    <a:pt x="112" y="45"/>
                  </a:cubicBezTo>
                  <a:cubicBezTo>
                    <a:pt x="113" y="44"/>
                    <a:pt x="112" y="45"/>
                    <a:pt x="111" y="45"/>
                  </a:cubicBezTo>
                  <a:cubicBezTo>
                    <a:pt x="111" y="45"/>
                    <a:pt x="111" y="44"/>
                    <a:pt x="110" y="44"/>
                  </a:cubicBezTo>
                  <a:cubicBezTo>
                    <a:pt x="110" y="43"/>
                    <a:pt x="110" y="43"/>
                    <a:pt x="110" y="42"/>
                  </a:cubicBezTo>
                  <a:cubicBezTo>
                    <a:pt x="110" y="42"/>
                    <a:pt x="110" y="41"/>
                    <a:pt x="110" y="40"/>
                  </a:cubicBezTo>
                  <a:cubicBezTo>
                    <a:pt x="111" y="39"/>
                    <a:pt x="111" y="38"/>
                    <a:pt x="110" y="37"/>
                  </a:cubicBezTo>
                  <a:cubicBezTo>
                    <a:pt x="110" y="36"/>
                    <a:pt x="110" y="37"/>
                    <a:pt x="110" y="36"/>
                  </a:cubicBezTo>
                  <a:cubicBezTo>
                    <a:pt x="110" y="36"/>
                    <a:pt x="110" y="35"/>
                    <a:pt x="110" y="35"/>
                  </a:cubicBezTo>
                  <a:cubicBezTo>
                    <a:pt x="110" y="34"/>
                    <a:pt x="110" y="35"/>
                    <a:pt x="110" y="34"/>
                  </a:cubicBezTo>
                  <a:cubicBezTo>
                    <a:pt x="110" y="34"/>
                    <a:pt x="111" y="34"/>
                    <a:pt x="111" y="33"/>
                  </a:cubicBezTo>
                  <a:cubicBezTo>
                    <a:pt x="111" y="33"/>
                    <a:pt x="112" y="32"/>
                    <a:pt x="111" y="31"/>
                  </a:cubicBezTo>
                  <a:cubicBezTo>
                    <a:pt x="111" y="31"/>
                    <a:pt x="111" y="30"/>
                    <a:pt x="110" y="29"/>
                  </a:cubicBezTo>
                  <a:cubicBezTo>
                    <a:pt x="110" y="29"/>
                    <a:pt x="110" y="29"/>
                    <a:pt x="110" y="29"/>
                  </a:cubicBezTo>
                  <a:cubicBezTo>
                    <a:pt x="111" y="28"/>
                    <a:pt x="111" y="28"/>
                    <a:pt x="112" y="28"/>
                  </a:cubicBezTo>
                  <a:cubicBezTo>
                    <a:pt x="112" y="28"/>
                    <a:pt x="113" y="27"/>
                    <a:pt x="113" y="27"/>
                  </a:cubicBezTo>
                  <a:cubicBezTo>
                    <a:pt x="113" y="26"/>
                    <a:pt x="114" y="26"/>
                    <a:pt x="114" y="26"/>
                  </a:cubicBezTo>
                  <a:cubicBezTo>
                    <a:pt x="114" y="25"/>
                    <a:pt x="114" y="24"/>
                    <a:pt x="113" y="2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30" name="Yemen">
              <a:extLst>
                <a:ext uri="{FF2B5EF4-FFF2-40B4-BE49-F238E27FC236}">
                  <a16:creationId xmlns:a16="http://schemas.microsoft.com/office/drawing/2014/main" id="{036D4385-96DA-A11C-82A7-7D48FB2E04E1}"/>
                </a:ext>
              </a:extLst>
            </p:cNvPr>
            <p:cNvSpPr>
              <a:spLocks noEditPoints="1"/>
            </p:cNvSpPr>
            <p:nvPr/>
          </p:nvSpPr>
          <p:spPr bwMode="auto">
            <a:xfrm>
              <a:off x="7149287" y="3303345"/>
              <a:ext cx="410691" cy="269547"/>
            </a:xfrm>
            <a:custGeom>
              <a:avLst/>
              <a:gdLst/>
              <a:ahLst/>
              <a:cxnLst>
                <a:cxn ang="0">
                  <a:pos x="114" y="72"/>
                </a:cxn>
                <a:cxn ang="0">
                  <a:pos x="108" y="74"/>
                </a:cxn>
                <a:cxn ang="0">
                  <a:pos x="105" y="71"/>
                </a:cxn>
                <a:cxn ang="0">
                  <a:pos x="109" y="71"/>
                </a:cxn>
                <a:cxn ang="0">
                  <a:pos x="114" y="71"/>
                </a:cxn>
                <a:cxn ang="0">
                  <a:pos x="88" y="0"/>
                </a:cxn>
                <a:cxn ang="0">
                  <a:pos x="64" y="4"/>
                </a:cxn>
                <a:cxn ang="0">
                  <a:pos x="51" y="11"/>
                </a:cxn>
                <a:cxn ang="0">
                  <a:pos x="42" y="23"/>
                </a:cxn>
                <a:cxn ang="0">
                  <a:pos x="27" y="19"/>
                </a:cxn>
                <a:cxn ang="0">
                  <a:pos x="16" y="18"/>
                </a:cxn>
                <a:cxn ang="0">
                  <a:pos x="13" y="18"/>
                </a:cxn>
                <a:cxn ang="0">
                  <a:pos x="9" y="18"/>
                </a:cxn>
                <a:cxn ang="0">
                  <a:pos x="4" y="19"/>
                </a:cxn>
                <a:cxn ang="0">
                  <a:pos x="4" y="24"/>
                </a:cxn>
                <a:cxn ang="0">
                  <a:pos x="5" y="26"/>
                </a:cxn>
                <a:cxn ang="0">
                  <a:pos x="2" y="29"/>
                </a:cxn>
                <a:cxn ang="0">
                  <a:pos x="2" y="35"/>
                </a:cxn>
                <a:cxn ang="0">
                  <a:pos x="1" y="37"/>
                </a:cxn>
                <a:cxn ang="0">
                  <a:pos x="1" y="41"/>
                </a:cxn>
                <a:cxn ang="0">
                  <a:pos x="0" y="42"/>
                </a:cxn>
                <a:cxn ang="0">
                  <a:pos x="2" y="43"/>
                </a:cxn>
                <a:cxn ang="0">
                  <a:pos x="3" y="45"/>
                </a:cxn>
                <a:cxn ang="0">
                  <a:pos x="4" y="50"/>
                </a:cxn>
                <a:cxn ang="0">
                  <a:pos x="5" y="54"/>
                </a:cxn>
                <a:cxn ang="0">
                  <a:pos x="7" y="62"/>
                </a:cxn>
                <a:cxn ang="0">
                  <a:pos x="10" y="70"/>
                </a:cxn>
                <a:cxn ang="0">
                  <a:pos x="16" y="70"/>
                </a:cxn>
                <a:cxn ang="0">
                  <a:pos x="20" y="68"/>
                </a:cxn>
                <a:cxn ang="0">
                  <a:pos x="23" y="69"/>
                </a:cxn>
                <a:cxn ang="0">
                  <a:pos x="24" y="69"/>
                </a:cxn>
                <a:cxn ang="0">
                  <a:pos x="30" y="63"/>
                </a:cxn>
                <a:cxn ang="0">
                  <a:pos x="42" y="61"/>
                </a:cxn>
                <a:cxn ang="0">
                  <a:pos x="50" y="56"/>
                </a:cxn>
                <a:cxn ang="0">
                  <a:pos x="57" y="55"/>
                </a:cxn>
                <a:cxn ang="0">
                  <a:pos x="61" y="53"/>
                </a:cxn>
                <a:cxn ang="0">
                  <a:pos x="63" y="50"/>
                </a:cxn>
                <a:cxn ang="0">
                  <a:pos x="71" y="46"/>
                </a:cxn>
                <a:cxn ang="0">
                  <a:pos x="78" y="43"/>
                </a:cxn>
                <a:cxn ang="0">
                  <a:pos x="87" y="41"/>
                </a:cxn>
                <a:cxn ang="0">
                  <a:pos x="89" y="39"/>
                </a:cxn>
                <a:cxn ang="0">
                  <a:pos x="92" y="32"/>
                </a:cxn>
                <a:cxn ang="0">
                  <a:pos x="100" y="26"/>
                </a:cxn>
                <a:cxn ang="0">
                  <a:pos x="95" y="75"/>
                </a:cxn>
                <a:cxn ang="0">
                  <a:pos x="94" y="76"/>
                </a:cxn>
              </a:cxnLst>
              <a:rect l="0" t="0" r="r" b="b"/>
              <a:pathLst>
                <a:path w="116" h="76">
                  <a:moveTo>
                    <a:pt x="116" y="71"/>
                  </a:moveTo>
                  <a:cubicBezTo>
                    <a:pt x="116" y="72"/>
                    <a:pt x="115" y="71"/>
                    <a:pt x="115" y="71"/>
                  </a:cubicBezTo>
                  <a:cubicBezTo>
                    <a:pt x="115" y="72"/>
                    <a:pt x="115" y="72"/>
                    <a:pt x="114" y="72"/>
                  </a:cubicBezTo>
                  <a:cubicBezTo>
                    <a:pt x="114" y="73"/>
                    <a:pt x="113" y="73"/>
                    <a:pt x="113" y="73"/>
                  </a:cubicBezTo>
                  <a:cubicBezTo>
                    <a:pt x="112" y="74"/>
                    <a:pt x="111" y="74"/>
                    <a:pt x="111" y="74"/>
                  </a:cubicBezTo>
                  <a:cubicBezTo>
                    <a:pt x="110" y="74"/>
                    <a:pt x="109" y="74"/>
                    <a:pt x="108" y="74"/>
                  </a:cubicBezTo>
                  <a:cubicBezTo>
                    <a:pt x="107" y="74"/>
                    <a:pt x="107" y="74"/>
                    <a:pt x="106" y="73"/>
                  </a:cubicBezTo>
                  <a:cubicBezTo>
                    <a:pt x="106" y="73"/>
                    <a:pt x="104" y="72"/>
                    <a:pt x="104" y="71"/>
                  </a:cubicBezTo>
                  <a:cubicBezTo>
                    <a:pt x="104" y="71"/>
                    <a:pt x="105" y="71"/>
                    <a:pt x="105" y="71"/>
                  </a:cubicBezTo>
                  <a:cubicBezTo>
                    <a:pt x="105" y="71"/>
                    <a:pt x="105" y="70"/>
                    <a:pt x="105" y="70"/>
                  </a:cubicBezTo>
                  <a:cubicBezTo>
                    <a:pt x="106" y="69"/>
                    <a:pt x="107" y="69"/>
                    <a:pt x="107" y="70"/>
                  </a:cubicBezTo>
                  <a:cubicBezTo>
                    <a:pt x="108" y="70"/>
                    <a:pt x="108" y="71"/>
                    <a:pt x="109" y="71"/>
                  </a:cubicBezTo>
                  <a:cubicBezTo>
                    <a:pt x="109" y="71"/>
                    <a:pt x="109" y="70"/>
                    <a:pt x="110" y="70"/>
                  </a:cubicBezTo>
                  <a:cubicBezTo>
                    <a:pt x="110" y="70"/>
                    <a:pt x="111" y="70"/>
                    <a:pt x="112" y="70"/>
                  </a:cubicBezTo>
                  <a:cubicBezTo>
                    <a:pt x="112" y="70"/>
                    <a:pt x="113" y="70"/>
                    <a:pt x="114" y="71"/>
                  </a:cubicBezTo>
                  <a:cubicBezTo>
                    <a:pt x="115" y="71"/>
                    <a:pt x="116" y="71"/>
                    <a:pt x="116" y="71"/>
                  </a:cubicBezTo>
                  <a:close/>
                  <a:moveTo>
                    <a:pt x="94" y="14"/>
                  </a:moveTo>
                  <a:cubicBezTo>
                    <a:pt x="92" y="9"/>
                    <a:pt x="90" y="5"/>
                    <a:pt x="88" y="0"/>
                  </a:cubicBezTo>
                  <a:cubicBezTo>
                    <a:pt x="84" y="1"/>
                    <a:pt x="80" y="2"/>
                    <a:pt x="76" y="3"/>
                  </a:cubicBezTo>
                  <a:cubicBezTo>
                    <a:pt x="74" y="3"/>
                    <a:pt x="73" y="3"/>
                    <a:pt x="71" y="3"/>
                  </a:cubicBezTo>
                  <a:cubicBezTo>
                    <a:pt x="69" y="4"/>
                    <a:pt x="67" y="4"/>
                    <a:pt x="64" y="4"/>
                  </a:cubicBezTo>
                  <a:cubicBezTo>
                    <a:pt x="63" y="4"/>
                    <a:pt x="61" y="4"/>
                    <a:pt x="60" y="5"/>
                  </a:cubicBezTo>
                  <a:cubicBezTo>
                    <a:pt x="58" y="6"/>
                    <a:pt x="56" y="7"/>
                    <a:pt x="55" y="8"/>
                  </a:cubicBezTo>
                  <a:cubicBezTo>
                    <a:pt x="53" y="9"/>
                    <a:pt x="52" y="9"/>
                    <a:pt x="51" y="11"/>
                  </a:cubicBezTo>
                  <a:cubicBezTo>
                    <a:pt x="50" y="13"/>
                    <a:pt x="49" y="14"/>
                    <a:pt x="48" y="16"/>
                  </a:cubicBezTo>
                  <a:cubicBezTo>
                    <a:pt x="47" y="17"/>
                    <a:pt x="46" y="19"/>
                    <a:pt x="45" y="21"/>
                  </a:cubicBezTo>
                  <a:cubicBezTo>
                    <a:pt x="45" y="22"/>
                    <a:pt x="43" y="23"/>
                    <a:pt x="42" y="23"/>
                  </a:cubicBezTo>
                  <a:cubicBezTo>
                    <a:pt x="40" y="23"/>
                    <a:pt x="39" y="21"/>
                    <a:pt x="38" y="20"/>
                  </a:cubicBezTo>
                  <a:cubicBezTo>
                    <a:pt x="37" y="20"/>
                    <a:pt x="34" y="20"/>
                    <a:pt x="33" y="20"/>
                  </a:cubicBezTo>
                  <a:cubicBezTo>
                    <a:pt x="31" y="19"/>
                    <a:pt x="29" y="19"/>
                    <a:pt x="27" y="19"/>
                  </a:cubicBezTo>
                  <a:cubicBezTo>
                    <a:pt x="25" y="18"/>
                    <a:pt x="23" y="18"/>
                    <a:pt x="22" y="18"/>
                  </a:cubicBezTo>
                  <a:cubicBezTo>
                    <a:pt x="20" y="18"/>
                    <a:pt x="19" y="18"/>
                    <a:pt x="18" y="18"/>
                  </a:cubicBezTo>
                  <a:cubicBezTo>
                    <a:pt x="17" y="18"/>
                    <a:pt x="16" y="18"/>
                    <a:pt x="16" y="18"/>
                  </a:cubicBezTo>
                  <a:cubicBezTo>
                    <a:pt x="15" y="18"/>
                    <a:pt x="15" y="18"/>
                    <a:pt x="14" y="18"/>
                  </a:cubicBezTo>
                  <a:cubicBezTo>
                    <a:pt x="14" y="18"/>
                    <a:pt x="14" y="18"/>
                    <a:pt x="14" y="18"/>
                  </a:cubicBezTo>
                  <a:cubicBezTo>
                    <a:pt x="13" y="18"/>
                    <a:pt x="13" y="19"/>
                    <a:pt x="13" y="18"/>
                  </a:cubicBezTo>
                  <a:cubicBezTo>
                    <a:pt x="12" y="18"/>
                    <a:pt x="11" y="19"/>
                    <a:pt x="11" y="19"/>
                  </a:cubicBezTo>
                  <a:cubicBezTo>
                    <a:pt x="11" y="18"/>
                    <a:pt x="11" y="19"/>
                    <a:pt x="11" y="19"/>
                  </a:cubicBezTo>
                  <a:cubicBezTo>
                    <a:pt x="10" y="18"/>
                    <a:pt x="10" y="19"/>
                    <a:pt x="9" y="18"/>
                  </a:cubicBezTo>
                  <a:cubicBezTo>
                    <a:pt x="9" y="18"/>
                    <a:pt x="8" y="17"/>
                    <a:pt x="8" y="17"/>
                  </a:cubicBezTo>
                  <a:cubicBezTo>
                    <a:pt x="7" y="17"/>
                    <a:pt x="6" y="17"/>
                    <a:pt x="6" y="17"/>
                  </a:cubicBezTo>
                  <a:cubicBezTo>
                    <a:pt x="5" y="18"/>
                    <a:pt x="5" y="18"/>
                    <a:pt x="4" y="19"/>
                  </a:cubicBezTo>
                  <a:cubicBezTo>
                    <a:pt x="4" y="19"/>
                    <a:pt x="6" y="19"/>
                    <a:pt x="5" y="20"/>
                  </a:cubicBezTo>
                  <a:cubicBezTo>
                    <a:pt x="4" y="20"/>
                    <a:pt x="4" y="21"/>
                    <a:pt x="4" y="22"/>
                  </a:cubicBezTo>
                  <a:cubicBezTo>
                    <a:pt x="4" y="22"/>
                    <a:pt x="4" y="23"/>
                    <a:pt x="4" y="24"/>
                  </a:cubicBezTo>
                  <a:cubicBezTo>
                    <a:pt x="4" y="24"/>
                    <a:pt x="4" y="24"/>
                    <a:pt x="4" y="24"/>
                  </a:cubicBezTo>
                  <a:cubicBezTo>
                    <a:pt x="5" y="24"/>
                    <a:pt x="5" y="24"/>
                    <a:pt x="5" y="25"/>
                  </a:cubicBezTo>
                  <a:cubicBezTo>
                    <a:pt x="5" y="25"/>
                    <a:pt x="4" y="25"/>
                    <a:pt x="5" y="26"/>
                  </a:cubicBezTo>
                  <a:cubicBezTo>
                    <a:pt x="5" y="26"/>
                    <a:pt x="4" y="26"/>
                    <a:pt x="4" y="26"/>
                  </a:cubicBezTo>
                  <a:cubicBezTo>
                    <a:pt x="4" y="26"/>
                    <a:pt x="4" y="27"/>
                    <a:pt x="3" y="27"/>
                  </a:cubicBezTo>
                  <a:cubicBezTo>
                    <a:pt x="3" y="28"/>
                    <a:pt x="2" y="28"/>
                    <a:pt x="2" y="29"/>
                  </a:cubicBezTo>
                  <a:cubicBezTo>
                    <a:pt x="2" y="29"/>
                    <a:pt x="1" y="29"/>
                    <a:pt x="1" y="29"/>
                  </a:cubicBezTo>
                  <a:cubicBezTo>
                    <a:pt x="1" y="30"/>
                    <a:pt x="2" y="32"/>
                    <a:pt x="2" y="33"/>
                  </a:cubicBezTo>
                  <a:cubicBezTo>
                    <a:pt x="2" y="34"/>
                    <a:pt x="2" y="34"/>
                    <a:pt x="2" y="35"/>
                  </a:cubicBezTo>
                  <a:cubicBezTo>
                    <a:pt x="1" y="35"/>
                    <a:pt x="1" y="35"/>
                    <a:pt x="1" y="35"/>
                  </a:cubicBezTo>
                  <a:cubicBezTo>
                    <a:pt x="1" y="36"/>
                    <a:pt x="1" y="36"/>
                    <a:pt x="1" y="36"/>
                  </a:cubicBezTo>
                  <a:cubicBezTo>
                    <a:pt x="1" y="37"/>
                    <a:pt x="0" y="37"/>
                    <a:pt x="1" y="37"/>
                  </a:cubicBezTo>
                  <a:cubicBezTo>
                    <a:pt x="1" y="38"/>
                    <a:pt x="1" y="38"/>
                    <a:pt x="1" y="39"/>
                  </a:cubicBezTo>
                  <a:cubicBezTo>
                    <a:pt x="2" y="39"/>
                    <a:pt x="2" y="41"/>
                    <a:pt x="2" y="42"/>
                  </a:cubicBezTo>
                  <a:cubicBezTo>
                    <a:pt x="1" y="42"/>
                    <a:pt x="1" y="41"/>
                    <a:pt x="1" y="41"/>
                  </a:cubicBezTo>
                  <a:cubicBezTo>
                    <a:pt x="1" y="41"/>
                    <a:pt x="1" y="41"/>
                    <a:pt x="1" y="40"/>
                  </a:cubicBezTo>
                  <a:cubicBezTo>
                    <a:pt x="1" y="41"/>
                    <a:pt x="0" y="41"/>
                    <a:pt x="0" y="41"/>
                  </a:cubicBezTo>
                  <a:cubicBezTo>
                    <a:pt x="0" y="41"/>
                    <a:pt x="1" y="41"/>
                    <a:pt x="0" y="42"/>
                  </a:cubicBezTo>
                  <a:cubicBezTo>
                    <a:pt x="0" y="42"/>
                    <a:pt x="0" y="42"/>
                    <a:pt x="0" y="42"/>
                  </a:cubicBezTo>
                  <a:cubicBezTo>
                    <a:pt x="0" y="43"/>
                    <a:pt x="0" y="42"/>
                    <a:pt x="1" y="42"/>
                  </a:cubicBezTo>
                  <a:cubicBezTo>
                    <a:pt x="1" y="42"/>
                    <a:pt x="2" y="43"/>
                    <a:pt x="2" y="43"/>
                  </a:cubicBezTo>
                  <a:cubicBezTo>
                    <a:pt x="3" y="43"/>
                    <a:pt x="2" y="44"/>
                    <a:pt x="3" y="44"/>
                  </a:cubicBezTo>
                  <a:cubicBezTo>
                    <a:pt x="3" y="45"/>
                    <a:pt x="3" y="45"/>
                    <a:pt x="3" y="46"/>
                  </a:cubicBezTo>
                  <a:cubicBezTo>
                    <a:pt x="3" y="47"/>
                    <a:pt x="3" y="46"/>
                    <a:pt x="3" y="45"/>
                  </a:cubicBezTo>
                  <a:cubicBezTo>
                    <a:pt x="2" y="46"/>
                    <a:pt x="3" y="48"/>
                    <a:pt x="4" y="48"/>
                  </a:cubicBezTo>
                  <a:cubicBezTo>
                    <a:pt x="4" y="48"/>
                    <a:pt x="4" y="50"/>
                    <a:pt x="4" y="50"/>
                  </a:cubicBezTo>
                  <a:cubicBezTo>
                    <a:pt x="4" y="51"/>
                    <a:pt x="4" y="50"/>
                    <a:pt x="4" y="50"/>
                  </a:cubicBezTo>
                  <a:cubicBezTo>
                    <a:pt x="4" y="50"/>
                    <a:pt x="4" y="50"/>
                    <a:pt x="4" y="51"/>
                  </a:cubicBezTo>
                  <a:cubicBezTo>
                    <a:pt x="4" y="51"/>
                    <a:pt x="4" y="52"/>
                    <a:pt x="5" y="52"/>
                  </a:cubicBezTo>
                  <a:cubicBezTo>
                    <a:pt x="5" y="53"/>
                    <a:pt x="5" y="54"/>
                    <a:pt x="5" y="54"/>
                  </a:cubicBezTo>
                  <a:cubicBezTo>
                    <a:pt x="5" y="55"/>
                    <a:pt x="5" y="56"/>
                    <a:pt x="6" y="56"/>
                  </a:cubicBezTo>
                  <a:cubicBezTo>
                    <a:pt x="7" y="57"/>
                    <a:pt x="7" y="58"/>
                    <a:pt x="7" y="60"/>
                  </a:cubicBezTo>
                  <a:cubicBezTo>
                    <a:pt x="7" y="60"/>
                    <a:pt x="7" y="61"/>
                    <a:pt x="7" y="62"/>
                  </a:cubicBezTo>
                  <a:cubicBezTo>
                    <a:pt x="7" y="62"/>
                    <a:pt x="7" y="63"/>
                    <a:pt x="7" y="64"/>
                  </a:cubicBezTo>
                  <a:cubicBezTo>
                    <a:pt x="7" y="65"/>
                    <a:pt x="8" y="66"/>
                    <a:pt x="9" y="68"/>
                  </a:cubicBezTo>
                  <a:cubicBezTo>
                    <a:pt x="9" y="68"/>
                    <a:pt x="9" y="70"/>
                    <a:pt x="10" y="70"/>
                  </a:cubicBezTo>
                  <a:cubicBezTo>
                    <a:pt x="11" y="69"/>
                    <a:pt x="12" y="70"/>
                    <a:pt x="13" y="71"/>
                  </a:cubicBezTo>
                  <a:cubicBezTo>
                    <a:pt x="14" y="71"/>
                    <a:pt x="14" y="71"/>
                    <a:pt x="15" y="71"/>
                  </a:cubicBezTo>
                  <a:cubicBezTo>
                    <a:pt x="15" y="71"/>
                    <a:pt x="16" y="70"/>
                    <a:pt x="16" y="70"/>
                  </a:cubicBezTo>
                  <a:cubicBezTo>
                    <a:pt x="16" y="70"/>
                    <a:pt x="16" y="70"/>
                    <a:pt x="16" y="70"/>
                  </a:cubicBezTo>
                  <a:cubicBezTo>
                    <a:pt x="16" y="71"/>
                    <a:pt x="18" y="70"/>
                    <a:pt x="18" y="70"/>
                  </a:cubicBezTo>
                  <a:cubicBezTo>
                    <a:pt x="19" y="69"/>
                    <a:pt x="19" y="68"/>
                    <a:pt x="20" y="68"/>
                  </a:cubicBezTo>
                  <a:cubicBezTo>
                    <a:pt x="20" y="68"/>
                    <a:pt x="21" y="69"/>
                    <a:pt x="21" y="69"/>
                  </a:cubicBezTo>
                  <a:cubicBezTo>
                    <a:pt x="22" y="69"/>
                    <a:pt x="21" y="69"/>
                    <a:pt x="22" y="69"/>
                  </a:cubicBezTo>
                  <a:cubicBezTo>
                    <a:pt x="22" y="69"/>
                    <a:pt x="22" y="69"/>
                    <a:pt x="23" y="69"/>
                  </a:cubicBezTo>
                  <a:cubicBezTo>
                    <a:pt x="23" y="69"/>
                    <a:pt x="23" y="69"/>
                    <a:pt x="23" y="69"/>
                  </a:cubicBezTo>
                  <a:cubicBezTo>
                    <a:pt x="22" y="69"/>
                    <a:pt x="24" y="68"/>
                    <a:pt x="24" y="68"/>
                  </a:cubicBezTo>
                  <a:cubicBezTo>
                    <a:pt x="24" y="68"/>
                    <a:pt x="23" y="69"/>
                    <a:pt x="24" y="69"/>
                  </a:cubicBezTo>
                  <a:cubicBezTo>
                    <a:pt x="25" y="69"/>
                    <a:pt x="24" y="67"/>
                    <a:pt x="25" y="67"/>
                  </a:cubicBezTo>
                  <a:cubicBezTo>
                    <a:pt x="26" y="66"/>
                    <a:pt x="27" y="66"/>
                    <a:pt x="28" y="66"/>
                  </a:cubicBezTo>
                  <a:cubicBezTo>
                    <a:pt x="29" y="65"/>
                    <a:pt x="29" y="63"/>
                    <a:pt x="30" y="63"/>
                  </a:cubicBezTo>
                  <a:cubicBezTo>
                    <a:pt x="31" y="62"/>
                    <a:pt x="33" y="62"/>
                    <a:pt x="34" y="62"/>
                  </a:cubicBezTo>
                  <a:cubicBezTo>
                    <a:pt x="35" y="62"/>
                    <a:pt x="36" y="62"/>
                    <a:pt x="38" y="62"/>
                  </a:cubicBezTo>
                  <a:cubicBezTo>
                    <a:pt x="40" y="62"/>
                    <a:pt x="41" y="61"/>
                    <a:pt x="42" y="61"/>
                  </a:cubicBezTo>
                  <a:cubicBezTo>
                    <a:pt x="43" y="60"/>
                    <a:pt x="45" y="60"/>
                    <a:pt x="46" y="59"/>
                  </a:cubicBezTo>
                  <a:cubicBezTo>
                    <a:pt x="47" y="59"/>
                    <a:pt x="48" y="58"/>
                    <a:pt x="49" y="57"/>
                  </a:cubicBezTo>
                  <a:cubicBezTo>
                    <a:pt x="49" y="56"/>
                    <a:pt x="50" y="56"/>
                    <a:pt x="50" y="56"/>
                  </a:cubicBezTo>
                  <a:cubicBezTo>
                    <a:pt x="51" y="56"/>
                    <a:pt x="51" y="55"/>
                    <a:pt x="52" y="55"/>
                  </a:cubicBezTo>
                  <a:cubicBezTo>
                    <a:pt x="53" y="54"/>
                    <a:pt x="54" y="56"/>
                    <a:pt x="55" y="55"/>
                  </a:cubicBezTo>
                  <a:cubicBezTo>
                    <a:pt x="55" y="55"/>
                    <a:pt x="56" y="55"/>
                    <a:pt x="57" y="55"/>
                  </a:cubicBezTo>
                  <a:cubicBezTo>
                    <a:pt x="57" y="55"/>
                    <a:pt x="58" y="55"/>
                    <a:pt x="58" y="55"/>
                  </a:cubicBezTo>
                  <a:cubicBezTo>
                    <a:pt x="59" y="55"/>
                    <a:pt x="59" y="55"/>
                    <a:pt x="60" y="54"/>
                  </a:cubicBezTo>
                  <a:cubicBezTo>
                    <a:pt x="60" y="54"/>
                    <a:pt x="60" y="53"/>
                    <a:pt x="61" y="53"/>
                  </a:cubicBezTo>
                  <a:cubicBezTo>
                    <a:pt x="61" y="52"/>
                    <a:pt x="61" y="52"/>
                    <a:pt x="61" y="52"/>
                  </a:cubicBezTo>
                  <a:cubicBezTo>
                    <a:pt x="62" y="52"/>
                    <a:pt x="62" y="51"/>
                    <a:pt x="62" y="51"/>
                  </a:cubicBezTo>
                  <a:cubicBezTo>
                    <a:pt x="62" y="51"/>
                    <a:pt x="63" y="49"/>
                    <a:pt x="63" y="50"/>
                  </a:cubicBezTo>
                  <a:cubicBezTo>
                    <a:pt x="63" y="49"/>
                    <a:pt x="66" y="48"/>
                    <a:pt x="67" y="47"/>
                  </a:cubicBezTo>
                  <a:cubicBezTo>
                    <a:pt x="68" y="47"/>
                    <a:pt x="69" y="47"/>
                    <a:pt x="70" y="46"/>
                  </a:cubicBezTo>
                  <a:cubicBezTo>
                    <a:pt x="70" y="46"/>
                    <a:pt x="71" y="46"/>
                    <a:pt x="71" y="46"/>
                  </a:cubicBezTo>
                  <a:cubicBezTo>
                    <a:pt x="72" y="47"/>
                    <a:pt x="72" y="46"/>
                    <a:pt x="72" y="46"/>
                  </a:cubicBezTo>
                  <a:cubicBezTo>
                    <a:pt x="73" y="46"/>
                    <a:pt x="74" y="45"/>
                    <a:pt x="75" y="45"/>
                  </a:cubicBezTo>
                  <a:cubicBezTo>
                    <a:pt x="76" y="44"/>
                    <a:pt x="77" y="44"/>
                    <a:pt x="78" y="43"/>
                  </a:cubicBezTo>
                  <a:cubicBezTo>
                    <a:pt x="80" y="43"/>
                    <a:pt x="81" y="43"/>
                    <a:pt x="82" y="42"/>
                  </a:cubicBezTo>
                  <a:cubicBezTo>
                    <a:pt x="84" y="42"/>
                    <a:pt x="84" y="41"/>
                    <a:pt x="86" y="41"/>
                  </a:cubicBezTo>
                  <a:cubicBezTo>
                    <a:pt x="86" y="41"/>
                    <a:pt x="87" y="41"/>
                    <a:pt x="87" y="41"/>
                  </a:cubicBezTo>
                  <a:cubicBezTo>
                    <a:pt x="87" y="40"/>
                    <a:pt x="87" y="40"/>
                    <a:pt x="87" y="40"/>
                  </a:cubicBezTo>
                  <a:cubicBezTo>
                    <a:pt x="87" y="40"/>
                    <a:pt x="88" y="39"/>
                    <a:pt x="88" y="39"/>
                  </a:cubicBezTo>
                  <a:cubicBezTo>
                    <a:pt x="89" y="40"/>
                    <a:pt x="89" y="39"/>
                    <a:pt x="89" y="39"/>
                  </a:cubicBezTo>
                  <a:cubicBezTo>
                    <a:pt x="90" y="38"/>
                    <a:pt x="91" y="38"/>
                    <a:pt x="92" y="38"/>
                  </a:cubicBezTo>
                  <a:cubicBezTo>
                    <a:pt x="92" y="37"/>
                    <a:pt x="92" y="35"/>
                    <a:pt x="92" y="35"/>
                  </a:cubicBezTo>
                  <a:cubicBezTo>
                    <a:pt x="91" y="34"/>
                    <a:pt x="91" y="33"/>
                    <a:pt x="92" y="32"/>
                  </a:cubicBezTo>
                  <a:cubicBezTo>
                    <a:pt x="92" y="31"/>
                    <a:pt x="93" y="30"/>
                    <a:pt x="94" y="29"/>
                  </a:cubicBezTo>
                  <a:cubicBezTo>
                    <a:pt x="94" y="28"/>
                    <a:pt x="96" y="28"/>
                    <a:pt x="97" y="28"/>
                  </a:cubicBezTo>
                  <a:cubicBezTo>
                    <a:pt x="98" y="27"/>
                    <a:pt x="99" y="27"/>
                    <a:pt x="100" y="26"/>
                  </a:cubicBezTo>
                  <a:cubicBezTo>
                    <a:pt x="99" y="24"/>
                    <a:pt x="97" y="22"/>
                    <a:pt x="96" y="20"/>
                  </a:cubicBezTo>
                  <a:cubicBezTo>
                    <a:pt x="95" y="18"/>
                    <a:pt x="95" y="16"/>
                    <a:pt x="94" y="14"/>
                  </a:cubicBezTo>
                  <a:close/>
                  <a:moveTo>
                    <a:pt x="95" y="75"/>
                  </a:moveTo>
                  <a:cubicBezTo>
                    <a:pt x="94" y="75"/>
                    <a:pt x="94" y="75"/>
                    <a:pt x="93" y="75"/>
                  </a:cubicBezTo>
                  <a:cubicBezTo>
                    <a:pt x="92" y="75"/>
                    <a:pt x="92" y="75"/>
                    <a:pt x="93" y="75"/>
                  </a:cubicBezTo>
                  <a:cubicBezTo>
                    <a:pt x="93" y="75"/>
                    <a:pt x="94" y="76"/>
                    <a:pt x="94" y="76"/>
                  </a:cubicBezTo>
                  <a:cubicBezTo>
                    <a:pt x="94" y="76"/>
                    <a:pt x="94" y="76"/>
                    <a:pt x="95" y="76"/>
                  </a:cubicBezTo>
                  <a:cubicBezTo>
                    <a:pt x="96" y="76"/>
                    <a:pt x="95" y="75"/>
                    <a:pt x="95" y="7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31" name="Western Sahara">
              <a:extLst>
                <a:ext uri="{FF2B5EF4-FFF2-40B4-BE49-F238E27FC236}">
                  <a16:creationId xmlns:a16="http://schemas.microsoft.com/office/drawing/2014/main" id="{E98F8C82-0B35-7CE3-EA00-0B4A3B3AE3B6}"/>
                </a:ext>
              </a:extLst>
            </p:cNvPr>
            <p:cNvSpPr>
              <a:spLocks/>
            </p:cNvSpPr>
            <p:nvPr/>
          </p:nvSpPr>
          <p:spPr bwMode="auto">
            <a:xfrm>
              <a:off x="5123287" y="2966168"/>
              <a:ext cx="294048" cy="269547"/>
            </a:xfrm>
            <a:custGeom>
              <a:avLst/>
              <a:gdLst/>
              <a:ahLst/>
              <a:cxnLst>
                <a:cxn ang="0">
                  <a:pos x="41" y="0"/>
                </a:cxn>
                <a:cxn ang="0">
                  <a:pos x="40" y="2"/>
                </a:cxn>
                <a:cxn ang="0">
                  <a:pos x="40" y="4"/>
                </a:cxn>
                <a:cxn ang="0">
                  <a:pos x="39" y="5"/>
                </a:cxn>
                <a:cxn ang="0">
                  <a:pos x="38" y="7"/>
                </a:cxn>
                <a:cxn ang="0">
                  <a:pos x="34" y="12"/>
                </a:cxn>
                <a:cxn ang="0">
                  <a:pos x="33" y="13"/>
                </a:cxn>
                <a:cxn ang="0">
                  <a:pos x="31" y="14"/>
                </a:cxn>
                <a:cxn ang="0">
                  <a:pos x="29" y="16"/>
                </a:cxn>
                <a:cxn ang="0">
                  <a:pos x="28" y="18"/>
                </a:cxn>
                <a:cxn ang="0">
                  <a:pos x="26" y="21"/>
                </a:cxn>
                <a:cxn ang="0">
                  <a:pos x="25" y="25"/>
                </a:cxn>
                <a:cxn ang="0">
                  <a:pos x="24" y="28"/>
                </a:cxn>
                <a:cxn ang="0">
                  <a:pos x="23" y="33"/>
                </a:cxn>
                <a:cxn ang="0">
                  <a:pos x="22" y="34"/>
                </a:cxn>
                <a:cxn ang="0">
                  <a:pos x="22" y="35"/>
                </a:cxn>
                <a:cxn ang="0">
                  <a:pos x="20" y="35"/>
                </a:cxn>
                <a:cxn ang="0">
                  <a:pos x="19" y="37"/>
                </a:cxn>
                <a:cxn ang="0">
                  <a:pos x="16" y="40"/>
                </a:cxn>
                <a:cxn ang="0">
                  <a:pos x="14" y="42"/>
                </a:cxn>
                <a:cxn ang="0">
                  <a:pos x="12" y="44"/>
                </a:cxn>
                <a:cxn ang="0">
                  <a:pos x="13" y="43"/>
                </a:cxn>
                <a:cxn ang="0">
                  <a:pos x="14" y="42"/>
                </a:cxn>
                <a:cxn ang="0">
                  <a:pos x="12" y="46"/>
                </a:cxn>
                <a:cxn ang="0">
                  <a:pos x="11" y="49"/>
                </a:cxn>
                <a:cxn ang="0">
                  <a:pos x="10" y="51"/>
                </a:cxn>
                <a:cxn ang="0">
                  <a:pos x="10" y="52"/>
                </a:cxn>
                <a:cxn ang="0">
                  <a:pos x="9" y="53"/>
                </a:cxn>
                <a:cxn ang="0">
                  <a:pos x="9" y="55"/>
                </a:cxn>
                <a:cxn ang="0">
                  <a:pos x="7" y="58"/>
                </a:cxn>
                <a:cxn ang="0">
                  <a:pos x="6" y="59"/>
                </a:cxn>
                <a:cxn ang="0">
                  <a:pos x="5" y="59"/>
                </a:cxn>
                <a:cxn ang="0">
                  <a:pos x="4" y="61"/>
                </a:cxn>
                <a:cxn ang="0">
                  <a:pos x="3" y="63"/>
                </a:cxn>
                <a:cxn ang="0">
                  <a:pos x="2" y="65"/>
                </a:cxn>
                <a:cxn ang="0">
                  <a:pos x="2" y="67"/>
                </a:cxn>
                <a:cxn ang="0">
                  <a:pos x="1" y="72"/>
                </a:cxn>
                <a:cxn ang="0">
                  <a:pos x="1" y="74"/>
                </a:cxn>
                <a:cxn ang="0">
                  <a:pos x="1" y="76"/>
                </a:cxn>
                <a:cxn ang="0">
                  <a:pos x="2" y="72"/>
                </a:cxn>
                <a:cxn ang="0">
                  <a:pos x="4" y="70"/>
                </a:cxn>
                <a:cxn ang="0">
                  <a:pos x="16" y="70"/>
                </a:cxn>
                <a:cxn ang="0">
                  <a:pos x="40" y="70"/>
                </a:cxn>
                <a:cxn ang="0">
                  <a:pos x="39" y="57"/>
                </a:cxn>
                <a:cxn ang="0">
                  <a:pos x="40" y="52"/>
                </a:cxn>
                <a:cxn ang="0">
                  <a:pos x="43" y="49"/>
                </a:cxn>
                <a:cxn ang="0">
                  <a:pos x="48" y="47"/>
                </a:cxn>
                <a:cxn ang="0">
                  <a:pos x="50" y="46"/>
                </a:cxn>
                <a:cxn ang="0">
                  <a:pos x="50" y="41"/>
                </a:cxn>
                <a:cxn ang="0">
                  <a:pos x="50" y="36"/>
                </a:cxn>
                <a:cxn ang="0">
                  <a:pos x="51" y="23"/>
                </a:cxn>
                <a:cxn ang="0">
                  <a:pos x="51" y="19"/>
                </a:cxn>
                <a:cxn ang="0">
                  <a:pos x="55" y="19"/>
                </a:cxn>
                <a:cxn ang="0">
                  <a:pos x="67" y="19"/>
                </a:cxn>
                <a:cxn ang="0">
                  <a:pos x="80" y="19"/>
                </a:cxn>
                <a:cxn ang="0">
                  <a:pos x="83" y="17"/>
                </a:cxn>
                <a:cxn ang="0">
                  <a:pos x="83" y="13"/>
                </a:cxn>
                <a:cxn ang="0">
                  <a:pos x="83" y="0"/>
                </a:cxn>
                <a:cxn ang="0">
                  <a:pos x="41" y="0"/>
                </a:cxn>
              </a:cxnLst>
              <a:rect l="0" t="0" r="r" b="b"/>
              <a:pathLst>
                <a:path w="83" h="76">
                  <a:moveTo>
                    <a:pt x="41" y="0"/>
                  </a:moveTo>
                  <a:cubicBezTo>
                    <a:pt x="41" y="1"/>
                    <a:pt x="41" y="2"/>
                    <a:pt x="40" y="2"/>
                  </a:cubicBezTo>
                  <a:cubicBezTo>
                    <a:pt x="40" y="3"/>
                    <a:pt x="40" y="3"/>
                    <a:pt x="40" y="4"/>
                  </a:cubicBezTo>
                  <a:cubicBezTo>
                    <a:pt x="39" y="4"/>
                    <a:pt x="39" y="5"/>
                    <a:pt x="39" y="5"/>
                  </a:cubicBezTo>
                  <a:cubicBezTo>
                    <a:pt x="38" y="6"/>
                    <a:pt x="38" y="6"/>
                    <a:pt x="38" y="7"/>
                  </a:cubicBezTo>
                  <a:cubicBezTo>
                    <a:pt x="37" y="9"/>
                    <a:pt x="37" y="11"/>
                    <a:pt x="34" y="12"/>
                  </a:cubicBezTo>
                  <a:cubicBezTo>
                    <a:pt x="34" y="13"/>
                    <a:pt x="33" y="13"/>
                    <a:pt x="33" y="13"/>
                  </a:cubicBezTo>
                  <a:cubicBezTo>
                    <a:pt x="32" y="14"/>
                    <a:pt x="32" y="14"/>
                    <a:pt x="31" y="14"/>
                  </a:cubicBezTo>
                  <a:cubicBezTo>
                    <a:pt x="30" y="14"/>
                    <a:pt x="30" y="15"/>
                    <a:pt x="29" y="16"/>
                  </a:cubicBezTo>
                  <a:cubicBezTo>
                    <a:pt x="28" y="16"/>
                    <a:pt x="28" y="17"/>
                    <a:pt x="28" y="18"/>
                  </a:cubicBezTo>
                  <a:cubicBezTo>
                    <a:pt x="28" y="19"/>
                    <a:pt x="27" y="20"/>
                    <a:pt x="26" y="21"/>
                  </a:cubicBezTo>
                  <a:cubicBezTo>
                    <a:pt x="26" y="22"/>
                    <a:pt x="25" y="23"/>
                    <a:pt x="25" y="25"/>
                  </a:cubicBezTo>
                  <a:cubicBezTo>
                    <a:pt x="24" y="26"/>
                    <a:pt x="24" y="27"/>
                    <a:pt x="24" y="28"/>
                  </a:cubicBezTo>
                  <a:cubicBezTo>
                    <a:pt x="24" y="30"/>
                    <a:pt x="24" y="31"/>
                    <a:pt x="23" y="33"/>
                  </a:cubicBezTo>
                  <a:cubicBezTo>
                    <a:pt x="23" y="33"/>
                    <a:pt x="22" y="33"/>
                    <a:pt x="22" y="34"/>
                  </a:cubicBezTo>
                  <a:cubicBezTo>
                    <a:pt x="22" y="34"/>
                    <a:pt x="22" y="34"/>
                    <a:pt x="22" y="35"/>
                  </a:cubicBezTo>
                  <a:cubicBezTo>
                    <a:pt x="21" y="35"/>
                    <a:pt x="21" y="35"/>
                    <a:pt x="20" y="35"/>
                  </a:cubicBezTo>
                  <a:cubicBezTo>
                    <a:pt x="20" y="36"/>
                    <a:pt x="19" y="36"/>
                    <a:pt x="19" y="37"/>
                  </a:cubicBezTo>
                  <a:cubicBezTo>
                    <a:pt x="18" y="38"/>
                    <a:pt x="17" y="39"/>
                    <a:pt x="16" y="40"/>
                  </a:cubicBezTo>
                  <a:cubicBezTo>
                    <a:pt x="16" y="41"/>
                    <a:pt x="14" y="41"/>
                    <a:pt x="14" y="42"/>
                  </a:cubicBezTo>
                  <a:cubicBezTo>
                    <a:pt x="13" y="42"/>
                    <a:pt x="12" y="44"/>
                    <a:pt x="12" y="44"/>
                  </a:cubicBezTo>
                  <a:cubicBezTo>
                    <a:pt x="13" y="44"/>
                    <a:pt x="13" y="43"/>
                    <a:pt x="13" y="43"/>
                  </a:cubicBezTo>
                  <a:cubicBezTo>
                    <a:pt x="13" y="42"/>
                    <a:pt x="14" y="42"/>
                    <a:pt x="14" y="42"/>
                  </a:cubicBezTo>
                  <a:cubicBezTo>
                    <a:pt x="15" y="43"/>
                    <a:pt x="13" y="44"/>
                    <a:pt x="12" y="46"/>
                  </a:cubicBezTo>
                  <a:cubicBezTo>
                    <a:pt x="12" y="47"/>
                    <a:pt x="11" y="48"/>
                    <a:pt x="11" y="49"/>
                  </a:cubicBezTo>
                  <a:cubicBezTo>
                    <a:pt x="11" y="49"/>
                    <a:pt x="10" y="50"/>
                    <a:pt x="10" y="51"/>
                  </a:cubicBezTo>
                  <a:cubicBezTo>
                    <a:pt x="11" y="50"/>
                    <a:pt x="10" y="52"/>
                    <a:pt x="10" y="52"/>
                  </a:cubicBezTo>
                  <a:cubicBezTo>
                    <a:pt x="10" y="53"/>
                    <a:pt x="9" y="53"/>
                    <a:pt x="9" y="53"/>
                  </a:cubicBezTo>
                  <a:cubicBezTo>
                    <a:pt x="9" y="54"/>
                    <a:pt x="9" y="54"/>
                    <a:pt x="9" y="55"/>
                  </a:cubicBezTo>
                  <a:cubicBezTo>
                    <a:pt x="8" y="56"/>
                    <a:pt x="8" y="57"/>
                    <a:pt x="7" y="58"/>
                  </a:cubicBezTo>
                  <a:cubicBezTo>
                    <a:pt x="7" y="59"/>
                    <a:pt x="7" y="59"/>
                    <a:pt x="6" y="59"/>
                  </a:cubicBezTo>
                  <a:cubicBezTo>
                    <a:pt x="6" y="59"/>
                    <a:pt x="5" y="59"/>
                    <a:pt x="5" y="59"/>
                  </a:cubicBezTo>
                  <a:cubicBezTo>
                    <a:pt x="4" y="60"/>
                    <a:pt x="4" y="61"/>
                    <a:pt x="4" y="61"/>
                  </a:cubicBezTo>
                  <a:cubicBezTo>
                    <a:pt x="3" y="62"/>
                    <a:pt x="3" y="63"/>
                    <a:pt x="3" y="63"/>
                  </a:cubicBezTo>
                  <a:cubicBezTo>
                    <a:pt x="2" y="64"/>
                    <a:pt x="2" y="65"/>
                    <a:pt x="2" y="65"/>
                  </a:cubicBezTo>
                  <a:cubicBezTo>
                    <a:pt x="2" y="66"/>
                    <a:pt x="2" y="66"/>
                    <a:pt x="2" y="67"/>
                  </a:cubicBezTo>
                  <a:cubicBezTo>
                    <a:pt x="2" y="69"/>
                    <a:pt x="1" y="70"/>
                    <a:pt x="1" y="72"/>
                  </a:cubicBezTo>
                  <a:cubicBezTo>
                    <a:pt x="1" y="73"/>
                    <a:pt x="1" y="74"/>
                    <a:pt x="1" y="74"/>
                  </a:cubicBezTo>
                  <a:cubicBezTo>
                    <a:pt x="0" y="75"/>
                    <a:pt x="1" y="75"/>
                    <a:pt x="1" y="76"/>
                  </a:cubicBezTo>
                  <a:cubicBezTo>
                    <a:pt x="1" y="74"/>
                    <a:pt x="1" y="73"/>
                    <a:pt x="2" y="72"/>
                  </a:cubicBezTo>
                  <a:cubicBezTo>
                    <a:pt x="2" y="70"/>
                    <a:pt x="2" y="70"/>
                    <a:pt x="4" y="70"/>
                  </a:cubicBezTo>
                  <a:cubicBezTo>
                    <a:pt x="8" y="70"/>
                    <a:pt x="12" y="70"/>
                    <a:pt x="16" y="70"/>
                  </a:cubicBezTo>
                  <a:cubicBezTo>
                    <a:pt x="24" y="70"/>
                    <a:pt x="32" y="70"/>
                    <a:pt x="40" y="70"/>
                  </a:cubicBezTo>
                  <a:cubicBezTo>
                    <a:pt x="40" y="66"/>
                    <a:pt x="40" y="61"/>
                    <a:pt x="39" y="57"/>
                  </a:cubicBezTo>
                  <a:cubicBezTo>
                    <a:pt x="39" y="55"/>
                    <a:pt x="39" y="54"/>
                    <a:pt x="40" y="52"/>
                  </a:cubicBezTo>
                  <a:cubicBezTo>
                    <a:pt x="41" y="51"/>
                    <a:pt x="42" y="50"/>
                    <a:pt x="43" y="49"/>
                  </a:cubicBezTo>
                  <a:cubicBezTo>
                    <a:pt x="45" y="48"/>
                    <a:pt x="46" y="48"/>
                    <a:pt x="48" y="47"/>
                  </a:cubicBezTo>
                  <a:cubicBezTo>
                    <a:pt x="49" y="47"/>
                    <a:pt x="50" y="47"/>
                    <a:pt x="50" y="46"/>
                  </a:cubicBezTo>
                  <a:cubicBezTo>
                    <a:pt x="50" y="45"/>
                    <a:pt x="50" y="43"/>
                    <a:pt x="50" y="41"/>
                  </a:cubicBezTo>
                  <a:cubicBezTo>
                    <a:pt x="50" y="40"/>
                    <a:pt x="50" y="38"/>
                    <a:pt x="50" y="36"/>
                  </a:cubicBezTo>
                  <a:cubicBezTo>
                    <a:pt x="51" y="31"/>
                    <a:pt x="51" y="27"/>
                    <a:pt x="51" y="23"/>
                  </a:cubicBezTo>
                  <a:cubicBezTo>
                    <a:pt x="51" y="22"/>
                    <a:pt x="51" y="20"/>
                    <a:pt x="51" y="19"/>
                  </a:cubicBezTo>
                  <a:cubicBezTo>
                    <a:pt x="51" y="18"/>
                    <a:pt x="54" y="19"/>
                    <a:pt x="55" y="19"/>
                  </a:cubicBezTo>
                  <a:cubicBezTo>
                    <a:pt x="59" y="19"/>
                    <a:pt x="63" y="19"/>
                    <a:pt x="67" y="19"/>
                  </a:cubicBezTo>
                  <a:cubicBezTo>
                    <a:pt x="71" y="19"/>
                    <a:pt x="76" y="18"/>
                    <a:pt x="80" y="19"/>
                  </a:cubicBezTo>
                  <a:cubicBezTo>
                    <a:pt x="81" y="19"/>
                    <a:pt x="83" y="19"/>
                    <a:pt x="83" y="17"/>
                  </a:cubicBezTo>
                  <a:cubicBezTo>
                    <a:pt x="83" y="16"/>
                    <a:pt x="83" y="14"/>
                    <a:pt x="83" y="13"/>
                  </a:cubicBezTo>
                  <a:cubicBezTo>
                    <a:pt x="83" y="8"/>
                    <a:pt x="83" y="4"/>
                    <a:pt x="83" y="0"/>
                  </a:cubicBezTo>
                  <a:cubicBezTo>
                    <a:pt x="69" y="0"/>
                    <a:pt x="55" y="0"/>
                    <a:pt x="41"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32" name="Wake Island (U.S.)">
              <a:extLst>
                <a:ext uri="{FF2B5EF4-FFF2-40B4-BE49-F238E27FC236}">
                  <a16:creationId xmlns:a16="http://schemas.microsoft.com/office/drawing/2014/main" id="{5C42FA97-E857-097B-1DA3-21281FD24ADE}"/>
                </a:ext>
              </a:extLst>
            </p:cNvPr>
            <p:cNvSpPr>
              <a:spLocks/>
            </p:cNvSpPr>
            <p:nvPr/>
          </p:nvSpPr>
          <p:spPr bwMode="auto">
            <a:xfrm>
              <a:off x="11333608" y="3292564"/>
              <a:ext cx="980" cy="3921"/>
            </a:xfrm>
            <a:custGeom>
              <a:avLst/>
              <a:gdLst/>
              <a:ahLst/>
              <a:cxnLst>
                <a:cxn ang="0">
                  <a:pos x="0" y="0"/>
                </a:cxn>
                <a:cxn ang="0">
                  <a:pos x="0" y="0"/>
                </a:cxn>
                <a:cxn ang="0">
                  <a:pos x="0" y="0"/>
                </a:cxn>
                <a:cxn ang="0">
                  <a:pos x="0" y="0"/>
                </a:cxn>
              </a:cxnLst>
              <a:rect l="0" t="0" r="r" b="b"/>
              <a:pathLst>
                <a:path h="1">
                  <a:moveTo>
                    <a:pt x="0" y="0"/>
                  </a:moveTo>
                  <a:cubicBezTo>
                    <a:pt x="0" y="0"/>
                    <a:pt x="0" y="0"/>
                    <a:pt x="0" y="0"/>
                  </a:cubicBezTo>
                  <a:cubicBezTo>
                    <a:pt x="0" y="0"/>
                    <a:pt x="0" y="0"/>
                    <a:pt x="0" y="0"/>
                  </a:cubicBezTo>
                  <a:cubicBezTo>
                    <a:pt x="0" y="1"/>
                    <a:pt x="0" y="0"/>
                    <a:pt x="0"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901" b="0" i="0" u="none" strike="noStrike" kern="0" cap="none" spc="0" normalizeH="0" baseline="0" noProof="0">
                <a:ln>
                  <a:noFill/>
                </a:ln>
                <a:solidFill>
                  <a:srgbClr val="FFFFFF"/>
                </a:solidFill>
                <a:effectLst/>
                <a:uLnTx/>
                <a:uFillTx/>
                <a:latin typeface="Segoe UI"/>
                <a:ea typeface="+mn-ea"/>
                <a:cs typeface="+mn-cs"/>
              </a:endParaRPr>
            </a:p>
          </p:txBody>
        </p:sp>
        <p:sp>
          <p:nvSpPr>
            <p:cNvPr id="333" name="Wallis and Futuna (FR)">
              <a:extLst>
                <a:ext uri="{FF2B5EF4-FFF2-40B4-BE49-F238E27FC236}">
                  <a16:creationId xmlns:a16="http://schemas.microsoft.com/office/drawing/2014/main" id="{29B0378C-903A-C073-C2A8-456A6C77D12C}"/>
                </a:ext>
              </a:extLst>
            </p:cNvPr>
            <p:cNvSpPr/>
            <p:nvPr/>
          </p:nvSpPr>
          <p:spPr>
            <a:xfrm>
              <a:off x="11563065" y="4772629"/>
              <a:ext cx="26534" cy="17815"/>
            </a:xfrm>
            <a:custGeom>
              <a:avLst/>
              <a:gdLst>
                <a:gd name="connsiteX0" fmla="*/ 4478 w 26534"/>
                <a:gd name="connsiteY0" fmla="*/ 14298 h 17815"/>
                <a:gd name="connsiteX1" fmla="*/ 3195 w 26534"/>
                <a:gd name="connsiteY1" fmla="*/ 17414 h 17815"/>
                <a:gd name="connsiteX2" fmla="*/ 445 w 26534"/>
                <a:gd name="connsiteY2" fmla="*/ 15031 h 17815"/>
                <a:gd name="connsiteX3" fmla="*/ 2278 w 26534"/>
                <a:gd name="connsiteY3" fmla="*/ 13748 h 17815"/>
                <a:gd name="connsiteX4" fmla="*/ 4478 w 26534"/>
                <a:gd name="connsiteY4" fmla="*/ 14298 h 17815"/>
                <a:gd name="connsiteX5" fmla="*/ 23175 w 26534"/>
                <a:gd name="connsiteY5" fmla="*/ 1283 h 17815"/>
                <a:gd name="connsiteX6" fmla="*/ 22442 w 26534"/>
                <a:gd name="connsiteY6" fmla="*/ 3850 h 17815"/>
                <a:gd name="connsiteX7" fmla="*/ 24092 w 26534"/>
                <a:gd name="connsiteY7" fmla="*/ 5866 h 17815"/>
                <a:gd name="connsiteX8" fmla="*/ 26291 w 26534"/>
                <a:gd name="connsiteY8" fmla="*/ 5316 h 17815"/>
                <a:gd name="connsiteX9" fmla="*/ 26475 w 26534"/>
                <a:gd name="connsiteY9" fmla="*/ 2383 h 17815"/>
                <a:gd name="connsiteX10" fmla="*/ 25191 w 26534"/>
                <a:gd name="connsiteY10" fmla="*/ 0 h 17815"/>
                <a:gd name="connsiteX11" fmla="*/ 23175 w 26534"/>
                <a:gd name="connsiteY11" fmla="*/ 1283 h 1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534" h="17815">
                  <a:moveTo>
                    <a:pt x="4478" y="14298"/>
                  </a:moveTo>
                  <a:cubicBezTo>
                    <a:pt x="5211" y="14848"/>
                    <a:pt x="4661" y="16131"/>
                    <a:pt x="3195" y="17414"/>
                  </a:cubicBezTo>
                  <a:cubicBezTo>
                    <a:pt x="1728" y="18514"/>
                    <a:pt x="1911" y="17231"/>
                    <a:pt x="445" y="15031"/>
                  </a:cubicBezTo>
                  <a:cubicBezTo>
                    <a:pt x="-1022" y="12832"/>
                    <a:pt x="1545" y="13565"/>
                    <a:pt x="2278" y="13748"/>
                  </a:cubicBezTo>
                  <a:cubicBezTo>
                    <a:pt x="2461" y="13748"/>
                    <a:pt x="3744" y="13932"/>
                    <a:pt x="4478" y="14298"/>
                  </a:cubicBezTo>
                  <a:close/>
                  <a:moveTo>
                    <a:pt x="23175" y="1283"/>
                  </a:moveTo>
                  <a:cubicBezTo>
                    <a:pt x="22258" y="2933"/>
                    <a:pt x="21525" y="3116"/>
                    <a:pt x="22442" y="3850"/>
                  </a:cubicBezTo>
                  <a:cubicBezTo>
                    <a:pt x="23358" y="4583"/>
                    <a:pt x="23358" y="5133"/>
                    <a:pt x="24092" y="5866"/>
                  </a:cubicBezTo>
                  <a:cubicBezTo>
                    <a:pt x="25008" y="6599"/>
                    <a:pt x="26291" y="7149"/>
                    <a:pt x="26291" y="5316"/>
                  </a:cubicBezTo>
                  <a:cubicBezTo>
                    <a:pt x="26291" y="3483"/>
                    <a:pt x="26291" y="3300"/>
                    <a:pt x="26475" y="2383"/>
                  </a:cubicBezTo>
                  <a:cubicBezTo>
                    <a:pt x="26658" y="1466"/>
                    <a:pt x="26475" y="183"/>
                    <a:pt x="25191" y="0"/>
                  </a:cubicBezTo>
                  <a:cubicBezTo>
                    <a:pt x="24092" y="0"/>
                    <a:pt x="22992" y="1283"/>
                    <a:pt x="23175" y="1283"/>
                  </a:cubicBezTo>
                  <a:close/>
                </a:path>
              </a:pathLst>
            </a:custGeom>
            <a:grpFill/>
            <a:ln w="1905" cap="flat">
              <a:noFill/>
              <a:prstDash val="solid"/>
              <a:miter/>
            </a:ln>
          </p:spPr>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801" b="0" i="0" u="none" strike="noStrike" kern="0" cap="none" spc="0" normalizeH="0" baseline="0" noProof="0">
                <a:ln>
                  <a:noFill/>
                </a:ln>
                <a:solidFill>
                  <a:srgbClr val="FFFFFF"/>
                </a:solidFill>
                <a:effectLst/>
                <a:uLnTx/>
                <a:uFillTx/>
                <a:latin typeface="Segoe UI"/>
                <a:ea typeface="+mn-ea"/>
                <a:cs typeface="+mn-cs"/>
              </a:endParaRPr>
            </a:p>
          </p:txBody>
        </p:sp>
        <p:sp>
          <p:nvSpPr>
            <p:cNvPr id="334" name="Vietnam">
              <a:extLst>
                <a:ext uri="{FF2B5EF4-FFF2-40B4-BE49-F238E27FC236}">
                  <a16:creationId xmlns:a16="http://schemas.microsoft.com/office/drawing/2014/main" id="{BE47F409-1759-550C-1773-42514C512F52}"/>
                </a:ext>
              </a:extLst>
            </p:cNvPr>
            <p:cNvSpPr>
              <a:spLocks noEditPoints="1"/>
            </p:cNvSpPr>
            <p:nvPr/>
          </p:nvSpPr>
          <p:spPr bwMode="auto">
            <a:xfrm>
              <a:off x="9135100" y="3132796"/>
              <a:ext cx="297970" cy="578298"/>
            </a:xfrm>
            <a:custGeom>
              <a:avLst/>
              <a:gdLst/>
              <a:ahLst/>
              <a:cxnLst>
                <a:cxn ang="0">
                  <a:pos x="56" y="26"/>
                </a:cxn>
                <a:cxn ang="0">
                  <a:pos x="45" y="140"/>
                </a:cxn>
                <a:cxn ang="0">
                  <a:pos x="42" y="141"/>
                </a:cxn>
                <a:cxn ang="0">
                  <a:pos x="41" y="145"/>
                </a:cxn>
                <a:cxn ang="0">
                  <a:pos x="43" y="161"/>
                </a:cxn>
                <a:cxn ang="0">
                  <a:pos x="54" y="155"/>
                </a:cxn>
                <a:cxn ang="0">
                  <a:pos x="56" y="23"/>
                </a:cxn>
                <a:cxn ang="0">
                  <a:pos x="47" y="142"/>
                </a:cxn>
                <a:cxn ang="0">
                  <a:pos x="84" y="118"/>
                </a:cxn>
                <a:cxn ang="0">
                  <a:pos x="81" y="121"/>
                </a:cxn>
                <a:cxn ang="0">
                  <a:pos x="82" y="125"/>
                </a:cxn>
                <a:cxn ang="0">
                  <a:pos x="78" y="134"/>
                </a:cxn>
                <a:cxn ang="0">
                  <a:pos x="66" y="142"/>
                </a:cxn>
                <a:cxn ang="0">
                  <a:pos x="62" y="142"/>
                </a:cxn>
                <a:cxn ang="0">
                  <a:pos x="58" y="144"/>
                </a:cxn>
                <a:cxn ang="0">
                  <a:pos x="58" y="147"/>
                </a:cxn>
                <a:cxn ang="0">
                  <a:pos x="49" y="143"/>
                </a:cxn>
                <a:cxn ang="0">
                  <a:pos x="53" y="138"/>
                </a:cxn>
                <a:cxn ang="0">
                  <a:pos x="55" y="129"/>
                </a:cxn>
                <a:cxn ang="0">
                  <a:pos x="64" y="122"/>
                </a:cxn>
                <a:cxn ang="0">
                  <a:pos x="63" y="103"/>
                </a:cxn>
                <a:cxn ang="0">
                  <a:pos x="64" y="90"/>
                </a:cxn>
                <a:cxn ang="0">
                  <a:pos x="60" y="82"/>
                </a:cxn>
                <a:cxn ang="0">
                  <a:pos x="52" y="75"/>
                </a:cxn>
                <a:cxn ang="0">
                  <a:pos x="40" y="60"/>
                </a:cxn>
                <a:cxn ang="0">
                  <a:pos x="32" y="51"/>
                </a:cxn>
                <a:cxn ang="0">
                  <a:pos x="23" y="41"/>
                </a:cxn>
                <a:cxn ang="0">
                  <a:pos x="30" y="35"/>
                </a:cxn>
                <a:cxn ang="0">
                  <a:pos x="23" y="27"/>
                </a:cxn>
                <a:cxn ang="0">
                  <a:pos x="14" y="28"/>
                </a:cxn>
                <a:cxn ang="0">
                  <a:pos x="9" y="22"/>
                </a:cxn>
                <a:cxn ang="0">
                  <a:pos x="3" y="14"/>
                </a:cxn>
                <a:cxn ang="0">
                  <a:pos x="6" y="8"/>
                </a:cxn>
                <a:cxn ang="0">
                  <a:pos x="14" y="7"/>
                </a:cxn>
                <a:cxn ang="0">
                  <a:pos x="25" y="5"/>
                </a:cxn>
                <a:cxn ang="0">
                  <a:pos x="33" y="4"/>
                </a:cxn>
                <a:cxn ang="0">
                  <a:pos x="44" y="8"/>
                </a:cxn>
                <a:cxn ang="0">
                  <a:pos x="47" y="16"/>
                </a:cxn>
                <a:cxn ang="0">
                  <a:pos x="57" y="20"/>
                </a:cxn>
                <a:cxn ang="0">
                  <a:pos x="55" y="21"/>
                </a:cxn>
                <a:cxn ang="0">
                  <a:pos x="52" y="24"/>
                </a:cxn>
                <a:cxn ang="0">
                  <a:pos x="49" y="26"/>
                </a:cxn>
                <a:cxn ang="0">
                  <a:pos x="46" y="26"/>
                </a:cxn>
                <a:cxn ang="0">
                  <a:pos x="45" y="30"/>
                </a:cxn>
                <a:cxn ang="0">
                  <a:pos x="44" y="35"/>
                </a:cxn>
                <a:cxn ang="0">
                  <a:pos x="40" y="41"/>
                </a:cxn>
                <a:cxn ang="0">
                  <a:pos x="39" y="49"/>
                </a:cxn>
                <a:cxn ang="0">
                  <a:pos x="48" y="59"/>
                </a:cxn>
                <a:cxn ang="0">
                  <a:pos x="50" y="64"/>
                </a:cxn>
                <a:cxn ang="0">
                  <a:pos x="61" y="75"/>
                </a:cxn>
                <a:cxn ang="0">
                  <a:pos x="66" y="79"/>
                </a:cxn>
                <a:cxn ang="0">
                  <a:pos x="70" y="84"/>
                </a:cxn>
                <a:cxn ang="0">
                  <a:pos x="76" y="91"/>
                </a:cxn>
                <a:cxn ang="0">
                  <a:pos x="80" y="101"/>
                </a:cxn>
                <a:cxn ang="0">
                  <a:pos x="82" y="109"/>
                </a:cxn>
                <a:cxn ang="0">
                  <a:pos x="83" y="117"/>
                </a:cxn>
                <a:cxn ang="0">
                  <a:pos x="34" y="145"/>
                </a:cxn>
                <a:cxn ang="0">
                  <a:pos x="81" y="141"/>
                </a:cxn>
                <a:cxn ang="0">
                  <a:pos x="54" y="27"/>
                </a:cxn>
                <a:cxn ang="0">
                  <a:pos x="57" y="146"/>
                </a:cxn>
                <a:cxn ang="0">
                  <a:pos x="61" y="142"/>
                </a:cxn>
                <a:cxn ang="0">
                  <a:pos x="49" y="29"/>
                </a:cxn>
                <a:cxn ang="0">
                  <a:pos x="54" y="26"/>
                </a:cxn>
              </a:cxnLst>
              <a:rect l="0" t="0" r="r" b="b"/>
              <a:pathLst>
                <a:path w="84" h="163">
                  <a:moveTo>
                    <a:pt x="54" y="24"/>
                  </a:moveTo>
                  <a:cubicBezTo>
                    <a:pt x="54" y="25"/>
                    <a:pt x="52" y="27"/>
                    <a:pt x="52" y="25"/>
                  </a:cubicBezTo>
                  <a:cubicBezTo>
                    <a:pt x="52" y="25"/>
                    <a:pt x="52" y="24"/>
                    <a:pt x="53" y="24"/>
                  </a:cubicBezTo>
                  <a:cubicBezTo>
                    <a:pt x="53" y="24"/>
                    <a:pt x="52" y="23"/>
                    <a:pt x="53" y="24"/>
                  </a:cubicBezTo>
                  <a:cubicBezTo>
                    <a:pt x="54" y="24"/>
                    <a:pt x="53" y="24"/>
                    <a:pt x="54" y="24"/>
                  </a:cubicBezTo>
                  <a:close/>
                  <a:moveTo>
                    <a:pt x="57" y="26"/>
                  </a:moveTo>
                  <a:cubicBezTo>
                    <a:pt x="57" y="26"/>
                    <a:pt x="56" y="26"/>
                    <a:pt x="56" y="27"/>
                  </a:cubicBezTo>
                  <a:cubicBezTo>
                    <a:pt x="57" y="27"/>
                    <a:pt x="57" y="26"/>
                    <a:pt x="57" y="26"/>
                  </a:cubicBezTo>
                  <a:close/>
                  <a:moveTo>
                    <a:pt x="56" y="27"/>
                  </a:moveTo>
                  <a:cubicBezTo>
                    <a:pt x="56" y="26"/>
                    <a:pt x="56" y="26"/>
                    <a:pt x="56" y="26"/>
                  </a:cubicBezTo>
                  <a:cubicBezTo>
                    <a:pt x="56" y="27"/>
                    <a:pt x="56" y="27"/>
                    <a:pt x="56" y="27"/>
                  </a:cubicBezTo>
                  <a:cubicBezTo>
                    <a:pt x="56" y="27"/>
                    <a:pt x="56" y="27"/>
                    <a:pt x="56" y="27"/>
                  </a:cubicBezTo>
                  <a:close/>
                  <a:moveTo>
                    <a:pt x="54" y="151"/>
                  </a:moveTo>
                  <a:cubicBezTo>
                    <a:pt x="54" y="150"/>
                    <a:pt x="53" y="149"/>
                    <a:pt x="53" y="149"/>
                  </a:cubicBezTo>
                  <a:cubicBezTo>
                    <a:pt x="51" y="147"/>
                    <a:pt x="50" y="146"/>
                    <a:pt x="48" y="144"/>
                  </a:cubicBezTo>
                  <a:cubicBezTo>
                    <a:pt x="48" y="144"/>
                    <a:pt x="47" y="143"/>
                    <a:pt x="46" y="142"/>
                  </a:cubicBezTo>
                  <a:cubicBezTo>
                    <a:pt x="46" y="141"/>
                    <a:pt x="45" y="141"/>
                    <a:pt x="45" y="141"/>
                  </a:cubicBezTo>
                  <a:cubicBezTo>
                    <a:pt x="45" y="140"/>
                    <a:pt x="44" y="140"/>
                    <a:pt x="44" y="139"/>
                  </a:cubicBezTo>
                  <a:cubicBezTo>
                    <a:pt x="44" y="139"/>
                    <a:pt x="44" y="139"/>
                    <a:pt x="44" y="139"/>
                  </a:cubicBezTo>
                  <a:cubicBezTo>
                    <a:pt x="44" y="139"/>
                    <a:pt x="45" y="140"/>
                    <a:pt x="45" y="140"/>
                  </a:cubicBezTo>
                  <a:cubicBezTo>
                    <a:pt x="45" y="140"/>
                    <a:pt x="46" y="141"/>
                    <a:pt x="46" y="141"/>
                  </a:cubicBezTo>
                  <a:cubicBezTo>
                    <a:pt x="47" y="141"/>
                    <a:pt x="46" y="139"/>
                    <a:pt x="46" y="139"/>
                  </a:cubicBezTo>
                  <a:cubicBezTo>
                    <a:pt x="45" y="139"/>
                    <a:pt x="45" y="139"/>
                    <a:pt x="45" y="138"/>
                  </a:cubicBezTo>
                  <a:cubicBezTo>
                    <a:pt x="44" y="137"/>
                    <a:pt x="44" y="137"/>
                    <a:pt x="44" y="137"/>
                  </a:cubicBezTo>
                  <a:cubicBezTo>
                    <a:pt x="44" y="137"/>
                    <a:pt x="44" y="137"/>
                    <a:pt x="44" y="137"/>
                  </a:cubicBezTo>
                  <a:cubicBezTo>
                    <a:pt x="44" y="137"/>
                    <a:pt x="44" y="137"/>
                    <a:pt x="44" y="137"/>
                  </a:cubicBezTo>
                  <a:cubicBezTo>
                    <a:pt x="44" y="137"/>
                    <a:pt x="44" y="137"/>
                    <a:pt x="44" y="137"/>
                  </a:cubicBezTo>
                  <a:cubicBezTo>
                    <a:pt x="42" y="138"/>
                    <a:pt x="44" y="139"/>
                    <a:pt x="44" y="140"/>
                  </a:cubicBezTo>
                  <a:cubicBezTo>
                    <a:pt x="43" y="140"/>
                    <a:pt x="43" y="140"/>
                    <a:pt x="43" y="140"/>
                  </a:cubicBezTo>
                  <a:cubicBezTo>
                    <a:pt x="42" y="141"/>
                    <a:pt x="42" y="141"/>
                    <a:pt x="42" y="141"/>
                  </a:cubicBezTo>
                  <a:cubicBezTo>
                    <a:pt x="41" y="142"/>
                    <a:pt x="41" y="142"/>
                    <a:pt x="40" y="142"/>
                  </a:cubicBezTo>
                  <a:cubicBezTo>
                    <a:pt x="40" y="141"/>
                    <a:pt x="40" y="141"/>
                    <a:pt x="39" y="142"/>
                  </a:cubicBezTo>
                  <a:cubicBezTo>
                    <a:pt x="39" y="142"/>
                    <a:pt x="39" y="142"/>
                    <a:pt x="39" y="142"/>
                  </a:cubicBezTo>
                  <a:cubicBezTo>
                    <a:pt x="38" y="143"/>
                    <a:pt x="38" y="143"/>
                    <a:pt x="38" y="143"/>
                  </a:cubicBezTo>
                  <a:cubicBezTo>
                    <a:pt x="38" y="144"/>
                    <a:pt x="38" y="143"/>
                    <a:pt x="38" y="143"/>
                  </a:cubicBezTo>
                  <a:cubicBezTo>
                    <a:pt x="39" y="143"/>
                    <a:pt x="38" y="143"/>
                    <a:pt x="38" y="143"/>
                  </a:cubicBezTo>
                  <a:cubicBezTo>
                    <a:pt x="39" y="144"/>
                    <a:pt x="39" y="144"/>
                    <a:pt x="39" y="144"/>
                  </a:cubicBezTo>
                  <a:cubicBezTo>
                    <a:pt x="39" y="144"/>
                    <a:pt x="39" y="144"/>
                    <a:pt x="39" y="144"/>
                  </a:cubicBezTo>
                  <a:cubicBezTo>
                    <a:pt x="39" y="145"/>
                    <a:pt x="39" y="145"/>
                    <a:pt x="39" y="145"/>
                  </a:cubicBezTo>
                  <a:cubicBezTo>
                    <a:pt x="40" y="146"/>
                    <a:pt x="40" y="145"/>
                    <a:pt x="41" y="145"/>
                  </a:cubicBezTo>
                  <a:cubicBezTo>
                    <a:pt x="41" y="145"/>
                    <a:pt x="42" y="145"/>
                    <a:pt x="42" y="146"/>
                  </a:cubicBezTo>
                  <a:cubicBezTo>
                    <a:pt x="42" y="146"/>
                    <a:pt x="42" y="146"/>
                    <a:pt x="43" y="146"/>
                  </a:cubicBezTo>
                  <a:cubicBezTo>
                    <a:pt x="44" y="146"/>
                    <a:pt x="45" y="148"/>
                    <a:pt x="45" y="149"/>
                  </a:cubicBezTo>
                  <a:cubicBezTo>
                    <a:pt x="44" y="149"/>
                    <a:pt x="44" y="148"/>
                    <a:pt x="44" y="148"/>
                  </a:cubicBezTo>
                  <a:cubicBezTo>
                    <a:pt x="43" y="149"/>
                    <a:pt x="43" y="149"/>
                    <a:pt x="43" y="150"/>
                  </a:cubicBezTo>
                  <a:cubicBezTo>
                    <a:pt x="42" y="151"/>
                    <a:pt x="42" y="153"/>
                    <a:pt x="42" y="155"/>
                  </a:cubicBezTo>
                  <a:cubicBezTo>
                    <a:pt x="42" y="156"/>
                    <a:pt x="42" y="158"/>
                    <a:pt x="42" y="159"/>
                  </a:cubicBezTo>
                  <a:cubicBezTo>
                    <a:pt x="42" y="160"/>
                    <a:pt x="42" y="160"/>
                    <a:pt x="42" y="161"/>
                  </a:cubicBezTo>
                  <a:cubicBezTo>
                    <a:pt x="43" y="161"/>
                    <a:pt x="43" y="161"/>
                    <a:pt x="44" y="160"/>
                  </a:cubicBezTo>
                  <a:cubicBezTo>
                    <a:pt x="44" y="161"/>
                    <a:pt x="44" y="161"/>
                    <a:pt x="43" y="161"/>
                  </a:cubicBezTo>
                  <a:cubicBezTo>
                    <a:pt x="43" y="161"/>
                    <a:pt x="43" y="161"/>
                    <a:pt x="43" y="162"/>
                  </a:cubicBezTo>
                  <a:cubicBezTo>
                    <a:pt x="43" y="162"/>
                    <a:pt x="44" y="162"/>
                    <a:pt x="44" y="162"/>
                  </a:cubicBezTo>
                  <a:cubicBezTo>
                    <a:pt x="44" y="162"/>
                    <a:pt x="43" y="162"/>
                    <a:pt x="43" y="162"/>
                  </a:cubicBezTo>
                  <a:cubicBezTo>
                    <a:pt x="43" y="162"/>
                    <a:pt x="42" y="163"/>
                    <a:pt x="42" y="163"/>
                  </a:cubicBezTo>
                  <a:cubicBezTo>
                    <a:pt x="43" y="163"/>
                    <a:pt x="44" y="163"/>
                    <a:pt x="45" y="163"/>
                  </a:cubicBezTo>
                  <a:cubicBezTo>
                    <a:pt x="46" y="163"/>
                    <a:pt x="46" y="162"/>
                    <a:pt x="46" y="161"/>
                  </a:cubicBezTo>
                  <a:cubicBezTo>
                    <a:pt x="47" y="161"/>
                    <a:pt x="48" y="161"/>
                    <a:pt x="48" y="160"/>
                  </a:cubicBezTo>
                  <a:cubicBezTo>
                    <a:pt x="48" y="159"/>
                    <a:pt x="48" y="158"/>
                    <a:pt x="49" y="158"/>
                  </a:cubicBezTo>
                  <a:cubicBezTo>
                    <a:pt x="49" y="157"/>
                    <a:pt x="50" y="157"/>
                    <a:pt x="50" y="156"/>
                  </a:cubicBezTo>
                  <a:cubicBezTo>
                    <a:pt x="52" y="156"/>
                    <a:pt x="53" y="155"/>
                    <a:pt x="54" y="155"/>
                  </a:cubicBezTo>
                  <a:cubicBezTo>
                    <a:pt x="54" y="155"/>
                    <a:pt x="55" y="155"/>
                    <a:pt x="55" y="154"/>
                  </a:cubicBezTo>
                  <a:cubicBezTo>
                    <a:pt x="56" y="154"/>
                    <a:pt x="55" y="154"/>
                    <a:pt x="55" y="154"/>
                  </a:cubicBezTo>
                  <a:cubicBezTo>
                    <a:pt x="55" y="154"/>
                    <a:pt x="56" y="153"/>
                    <a:pt x="56" y="153"/>
                  </a:cubicBezTo>
                  <a:cubicBezTo>
                    <a:pt x="56" y="152"/>
                    <a:pt x="55" y="152"/>
                    <a:pt x="54" y="151"/>
                  </a:cubicBezTo>
                  <a:close/>
                  <a:moveTo>
                    <a:pt x="56" y="22"/>
                  </a:moveTo>
                  <a:cubicBezTo>
                    <a:pt x="56" y="22"/>
                    <a:pt x="56" y="22"/>
                    <a:pt x="57" y="22"/>
                  </a:cubicBezTo>
                  <a:cubicBezTo>
                    <a:pt x="57" y="22"/>
                    <a:pt x="56" y="22"/>
                    <a:pt x="56" y="23"/>
                  </a:cubicBezTo>
                  <a:cubicBezTo>
                    <a:pt x="56" y="23"/>
                    <a:pt x="58" y="22"/>
                    <a:pt x="58" y="22"/>
                  </a:cubicBezTo>
                  <a:cubicBezTo>
                    <a:pt x="57" y="22"/>
                    <a:pt x="56" y="22"/>
                    <a:pt x="56" y="22"/>
                  </a:cubicBezTo>
                  <a:close/>
                  <a:moveTo>
                    <a:pt x="56" y="23"/>
                  </a:moveTo>
                  <a:cubicBezTo>
                    <a:pt x="56" y="23"/>
                    <a:pt x="55" y="23"/>
                    <a:pt x="55" y="23"/>
                  </a:cubicBezTo>
                  <a:cubicBezTo>
                    <a:pt x="55" y="23"/>
                    <a:pt x="56" y="23"/>
                    <a:pt x="56" y="23"/>
                  </a:cubicBezTo>
                  <a:close/>
                  <a:moveTo>
                    <a:pt x="58" y="149"/>
                  </a:moveTo>
                  <a:cubicBezTo>
                    <a:pt x="57" y="148"/>
                    <a:pt x="56" y="147"/>
                    <a:pt x="56" y="147"/>
                  </a:cubicBezTo>
                  <a:cubicBezTo>
                    <a:pt x="55" y="146"/>
                    <a:pt x="55" y="145"/>
                    <a:pt x="54" y="145"/>
                  </a:cubicBezTo>
                  <a:cubicBezTo>
                    <a:pt x="53" y="145"/>
                    <a:pt x="52" y="145"/>
                    <a:pt x="51" y="144"/>
                  </a:cubicBezTo>
                  <a:cubicBezTo>
                    <a:pt x="51" y="144"/>
                    <a:pt x="50" y="143"/>
                    <a:pt x="49" y="143"/>
                  </a:cubicBezTo>
                  <a:cubicBezTo>
                    <a:pt x="49" y="143"/>
                    <a:pt x="48" y="142"/>
                    <a:pt x="48" y="142"/>
                  </a:cubicBezTo>
                  <a:cubicBezTo>
                    <a:pt x="48" y="142"/>
                    <a:pt x="47" y="141"/>
                    <a:pt x="46" y="141"/>
                  </a:cubicBezTo>
                  <a:cubicBezTo>
                    <a:pt x="46" y="142"/>
                    <a:pt x="47" y="142"/>
                    <a:pt x="47" y="142"/>
                  </a:cubicBezTo>
                  <a:cubicBezTo>
                    <a:pt x="48" y="143"/>
                    <a:pt x="48" y="143"/>
                    <a:pt x="48" y="144"/>
                  </a:cubicBezTo>
                  <a:cubicBezTo>
                    <a:pt x="48" y="144"/>
                    <a:pt x="49" y="145"/>
                    <a:pt x="50" y="146"/>
                  </a:cubicBezTo>
                  <a:cubicBezTo>
                    <a:pt x="50" y="146"/>
                    <a:pt x="51" y="147"/>
                    <a:pt x="52" y="147"/>
                  </a:cubicBezTo>
                  <a:cubicBezTo>
                    <a:pt x="52" y="148"/>
                    <a:pt x="53" y="148"/>
                    <a:pt x="53" y="149"/>
                  </a:cubicBezTo>
                  <a:cubicBezTo>
                    <a:pt x="54" y="150"/>
                    <a:pt x="54" y="150"/>
                    <a:pt x="55" y="151"/>
                  </a:cubicBezTo>
                  <a:cubicBezTo>
                    <a:pt x="55" y="151"/>
                    <a:pt x="56" y="152"/>
                    <a:pt x="57" y="152"/>
                  </a:cubicBezTo>
                  <a:cubicBezTo>
                    <a:pt x="57" y="152"/>
                    <a:pt x="58" y="153"/>
                    <a:pt x="59" y="152"/>
                  </a:cubicBezTo>
                  <a:cubicBezTo>
                    <a:pt x="59" y="151"/>
                    <a:pt x="59" y="150"/>
                    <a:pt x="59" y="150"/>
                  </a:cubicBezTo>
                  <a:cubicBezTo>
                    <a:pt x="58" y="150"/>
                    <a:pt x="58" y="149"/>
                    <a:pt x="58" y="149"/>
                  </a:cubicBezTo>
                  <a:close/>
                  <a:moveTo>
                    <a:pt x="84" y="118"/>
                  </a:moveTo>
                  <a:cubicBezTo>
                    <a:pt x="84" y="118"/>
                    <a:pt x="84" y="119"/>
                    <a:pt x="84" y="119"/>
                  </a:cubicBezTo>
                  <a:cubicBezTo>
                    <a:pt x="84" y="119"/>
                    <a:pt x="84" y="118"/>
                    <a:pt x="84" y="118"/>
                  </a:cubicBezTo>
                  <a:cubicBezTo>
                    <a:pt x="83" y="118"/>
                    <a:pt x="83" y="118"/>
                    <a:pt x="83" y="118"/>
                  </a:cubicBezTo>
                  <a:cubicBezTo>
                    <a:pt x="83" y="118"/>
                    <a:pt x="83" y="117"/>
                    <a:pt x="83" y="117"/>
                  </a:cubicBezTo>
                  <a:cubicBezTo>
                    <a:pt x="83" y="117"/>
                    <a:pt x="81" y="118"/>
                    <a:pt x="82" y="119"/>
                  </a:cubicBezTo>
                  <a:cubicBezTo>
                    <a:pt x="82" y="119"/>
                    <a:pt x="82" y="119"/>
                    <a:pt x="82" y="119"/>
                  </a:cubicBezTo>
                  <a:cubicBezTo>
                    <a:pt x="82" y="119"/>
                    <a:pt x="83" y="121"/>
                    <a:pt x="83" y="121"/>
                  </a:cubicBezTo>
                  <a:cubicBezTo>
                    <a:pt x="83" y="122"/>
                    <a:pt x="82" y="120"/>
                    <a:pt x="82" y="120"/>
                  </a:cubicBezTo>
                  <a:cubicBezTo>
                    <a:pt x="81" y="120"/>
                    <a:pt x="81" y="121"/>
                    <a:pt x="82" y="121"/>
                  </a:cubicBezTo>
                  <a:cubicBezTo>
                    <a:pt x="81" y="121"/>
                    <a:pt x="81" y="121"/>
                    <a:pt x="81" y="121"/>
                  </a:cubicBezTo>
                  <a:cubicBezTo>
                    <a:pt x="81" y="121"/>
                    <a:pt x="83" y="123"/>
                    <a:pt x="82" y="122"/>
                  </a:cubicBezTo>
                  <a:cubicBezTo>
                    <a:pt x="82" y="123"/>
                    <a:pt x="82" y="123"/>
                    <a:pt x="82" y="123"/>
                  </a:cubicBezTo>
                  <a:cubicBezTo>
                    <a:pt x="82" y="123"/>
                    <a:pt x="82" y="123"/>
                    <a:pt x="82" y="123"/>
                  </a:cubicBezTo>
                  <a:cubicBezTo>
                    <a:pt x="82" y="123"/>
                    <a:pt x="82" y="124"/>
                    <a:pt x="82" y="125"/>
                  </a:cubicBezTo>
                  <a:cubicBezTo>
                    <a:pt x="82" y="125"/>
                    <a:pt x="83" y="125"/>
                    <a:pt x="83" y="126"/>
                  </a:cubicBezTo>
                  <a:cubicBezTo>
                    <a:pt x="83" y="126"/>
                    <a:pt x="83" y="126"/>
                    <a:pt x="83" y="126"/>
                  </a:cubicBezTo>
                  <a:cubicBezTo>
                    <a:pt x="83" y="127"/>
                    <a:pt x="83" y="127"/>
                    <a:pt x="83" y="127"/>
                  </a:cubicBezTo>
                  <a:cubicBezTo>
                    <a:pt x="83" y="127"/>
                    <a:pt x="83" y="126"/>
                    <a:pt x="82" y="126"/>
                  </a:cubicBezTo>
                  <a:cubicBezTo>
                    <a:pt x="82" y="126"/>
                    <a:pt x="82" y="124"/>
                    <a:pt x="82" y="124"/>
                  </a:cubicBezTo>
                  <a:cubicBezTo>
                    <a:pt x="82" y="124"/>
                    <a:pt x="82" y="125"/>
                    <a:pt x="82" y="125"/>
                  </a:cubicBezTo>
                  <a:cubicBezTo>
                    <a:pt x="82" y="126"/>
                    <a:pt x="82" y="126"/>
                    <a:pt x="82" y="127"/>
                  </a:cubicBezTo>
                  <a:cubicBezTo>
                    <a:pt x="82" y="128"/>
                    <a:pt x="82" y="127"/>
                    <a:pt x="82" y="127"/>
                  </a:cubicBezTo>
                  <a:cubicBezTo>
                    <a:pt x="82" y="127"/>
                    <a:pt x="83" y="128"/>
                    <a:pt x="83" y="128"/>
                  </a:cubicBezTo>
                  <a:cubicBezTo>
                    <a:pt x="83" y="128"/>
                    <a:pt x="83" y="128"/>
                    <a:pt x="83" y="129"/>
                  </a:cubicBezTo>
                  <a:cubicBezTo>
                    <a:pt x="82" y="129"/>
                    <a:pt x="82" y="130"/>
                    <a:pt x="82" y="130"/>
                  </a:cubicBezTo>
                  <a:cubicBezTo>
                    <a:pt x="82" y="130"/>
                    <a:pt x="81" y="129"/>
                    <a:pt x="81" y="129"/>
                  </a:cubicBezTo>
                  <a:cubicBezTo>
                    <a:pt x="81" y="130"/>
                    <a:pt x="82" y="130"/>
                    <a:pt x="81" y="130"/>
                  </a:cubicBezTo>
                  <a:cubicBezTo>
                    <a:pt x="81" y="131"/>
                    <a:pt x="81" y="132"/>
                    <a:pt x="81" y="132"/>
                  </a:cubicBezTo>
                  <a:cubicBezTo>
                    <a:pt x="81" y="134"/>
                    <a:pt x="79" y="132"/>
                    <a:pt x="79" y="134"/>
                  </a:cubicBezTo>
                  <a:cubicBezTo>
                    <a:pt x="79" y="134"/>
                    <a:pt x="79" y="134"/>
                    <a:pt x="78" y="134"/>
                  </a:cubicBezTo>
                  <a:cubicBezTo>
                    <a:pt x="77" y="134"/>
                    <a:pt x="77" y="135"/>
                    <a:pt x="76" y="135"/>
                  </a:cubicBezTo>
                  <a:cubicBezTo>
                    <a:pt x="76" y="136"/>
                    <a:pt x="76" y="136"/>
                    <a:pt x="76" y="136"/>
                  </a:cubicBezTo>
                  <a:cubicBezTo>
                    <a:pt x="76" y="136"/>
                    <a:pt x="76" y="136"/>
                    <a:pt x="76" y="136"/>
                  </a:cubicBezTo>
                  <a:cubicBezTo>
                    <a:pt x="75" y="136"/>
                    <a:pt x="75" y="137"/>
                    <a:pt x="75" y="137"/>
                  </a:cubicBezTo>
                  <a:cubicBezTo>
                    <a:pt x="74" y="137"/>
                    <a:pt x="74" y="137"/>
                    <a:pt x="73" y="137"/>
                  </a:cubicBezTo>
                  <a:cubicBezTo>
                    <a:pt x="72" y="137"/>
                    <a:pt x="72" y="138"/>
                    <a:pt x="72" y="139"/>
                  </a:cubicBezTo>
                  <a:cubicBezTo>
                    <a:pt x="72" y="139"/>
                    <a:pt x="72" y="140"/>
                    <a:pt x="71" y="139"/>
                  </a:cubicBezTo>
                  <a:cubicBezTo>
                    <a:pt x="70" y="139"/>
                    <a:pt x="70" y="140"/>
                    <a:pt x="69" y="141"/>
                  </a:cubicBezTo>
                  <a:cubicBezTo>
                    <a:pt x="68" y="141"/>
                    <a:pt x="68" y="142"/>
                    <a:pt x="67" y="142"/>
                  </a:cubicBezTo>
                  <a:cubicBezTo>
                    <a:pt x="67" y="142"/>
                    <a:pt x="66" y="142"/>
                    <a:pt x="66" y="142"/>
                  </a:cubicBezTo>
                  <a:cubicBezTo>
                    <a:pt x="66" y="143"/>
                    <a:pt x="66" y="143"/>
                    <a:pt x="65" y="143"/>
                  </a:cubicBezTo>
                  <a:cubicBezTo>
                    <a:pt x="65" y="143"/>
                    <a:pt x="64" y="143"/>
                    <a:pt x="64" y="143"/>
                  </a:cubicBezTo>
                  <a:cubicBezTo>
                    <a:pt x="64" y="143"/>
                    <a:pt x="64" y="144"/>
                    <a:pt x="63" y="144"/>
                  </a:cubicBezTo>
                  <a:cubicBezTo>
                    <a:pt x="63" y="143"/>
                    <a:pt x="64" y="143"/>
                    <a:pt x="64" y="143"/>
                  </a:cubicBezTo>
                  <a:cubicBezTo>
                    <a:pt x="63" y="143"/>
                    <a:pt x="63" y="142"/>
                    <a:pt x="63" y="142"/>
                  </a:cubicBezTo>
                  <a:cubicBezTo>
                    <a:pt x="63" y="142"/>
                    <a:pt x="63" y="140"/>
                    <a:pt x="62" y="140"/>
                  </a:cubicBezTo>
                  <a:cubicBezTo>
                    <a:pt x="63" y="140"/>
                    <a:pt x="63" y="141"/>
                    <a:pt x="63" y="142"/>
                  </a:cubicBezTo>
                  <a:cubicBezTo>
                    <a:pt x="63" y="142"/>
                    <a:pt x="62" y="141"/>
                    <a:pt x="62" y="141"/>
                  </a:cubicBezTo>
                  <a:cubicBezTo>
                    <a:pt x="62" y="141"/>
                    <a:pt x="63" y="142"/>
                    <a:pt x="63" y="142"/>
                  </a:cubicBezTo>
                  <a:cubicBezTo>
                    <a:pt x="63" y="142"/>
                    <a:pt x="62" y="142"/>
                    <a:pt x="62" y="142"/>
                  </a:cubicBezTo>
                  <a:cubicBezTo>
                    <a:pt x="62" y="142"/>
                    <a:pt x="62" y="141"/>
                    <a:pt x="61" y="140"/>
                  </a:cubicBezTo>
                  <a:cubicBezTo>
                    <a:pt x="61" y="140"/>
                    <a:pt x="59" y="139"/>
                    <a:pt x="60" y="141"/>
                  </a:cubicBezTo>
                  <a:cubicBezTo>
                    <a:pt x="60" y="141"/>
                    <a:pt x="60" y="142"/>
                    <a:pt x="60" y="142"/>
                  </a:cubicBezTo>
                  <a:cubicBezTo>
                    <a:pt x="59" y="143"/>
                    <a:pt x="59" y="142"/>
                    <a:pt x="59" y="142"/>
                  </a:cubicBezTo>
                  <a:cubicBezTo>
                    <a:pt x="59" y="143"/>
                    <a:pt x="58" y="142"/>
                    <a:pt x="58" y="142"/>
                  </a:cubicBezTo>
                  <a:cubicBezTo>
                    <a:pt x="58" y="142"/>
                    <a:pt x="59" y="143"/>
                    <a:pt x="59" y="142"/>
                  </a:cubicBezTo>
                  <a:cubicBezTo>
                    <a:pt x="59" y="143"/>
                    <a:pt x="60" y="143"/>
                    <a:pt x="60" y="143"/>
                  </a:cubicBezTo>
                  <a:cubicBezTo>
                    <a:pt x="60" y="142"/>
                    <a:pt x="60" y="143"/>
                    <a:pt x="60" y="143"/>
                  </a:cubicBezTo>
                  <a:cubicBezTo>
                    <a:pt x="61" y="144"/>
                    <a:pt x="61" y="145"/>
                    <a:pt x="60" y="144"/>
                  </a:cubicBezTo>
                  <a:cubicBezTo>
                    <a:pt x="59" y="144"/>
                    <a:pt x="59" y="144"/>
                    <a:pt x="58" y="144"/>
                  </a:cubicBezTo>
                  <a:cubicBezTo>
                    <a:pt x="58" y="144"/>
                    <a:pt x="57" y="144"/>
                    <a:pt x="57" y="144"/>
                  </a:cubicBezTo>
                  <a:cubicBezTo>
                    <a:pt x="56" y="144"/>
                    <a:pt x="55" y="144"/>
                    <a:pt x="55" y="144"/>
                  </a:cubicBezTo>
                  <a:cubicBezTo>
                    <a:pt x="54" y="144"/>
                    <a:pt x="54" y="144"/>
                    <a:pt x="53" y="144"/>
                  </a:cubicBezTo>
                  <a:cubicBezTo>
                    <a:pt x="53" y="144"/>
                    <a:pt x="53" y="144"/>
                    <a:pt x="53" y="144"/>
                  </a:cubicBezTo>
                  <a:cubicBezTo>
                    <a:pt x="53" y="144"/>
                    <a:pt x="53" y="144"/>
                    <a:pt x="53" y="144"/>
                  </a:cubicBezTo>
                  <a:cubicBezTo>
                    <a:pt x="54" y="145"/>
                    <a:pt x="54" y="144"/>
                    <a:pt x="54" y="144"/>
                  </a:cubicBezTo>
                  <a:cubicBezTo>
                    <a:pt x="55" y="145"/>
                    <a:pt x="55" y="145"/>
                    <a:pt x="55" y="145"/>
                  </a:cubicBezTo>
                  <a:cubicBezTo>
                    <a:pt x="55" y="145"/>
                    <a:pt x="55" y="145"/>
                    <a:pt x="56" y="145"/>
                  </a:cubicBezTo>
                  <a:cubicBezTo>
                    <a:pt x="56" y="145"/>
                    <a:pt x="56" y="145"/>
                    <a:pt x="57" y="146"/>
                  </a:cubicBezTo>
                  <a:cubicBezTo>
                    <a:pt x="57" y="146"/>
                    <a:pt x="57" y="147"/>
                    <a:pt x="58" y="147"/>
                  </a:cubicBezTo>
                  <a:cubicBezTo>
                    <a:pt x="58" y="147"/>
                    <a:pt x="59" y="148"/>
                    <a:pt x="59" y="148"/>
                  </a:cubicBezTo>
                  <a:cubicBezTo>
                    <a:pt x="60" y="148"/>
                    <a:pt x="60" y="149"/>
                    <a:pt x="60" y="149"/>
                  </a:cubicBezTo>
                  <a:cubicBezTo>
                    <a:pt x="60" y="149"/>
                    <a:pt x="60" y="149"/>
                    <a:pt x="60" y="149"/>
                  </a:cubicBezTo>
                  <a:cubicBezTo>
                    <a:pt x="59" y="150"/>
                    <a:pt x="58" y="148"/>
                    <a:pt x="57" y="148"/>
                  </a:cubicBezTo>
                  <a:cubicBezTo>
                    <a:pt x="56" y="147"/>
                    <a:pt x="55" y="145"/>
                    <a:pt x="53" y="145"/>
                  </a:cubicBezTo>
                  <a:cubicBezTo>
                    <a:pt x="53" y="145"/>
                    <a:pt x="53" y="144"/>
                    <a:pt x="53" y="144"/>
                  </a:cubicBezTo>
                  <a:cubicBezTo>
                    <a:pt x="53" y="144"/>
                    <a:pt x="52" y="144"/>
                    <a:pt x="52" y="144"/>
                  </a:cubicBezTo>
                  <a:cubicBezTo>
                    <a:pt x="52" y="144"/>
                    <a:pt x="52" y="144"/>
                    <a:pt x="52" y="144"/>
                  </a:cubicBezTo>
                  <a:cubicBezTo>
                    <a:pt x="52" y="144"/>
                    <a:pt x="51" y="144"/>
                    <a:pt x="51" y="144"/>
                  </a:cubicBezTo>
                  <a:cubicBezTo>
                    <a:pt x="50" y="143"/>
                    <a:pt x="50" y="143"/>
                    <a:pt x="49" y="143"/>
                  </a:cubicBezTo>
                  <a:cubicBezTo>
                    <a:pt x="49" y="142"/>
                    <a:pt x="49" y="142"/>
                    <a:pt x="48" y="142"/>
                  </a:cubicBezTo>
                  <a:cubicBezTo>
                    <a:pt x="47" y="141"/>
                    <a:pt x="47" y="140"/>
                    <a:pt x="46" y="139"/>
                  </a:cubicBezTo>
                  <a:cubicBezTo>
                    <a:pt x="46" y="138"/>
                    <a:pt x="45" y="139"/>
                    <a:pt x="45" y="137"/>
                  </a:cubicBezTo>
                  <a:cubicBezTo>
                    <a:pt x="45" y="137"/>
                    <a:pt x="46" y="138"/>
                    <a:pt x="46" y="138"/>
                  </a:cubicBezTo>
                  <a:cubicBezTo>
                    <a:pt x="46" y="138"/>
                    <a:pt x="47" y="137"/>
                    <a:pt x="47" y="137"/>
                  </a:cubicBezTo>
                  <a:cubicBezTo>
                    <a:pt x="47" y="137"/>
                    <a:pt x="47" y="137"/>
                    <a:pt x="48" y="137"/>
                  </a:cubicBezTo>
                  <a:cubicBezTo>
                    <a:pt x="49" y="137"/>
                    <a:pt x="50" y="136"/>
                    <a:pt x="50" y="136"/>
                  </a:cubicBezTo>
                  <a:cubicBezTo>
                    <a:pt x="51" y="136"/>
                    <a:pt x="51" y="138"/>
                    <a:pt x="51" y="138"/>
                  </a:cubicBezTo>
                  <a:cubicBezTo>
                    <a:pt x="52" y="138"/>
                    <a:pt x="52" y="138"/>
                    <a:pt x="52" y="138"/>
                  </a:cubicBezTo>
                  <a:cubicBezTo>
                    <a:pt x="53" y="138"/>
                    <a:pt x="53" y="138"/>
                    <a:pt x="53" y="138"/>
                  </a:cubicBezTo>
                  <a:cubicBezTo>
                    <a:pt x="53" y="139"/>
                    <a:pt x="54" y="139"/>
                    <a:pt x="54" y="139"/>
                  </a:cubicBezTo>
                  <a:cubicBezTo>
                    <a:pt x="54" y="138"/>
                    <a:pt x="53" y="137"/>
                    <a:pt x="54" y="137"/>
                  </a:cubicBezTo>
                  <a:cubicBezTo>
                    <a:pt x="55" y="137"/>
                    <a:pt x="54" y="135"/>
                    <a:pt x="53" y="136"/>
                  </a:cubicBezTo>
                  <a:cubicBezTo>
                    <a:pt x="53" y="136"/>
                    <a:pt x="52" y="134"/>
                    <a:pt x="52" y="134"/>
                  </a:cubicBezTo>
                  <a:cubicBezTo>
                    <a:pt x="51" y="134"/>
                    <a:pt x="51" y="133"/>
                    <a:pt x="51" y="132"/>
                  </a:cubicBezTo>
                  <a:cubicBezTo>
                    <a:pt x="51" y="132"/>
                    <a:pt x="51" y="131"/>
                    <a:pt x="51" y="131"/>
                  </a:cubicBezTo>
                  <a:cubicBezTo>
                    <a:pt x="51" y="130"/>
                    <a:pt x="50" y="130"/>
                    <a:pt x="50" y="130"/>
                  </a:cubicBezTo>
                  <a:cubicBezTo>
                    <a:pt x="50" y="129"/>
                    <a:pt x="51" y="130"/>
                    <a:pt x="52" y="129"/>
                  </a:cubicBezTo>
                  <a:cubicBezTo>
                    <a:pt x="52" y="128"/>
                    <a:pt x="53" y="128"/>
                    <a:pt x="54" y="128"/>
                  </a:cubicBezTo>
                  <a:cubicBezTo>
                    <a:pt x="54" y="128"/>
                    <a:pt x="54" y="129"/>
                    <a:pt x="55" y="129"/>
                  </a:cubicBezTo>
                  <a:cubicBezTo>
                    <a:pt x="56" y="129"/>
                    <a:pt x="56" y="129"/>
                    <a:pt x="56" y="129"/>
                  </a:cubicBezTo>
                  <a:cubicBezTo>
                    <a:pt x="56" y="129"/>
                    <a:pt x="56" y="128"/>
                    <a:pt x="56" y="128"/>
                  </a:cubicBezTo>
                  <a:cubicBezTo>
                    <a:pt x="56" y="127"/>
                    <a:pt x="56" y="127"/>
                    <a:pt x="56" y="126"/>
                  </a:cubicBezTo>
                  <a:cubicBezTo>
                    <a:pt x="56" y="126"/>
                    <a:pt x="56" y="125"/>
                    <a:pt x="56" y="126"/>
                  </a:cubicBezTo>
                  <a:cubicBezTo>
                    <a:pt x="56" y="126"/>
                    <a:pt x="57" y="126"/>
                    <a:pt x="58" y="126"/>
                  </a:cubicBezTo>
                  <a:cubicBezTo>
                    <a:pt x="58" y="126"/>
                    <a:pt x="58" y="126"/>
                    <a:pt x="58" y="126"/>
                  </a:cubicBezTo>
                  <a:cubicBezTo>
                    <a:pt x="59" y="125"/>
                    <a:pt x="59" y="125"/>
                    <a:pt x="59" y="125"/>
                  </a:cubicBezTo>
                  <a:cubicBezTo>
                    <a:pt x="60" y="124"/>
                    <a:pt x="61" y="125"/>
                    <a:pt x="61" y="124"/>
                  </a:cubicBezTo>
                  <a:cubicBezTo>
                    <a:pt x="62" y="124"/>
                    <a:pt x="62" y="123"/>
                    <a:pt x="62" y="122"/>
                  </a:cubicBezTo>
                  <a:cubicBezTo>
                    <a:pt x="62" y="122"/>
                    <a:pt x="63" y="122"/>
                    <a:pt x="64" y="122"/>
                  </a:cubicBezTo>
                  <a:cubicBezTo>
                    <a:pt x="64" y="122"/>
                    <a:pt x="64" y="122"/>
                    <a:pt x="65" y="122"/>
                  </a:cubicBezTo>
                  <a:cubicBezTo>
                    <a:pt x="65" y="123"/>
                    <a:pt x="66" y="121"/>
                    <a:pt x="66" y="121"/>
                  </a:cubicBezTo>
                  <a:cubicBezTo>
                    <a:pt x="66" y="119"/>
                    <a:pt x="66" y="118"/>
                    <a:pt x="66" y="116"/>
                  </a:cubicBezTo>
                  <a:cubicBezTo>
                    <a:pt x="65" y="115"/>
                    <a:pt x="64" y="114"/>
                    <a:pt x="65" y="113"/>
                  </a:cubicBezTo>
                  <a:cubicBezTo>
                    <a:pt x="65" y="113"/>
                    <a:pt x="65" y="112"/>
                    <a:pt x="65" y="112"/>
                  </a:cubicBezTo>
                  <a:cubicBezTo>
                    <a:pt x="66" y="111"/>
                    <a:pt x="66" y="110"/>
                    <a:pt x="66" y="109"/>
                  </a:cubicBezTo>
                  <a:cubicBezTo>
                    <a:pt x="65" y="108"/>
                    <a:pt x="65" y="107"/>
                    <a:pt x="64" y="107"/>
                  </a:cubicBezTo>
                  <a:cubicBezTo>
                    <a:pt x="64" y="106"/>
                    <a:pt x="64" y="106"/>
                    <a:pt x="64" y="105"/>
                  </a:cubicBezTo>
                  <a:cubicBezTo>
                    <a:pt x="64" y="105"/>
                    <a:pt x="64" y="104"/>
                    <a:pt x="63" y="104"/>
                  </a:cubicBezTo>
                  <a:cubicBezTo>
                    <a:pt x="63" y="103"/>
                    <a:pt x="63" y="104"/>
                    <a:pt x="63" y="103"/>
                  </a:cubicBezTo>
                  <a:cubicBezTo>
                    <a:pt x="62" y="102"/>
                    <a:pt x="62" y="102"/>
                    <a:pt x="62" y="101"/>
                  </a:cubicBezTo>
                  <a:cubicBezTo>
                    <a:pt x="62" y="100"/>
                    <a:pt x="62" y="100"/>
                    <a:pt x="62" y="99"/>
                  </a:cubicBezTo>
                  <a:cubicBezTo>
                    <a:pt x="62" y="99"/>
                    <a:pt x="62" y="98"/>
                    <a:pt x="63" y="99"/>
                  </a:cubicBezTo>
                  <a:cubicBezTo>
                    <a:pt x="63" y="99"/>
                    <a:pt x="63" y="97"/>
                    <a:pt x="63" y="97"/>
                  </a:cubicBezTo>
                  <a:cubicBezTo>
                    <a:pt x="63" y="97"/>
                    <a:pt x="64" y="96"/>
                    <a:pt x="63" y="96"/>
                  </a:cubicBezTo>
                  <a:cubicBezTo>
                    <a:pt x="63" y="95"/>
                    <a:pt x="63" y="95"/>
                    <a:pt x="63" y="94"/>
                  </a:cubicBezTo>
                  <a:cubicBezTo>
                    <a:pt x="64" y="93"/>
                    <a:pt x="62" y="93"/>
                    <a:pt x="62" y="92"/>
                  </a:cubicBezTo>
                  <a:cubicBezTo>
                    <a:pt x="62" y="92"/>
                    <a:pt x="63" y="92"/>
                    <a:pt x="64" y="92"/>
                  </a:cubicBezTo>
                  <a:cubicBezTo>
                    <a:pt x="64" y="91"/>
                    <a:pt x="64" y="91"/>
                    <a:pt x="64" y="90"/>
                  </a:cubicBezTo>
                  <a:cubicBezTo>
                    <a:pt x="64" y="90"/>
                    <a:pt x="64" y="90"/>
                    <a:pt x="64" y="90"/>
                  </a:cubicBezTo>
                  <a:cubicBezTo>
                    <a:pt x="64" y="89"/>
                    <a:pt x="63" y="89"/>
                    <a:pt x="63" y="89"/>
                  </a:cubicBezTo>
                  <a:cubicBezTo>
                    <a:pt x="63" y="88"/>
                    <a:pt x="63" y="88"/>
                    <a:pt x="63" y="88"/>
                  </a:cubicBezTo>
                  <a:cubicBezTo>
                    <a:pt x="63" y="88"/>
                    <a:pt x="63" y="88"/>
                    <a:pt x="62" y="88"/>
                  </a:cubicBezTo>
                  <a:cubicBezTo>
                    <a:pt x="62" y="88"/>
                    <a:pt x="62" y="87"/>
                    <a:pt x="62" y="87"/>
                  </a:cubicBezTo>
                  <a:cubicBezTo>
                    <a:pt x="61" y="87"/>
                    <a:pt x="61" y="87"/>
                    <a:pt x="61" y="87"/>
                  </a:cubicBezTo>
                  <a:cubicBezTo>
                    <a:pt x="60" y="87"/>
                    <a:pt x="60" y="86"/>
                    <a:pt x="60" y="86"/>
                  </a:cubicBezTo>
                  <a:cubicBezTo>
                    <a:pt x="59" y="85"/>
                    <a:pt x="60" y="85"/>
                    <a:pt x="59" y="84"/>
                  </a:cubicBezTo>
                  <a:cubicBezTo>
                    <a:pt x="59" y="84"/>
                    <a:pt x="58" y="84"/>
                    <a:pt x="58" y="84"/>
                  </a:cubicBezTo>
                  <a:cubicBezTo>
                    <a:pt x="58" y="83"/>
                    <a:pt x="58" y="83"/>
                    <a:pt x="59" y="83"/>
                  </a:cubicBezTo>
                  <a:cubicBezTo>
                    <a:pt x="59" y="83"/>
                    <a:pt x="60" y="82"/>
                    <a:pt x="60" y="82"/>
                  </a:cubicBezTo>
                  <a:cubicBezTo>
                    <a:pt x="61" y="82"/>
                    <a:pt x="61" y="80"/>
                    <a:pt x="60" y="81"/>
                  </a:cubicBezTo>
                  <a:cubicBezTo>
                    <a:pt x="60" y="81"/>
                    <a:pt x="59" y="81"/>
                    <a:pt x="59" y="80"/>
                  </a:cubicBezTo>
                  <a:cubicBezTo>
                    <a:pt x="59" y="80"/>
                    <a:pt x="58" y="80"/>
                    <a:pt x="58" y="80"/>
                  </a:cubicBezTo>
                  <a:cubicBezTo>
                    <a:pt x="57" y="79"/>
                    <a:pt x="58" y="79"/>
                    <a:pt x="57" y="78"/>
                  </a:cubicBezTo>
                  <a:cubicBezTo>
                    <a:pt x="57" y="78"/>
                    <a:pt x="56" y="78"/>
                    <a:pt x="56" y="78"/>
                  </a:cubicBezTo>
                  <a:cubicBezTo>
                    <a:pt x="56" y="78"/>
                    <a:pt x="55" y="77"/>
                    <a:pt x="55" y="77"/>
                  </a:cubicBezTo>
                  <a:cubicBezTo>
                    <a:pt x="55" y="77"/>
                    <a:pt x="55" y="76"/>
                    <a:pt x="55" y="76"/>
                  </a:cubicBezTo>
                  <a:cubicBezTo>
                    <a:pt x="55" y="75"/>
                    <a:pt x="54" y="76"/>
                    <a:pt x="54" y="76"/>
                  </a:cubicBezTo>
                  <a:cubicBezTo>
                    <a:pt x="54" y="76"/>
                    <a:pt x="54" y="77"/>
                    <a:pt x="53" y="77"/>
                  </a:cubicBezTo>
                  <a:cubicBezTo>
                    <a:pt x="53" y="76"/>
                    <a:pt x="52" y="76"/>
                    <a:pt x="52" y="75"/>
                  </a:cubicBezTo>
                  <a:cubicBezTo>
                    <a:pt x="52" y="75"/>
                    <a:pt x="52" y="75"/>
                    <a:pt x="51" y="74"/>
                  </a:cubicBezTo>
                  <a:cubicBezTo>
                    <a:pt x="51" y="73"/>
                    <a:pt x="51" y="72"/>
                    <a:pt x="51" y="70"/>
                  </a:cubicBezTo>
                  <a:cubicBezTo>
                    <a:pt x="50" y="71"/>
                    <a:pt x="50" y="70"/>
                    <a:pt x="49" y="70"/>
                  </a:cubicBezTo>
                  <a:cubicBezTo>
                    <a:pt x="49" y="69"/>
                    <a:pt x="49" y="69"/>
                    <a:pt x="48" y="68"/>
                  </a:cubicBezTo>
                  <a:cubicBezTo>
                    <a:pt x="48" y="68"/>
                    <a:pt x="48" y="68"/>
                    <a:pt x="48" y="67"/>
                  </a:cubicBezTo>
                  <a:cubicBezTo>
                    <a:pt x="48" y="67"/>
                    <a:pt x="48" y="67"/>
                    <a:pt x="48" y="68"/>
                  </a:cubicBezTo>
                  <a:cubicBezTo>
                    <a:pt x="47" y="68"/>
                    <a:pt x="47" y="67"/>
                    <a:pt x="46" y="67"/>
                  </a:cubicBezTo>
                  <a:cubicBezTo>
                    <a:pt x="45" y="66"/>
                    <a:pt x="44" y="65"/>
                    <a:pt x="43" y="64"/>
                  </a:cubicBezTo>
                  <a:cubicBezTo>
                    <a:pt x="42" y="63"/>
                    <a:pt x="41" y="62"/>
                    <a:pt x="41" y="61"/>
                  </a:cubicBezTo>
                  <a:cubicBezTo>
                    <a:pt x="40" y="61"/>
                    <a:pt x="41" y="60"/>
                    <a:pt x="40" y="60"/>
                  </a:cubicBezTo>
                  <a:cubicBezTo>
                    <a:pt x="40" y="59"/>
                    <a:pt x="40" y="59"/>
                    <a:pt x="39" y="58"/>
                  </a:cubicBezTo>
                  <a:cubicBezTo>
                    <a:pt x="39" y="58"/>
                    <a:pt x="39" y="57"/>
                    <a:pt x="38" y="57"/>
                  </a:cubicBezTo>
                  <a:cubicBezTo>
                    <a:pt x="38" y="57"/>
                    <a:pt x="38" y="58"/>
                    <a:pt x="38" y="58"/>
                  </a:cubicBezTo>
                  <a:cubicBezTo>
                    <a:pt x="37" y="58"/>
                    <a:pt x="37" y="57"/>
                    <a:pt x="37" y="57"/>
                  </a:cubicBezTo>
                  <a:cubicBezTo>
                    <a:pt x="37" y="56"/>
                    <a:pt x="37" y="57"/>
                    <a:pt x="36" y="56"/>
                  </a:cubicBezTo>
                  <a:cubicBezTo>
                    <a:pt x="36" y="56"/>
                    <a:pt x="35" y="55"/>
                    <a:pt x="35" y="55"/>
                  </a:cubicBezTo>
                  <a:cubicBezTo>
                    <a:pt x="35" y="54"/>
                    <a:pt x="35" y="54"/>
                    <a:pt x="35" y="53"/>
                  </a:cubicBezTo>
                  <a:cubicBezTo>
                    <a:pt x="35" y="53"/>
                    <a:pt x="35" y="53"/>
                    <a:pt x="35" y="53"/>
                  </a:cubicBezTo>
                  <a:cubicBezTo>
                    <a:pt x="36" y="52"/>
                    <a:pt x="34" y="51"/>
                    <a:pt x="33" y="51"/>
                  </a:cubicBezTo>
                  <a:cubicBezTo>
                    <a:pt x="33" y="51"/>
                    <a:pt x="32" y="51"/>
                    <a:pt x="32" y="51"/>
                  </a:cubicBezTo>
                  <a:cubicBezTo>
                    <a:pt x="31" y="51"/>
                    <a:pt x="30" y="51"/>
                    <a:pt x="30" y="50"/>
                  </a:cubicBezTo>
                  <a:cubicBezTo>
                    <a:pt x="29" y="50"/>
                    <a:pt x="28" y="48"/>
                    <a:pt x="28" y="49"/>
                  </a:cubicBezTo>
                  <a:cubicBezTo>
                    <a:pt x="27" y="49"/>
                    <a:pt x="26" y="47"/>
                    <a:pt x="26" y="47"/>
                  </a:cubicBezTo>
                  <a:cubicBezTo>
                    <a:pt x="25" y="47"/>
                    <a:pt x="25" y="47"/>
                    <a:pt x="25" y="47"/>
                  </a:cubicBezTo>
                  <a:cubicBezTo>
                    <a:pt x="25" y="47"/>
                    <a:pt x="24" y="46"/>
                    <a:pt x="24" y="46"/>
                  </a:cubicBezTo>
                  <a:cubicBezTo>
                    <a:pt x="24" y="46"/>
                    <a:pt x="22" y="46"/>
                    <a:pt x="22" y="45"/>
                  </a:cubicBezTo>
                  <a:cubicBezTo>
                    <a:pt x="22" y="44"/>
                    <a:pt x="23" y="44"/>
                    <a:pt x="23" y="44"/>
                  </a:cubicBezTo>
                  <a:cubicBezTo>
                    <a:pt x="23" y="43"/>
                    <a:pt x="24" y="43"/>
                    <a:pt x="23" y="43"/>
                  </a:cubicBezTo>
                  <a:cubicBezTo>
                    <a:pt x="23" y="42"/>
                    <a:pt x="23" y="42"/>
                    <a:pt x="22" y="41"/>
                  </a:cubicBezTo>
                  <a:cubicBezTo>
                    <a:pt x="22" y="41"/>
                    <a:pt x="23" y="41"/>
                    <a:pt x="23" y="41"/>
                  </a:cubicBezTo>
                  <a:cubicBezTo>
                    <a:pt x="24" y="41"/>
                    <a:pt x="24" y="41"/>
                    <a:pt x="25" y="41"/>
                  </a:cubicBezTo>
                  <a:cubicBezTo>
                    <a:pt x="25" y="41"/>
                    <a:pt x="25" y="41"/>
                    <a:pt x="25" y="41"/>
                  </a:cubicBezTo>
                  <a:cubicBezTo>
                    <a:pt x="26" y="41"/>
                    <a:pt x="26" y="41"/>
                    <a:pt x="26" y="41"/>
                  </a:cubicBezTo>
                  <a:cubicBezTo>
                    <a:pt x="26" y="41"/>
                    <a:pt x="27" y="41"/>
                    <a:pt x="27" y="42"/>
                  </a:cubicBezTo>
                  <a:cubicBezTo>
                    <a:pt x="28" y="43"/>
                    <a:pt x="29" y="41"/>
                    <a:pt x="29" y="40"/>
                  </a:cubicBezTo>
                  <a:cubicBezTo>
                    <a:pt x="30" y="40"/>
                    <a:pt x="30" y="40"/>
                    <a:pt x="30" y="39"/>
                  </a:cubicBezTo>
                  <a:cubicBezTo>
                    <a:pt x="30" y="39"/>
                    <a:pt x="29" y="39"/>
                    <a:pt x="30" y="38"/>
                  </a:cubicBezTo>
                  <a:cubicBezTo>
                    <a:pt x="30" y="38"/>
                    <a:pt x="30" y="38"/>
                    <a:pt x="31" y="38"/>
                  </a:cubicBezTo>
                  <a:cubicBezTo>
                    <a:pt x="31" y="38"/>
                    <a:pt x="31" y="37"/>
                    <a:pt x="31" y="37"/>
                  </a:cubicBezTo>
                  <a:cubicBezTo>
                    <a:pt x="31" y="36"/>
                    <a:pt x="30" y="35"/>
                    <a:pt x="30" y="35"/>
                  </a:cubicBezTo>
                  <a:cubicBezTo>
                    <a:pt x="30" y="35"/>
                    <a:pt x="29" y="35"/>
                    <a:pt x="28" y="35"/>
                  </a:cubicBezTo>
                  <a:cubicBezTo>
                    <a:pt x="28" y="35"/>
                    <a:pt x="28" y="35"/>
                    <a:pt x="28" y="34"/>
                  </a:cubicBezTo>
                  <a:cubicBezTo>
                    <a:pt x="28" y="34"/>
                    <a:pt x="28" y="34"/>
                    <a:pt x="28" y="33"/>
                  </a:cubicBezTo>
                  <a:cubicBezTo>
                    <a:pt x="27" y="33"/>
                    <a:pt x="27" y="33"/>
                    <a:pt x="26" y="33"/>
                  </a:cubicBezTo>
                  <a:cubicBezTo>
                    <a:pt x="26" y="33"/>
                    <a:pt x="24" y="33"/>
                    <a:pt x="25" y="32"/>
                  </a:cubicBezTo>
                  <a:cubicBezTo>
                    <a:pt x="25" y="32"/>
                    <a:pt x="25" y="32"/>
                    <a:pt x="26" y="32"/>
                  </a:cubicBezTo>
                  <a:cubicBezTo>
                    <a:pt x="26" y="32"/>
                    <a:pt x="27" y="31"/>
                    <a:pt x="27" y="31"/>
                  </a:cubicBezTo>
                  <a:cubicBezTo>
                    <a:pt x="27" y="30"/>
                    <a:pt x="25" y="30"/>
                    <a:pt x="25" y="29"/>
                  </a:cubicBezTo>
                  <a:cubicBezTo>
                    <a:pt x="25" y="29"/>
                    <a:pt x="24" y="29"/>
                    <a:pt x="24" y="29"/>
                  </a:cubicBezTo>
                  <a:cubicBezTo>
                    <a:pt x="24" y="28"/>
                    <a:pt x="23" y="28"/>
                    <a:pt x="23" y="27"/>
                  </a:cubicBezTo>
                  <a:cubicBezTo>
                    <a:pt x="22" y="27"/>
                    <a:pt x="22" y="27"/>
                    <a:pt x="21" y="27"/>
                  </a:cubicBezTo>
                  <a:cubicBezTo>
                    <a:pt x="21" y="27"/>
                    <a:pt x="21" y="27"/>
                    <a:pt x="21" y="27"/>
                  </a:cubicBezTo>
                  <a:cubicBezTo>
                    <a:pt x="21" y="27"/>
                    <a:pt x="20" y="28"/>
                    <a:pt x="20" y="28"/>
                  </a:cubicBezTo>
                  <a:cubicBezTo>
                    <a:pt x="20" y="28"/>
                    <a:pt x="19" y="28"/>
                    <a:pt x="19" y="28"/>
                  </a:cubicBezTo>
                  <a:cubicBezTo>
                    <a:pt x="18" y="29"/>
                    <a:pt x="18" y="29"/>
                    <a:pt x="19" y="29"/>
                  </a:cubicBezTo>
                  <a:cubicBezTo>
                    <a:pt x="19" y="29"/>
                    <a:pt x="18" y="29"/>
                    <a:pt x="18" y="29"/>
                  </a:cubicBezTo>
                  <a:cubicBezTo>
                    <a:pt x="18" y="30"/>
                    <a:pt x="18" y="30"/>
                    <a:pt x="18" y="30"/>
                  </a:cubicBezTo>
                  <a:cubicBezTo>
                    <a:pt x="18" y="30"/>
                    <a:pt x="17" y="29"/>
                    <a:pt x="17" y="29"/>
                  </a:cubicBezTo>
                  <a:cubicBezTo>
                    <a:pt x="16" y="29"/>
                    <a:pt x="15" y="28"/>
                    <a:pt x="15" y="29"/>
                  </a:cubicBezTo>
                  <a:cubicBezTo>
                    <a:pt x="15" y="29"/>
                    <a:pt x="14" y="28"/>
                    <a:pt x="14" y="28"/>
                  </a:cubicBezTo>
                  <a:cubicBezTo>
                    <a:pt x="13" y="28"/>
                    <a:pt x="13" y="28"/>
                    <a:pt x="13" y="28"/>
                  </a:cubicBezTo>
                  <a:cubicBezTo>
                    <a:pt x="13" y="28"/>
                    <a:pt x="12" y="28"/>
                    <a:pt x="12" y="28"/>
                  </a:cubicBezTo>
                  <a:cubicBezTo>
                    <a:pt x="12" y="27"/>
                    <a:pt x="11" y="26"/>
                    <a:pt x="11" y="26"/>
                  </a:cubicBezTo>
                  <a:cubicBezTo>
                    <a:pt x="10" y="26"/>
                    <a:pt x="10" y="26"/>
                    <a:pt x="10" y="25"/>
                  </a:cubicBezTo>
                  <a:cubicBezTo>
                    <a:pt x="10" y="25"/>
                    <a:pt x="10" y="25"/>
                    <a:pt x="10" y="24"/>
                  </a:cubicBezTo>
                  <a:cubicBezTo>
                    <a:pt x="9" y="24"/>
                    <a:pt x="10" y="24"/>
                    <a:pt x="9" y="24"/>
                  </a:cubicBezTo>
                  <a:cubicBezTo>
                    <a:pt x="9" y="24"/>
                    <a:pt x="9" y="24"/>
                    <a:pt x="9" y="24"/>
                  </a:cubicBezTo>
                  <a:cubicBezTo>
                    <a:pt x="9" y="24"/>
                    <a:pt x="9" y="23"/>
                    <a:pt x="9" y="23"/>
                  </a:cubicBezTo>
                  <a:cubicBezTo>
                    <a:pt x="9" y="23"/>
                    <a:pt x="9" y="22"/>
                    <a:pt x="9" y="21"/>
                  </a:cubicBezTo>
                  <a:cubicBezTo>
                    <a:pt x="9" y="22"/>
                    <a:pt x="9" y="22"/>
                    <a:pt x="9" y="22"/>
                  </a:cubicBezTo>
                  <a:cubicBezTo>
                    <a:pt x="9" y="21"/>
                    <a:pt x="10" y="21"/>
                    <a:pt x="10" y="20"/>
                  </a:cubicBezTo>
                  <a:cubicBezTo>
                    <a:pt x="10" y="20"/>
                    <a:pt x="10" y="19"/>
                    <a:pt x="9" y="18"/>
                  </a:cubicBezTo>
                  <a:cubicBezTo>
                    <a:pt x="9" y="18"/>
                    <a:pt x="9" y="19"/>
                    <a:pt x="8" y="19"/>
                  </a:cubicBezTo>
                  <a:cubicBezTo>
                    <a:pt x="8" y="18"/>
                    <a:pt x="8" y="18"/>
                    <a:pt x="8" y="17"/>
                  </a:cubicBezTo>
                  <a:cubicBezTo>
                    <a:pt x="8" y="17"/>
                    <a:pt x="8" y="17"/>
                    <a:pt x="8" y="18"/>
                  </a:cubicBezTo>
                  <a:cubicBezTo>
                    <a:pt x="8" y="18"/>
                    <a:pt x="8" y="19"/>
                    <a:pt x="7" y="19"/>
                  </a:cubicBezTo>
                  <a:cubicBezTo>
                    <a:pt x="6" y="19"/>
                    <a:pt x="6" y="18"/>
                    <a:pt x="6" y="18"/>
                  </a:cubicBezTo>
                  <a:cubicBezTo>
                    <a:pt x="6" y="17"/>
                    <a:pt x="6" y="16"/>
                    <a:pt x="5" y="16"/>
                  </a:cubicBezTo>
                  <a:cubicBezTo>
                    <a:pt x="4" y="16"/>
                    <a:pt x="5" y="16"/>
                    <a:pt x="4" y="15"/>
                  </a:cubicBezTo>
                  <a:cubicBezTo>
                    <a:pt x="4" y="15"/>
                    <a:pt x="3" y="14"/>
                    <a:pt x="3" y="14"/>
                  </a:cubicBezTo>
                  <a:cubicBezTo>
                    <a:pt x="3" y="14"/>
                    <a:pt x="0" y="11"/>
                    <a:pt x="1" y="11"/>
                  </a:cubicBezTo>
                  <a:cubicBezTo>
                    <a:pt x="1" y="11"/>
                    <a:pt x="1" y="11"/>
                    <a:pt x="1" y="11"/>
                  </a:cubicBezTo>
                  <a:cubicBezTo>
                    <a:pt x="1" y="10"/>
                    <a:pt x="2" y="10"/>
                    <a:pt x="2" y="9"/>
                  </a:cubicBezTo>
                  <a:cubicBezTo>
                    <a:pt x="2" y="9"/>
                    <a:pt x="2" y="9"/>
                    <a:pt x="2" y="8"/>
                  </a:cubicBezTo>
                  <a:cubicBezTo>
                    <a:pt x="2" y="8"/>
                    <a:pt x="2" y="8"/>
                    <a:pt x="2" y="8"/>
                  </a:cubicBezTo>
                  <a:cubicBezTo>
                    <a:pt x="2" y="8"/>
                    <a:pt x="3" y="8"/>
                    <a:pt x="3" y="8"/>
                  </a:cubicBezTo>
                  <a:cubicBezTo>
                    <a:pt x="3" y="7"/>
                    <a:pt x="3" y="7"/>
                    <a:pt x="3" y="7"/>
                  </a:cubicBezTo>
                  <a:cubicBezTo>
                    <a:pt x="4" y="7"/>
                    <a:pt x="4" y="8"/>
                    <a:pt x="4" y="8"/>
                  </a:cubicBezTo>
                  <a:cubicBezTo>
                    <a:pt x="4" y="8"/>
                    <a:pt x="4" y="8"/>
                    <a:pt x="5" y="8"/>
                  </a:cubicBezTo>
                  <a:cubicBezTo>
                    <a:pt x="5" y="8"/>
                    <a:pt x="6" y="8"/>
                    <a:pt x="6" y="8"/>
                  </a:cubicBezTo>
                  <a:cubicBezTo>
                    <a:pt x="7" y="9"/>
                    <a:pt x="7" y="9"/>
                    <a:pt x="8" y="10"/>
                  </a:cubicBezTo>
                  <a:cubicBezTo>
                    <a:pt x="8" y="10"/>
                    <a:pt x="9" y="11"/>
                    <a:pt x="9" y="11"/>
                  </a:cubicBezTo>
                  <a:cubicBezTo>
                    <a:pt x="9" y="10"/>
                    <a:pt x="9" y="10"/>
                    <a:pt x="9" y="10"/>
                  </a:cubicBezTo>
                  <a:cubicBezTo>
                    <a:pt x="9" y="10"/>
                    <a:pt x="10" y="10"/>
                    <a:pt x="10" y="9"/>
                  </a:cubicBezTo>
                  <a:cubicBezTo>
                    <a:pt x="10" y="9"/>
                    <a:pt x="10" y="9"/>
                    <a:pt x="10" y="9"/>
                  </a:cubicBezTo>
                  <a:cubicBezTo>
                    <a:pt x="10" y="9"/>
                    <a:pt x="10" y="9"/>
                    <a:pt x="10" y="8"/>
                  </a:cubicBezTo>
                  <a:cubicBezTo>
                    <a:pt x="11" y="8"/>
                    <a:pt x="11" y="7"/>
                    <a:pt x="11" y="7"/>
                  </a:cubicBezTo>
                  <a:cubicBezTo>
                    <a:pt x="12" y="6"/>
                    <a:pt x="12" y="8"/>
                    <a:pt x="13" y="9"/>
                  </a:cubicBezTo>
                  <a:cubicBezTo>
                    <a:pt x="13" y="9"/>
                    <a:pt x="14" y="9"/>
                    <a:pt x="14" y="8"/>
                  </a:cubicBezTo>
                  <a:cubicBezTo>
                    <a:pt x="14" y="8"/>
                    <a:pt x="13" y="7"/>
                    <a:pt x="14" y="7"/>
                  </a:cubicBezTo>
                  <a:cubicBezTo>
                    <a:pt x="14" y="7"/>
                    <a:pt x="15" y="8"/>
                    <a:pt x="16" y="8"/>
                  </a:cubicBezTo>
                  <a:cubicBezTo>
                    <a:pt x="16" y="9"/>
                    <a:pt x="17" y="9"/>
                    <a:pt x="17" y="10"/>
                  </a:cubicBezTo>
                  <a:cubicBezTo>
                    <a:pt x="18" y="10"/>
                    <a:pt x="18" y="9"/>
                    <a:pt x="18" y="9"/>
                  </a:cubicBezTo>
                  <a:cubicBezTo>
                    <a:pt x="18" y="8"/>
                    <a:pt x="18" y="8"/>
                    <a:pt x="18" y="7"/>
                  </a:cubicBezTo>
                  <a:cubicBezTo>
                    <a:pt x="18" y="7"/>
                    <a:pt x="19" y="7"/>
                    <a:pt x="19" y="6"/>
                  </a:cubicBezTo>
                  <a:cubicBezTo>
                    <a:pt x="20" y="6"/>
                    <a:pt x="20" y="7"/>
                    <a:pt x="20" y="7"/>
                  </a:cubicBezTo>
                  <a:cubicBezTo>
                    <a:pt x="20" y="7"/>
                    <a:pt x="21" y="8"/>
                    <a:pt x="21" y="8"/>
                  </a:cubicBezTo>
                  <a:cubicBezTo>
                    <a:pt x="22" y="8"/>
                    <a:pt x="22" y="7"/>
                    <a:pt x="23" y="6"/>
                  </a:cubicBezTo>
                  <a:cubicBezTo>
                    <a:pt x="23" y="7"/>
                    <a:pt x="24" y="7"/>
                    <a:pt x="24" y="6"/>
                  </a:cubicBezTo>
                  <a:cubicBezTo>
                    <a:pt x="25" y="6"/>
                    <a:pt x="25" y="5"/>
                    <a:pt x="25" y="5"/>
                  </a:cubicBezTo>
                  <a:cubicBezTo>
                    <a:pt x="25" y="4"/>
                    <a:pt x="25" y="4"/>
                    <a:pt x="25" y="4"/>
                  </a:cubicBezTo>
                  <a:cubicBezTo>
                    <a:pt x="25" y="3"/>
                    <a:pt x="25" y="3"/>
                    <a:pt x="25" y="3"/>
                  </a:cubicBezTo>
                  <a:cubicBezTo>
                    <a:pt x="25" y="3"/>
                    <a:pt x="25" y="3"/>
                    <a:pt x="25" y="3"/>
                  </a:cubicBezTo>
                  <a:cubicBezTo>
                    <a:pt x="26" y="2"/>
                    <a:pt x="26" y="3"/>
                    <a:pt x="26" y="2"/>
                  </a:cubicBezTo>
                  <a:cubicBezTo>
                    <a:pt x="26" y="2"/>
                    <a:pt x="27" y="2"/>
                    <a:pt x="27" y="2"/>
                  </a:cubicBezTo>
                  <a:cubicBezTo>
                    <a:pt x="27" y="2"/>
                    <a:pt x="28" y="1"/>
                    <a:pt x="28" y="2"/>
                  </a:cubicBezTo>
                  <a:cubicBezTo>
                    <a:pt x="28" y="2"/>
                    <a:pt x="29" y="0"/>
                    <a:pt x="29" y="1"/>
                  </a:cubicBezTo>
                  <a:cubicBezTo>
                    <a:pt x="29" y="1"/>
                    <a:pt x="30" y="1"/>
                    <a:pt x="30" y="1"/>
                  </a:cubicBezTo>
                  <a:cubicBezTo>
                    <a:pt x="30" y="2"/>
                    <a:pt x="31" y="2"/>
                    <a:pt x="31" y="2"/>
                  </a:cubicBezTo>
                  <a:cubicBezTo>
                    <a:pt x="32" y="3"/>
                    <a:pt x="32" y="4"/>
                    <a:pt x="33" y="4"/>
                  </a:cubicBezTo>
                  <a:cubicBezTo>
                    <a:pt x="34" y="4"/>
                    <a:pt x="34" y="5"/>
                    <a:pt x="35" y="5"/>
                  </a:cubicBezTo>
                  <a:cubicBezTo>
                    <a:pt x="35" y="5"/>
                    <a:pt x="36" y="5"/>
                    <a:pt x="36" y="5"/>
                  </a:cubicBezTo>
                  <a:cubicBezTo>
                    <a:pt x="36" y="4"/>
                    <a:pt x="38" y="5"/>
                    <a:pt x="38" y="5"/>
                  </a:cubicBezTo>
                  <a:cubicBezTo>
                    <a:pt x="39" y="6"/>
                    <a:pt x="39" y="6"/>
                    <a:pt x="41" y="6"/>
                  </a:cubicBezTo>
                  <a:cubicBezTo>
                    <a:pt x="41" y="5"/>
                    <a:pt x="41" y="5"/>
                    <a:pt x="41" y="5"/>
                  </a:cubicBezTo>
                  <a:cubicBezTo>
                    <a:pt x="42" y="5"/>
                    <a:pt x="42" y="6"/>
                    <a:pt x="42" y="6"/>
                  </a:cubicBezTo>
                  <a:cubicBezTo>
                    <a:pt x="43" y="6"/>
                    <a:pt x="43" y="7"/>
                    <a:pt x="44" y="7"/>
                  </a:cubicBezTo>
                  <a:cubicBezTo>
                    <a:pt x="44" y="7"/>
                    <a:pt x="44" y="7"/>
                    <a:pt x="44" y="7"/>
                  </a:cubicBezTo>
                  <a:cubicBezTo>
                    <a:pt x="44" y="7"/>
                    <a:pt x="44" y="7"/>
                    <a:pt x="44" y="7"/>
                  </a:cubicBezTo>
                  <a:cubicBezTo>
                    <a:pt x="44" y="7"/>
                    <a:pt x="44" y="8"/>
                    <a:pt x="44" y="8"/>
                  </a:cubicBezTo>
                  <a:cubicBezTo>
                    <a:pt x="44" y="8"/>
                    <a:pt x="44" y="8"/>
                    <a:pt x="43" y="8"/>
                  </a:cubicBezTo>
                  <a:cubicBezTo>
                    <a:pt x="43" y="9"/>
                    <a:pt x="43" y="9"/>
                    <a:pt x="43" y="9"/>
                  </a:cubicBezTo>
                  <a:cubicBezTo>
                    <a:pt x="43" y="9"/>
                    <a:pt x="43" y="9"/>
                    <a:pt x="43" y="9"/>
                  </a:cubicBezTo>
                  <a:cubicBezTo>
                    <a:pt x="42" y="9"/>
                    <a:pt x="42" y="10"/>
                    <a:pt x="42" y="11"/>
                  </a:cubicBezTo>
                  <a:cubicBezTo>
                    <a:pt x="42" y="12"/>
                    <a:pt x="43" y="11"/>
                    <a:pt x="43" y="12"/>
                  </a:cubicBezTo>
                  <a:cubicBezTo>
                    <a:pt x="44" y="13"/>
                    <a:pt x="44" y="14"/>
                    <a:pt x="44" y="15"/>
                  </a:cubicBezTo>
                  <a:cubicBezTo>
                    <a:pt x="44" y="15"/>
                    <a:pt x="44" y="15"/>
                    <a:pt x="44" y="16"/>
                  </a:cubicBezTo>
                  <a:cubicBezTo>
                    <a:pt x="44" y="16"/>
                    <a:pt x="45" y="15"/>
                    <a:pt x="45" y="15"/>
                  </a:cubicBezTo>
                  <a:cubicBezTo>
                    <a:pt x="45" y="15"/>
                    <a:pt x="45" y="16"/>
                    <a:pt x="46" y="16"/>
                  </a:cubicBezTo>
                  <a:cubicBezTo>
                    <a:pt x="46" y="16"/>
                    <a:pt x="46" y="16"/>
                    <a:pt x="47" y="16"/>
                  </a:cubicBezTo>
                  <a:cubicBezTo>
                    <a:pt x="47" y="16"/>
                    <a:pt x="48" y="16"/>
                    <a:pt x="48" y="17"/>
                  </a:cubicBezTo>
                  <a:cubicBezTo>
                    <a:pt x="47" y="18"/>
                    <a:pt x="49" y="18"/>
                    <a:pt x="49" y="18"/>
                  </a:cubicBezTo>
                  <a:cubicBezTo>
                    <a:pt x="49" y="18"/>
                    <a:pt x="50" y="19"/>
                    <a:pt x="50" y="19"/>
                  </a:cubicBezTo>
                  <a:cubicBezTo>
                    <a:pt x="50" y="19"/>
                    <a:pt x="50" y="18"/>
                    <a:pt x="51" y="19"/>
                  </a:cubicBezTo>
                  <a:cubicBezTo>
                    <a:pt x="51" y="19"/>
                    <a:pt x="51" y="21"/>
                    <a:pt x="52" y="19"/>
                  </a:cubicBezTo>
                  <a:cubicBezTo>
                    <a:pt x="52" y="19"/>
                    <a:pt x="52" y="20"/>
                    <a:pt x="53" y="20"/>
                  </a:cubicBezTo>
                  <a:cubicBezTo>
                    <a:pt x="53" y="20"/>
                    <a:pt x="54" y="20"/>
                    <a:pt x="54" y="20"/>
                  </a:cubicBezTo>
                  <a:cubicBezTo>
                    <a:pt x="55" y="19"/>
                    <a:pt x="55" y="19"/>
                    <a:pt x="56" y="19"/>
                  </a:cubicBezTo>
                  <a:cubicBezTo>
                    <a:pt x="56" y="20"/>
                    <a:pt x="56" y="20"/>
                    <a:pt x="56" y="20"/>
                  </a:cubicBezTo>
                  <a:cubicBezTo>
                    <a:pt x="57" y="20"/>
                    <a:pt x="57" y="20"/>
                    <a:pt x="57" y="20"/>
                  </a:cubicBezTo>
                  <a:cubicBezTo>
                    <a:pt x="57" y="21"/>
                    <a:pt x="57" y="21"/>
                    <a:pt x="58" y="21"/>
                  </a:cubicBezTo>
                  <a:cubicBezTo>
                    <a:pt x="58" y="21"/>
                    <a:pt x="58" y="21"/>
                    <a:pt x="58" y="21"/>
                  </a:cubicBezTo>
                  <a:cubicBezTo>
                    <a:pt x="58" y="21"/>
                    <a:pt x="58" y="21"/>
                    <a:pt x="58" y="21"/>
                  </a:cubicBezTo>
                  <a:cubicBezTo>
                    <a:pt x="58" y="21"/>
                    <a:pt x="58" y="22"/>
                    <a:pt x="57" y="22"/>
                  </a:cubicBezTo>
                  <a:cubicBezTo>
                    <a:pt x="57" y="22"/>
                    <a:pt x="57" y="21"/>
                    <a:pt x="57" y="21"/>
                  </a:cubicBezTo>
                  <a:cubicBezTo>
                    <a:pt x="57" y="21"/>
                    <a:pt x="57" y="22"/>
                    <a:pt x="57" y="21"/>
                  </a:cubicBezTo>
                  <a:cubicBezTo>
                    <a:pt x="57" y="20"/>
                    <a:pt x="56" y="21"/>
                    <a:pt x="56" y="21"/>
                  </a:cubicBezTo>
                  <a:cubicBezTo>
                    <a:pt x="56" y="21"/>
                    <a:pt x="56" y="21"/>
                    <a:pt x="56" y="21"/>
                  </a:cubicBezTo>
                  <a:cubicBezTo>
                    <a:pt x="56" y="21"/>
                    <a:pt x="56" y="21"/>
                    <a:pt x="56" y="21"/>
                  </a:cubicBezTo>
                  <a:cubicBezTo>
                    <a:pt x="56" y="21"/>
                    <a:pt x="55" y="21"/>
                    <a:pt x="55" y="21"/>
                  </a:cubicBezTo>
                  <a:cubicBezTo>
                    <a:pt x="55" y="21"/>
                    <a:pt x="55" y="21"/>
                    <a:pt x="56" y="21"/>
                  </a:cubicBezTo>
                  <a:cubicBezTo>
                    <a:pt x="55" y="21"/>
                    <a:pt x="56" y="22"/>
                    <a:pt x="55" y="22"/>
                  </a:cubicBezTo>
                  <a:cubicBezTo>
                    <a:pt x="55" y="22"/>
                    <a:pt x="54" y="22"/>
                    <a:pt x="54" y="22"/>
                  </a:cubicBezTo>
                  <a:cubicBezTo>
                    <a:pt x="54" y="22"/>
                    <a:pt x="54" y="22"/>
                    <a:pt x="54" y="22"/>
                  </a:cubicBezTo>
                  <a:cubicBezTo>
                    <a:pt x="54" y="23"/>
                    <a:pt x="54" y="23"/>
                    <a:pt x="54" y="23"/>
                  </a:cubicBezTo>
                  <a:cubicBezTo>
                    <a:pt x="54" y="23"/>
                    <a:pt x="54" y="23"/>
                    <a:pt x="53" y="23"/>
                  </a:cubicBezTo>
                  <a:cubicBezTo>
                    <a:pt x="53" y="23"/>
                    <a:pt x="53" y="23"/>
                    <a:pt x="53" y="23"/>
                  </a:cubicBezTo>
                  <a:cubicBezTo>
                    <a:pt x="53" y="23"/>
                    <a:pt x="52" y="23"/>
                    <a:pt x="52" y="23"/>
                  </a:cubicBezTo>
                  <a:cubicBezTo>
                    <a:pt x="52" y="23"/>
                    <a:pt x="53" y="23"/>
                    <a:pt x="53" y="23"/>
                  </a:cubicBezTo>
                  <a:cubicBezTo>
                    <a:pt x="52" y="23"/>
                    <a:pt x="52" y="23"/>
                    <a:pt x="52" y="24"/>
                  </a:cubicBezTo>
                  <a:cubicBezTo>
                    <a:pt x="52" y="24"/>
                    <a:pt x="52" y="24"/>
                    <a:pt x="52" y="25"/>
                  </a:cubicBezTo>
                  <a:cubicBezTo>
                    <a:pt x="52" y="25"/>
                    <a:pt x="52" y="26"/>
                    <a:pt x="52" y="26"/>
                  </a:cubicBezTo>
                  <a:cubicBezTo>
                    <a:pt x="52" y="26"/>
                    <a:pt x="52" y="26"/>
                    <a:pt x="52" y="26"/>
                  </a:cubicBezTo>
                  <a:cubicBezTo>
                    <a:pt x="51" y="26"/>
                    <a:pt x="51" y="26"/>
                    <a:pt x="51" y="27"/>
                  </a:cubicBezTo>
                  <a:cubicBezTo>
                    <a:pt x="51" y="27"/>
                    <a:pt x="51" y="27"/>
                    <a:pt x="50" y="27"/>
                  </a:cubicBezTo>
                  <a:cubicBezTo>
                    <a:pt x="49" y="27"/>
                    <a:pt x="50" y="27"/>
                    <a:pt x="50" y="26"/>
                  </a:cubicBezTo>
                  <a:cubicBezTo>
                    <a:pt x="50" y="26"/>
                    <a:pt x="50" y="27"/>
                    <a:pt x="49" y="26"/>
                  </a:cubicBezTo>
                  <a:cubicBezTo>
                    <a:pt x="49" y="27"/>
                    <a:pt x="49" y="26"/>
                    <a:pt x="49" y="26"/>
                  </a:cubicBezTo>
                  <a:cubicBezTo>
                    <a:pt x="49" y="26"/>
                    <a:pt x="49" y="26"/>
                    <a:pt x="49" y="26"/>
                  </a:cubicBezTo>
                  <a:cubicBezTo>
                    <a:pt x="49" y="26"/>
                    <a:pt x="49" y="26"/>
                    <a:pt x="49" y="26"/>
                  </a:cubicBezTo>
                  <a:cubicBezTo>
                    <a:pt x="49" y="26"/>
                    <a:pt x="49" y="26"/>
                    <a:pt x="49" y="26"/>
                  </a:cubicBezTo>
                  <a:cubicBezTo>
                    <a:pt x="49" y="27"/>
                    <a:pt x="49" y="27"/>
                    <a:pt x="48" y="27"/>
                  </a:cubicBezTo>
                  <a:cubicBezTo>
                    <a:pt x="47" y="26"/>
                    <a:pt x="48" y="27"/>
                    <a:pt x="48" y="27"/>
                  </a:cubicBezTo>
                  <a:cubicBezTo>
                    <a:pt x="48" y="28"/>
                    <a:pt x="48" y="27"/>
                    <a:pt x="48" y="27"/>
                  </a:cubicBezTo>
                  <a:cubicBezTo>
                    <a:pt x="48" y="27"/>
                    <a:pt x="48" y="28"/>
                    <a:pt x="48" y="28"/>
                  </a:cubicBezTo>
                  <a:cubicBezTo>
                    <a:pt x="48" y="28"/>
                    <a:pt x="47" y="27"/>
                    <a:pt x="47" y="27"/>
                  </a:cubicBezTo>
                  <a:cubicBezTo>
                    <a:pt x="47" y="27"/>
                    <a:pt x="46" y="27"/>
                    <a:pt x="47" y="27"/>
                  </a:cubicBezTo>
                  <a:cubicBezTo>
                    <a:pt x="47" y="27"/>
                    <a:pt x="47" y="27"/>
                    <a:pt x="47" y="26"/>
                  </a:cubicBezTo>
                  <a:cubicBezTo>
                    <a:pt x="47" y="26"/>
                    <a:pt x="47" y="26"/>
                    <a:pt x="46" y="26"/>
                  </a:cubicBezTo>
                  <a:cubicBezTo>
                    <a:pt x="46" y="26"/>
                    <a:pt x="46" y="26"/>
                    <a:pt x="46" y="26"/>
                  </a:cubicBezTo>
                  <a:cubicBezTo>
                    <a:pt x="46" y="26"/>
                    <a:pt x="46" y="26"/>
                    <a:pt x="46" y="26"/>
                  </a:cubicBezTo>
                  <a:cubicBezTo>
                    <a:pt x="46" y="26"/>
                    <a:pt x="46" y="26"/>
                    <a:pt x="45" y="26"/>
                  </a:cubicBezTo>
                  <a:cubicBezTo>
                    <a:pt x="45" y="26"/>
                    <a:pt x="46" y="26"/>
                    <a:pt x="46" y="26"/>
                  </a:cubicBezTo>
                  <a:cubicBezTo>
                    <a:pt x="46" y="26"/>
                    <a:pt x="46" y="26"/>
                    <a:pt x="46" y="26"/>
                  </a:cubicBezTo>
                  <a:cubicBezTo>
                    <a:pt x="46" y="27"/>
                    <a:pt x="47" y="27"/>
                    <a:pt x="46" y="28"/>
                  </a:cubicBezTo>
                  <a:cubicBezTo>
                    <a:pt x="46" y="28"/>
                    <a:pt x="46" y="28"/>
                    <a:pt x="46" y="28"/>
                  </a:cubicBezTo>
                  <a:cubicBezTo>
                    <a:pt x="46" y="28"/>
                    <a:pt x="47" y="29"/>
                    <a:pt x="46" y="29"/>
                  </a:cubicBezTo>
                  <a:cubicBezTo>
                    <a:pt x="47" y="29"/>
                    <a:pt x="47" y="30"/>
                    <a:pt x="47" y="30"/>
                  </a:cubicBezTo>
                  <a:cubicBezTo>
                    <a:pt x="47" y="30"/>
                    <a:pt x="47" y="30"/>
                    <a:pt x="46" y="30"/>
                  </a:cubicBezTo>
                  <a:cubicBezTo>
                    <a:pt x="47" y="30"/>
                    <a:pt x="46" y="31"/>
                    <a:pt x="45" y="30"/>
                  </a:cubicBezTo>
                  <a:cubicBezTo>
                    <a:pt x="45" y="30"/>
                    <a:pt x="46" y="31"/>
                    <a:pt x="46" y="31"/>
                  </a:cubicBezTo>
                  <a:cubicBezTo>
                    <a:pt x="46" y="31"/>
                    <a:pt x="45" y="31"/>
                    <a:pt x="45" y="32"/>
                  </a:cubicBezTo>
                  <a:cubicBezTo>
                    <a:pt x="45" y="32"/>
                    <a:pt x="45" y="32"/>
                    <a:pt x="45" y="31"/>
                  </a:cubicBezTo>
                  <a:cubicBezTo>
                    <a:pt x="45" y="32"/>
                    <a:pt x="46" y="32"/>
                    <a:pt x="46" y="32"/>
                  </a:cubicBezTo>
                  <a:cubicBezTo>
                    <a:pt x="46" y="32"/>
                    <a:pt x="45" y="32"/>
                    <a:pt x="45" y="33"/>
                  </a:cubicBezTo>
                  <a:cubicBezTo>
                    <a:pt x="46" y="32"/>
                    <a:pt x="46" y="33"/>
                    <a:pt x="46" y="33"/>
                  </a:cubicBezTo>
                  <a:cubicBezTo>
                    <a:pt x="46" y="33"/>
                    <a:pt x="45" y="33"/>
                    <a:pt x="46" y="34"/>
                  </a:cubicBezTo>
                  <a:cubicBezTo>
                    <a:pt x="46" y="34"/>
                    <a:pt x="46" y="34"/>
                    <a:pt x="46" y="34"/>
                  </a:cubicBezTo>
                  <a:cubicBezTo>
                    <a:pt x="46" y="34"/>
                    <a:pt x="46" y="34"/>
                    <a:pt x="46" y="34"/>
                  </a:cubicBezTo>
                  <a:cubicBezTo>
                    <a:pt x="46" y="35"/>
                    <a:pt x="45" y="36"/>
                    <a:pt x="44" y="35"/>
                  </a:cubicBezTo>
                  <a:cubicBezTo>
                    <a:pt x="44" y="36"/>
                    <a:pt x="44" y="36"/>
                    <a:pt x="43" y="37"/>
                  </a:cubicBezTo>
                  <a:cubicBezTo>
                    <a:pt x="43" y="37"/>
                    <a:pt x="43" y="38"/>
                    <a:pt x="43" y="37"/>
                  </a:cubicBezTo>
                  <a:cubicBezTo>
                    <a:pt x="43" y="37"/>
                    <a:pt x="43" y="38"/>
                    <a:pt x="42" y="38"/>
                  </a:cubicBezTo>
                  <a:cubicBezTo>
                    <a:pt x="42" y="38"/>
                    <a:pt x="42" y="37"/>
                    <a:pt x="42" y="37"/>
                  </a:cubicBezTo>
                  <a:cubicBezTo>
                    <a:pt x="42" y="38"/>
                    <a:pt x="42" y="38"/>
                    <a:pt x="41" y="38"/>
                  </a:cubicBezTo>
                  <a:cubicBezTo>
                    <a:pt x="41" y="38"/>
                    <a:pt x="41" y="38"/>
                    <a:pt x="41" y="39"/>
                  </a:cubicBezTo>
                  <a:cubicBezTo>
                    <a:pt x="40" y="39"/>
                    <a:pt x="40" y="39"/>
                    <a:pt x="40" y="39"/>
                  </a:cubicBezTo>
                  <a:cubicBezTo>
                    <a:pt x="40" y="40"/>
                    <a:pt x="40" y="39"/>
                    <a:pt x="40" y="40"/>
                  </a:cubicBezTo>
                  <a:cubicBezTo>
                    <a:pt x="40" y="40"/>
                    <a:pt x="40" y="40"/>
                    <a:pt x="40" y="40"/>
                  </a:cubicBezTo>
                  <a:cubicBezTo>
                    <a:pt x="40" y="40"/>
                    <a:pt x="40" y="41"/>
                    <a:pt x="40" y="41"/>
                  </a:cubicBezTo>
                  <a:cubicBezTo>
                    <a:pt x="40" y="41"/>
                    <a:pt x="40" y="42"/>
                    <a:pt x="39" y="42"/>
                  </a:cubicBezTo>
                  <a:cubicBezTo>
                    <a:pt x="40" y="42"/>
                    <a:pt x="40" y="42"/>
                    <a:pt x="40" y="42"/>
                  </a:cubicBezTo>
                  <a:cubicBezTo>
                    <a:pt x="40" y="42"/>
                    <a:pt x="40" y="43"/>
                    <a:pt x="40" y="43"/>
                  </a:cubicBezTo>
                  <a:cubicBezTo>
                    <a:pt x="40" y="43"/>
                    <a:pt x="40" y="44"/>
                    <a:pt x="40" y="44"/>
                  </a:cubicBezTo>
                  <a:cubicBezTo>
                    <a:pt x="40" y="44"/>
                    <a:pt x="40" y="45"/>
                    <a:pt x="40" y="45"/>
                  </a:cubicBezTo>
                  <a:cubicBezTo>
                    <a:pt x="40" y="45"/>
                    <a:pt x="40" y="46"/>
                    <a:pt x="40" y="46"/>
                  </a:cubicBezTo>
                  <a:cubicBezTo>
                    <a:pt x="39" y="46"/>
                    <a:pt x="40" y="47"/>
                    <a:pt x="40" y="47"/>
                  </a:cubicBezTo>
                  <a:cubicBezTo>
                    <a:pt x="40" y="47"/>
                    <a:pt x="39" y="47"/>
                    <a:pt x="39" y="48"/>
                  </a:cubicBezTo>
                  <a:cubicBezTo>
                    <a:pt x="39" y="48"/>
                    <a:pt x="39" y="48"/>
                    <a:pt x="39" y="48"/>
                  </a:cubicBezTo>
                  <a:cubicBezTo>
                    <a:pt x="39" y="49"/>
                    <a:pt x="39" y="49"/>
                    <a:pt x="39" y="49"/>
                  </a:cubicBezTo>
                  <a:cubicBezTo>
                    <a:pt x="39" y="50"/>
                    <a:pt x="40" y="51"/>
                    <a:pt x="39" y="50"/>
                  </a:cubicBezTo>
                  <a:cubicBezTo>
                    <a:pt x="40" y="51"/>
                    <a:pt x="40" y="51"/>
                    <a:pt x="40" y="51"/>
                  </a:cubicBezTo>
                  <a:cubicBezTo>
                    <a:pt x="40" y="51"/>
                    <a:pt x="40" y="51"/>
                    <a:pt x="41" y="51"/>
                  </a:cubicBezTo>
                  <a:cubicBezTo>
                    <a:pt x="41" y="51"/>
                    <a:pt x="41" y="52"/>
                    <a:pt x="41" y="53"/>
                  </a:cubicBezTo>
                  <a:cubicBezTo>
                    <a:pt x="42" y="53"/>
                    <a:pt x="42" y="54"/>
                    <a:pt x="43" y="54"/>
                  </a:cubicBezTo>
                  <a:cubicBezTo>
                    <a:pt x="43" y="54"/>
                    <a:pt x="45" y="56"/>
                    <a:pt x="44" y="57"/>
                  </a:cubicBezTo>
                  <a:cubicBezTo>
                    <a:pt x="45" y="56"/>
                    <a:pt x="46" y="57"/>
                    <a:pt x="47" y="58"/>
                  </a:cubicBezTo>
                  <a:cubicBezTo>
                    <a:pt x="47" y="58"/>
                    <a:pt x="47" y="58"/>
                    <a:pt x="47" y="59"/>
                  </a:cubicBezTo>
                  <a:cubicBezTo>
                    <a:pt x="47" y="58"/>
                    <a:pt x="48" y="58"/>
                    <a:pt x="48" y="58"/>
                  </a:cubicBezTo>
                  <a:cubicBezTo>
                    <a:pt x="48" y="58"/>
                    <a:pt x="48" y="59"/>
                    <a:pt x="48" y="59"/>
                  </a:cubicBezTo>
                  <a:cubicBezTo>
                    <a:pt x="48" y="59"/>
                    <a:pt x="48" y="59"/>
                    <a:pt x="48" y="59"/>
                  </a:cubicBezTo>
                  <a:cubicBezTo>
                    <a:pt x="49" y="59"/>
                    <a:pt x="49" y="60"/>
                    <a:pt x="49" y="60"/>
                  </a:cubicBezTo>
                  <a:cubicBezTo>
                    <a:pt x="49" y="60"/>
                    <a:pt x="48" y="61"/>
                    <a:pt x="48" y="61"/>
                  </a:cubicBezTo>
                  <a:cubicBezTo>
                    <a:pt x="48" y="61"/>
                    <a:pt x="49" y="62"/>
                    <a:pt x="49" y="63"/>
                  </a:cubicBezTo>
                  <a:cubicBezTo>
                    <a:pt x="49" y="63"/>
                    <a:pt x="48" y="62"/>
                    <a:pt x="48" y="62"/>
                  </a:cubicBezTo>
                  <a:cubicBezTo>
                    <a:pt x="48" y="62"/>
                    <a:pt x="47" y="62"/>
                    <a:pt x="47" y="62"/>
                  </a:cubicBezTo>
                  <a:cubicBezTo>
                    <a:pt x="47" y="62"/>
                    <a:pt x="48" y="62"/>
                    <a:pt x="48" y="62"/>
                  </a:cubicBezTo>
                  <a:cubicBezTo>
                    <a:pt x="48" y="62"/>
                    <a:pt x="48" y="63"/>
                    <a:pt x="48" y="63"/>
                  </a:cubicBezTo>
                  <a:cubicBezTo>
                    <a:pt x="48" y="62"/>
                    <a:pt x="49" y="63"/>
                    <a:pt x="49" y="63"/>
                  </a:cubicBezTo>
                  <a:cubicBezTo>
                    <a:pt x="49" y="63"/>
                    <a:pt x="50" y="64"/>
                    <a:pt x="50" y="64"/>
                  </a:cubicBezTo>
                  <a:cubicBezTo>
                    <a:pt x="51" y="65"/>
                    <a:pt x="52" y="66"/>
                    <a:pt x="53" y="67"/>
                  </a:cubicBezTo>
                  <a:cubicBezTo>
                    <a:pt x="53" y="68"/>
                    <a:pt x="54" y="68"/>
                    <a:pt x="55" y="69"/>
                  </a:cubicBezTo>
                  <a:cubicBezTo>
                    <a:pt x="55" y="69"/>
                    <a:pt x="56" y="69"/>
                    <a:pt x="56" y="69"/>
                  </a:cubicBezTo>
                  <a:cubicBezTo>
                    <a:pt x="56" y="70"/>
                    <a:pt x="56" y="70"/>
                    <a:pt x="57" y="71"/>
                  </a:cubicBezTo>
                  <a:cubicBezTo>
                    <a:pt x="57" y="71"/>
                    <a:pt x="57" y="71"/>
                    <a:pt x="57" y="72"/>
                  </a:cubicBezTo>
                  <a:cubicBezTo>
                    <a:pt x="57" y="72"/>
                    <a:pt x="57" y="72"/>
                    <a:pt x="57" y="72"/>
                  </a:cubicBezTo>
                  <a:cubicBezTo>
                    <a:pt x="57" y="71"/>
                    <a:pt x="58" y="72"/>
                    <a:pt x="58" y="73"/>
                  </a:cubicBezTo>
                  <a:cubicBezTo>
                    <a:pt x="59" y="73"/>
                    <a:pt x="60" y="74"/>
                    <a:pt x="62" y="75"/>
                  </a:cubicBezTo>
                  <a:cubicBezTo>
                    <a:pt x="61" y="75"/>
                    <a:pt x="60" y="74"/>
                    <a:pt x="60" y="74"/>
                  </a:cubicBezTo>
                  <a:cubicBezTo>
                    <a:pt x="60" y="75"/>
                    <a:pt x="60" y="75"/>
                    <a:pt x="61" y="75"/>
                  </a:cubicBezTo>
                  <a:cubicBezTo>
                    <a:pt x="61" y="75"/>
                    <a:pt x="62" y="75"/>
                    <a:pt x="61" y="75"/>
                  </a:cubicBezTo>
                  <a:cubicBezTo>
                    <a:pt x="62" y="75"/>
                    <a:pt x="62" y="75"/>
                    <a:pt x="62" y="76"/>
                  </a:cubicBezTo>
                  <a:cubicBezTo>
                    <a:pt x="62" y="76"/>
                    <a:pt x="62" y="76"/>
                    <a:pt x="62" y="76"/>
                  </a:cubicBezTo>
                  <a:cubicBezTo>
                    <a:pt x="63" y="76"/>
                    <a:pt x="64" y="77"/>
                    <a:pt x="64" y="77"/>
                  </a:cubicBezTo>
                  <a:cubicBezTo>
                    <a:pt x="63" y="77"/>
                    <a:pt x="64" y="78"/>
                    <a:pt x="64" y="78"/>
                  </a:cubicBezTo>
                  <a:cubicBezTo>
                    <a:pt x="64" y="79"/>
                    <a:pt x="65" y="78"/>
                    <a:pt x="65" y="78"/>
                  </a:cubicBezTo>
                  <a:cubicBezTo>
                    <a:pt x="65" y="78"/>
                    <a:pt x="65" y="78"/>
                    <a:pt x="66" y="78"/>
                  </a:cubicBezTo>
                  <a:cubicBezTo>
                    <a:pt x="66" y="78"/>
                    <a:pt x="66" y="78"/>
                    <a:pt x="66" y="78"/>
                  </a:cubicBezTo>
                  <a:cubicBezTo>
                    <a:pt x="66" y="78"/>
                    <a:pt x="66" y="79"/>
                    <a:pt x="67" y="79"/>
                  </a:cubicBezTo>
                  <a:cubicBezTo>
                    <a:pt x="66" y="79"/>
                    <a:pt x="66" y="79"/>
                    <a:pt x="66" y="79"/>
                  </a:cubicBezTo>
                  <a:cubicBezTo>
                    <a:pt x="66" y="79"/>
                    <a:pt x="67" y="79"/>
                    <a:pt x="67" y="79"/>
                  </a:cubicBezTo>
                  <a:cubicBezTo>
                    <a:pt x="67" y="79"/>
                    <a:pt x="67" y="79"/>
                    <a:pt x="68" y="79"/>
                  </a:cubicBezTo>
                  <a:cubicBezTo>
                    <a:pt x="66" y="81"/>
                    <a:pt x="69" y="80"/>
                    <a:pt x="68" y="81"/>
                  </a:cubicBezTo>
                  <a:cubicBezTo>
                    <a:pt x="68" y="81"/>
                    <a:pt x="68" y="81"/>
                    <a:pt x="68" y="81"/>
                  </a:cubicBezTo>
                  <a:cubicBezTo>
                    <a:pt x="68" y="81"/>
                    <a:pt x="68" y="80"/>
                    <a:pt x="68" y="80"/>
                  </a:cubicBezTo>
                  <a:cubicBezTo>
                    <a:pt x="68" y="80"/>
                    <a:pt x="69" y="80"/>
                    <a:pt x="69" y="80"/>
                  </a:cubicBezTo>
                  <a:cubicBezTo>
                    <a:pt x="69" y="80"/>
                    <a:pt x="69" y="80"/>
                    <a:pt x="69" y="80"/>
                  </a:cubicBezTo>
                  <a:cubicBezTo>
                    <a:pt x="68" y="80"/>
                    <a:pt x="68" y="81"/>
                    <a:pt x="68" y="81"/>
                  </a:cubicBezTo>
                  <a:cubicBezTo>
                    <a:pt x="69" y="82"/>
                    <a:pt x="70" y="82"/>
                    <a:pt x="70" y="83"/>
                  </a:cubicBezTo>
                  <a:cubicBezTo>
                    <a:pt x="70" y="83"/>
                    <a:pt x="70" y="84"/>
                    <a:pt x="70" y="84"/>
                  </a:cubicBezTo>
                  <a:cubicBezTo>
                    <a:pt x="71" y="84"/>
                    <a:pt x="71" y="85"/>
                    <a:pt x="71" y="85"/>
                  </a:cubicBezTo>
                  <a:cubicBezTo>
                    <a:pt x="72" y="86"/>
                    <a:pt x="72" y="86"/>
                    <a:pt x="72" y="86"/>
                  </a:cubicBezTo>
                  <a:cubicBezTo>
                    <a:pt x="73" y="87"/>
                    <a:pt x="73" y="87"/>
                    <a:pt x="73" y="87"/>
                  </a:cubicBezTo>
                  <a:cubicBezTo>
                    <a:pt x="72" y="87"/>
                    <a:pt x="73" y="88"/>
                    <a:pt x="73" y="87"/>
                  </a:cubicBezTo>
                  <a:cubicBezTo>
                    <a:pt x="74" y="88"/>
                    <a:pt x="74" y="88"/>
                    <a:pt x="74" y="89"/>
                  </a:cubicBezTo>
                  <a:cubicBezTo>
                    <a:pt x="74" y="89"/>
                    <a:pt x="75" y="89"/>
                    <a:pt x="75" y="89"/>
                  </a:cubicBezTo>
                  <a:cubicBezTo>
                    <a:pt x="74" y="88"/>
                    <a:pt x="75" y="88"/>
                    <a:pt x="74" y="88"/>
                  </a:cubicBezTo>
                  <a:cubicBezTo>
                    <a:pt x="75" y="88"/>
                    <a:pt x="75" y="89"/>
                    <a:pt x="75" y="89"/>
                  </a:cubicBezTo>
                  <a:cubicBezTo>
                    <a:pt x="75" y="89"/>
                    <a:pt x="76" y="90"/>
                    <a:pt x="76" y="90"/>
                  </a:cubicBezTo>
                  <a:cubicBezTo>
                    <a:pt x="76" y="90"/>
                    <a:pt x="75" y="91"/>
                    <a:pt x="76" y="91"/>
                  </a:cubicBezTo>
                  <a:cubicBezTo>
                    <a:pt x="76" y="91"/>
                    <a:pt x="76" y="91"/>
                    <a:pt x="76" y="91"/>
                  </a:cubicBezTo>
                  <a:cubicBezTo>
                    <a:pt x="76" y="92"/>
                    <a:pt x="77" y="93"/>
                    <a:pt x="77" y="94"/>
                  </a:cubicBezTo>
                  <a:cubicBezTo>
                    <a:pt x="77" y="94"/>
                    <a:pt x="77" y="94"/>
                    <a:pt x="78" y="95"/>
                  </a:cubicBezTo>
                  <a:cubicBezTo>
                    <a:pt x="78" y="95"/>
                    <a:pt x="78" y="96"/>
                    <a:pt x="78" y="96"/>
                  </a:cubicBezTo>
                  <a:cubicBezTo>
                    <a:pt x="78" y="96"/>
                    <a:pt x="78" y="96"/>
                    <a:pt x="78" y="96"/>
                  </a:cubicBezTo>
                  <a:cubicBezTo>
                    <a:pt x="78" y="97"/>
                    <a:pt x="78" y="97"/>
                    <a:pt x="78" y="97"/>
                  </a:cubicBezTo>
                  <a:cubicBezTo>
                    <a:pt x="78" y="97"/>
                    <a:pt x="79" y="98"/>
                    <a:pt x="79" y="98"/>
                  </a:cubicBezTo>
                  <a:cubicBezTo>
                    <a:pt x="79" y="99"/>
                    <a:pt x="79" y="99"/>
                    <a:pt x="79" y="100"/>
                  </a:cubicBezTo>
                  <a:cubicBezTo>
                    <a:pt x="79" y="100"/>
                    <a:pt x="80" y="102"/>
                    <a:pt x="80" y="102"/>
                  </a:cubicBezTo>
                  <a:cubicBezTo>
                    <a:pt x="80" y="102"/>
                    <a:pt x="80" y="101"/>
                    <a:pt x="80" y="101"/>
                  </a:cubicBezTo>
                  <a:cubicBezTo>
                    <a:pt x="80" y="101"/>
                    <a:pt x="81" y="103"/>
                    <a:pt x="81" y="103"/>
                  </a:cubicBezTo>
                  <a:cubicBezTo>
                    <a:pt x="81" y="104"/>
                    <a:pt x="81" y="104"/>
                    <a:pt x="81" y="105"/>
                  </a:cubicBezTo>
                  <a:cubicBezTo>
                    <a:pt x="81" y="105"/>
                    <a:pt x="81" y="106"/>
                    <a:pt x="81" y="106"/>
                  </a:cubicBezTo>
                  <a:cubicBezTo>
                    <a:pt x="81" y="106"/>
                    <a:pt x="81" y="105"/>
                    <a:pt x="81" y="105"/>
                  </a:cubicBezTo>
                  <a:cubicBezTo>
                    <a:pt x="80" y="105"/>
                    <a:pt x="81" y="106"/>
                    <a:pt x="81" y="106"/>
                  </a:cubicBezTo>
                  <a:cubicBezTo>
                    <a:pt x="81" y="107"/>
                    <a:pt x="82" y="108"/>
                    <a:pt x="81" y="109"/>
                  </a:cubicBezTo>
                  <a:cubicBezTo>
                    <a:pt x="81" y="108"/>
                    <a:pt x="81" y="108"/>
                    <a:pt x="81" y="107"/>
                  </a:cubicBezTo>
                  <a:cubicBezTo>
                    <a:pt x="81" y="108"/>
                    <a:pt x="81" y="109"/>
                    <a:pt x="82" y="109"/>
                  </a:cubicBezTo>
                  <a:cubicBezTo>
                    <a:pt x="82" y="109"/>
                    <a:pt x="82" y="110"/>
                    <a:pt x="82" y="110"/>
                  </a:cubicBezTo>
                  <a:cubicBezTo>
                    <a:pt x="81" y="110"/>
                    <a:pt x="82" y="109"/>
                    <a:pt x="82" y="109"/>
                  </a:cubicBezTo>
                  <a:cubicBezTo>
                    <a:pt x="81" y="109"/>
                    <a:pt x="81" y="109"/>
                    <a:pt x="81" y="109"/>
                  </a:cubicBezTo>
                  <a:cubicBezTo>
                    <a:pt x="81" y="110"/>
                    <a:pt x="81" y="110"/>
                    <a:pt x="82" y="110"/>
                  </a:cubicBezTo>
                  <a:cubicBezTo>
                    <a:pt x="82" y="111"/>
                    <a:pt x="82" y="111"/>
                    <a:pt x="82" y="111"/>
                  </a:cubicBezTo>
                  <a:cubicBezTo>
                    <a:pt x="81" y="111"/>
                    <a:pt x="82" y="112"/>
                    <a:pt x="82" y="112"/>
                  </a:cubicBezTo>
                  <a:cubicBezTo>
                    <a:pt x="82" y="112"/>
                    <a:pt x="82" y="111"/>
                    <a:pt x="82" y="111"/>
                  </a:cubicBezTo>
                  <a:cubicBezTo>
                    <a:pt x="82" y="112"/>
                    <a:pt x="82" y="113"/>
                    <a:pt x="82" y="113"/>
                  </a:cubicBezTo>
                  <a:cubicBezTo>
                    <a:pt x="82" y="114"/>
                    <a:pt x="83" y="114"/>
                    <a:pt x="83" y="114"/>
                  </a:cubicBezTo>
                  <a:cubicBezTo>
                    <a:pt x="83" y="114"/>
                    <a:pt x="84" y="116"/>
                    <a:pt x="84" y="116"/>
                  </a:cubicBezTo>
                  <a:cubicBezTo>
                    <a:pt x="84" y="115"/>
                    <a:pt x="83" y="116"/>
                    <a:pt x="83" y="116"/>
                  </a:cubicBezTo>
                  <a:cubicBezTo>
                    <a:pt x="83" y="117"/>
                    <a:pt x="83" y="117"/>
                    <a:pt x="83" y="117"/>
                  </a:cubicBezTo>
                  <a:cubicBezTo>
                    <a:pt x="84" y="118"/>
                    <a:pt x="84" y="118"/>
                    <a:pt x="84" y="118"/>
                  </a:cubicBezTo>
                  <a:close/>
                  <a:moveTo>
                    <a:pt x="41" y="52"/>
                  </a:moveTo>
                  <a:cubicBezTo>
                    <a:pt x="41" y="52"/>
                    <a:pt x="41" y="52"/>
                    <a:pt x="41" y="52"/>
                  </a:cubicBezTo>
                  <a:cubicBezTo>
                    <a:pt x="41" y="52"/>
                    <a:pt x="41" y="52"/>
                    <a:pt x="41" y="52"/>
                  </a:cubicBezTo>
                  <a:close/>
                  <a:moveTo>
                    <a:pt x="33" y="143"/>
                  </a:moveTo>
                  <a:cubicBezTo>
                    <a:pt x="33" y="143"/>
                    <a:pt x="33" y="143"/>
                    <a:pt x="32" y="143"/>
                  </a:cubicBezTo>
                  <a:cubicBezTo>
                    <a:pt x="32" y="144"/>
                    <a:pt x="32" y="144"/>
                    <a:pt x="32" y="144"/>
                  </a:cubicBezTo>
                  <a:cubicBezTo>
                    <a:pt x="33" y="144"/>
                    <a:pt x="33" y="145"/>
                    <a:pt x="33" y="146"/>
                  </a:cubicBezTo>
                  <a:cubicBezTo>
                    <a:pt x="34" y="146"/>
                    <a:pt x="34" y="147"/>
                    <a:pt x="34" y="147"/>
                  </a:cubicBezTo>
                  <a:cubicBezTo>
                    <a:pt x="34" y="147"/>
                    <a:pt x="34" y="146"/>
                    <a:pt x="34" y="145"/>
                  </a:cubicBezTo>
                  <a:cubicBezTo>
                    <a:pt x="34" y="144"/>
                    <a:pt x="34" y="144"/>
                    <a:pt x="34" y="143"/>
                  </a:cubicBezTo>
                  <a:cubicBezTo>
                    <a:pt x="34" y="143"/>
                    <a:pt x="34" y="142"/>
                    <a:pt x="33" y="143"/>
                  </a:cubicBezTo>
                  <a:close/>
                  <a:moveTo>
                    <a:pt x="53" y="29"/>
                  </a:moveTo>
                  <a:cubicBezTo>
                    <a:pt x="53" y="28"/>
                    <a:pt x="52" y="28"/>
                    <a:pt x="52" y="28"/>
                  </a:cubicBezTo>
                  <a:cubicBezTo>
                    <a:pt x="52" y="28"/>
                    <a:pt x="52" y="29"/>
                    <a:pt x="53" y="29"/>
                  </a:cubicBezTo>
                  <a:close/>
                  <a:moveTo>
                    <a:pt x="57" y="36"/>
                  </a:moveTo>
                  <a:cubicBezTo>
                    <a:pt x="57" y="36"/>
                    <a:pt x="57" y="36"/>
                    <a:pt x="57" y="36"/>
                  </a:cubicBezTo>
                  <a:cubicBezTo>
                    <a:pt x="57" y="36"/>
                    <a:pt x="57" y="36"/>
                    <a:pt x="57" y="36"/>
                  </a:cubicBezTo>
                  <a:close/>
                  <a:moveTo>
                    <a:pt x="81" y="141"/>
                  </a:moveTo>
                  <a:cubicBezTo>
                    <a:pt x="80" y="142"/>
                    <a:pt x="82" y="142"/>
                    <a:pt x="81" y="141"/>
                  </a:cubicBezTo>
                  <a:close/>
                  <a:moveTo>
                    <a:pt x="62" y="142"/>
                  </a:moveTo>
                  <a:cubicBezTo>
                    <a:pt x="62" y="141"/>
                    <a:pt x="62" y="141"/>
                    <a:pt x="62" y="141"/>
                  </a:cubicBezTo>
                  <a:cubicBezTo>
                    <a:pt x="61" y="141"/>
                    <a:pt x="62" y="141"/>
                    <a:pt x="62" y="142"/>
                  </a:cubicBezTo>
                  <a:close/>
                  <a:moveTo>
                    <a:pt x="60" y="162"/>
                  </a:moveTo>
                  <a:cubicBezTo>
                    <a:pt x="60" y="162"/>
                    <a:pt x="60" y="161"/>
                    <a:pt x="60" y="162"/>
                  </a:cubicBezTo>
                  <a:cubicBezTo>
                    <a:pt x="60" y="161"/>
                    <a:pt x="60" y="161"/>
                    <a:pt x="60" y="161"/>
                  </a:cubicBezTo>
                  <a:cubicBezTo>
                    <a:pt x="60" y="161"/>
                    <a:pt x="59" y="162"/>
                    <a:pt x="60" y="162"/>
                  </a:cubicBezTo>
                  <a:close/>
                  <a:moveTo>
                    <a:pt x="54" y="26"/>
                  </a:moveTo>
                  <a:cubicBezTo>
                    <a:pt x="53" y="26"/>
                    <a:pt x="53" y="27"/>
                    <a:pt x="53" y="28"/>
                  </a:cubicBezTo>
                  <a:cubicBezTo>
                    <a:pt x="53" y="28"/>
                    <a:pt x="54" y="27"/>
                    <a:pt x="54" y="27"/>
                  </a:cubicBezTo>
                  <a:cubicBezTo>
                    <a:pt x="54" y="27"/>
                    <a:pt x="54" y="26"/>
                    <a:pt x="54" y="26"/>
                  </a:cubicBezTo>
                  <a:cubicBezTo>
                    <a:pt x="54" y="26"/>
                    <a:pt x="54" y="26"/>
                    <a:pt x="54" y="26"/>
                  </a:cubicBezTo>
                  <a:cubicBezTo>
                    <a:pt x="54" y="26"/>
                    <a:pt x="54" y="26"/>
                    <a:pt x="54" y="26"/>
                  </a:cubicBezTo>
                  <a:close/>
                  <a:moveTo>
                    <a:pt x="60" y="145"/>
                  </a:moveTo>
                  <a:cubicBezTo>
                    <a:pt x="60" y="145"/>
                    <a:pt x="60" y="145"/>
                    <a:pt x="60" y="145"/>
                  </a:cubicBezTo>
                  <a:cubicBezTo>
                    <a:pt x="59" y="145"/>
                    <a:pt x="59" y="145"/>
                    <a:pt x="58" y="145"/>
                  </a:cubicBezTo>
                  <a:cubicBezTo>
                    <a:pt x="57" y="144"/>
                    <a:pt x="57" y="144"/>
                    <a:pt x="56" y="144"/>
                  </a:cubicBezTo>
                  <a:cubicBezTo>
                    <a:pt x="56" y="144"/>
                    <a:pt x="54" y="144"/>
                    <a:pt x="55" y="144"/>
                  </a:cubicBezTo>
                  <a:cubicBezTo>
                    <a:pt x="55" y="145"/>
                    <a:pt x="56" y="144"/>
                    <a:pt x="56" y="145"/>
                  </a:cubicBezTo>
                  <a:cubicBezTo>
                    <a:pt x="57" y="145"/>
                    <a:pt x="57" y="146"/>
                    <a:pt x="57" y="146"/>
                  </a:cubicBezTo>
                  <a:cubicBezTo>
                    <a:pt x="58" y="147"/>
                    <a:pt x="59" y="148"/>
                    <a:pt x="60" y="148"/>
                  </a:cubicBezTo>
                  <a:cubicBezTo>
                    <a:pt x="60" y="147"/>
                    <a:pt x="59" y="146"/>
                    <a:pt x="59" y="146"/>
                  </a:cubicBezTo>
                  <a:cubicBezTo>
                    <a:pt x="60" y="146"/>
                    <a:pt x="60" y="147"/>
                    <a:pt x="60" y="147"/>
                  </a:cubicBezTo>
                  <a:cubicBezTo>
                    <a:pt x="60" y="147"/>
                    <a:pt x="61" y="146"/>
                    <a:pt x="61" y="146"/>
                  </a:cubicBezTo>
                  <a:cubicBezTo>
                    <a:pt x="61" y="146"/>
                    <a:pt x="60" y="146"/>
                    <a:pt x="60" y="145"/>
                  </a:cubicBezTo>
                  <a:close/>
                  <a:moveTo>
                    <a:pt x="61" y="141"/>
                  </a:moveTo>
                  <a:cubicBezTo>
                    <a:pt x="61" y="141"/>
                    <a:pt x="60" y="140"/>
                    <a:pt x="60" y="140"/>
                  </a:cubicBezTo>
                  <a:cubicBezTo>
                    <a:pt x="61" y="141"/>
                    <a:pt x="60" y="141"/>
                    <a:pt x="60" y="142"/>
                  </a:cubicBezTo>
                  <a:cubicBezTo>
                    <a:pt x="60" y="142"/>
                    <a:pt x="61" y="143"/>
                    <a:pt x="61" y="143"/>
                  </a:cubicBezTo>
                  <a:cubicBezTo>
                    <a:pt x="61" y="143"/>
                    <a:pt x="61" y="142"/>
                    <a:pt x="61" y="142"/>
                  </a:cubicBezTo>
                  <a:cubicBezTo>
                    <a:pt x="62" y="142"/>
                    <a:pt x="61" y="141"/>
                    <a:pt x="61" y="141"/>
                  </a:cubicBezTo>
                  <a:close/>
                  <a:moveTo>
                    <a:pt x="54" y="27"/>
                  </a:moveTo>
                  <a:cubicBezTo>
                    <a:pt x="54" y="27"/>
                    <a:pt x="54" y="27"/>
                    <a:pt x="54" y="28"/>
                  </a:cubicBezTo>
                  <a:cubicBezTo>
                    <a:pt x="54" y="28"/>
                    <a:pt x="54" y="28"/>
                    <a:pt x="53" y="28"/>
                  </a:cubicBezTo>
                  <a:cubicBezTo>
                    <a:pt x="54" y="28"/>
                    <a:pt x="53" y="28"/>
                    <a:pt x="54" y="28"/>
                  </a:cubicBezTo>
                  <a:cubicBezTo>
                    <a:pt x="53" y="28"/>
                    <a:pt x="54" y="27"/>
                    <a:pt x="54" y="27"/>
                  </a:cubicBezTo>
                  <a:close/>
                  <a:moveTo>
                    <a:pt x="49" y="28"/>
                  </a:moveTo>
                  <a:cubicBezTo>
                    <a:pt x="49" y="28"/>
                    <a:pt x="49" y="28"/>
                    <a:pt x="48" y="28"/>
                  </a:cubicBezTo>
                  <a:cubicBezTo>
                    <a:pt x="49" y="28"/>
                    <a:pt x="48" y="28"/>
                    <a:pt x="48" y="28"/>
                  </a:cubicBezTo>
                  <a:cubicBezTo>
                    <a:pt x="48" y="29"/>
                    <a:pt x="49" y="29"/>
                    <a:pt x="49" y="29"/>
                  </a:cubicBezTo>
                  <a:cubicBezTo>
                    <a:pt x="49" y="29"/>
                    <a:pt x="49" y="30"/>
                    <a:pt x="50" y="30"/>
                  </a:cubicBezTo>
                  <a:cubicBezTo>
                    <a:pt x="50" y="29"/>
                    <a:pt x="50" y="29"/>
                    <a:pt x="50" y="29"/>
                  </a:cubicBezTo>
                  <a:cubicBezTo>
                    <a:pt x="50" y="29"/>
                    <a:pt x="49" y="29"/>
                    <a:pt x="49" y="29"/>
                  </a:cubicBezTo>
                  <a:cubicBezTo>
                    <a:pt x="50" y="29"/>
                    <a:pt x="50" y="29"/>
                    <a:pt x="50" y="29"/>
                  </a:cubicBezTo>
                  <a:cubicBezTo>
                    <a:pt x="50" y="29"/>
                    <a:pt x="50" y="29"/>
                    <a:pt x="50" y="29"/>
                  </a:cubicBezTo>
                  <a:cubicBezTo>
                    <a:pt x="50" y="29"/>
                    <a:pt x="50" y="29"/>
                    <a:pt x="50" y="29"/>
                  </a:cubicBezTo>
                  <a:cubicBezTo>
                    <a:pt x="50" y="29"/>
                    <a:pt x="49" y="28"/>
                    <a:pt x="49" y="28"/>
                  </a:cubicBezTo>
                  <a:close/>
                  <a:moveTo>
                    <a:pt x="54" y="27"/>
                  </a:moveTo>
                  <a:cubicBezTo>
                    <a:pt x="55" y="27"/>
                    <a:pt x="55" y="25"/>
                    <a:pt x="55" y="25"/>
                  </a:cubicBezTo>
                  <a:cubicBezTo>
                    <a:pt x="54" y="25"/>
                    <a:pt x="54" y="26"/>
                    <a:pt x="54" y="26"/>
                  </a:cubicBezTo>
                  <a:cubicBezTo>
                    <a:pt x="54" y="26"/>
                    <a:pt x="54" y="27"/>
                    <a:pt x="54" y="27"/>
                  </a:cubicBezTo>
                  <a:close/>
                  <a:moveTo>
                    <a:pt x="47" y="28"/>
                  </a:moveTo>
                  <a:cubicBezTo>
                    <a:pt x="47" y="28"/>
                    <a:pt x="47" y="28"/>
                    <a:pt x="47" y="28"/>
                  </a:cubicBezTo>
                  <a:cubicBezTo>
                    <a:pt x="47" y="28"/>
                    <a:pt x="48" y="29"/>
                    <a:pt x="48" y="29"/>
                  </a:cubicBezTo>
                  <a:cubicBezTo>
                    <a:pt x="48" y="28"/>
                    <a:pt x="48" y="28"/>
                    <a:pt x="47" y="27"/>
                  </a:cubicBezTo>
                  <a:cubicBezTo>
                    <a:pt x="46" y="27"/>
                    <a:pt x="47" y="29"/>
                    <a:pt x="47" y="2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35" name="Venezuela">
              <a:extLst>
                <a:ext uri="{FF2B5EF4-FFF2-40B4-BE49-F238E27FC236}">
                  <a16:creationId xmlns:a16="http://schemas.microsoft.com/office/drawing/2014/main" id="{57CF4C31-19FA-F321-D42D-38AF02CF4720}"/>
                </a:ext>
              </a:extLst>
            </p:cNvPr>
            <p:cNvSpPr>
              <a:spLocks noEditPoints="1"/>
            </p:cNvSpPr>
            <p:nvPr/>
          </p:nvSpPr>
          <p:spPr bwMode="auto">
            <a:xfrm>
              <a:off x="3183541" y="3568971"/>
              <a:ext cx="467539" cy="449895"/>
            </a:xfrm>
            <a:custGeom>
              <a:avLst/>
              <a:gdLst/>
              <a:ahLst/>
              <a:cxnLst>
                <a:cxn ang="0">
                  <a:pos x="129" y="45"/>
                </a:cxn>
                <a:cxn ang="0">
                  <a:pos x="124" y="56"/>
                </a:cxn>
                <a:cxn ang="0">
                  <a:pos x="117" y="61"/>
                </a:cxn>
                <a:cxn ang="0">
                  <a:pos x="121" y="77"/>
                </a:cxn>
                <a:cxn ang="0">
                  <a:pos x="113" y="87"/>
                </a:cxn>
                <a:cxn ang="0">
                  <a:pos x="101" y="91"/>
                </a:cxn>
                <a:cxn ang="0">
                  <a:pos x="89" y="91"/>
                </a:cxn>
                <a:cxn ang="0">
                  <a:pos x="86" y="93"/>
                </a:cxn>
                <a:cxn ang="0">
                  <a:pos x="90" y="108"/>
                </a:cxn>
                <a:cxn ang="0">
                  <a:pos x="87" y="117"/>
                </a:cxn>
                <a:cxn ang="0">
                  <a:pos x="77" y="123"/>
                </a:cxn>
                <a:cxn ang="0">
                  <a:pos x="66" y="126"/>
                </a:cxn>
                <a:cxn ang="0">
                  <a:pos x="58" y="111"/>
                </a:cxn>
                <a:cxn ang="0">
                  <a:pos x="55" y="99"/>
                </a:cxn>
                <a:cxn ang="0">
                  <a:pos x="52" y="78"/>
                </a:cxn>
                <a:cxn ang="0">
                  <a:pos x="55" y="65"/>
                </a:cxn>
                <a:cxn ang="0">
                  <a:pos x="40" y="66"/>
                </a:cxn>
                <a:cxn ang="0">
                  <a:pos x="26" y="56"/>
                </a:cxn>
                <a:cxn ang="0">
                  <a:pos x="11" y="54"/>
                </a:cxn>
                <a:cxn ang="0">
                  <a:pos x="7" y="40"/>
                </a:cxn>
                <a:cxn ang="0">
                  <a:pos x="4" y="27"/>
                </a:cxn>
                <a:cxn ang="0">
                  <a:pos x="10" y="12"/>
                </a:cxn>
                <a:cxn ang="0">
                  <a:pos x="22" y="4"/>
                </a:cxn>
                <a:cxn ang="0">
                  <a:pos x="18" y="18"/>
                </a:cxn>
                <a:cxn ang="0">
                  <a:pos x="14" y="30"/>
                </a:cxn>
                <a:cxn ang="0">
                  <a:pos x="15" y="33"/>
                </a:cxn>
                <a:cxn ang="0">
                  <a:pos x="23" y="27"/>
                </a:cxn>
                <a:cxn ang="0">
                  <a:pos x="19" y="19"/>
                </a:cxn>
                <a:cxn ang="0">
                  <a:pos x="24" y="12"/>
                </a:cxn>
                <a:cxn ang="0">
                  <a:pos x="34" y="8"/>
                </a:cxn>
                <a:cxn ang="0">
                  <a:pos x="35" y="6"/>
                </a:cxn>
                <a:cxn ang="0">
                  <a:pos x="37" y="4"/>
                </a:cxn>
                <a:cxn ang="0">
                  <a:pos x="48" y="10"/>
                </a:cxn>
                <a:cxn ang="0">
                  <a:pos x="53" y="19"/>
                </a:cxn>
                <a:cxn ang="0">
                  <a:pos x="71" y="17"/>
                </a:cxn>
                <a:cxn ang="0">
                  <a:pos x="77" y="23"/>
                </a:cxn>
                <a:cxn ang="0">
                  <a:pos x="88" y="21"/>
                </a:cxn>
                <a:cxn ang="0">
                  <a:pos x="93" y="18"/>
                </a:cxn>
                <a:cxn ang="0">
                  <a:pos x="94" y="17"/>
                </a:cxn>
                <a:cxn ang="0">
                  <a:pos x="112" y="17"/>
                </a:cxn>
                <a:cxn ang="0">
                  <a:pos x="101" y="21"/>
                </a:cxn>
                <a:cxn ang="0">
                  <a:pos x="101" y="23"/>
                </a:cxn>
                <a:cxn ang="0">
                  <a:pos x="105" y="22"/>
                </a:cxn>
                <a:cxn ang="0">
                  <a:pos x="110" y="26"/>
                </a:cxn>
                <a:cxn ang="0">
                  <a:pos x="113" y="27"/>
                </a:cxn>
                <a:cxn ang="0">
                  <a:pos x="121" y="30"/>
                </a:cxn>
                <a:cxn ang="0">
                  <a:pos x="118" y="40"/>
                </a:cxn>
                <a:cxn ang="0">
                  <a:pos x="120" y="41"/>
                </a:cxn>
                <a:cxn ang="0">
                  <a:pos x="130" y="44"/>
                </a:cxn>
                <a:cxn ang="0">
                  <a:pos x="68" y="5"/>
                </a:cxn>
                <a:cxn ang="0">
                  <a:pos x="80" y="15"/>
                </a:cxn>
                <a:cxn ang="0">
                  <a:pos x="92" y="13"/>
                </a:cxn>
                <a:cxn ang="0">
                  <a:pos x="115" y="40"/>
                </a:cxn>
                <a:cxn ang="0">
                  <a:pos x="120" y="39"/>
                </a:cxn>
                <a:cxn ang="0">
                  <a:pos x="118" y="39"/>
                </a:cxn>
                <a:cxn ang="0">
                  <a:pos x="118" y="39"/>
                </a:cxn>
                <a:cxn ang="0">
                  <a:pos x="121" y="38"/>
                </a:cxn>
                <a:cxn ang="0">
                  <a:pos x="123" y="39"/>
                </a:cxn>
                <a:cxn ang="0">
                  <a:pos x="121" y="40"/>
                </a:cxn>
                <a:cxn ang="0">
                  <a:pos x="123" y="39"/>
                </a:cxn>
                <a:cxn ang="0">
                  <a:pos x="122" y="38"/>
                </a:cxn>
                <a:cxn ang="0">
                  <a:pos x="122" y="34"/>
                </a:cxn>
                <a:cxn ang="0">
                  <a:pos x="122" y="37"/>
                </a:cxn>
              </a:cxnLst>
              <a:rect l="0" t="0" r="r" b="b"/>
              <a:pathLst>
                <a:path w="132" h="127">
                  <a:moveTo>
                    <a:pt x="93" y="16"/>
                  </a:moveTo>
                  <a:cubicBezTo>
                    <a:pt x="92" y="16"/>
                    <a:pt x="92" y="16"/>
                    <a:pt x="92" y="16"/>
                  </a:cubicBezTo>
                  <a:cubicBezTo>
                    <a:pt x="92" y="15"/>
                    <a:pt x="93" y="16"/>
                    <a:pt x="93" y="16"/>
                  </a:cubicBezTo>
                  <a:close/>
                  <a:moveTo>
                    <a:pt x="87" y="5"/>
                  </a:moveTo>
                  <a:cubicBezTo>
                    <a:pt x="88" y="4"/>
                    <a:pt x="87" y="3"/>
                    <a:pt x="87" y="4"/>
                  </a:cubicBezTo>
                  <a:cubicBezTo>
                    <a:pt x="86" y="4"/>
                    <a:pt x="87" y="4"/>
                    <a:pt x="87" y="5"/>
                  </a:cubicBezTo>
                  <a:close/>
                  <a:moveTo>
                    <a:pt x="130" y="44"/>
                  </a:moveTo>
                  <a:cubicBezTo>
                    <a:pt x="130" y="44"/>
                    <a:pt x="129" y="44"/>
                    <a:pt x="129" y="45"/>
                  </a:cubicBezTo>
                  <a:cubicBezTo>
                    <a:pt x="129" y="46"/>
                    <a:pt x="128" y="46"/>
                    <a:pt x="128" y="46"/>
                  </a:cubicBezTo>
                  <a:cubicBezTo>
                    <a:pt x="127" y="47"/>
                    <a:pt x="127" y="47"/>
                    <a:pt x="126" y="48"/>
                  </a:cubicBezTo>
                  <a:cubicBezTo>
                    <a:pt x="125" y="48"/>
                    <a:pt x="125" y="48"/>
                    <a:pt x="124" y="48"/>
                  </a:cubicBezTo>
                  <a:cubicBezTo>
                    <a:pt x="124" y="48"/>
                    <a:pt x="123" y="49"/>
                    <a:pt x="123" y="50"/>
                  </a:cubicBezTo>
                  <a:cubicBezTo>
                    <a:pt x="123" y="50"/>
                    <a:pt x="123" y="51"/>
                    <a:pt x="122" y="51"/>
                  </a:cubicBezTo>
                  <a:cubicBezTo>
                    <a:pt x="121" y="52"/>
                    <a:pt x="123" y="53"/>
                    <a:pt x="123" y="54"/>
                  </a:cubicBezTo>
                  <a:cubicBezTo>
                    <a:pt x="123" y="54"/>
                    <a:pt x="122" y="55"/>
                    <a:pt x="123" y="55"/>
                  </a:cubicBezTo>
                  <a:cubicBezTo>
                    <a:pt x="123" y="56"/>
                    <a:pt x="124" y="56"/>
                    <a:pt x="124" y="56"/>
                  </a:cubicBezTo>
                  <a:cubicBezTo>
                    <a:pt x="124" y="55"/>
                    <a:pt x="125" y="55"/>
                    <a:pt x="126" y="56"/>
                  </a:cubicBezTo>
                  <a:cubicBezTo>
                    <a:pt x="126" y="56"/>
                    <a:pt x="126" y="57"/>
                    <a:pt x="125" y="57"/>
                  </a:cubicBezTo>
                  <a:cubicBezTo>
                    <a:pt x="125" y="57"/>
                    <a:pt x="125" y="58"/>
                    <a:pt x="125" y="58"/>
                  </a:cubicBezTo>
                  <a:cubicBezTo>
                    <a:pt x="125" y="58"/>
                    <a:pt x="123" y="59"/>
                    <a:pt x="123" y="59"/>
                  </a:cubicBezTo>
                  <a:cubicBezTo>
                    <a:pt x="122" y="59"/>
                    <a:pt x="122" y="60"/>
                    <a:pt x="121" y="60"/>
                  </a:cubicBezTo>
                  <a:cubicBezTo>
                    <a:pt x="121" y="60"/>
                    <a:pt x="120" y="59"/>
                    <a:pt x="120" y="59"/>
                  </a:cubicBezTo>
                  <a:cubicBezTo>
                    <a:pt x="120" y="59"/>
                    <a:pt x="120" y="60"/>
                    <a:pt x="119" y="60"/>
                  </a:cubicBezTo>
                  <a:cubicBezTo>
                    <a:pt x="119" y="61"/>
                    <a:pt x="118" y="60"/>
                    <a:pt x="117" y="61"/>
                  </a:cubicBezTo>
                  <a:cubicBezTo>
                    <a:pt x="116" y="62"/>
                    <a:pt x="118" y="63"/>
                    <a:pt x="117" y="64"/>
                  </a:cubicBezTo>
                  <a:cubicBezTo>
                    <a:pt x="117" y="65"/>
                    <a:pt x="117" y="65"/>
                    <a:pt x="118" y="65"/>
                  </a:cubicBezTo>
                  <a:cubicBezTo>
                    <a:pt x="118" y="66"/>
                    <a:pt x="117" y="66"/>
                    <a:pt x="117" y="67"/>
                  </a:cubicBezTo>
                  <a:cubicBezTo>
                    <a:pt x="116" y="67"/>
                    <a:pt x="116" y="68"/>
                    <a:pt x="115" y="68"/>
                  </a:cubicBezTo>
                  <a:cubicBezTo>
                    <a:pt x="115" y="69"/>
                    <a:pt x="115" y="69"/>
                    <a:pt x="115" y="70"/>
                  </a:cubicBezTo>
                  <a:cubicBezTo>
                    <a:pt x="116" y="71"/>
                    <a:pt x="117" y="71"/>
                    <a:pt x="117" y="72"/>
                  </a:cubicBezTo>
                  <a:cubicBezTo>
                    <a:pt x="118" y="73"/>
                    <a:pt x="118" y="74"/>
                    <a:pt x="119" y="75"/>
                  </a:cubicBezTo>
                  <a:cubicBezTo>
                    <a:pt x="120" y="75"/>
                    <a:pt x="120" y="76"/>
                    <a:pt x="121" y="77"/>
                  </a:cubicBezTo>
                  <a:cubicBezTo>
                    <a:pt x="121" y="77"/>
                    <a:pt x="121" y="77"/>
                    <a:pt x="122" y="78"/>
                  </a:cubicBezTo>
                  <a:cubicBezTo>
                    <a:pt x="122" y="79"/>
                    <a:pt x="122" y="80"/>
                    <a:pt x="121" y="81"/>
                  </a:cubicBezTo>
                  <a:cubicBezTo>
                    <a:pt x="121" y="82"/>
                    <a:pt x="120" y="82"/>
                    <a:pt x="120" y="82"/>
                  </a:cubicBezTo>
                  <a:cubicBezTo>
                    <a:pt x="119" y="82"/>
                    <a:pt x="119" y="83"/>
                    <a:pt x="119" y="83"/>
                  </a:cubicBezTo>
                  <a:cubicBezTo>
                    <a:pt x="119" y="85"/>
                    <a:pt x="117" y="85"/>
                    <a:pt x="116" y="85"/>
                  </a:cubicBezTo>
                  <a:cubicBezTo>
                    <a:pt x="114" y="84"/>
                    <a:pt x="116" y="86"/>
                    <a:pt x="115" y="86"/>
                  </a:cubicBezTo>
                  <a:cubicBezTo>
                    <a:pt x="114" y="86"/>
                    <a:pt x="114" y="86"/>
                    <a:pt x="113" y="86"/>
                  </a:cubicBezTo>
                  <a:cubicBezTo>
                    <a:pt x="113" y="86"/>
                    <a:pt x="113" y="87"/>
                    <a:pt x="113" y="87"/>
                  </a:cubicBezTo>
                  <a:cubicBezTo>
                    <a:pt x="112" y="88"/>
                    <a:pt x="111" y="87"/>
                    <a:pt x="111" y="88"/>
                  </a:cubicBezTo>
                  <a:cubicBezTo>
                    <a:pt x="110" y="88"/>
                    <a:pt x="110" y="89"/>
                    <a:pt x="109" y="89"/>
                  </a:cubicBezTo>
                  <a:cubicBezTo>
                    <a:pt x="108" y="89"/>
                    <a:pt x="108" y="88"/>
                    <a:pt x="107" y="89"/>
                  </a:cubicBezTo>
                  <a:cubicBezTo>
                    <a:pt x="107" y="90"/>
                    <a:pt x="106" y="89"/>
                    <a:pt x="105" y="89"/>
                  </a:cubicBezTo>
                  <a:cubicBezTo>
                    <a:pt x="105" y="88"/>
                    <a:pt x="104" y="88"/>
                    <a:pt x="104" y="89"/>
                  </a:cubicBezTo>
                  <a:cubicBezTo>
                    <a:pt x="103" y="89"/>
                    <a:pt x="103" y="89"/>
                    <a:pt x="103" y="90"/>
                  </a:cubicBezTo>
                  <a:cubicBezTo>
                    <a:pt x="103" y="90"/>
                    <a:pt x="102" y="90"/>
                    <a:pt x="102" y="90"/>
                  </a:cubicBezTo>
                  <a:cubicBezTo>
                    <a:pt x="101" y="90"/>
                    <a:pt x="101" y="90"/>
                    <a:pt x="101" y="91"/>
                  </a:cubicBezTo>
                  <a:cubicBezTo>
                    <a:pt x="100" y="92"/>
                    <a:pt x="102" y="94"/>
                    <a:pt x="100" y="95"/>
                  </a:cubicBezTo>
                  <a:cubicBezTo>
                    <a:pt x="99" y="95"/>
                    <a:pt x="99" y="95"/>
                    <a:pt x="98" y="95"/>
                  </a:cubicBezTo>
                  <a:cubicBezTo>
                    <a:pt x="98" y="94"/>
                    <a:pt x="97" y="93"/>
                    <a:pt x="97" y="93"/>
                  </a:cubicBezTo>
                  <a:cubicBezTo>
                    <a:pt x="96" y="92"/>
                    <a:pt x="95" y="90"/>
                    <a:pt x="94" y="91"/>
                  </a:cubicBezTo>
                  <a:cubicBezTo>
                    <a:pt x="94" y="91"/>
                    <a:pt x="94" y="92"/>
                    <a:pt x="94" y="92"/>
                  </a:cubicBezTo>
                  <a:cubicBezTo>
                    <a:pt x="93" y="92"/>
                    <a:pt x="93" y="91"/>
                    <a:pt x="93" y="91"/>
                  </a:cubicBezTo>
                  <a:cubicBezTo>
                    <a:pt x="92" y="91"/>
                    <a:pt x="91" y="91"/>
                    <a:pt x="91" y="91"/>
                  </a:cubicBezTo>
                  <a:cubicBezTo>
                    <a:pt x="90" y="91"/>
                    <a:pt x="90" y="91"/>
                    <a:pt x="89" y="91"/>
                  </a:cubicBezTo>
                  <a:cubicBezTo>
                    <a:pt x="88" y="92"/>
                    <a:pt x="88" y="90"/>
                    <a:pt x="87" y="89"/>
                  </a:cubicBezTo>
                  <a:cubicBezTo>
                    <a:pt x="86" y="88"/>
                    <a:pt x="85" y="89"/>
                    <a:pt x="84" y="89"/>
                  </a:cubicBezTo>
                  <a:cubicBezTo>
                    <a:pt x="83" y="89"/>
                    <a:pt x="83" y="89"/>
                    <a:pt x="83" y="88"/>
                  </a:cubicBezTo>
                  <a:cubicBezTo>
                    <a:pt x="83" y="88"/>
                    <a:pt x="82" y="87"/>
                    <a:pt x="81" y="87"/>
                  </a:cubicBezTo>
                  <a:cubicBezTo>
                    <a:pt x="81" y="88"/>
                    <a:pt x="81" y="88"/>
                    <a:pt x="82" y="88"/>
                  </a:cubicBezTo>
                  <a:cubicBezTo>
                    <a:pt x="82" y="89"/>
                    <a:pt x="82" y="89"/>
                    <a:pt x="82" y="90"/>
                  </a:cubicBezTo>
                  <a:cubicBezTo>
                    <a:pt x="83" y="91"/>
                    <a:pt x="83" y="91"/>
                    <a:pt x="84" y="92"/>
                  </a:cubicBezTo>
                  <a:cubicBezTo>
                    <a:pt x="84" y="93"/>
                    <a:pt x="85" y="93"/>
                    <a:pt x="86" y="93"/>
                  </a:cubicBezTo>
                  <a:cubicBezTo>
                    <a:pt x="86" y="94"/>
                    <a:pt x="87" y="94"/>
                    <a:pt x="87" y="95"/>
                  </a:cubicBezTo>
                  <a:cubicBezTo>
                    <a:pt x="87" y="96"/>
                    <a:pt x="86" y="96"/>
                    <a:pt x="86" y="97"/>
                  </a:cubicBezTo>
                  <a:cubicBezTo>
                    <a:pt x="86" y="98"/>
                    <a:pt x="87" y="98"/>
                    <a:pt x="87" y="99"/>
                  </a:cubicBezTo>
                  <a:cubicBezTo>
                    <a:pt x="86" y="100"/>
                    <a:pt x="87" y="100"/>
                    <a:pt x="87" y="101"/>
                  </a:cubicBezTo>
                  <a:cubicBezTo>
                    <a:pt x="87" y="102"/>
                    <a:pt x="88" y="102"/>
                    <a:pt x="88" y="103"/>
                  </a:cubicBezTo>
                  <a:cubicBezTo>
                    <a:pt x="88" y="104"/>
                    <a:pt x="89" y="105"/>
                    <a:pt x="88" y="106"/>
                  </a:cubicBezTo>
                  <a:cubicBezTo>
                    <a:pt x="88" y="106"/>
                    <a:pt x="88" y="107"/>
                    <a:pt x="88" y="107"/>
                  </a:cubicBezTo>
                  <a:cubicBezTo>
                    <a:pt x="89" y="107"/>
                    <a:pt x="89" y="107"/>
                    <a:pt x="90" y="108"/>
                  </a:cubicBezTo>
                  <a:cubicBezTo>
                    <a:pt x="91" y="108"/>
                    <a:pt x="92" y="107"/>
                    <a:pt x="92" y="107"/>
                  </a:cubicBezTo>
                  <a:cubicBezTo>
                    <a:pt x="93" y="108"/>
                    <a:pt x="93" y="107"/>
                    <a:pt x="94" y="108"/>
                  </a:cubicBezTo>
                  <a:cubicBezTo>
                    <a:pt x="95" y="108"/>
                    <a:pt x="95" y="109"/>
                    <a:pt x="94" y="110"/>
                  </a:cubicBezTo>
                  <a:cubicBezTo>
                    <a:pt x="94" y="111"/>
                    <a:pt x="94" y="111"/>
                    <a:pt x="93" y="111"/>
                  </a:cubicBezTo>
                  <a:cubicBezTo>
                    <a:pt x="92" y="111"/>
                    <a:pt x="92" y="111"/>
                    <a:pt x="91" y="112"/>
                  </a:cubicBezTo>
                  <a:cubicBezTo>
                    <a:pt x="91" y="112"/>
                    <a:pt x="90" y="113"/>
                    <a:pt x="90" y="113"/>
                  </a:cubicBezTo>
                  <a:cubicBezTo>
                    <a:pt x="89" y="113"/>
                    <a:pt x="88" y="113"/>
                    <a:pt x="88" y="113"/>
                  </a:cubicBezTo>
                  <a:cubicBezTo>
                    <a:pt x="87" y="115"/>
                    <a:pt x="88" y="116"/>
                    <a:pt x="87" y="117"/>
                  </a:cubicBezTo>
                  <a:cubicBezTo>
                    <a:pt x="87" y="117"/>
                    <a:pt x="86" y="118"/>
                    <a:pt x="86" y="118"/>
                  </a:cubicBezTo>
                  <a:cubicBezTo>
                    <a:pt x="85" y="118"/>
                    <a:pt x="85" y="119"/>
                    <a:pt x="85" y="119"/>
                  </a:cubicBezTo>
                  <a:cubicBezTo>
                    <a:pt x="84" y="119"/>
                    <a:pt x="85" y="117"/>
                    <a:pt x="84" y="118"/>
                  </a:cubicBezTo>
                  <a:cubicBezTo>
                    <a:pt x="83" y="118"/>
                    <a:pt x="83" y="119"/>
                    <a:pt x="82" y="120"/>
                  </a:cubicBezTo>
                  <a:cubicBezTo>
                    <a:pt x="82" y="120"/>
                    <a:pt x="81" y="121"/>
                    <a:pt x="81" y="120"/>
                  </a:cubicBezTo>
                  <a:cubicBezTo>
                    <a:pt x="80" y="120"/>
                    <a:pt x="80" y="121"/>
                    <a:pt x="79" y="121"/>
                  </a:cubicBezTo>
                  <a:cubicBezTo>
                    <a:pt x="79" y="121"/>
                    <a:pt x="78" y="122"/>
                    <a:pt x="78" y="122"/>
                  </a:cubicBezTo>
                  <a:cubicBezTo>
                    <a:pt x="77" y="122"/>
                    <a:pt x="77" y="122"/>
                    <a:pt x="77" y="123"/>
                  </a:cubicBezTo>
                  <a:cubicBezTo>
                    <a:pt x="77" y="123"/>
                    <a:pt x="77" y="124"/>
                    <a:pt x="76" y="124"/>
                  </a:cubicBezTo>
                  <a:cubicBezTo>
                    <a:pt x="75" y="124"/>
                    <a:pt x="75" y="125"/>
                    <a:pt x="75" y="125"/>
                  </a:cubicBezTo>
                  <a:cubicBezTo>
                    <a:pt x="74" y="126"/>
                    <a:pt x="74" y="126"/>
                    <a:pt x="74" y="127"/>
                  </a:cubicBezTo>
                  <a:cubicBezTo>
                    <a:pt x="73" y="127"/>
                    <a:pt x="73" y="127"/>
                    <a:pt x="73" y="126"/>
                  </a:cubicBezTo>
                  <a:cubicBezTo>
                    <a:pt x="73" y="125"/>
                    <a:pt x="74" y="124"/>
                    <a:pt x="73" y="123"/>
                  </a:cubicBezTo>
                  <a:cubicBezTo>
                    <a:pt x="71" y="123"/>
                    <a:pt x="70" y="125"/>
                    <a:pt x="69" y="125"/>
                  </a:cubicBezTo>
                  <a:cubicBezTo>
                    <a:pt x="68" y="126"/>
                    <a:pt x="68" y="126"/>
                    <a:pt x="68" y="126"/>
                  </a:cubicBezTo>
                  <a:cubicBezTo>
                    <a:pt x="67" y="126"/>
                    <a:pt x="67" y="126"/>
                    <a:pt x="66" y="126"/>
                  </a:cubicBezTo>
                  <a:cubicBezTo>
                    <a:pt x="65" y="126"/>
                    <a:pt x="65" y="126"/>
                    <a:pt x="65" y="125"/>
                  </a:cubicBezTo>
                  <a:cubicBezTo>
                    <a:pt x="64" y="124"/>
                    <a:pt x="63" y="124"/>
                    <a:pt x="62" y="123"/>
                  </a:cubicBezTo>
                  <a:cubicBezTo>
                    <a:pt x="62" y="122"/>
                    <a:pt x="61" y="122"/>
                    <a:pt x="60" y="121"/>
                  </a:cubicBezTo>
                  <a:cubicBezTo>
                    <a:pt x="60" y="120"/>
                    <a:pt x="60" y="119"/>
                    <a:pt x="60" y="119"/>
                  </a:cubicBezTo>
                  <a:cubicBezTo>
                    <a:pt x="60" y="118"/>
                    <a:pt x="60" y="117"/>
                    <a:pt x="59" y="117"/>
                  </a:cubicBezTo>
                  <a:cubicBezTo>
                    <a:pt x="59" y="116"/>
                    <a:pt x="59" y="115"/>
                    <a:pt x="59" y="114"/>
                  </a:cubicBezTo>
                  <a:cubicBezTo>
                    <a:pt x="59" y="114"/>
                    <a:pt x="58" y="113"/>
                    <a:pt x="58" y="112"/>
                  </a:cubicBezTo>
                  <a:cubicBezTo>
                    <a:pt x="58" y="112"/>
                    <a:pt x="58" y="111"/>
                    <a:pt x="58" y="111"/>
                  </a:cubicBezTo>
                  <a:cubicBezTo>
                    <a:pt x="57" y="111"/>
                    <a:pt x="57" y="110"/>
                    <a:pt x="57" y="109"/>
                  </a:cubicBezTo>
                  <a:cubicBezTo>
                    <a:pt x="57" y="109"/>
                    <a:pt x="58" y="109"/>
                    <a:pt x="57" y="108"/>
                  </a:cubicBezTo>
                  <a:cubicBezTo>
                    <a:pt x="57" y="108"/>
                    <a:pt x="56" y="107"/>
                    <a:pt x="56" y="107"/>
                  </a:cubicBezTo>
                  <a:cubicBezTo>
                    <a:pt x="56" y="107"/>
                    <a:pt x="55" y="106"/>
                    <a:pt x="55" y="105"/>
                  </a:cubicBezTo>
                  <a:cubicBezTo>
                    <a:pt x="54" y="105"/>
                    <a:pt x="54" y="105"/>
                    <a:pt x="54" y="104"/>
                  </a:cubicBezTo>
                  <a:cubicBezTo>
                    <a:pt x="53" y="103"/>
                    <a:pt x="53" y="104"/>
                    <a:pt x="52" y="103"/>
                  </a:cubicBezTo>
                  <a:cubicBezTo>
                    <a:pt x="52" y="103"/>
                    <a:pt x="51" y="103"/>
                    <a:pt x="51" y="104"/>
                  </a:cubicBezTo>
                  <a:cubicBezTo>
                    <a:pt x="51" y="102"/>
                    <a:pt x="53" y="100"/>
                    <a:pt x="55" y="99"/>
                  </a:cubicBezTo>
                  <a:cubicBezTo>
                    <a:pt x="55" y="98"/>
                    <a:pt x="57" y="97"/>
                    <a:pt x="56" y="96"/>
                  </a:cubicBezTo>
                  <a:cubicBezTo>
                    <a:pt x="55" y="95"/>
                    <a:pt x="55" y="94"/>
                    <a:pt x="55" y="94"/>
                  </a:cubicBezTo>
                  <a:cubicBezTo>
                    <a:pt x="55" y="93"/>
                    <a:pt x="54" y="93"/>
                    <a:pt x="53" y="92"/>
                  </a:cubicBezTo>
                  <a:cubicBezTo>
                    <a:pt x="53" y="92"/>
                    <a:pt x="53" y="91"/>
                    <a:pt x="53" y="90"/>
                  </a:cubicBezTo>
                  <a:cubicBezTo>
                    <a:pt x="52" y="89"/>
                    <a:pt x="52" y="88"/>
                    <a:pt x="52" y="87"/>
                  </a:cubicBezTo>
                  <a:cubicBezTo>
                    <a:pt x="52" y="86"/>
                    <a:pt x="51" y="85"/>
                    <a:pt x="51" y="84"/>
                  </a:cubicBezTo>
                  <a:cubicBezTo>
                    <a:pt x="52" y="83"/>
                    <a:pt x="52" y="82"/>
                    <a:pt x="52" y="81"/>
                  </a:cubicBezTo>
                  <a:cubicBezTo>
                    <a:pt x="52" y="80"/>
                    <a:pt x="53" y="79"/>
                    <a:pt x="52" y="78"/>
                  </a:cubicBezTo>
                  <a:cubicBezTo>
                    <a:pt x="52" y="78"/>
                    <a:pt x="52" y="77"/>
                    <a:pt x="52" y="77"/>
                  </a:cubicBezTo>
                  <a:cubicBezTo>
                    <a:pt x="52" y="76"/>
                    <a:pt x="52" y="76"/>
                    <a:pt x="52" y="75"/>
                  </a:cubicBezTo>
                  <a:cubicBezTo>
                    <a:pt x="53" y="75"/>
                    <a:pt x="54" y="74"/>
                    <a:pt x="54" y="74"/>
                  </a:cubicBezTo>
                  <a:cubicBezTo>
                    <a:pt x="54" y="73"/>
                    <a:pt x="54" y="73"/>
                    <a:pt x="54" y="73"/>
                  </a:cubicBezTo>
                  <a:cubicBezTo>
                    <a:pt x="54" y="72"/>
                    <a:pt x="54" y="71"/>
                    <a:pt x="54" y="71"/>
                  </a:cubicBezTo>
                  <a:cubicBezTo>
                    <a:pt x="55" y="70"/>
                    <a:pt x="56" y="69"/>
                    <a:pt x="56" y="69"/>
                  </a:cubicBezTo>
                  <a:cubicBezTo>
                    <a:pt x="57" y="68"/>
                    <a:pt x="55" y="67"/>
                    <a:pt x="56" y="66"/>
                  </a:cubicBezTo>
                  <a:cubicBezTo>
                    <a:pt x="55" y="66"/>
                    <a:pt x="55" y="65"/>
                    <a:pt x="55" y="65"/>
                  </a:cubicBezTo>
                  <a:cubicBezTo>
                    <a:pt x="54" y="65"/>
                    <a:pt x="53" y="65"/>
                    <a:pt x="52" y="65"/>
                  </a:cubicBezTo>
                  <a:cubicBezTo>
                    <a:pt x="52" y="65"/>
                    <a:pt x="51" y="66"/>
                    <a:pt x="51" y="66"/>
                  </a:cubicBezTo>
                  <a:cubicBezTo>
                    <a:pt x="50" y="66"/>
                    <a:pt x="50" y="66"/>
                    <a:pt x="49" y="66"/>
                  </a:cubicBezTo>
                  <a:cubicBezTo>
                    <a:pt x="49" y="66"/>
                    <a:pt x="49" y="66"/>
                    <a:pt x="48" y="66"/>
                  </a:cubicBezTo>
                  <a:cubicBezTo>
                    <a:pt x="47" y="66"/>
                    <a:pt x="47" y="66"/>
                    <a:pt x="46" y="66"/>
                  </a:cubicBezTo>
                  <a:cubicBezTo>
                    <a:pt x="46" y="66"/>
                    <a:pt x="45" y="67"/>
                    <a:pt x="44" y="67"/>
                  </a:cubicBezTo>
                  <a:cubicBezTo>
                    <a:pt x="44" y="67"/>
                    <a:pt x="43" y="66"/>
                    <a:pt x="42" y="66"/>
                  </a:cubicBezTo>
                  <a:cubicBezTo>
                    <a:pt x="41" y="66"/>
                    <a:pt x="41" y="66"/>
                    <a:pt x="40" y="66"/>
                  </a:cubicBezTo>
                  <a:cubicBezTo>
                    <a:pt x="40" y="67"/>
                    <a:pt x="39" y="68"/>
                    <a:pt x="39" y="67"/>
                  </a:cubicBezTo>
                  <a:cubicBezTo>
                    <a:pt x="38" y="67"/>
                    <a:pt x="38" y="66"/>
                    <a:pt x="37" y="67"/>
                  </a:cubicBezTo>
                  <a:cubicBezTo>
                    <a:pt x="37" y="67"/>
                    <a:pt x="36" y="66"/>
                    <a:pt x="35" y="64"/>
                  </a:cubicBezTo>
                  <a:cubicBezTo>
                    <a:pt x="35" y="64"/>
                    <a:pt x="34" y="63"/>
                    <a:pt x="34" y="63"/>
                  </a:cubicBezTo>
                  <a:cubicBezTo>
                    <a:pt x="33" y="61"/>
                    <a:pt x="32" y="60"/>
                    <a:pt x="31" y="58"/>
                  </a:cubicBezTo>
                  <a:cubicBezTo>
                    <a:pt x="30" y="57"/>
                    <a:pt x="29" y="58"/>
                    <a:pt x="28" y="58"/>
                  </a:cubicBezTo>
                  <a:cubicBezTo>
                    <a:pt x="28" y="57"/>
                    <a:pt x="27" y="57"/>
                    <a:pt x="27" y="57"/>
                  </a:cubicBezTo>
                  <a:cubicBezTo>
                    <a:pt x="26" y="56"/>
                    <a:pt x="26" y="56"/>
                    <a:pt x="26" y="56"/>
                  </a:cubicBezTo>
                  <a:cubicBezTo>
                    <a:pt x="25" y="56"/>
                    <a:pt x="25" y="56"/>
                    <a:pt x="24" y="56"/>
                  </a:cubicBezTo>
                  <a:cubicBezTo>
                    <a:pt x="23" y="57"/>
                    <a:pt x="23" y="57"/>
                    <a:pt x="22" y="57"/>
                  </a:cubicBezTo>
                  <a:cubicBezTo>
                    <a:pt x="21" y="58"/>
                    <a:pt x="20" y="58"/>
                    <a:pt x="20" y="57"/>
                  </a:cubicBezTo>
                  <a:cubicBezTo>
                    <a:pt x="19" y="57"/>
                    <a:pt x="19" y="57"/>
                    <a:pt x="18" y="57"/>
                  </a:cubicBezTo>
                  <a:cubicBezTo>
                    <a:pt x="18" y="57"/>
                    <a:pt x="17" y="57"/>
                    <a:pt x="16" y="57"/>
                  </a:cubicBezTo>
                  <a:cubicBezTo>
                    <a:pt x="16" y="57"/>
                    <a:pt x="15" y="57"/>
                    <a:pt x="14" y="57"/>
                  </a:cubicBezTo>
                  <a:cubicBezTo>
                    <a:pt x="13" y="58"/>
                    <a:pt x="12" y="56"/>
                    <a:pt x="11" y="56"/>
                  </a:cubicBezTo>
                  <a:cubicBezTo>
                    <a:pt x="11" y="55"/>
                    <a:pt x="11" y="54"/>
                    <a:pt x="11" y="54"/>
                  </a:cubicBezTo>
                  <a:cubicBezTo>
                    <a:pt x="11" y="53"/>
                    <a:pt x="10" y="53"/>
                    <a:pt x="10" y="53"/>
                  </a:cubicBezTo>
                  <a:cubicBezTo>
                    <a:pt x="8" y="53"/>
                    <a:pt x="8" y="51"/>
                    <a:pt x="8" y="50"/>
                  </a:cubicBezTo>
                  <a:cubicBezTo>
                    <a:pt x="8" y="49"/>
                    <a:pt x="9" y="48"/>
                    <a:pt x="8" y="48"/>
                  </a:cubicBezTo>
                  <a:cubicBezTo>
                    <a:pt x="8" y="47"/>
                    <a:pt x="9" y="47"/>
                    <a:pt x="9" y="46"/>
                  </a:cubicBezTo>
                  <a:cubicBezTo>
                    <a:pt x="9" y="46"/>
                    <a:pt x="10" y="46"/>
                    <a:pt x="10" y="46"/>
                  </a:cubicBezTo>
                  <a:cubicBezTo>
                    <a:pt x="10" y="45"/>
                    <a:pt x="9" y="44"/>
                    <a:pt x="9" y="44"/>
                  </a:cubicBezTo>
                  <a:cubicBezTo>
                    <a:pt x="9" y="43"/>
                    <a:pt x="10" y="42"/>
                    <a:pt x="9" y="42"/>
                  </a:cubicBezTo>
                  <a:cubicBezTo>
                    <a:pt x="8" y="41"/>
                    <a:pt x="8" y="41"/>
                    <a:pt x="7" y="40"/>
                  </a:cubicBezTo>
                  <a:cubicBezTo>
                    <a:pt x="7" y="39"/>
                    <a:pt x="6" y="38"/>
                    <a:pt x="6" y="36"/>
                  </a:cubicBezTo>
                  <a:cubicBezTo>
                    <a:pt x="6" y="36"/>
                    <a:pt x="6" y="33"/>
                    <a:pt x="5" y="34"/>
                  </a:cubicBezTo>
                  <a:cubicBezTo>
                    <a:pt x="4" y="35"/>
                    <a:pt x="4" y="33"/>
                    <a:pt x="4" y="32"/>
                  </a:cubicBezTo>
                  <a:cubicBezTo>
                    <a:pt x="4" y="32"/>
                    <a:pt x="2" y="33"/>
                    <a:pt x="2" y="33"/>
                  </a:cubicBezTo>
                  <a:cubicBezTo>
                    <a:pt x="0" y="34"/>
                    <a:pt x="1" y="33"/>
                    <a:pt x="1" y="32"/>
                  </a:cubicBezTo>
                  <a:cubicBezTo>
                    <a:pt x="2" y="31"/>
                    <a:pt x="2" y="31"/>
                    <a:pt x="2" y="30"/>
                  </a:cubicBezTo>
                  <a:cubicBezTo>
                    <a:pt x="3" y="29"/>
                    <a:pt x="3" y="29"/>
                    <a:pt x="3" y="28"/>
                  </a:cubicBezTo>
                  <a:cubicBezTo>
                    <a:pt x="4" y="28"/>
                    <a:pt x="4" y="27"/>
                    <a:pt x="4" y="27"/>
                  </a:cubicBezTo>
                  <a:cubicBezTo>
                    <a:pt x="5" y="26"/>
                    <a:pt x="4" y="25"/>
                    <a:pt x="5" y="25"/>
                  </a:cubicBezTo>
                  <a:cubicBezTo>
                    <a:pt x="5" y="24"/>
                    <a:pt x="5" y="23"/>
                    <a:pt x="5" y="23"/>
                  </a:cubicBezTo>
                  <a:cubicBezTo>
                    <a:pt x="5" y="22"/>
                    <a:pt x="5" y="21"/>
                    <a:pt x="6" y="20"/>
                  </a:cubicBezTo>
                  <a:cubicBezTo>
                    <a:pt x="6" y="19"/>
                    <a:pt x="6" y="19"/>
                    <a:pt x="7" y="18"/>
                  </a:cubicBezTo>
                  <a:cubicBezTo>
                    <a:pt x="7" y="17"/>
                    <a:pt x="7" y="17"/>
                    <a:pt x="7" y="16"/>
                  </a:cubicBezTo>
                  <a:cubicBezTo>
                    <a:pt x="8" y="16"/>
                    <a:pt x="8" y="15"/>
                    <a:pt x="8" y="15"/>
                  </a:cubicBezTo>
                  <a:cubicBezTo>
                    <a:pt x="9" y="14"/>
                    <a:pt x="9" y="14"/>
                    <a:pt x="10" y="13"/>
                  </a:cubicBezTo>
                  <a:cubicBezTo>
                    <a:pt x="10" y="13"/>
                    <a:pt x="10" y="12"/>
                    <a:pt x="10" y="12"/>
                  </a:cubicBezTo>
                  <a:cubicBezTo>
                    <a:pt x="11" y="12"/>
                    <a:pt x="11" y="12"/>
                    <a:pt x="12" y="12"/>
                  </a:cubicBezTo>
                  <a:cubicBezTo>
                    <a:pt x="12" y="12"/>
                    <a:pt x="12" y="12"/>
                    <a:pt x="12" y="12"/>
                  </a:cubicBezTo>
                  <a:cubicBezTo>
                    <a:pt x="13" y="11"/>
                    <a:pt x="13" y="11"/>
                    <a:pt x="13" y="10"/>
                  </a:cubicBezTo>
                  <a:cubicBezTo>
                    <a:pt x="14" y="9"/>
                    <a:pt x="14" y="9"/>
                    <a:pt x="15" y="8"/>
                  </a:cubicBezTo>
                  <a:cubicBezTo>
                    <a:pt x="15" y="7"/>
                    <a:pt x="15" y="7"/>
                    <a:pt x="15" y="6"/>
                  </a:cubicBezTo>
                  <a:cubicBezTo>
                    <a:pt x="16" y="6"/>
                    <a:pt x="17" y="6"/>
                    <a:pt x="18" y="6"/>
                  </a:cubicBezTo>
                  <a:cubicBezTo>
                    <a:pt x="19" y="5"/>
                    <a:pt x="19" y="5"/>
                    <a:pt x="20" y="5"/>
                  </a:cubicBezTo>
                  <a:cubicBezTo>
                    <a:pt x="21" y="5"/>
                    <a:pt x="21" y="4"/>
                    <a:pt x="22" y="4"/>
                  </a:cubicBezTo>
                  <a:cubicBezTo>
                    <a:pt x="21" y="6"/>
                    <a:pt x="20" y="6"/>
                    <a:pt x="18" y="6"/>
                  </a:cubicBezTo>
                  <a:cubicBezTo>
                    <a:pt x="16" y="6"/>
                    <a:pt x="15" y="7"/>
                    <a:pt x="15" y="9"/>
                  </a:cubicBezTo>
                  <a:cubicBezTo>
                    <a:pt x="16" y="10"/>
                    <a:pt x="16" y="11"/>
                    <a:pt x="17" y="12"/>
                  </a:cubicBezTo>
                  <a:cubicBezTo>
                    <a:pt x="17" y="12"/>
                    <a:pt x="18" y="13"/>
                    <a:pt x="18" y="13"/>
                  </a:cubicBezTo>
                  <a:cubicBezTo>
                    <a:pt x="19" y="14"/>
                    <a:pt x="18" y="13"/>
                    <a:pt x="18" y="13"/>
                  </a:cubicBezTo>
                  <a:cubicBezTo>
                    <a:pt x="17" y="13"/>
                    <a:pt x="17" y="14"/>
                    <a:pt x="17" y="14"/>
                  </a:cubicBezTo>
                  <a:cubicBezTo>
                    <a:pt x="18" y="15"/>
                    <a:pt x="18" y="16"/>
                    <a:pt x="18" y="16"/>
                  </a:cubicBezTo>
                  <a:cubicBezTo>
                    <a:pt x="19" y="17"/>
                    <a:pt x="18" y="17"/>
                    <a:pt x="18" y="18"/>
                  </a:cubicBezTo>
                  <a:cubicBezTo>
                    <a:pt x="18" y="19"/>
                    <a:pt x="18" y="19"/>
                    <a:pt x="17" y="20"/>
                  </a:cubicBezTo>
                  <a:cubicBezTo>
                    <a:pt x="17" y="20"/>
                    <a:pt x="16" y="21"/>
                    <a:pt x="16" y="22"/>
                  </a:cubicBezTo>
                  <a:cubicBezTo>
                    <a:pt x="15" y="23"/>
                    <a:pt x="14" y="23"/>
                    <a:pt x="14" y="24"/>
                  </a:cubicBezTo>
                  <a:cubicBezTo>
                    <a:pt x="14" y="25"/>
                    <a:pt x="13" y="26"/>
                    <a:pt x="13" y="27"/>
                  </a:cubicBezTo>
                  <a:cubicBezTo>
                    <a:pt x="13" y="27"/>
                    <a:pt x="13" y="28"/>
                    <a:pt x="14" y="28"/>
                  </a:cubicBezTo>
                  <a:cubicBezTo>
                    <a:pt x="14" y="28"/>
                    <a:pt x="14" y="29"/>
                    <a:pt x="14" y="29"/>
                  </a:cubicBezTo>
                  <a:cubicBezTo>
                    <a:pt x="14" y="29"/>
                    <a:pt x="14" y="29"/>
                    <a:pt x="14" y="29"/>
                  </a:cubicBezTo>
                  <a:cubicBezTo>
                    <a:pt x="14" y="29"/>
                    <a:pt x="14" y="30"/>
                    <a:pt x="14" y="30"/>
                  </a:cubicBezTo>
                  <a:cubicBezTo>
                    <a:pt x="13" y="30"/>
                    <a:pt x="14" y="30"/>
                    <a:pt x="14" y="30"/>
                  </a:cubicBezTo>
                  <a:cubicBezTo>
                    <a:pt x="14" y="30"/>
                    <a:pt x="14" y="30"/>
                    <a:pt x="14" y="30"/>
                  </a:cubicBezTo>
                  <a:cubicBezTo>
                    <a:pt x="15" y="30"/>
                    <a:pt x="15" y="30"/>
                    <a:pt x="15" y="30"/>
                  </a:cubicBezTo>
                  <a:cubicBezTo>
                    <a:pt x="15" y="30"/>
                    <a:pt x="15" y="30"/>
                    <a:pt x="15" y="31"/>
                  </a:cubicBezTo>
                  <a:cubicBezTo>
                    <a:pt x="15" y="30"/>
                    <a:pt x="15" y="31"/>
                    <a:pt x="15" y="31"/>
                  </a:cubicBezTo>
                  <a:cubicBezTo>
                    <a:pt x="15" y="30"/>
                    <a:pt x="16" y="32"/>
                    <a:pt x="16" y="31"/>
                  </a:cubicBezTo>
                  <a:cubicBezTo>
                    <a:pt x="16" y="32"/>
                    <a:pt x="16" y="32"/>
                    <a:pt x="16" y="32"/>
                  </a:cubicBezTo>
                  <a:cubicBezTo>
                    <a:pt x="16" y="32"/>
                    <a:pt x="15" y="33"/>
                    <a:pt x="15" y="33"/>
                  </a:cubicBezTo>
                  <a:cubicBezTo>
                    <a:pt x="16" y="33"/>
                    <a:pt x="16" y="33"/>
                    <a:pt x="16" y="33"/>
                  </a:cubicBezTo>
                  <a:cubicBezTo>
                    <a:pt x="16" y="33"/>
                    <a:pt x="16" y="34"/>
                    <a:pt x="16" y="34"/>
                  </a:cubicBezTo>
                  <a:cubicBezTo>
                    <a:pt x="16" y="35"/>
                    <a:pt x="17" y="35"/>
                    <a:pt x="17" y="35"/>
                  </a:cubicBezTo>
                  <a:cubicBezTo>
                    <a:pt x="17" y="35"/>
                    <a:pt x="18" y="35"/>
                    <a:pt x="18" y="35"/>
                  </a:cubicBezTo>
                  <a:cubicBezTo>
                    <a:pt x="19" y="35"/>
                    <a:pt x="20" y="34"/>
                    <a:pt x="20" y="34"/>
                  </a:cubicBezTo>
                  <a:cubicBezTo>
                    <a:pt x="21" y="34"/>
                    <a:pt x="21" y="33"/>
                    <a:pt x="22" y="32"/>
                  </a:cubicBezTo>
                  <a:cubicBezTo>
                    <a:pt x="23" y="32"/>
                    <a:pt x="23" y="31"/>
                    <a:pt x="23" y="30"/>
                  </a:cubicBezTo>
                  <a:cubicBezTo>
                    <a:pt x="23" y="29"/>
                    <a:pt x="23" y="28"/>
                    <a:pt x="23" y="27"/>
                  </a:cubicBezTo>
                  <a:cubicBezTo>
                    <a:pt x="23" y="27"/>
                    <a:pt x="23" y="27"/>
                    <a:pt x="23" y="27"/>
                  </a:cubicBezTo>
                  <a:cubicBezTo>
                    <a:pt x="23" y="26"/>
                    <a:pt x="23" y="26"/>
                    <a:pt x="22" y="25"/>
                  </a:cubicBezTo>
                  <a:cubicBezTo>
                    <a:pt x="22" y="25"/>
                    <a:pt x="22" y="25"/>
                    <a:pt x="22" y="24"/>
                  </a:cubicBezTo>
                  <a:cubicBezTo>
                    <a:pt x="21" y="24"/>
                    <a:pt x="21" y="23"/>
                    <a:pt x="21" y="23"/>
                  </a:cubicBezTo>
                  <a:cubicBezTo>
                    <a:pt x="21" y="23"/>
                    <a:pt x="21" y="22"/>
                    <a:pt x="21" y="22"/>
                  </a:cubicBezTo>
                  <a:cubicBezTo>
                    <a:pt x="20" y="22"/>
                    <a:pt x="20" y="21"/>
                    <a:pt x="20" y="21"/>
                  </a:cubicBezTo>
                  <a:cubicBezTo>
                    <a:pt x="20" y="20"/>
                    <a:pt x="19" y="20"/>
                    <a:pt x="19" y="19"/>
                  </a:cubicBezTo>
                  <a:cubicBezTo>
                    <a:pt x="20" y="19"/>
                    <a:pt x="20" y="19"/>
                    <a:pt x="19" y="19"/>
                  </a:cubicBezTo>
                  <a:cubicBezTo>
                    <a:pt x="19" y="18"/>
                    <a:pt x="19" y="18"/>
                    <a:pt x="19" y="18"/>
                  </a:cubicBezTo>
                  <a:cubicBezTo>
                    <a:pt x="19" y="18"/>
                    <a:pt x="19" y="18"/>
                    <a:pt x="19" y="18"/>
                  </a:cubicBezTo>
                  <a:cubicBezTo>
                    <a:pt x="19" y="17"/>
                    <a:pt x="19" y="17"/>
                    <a:pt x="19" y="17"/>
                  </a:cubicBezTo>
                  <a:cubicBezTo>
                    <a:pt x="19" y="16"/>
                    <a:pt x="19" y="15"/>
                    <a:pt x="19" y="15"/>
                  </a:cubicBezTo>
                  <a:cubicBezTo>
                    <a:pt x="20" y="15"/>
                    <a:pt x="20" y="16"/>
                    <a:pt x="20" y="15"/>
                  </a:cubicBezTo>
                  <a:cubicBezTo>
                    <a:pt x="20" y="15"/>
                    <a:pt x="20" y="14"/>
                    <a:pt x="20" y="14"/>
                  </a:cubicBezTo>
                  <a:cubicBezTo>
                    <a:pt x="19" y="14"/>
                    <a:pt x="21" y="14"/>
                    <a:pt x="21" y="13"/>
                  </a:cubicBezTo>
                  <a:cubicBezTo>
                    <a:pt x="22" y="13"/>
                    <a:pt x="23" y="13"/>
                    <a:pt x="24" y="12"/>
                  </a:cubicBezTo>
                  <a:cubicBezTo>
                    <a:pt x="25" y="11"/>
                    <a:pt x="27" y="11"/>
                    <a:pt x="28" y="11"/>
                  </a:cubicBezTo>
                  <a:cubicBezTo>
                    <a:pt x="28" y="11"/>
                    <a:pt x="29" y="11"/>
                    <a:pt x="29" y="11"/>
                  </a:cubicBezTo>
                  <a:cubicBezTo>
                    <a:pt x="29" y="11"/>
                    <a:pt x="30" y="10"/>
                    <a:pt x="29" y="10"/>
                  </a:cubicBezTo>
                  <a:cubicBezTo>
                    <a:pt x="29" y="10"/>
                    <a:pt x="32" y="10"/>
                    <a:pt x="32" y="9"/>
                  </a:cubicBezTo>
                  <a:cubicBezTo>
                    <a:pt x="33" y="9"/>
                    <a:pt x="33" y="9"/>
                    <a:pt x="33" y="8"/>
                  </a:cubicBezTo>
                  <a:cubicBezTo>
                    <a:pt x="33" y="8"/>
                    <a:pt x="33" y="8"/>
                    <a:pt x="34" y="9"/>
                  </a:cubicBezTo>
                  <a:cubicBezTo>
                    <a:pt x="33" y="8"/>
                    <a:pt x="34" y="8"/>
                    <a:pt x="34" y="8"/>
                  </a:cubicBezTo>
                  <a:cubicBezTo>
                    <a:pt x="34" y="8"/>
                    <a:pt x="34" y="8"/>
                    <a:pt x="34" y="8"/>
                  </a:cubicBezTo>
                  <a:cubicBezTo>
                    <a:pt x="34" y="8"/>
                    <a:pt x="34" y="8"/>
                    <a:pt x="34" y="8"/>
                  </a:cubicBezTo>
                  <a:cubicBezTo>
                    <a:pt x="34" y="8"/>
                    <a:pt x="34" y="8"/>
                    <a:pt x="34" y="8"/>
                  </a:cubicBezTo>
                  <a:cubicBezTo>
                    <a:pt x="33" y="8"/>
                    <a:pt x="33" y="7"/>
                    <a:pt x="33" y="7"/>
                  </a:cubicBezTo>
                  <a:cubicBezTo>
                    <a:pt x="34" y="7"/>
                    <a:pt x="35" y="8"/>
                    <a:pt x="35" y="8"/>
                  </a:cubicBezTo>
                  <a:cubicBezTo>
                    <a:pt x="35" y="8"/>
                    <a:pt x="35" y="9"/>
                    <a:pt x="36" y="9"/>
                  </a:cubicBezTo>
                  <a:cubicBezTo>
                    <a:pt x="37" y="8"/>
                    <a:pt x="37" y="7"/>
                    <a:pt x="36" y="6"/>
                  </a:cubicBezTo>
                  <a:cubicBezTo>
                    <a:pt x="36" y="6"/>
                    <a:pt x="36" y="6"/>
                    <a:pt x="36" y="6"/>
                  </a:cubicBezTo>
                  <a:cubicBezTo>
                    <a:pt x="36" y="6"/>
                    <a:pt x="35" y="6"/>
                    <a:pt x="35" y="6"/>
                  </a:cubicBezTo>
                  <a:cubicBezTo>
                    <a:pt x="35" y="6"/>
                    <a:pt x="34" y="6"/>
                    <a:pt x="33" y="7"/>
                  </a:cubicBezTo>
                  <a:cubicBezTo>
                    <a:pt x="33" y="7"/>
                    <a:pt x="32" y="7"/>
                    <a:pt x="32" y="6"/>
                  </a:cubicBezTo>
                  <a:cubicBezTo>
                    <a:pt x="32" y="6"/>
                    <a:pt x="33" y="4"/>
                    <a:pt x="32" y="5"/>
                  </a:cubicBezTo>
                  <a:cubicBezTo>
                    <a:pt x="32" y="5"/>
                    <a:pt x="32" y="4"/>
                    <a:pt x="32" y="4"/>
                  </a:cubicBezTo>
                  <a:cubicBezTo>
                    <a:pt x="32" y="3"/>
                    <a:pt x="32" y="3"/>
                    <a:pt x="33" y="2"/>
                  </a:cubicBezTo>
                  <a:cubicBezTo>
                    <a:pt x="33" y="2"/>
                    <a:pt x="33" y="1"/>
                    <a:pt x="34" y="1"/>
                  </a:cubicBezTo>
                  <a:cubicBezTo>
                    <a:pt x="34" y="1"/>
                    <a:pt x="34" y="0"/>
                    <a:pt x="35" y="0"/>
                  </a:cubicBezTo>
                  <a:cubicBezTo>
                    <a:pt x="37" y="1"/>
                    <a:pt x="36" y="3"/>
                    <a:pt x="37" y="4"/>
                  </a:cubicBezTo>
                  <a:cubicBezTo>
                    <a:pt x="37" y="5"/>
                    <a:pt x="37" y="7"/>
                    <a:pt x="38" y="8"/>
                  </a:cubicBezTo>
                  <a:cubicBezTo>
                    <a:pt x="38" y="8"/>
                    <a:pt x="38" y="8"/>
                    <a:pt x="39" y="8"/>
                  </a:cubicBezTo>
                  <a:cubicBezTo>
                    <a:pt x="39" y="8"/>
                    <a:pt x="40" y="8"/>
                    <a:pt x="40" y="8"/>
                  </a:cubicBezTo>
                  <a:cubicBezTo>
                    <a:pt x="41" y="8"/>
                    <a:pt x="41" y="8"/>
                    <a:pt x="42" y="8"/>
                  </a:cubicBezTo>
                  <a:cubicBezTo>
                    <a:pt x="43" y="8"/>
                    <a:pt x="43" y="8"/>
                    <a:pt x="44" y="8"/>
                  </a:cubicBezTo>
                  <a:cubicBezTo>
                    <a:pt x="44" y="9"/>
                    <a:pt x="45" y="8"/>
                    <a:pt x="46" y="9"/>
                  </a:cubicBezTo>
                  <a:cubicBezTo>
                    <a:pt x="46" y="9"/>
                    <a:pt x="46" y="9"/>
                    <a:pt x="47" y="9"/>
                  </a:cubicBezTo>
                  <a:cubicBezTo>
                    <a:pt x="47" y="10"/>
                    <a:pt x="48" y="10"/>
                    <a:pt x="48" y="10"/>
                  </a:cubicBezTo>
                  <a:cubicBezTo>
                    <a:pt x="49" y="11"/>
                    <a:pt x="49" y="11"/>
                    <a:pt x="49" y="11"/>
                  </a:cubicBezTo>
                  <a:cubicBezTo>
                    <a:pt x="49" y="11"/>
                    <a:pt x="50" y="11"/>
                    <a:pt x="50" y="11"/>
                  </a:cubicBezTo>
                  <a:cubicBezTo>
                    <a:pt x="50" y="11"/>
                    <a:pt x="50" y="12"/>
                    <a:pt x="50" y="12"/>
                  </a:cubicBezTo>
                  <a:cubicBezTo>
                    <a:pt x="50" y="13"/>
                    <a:pt x="51" y="14"/>
                    <a:pt x="51" y="14"/>
                  </a:cubicBezTo>
                  <a:cubicBezTo>
                    <a:pt x="50" y="14"/>
                    <a:pt x="50" y="14"/>
                    <a:pt x="50" y="14"/>
                  </a:cubicBezTo>
                  <a:cubicBezTo>
                    <a:pt x="50" y="14"/>
                    <a:pt x="52" y="15"/>
                    <a:pt x="51" y="15"/>
                  </a:cubicBezTo>
                  <a:cubicBezTo>
                    <a:pt x="50" y="15"/>
                    <a:pt x="50" y="17"/>
                    <a:pt x="51" y="18"/>
                  </a:cubicBezTo>
                  <a:cubicBezTo>
                    <a:pt x="51" y="19"/>
                    <a:pt x="52" y="19"/>
                    <a:pt x="53" y="19"/>
                  </a:cubicBezTo>
                  <a:cubicBezTo>
                    <a:pt x="53" y="19"/>
                    <a:pt x="54" y="19"/>
                    <a:pt x="54" y="19"/>
                  </a:cubicBezTo>
                  <a:cubicBezTo>
                    <a:pt x="55" y="19"/>
                    <a:pt x="56" y="19"/>
                    <a:pt x="56" y="19"/>
                  </a:cubicBezTo>
                  <a:cubicBezTo>
                    <a:pt x="57" y="19"/>
                    <a:pt x="58" y="19"/>
                    <a:pt x="59" y="18"/>
                  </a:cubicBezTo>
                  <a:cubicBezTo>
                    <a:pt x="60" y="18"/>
                    <a:pt x="61" y="18"/>
                    <a:pt x="62" y="18"/>
                  </a:cubicBezTo>
                  <a:cubicBezTo>
                    <a:pt x="63" y="18"/>
                    <a:pt x="65" y="18"/>
                    <a:pt x="66" y="18"/>
                  </a:cubicBezTo>
                  <a:cubicBezTo>
                    <a:pt x="66" y="18"/>
                    <a:pt x="67" y="17"/>
                    <a:pt x="68" y="17"/>
                  </a:cubicBezTo>
                  <a:cubicBezTo>
                    <a:pt x="68" y="18"/>
                    <a:pt x="69" y="18"/>
                    <a:pt x="69" y="18"/>
                  </a:cubicBezTo>
                  <a:cubicBezTo>
                    <a:pt x="70" y="17"/>
                    <a:pt x="70" y="17"/>
                    <a:pt x="71" y="17"/>
                  </a:cubicBezTo>
                  <a:cubicBezTo>
                    <a:pt x="71" y="18"/>
                    <a:pt x="72" y="18"/>
                    <a:pt x="72" y="18"/>
                  </a:cubicBezTo>
                  <a:cubicBezTo>
                    <a:pt x="72" y="18"/>
                    <a:pt x="71" y="18"/>
                    <a:pt x="71" y="18"/>
                  </a:cubicBezTo>
                  <a:cubicBezTo>
                    <a:pt x="71" y="19"/>
                    <a:pt x="71" y="19"/>
                    <a:pt x="72" y="19"/>
                  </a:cubicBezTo>
                  <a:cubicBezTo>
                    <a:pt x="72" y="20"/>
                    <a:pt x="73" y="20"/>
                    <a:pt x="73" y="21"/>
                  </a:cubicBezTo>
                  <a:cubicBezTo>
                    <a:pt x="73" y="21"/>
                    <a:pt x="73" y="21"/>
                    <a:pt x="73" y="21"/>
                  </a:cubicBezTo>
                  <a:cubicBezTo>
                    <a:pt x="74" y="22"/>
                    <a:pt x="74" y="22"/>
                    <a:pt x="75" y="22"/>
                  </a:cubicBezTo>
                  <a:cubicBezTo>
                    <a:pt x="75" y="22"/>
                    <a:pt x="74" y="21"/>
                    <a:pt x="74" y="21"/>
                  </a:cubicBezTo>
                  <a:cubicBezTo>
                    <a:pt x="75" y="21"/>
                    <a:pt x="76" y="22"/>
                    <a:pt x="77" y="23"/>
                  </a:cubicBezTo>
                  <a:cubicBezTo>
                    <a:pt x="78" y="23"/>
                    <a:pt x="80" y="23"/>
                    <a:pt x="81" y="24"/>
                  </a:cubicBezTo>
                  <a:cubicBezTo>
                    <a:pt x="81" y="24"/>
                    <a:pt x="80" y="24"/>
                    <a:pt x="80" y="24"/>
                  </a:cubicBezTo>
                  <a:cubicBezTo>
                    <a:pt x="81" y="24"/>
                    <a:pt x="82" y="23"/>
                    <a:pt x="83" y="23"/>
                  </a:cubicBezTo>
                  <a:cubicBezTo>
                    <a:pt x="84" y="23"/>
                    <a:pt x="84" y="23"/>
                    <a:pt x="84" y="23"/>
                  </a:cubicBezTo>
                  <a:cubicBezTo>
                    <a:pt x="85" y="22"/>
                    <a:pt x="84" y="22"/>
                    <a:pt x="85" y="22"/>
                  </a:cubicBezTo>
                  <a:cubicBezTo>
                    <a:pt x="85" y="22"/>
                    <a:pt x="86" y="22"/>
                    <a:pt x="86" y="22"/>
                  </a:cubicBezTo>
                  <a:cubicBezTo>
                    <a:pt x="86" y="21"/>
                    <a:pt x="86" y="22"/>
                    <a:pt x="87" y="22"/>
                  </a:cubicBezTo>
                  <a:cubicBezTo>
                    <a:pt x="87" y="22"/>
                    <a:pt x="88" y="22"/>
                    <a:pt x="88" y="21"/>
                  </a:cubicBezTo>
                  <a:cubicBezTo>
                    <a:pt x="88" y="21"/>
                    <a:pt x="87" y="21"/>
                    <a:pt x="87" y="21"/>
                  </a:cubicBezTo>
                  <a:cubicBezTo>
                    <a:pt x="87" y="21"/>
                    <a:pt x="88" y="21"/>
                    <a:pt x="88" y="20"/>
                  </a:cubicBezTo>
                  <a:cubicBezTo>
                    <a:pt x="88" y="20"/>
                    <a:pt x="88" y="21"/>
                    <a:pt x="88" y="21"/>
                  </a:cubicBezTo>
                  <a:cubicBezTo>
                    <a:pt x="88" y="21"/>
                    <a:pt x="89" y="20"/>
                    <a:pt x="89" y="20"/>
                  </a:cubicBezTo>
                  <a:cubicBezTo>
                    <a:pt x="90" y="20"/>
                    <a:pt x="89" y="20"/>
                    <a:pt x="90" y="19"/>
                  </a:cubicBezTo>
                  <a:cubicBezTo>
                    <a:pt x="90" y="19"/>
                    <a:pt x="90" y="19"/>
                    <a:pt x="91" y="19"/>
                  </a:cubicBezTo>
                  <a:cubicBezTo>
                    <a:pt x="92" y="20"/>
                    <a:pt x="94" y="20"/>
                    <a:pt x="95" y="19"/>
                  </a:cubicBezTo>
                  <a:cubicBezTo>
                    <a:pt x="94" y="19"/>
                    <a:pt x="94" y="18"/>
                    <a:pt x="93" y="18"/>
                  </a:cubicBezTo>
                  <a:cubicBezTo>
                    <a:pt x="92" y="18"/>
                    <a:pt x="92" y="18"/>
                    <a:pt x="91" y="18"/>
                  </a:cubicBezTo>
                  <a:cubicBezTo>
                    <a:pt x="90" y="18"/>
                    <a:pt x="89" y="19"/>
                    <a:pt x="89" y="19"/>
                  </a:cubicBezTo>
                  <a:cubicBezTo>
                    <a:pt x="89" y="18"/>
                    <a:pt x="89" y="18"/>
                    <a:pt x="89" y="17"/>
                  </a:cubicBezTo>
                  <a:cubicBezTo>
                    <a:pt x="89" y="17"/>
                    <a:pt x="90" y="18"/>
                    <a:pt x="90" y="18"/>
                  </a:cubicBezTo>
                  <a:cubicBezTo>
                    <a:pt x="91" y="18"/>
                    <a:pt x="91" y="17"/>
                    <a:pt x="91" y="17"/>
                  </a:cubicBezTo>
                  <a:cubicBezTo>
                    <a:pt x="91" y="17"/>
                    <a:pt x="92" y="17"/>
                    <a:pt x="92" y="17"/>
                  </a:cubicBezTo>
                  <a:cubicBezTo>
                    <a:pt x="92" y="17"/>
                    <a:pt x="93" y="17"/>
                    <a:pt x="94" y="17"/>
                  </a:cubicBezTo>
                  <a:cubicBezTo>
                    <a:pt x="94" y="16"/>
                    <a:pt x="94" y="17"/>
                    <a:pt x="94" y="17"/>
                  </a:cubicBezTo>
                  <a:cubicBezTo>
                    <a:pt x="95" y="18"/>
                    <a:pt x="96" y="18"/>
                    <a:pt x="97" y="17"/>
                  </a:cubicBezTo>
                  <a:cubicBezTo>
                    <a:pt x="98" y="17"/>
                    <a:pt x="99" y="17"/>
                    <a:pt x="100" y="16"/>
                  </a:cubicBezTo>
                  <a:cubicBezTo>
                    <a:pt x="100" y="16"/>
                    <a:pt x="102" y="17"/>
                    <a:pt x="102" y="17"/>
                  </a:cubicBezTo>
                  <a:cubicBezTo>
                    <a:pt x="103" y="17"/>
                    <a:pt x="103" y="16"/>
                    <a:pt x="104" y="16"/>
                  </a:cubicBezTo>
                  <a:cubicBezTo>
                    <a:pt x="104" y="16"/>
                    <a:pt x="105" y="16"/>
                    <a:pt x="105" y="16"/>
                  </a:cubicBezTo>
                  <a:cubicBezTo>
                    <a:pt x="107" y="16"/>
                    <a:pt x="108" y="17"/>
                    <a:pt x="109" y="17"/>
                  </a:cubicBezTo>
                  <a:cubicBezTo>
                    <a:pt x="110" y="17"/>
                    <a:pt x="112" y="16"/>
                    <a:pt x="113" y="16"/>
                  </a:cubicBezTo>
                  <a:cubicBezTo>
                    <a:pt x="112" y="16"/>
                    <a:pt x="112" y="17"/>
                    <a:pt x="112" y="17"/>
                  </a:cubicBezTo>
                  <a:cubicBezTo>
                    <a:pt x="111" y="17"/>
                    <a:pt x="111" y="17"/>
                    <a:pt x="110" y="17"/>
                  </a:cubicBezTo>
                  <a:cubicBezTo>
                    <a:pt x="110" y="17"/>
                    <a:pt x="109" y="17"/>
                    <a:pt x="109" y="18"/>
                  </a:cubicBezTo>
                  <a:cubicBezTo>
                    <a:pt x="108" y="18"/>
                    <a:pt x="108" y="18"/>
                    <a:pt x="108" y="19"/>
                  </a:cubicBezTo>
                  <a:cubicBezTo>
                    <a:pt x="107" y="19"/>
                    <a:pt x="105" y="18"/>
                    <a:pt x="104" y="18"/>
                  </a:cubicBezTo>
                  <a:cubicBezTo>
                    <a:pt x="104" y="18"/>
                    <a:pt x="101" y="19"/>
                    <a:pt x="101" y="19"/>
                  </a:cubicBezTo>
                  <a:cubicBezTo>
                    <a:pt x="102" y="19"/>
                    <a:pt x="103" y="18"/>
                    <a:pt x="103" y="20"/>
                  </a:cubicBezTo>
                  <a:cubicBezTo>
                    <a:pt x="103" y="21"/>
                    <a:pt x="102" y="19"/>
                    <a:pt x="101" y="20"/>
                  </a:cubicBezTo>
                  <a:cubicBezTo>
                    <a:pt x="102" y="20"/>
                    <a:pt x="101" y="21"/>
                    <a:pt x="101" y="21"/>
                  </a:cubicBezTo>
                  <a:cubicBezTo>
                    <a:pt x="102" y="21"/>
                    <a:pt x="101" y="20"/>
                    <a:pt x="102" y="20"/>
                  </a:cubicBezTo>
                  <a:cubicBezTo>
                    <a:pt x="102" y="20"/>
                    <a:pt x="102" y="20"/>
                    <a:pt x="103" y="20"/>
                  </a:cubicBezTo>
                  <a:cubicBezTo>
                    <a:pt x="104" y="20"/>
                    <a:pt x="104" y="21"/>
                    <a:pt x="104" y="21"/>
                  </a:cubicBezTo>
                  <a:cubicBezTo>
                    <a:pt x="105" y="22"/>
                    <a:pt x="105" y="24"/>
                    <a:pt x="104" y="23"/>
                  </a:cubicBezTo>
                  <a:cubicBezTo>
                    <a:pt x="103" y="23"/>
                    <a:pt x="103" y="24"/>
                    <a:pt x="103" y="24"/>
                  </a:cubicBezTo>
                  <a:cubicBezTo>
                    <a:pt x="103" y="24"/>
                    <a:pt x="102" y="24"/>
                    <a:pt x="102" y="24"/>
                  </a:cubicBezTo>
                  <a:cubicBezTo>
                    <a:pt x="102" y="24"/>
                    <a:pt x="102" y="23"/>
                    <a:pt x="102" y="23"/>
                  </a:cubicBezTo>
                  <a:cubicBezTo>
                    <a:pt x="102" y="23"/>
                    <a:pt x="101" y="23"/>
                    <a:pt x="101" y="23"/>
                  </a:cubicBezTo>
                  <a:cubicBezTo>
                    <a:pt x="101" y="24"/>
                    <a:pt x="101" y="24"/>
                    <a:pt x="101" y="23"/>
                  </a:cubicBezTo>
                  <a:cubicBezTo>
                    <a:pt x="102" y="23"/>
                    <a:pt x="102" y="24"/>
                    <a:pt x="102" y="24"/>
                  </a:cubicBezTo>
                  <a:cubicBezTo>
                    <a:pt x="102" y="24"/>
                    <a:pt x="102" y="24"/>
                    <a:pt x="102" y="24"/>
                  </a:cubicBezTo>
                  <a:cubicBezTo>
                    <a:pt x="102" y="24"/>
                    <a:pt x="102" y="24"/>
                    <a:pt x="102" y="24"/>
                  </a:cubicBezTo>
                  <a:cubicBezTo>
                    <a:pt x="103" y="24"/>
                    <a:pt x="103" y="24"/>
                    <a:pt x="103" y="24"/>
                  </a:cubicBezTo>
                  <a:cubicBezTo>
                    <a:pt x="103" y="24"/>
                    <a:pt x="103" y="24"/>
                    <a:pt x="104" y="24"/>
                  </a:cubicBezTo>
                  <a:cubicBezTo>
                    <a:pt x="104" y="24"/>
                    <a:pt x="105" y="24"/>
                    <a:pt x="105" y="23"/>
                  </a:cubicBezTo>
                  <a:cubicBezTo>
                    <a:pt x="105" y="23"/>
                    <a:pt x="105" y="22"/>
                    <a:pt x="105" y="22"/>
                  </a:cubicBezTo>
                  <a:cubicBezTo>
                    <a:pt x="106" y="22"/>
                    <a:pt x="106" y="23"/>
                    <a:pt x="106" y="24"/>
                  </a:cubicBezTo>
                  <a:cubicBezTo>
                    <a:pt x="107" y="24"/>
                    <a:pt x="106" y="25"/>
                    <a:pt x="107" y="25"/>
                  </a:cubicBezTo>
                  <a:cubicBezTo>
                    <a:pt x="107" y="26"/>
                    <a:pt x="107" y="27"/>
                    <a:pt x="107" y="27"/>
                  </a:cubicBezTo>
                  <a:cubicBezTo>
                    <a:pt x="107" y="28"/>
                    <a:pt x="108" y="27"/>
                    <a:pt x="108" y="27"/>
                  </a:cubicBezTo>
                  <a:cubicBezTo>
                    <a:pt x="108" y="26"/>
                    <a:pt x="108" y="25"/>
                    <a:pt x="108" y="25"/>
                  </a:cubicBezTo>
                  <a:cubicBezTo>
                    <a:pt x="109" y="26"/>
                    <a:pt x="109" y="27"/>
                    <a:pt x="109" y="28"/>
                  </a:cubicBezTo>
                  <a:cubicBezTo>
                    <a:pt x="109" y="28"/>
                    <a:pt x="109" y="27"/>
                    <a:pt x="109" y="26"/>
                  </a:cubicBezTo>
                  <a:cubicBezTo>
                    <a:pt x="109" y="24"/>
                    <a:pt x="110" y="26"/>
                    <a:pt x="110" y="26"/>
                  </a:cubicBezTo>
                  <a:cubicBezTo>
                    <a:pt x="110" y="26"/>
                    <a:pt x="109" y="25"/>
                    <a:pt x="109" y="25"/>
                  </a:cubicBezTo>
                  <a:cubicBezTo>
                    <a:pt x="109" y="25"/>
                    <a:pt x="109" y="25"/>
                    <a:pt x="109" y="25"/>
                  </a:cubicBezTo>
                  <a:cubicBezTo>
                    <a:pt x="108" y="24"/>
                    <a:pt x="109" y="24"/>
                    <a:pt x="109" y="24"/>
                  </a:cubicBezTo>
                  <a:cubicBezTo>
                    <a:pt x="110" y="24"/>
                    <a:pt x="111" y="25"/>
                    <a:pt x="111" y="26"/>
                  </a:cubicBezTo>
                  <a:cubicBezTo>
                    <a:pt x="112" y="27"/>
                    <a:pt x="112" y="27"/>
                    <a:pt x="112" y="28"/>
                  </a:cubicBezTo>
                  <a:cubicBezTo>
                    <a:pt x="112" y="28"/>
                    <a:pt x="112" y="27"/>
                    <a:pt x="113" y="27"/>
                  </a:cubicBezTo>
                  <a:cubicBezTo>
                    <a:pt x="113" y="27"/>
                    <a:pt x="113" y="27"/>
                    <a:pt x="113" y="27"/>
                  </a:cubicBezTo>
                  <a:cubicBezTo>
                    <a:pt x="113" y="27"/>
                    <a:pt x="113" y="27"/>
                    <a:pt x="113" y="27"/>
                  </a:cubicBezTo>
                  <a:cubicBezTo>
                    <a:pt x="113" y="27"/>
                    <a:pt x="112" y="26"/>
                    <a:pt x="113" y="26"/>
                  </a:cubicBezTo>
                  <a:cubicBezTo>
                    <a:pt x="114" y="26"/>
                    <a:pt x="115" y="27"/>
                    <a:pt x="114" y="26"/>
                  </a:cubicBezTo>
                  <a:cubicBezTo>
                    <a:pt x="114" y="25"/>
                    <a:pt x="115" y="26"/>
                    <a:pt x="115" y="26"/>
                  </a:cubicBezTo>
                  <a:cubicBezTo>
                    <a:pt x="116" y="26"/>
                    <a:pt x="116" y="27"/>
                    <a:pt x="116" y="27"/>
                  </a:cubicBezTo>
                  <a:cubicBezTo>
                    <a:pt x="116" y="28"/>
                    <a:pt x="117" y="28"/>
                    <a:pt x="117" y="29"/>
                  </a:cubicBezTo>
                  <a:cubicBezTo>
                    <a:pt x="118" y="29"/>
                    <a:pt x="118" y="29"/>
                    <a:pt x="118" y="29"/>
                  </a:cubicBezTo>
                  <a:cubicBezTo>
                    <a:pt x="118" y="29"/>
                    <a:pt x="118" y="29"/>
                    <a:pt x="118" y="29"/>
                  </a:cubicBezTo>
                  <a:cubicBezTo>
                    <a:pt x="119" y="29"/>
                    <a:pt x="120" y="29"/>
                    <a:pt x="121" y="30"/>
                  </a:cubicBezTo>
                  <a:cubicBezTo>
                    <a:pt x="120" y="30"/>
                    <a:pt x="120" y="30"/>
                    <a:pt x="120" y="30"/>
                  </a:cubicBezTo>
                  <a:cubicBezTo>
                    <a:pt x="122" y="30"/>
                    <a:pt x="123" y="31"/>
                    <a:pt x="122" y="32"/>
                  </a:cubicBezTo>
                  <a:cubicBezTo>
                    <a:pt x="122" y="32"/>
                    <a:pt x="121" y="33"/>
                    <a:pt x="120" y="33"/>
                  </a:cubicBezTo>
                  <a:cubicBezTo>
                    <a:pt x="120" y="33"/>
                    <a:pt x="119" y="34"/>
                    <a:pt x="119" y="35"/>
                  </a:cubicBezTo>
                  <a:cubicBezTo>
                    <a:pt x="119" y="35"/>
                    <a:pt x="120" y="33"/>
                    <a:pt x="120" y="33"/>
                  </a:cubicBezTo>
                  <a:cubicBezTo>
                    <a:pt x="121" y="34"/>
                    <a:pt x="119" y="36"/>
                    <a:pt x="119" y="36"/>
                  </a:cubicBezTo>
                  <a:cubicBezTo>
                    <a:pt x="119" y="37"/>
                    <a:pt x="119" y="37"/>
                    <a:pt x="118" y="38"/>
                  </a:cubicBezTo>
                  <a:cubicBezTo>
                    <a:pt x="118" y="38"/>
                    <a:pt x="118" y="39"/>
                    <a:pt x="118" y="40"/>
                  </a:cubicBezTo>
                  <a:cubicBezTo>
                    <a:pt x="117" y="40"/>
                    <a:pt x="113" y="40"/>
                    <a:pt x="113" y="40"/>
                  </a:cubicBezTo>
                  <a:cubicBezTo>
                    <a:pt x="113" y="40"/>
                    <a:pt x="115" y="41"/>
                    <a:pt x="115" y="41"/>
                  </a:cubicBezTo>
                  <a:cubicBezTo>
                    <a:pt x="115" y="41"/>
                    <a:pt x="116" y="41"/>
                    <a:pt x="116" y="41"/>
                  </a:cubicBezTo>
                  <a:cubicBezTo>
                    <a:pt x="116" y="41"/>
                    <a:pt x="117" y="42"/>
                    <a:pt x="117" y="42"/>
                  </a:cubicBezTo>
                  <a:cubicBezTo>
                    <a:pt x="117" y="42"/>
                    <a:pt x="117" y="41"/>
                    <a:pt x="118" y="41"/>
                  </a:cubicBezTo>
                  <a:cubicBezTo>
                    <a:pt x="118" y="41"/>
                    <a:pt x="118" y="41"/>
                    <a:pt x="119" y="41"/>
                  </a:cubicBezTo>
                  <a:cubicBezTo>
                    <a:pt x="120" y="41"/>
                    <a:pt x="118" y="41"/>
                    <a:pt x="119" y="42"/>
                  </a:cubicBezTo>
                  <a:cubicBezTo>
                    <a:pt x="119" y="41"/>
                    <a:pt x="119" y="41"/>
                    <a:pt x="120" y="41"/>
                  </a:cubicBezTo>
                  <a:cubicBezTo>
                    <a:pt x="120" y="40"/>
                    <a:pt x="120" y="40"/>
                    <a:pt x="121" y="40"/>
                  </a:cubicBezTo>
                  <a:cubicBezTo>
                    <a:pt x="121" y="40"/>
                    <a:pt x="122" y="40"/>
                    <a:pt x="122" y="40"/>
                  </a:cubicBezTo>
                  <a:cubicBezTo>
                    <a:pt x="123" y="40"/>
                    <a:pt x="123" y="40"/>
                    <a:pt x="123" y="40"/>
                  </a:cubicBezTo>
                  <a:cubicBezTo>
                    <a:pt x="123" y="40"/>
                    <a:pt x="124" y="40"/>
                    <a:pt x="124" y="40"/>
                  </a:cubicBezTo>
                  <a:cubicBezTo>
                    <a:pt x="125" y="40"/>
                    <a:pt x="125" y="40"/>
                    <a:pt x="125" y="40"/>
                  </a:cubicBezTo>
                  <a:cubicBezTo>
                    <a:pt x="126" y="39"/>
                    <a:pt x="126" y="39"/>
                    <a:pt x="127" y="39"/>
                  </a:cubicBezTo>
                  <a:cubicBezTo>
                    <a:pt x="128" y="40"/>
                    <a:pt x="129" y="40"/>
                    <a:pt x="130" y="41"/>
                  </a:cubicBezTo>
                  <a:cubicBezTo>
                    <a:pt x="130" y="42"/>
                    <a:pt x="132" y="44"/>
                    <a:pt x="130" y="44"/>
                  </a:cubicBezTo>
                  <a:close/>
                  <a:moveTo>
                    <a:pt x="113" y="28"/>
                  </a:moveTo>
                  <a:cubicBezTo>
                    <a:pt x="113" y="28"/>
                    <a:pt x="113" y="28"/>
                    <a:pt x="113" y="29"/>
                  </a:cubicBezTo>
                  <a:cubicBezTo>
                    <a:pt x="113" y="28"/>
                    <a:pt x="113" y="28"/>
                    <a:pt x="113" y="28"/>
                  </a:cubicBezTo>
                  <a:close/>
                  <a:moveTo>
                    <a:pt x="68" y="5"/>
                  </a:moveTo>
                  <a:cubicBezTo>
                    <a:pt x="68" y="5"/>
                    <a:pt x="67" y="5"/>
                    <a:pt x="67" y="4"/>
                  </a:cubicBezTo>
                  <a:cubicBezTo>
                    <a:pt x="67" y="5"/>
                    <a:pt x="67" y="5"/>
                    <a:pt x="67" y="5"/>
                  </a:cubicBezTo>
                  <a:cubicBezTo>
                    <a:pt x="67" y="5"/>
                    <a:pt x="67" y="5"/>
                    <a:pt x="67" y="5"/>
                  </a:cubicBezTo>
                  <a:cubicBezTo>
                    <a:pt x="67" y="5"/>
                    <a:pt x="67" y="5"/>
                    <a:pt x="68" y="5"/>
                  </a:cubicBezTo>
                  <a:close/>
                  <a:moveTo>
                    <a:pt x="72" y="4"/>
                  </a:moveTo>
                  <a:cubicBezTo>
                    <a:pt x="72" y="4"/>
                    <a:pt x="72" y="4"/>
                    <a:pt x="71" y="4"/>
                  </a:cubicBezTo>
                  <a:cubicBezTo>
                    <a:pt x="72" y="5"/>
                    <a:pt x="72" y="5"/>
                    <a:pt x="72" y="5"/>
                  </a:cubicBezTo>
                  <a:cubicBezTo>
                    <a:pt x="72" y="5"/>
                    <a:pt x="72" y="4"/>
                    <a:pt x="72" y="4"/>
                  </a:cubicBezTo>
                  <a:close/>
                  <a:moveTo>
                    <a:pt x="80" y="15"/>
                  </a:moveTo>
                  <a:cubicBezTo>
                    <a:pt x="80" y="15"/>
                    <a:pt x="81" y="15"/>
                    <a:pt x="80" y="14"/>
                  </a:cubicBezTo>
                  <a:cubicBezTo>
                    <a:pt x="80" y="14"/>
                    <a:pt x="79" y="14"/>
                    <a:pt x="79" y="14"/>
                  </a:cubicBezTo>
                  <a:cubicBezTo>
                    <a:pt x="77" y="14"/>
                    <a:pt x="79" y="15"/>
                    <a:pt x="80" y="15"/>
                  </a:cubicBezTo>
                  <a:close/>
                  <a:moveTo>
                    <a:pt x="90" y="14"/>
                  </a:moveTo>
                  <a:cubicBezTo>
                    <a:pt x="90" y="14"/>
                    <a:pt x="92" y="14"/>
                    <a:pt x="91" y="15"/>
                  </a:cubicBezTo>
                  <a:cubicBezTo>
                    <a:pt x="92" y="15"/>
                    <a:pt x="92" y="15"/>
                    <a:pt x="93" y="15"/>
                  </a:cubicBezTo>
                  <a:cubicBezTo>
                    <a:pt x="93" y="15"/>
                    <a:pt x="93" y="14"/>
                    <a:pt x="93" y="14"/>
                  </a:cubicBezTo>
                  <a:cubicBezTo>
                    <a:pt x="93" y="14"/>
                    <a:pt x="94" y="14"/>
                    <a:pt x="94" y="14"/>
                  </a:cubicBezTo>
                  <a:cubicBezTo>
                    <a:pt x="94" y="14"/>
                    <a:pt x="94" y="13"/>
                    <a:pt x="94" y="13"/>
                  </a:cubicBezTo>
                  <a:cubicBezTo>
                    <a:pt x="94" y="12"/>
                    <a:pt x="94" y="11"/>
                    <a:pt x="93" y="12"/>
                  </a:cubicBezTo>
                  <a:cubicBezTo>
                    <a:pt x="92" y="12"/>
                    <a:pt x="92" y="13"/>
                    <a:pt x="92" y="13"/>
                  </a:cubicBezTo>
                  <a:cubicBezTo>
                    <a:pt x="92" y="13"/>
                    <a:pt x="91" y="14"/>
                    <a:pt x="91" y="13"/>
                  </a:cubicBezTo>
                  <a:cubicBezTo>
                    <a:pt x="90" y="13"/>
                    <a:pt x="90" y="12"/>
                    <a:pt x="90" y="12"/>
                  </a:cubicBezTo>
                  <a:cubicBezTo>
                    <a:pt x="89" y="13"/>
                    <a:pt x="88" y="13"/>
                    <a:pt x="88" y="13"/>
                  </a:cubicBezTo>
                  <a:cubicBezTo>
                    <a:pt x="88" y="14"/>
                    <a:pt x="89" y="14"/>
                    <a:pt x="90" y="14"/>
                  </a:cubicBezTo>
                  <a:close/>
                  <a:moveTo>
                    <a:pt x="117" y="40"/>
                  </a:moveTo>
                  <a:cubicBezTo>
                    <a:pt x="116" y="40"/>
                    <a:pt x="116" y="40"/>
                    <a:pt x="116" y="40"/>
                  </a:cubicBezTo>
                  <a:cubicBezTo>
                    <a:pt x="116" y="40"/>
                    <a:pt x="115" y="40"/>
                    <a:pt x="115" y="40"/>
                  </a:cubicBezTo>
                  <a:cubicBezTo>
                    <a:pt x="115" y="40"/>
                    <a:pt x="115" y="40"/>
                    <a:pt x="115" y="40"/>
                  </a:cubicBezTo>
                  <a:cubicBezTo>
                    <a:pt x="115" y="40"/>
                    <a:pt x="114" y="40"/>
                    <a:pt x="114" y="40"/>
                  </a:cubicBezTo>
                  <a:cubicBezTo>
                    <a:pt x="114" y="40"/>
                    <a:pt x="115" y="40"/>
                    <a:pt x="115" y="40"/>
                  </a:cubicBezTo>
                  <a:cubicBezTo>
                    <a:pt x="115" y="40"/>
                    <a:pt x="115" y="41"/>
                    <a:pt x="116" y="41"/>
                  </a:cubicBezTo>
                  <a:cubicBezTo>
                    <a:pt x="116" y="41"/>
                    <a:pt x="117" y="41"/>
                    <a:pt x="117" y="41"/>
                  </a:cubicBezTo>
                  <a:cubicBezTo>
                    <a:pt x="117" y="41"/>
                    <a:pt x="118" y="41"/>
                    <a:pt x="118" y="41"/>
                  </a:cubicBezTo>
                  <a:cubicBezTo>
                    <a:pt x="118" y="41"/>
                    <a:pt x="117" y="41"/>
                    <a:pt x="117" y="41"/>
                  </a:cubicBezTo>
                  <a:cubicBezTo>
                    <a:pt x="117" y="40"/>
                    <a:pt x="117" y="40"/>
                    <a:pt x="117" y="40"/>
                  </a:cubicBezTo>
                  <a:close/>
                  <a:moveTo>
                    <a:pt x="120" y="39"/>
                  </a:moveTo>
                  <a:cubicBezTo>
                    <a:pt x="120" y="39"/>
                    <a:pt x="121" y="39"/>
                    <a:pt x="121" y="38"/>
                  </a:cubicBezTo>
                  <a:cubicBezTo>
                    <a:pt x="121" y="38"/>
                    <a:pt x="120" y="39"/>
                    <a:pt x="120" y="39"/>
                  </a:cubicBezTo>
                  <a:close/>
                  <a:moveTo>
                    <a:pt x="121" y="38"/>
                  </a:moveTo>
                  <a:cubicBezTo>
                    <a:pt x="120" y="38"/>
                    <a:pt x="120" y="39"/>
                    <a:pt x="120" y="39"/>
                  </a:cubicBezTo>
                  <a:cubicBezTo>
                    <a:pt x="119" y="39"/>
                    <a:pt x="119" y="39"/>
                    <a:pt x="119" y="39"/>
                  </a:cubicBezTo>
                  <a:cubicBezTo>
                    <a:pt x="118" y="39"/>
                    <a:pt x="118" y="39"/>
                    <a:pt x="118" y="39"/>
                  </a:cubicBezTo>
                  <a:cubicBezTo>
                    <a:pt x="118" y="39"/>
                    <a:pt x="118" y="39"/>
                    <a:pt x="119" y="39"/>
                  </a:cubicBezTo>
                  <a:cubicBezTo>
                    <a:pt x="118" y="39"/>
                    <a:pt x="118" y="39"/>
                    <a:pt x="118" y="39"/>
                  </a:cubicBezTo>
                  <a:cubicBezTo>
                    <a:pt x="118" y="40"/>
                    <a:pt x="118" y="40"/>
                    <a:pt x="118" y="40"/>
                  </a:cubicBezTo>
                  <a:cubicBezTo>
                    <a:pt x="118" y="40"/>
                    <a:pt x="118" y="40"/>
                    <a:pt x="119" y="40"/>
                  </a:cubicBezTo>
                  <a:cubicBezTo>
                    <a:pt x="119" y="40"/>
                    <a:pt x="120" y="40"/>
                    <a:pt x="120" y="39"/>
                  </a:cubicBezTo>
                  <a:cubicBezTo>
                    <a:pt x="120" y="39"/>
                    <a:pt x="119" y="39"/>
                    <a:pt x="119" y="39"/>
                  </a:cubicBezTo>
                  <a:cubicBezTo>
                    <a:pt x="119" y="39"/>
                    <a:pt x="119" y="39"/>
                    <a:pt x="119" y="39"/>
                  </a:cubicBezTo>
                  <a:cubicBezTo>
                    <a:pt x="120" y="39"/>
                    <a:pt x="120" y="39"/>
                    <a:pt x="121" y="38"/>
                  </a:cubicBezTo>
                  <a:close/>
                  <a:moveTo>
                    <a:pt x="119" y="38"/>
                  </a:moveTo>
                  <a:cubicBezTo>
                    <a:pt x="119" y="38"/>
                    <a:pt x="118" y="38"/>
                    <a:pt x="118" y="39"/>
                  </a:cubicBezTo>
                  <a:cubicBezTo>
                    <a:pt x="118" y="39"/>
                    <a:pt x="119" y="38"/>
                    <a:pt x="119" y="38"/>
                  </a:cubicBezTo>
                  <a:cubicBezTo>
                    <a:pt x="120" y="38"/>
                    <a:pt x="120" y="39"/>
                    <a:pt x="120" y="38"/>
                  </a:cubicBezTo>
                  <a:cubicBezTo>
                    <a:pt x="121" y="38"/>
                    <a:pt x="121" y="37"/>
                    <a:pt x="121" y="37"/>
                  </a:cubicBezTo>
                  <a:cubicBezTo>
                    <a:pt x="121" y="37"/>
                    <a:pt x="120" y="37"/>
                    <a:pt x="120" y="37"/>
                  </a:cubicBezTo>
                  <a:cubicBezTo>
                    <a:pt x="120" y="37"/>
                    <a:pt x="119" y="37"/>
                    <a:pt x="119" y="38"/>
                  </a:cubicBezTo>
                  <a:close/>
                  <a:moveTo>
                    <a:pt x="121" y="38"/>
                  </a:moveTo>
                  <a:cubicBezTo>
                    <a:pt x="121" y="38"/>
                    <a:pt x="122" y="38"/>
                    <a:pt x="122" y="37"/>
                  </a:cubicBezTo>
                  <a:cubicBezTo>
                    <a:pt x="121" y="37"/>
                    <a:pt x="121" y="38"/>
                    <a:pt x="121" y="38"/>
                  </a:cubicBezTo>
                  <a:close/>
                  <a:moveTo>
                    <a:pt x="122" y="38"/>
                  </a:moveTo>
                  <a:cubicBezTo>
                    <a:pt x="122" y="38"/>
                    <a:pt x="122" y="38"/>
                    <a:pt x="122" y="38"/>
                  </a:cubicBezTo>
                  <a:cubicBezTo>
                    <a:pt x="122" y="38"/>
                    <a:pt x="122" y="38"/>
                    <a:pt x="122" y="38"/>
                  </a:cubicBezTo>
                  <a:close/>
                  <a:moveTo>
                    <a:pt x="121" y="35"/>
                  </a:moveTo>
                  <a:cubicBezTo>
                    <a:pt x="122" y="34"/>
                    <a:pt x="121" y="35"/>
                    <a:pt x="122" y="35"/>
                  </a:cubicBezTo>
                  <a:cubicBezTo>
                    <a:pt x="122" y="35"/>
                    <a:pt x="121" y="34"/>
                    <a:pt x="121" y="35"/>
                  </a:cubicBezTo>
                  <a:close/>
                  <a:moveTo>
                    <a:pt x="123" y="39"/>
                  </a:moveTo>
                  <a:cubicBezTo>
                    <a:pt x="123" y="39"/>
                    <a:pt x="123" y="39"/>
                    <a:pt x="123" y="39"/>
                  </a:cubicBezTo>
                  <a:cubicBezTo>
                    <a:pt x="123" y="40"/>
                    <a:pt x="123" y="39"/>
                    <a:pt x="123" y="39"/>
                  </a:cubicBezTo>
                  <a:close/>
                  <a:moveTo>
                    <a:pt x="122" y="39"/>
                  </a:moveTo>
                  <a:cubicBezTo>
                    <a:pt x="122" y="39"/>
                    <a:pt x="122" y="39"/>
                    <a:pt x="123" y="39"/>
                  </a:cubicBezTo>
                  <a:cubicBezTo>
                    <a:pt x="123" y="39"/>
                    <a:pt x="123" y="38"/>
                    <a:pt x="123" y="38"/>
                  </a:cubicBezTo>
                  <a:cubicBezTo>
                    <a:pt x="123" y="38"/>
                    <a:pt x="123" y="38"/>
                    <a:pt x="123" y="38"/>
                  </a:cubicBezTo>
                  <a:cubicBezTo>
                    <a:pt x="123" y="38"/>
                    <a:pt x="122" y="38"/>
                    <a:pt x="122" y="38"/>
                  </a:cubicBezTo>
                  <a:cubicBezTo>
                    <a:pt x="122" y="39"/>
                    <a:pt x="122" y="39"/>
                    <a:pt x="122" y="39"/>
                  </a:cubicBezTo>
                  <a:close/>
                  <a:moveTo>
                    <a:pt x="121" y="40"/>
                  </a:moveTo>
                  <a:cubicBezTo>
                    <a:pt x="121" y="40"/>
                    <a:pt x="121" y="40"/>
                    <a:pt x="121" y="39"/>
                  </a:cubicBezTo>
                  <a:cubicBezTo>
                    <a:pt x="121" y="39"/>
                    <a:pt x="121" y="39"/>
                    <a:pt x="121" y="39"/>
                  </a:cubicBezTo>
                  <a:cubicBezTo>
                    <a:pt x="121" y="39"/>
                    <a:pt x="120" y="40"/>
                    <a:pt x="121" y="40"/>
                  </a:cubicBezTo>
                  <a:close/>
                  <a:moveTo>
                    <a:pt x="122" y="35"/>
                  </a:moveTo>
                  <a:cubicBezTo>
                    <a:pt x="122" y="35"/>
                    <a:pt x="122" y="35"/>
                    <a:pt x="121" y="35"/>
                  </a:cubicBezTo>
                  <a:cubicBezTo>
                    <a:pt x="122" y="35"/>
                    <a:pt x="122" y="35"/>
                    <a:pt x="122" y="35"/>
                  </a:cubicBezTo>
                  <a:cubicBezTo>
                    <a:pt x="122" y="35"/>
                    <a:pt x="122" y="35"/>
                    <a:pt x="122" y="35"/>
                  </a:cubicBezTo>
                  <a:close/>
                  <a:moveTo>
                    <a:pt x="123" y="39"/>
                  </a:moveTo>
                  <a:cubicBezTo>
                    <a:pt x="123" y="39"/>
                    <a:pt x="122" y="39"/>
                    <a:pt x="122" y="39"/>
                  </a:cubicBezTo>
                  <a:cubicBezTo>
                    <a:pt x="122" y="40"/>
                    <a:pt x="123" y="40"/>
                    <a:pt x="123" y="39"/>
                  </a:cubicBezTo>
                  <a:close/>
                  <a:moveTo>
                    <a:pt x="122" y="39"/>
                  </a:moveTo>
                  <a:cubicBezTo>
                    <a:pt x="121" y="38"/>
                    <a:pt x="120" y="39"/>
                    <a:pt x="120" y="39"/>
                  </a:cubicBezTo>
                  <a:cubicBezTo>
                    <a:pt x="120" y="40"/>
                    <a:pt x="120" y="40"/>
                    <a:pt x="120" y="40"/>
                  </a:cubicBezTo>
                  <a:cubicBezTo>
                    <a:pt x="121" y="39"/>
                    <a:pt x="122" y="39"/>
                    <a:pt x="122" y="39"/>
                  </a:cubicBezTo>
                  <a:close/>
                  <a:moveTo>
                    <a:pt x="123" y="37"/>
                  </a:moveTo>
                  <a:cubicBezTo>
                    <a:pt x="123" y="37"/>
                    <a:pt x="122" y="37"/>
                    <a:pt x="122" y="38"/>
                  </a:cubicBezTo>
                  <a:cubicBezTo>
                    <a:pt x="122" y="38"/>
                    <a:pt x="122" y="38"/>
                    <a:pt x="122" y="38"/>
                  </a:cubicBezTo>
                  <a:cubicBezTo>
                    <a:pt x="123" y="38"/>
                    <a:pt x="123" y="38"/>
                    <a:pt x="123" y="37"/>
                  </a:cubicBezTo>
                  <a:close/>
                  <a:moveTo>
                    <a:pt x="123" y="34"/>
                  </a:moveTo>
                  <a:cubicBezTo>
                    <a:pt x="123" y="34"/>
                    <a:pt x="122" y="34"/>
                    <a:pt x="123" y="35"/>
                  </a:cubicBezTo>
                  <a:cubicBezTo>
                    <a:pt x="123" y="35"/>
                    <a:pt x="123" y="34"/>
                    <a:pt x="123" y="34"/>
                  </a:cubicBezTo>
                  <a:close/>
                  <a:moveTo>
                    <a:pt x="122" y="34"/>
                  </a:moveTo>
                  <a:cubicBezTo>
                    <a:pt x="122" y="34"/>
                    <a:pt x="122" y="33"/>
                    <a:pt x="122" y="34"/>
                  </a:cubicBezTo>
                  <a:cubicBezTo>
                    <a:pt x="122" y="34"/>
                    <a:pt x="122" y="34"/>
                    <a:pt x="122" y="34"/>
                  </a:cubicBezTo>
                  <a:close/>
                  <a:moveTo>
                    <a:pt x="124" y="37"/>
                  </a:moveTo>
                  <a:cubicBezTo>
                    <a:pt x="123" y="37"/>
                    <a:pt x="124" y="37"/>
                    <a:pt x="124" y="37"/>
                  </a:cubicBezTo>
                  <a:cubicBezTo>
                    <a:pt x="124" y="37"/>
                    <a:pt x="124" y="37"/>
                    <a:pt x="124" y="37"/>
                  </a:cubicBezTo>
                  <a:close/>
                  <a:moveTo>
                    <a:pt x="122" y="36"/>
                  </a:moveTo>
                  <a:cubicBezTo>
                    <a:pt x="123" y="36"/>
                    <a:pt x="121" y="35"/>
                    <a:pt x="122" y="36"/>
                  </a:cubicBezTo>
                  <a:close/>
                  <a:moveTo>
                    <a:pt x="122" y="37"/>
                  </a:moveTo>
                  <a:cubicBezTo>
                    <a:pt x="122" y="37"/>
                    <a:pt x="122" y="37"/>
                    <a:pt x="122" y="37"/>
                  </a:cubicBezTo>
                  <a:cubicBezTo>
                    <a:pt x="122" y="37"/>
                    <a:pt x="121" y="37"/>
                    <a:pt x="122" y="3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36" name="Vanuata">
              <a:extLst>
                <a:ext uri="{FF2B5EF4-FFF2-40B4-BE49-F238E27FC236}">
                  <a16:creationId xmlns:a16="http://schemas.microsoft.com/office/drawing/2014/main" id="{4CA86E8A-EA8C-D973-856F-F17F4AE4FD87}"/>
                </a:ext>
              </a:extLst>
            </p:cNvPr>
            <p:cNvSpPr>
              <a:spLocks noEditPoints="1"/>
            </p:cNvSpPr>
            <p:nvPr/>
          </p:nvSpPr>
          <p:spPr bwMode="auto">
            <a:xfrm>
              <a:off x="11365952" y="4555015"/>
              <a:ext cx="70572" cy="279348"/>
            </a:xfrm>
            <a:custGeom>
              <a:avLst/>
              <a:gdLst/>
              <a:ahLst/>
              <a:cxnLst>
                <a:cxn ang="0">
                  <a:pos x="10" y="5"/>
                </a:cxn>
                <a:cxn ang="0">
                  <a:pos x="10" y="5"/>
                </a:cxn>
                <a:cxn ang="0">
                  <a:pos x="14" y="6"/>
                </a:cxn>
                <a:cxn ang="0">
                  <a:pos x="11" y="12"/>
                </a:cxn>
                <a:cxn ang="0">
                  <a:pos x="5" y="28"/>
                </a:cxn>
                <a:cxn ang="0">
                  <a:pos x="5" y="29"/>
                </a:cxn>
                <a:cxn ang="0">
                  <a:pos x="16" y="69"/>
                </a:cxn>
                <a:cxn ang="0">
                  <a:pos x="17" y="72"/>
                </a:cxn>
                <a:cxn ang="0">
                  <a:pos x="17" y="70"/>
                </a:cxn>
                <a:cxn ang="0">
                  <a:pos x="13" y="41"/>
                </a:cxn>
                <a:cxn ang="0">
                  <a:pos x="13" y="41"/>
                </a:cxn>
                <a:cxn ang="0">
                  <a:pos x="12" y="40"/>
                </a:cxn>
                <a:cxn ang="0">
                  <a:pos x="12" y="41"/>
                </a:cxn>
                <a:cxn ang="0">
                  <a:pos x="5" y="27"/>
                </a:cxn>
                <a:cxn ang="0">
                  <a:pos x="5" y="25"/>
                </a:cxn>
                <a:cxn ang="0">
                  <a:pos x="5" y="21"/>
                </a:cxn>
                <a:cxn ang="0">
                  <a:pos x="3" y="23"/>
                </a:cxn>
                <a:cxn ang="0">
                  <a:pos x="1" y="18"/>
                </a:cxn>
                <a:cxn ang="0">
                  <a:pos x="0" y="22"/>
                </a:cxn>
                <a:cxn ang="0">
                  <a:pos x="0" y="26"/>
                </a:cxn>
                <a:cxn ang="0">
                  <a:pos x="1" y="28"/>
                </a:cxn>
                <a:cxn ang="0">
                  <a:pos x="2" y="28"/>
                </a:cxn>
                <a:cxn ang="0">
                  <a:pos x="6" y="26"/>
                </a:cxn>
                <a:cxn ang="0">
                  <a:pos x="11" y="34"/>
                </a:cxn>
                <a:cxn ang="0">
                  <a:pos x="14" y="35"/>
                </a:cxn>
                <a:cxn ang="0">
                  <a:pos x="13" y="33"/>
                </a:cxn>
                <a:cxn ang="0">
                  <a:pos x="8" y="35"/>
                </a:cxn>
                <a:cxn ang="0">
                  <a:pos x="8" y="35"/>
                </a:cxn>
                <a:cxn ang="0">
                  <a:pos x="6" y="33"/>
                </a:cxn>
                <a:cxn ang="0">
                  <a:pos x="5" y="31"/>
                </a:cxn>
                <a:cxn ang="0">
                  <a:pos x="4" y="34"/>
                </a:cxn>
                <a:cxn ang="0">
                  <a:pos x="5" y="36"/>
                </a:cxn>
                <a:cxn ang="0">
                  <a:pos x="6" y="39"/>
                </a:cxn>
                <a:cxn ang="0">
                  <a:pos x="7" y="38"/>
                </a:cxn>
                <a:cxn ang="0">
                  <a:pos x="9" y="37"/>
                </a:cxn>
                <a:cxn ang="0">
                  <a:pos x="3" y="1"/>
                </a:cxn>
                <a:cxn ang="0">
                  <a:pos x="11" y="9"/>
                </a:cxn>
                <a:cxn ang="0">
                  <a:pos x="11" y="9"/>
                </a:cxn>
                <a:cxn ang="0">
                  <a:pos x="12" y="8"/>
                </a:cxn>
                <a:cxn ang="0">
                  <a:pos x="10" y="8"/>
                </a:cxn>
                <a:cxn ang="0">
                  <a:pos x="15" y="21"/>
                </a:cxn>
                <a:cxn ang="0">
                  <a:pos x="14" y="25"/>
                </a:cxn>
                <a:cxn ang="0">
                  <a:pos x="14" y="32"/>
                </a:cxn>
                <a:cxn ang="0">
                  <a:pos x="15" y="28"/>
                </a:cxn>
                <a:cxn ang="0">
                  <a:pos x="14" y="26"/>
                </a:cxn>
                <a:cxn ang="0">
                  <a:pos x="17" y="63"/>
                </a:cxn>
                <a:cxn ang="0">
                  <a:pos x="17" y="62"/>
                </a:cxn>
                <a:cxn ang="0">
                  <a:pos x="15" y="62"/>
                </a:cxn>
                <a:cxn ang="0">
                  <a:pos x="17" y="65"/>
                </a:cxn>
                <a:cxn ang="0">
                  <a:pos x="10" y="26"/>
                </a:cxn>
                <a:cxn ang="0">
                  <a:pos x="13" y="25"/>
                </a:cxn>
                <a:cxn ang="0">
                  <a:pos x="12" y="25"/>
                </a:cxn>
                <a:cxn ang="0">
                  <a:pos x="18" y="78"/>
                </a:cxn>
                <a:cxn ang="0">
                  <a:pos x="19" y="78"/>
                </a:cxn>
                <a:cxn ang="0">
                  <a:pos x="11" y="49"/>
                </a:cxn>
                <a:cxn ang="0">
                  <a:pos x="10" y="51"/>
                </a:cxn>
                <a:cxn ang="0">
                  <a:pos x="11" y="51"/>
                </a:cxn>
                <a:cxn ang="0">
                  <a:pos x="11" y="52"/>
                </a:cxn>
                <a:cxn ang="0">
                  <a:pos x="13" y="51"/>
                </a:cxn>
              </a:cxnLst>
              <a:rect l="0" t="0" r="r" b="b"/>
              <a:pathLst>
                <a:path w="20" h="79">
                  <a:moveTo>
                    <a:pt x="4" y="4"/>
                  </a:moveTo>
                  <a:cubicBezTo>
                    <a:pt x="4" y="3"/>
                    <a:pt x="5" y="4"/>
                    <a:pt x="4" y="4"/>
                  </a:cubicBezTo>
                  <a:close/>
                  <a:moveTo>
                    <a:pt x="10" y="5"/>
                  </a:moveTo>
                  <a:cubicBezTo>
                    <a:pt x="11" y="5"/>
                    <a:pt x="11" y="5"/>
                    <a:pt x="11" y="5"/>
                  </a:cubicBezTo>
                  <a:cubicBezTo>
                    <a:pt x="11" y="5"/>
                    <a:pt x="10" y="4"/>
                    <a:pt x="11" y="5"/>
                  </a:cubicBezTo>
                  <a:cubicBezTo>
                    <a:pt x="10" y="4"/>
                    <a:pt x="10" y="5"/>
                    <a:pt x="10" y="5"/>
                  </a:cubicBezTo>
                  <a:close/>
                  <a:moveTo>
                    <a:pt x="14" y="6"/>
                  </a:moveTo>
                  <a:cubicBezTo>
                    <a:pt x="14" y="6"/>
                    <a:pt x="13" y="7"/>
                    <a:pt x="13" y="7"/>
                  </a:cubicBezTo>
                  <a:cubicBezTo>
                    <a:pt x="13" y="7"/>
                    <a:pt x="14" y="7"/>
                    <a:pt x="14" y="6"/>
                  </a:cubicBezTo>
                  <a:close/>
                  <a:moveTo>
                    <a:pt x="11" y="14"/>
                  </a:moveTo>
                  <a:cubicBezTo>
                    <a:pt x="11" y="14"/>
                    <a:pt x="11" y="13"/>
                    <a:pt x="12" y="13"/>
                  </a:cubicBezTo>
                  <a:cubicBezTo>
                    <a:pt x="12" y="12"/>
                    <a:pt x="12" y="12"/>
                    <a:pt x="11" y="12"/>
                  </a:cubicBezTo>
                  <a:cubicBezTo>
                    <a:pt x="10" y="12"/>
                    <a:pt x="10" y="12"/>
                    <a:pt x="10" y="13"/>
                  </a:cubicBezTo>
                  <a:cubicBezTo>
                    <a:pt x="9" y="14"/>
                    <a:pt x="10" y="14"/>
                    <a:pt x="11" y="14"/>
                  </a:cubicBezTo>
                  <a:close/>
                  <a:moveTo>
                    <a:pt x="5" y="28"/>
                  </a:moveTo>
                  <a:cubicBezTo>
                    <a:pt x="4" y="28"/>
                    <a:pt x="4" y="28"/>
                    <a:pt x="4" y="28"/>
                  </a:cubicBezTo>
                  <a:cubicBezTo>
                    <a:pt x="3" y="29"/>
                    <a:pt x="4" y="29"/>
                    <a:pt x="5" y="29"/>
                  </a:cubicBezTo>
                  <a:cubicBezTo>
                    <a:pt x="5" y="29"/>
                    <a:pt x="5" y="29"/>
                    <a:pt x="5" y="29"/>
                  </a:cubicBezTo>
                  <a:cubicBezTo>
                    <a:pt x="5" y="28"/>
                    <a:pt x="5" y="28"/>
                    <a:pt x="5" y="28"/>
                  </a:cubicBezTo>
                  <a:close/>
                  <a:moveTo>
                    <a:pt x="16" y="69"/>
                  </a:moveTo>
                  <a:cubicBezTo>
                    <a:pt x="16" y="69"/>
                    <a:pt x="17" y="69"/>
                    <a:pt x="16" y="69"/>
                  </a:cubicBezTo>
                  <a:cubicBezTo>
                    <a:pt x="16" y="69"/>
                    <a:pt x="16" y="69"/>
                    <a:pt x="16" y="69"/>
                  </a:cubicBezTo>
                  <a:cubicBezTo>
                    <a:pt x="15" y="69"/>
                    <a:pt x="15" y="70"/>
                    <a:pt x="15" y="71"/>
                  </a:cubicBezTo>
                  <a:cubicBezTo>
                    <a:pt x="15" y="72"/>
                    <a:pt x="16" y="72"/>
                    <a:pt x="17" y="72"/>
                  </a:cubicBezTo>
                  <a:cubicBezTo>
                    <a:pt x="17" y="72"/>
                    <a:pt x="17" y="72"/>
                    <a:pt x="17" y="72"/>
                  </a:cubicBezTo>
                  <a:cubicBezTo>
                    <a:pt x="17" y="71"/>
                    <a:pt x="17" y="71"/>
                    <a:pt x="17" y="71"/>
                  </a:cubicBezTo>
                  <a:cubicBezTo>
                    <a:pt x="17" y="71"/>
                    <a:pt x="17" y="70"/>
                    <a:pt x="17" y="70"/>
                  </a:cubicBezTo>
                  <a:cubicBezTo>
                    <a:pt x="16" y="70"/>
                    <a:pt x="16" y="70"/>
                    <a:pt x="16" y="69"/>
                  </a:cubicBezTo>
                  <a:close/>
                  <a:moveTo>
                    <a:pt x="12" y="41"/>
                  </a:moveTo>
                  <a:cubicBezTo>
                    <a:pt x="12" y="41"/>
                    <a:pt x="13" y="41"/>
                    <a:pt x="13" y="41"/>
                  </a:cubicBezTo>
                  <a:cubicBezTo>
                    <a:pt x="13" y="41"/>
                    <a:pt x="14" y="41"/>
                    <a:pt x="14" y="41"/>
                  </a:cubicBezTo>
                  <a:cubicBezTo>
                    <a:pt x="14" y="41"/>
                    <a:pt x="15" y="41"/>
                    <a:pt x="14" y="41"/>
                  </a:cubicBezTo>
                  <a:cubicBezTo>
                    <a:pt x="14" y="40"/>
                    <a:pt x="14" y="41"/>
                    <a:pt x="13" y="41"/>
                  </a:cubicBezTo>
                  <a:cubicBezTo>
                    <a:pt x="14" y="41"/>
                    <a:pt x="13" y="40"/>
                    <a:pt x="13" y="40"/>
                  </a:cubicBezTo>
                  <a:cubicBezTo>
                    <a:pt x="13" y="40"/>
                    <a:pt x="13" y="40"/>
                    <a:pt x="13" y="40"/>
                  </a:cubicBezTo>
                  <a:cubicBezTo>
                    <a:pt x="13" y="39"/>
                    <a:pt x="13" y="40"/>
                    <a:pt x="12" y="40"/>
                  </a:cubicBezTo>
                  <a:cubicBezTo>
                    <a:pt x="12" y="39"/>
                    <a:pt x="13" y="39"/>
                    <a:pt x="12" y="38"/>
                  </a:cubicBezTo>
                  <a:cubicBezTo>
                    <a:pt x="12" y="38"/>
                    <a:pt x="11" y="40"/>
                    <a:pt x="12" y="41"/>
                  </a:cubicBezTo>
                  <a:cubicBezTo>
                    <a:pt x="12" y="41"/>
                    <a:pt x="12" y="41"/>
                    <a:pt x="12" y="41"/>
                  </a:cubicBezTo>
                  <a:close/>
                  <a:moveTo>
                    <a:pt x="5" y="28"/>
                  </a:moveTo>
                  <a:cubicBezTo>
                    <a:pt x="5" y="28"/>
                    <a:pt x="5" y="27"/>
                    <a:pt x="5" y="27"/>
                  </a:cubicBezTo>
                  <a:cubicBezTo>
                    <a:pt x="5" y="27"/>
                    <a:pt x="5" y="27"/>
                    <a:pt x="5" y="27"/>
                  </a:cubicBezTo>
                  <a:cubicBezTo>
                    <a:pt x="5" y="27"/>
                    <a:pt x="3" y="28"/>
                    <a:pt x="5" y="28"/>
                  </a:cubicBezTo>
                  <a:close/>
                  <a:moveTo>
                    <a:pt x="6" y="26"/>
                  </a:moveTo>
                  <a:cubicBezTo>
                    <a:pt x="6" y="26"/>
                    <a:pt x="5" y="25"/>
                    <a:pt x="5" y="25"/>
                  </a:cubicBezTo>
                  <a:cubicBezTo>
                    <a:pt x="6" y="25"/>
                    <a:pt x="5" y="24"/>
                    <a:pt x="5" y="24"/>
                  </a:cubicBezTo>
                  <a:cubicBezTo>
                    <a:pt x="5" y="24"/>
                    <a:pt x="6" y="23"/>
                    <a:pt x="5" y="22"/>
                  </a:cubicBezTo>
                  <a:cubicBezTo>
                    <a:pt x="5" y="23"/>
                    <a:pt x="5" y="22"/>
                    <a:pt x="5" y="21"/>
                  </a:cubicBezTo>
                  <a:cubicBezTo>
                    <a:pt x="5" y="21"/>
                    <a:pt x="5" y="21"/>
                    <a:pt x="5" y="20"/>
                  </a:cubicBezTo>
                  <a:cubicBezTo>
                    <a:pt x="4" y="20"/>
                    <a:pt x="4" y="20"/>
                    <a:pt x="4" y="21"/>
                  </a:cubicBezTo>
                  <a:cubicBezTo>
                    <a:pt x="4" y="22"/>
                    <a:pt x="4" y="23"/>
                    <a:pt x="3" y="23"/>
                  </a:cubicBezTo>
                  <a:cubicBezTo>
                    <a:pt x="2" y="23"/>
                    <a:pt x="2" y="22"/>
                    <a:pt x="2" y="22"/>
                  </a:cubicBezTo>
                  <a:cubicBezTo>
                    <a:pt x="2" y="21"/>
                    <a:pt x="2" y="21"/>
                    <a:pt x="2" y="20"/>
                  </a:cubicBezTo>
                  <a:cubicBezTo>
                    <a:pt x="2" y="19"/>
                    <a:pt x="2" y="18"/>
                    <a:pt x="1" y="18"/>
                  </a:cubicBezTo>
                  <a:cubicBezTo>
                    <a:pt x="1" y="17"/>
                    <a:pt x="1" y="17"/>
                    <a:pt x="1" y="17"/>
                  </a:cubicBezTo>
                  <a:cubicBezTo>
                    <a:pt x="0" y="18"/>
                    <a:pt x="0" y="18"/>
                    <a:pt x="0" y="19"/>
                  </a:cubicBezTo>
                  <a:cubicBezTo>
                    <a:pt x="0" y="20"/>
                    <a:pt x="0" y="21"/>
                    <a:pt x="0" y="22"/>
                  </a:cubicBezTo>
                  <a:cubicBezTo>
                    <a:pt x="0" y="22"/>
                    <a:pt x="0" y="23"/>
                    <a:pt x="0" y="23"/>
                  </a:cubicBezTo>
                  <a:cubicBezTo>
                    <a:pt x="0" y="24"/>
                    <a:pt x="0" y="24"/>
                    <a:pt x="0" y="25"/>
                  </a:cubicBezTo>
                  <a:cubicBezTo>
                    <a:pt x="0" y="25"/>
                    <a:pt x="0" y="25"/>
                    <a:pt x="0" y="26"/>
                  </a:cubicBezTo>
                  <a:cubicBezTo>
                    <a:pt x="0" y="26"/>
                    <a:pt x="0" y="27"/>
                    <a:pt x="0" y="27"/>
                  </a:cubicBezTo>
                  <a:cubicBezTo>
                    <a:pt x="0" y="27"/>
                    <a:pt x="1" y="27"/>
                    <a:pt x="1" y="27"/>
                  </a:cubicBezTo>
                  <a:cubicBezTo>
                    <a:pt x="1" y="28"/>
                    <a:pt x="0" y="28"/>
                    <a:pt x="1" y="28"/>
                  </a:cubicBezTo>
                  <a:cubicBezTo>
                    <a:pt x="1" y="28"/>
                    <a:pt x="1" y="28"/>
                    <a:pt x="2" y="28"/>
                  </a:cubicBezTo>
                  <a:cubicBezTo>
                    <a:pt x="2" y="28"/>
                    <a:pt x="2" y="28"/>
                    <a:pt x="2" y="28"/>
                  </a:cubicBezTo>
                  <a:cubicBezTo>
                    <a:pt x="2" y="28"/>
                    <a:pt x="2" y="28"/>
                    <a:pt x="2" y="28"/>
                  </a:cubicBezTo>
                  <a:cubicBezTo>
                    <a:pt x="3" y="27"/>
                    <a:pt x="3" y="28"/>
                    <a:pt x="3" y="28"/>
                  </a:cubicBezTo>
                  <a:cubicBezTo>
                    <a:pt x="4" y="28"/>
                    <a:pt x="4" y="27"/>
                    <a:pt x="5" y="27"/>
                  </a:cubicBezTo>
                  <a:cubicBezTo>
                    <a:pt x="5" y="27"/>
                    <a:pt x="6" y="27"/>
                    <a:pt x="6" y="26"/>
                  </a:cubicBezTo>
                  <a:close/>
                  <a:moveTo>
                    <a:pt x="13" y="33"/>
                  </a:moveTo>
                  <a:cubicBezTo>
                    <a:pt x="13" y="33"/>
                    <a:pt x="13" y="33"/>
                    <a:pt x="12" y="34"/>
                  </a:cubicBezTo>
                  <a:cubicBezTo>
                    <a:pt x="12" y="34"/>
                    <a:pt x="12" y="34"/>
                    <a:pt x="11" y="34"/>
                  </a:cubicBezTo>
                  <a:cubicBezTo>
                    <a:pt x="11" y="34"/>
                    <a:pt x="10" y="35"/>
                    <a:pt x="10" y="35"/>
                  </a:cubicBezTo>
                  <a:cubicBezTo>
                    <a:pt x="11" y="36"/>
                    <a:pt x="12" y="36"/>
                    <a:pt x="12" y="36"/>
                  </a:cubicBezTo>
                  <a:cubicBezTo>
                    <a:pt x="13" y="36"/>
                    <a:pt x="14" y="36"/>
                    <a:pt x="14" y="35"/>
                  </a:cubicBezTo>
                  <a:cubicBezTo>
                    <a:pt x="14" y="35"/>
                    <a:pt x="14" y="35"/>
                    <a:pt x="13" y="35"/>
                  </a:cubicBezTo>
                  <a:cubicBezTo>
                    <a:pt x="13" y="35"/>
                    <a:pt x="13" y="34"/>
                    <a:pt x="13" y="34"/>
                  </a:cubicBezTo>
                  <a:cubicBezTo>
                    <a:pt x="13" y="34"/>
                    <a:pt x="14" y="33"/>
                    <a:pt x="13" y="33"/>
                  </a:cubicBezTo>
                  <a:close/>
                  <a:moveTo>
                    <a:pt x="9" y="37"/>
                  </a:moveTo>
                  <a:cubicBezTo>
                    <a:pt x="8" y="37"/>
                    <a:pt x="9" y="37"/>
                    <a:pt x="9" y="36"/>
                  </a:cubicBezTo>
                  <a:cubicBezTo>
                    <a:pt x="9" y="36"/>
                    <a:pt x="9" y="36"/>
                    <a:pt x="8" y="35"/>
                  </a:cubicBezTo>
                  <a:cubicBezTo>
                    <a:pt x="8" y="35"/>
                    <a:pt x="8" y="35"/>
                    <a:pt x="8" y="35"/>
                  </a:cubicBezTo>
                  <a:cubicBezTo>
                    <a:pt x="8" y="35"/>
                    <a:pt x="8" y="35"/>
                    <a:pt x="8" y="35"/>
                  </a:cubicBezTo>
                  <a:cubicBezTo>
                    <a:pt x="8" y="35"/>
                    <a:pt x="8" y="35"/>
                    <a:pt x="8" y="35"/>
                  </a:cubicBezTo>
                  <a:cubicBezTo>
                    <a:pt x="7" y="34"/>
                    <a:pt x="7" y="34"/>
                    <a:pt x="7" y="34"/>
                  </a:cubicBezTo>
                  <a:cubicBezTo>
                    <a:pt x="6" y="34"/>
                    <a:pt x="7" y="33"/>
                    <a:pt x="6" y="33"/>
                  </a:cubicBezTo>
                  <a:cubicBezTo>
                    <a:pt x="6" y="34"/>
                    <a:pt x="6" y="33"/>
                    <a:pt x="6" y="33"/>
                  </a:cubicBezTo>
                  <a:cubicBezTo>
                    <a:pt x="6" y="32"/>
                    <a:pt x="6" y="32"/>
                    <a:pt x="5" y="31"/>
                  </a:cubicBezTo>
                  <a:cubicBezTo>
                    <a:pt x="5" y="31"/>
                    <a:pt x="5" y="31"/>
                    <a:pt x="5" y="31"/>
                  </a:cubicBezTo>
                  <a:cubicBezTo>
                    <a:pt x="5" y="31"/>
                    <a:pt x="5" y="31"/>
                    <a:pt x="5" y="31"/>
                  </a:cubicBezTo>
                  <a:cubicBezTo>
                    <a:pt x="4" y="31"/>
                    <a:pt x="4" y="32"/>
                    <a:pt x="4" y="32"/>
                  </a:cubicBezTo>
                  <a:cubicBezTo>
                    <a:pt x="4" y="32"/>
                    <a:pt x="3" y="33"/>
                    <a:pt x="3" y="33"/>
                  </a:cubicBezTo>
                  <a:cubicBezTo>
                    <a:pt x="4" y="34"/>
                    <a:pt x="4" y="34"/>
                    <a:pt x="4" y="34"/>
                  </a:cubicBezTo>
                  <a:cubicBezTo>
                    <a:pt x="5" y="34"/>
                    <a:pt x="5" y="33"/>
                    <a:pt x="5" y="34"/>
                  </a:cubicBezTo>
                  <a:cubicBezTo>
                    <a:pt x="5" y="34"/>
                    <a:pt x="5" y="35"/>
                    <a:pt x="5" y="35"/>
                  </a:cubicBezTo>
                  <a:cubicBezTo>
                    <a:pt x="5" y="35"/>
                    <a:pt x="5" y="36"/>
                    <a:pt x="5" y="36"/>
                  </a:cubicBezTo>
                  <a:cubicBezTo>
                    <a:pt x="5" y="36"/>
                    <a:pt x="5" y="36"/>
                    <a:pt x="5" y="36"/>
                  </a:cubicBezTo>
                  <a:cubicBezTo>
                    <a:pt x="5" y="37"/>
                    <a:pt x="5" y="37"/>
                    <a:pt x="5" y="38"/>
                  </a:cubicBezTo>
                  <a:cubicBezTo>
                    <a:pt x="5" y="37"/>
                    <a:pt x="5" y="38"/>
                    <a:pt x="6" y="39"/>
                  </a:cubicBezTo>
                  <a:cubicBezTo>
                    <a:pt x="6" y="38"/>
                    <a:pt x="6" y="38"/>
                    <a:pt x="6" y="38"/>
                  </a:cubicBezTo>
                  <a:cubicBezTo>
                    <a:pt x="6" y="38"/>
                    <a:pt x="6" y="38"/>
                    <a:pt x="7" y="38"/>
                  </a:cubicBezTo>
                  <a:cubicBezTo>
                    <a:pt x="7" y="38"/>
                    <a:pt x="7" y="38"/>
                    <a:pt x="7" y="38"/>
                  </a:cubicBezTo>
                  <a:cubicBezTo>
                    <a:pt x="7" y="37"/>
                    <a:pt x="8" y="38"/>
                    <a:pt x="8" y="38"/>
                  </a:cubicBezTo>
                  <a:cubicBezTo>
                    <a:pt x="8" y="38"/>
                    <a:pt x="8" y="38"/>
                    <a:pt x="8" y="38"/>
                  </a:cubicBezTo>
                  <a:cubicBezTo>
                    <a:pt x="9" y="38"/>
                    <a:pt x="9" y="37"/>
                    <a:pt x="9" y="37"/>
                  </a:cubicBezTo>
                  <a:cubicBezTo>
                    <a:pt x="9" y="37"/>
                    <a:pt x="9" y="37"/>
                    <a:pt x="9" y="37"/>
                  </a:cubicBezTo>
                  <a:close/>
                  <a:moveTo>
                    <a:pt x="3" y="0"/>
                  </a:moveTo>
                  <a:cubicBezTo>
                    <a:pt x="3" y="0"/>
                    <a:pt x="3" y="1"/>
                    <a:pt x="3" y="1"/>
                  </a:cubicBezTo>
                  <a:cubicBezTo>
                    <a:pt x="3" y="1"/>
                    <a:pt x="3" y="1"/>
                    <a:pt x="4" y="1"/>
                  </a:cubicBezTo>
                  <a:cubicBezTo>
                    <a:pt x="4" y="1"/>
                    <a:pt x="4" y="0"/>
                    <a:pt x="3" y="0"/>
                  </a:cubicBezTo>
                  <a:close/>
                  <a:moveTo>
                    <a:pt x="11" y="9"/>
                  </a:moveTo>
                  <a:cubicBezTo>
                    <a:pt x="11" y="9"/>
                    <a:pt x="11" y="9"/>
                    <a:pt x="11" y="9"/>
                  </a:cubicBezTo>
                  <a:cubicBezTo>
                    <a:pt x="11" y="9"/>
                    <a:pt x="11" y="9"/>
                    <a:pt x="11" y="10"/>
                  </a:cubicBezTo>
                  <a:cubicBezTo>
                    <a:pt x="11" y="9"/>
                    <a:pt x="11" y="9"/>
                    <a:pt x="11" y="9"/>
                  </a:cubicBezTo>
                  <a:cubicBezTo>
                    <a:pt x="11" y="9"/>
                    <a:pt x="12" y="9"/>
                    <a:pt x="12" y="9"/>
                  </a:cubicBezTo>
                  <a:cubicBezTo>
                    <a:pt x="12" y="9"/>
                    <a:pt x="12" y="9"/>
                    <a:pt x="12" y="9"/>
                  </a:cubicBezTo>
                  <a:cubicBezTo>
                    <a:pt x="12" y="8"/>
                    <a:pt x="12" y="9"/>
                    <a:pt x="12" y="8"/>
                  </a:cubicBezTo>
                  <a:cubicBezTo>
                    <a:pt x="12" y="9"/>
                    <a:pt x="12" y="8"/>
                    <a:pt x="12" y="8"/>
                  </a:cubicBezTo>
                  <a:cubicBezTo>
                    <a:pt x="12" y="8"/>
                    <a:pt x="12" y="8"/>
                    <a:pt x="12" y="7"/>
                  </a:cubicBezTo>
                  <a:cubicBezTo>
                    <a:pt x="11" y="7"/>
                    <a:pt x="11" y="7"/>
                    <a:pt x="10" y="8"/>
                  </a:cubicBezTo>
                  <a:cubicBezTo>
                    <a:pt x="10" y="8"/>
                    <a:pt x="10" y="8"/>
                    <a:pt x="11" y="9"/>
                  </a:cubicBezTo>
                  <a:close/>
                  <a:moveTo>
                    <a:pt x="15" y="23"/>
                  </a:moveTo>
                  <a:cubicBezTo>
                    <a:pt x="15" y="22"/>
                    <a:pt x="15" y="22"/>
                    <a:pt x="15" y="21"/>
                  </a:cubicBezTo>
                  <a:cubicBezTo>
                    <a:pt x="15" y="21"/>
                    <a:pt x="15" y="20"/>
                    <a:pt x="15" y="20"/>
                  </a:cubicBezTo>
                  <a:cubicBezTo>
                    <a:pt x="15" y="20"/>
                    <a:pt x="15" y="21"/>
                    <a:pt x="15" y="21"/>
                  </a:cubicBezTo>
                  <a:cubicBezTo>
                    <a:pt x="15" y="23"/>
                    <a:pt x="14" y="24"/>
                    <a:pt x="14" y="25"/>
                  </a:cubicBezTo>
                  <a:cubicBezTo>
                    <a:pt x="15" y="26"/>
                    <a:pt x="15" y="24"/>
                    <a:pt x="15" y="23"/>
                  </a:cubicBezTo>
                  <a:close/>
                  <a:moveTo>
                    <a:pt x="14" y="30"/>
                  </a:moveTo>
                  <a:cubicBezTo>
                    <a:pt x="14" y="30"/>
                    <a:pt x="13" y="32"/>
                    <a:pt x="14" y="32"/>
                  </a:cubicBezTo>
                  <a:cubicBezTo>
                    <a:pt x="15" y="32"/>
                    <a:pt x="15" y="30"/>
                    <a:pt x="15" y="30"/>
                  </a:cubicBezTo>
                  <a:cubicBezTo>
                    <a:pt x="15" y="30"/>
                    <a:pt x="15" y="30"/>
                    <a:pt x="15" y="29"/>
                  </a:cubicBezTo>
                  <a:cubicBezTo>
                    <a:pt x="15" y="29"/>
                    <a:pt x="15" y="29"/>
                    <a:pt x="15" y="28"/>
                  </a:cubicBezTo>
                  <a:cubicBezTo>
                    <a:pt x="15" y="28"/>
                    <a:pt x="15" y="28"/>
                    <a:pt x="15" y="27"/>
                  </a:cubicBezTo>
                  <a:cubicBezTo>
                    <a:pt x="15" y="27"/>
                    <a:pt x="15" y="26"/>
                    <a:pt x="15" y="26"/>
                  </a:cubicBezTo>
                  <a:cubicBezTo>
                    <a:pt x="15" y="26"/>
                    <a:pt x="14" y="26"/>
                    <a:pt x="14" y="26"/>
                  </a:cubicBezTo>
                  <a:cubicBezTo>
                    <a:pt x="14" y="27"/>
                    <a:pt x="14" y="27"/>
                    <a:pt x="14" y="28"/>
                  </a:cubicBezTo>
                  <a:cubicBezTo>
                    <a:pt x="14" y="29"/>
                    <a:pt x="14" y="29"/>
                    <a:pt x="14" y="30"/>
                  </a:cubicBezTo>
                  <a:close/>
                  <a:moveTo>
                    <a:pt x="17" y="63"/>
                  </a:moveTo>
                  <a:cubicBezTo>
                    <a:pt x="16" y="62"/>
                    <a:pt x="18" y="63"/>
                    <a:pt x="17" y="62"/>
                  </a:cubicBezTo>
                  <a:cubicBezTo>
                    <a:pt x="17" y="62"/>
                    <a:pt x="17" y="62"/>
                    <a:pt x="17" y="62"/>
                  </a:cubicBezTo>
                  <a:cubicBezTo>
                    <a:pt x="16" y="62"/>
                    <a:pt x="17" y="62"/>
                    <a:pt x="17" y="62"/>
                  </a:cubicBezTo>
                  <a:cubicBezTo>
                    <a:pt x="16" y="61"/>
                    <a:pt x="16" y="61"/>
                    <a:pt x="15" y="61"/>
                  </a:cubicBezTo>
                  <a:cubicBezTo>
                    <a:pt x="15" y="61"/>
                    <a:pt x="15" y="61"/>
                    <a:pt x="15" y="61"/>
                  </a:cubicBezTo>
                  <a:cubicBezTo>
                    <a:pt x="15" y="61"/>
                    <a:pt x="15" y="62"/>
                    <a:pt x="15" y="62"/>
                  </a:cubicBezTo>
                  <a:cubicBezTo>
                    <a:pt x="15" y="62"/>
                    <a:pt x="15" y="63"/>
                    <a:pt x="15" y="63"/>
                  </a:cubicBezTo>
                  <a:cubicBezTo>
                    <a:pt x="14" y="64"/>
                    <a:pt x="15" y="64"/>
                    <a:pt x="15" y="64"/>
                  </a:cubicBezTo>
                  <a:cubicBezTo>
                    <a:pt x="15" y="64"/>
                    <a:pt x="17" y="65"/>
                    <a:pt x="17" y="65"/>
                  </a:cubicBezTo>
                  <a:cubicBezTo>
                    <a:pt x="17" y="65"/>
                    <a:pt x="18" y="64"/>
                    <a:pt x="17" y="64"/>
                  </a:cubicBezTo>
                  <a:cubicBezTo>
                    <a:pt x="17" y="63"/>
                    <a:pt x="17" y="63"/>
                    <a:pt x="17" y="63"/>
                  </a:cubicBezTo>
                  <a:close/>
                  <a:moveTo>
                    <a:pt x="10" y="26"/>
                  </a:moveTo>
                  <a:cubicBezTo>
                    <a:pt x="9" y="26"/>
                    <a:pt x="11" y="26"/>
                    <a:pt x="11" y="26"/>
                  </a:cubicBezTo>
                  <a:cubicBezTo>
                    <a:pt x="12" y="26"/>
                    <a:pt x="12" y="26"/>
                    <a:pt x="12" y="26"/>
                  </a:cubicBezTo>
                  <a:cubicBezTo>
                    <a:pt x="13" y="25"/>
                    <a:pt x="13" y="25"/>
                    <a:pt x="13" y="25"/>
                  </a:cubicBezTo>
                  <a:cubicBezTo>
                    <a:pt x="13" y="25"/>
                    <a:pt x="13" y="24"/>
                    <a:pt x="13" y="24"/>
                  </a:cubicBezTo>
                  <a:cubicBezTo>
                    <a:pt x="13" y="24"/>
                    <a:pt x="12" y="24"/>
                    <a:pt x="12" y="24"/>
                  </a:cubicBezTo>
                  <a:cubicBezTo>
                    <a:pt x="12" y="24"/>
                    <a:pt x="12" y="25"/>
                    <a:pt x="12" y="25"/>
                  </a:cubicBezTo>
                  <a:cubicBezTo>
                    <a:pt x="11" y="25"/>
                    <a:pt x="11" y="25"/>
                    <a:pt x="10" y="26"/>
                  </a:cubicBezTo>
                  <a:close/>
                  <a:moveTo>
                    <a:pt x="19" y="78"/>
                  </a:moveTo>
                  <a:cubicBezTo>
                    <a:pt x="19" y="78"/>
                    <a:pt x="18" y="78"/>
                    <a:pt x="18" y="78"/>
                  </a:cubicBezTo>
                  <a:cubicBezTo>
                    <a:pt x="18" y="78"/>
                    <a:pt x="18" y="78"/>
                    <a:pt x="18" y="78"/>
                  </a:cubicBezTo>
                  <a:cubicBezTo>
                    <a:pt x="18" y="79"/>
                    <a:pt x="18" y="79"/>
                    <a:pt x="19" y="79"/>
                  </a:cubicBezTo>
                  <a:cubicBezTo>
                    <a:pt x="20" y="79"/>
                    <a:pt x="20" y="77"/>
                    <a:pt x="19" y="78"/>
                  </a:cubicBezTo>
                  <a:close/>
                  <a:moveTo>
                    <a:pt x="13" y="50"/>
                  </a:moveTo>
                  <a:cubicBezTo>
                    <a:pt x="12" y="49"/>
                    <a:pt x="12" y="49"/>
                    <a:pt x="12" y="49"/>
                  </a:cubicBezTo>
                  <a:cubicBezTo>
                    <a:pt x="11" y="49"/>
                    <a:pt x="11" y="49"/>
                    <a:pt x="11" y="49"/>
                  </a:cubicBezTo>
                  <a:cubicBezTo>
                    <a:pt x="11" y="49"/>
                    <a:pt x="10" y="50"/>
                    <a:pt x="10" y="50"/>
                  </a:cubicBezTo>
                  <a:cubicBezTo>
                    <a:pt x="10" y="50"/>
                    <a:pt x="10" y="50"/>
                    <a:pt x="9" y="51"/>
                  </a:cubicBezTo>
                  <a:cubicBezTo>
                    <a:pt x="9" y="52"/>
                    <a:pt x="10" y="51"/>
                    <a:pt x="10" y="51"/>
                  </a:cubicBezTo>
                  <a:cubicBezTo>
                    <a:pt x="10" y="51"/>
                    <a:pt x="11" y="51"/>
                    <a:pt x="11" y="51"/>
                  </a:cubicBezTo>
                  <a:cubicBezTo>
                    <a:pt x="11" y="52"/>
                    <a:pt x="10" y="51"/>
                    <a:pt x="10" y="52"/>
                  </a:cubicBezTo>
                  <a:cubicBezTo>
                    <a:pt x="10" y="52"/>
                    <a:pt x="10" y="52"/>
                    <a:pt x="11" y="51"/>
                  </a:cubicBezTo>
                  <a:cubicBezTo>
                    <a:pt x="11" y="52"/>
                    <a:pt x="11" y="52"/>
                    <a:pt x="10" y="52"/>
                  </a:cubicBezTo>
                  <a:cubicBezTo>
                    <a:pt x="11" y="52"/>
                    <a:pt x="11" y="52"/>
                    <a:pt x="11" y="52"/>
                  </a:cubicBezTo>
                  <a:cubicBezTo>
                    <a:pt x="11" y="52"/>
                    <a:pt x="11" y="52"/>
                    <a:pt x="11" y="52"/>
                  </a:cubicBezTo>
                  <a:cubicBezTo>
                    <a:pt x="11" y="52"/>
                    <a:pt x="11" y="52"/>
                    <a:pt x="11" y="52"/>
                  </a:cubicBezTo>
                  <a:cubicBezTo>
                    <a:pt x="12" y="52"/>
                    <a:pt x="12" y="52"/>
                    <a:pt x="13" y="52"/>
                  </a:cubicBezTo>
                  <a:cubicBezTo>
                    <a:pt x="13" y="52"/>
                    <a:pt x="13" y="52"/>
                    <a:pt x="13" y="51"/>
                  </a:cubicBezTo>
                  <a:cubicBezTo>
                    <a:pt x="13" y="51"/>
                    <a:pt x="13" y="51"/>
                    <a:pt x="13" y="51"/>
                  </a:cubicBezTo>
                  <a:cubicBezTo>
                    <a:pt x="13" y="51"/>
                    <a:pt x="13" y="50"/>
                    <a:pt x="13" y="5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37" name="Uzbakistan">
              <a:extLst>
                <a:ext uri="{FF2B5EF4-FFF2-40B4-BE49-F238E27FC236}">
                  <a16:creationId xmlns:a16="http://schemas.microsoft.com/office/drawing/2014/main" id="{D4F73AA0-500A-C578-5ABF-AE8BDA09C3A4}"/>
                </a:ext>
              </a:extLst>
            </p:cNvPr>
            <p:cNvSpPr>
              <a:spLocks noEditPoints="1"/>
            </p:cNvSpPr>
            <p:nvPr/>
          </p:nvSpPr>
          <p:spPr bwMode="auto">
            <a:xfrm>
              <a:off x="7453137" y="2271231"/>
              <a:ext cx="581238" cy="326395"/>
            </a:xfrm>
            <a:custGeom>
              <a:avLst/>
              <a:gdLst/>
              <a:ahLst/>
              <a:cxnLst>
                <a:cxn ang="0">
                  <a:pos x="148" y="60"/>
                </a:cxn>
                <a:cxn ang="0">
                  <a:pos x="148" y="61"/>
                </a:cxn>
                <a:cxn ang="0">
                  <a:pos x="143" y="63"/>
                </a:cxn>
                <a:cxn ang="0">
                  <a:pos x="157" y="55"/>
                </a:cxn>
                <a:cxn ang="0">
                  <a:pos x="155" y="57"/>
                </a:cxn>
                <a:cxn ang="0">
                  <a:pos x="149" y="58"/>
                </a:cxn>
                <a:cxn ang="0">
                  <a:pos x="139" y="56"/>
                </a:cxn>
                <a:cxn ang="0">
                  <a:pos x="141" y="51"/>
                </a:cxn>
                <a:cxn ang="0">
                  <a:pos x="134" y="53"/>
                </a:cxn>
                <a:cxn ang="0">
                  <a:pos x="129" y="55"/>
                </a:cxn>
                <a:cxn ang="0">
                  <a:pos x="125" y="59"/>
                </a:cxn>
                <a:cxn ang="0">
                  <a:pos x="126" y="60"/>
                </a:cxn>
                <a:cxn ang="0">
                  <a:pos x="126" y="65"/>
                </a:cxn>
                <a:cxn ang="0">
                  <a:pos x="116" y="69"/>
                </a:cxn>
                <a:cxn ang="0">
                  <a:pos x="123" y="76"/>
                </a:cxn>
                <a:cxn ang="0">
                  <a:pos x="124" y="88"/>
                </a:cxn>
                <a:cxn ang="0">
                  <a:pos x="116" y="90"/>
                </a:cxn>
                <a:cxn ang="0">
                  <a:pos x="110" y="82"/>
                </a:cxn>
                <a:cxn ang="0">
                  <a:pos x="99" y="78"/>
                </a:cxn>
                <a:cxn ang="0">
                  <a:pos x="85" y="71"/>
                </a:cxn>
                <a:cxn ang="0">
                  <a:pos x="68" y="57"/>
                </a:cxn>
                <a:cxn ang="0">
                  <a:pos x="57" y="48"/>
                </a:cxn>
                <a:cxn ang="0">
                  <a:pos x="46" y="46"/>
                </a:cxn>
                <a:cxn ang="0">
                  <a:pos x="44" y="40"/>
                </a:cxn>
                <a:cxn ang="0">
                  <a:pos x="40" y="36"/>
                </a:cxn>
                <a:cxn ang="0">
                  <a:pos x="27" y="32"/>
                </a:cxn>
                <a:cxn ang="0">
                  <a:pos x="28" y="35"/>
                </a:cxn>
                <a:cxn ang="0">
                  <a:pos x="24" y="36"/>
                </a:cxn>
                <a:cxn ang="0">
                  <a:pos x="17" y="42"/>
                </a:cxn>
                <a:cxn ang="0">
                  <a:pos x="13" y="47"/>
                </a:cxn>
                <a:cxn ang="0">
                  <a:pos x="2" y="12"/>
                </a:cxn>
                <a:cxn ang="0">
                  <a:pos x="22" y="1"/>
                </a:cxn>
                <a:cxn ang="0">
                  <a:pos x="22" y="11"/>
                </a:cxn>
                <a:cxn ang="0">
                  <a:pos x="25" y="10"/>
                </a:cxn>
                <a:cxn ang="0">
                  <a:pos x="25" y="7"/>
                </a:cxn>
                <a:cxn ang="0">
                  <a:pos x="24" y="4"/>
                </a:cxn>
                <a:cxn ang="0">
                  <a:pos x="30" y="8"/>
                </a:cxn>
                <a:cxn ang="0">
                  <a:pos x="36" y="17"/>
                </a:cxn>
                <a:cxn ang="0">
                  <a:pos x="37" y="8"/>
                </a:cxn>
                <a:cxn ang="0">
                  <a:pos x="57" y="23"/>
                </a:cxn>
                <a:cxn ang="0">
                  <a:pos x="86" y="24"/>
                </a:cxn>
                <a:cxn ang="0">
                  <a:pos x="95" y="32"/>
                </a:cxn>
                <a:cxn ang="0">
                  <a:pos x="101" y="39"/>
                </a:cxn>
                <a:cxn ang="0">
                  <a:pos x="115" y="48"/>
                </a:cxn>
                <a:cxn ang="0">
                  <a:pos x="122" y="54"/>
                </a:cxn>
                <a:cxn ang="0">
                  <a:pos x="123" y="50"/>
                </a:cxn>
                <a:cxn ang="0">
                  <a:pos x="128" y="45"/>
                </a:cxn>
                <a:cxn ang="0">
                  <a:pos x="135" y="38"/>
                </a:cxn>
                <a:cxn ang="0">
                  <a:pos x="140" y="38"/>
                </a:cxn>
                <a:cxn ang="0">
                  <a:pos x="135" y="43"/>
                </a:cxn>
                <a:cxn ang="0">
                  <a:pos x="141" y="47"/>
                </a:cxn>
                <a:cxn ang="0">
                  <a:pos x="146" y="48"/>
                </a:cxn>
                <a:cxn ang="0">
                  <a:pos x="148" y="45"/>
                </a:cxn>
                <a:cxn ang="0">
                  <a:pos x="154" y="50"/>
                </a:cxn>
                <a:cxn ang="0">
                  <a:pos x="159" y="51"/>
                </a:cxn>
                <a:cxn ang="0">
                  <a:pos x="140" y="50"/>
                </a:cxn>
              </a:cxnLst>
              <a:rect l="0" t="0" r="r" b="b"/>
              <a:pathLst>
                <a:path w="164" h="92">
                  <a:moveTo>
                    <a:pt x="153" y="62"/>
                  </a:moveTo>
                  <a:cubicBezTo>
                    <a:pt x="153" y="62"/>
                    <a:pt x="153" y="62"/>
                    <a:pt x="153" y="61"/>
                  </a:cubicBezTo>
                  <a:cubicBezTo>
                    <a:pt x="153" y="61"/>
                    <a:pt x="153" y="61"/>
                    <a:pt x="153" y="61"/>
                  </a:cubicBezTo>
                  <a:cubicBezTo>
                    <a:pt x="153" y="61"/>
                    <a:pt x="153" y="61"/>
                    <a:pt x="153" y="61"/>
                  </a:cubicBezTo>
                  <a:cubicBezTo>
                    <a:pt x="154" y="61"/>
                    <a:pt x="154" y="62"/>
                    <a:pt x="153" y="62"/>
                  </a:cubicBezTo>
                  <a:close/>
                  <a:moveTo>
                    <a:pt x="148" y="60"/>
                  </a:moveTo>
                  <a:cubicBezTo>
                    <a:pt x="147" y="61"/>
                    <a:pt x="147" y="59"/>
                    <a:pt x="146" y="59"/>
                  </a:cubicBezTo>
                  <a:cubicBezTo>
                    <a:pt x="145" y="59"/>
                    <a:pt x="146" y="60"/>
                    <a:pt x="146" y="61"/>
                  </a:cubicBezTo>
                  <a:cubicBezTo>
                    <a:pt x="147" y="61"/>
                    <a:pt x="147" y="61"/>
                    <a:pt x="147" y="62"/>
                  </a:cubicBezTo>
                  <a:cubicBezTo>
                    <a:pt x="147" y="62"/>
                    <a:pt x="147" y="62"/>
                    <a:pt x="147" y="62"/>
                  </a:cubicBezTo>
                  <a:cubicBezTo>
                    <a:pt x="148" y="62"/>
                    <a:pt x="148" y="62"/>
                    <a:pt x="149" y="62"/>
                  </a:cubicBezTo>
                  <a:cubicBezTo>
                    <a:pt x="149" y="61"/>
                    <a:pt x="148" y="61"/>
                    <a:pt x="148" y="61"/>
                  </a:cubicBezTo>
                  <a:cubicBezTo>
                    <a:pt x="148" y="61"/>
                    <a:pt x="149" y="60"/>
                    <a:pt x="148" y="60"/>
                  </a:cubicBezTo>
                  <a:close/>
                  <a:moveTo>
                    <a:pt x="143" y="63"/>
                  </a:moveTo>
                  <a:cubicBezTo>
                    <a:pt x="143" y="63"/>
                    <a:pt x="143" y="63"/>
                    <a:pt x="144" y="63"/>
                  </a:cubicBezTo>
                  <a:cubicBezTo>
                    <a:pt x="144" y="63"/>
                    <a:pt x="144" y="63"/>
                    <a:pt x="144" y="63"/>
                  </a:cubicBezTo>
                  <a:cubicBezTo>
                    <a:pt x="144" y="62"/>
                    <a:pt x="143" y="62"/>
                    <a:pt x="142" y="62"/>
                  </a:cubicBezTo>
                  <a:cubicBezTo>
                    <a:pt x="142" y="62"/>
                    <a:pt x="143" y="63"/>
                    <a:pt x="143" y="63"/>
                  </a:cubicBezTo>
                  <a:close/>
                  <a:moveTo>
                    <a:pt x="161" y="53"/>
                  </a:moveTo>
                  <a:cubicBezTo>
                    <a:pt x="161" y="53"/>
                    <a:pt x="161" y="53"/>
                    <a:pt x="160" y="54"/>
                  </a:cubicBezTo>
                  <a:cubicBezTo>
                    <a:pt x="160" y="54"/>
                    <a:pt x="161" y="55"/>
                    <a:pt x="160" y="54"/>
                  </a:cubicBezTo>
                  <a:cubicBezTo>
                    <a:pt x="159" y="54"/>
                    <a:pt x="160" y="55"/>
                    <a:pt x="159" y="55"/>
                  </a:cubicBezTo>
                  <a:cubicBezTo>
                    <a:pt x="158" y="55"/>
                    <a:pt x="158" y="54"/>
                    <a:pt x="157" y="54"/>
                  </a:cubicBezTo>
                  <a:cubicBezTo>
                    <a:pt x="157" y="54"/>
                    <a:pt x="157" y="55"/>
                    <a:pt x="157" y="55"/>
                  </a:cubicBezTo>
                  <a:cubicBezTo>
                    <a:pt x="157" y="55"/>
                    <a:pt x="158" y="56"/>
                    <a:pt x="158" y="56"/>
                  </a:cubicBezTo>
                  <a:cubicBezTo>
                    <a:pt x="158" y="57"/>
                    <a:pt x="157" y="56"/>
                    <a:pt x="157" y="56"/>
                  </a:cubicBezTo>
                  <a:cubicBezTo>
                    <a:pt x="157" y="56"/>
                    <a:pt x="156" y="56"/>
                    <a:pt x="156" y="56"/>
                  </a:cubicBezTo>
                  <a:cubicBezTo>
                    <a:pt x="156" y="56"/>
                    <a:pt x="156" y="56"/>
                    <a:pt x="156" y="56"/>
                  </a:cubicBezTo>
                  <a:cubicBezTo>
                    <a:pt x="156" y="56"/>
                    <a:pt x="156" y="56"/>
                    <a:pt x="155" y="56"/>
                  </a:cubicBezTo>
                  <a:cubicBezTo>
                    <a:pt x="155" y="56"/>
                    <a:pt x="155" y="57"/>
                    <a:pt x="155" y="57"/>
                  </a:cubicBezTo>
                  <a:cubicBezTo>
                    <a:pt x="154" y="57"/>
                    <a:pt x="154" y="58"/>
                    <a:pt x="155" y="58"/>
                  </a:cubicBezTo>
                  <a:cubicBezTo>
                    <a:pt x="155" y="58"/>
                    <a:pt x="154" y="58"/>
                    <a:pt x="154" y="58"/>
                  </a:cubicBezTo>
                  <a:cubicBezTo>
                    <a:pt x="153" y="58"/>
                    <a:pt x="153" y="59"/>
                    <a:pt x="153" y="59"/>
                  </a:cubicBezTo>
                  <a:cubicBezTo>
                    <a:pt x="152" y="59"/>
                    <a:pt x="152" y="59"/>
                    <a:pt x="152" y="59"/>
                  </a:cubicBezTo>
                  <a:cubicBezTo>
                    <a:pt x="152" y="59"/>
                    <a:pt x="151" y="58"/>
                    <a:pt x="151" y="58"/>
                  </a:cubicBezTo>
                  <a:cubicBezTo>
                    <a:pt x="151" y="59"/>
                    <a:pt x="150" y="58"/>
                    <a:pt x="149" y="58"/>
                  </a:cubicBezTo>
                  <a:cubicBezTo>
                    <a:pt x="149" y="58"/>
                    <a:pt x="148" y="57"/>
                    <a:pt x="148" y="57"/>
                  </a:cubicBezTo>
                  <a:cubicBezTo>
                    <a:pt x="147" y="57"/>
                    <a:pt x="148" y="58"/>
                    <a:pt x="147" y="58"/>
                  </a:cubicBezTo>
                  <a:cubicBezTo>
                    <a:pt x="146" y="58"/>
                    <a:pt x="145" y="58"/>
                    <a:pt x="144" y="58"/>
                  </a:cubicBezTo>
                  <a:cubicBezTo>
                    <a:pt x="144" y="58"/>
                    <a:pt x="143" y="59"/>
                    <a:pt x="142" y="58"/>
                  </a:cubicBezTo>
                  <a:cubicBezTo>
                    <a:pt x="142" y="58"/>
                    <a:pt x="142" y="57"/>
                    <a:pt x="141" y="57"/>
                  </a:cubicBezTo>
                  <a:cubicBezTo>
                    <a:pt x="140" y="57"/>
                    <a:pt x="140" y="57"/>
                    <a:pt x="139" y="56"/>
                  </a:cubicBezTo>
                  <a:cubicBezTo>
                    <a:pt x="139" y="56"/>
                    <a:pt x="140" y="56"/>
                    <a:pt x="140" y="56"/>
                  </a:cubicBezTo>
                  <a:cubicBezTo>
                    <a:pt x="140" y="55"/>
                    <a:pt x="141" y="54"/>
                    <a:pt x="141" y="54"/>
                  </a:cubicBezTo>
                  <a:cubicBezTo>
                    <a:pt x="142" y="54"/>
                    <a:pt x="143" y="53"/>
                    <a:pt x="142" y="53"/>
                  </a:cubicBezTo>
                  <a:cubicBezTo>
                    <a:pt x="142" y="52"/>
                    <a:pt x="141" y="52"/>
                    <a:pt x="141" y="52"/>
                  </a:cubicBezTo>
                  <a:cubicBezTo>
                    <a:pt x="140" y="52"/>
                    <a:pt x="141" y="52"/>
                    <a:pt x="141" y="52"/>
                  </a:cubicBezTo>
                  <a:cubicBezTo>
                    <a:pt x="142" y="52"/>
                    <a:pt x="141" y="52"/>
                    <a:pt x="141" y="51"/>
                  </a:cubicBezTo>
                  <a:cubicBezTo>
                    <a:pt x="140" y="51"/>
                    <a:pt x="140" y="51"/>
                    <a:pt x="140" y="50"/>
                  </a:cubicBezTo>
                  <a:cubicBezTo>
                    <a:pt x="139" y="50"/>
                    <a:pt x="139" y="49"/>
                    <a:pt x="138" y="49"/>
                  </a:cubicBezTo>
                  <a:cubicBezTo>
                    <a:pt x="138" y="49"/>
                    <a:pt x="138" y="50"/>
                    <a:pt x="138" y="51"/>
                  </a:cubicBezTo>
                  <a:cubicBezTo>
                    <a:pt x="138" y="51"/>
                    <a:pt x="137" y="52"/>
                    <a:pt x="136" y="52"/>
                  </a:cubicBezTo>
                  <a:cubicBezTo>
                    <a:pt x="136" y="52"/>
                    <a:pt x="136" y="52"/>
                    <a:pt x="136" y="52"/>
                  </a:cubicBezTo>
                  <a:cubicBezTo>
                    <a:pt x="135" y="53"/>
                    <a:pt x="135" y="53"/>
                    <a:pt x="134" y="53"/>
                  </a:cubicBezTo>
                  <a:cubicBezTo>
                    <a:pt x="134" y="53"/>
                    <a:pt x="134" y="53"/>
                    <a:pt x="133" y="54"/>
                  </a:cubicBezTo>
                  <a:cubicBezTo>
                    <a:pt x="133" y="54"/>
                    <a:pt x="132" y="53"/>
                    <a:pt x="132" y="53"/>
                  </a:cubicBezTo>
                  <a:cubicBezTo>
                    <a:pt x="131" y="53"/>
                    <a:pt x="131" y="52"/>
                    <a:pt x="130" y="52"/>
                  </a:cubicBezTo>
                  <a:cubicBezTo>
                    <a:pt x="130" y="52"/>
                    <a:pt x="129" y="52"/>
                    <a:pt x="129" y="53"/>
                  </a:cubicBezTo>
                  <a:cubicBezTo>
                    <a:pt x="129" y="53"/>
                    <a:pt x="130" y="54"/>
                    <a:pt x="129" y="54"/>
                  </a:cubicBezTo>
                  <a:cubicBezTo>
                    <a:pt x="129" y="54"/>
                    <a:pt x="129" y="54"/>
                    <a:pt x="129" y="55"/>
                  </a:cubicBezTo>
                  <a:cubicBezTo>
                    <a:pt x="129" y="56"/>
                    <a:pt x="131" y="56"/>
                    <a:pt x="130" y="57"/>
                  </a:cubicBezTo>
                  <a:cubicBezTo>
                    <a:pt x="130" y="58"/>
                    <a:pt x="130" y="57"/>
                    <a:pt x="130" y="58"/>
                  </a:cubicBezTo>
                  <a:cubicBezTo>
                    <a:pt x="130" y="58"/>
                    <a:pt x="131" y="58"/>
                    <a:pt x="131" y="59"/>
                  </a:cubicBezTo>
                  <a:cubicBezTo>
                    <a:pt x="130" y="59"/>
                    <a:pt x="129" y="58"/>
                    <a:pt x="128" y="58"/>
                  </a:cubicBezTo>
                  <a:cubicBezTo>
                    <a:pt x="128" y="58"/>
                    <a:pt x="127" y="59"/>
                    <a:pt x="126" y="59"/>
                  </a:cubicBezTo>
                  <a:cubicBezTo>
                    <a:pt x="126" y="59"/>
                    <a:pt x="125" y="58"/>
                    <a:pt x="125" y="59"/>
                  </a:cubicBezTo>
                  <a:cubicBezTo>
                    <a:pt x="124" y="59"/>
                    <a:pt x="125" y="59"/>
                    <a:pt x="125" y="59"/>
                  </a:cubicBezTo>
                  <a:cubicBezTo>
                    <a:pt x="126" y="60"/>
                    <a:pt x="128" y="59"/>
                    <a:pt x="128" y="60"/>
                  </a:cubicBezTo>
                  <a:cubicBezTo>
                    <a:pt x="128" y="60"/>
                    <a:pt x="127" y="60"/>
                    <a:pt x="127" y="60"/>
                  </a:cubicBezTo>
                  <a:cubicBezTo>
                    <a:pt x="127" y="60"/>
                    <a:pt x="127" y="60"/>
                    <a:pt x="127" y="60"/>
                  </a:cubicBezTo>
                  <a:cubicBezTo>
                    <a:pt x="127" y="60"/>
                    <a:pt x="127" y="60"/>
                    <a:pt x="126" y="60"/>
                  </a:cubicBezTo>
                  <a:cubicBezTo>
                    <a:pt x="126" y="60"/>
                    <a:pt x="126" y="60"/>
                    <a:pt x="126" y="60"/>
                  </a:cubicBezTo>
                  <a:cubicBezTo>
                    <a:pt x="127" y="61"/>
                    <a:pt x="128" y="62"/>
                    <a:pt x="128" y="62"/>
                  </a:cubicBezTo>
                  <a:cubicBezTo>
                    <a:pt x="127" y="63"/>
                    <a:pt x="127" y="61"/>
                    <a:pt x="126" y="61"/>
                  </a:cubicBezTo>
                  <a:cubicBezTo>
                    <a:pt x="126" y="61"/>
                    <a:pt x="127" y="62"/>
                    <a:pt x="127" y="62"/>
                  </a:cubicBezTo>
                  <a:cubicBezTo>
                    <a:pt x="127" y="63"/>
                    <a:pt x="126" y="63"/>
                    <a:pt x="126" y="62"/>
                  </a:cubicBezTo>
                  <a:cubicBezTo>
                    <a:pt x="126" y="62"/>
                    <a:pt x="126" y="62"/>
                    <a:pt x="125" y="62"/>
                  </a:cubicBezTo>
                  <a:cubicBezTo>
                    <a:pt x="126" y="63"/>
                    <a:pt x="126" y="64"/>
                    <a:pt x="126" y="65"/>
                  </a:cubicBezTo>
                  <a:cubicBezTo>
                    <a:pt x="125" y="66"/>
                    <a:pt x="123" y="66"/>
                    <a:pt x="122" y="66"/>
                  </a:cubicBezTo>
                  <a:cubicBezTo>
                    <a:pt x="121" y="65"/>
                    <a:pt x="119" y="65"/>
                    <a:pt x="118" y="65"/>
                  </a:cubicBezTo>
                  <a:cubicBezTo>
                    <a:pt x="117" y="65"/>
                    <a:pt x="117" y="65"/>
                    <a:pt x="117" y="65"/>
                  </a:cubicBezTo>
                  <a:cubicBezTo>
                    <a:pt x="116" y="66"/>
                    <a:pt x="116" y="66"/>
                    <a:pt x="116" y="66"/>
                  </a:cubicBezTo>
                  <a:cubicBezTo>
                    <a:pt x="116" y="67"/>
                    <a:pt x="116" y="66"/>
                    <a:pt x="116" y="67"/>
                  </a:cubicBezTo>
                  <a:cubicBezTo>
                    <a:pt x="116" y="68"/>
                    <a:pt x="116" y="68"/>
                    <a:pt x="116" y="69"/>
                  </a:cubicBezTo>
                  <a:cubicBezTo>
                    <a:pt x="115" y="69"/>
                    <a:pt x="117" y="70"/>
                    <a:pt x="117" y="70"/>
                  </a:cubicBezTo>
                  <a:cubicBezTo>
                    <a:pt x="119" y="70"/>
                    <a:pt x="119" y="70"/>
                    <a:pt x="119" y="71"/>
                  </a:cubicBezTo>
                  <a:cubicBezTo>
                    <a:pt x="120" y="72"/>
                    <a:pt x="122" y="72"/>
                    <a:pt x="123" y="72"/>
                  </a:cubicBezTo>
                  <a:cubicBezTo>
                    <a:pt x="123" y="72"/>
                    <a:pt x="124" y="73"/>
                    <a:pt x="124" y="74"/>
                  </a:cubicBezTo>
                  <a:cubicBezTo>
                    <a:pt x="123" y="74"/>
                    <a:pt x="123" y="74"/>
                    <a:pt x="123" y="74"/>
                  </a:cubicBezTo>
                  <a:cubicBezTo>
                    <a:pt x="123" y="75"/>
                    <a:pt x="123" y="75"/>
                    <a:pt x="123" y="76"/>
                  </a:cubicBezTo>
                  <a:cubicBezTo>
                    <a:pt x="124" y="77"/>
                    <a:pt x="124" y="78"/>
                    <a:pt x="125" y="78"/>
                  </a:cubicBezTo>
                  <a:cubicBezTo>
                    <a:pt x="126" y="79"/>
                    <a:pt x="127" y="80"/>
                    <a:pt x="127" y="81"/>
                  </a:cubicBezTo>
                  <a:cubicBezTo>
                    <a:pt x="128" y="81"/>
                    <a:pt x="127" y="83"/>
                    <a:pt x="127" y="83"/>
                  </a:cubicBezTo>
                  <a:cubicBezTo>
                    <a:pt x="126" y="83"/>
                    <a:pt x="126" y="83"/>
                    <a:pt x="126" y="84"/>
                  </a:cubicBezTo>
                  <a:cubicBezTo>
                    <a:pt x="126" y="84"/>
                    <a:pt x="126" y="85"/>
                    <a:pt x="126" y="85"/>
                  </a:cubicBezTo>
                  <a:cubicBezTo>
                    <a:pt x="125" y="86"/>
                    <a:pt x="124" y="87"/>
                    <a:pt x="124" y="88"/>
                  </a:cubicBezTo>
                  <a:cubicBezTo>
                    <a:pt x="124" y="89"/>
                    <a:pt x="125" y="91"/>
                    <a:pt x="124" y="92"/>
                  </a:cubicBezTo>
                  <a:cubicBezTo>
                    <a:pt x="124" y="91"/>
                    <a:pt x="123" y="91"/>
                    <a:pt x="123" y="91"/>
                  </a:cubicBezTo>
                  <a:cubicBezTo>
                    <a:pt x="122" y="91"/>
                    <a:pt x="122" y="91"/>
                    <a:pt x="122" y="91"/>
                  </a:cubicBezTo>
                  <a:cubicBezTo>
                    <a:pt x="121" y="90"/>
                    <a:pt x="120" y="92"/>
                    <a:pt x="119" y="91"/>
                  </a:cubicBezTo>
                  <a:cubicBezTo>
                    <a:pt x="119" y="91"/>
                    <a:pt x="118" y="91"/>
                    <a:pt x="118" y="90"/>
                  </a:cubicBezTo>
                  <a:cubicBezTo>
                    <a:pt x="118" y="90"/>
                    <a:pt x="117" y="90"/>
                    <a:pt x="116" y="90"/>
                  </a:cubicBezTo>
                  <a:cubicBezTo>
                    <a:pt x="115" y="90"/>
                    <a:pt x="114" y="90"/>
                    <a:pt x="113" y="90"/>
                  </a:cubicBezTo>
                  <a:cubicBezTo>
                    <a:pt x="113" y="90"/>
                    <a:pt x="112" y="89"/>
                    <a:pt x="113" y="89"/>
                  </a:cubicBezTo>
                  <a:cubicBezTo>
                    <a:pt x="113" y="88"/>
                    <a:pt x="112" y="88"/>
                    <a:pt x="112" y="88"/>
                  </a:cubicBezTo>
                  <a:cubicBezTo>
                    <a:pt x="112" y="87"/>
                    <a:pt x="112" y="86"/>
                    <a:pt x="112" y="85"/>
                  </a:cubicBezTo>
                  <a:cubicBezTo>
                    <a:pt x="112" y="84"/>
                    <a:pt x="113" y="84"/>
                    <a:pt x="113" y="83"/>
                  </a:cubicBezTo>
                  <a:cubicBezTo>
                    <a:pt x="112" y="82"/>
                    <a:pt x="110" y="82"/>
                    <a:pt x="110" y="82"/>
                  </a:cubicBezTo>
                  <a:cubicBezTo>
                    <a:pt x="109" y="82"/>
                    <a:pt x="108" y="81"/>
                    <a:pt x="108" y="81"/>
                  </a:cubicBezTo>
                  <a:cubicBezTo>
                    <a:pt x="107" y="81"/>
                    <a:pt x="107" y="80"/>
                    <a:pt x="107" y="80"/>
                  </a:cubicBezTo>
                  <a:cubicBezTo>
                    <a:pt x="106" y="80"/>
                    <a:pt x="106" y="80"/>
                    <a:pt x="105" y="80"/>
                  </a:cubicBezTo>
                  <a:cubicBezTo>
                    <a:pt x="105" y="80"/>
                    <a:pt x="104" y="80"/>
                    <a:pt x="104" y="80"/>
                  </a:cubicBezTo>
                  <a:cubicBezTo>
                    <a:pt x="103" y="80"/>
                    <a:pt x="102" y="80"/>
                    <a:pt x="102" y="80"/>
                  </a:cubicBezTo>
                  <a:cubicBezTo>
                    <a:pt x="101" y="79"/>
                    <a:pt x="100" y="79"/>
                    <a:pt x="99" y="78"/>
                  </a:cubicBezTo>
                  <a:cubicBezTo>
                    <a:pt x="99" y="78"/>
                    <a:pt x="98" y="77"/>
                    <a:pt x="97" y="77"/>
                  </a:cubicBezTo>
                  <a:cubicBezTo>
                    <a:pt x="96" y="76"/>
                    <a:pt x="94" y="75"/>
                    <a:pt x="93" y="75"/>
                  </a:cubicBezTo>
                  <a:cubicBezTo>
                    <a:pt x="92" y="74"/>
                    <a:pt x="91" y="74"/>
                    <a:pt x="91" y="73"/>
                  </a:cubicBezTo>
                  <a:cubicBezTo>
                    <a:pt x="90" y="73"/>
                    <a:pt x="90" y="72"/>
                    <a:pt x="89" y="72"/>
                  </a:cubicBezTo>
                  <a:cubicBezTo>
                    <a:pt x="88" y="72"/>
                    <a:pt x="88" y="72"/>
                    <a:pt x="87" y="72"/>
                  </a:cubicBezTo>
                  <a:cubicBezTo>
                    <a:pt x="86" y="72"/>
                    <a:pt x="86" y="71"/>
                    <a:pt x="85" y="71"/>
                  </a:cubicBezTo>
                  <a:cubicBezTo>
                    <a:pt x="84" y="70"/>
                    <a:pt x="84" y="70"/>
                    <a:pt x="83" y="69"/>
                  </a:cubicBezTo>
                  <a:cubicBezTo>
                    <a:pt x="82" y="69"/>
                    <a:pt x="82" y="68"/>
                    <a:pt x="81" y="68"/>
                  </a:cubicBezTo>
                  <a:cubicBezTo>
                    <a:pt x="80" y="67"/>
                    <a:pt x="78" y="66"/>
                    <a:pt x="76" y="65"/>
                  </a:cubicBezTo>
                  <a:cubicBezTo>
                    <a:pt x="75" y="64"/>
                    <a:pt x="73" y="63"/>
                    <a:pt x="72" y="62"/>
                  </a:cubicBezTo>
                  <a:cubicBezTo>
                    <a:pt x="71" y="62"/>
                    <a:pt x="69" y="61"/>
                    <a:pt x="69" y="60"/>
                  </a:cubicBezTo>
                  <a:cubicBezTo>
                    <a:pt x="69" y="59"/>
                    <a:pt x="69" y="57"/>
                    <a:pt x="68" y="57"/>
                  </a:cubicBezTo>
                  <a:cubicBezTo>
                    <a:pt x="68" y="56"/>
                    <a:pt x="66" y="56"/>
                    <a:pt x="66" y="55"/>
                  </a:cubicBezTo>
                  <a:cubicBezTo>
                    <a:pt x="65" y="54"/>
                    <a:pt x="65" y="53"/>
                    <a:pt x="64" y="52"/>
                  </a:cubicBezTo>
                  <a:cubicBezTo>
                    <a:pt x="63" y="51"/>
                    <a:pt x="63" y="50"/>
                    <a:pt x="62" y="49"/>
                  </a:cubicBezTo>
                  <a:cubicBezTo>
                    <a:pt x="61" y="48"/>
                    <a:pt x="60" y="47"/>
                    <a:pt x="59" y="47"/>
                  </a:cubicBezTo>
                  <a:cubicBezTo>
                    <a:pt x="58" y="47"/>
                    <a:pt x="58" y="47"/>
                    <a:pt x="57" y="47"/>
                  </a:cubicBezTo>
                  <a:cubicBezTo>
                    <a:pt x="57" y="47"/>
                    <a:pt x="57" y="48"/>
                    <a:pt x="57" y="48"/>
                  </a:cubicBezTo>
                  <a:cubicBezTo>
                    <a:pt x="57" y="48"/>
                    <a:pt x="56" y="48"/>
                    <a:pt x="56" y="48"/>
                  </a:cubicBezTo>
                  <a:cubicBezTo>
                    <a:pt x="56" y="48"/>
                    <a:pt x="55" y="48"/>
                    <a:pt x="55" y="47"/>
                  </a:cubicBezTo>
                  <a:cubicBezTo>
                    <a:pt x="55" y="47"/>
                    <a:pt x="54" y="48"/>
                    <a:pt x="54" y="47"/>
                  </a:cubicBezTo>
                  <a:cubicBezTo>
                    <a:pt x="54" y="47"/>
                    <a:pt x="54" y="48"/>
                    <a:pt x="54" y="48"/>
                  </a:cubicBezTo>
                  <a:cubicBezTo>
                    <a:pt x="53" y="47"/>
                    <a:pt x="51" y="47"/>
                    <a:pt x="50" y="47"/>
                  </a:cubicBezTo>
                  <a:cubicBezTo>
                    <a:pt x="49" y="48"/>
                    <a:pt x="48" y="47"/>
                    <a:pt x="46" y="46"/>
                  </a:cubicBezTo>
                  <a:cubicBezTo>
                    <a:pt x="46" y="46"/>
                    <a:pt x="45" y="45"/>
                    <a:pt x="45" y="44"/>
                  </a:cubicBezTo>
                  <a:cubicBezTo>
                    <a:pt x="45" y="44"/>
                    <a:pt x="46" y="44"/>
                    <a:pt x="46" y="43"/>
                  </a:cubicBezTo>
                  <a:cubicBezTo>
                    <a:pt x="45" y="43"/>
                    <a:pt x="45" y="43"/>
                    <a:pt x="45" y="42"/>
                  </a:cubicBezTo>
                  <a:cubicBezTo>
                    <a:pt x="44" y="42"/>
                    <a:pt x="44" y="41"/>
                    <a:pt x="45" y="41"/>
                  </a:cubicBezTo>
                  <a:cubicBezTo>
                    <a:pt x="47" y="42"/>
                    <a:pt x="46" y="41"/>
                    <a:pt x="45" y="40"/>
                  </a:cubicBezTo>
                  <a:cubicBezTo>
                    <a:pt x="45" y="40"/>
                    <a:pt x="44" y="40"/>
                    <a:pt x="44" y="40"/>
                  </a:cubicBezTo>
                  <a:cubicBezTo>
                    <a:pt x="43" y="40"/>
                    <a:pt x="42" y="40"/>
                    <a:pt x="43" y="39"/>
                  </a:cubicBezTo>
                  <a:cubicBezTo>
                    <a:pt x="43" y="39"/>
                    <a:pt x="43" y="39"/>
                    <a:pt x="43" y="39"/>
                  </a:cubicBezTo>
                  <a:cubicBezTo>
                    <a:pt x="43" y="38"/>
                    <a:pt x="43" y="38"/>
                    <a:pt x="43" y="38"/>
                  </a:cubicBezTo>
                  <a:cubicBezTo>
                    <a:pt x="43" y="37"/>
                    <a:pt x="43" y="37"/>
                    <a:pt x="43" y="37"/>
                  </a:cubicBezTo>
                  <a:cubicBezTo>
                    <a:pt x="43" y="37"/>
                    <a:pt x="42" y="36"/>
                    <a:pt x="42" y="36"/>
                  </a:cubicBezTo>
                  <a:cubicBezTo>
                    <a:pt x="41" y="36"/>
                    <a:pt x="41" y="36"/>
                    <a:pt x="40" y="36"/>
                  </a:cubicBezTo>
                  <a:cubicBezTo>
                    <a:pt x="39" y="36"/>
                    <a:pt x="37" y="36"/>
                    <a:pt x="36" y="35"/>
                  </a:cubicBezTo>
                  <a:cubicBezTo>
                    <a:pt x="35" y="34"/>
                    <a:pt x="35" y="34"/>
                    <a:pt x="35" y="34"/>
                  </a:cubicBezTo>
                  <a:cubicBezTo>
                    <a:pt x="34" y="33"/>
                    <a:pt x="34" y="33"/>
                    <a:pt x="33" y="33"/>
                  </a:cubicBezTo>
                  <a:cubicBezTo>
                    <a:pt x="32" y="33"/>
                    <a:pt x="30" y="31"/>
                    <a:pt x="29" y="31"/>
                  </a:cubicBezTo>
                  <a:cubicBezTo>
                    <a:pt x="29" y="30"/>
                    <a:pt x="29" y="31"/>
                    <a:pt x="29" y="31"/>
                  </a:cubicBezTo>
                  <a:cubicBezTo>
                    <a:pt x="29" y="32"/>
                    <a:pt x="28" y="32"/>
                    <a:pt x="27" y="32"/>
                  </a:cubicBezTo>
                  <a:cubicBezTo>
                    <a:pt x="27" y="32"/>
                    <a:pt x="26" y="31"/>
                    <a:pt x="26" y="32"/>
                  </a:cubicBezTo>
                  <a:cubicBezTo>
                    <a:pt x="25" y="32"/>
                    <a:pt x="25" y="32"/>
                    <a:pt x="25" y="33"/>
                  </a:cubicBezTo>
                  <a:cubicBezTo>
                    <a:pt x="26" y="33"/>
                    <a:pt x="26" y="33"/>
                    <a:pt x="27" y="33"/>
                  </a:cubicBezTo>
                  <a:cubicBezTo>
                    <a:pt x="27" y="33"/>
                    <a:pt x="28" y="34"/>
                    <a:pt x="28" y="35"/>
                  </a:cubicBezTo>
                  <a:cubicBezTo>
                    <a:pt x="28" y="35"/>
                    <a:pt x="29" y="36"/>
                    <a:pt x="29" y="36"/>
                  </a:cubicBezTo>
                  <a:cubicBezTo>
                    <a:pt x="29" y="36"/>
                    <a:pt x="28" y="36"/>
                    <a:pt x="28" y="35"/>
                  </a:cubicBezTo>
                  <a:cubicBezTo>
                    <a:pt x="28" y="35"/>
                    <a:pt x="28" y="34"/>
                    <a:pt x="27" y="34"/>
                  </a:cubicBezTo>
                  <a:cubicBezTo>
                    <a:pt x="27" y="34"/>
                    <a:pt x="26" y="34"/>
                    <a:pt x="25" y="34"/>
                  </a:cubicBezTo>
                  <a:cubicBezTo>
                    <a:pt x="25" y="34"/>
                    <a:pt x="25" y="33"/>
                    <a:pt x="25" y="34"/>
                  </a:cubicBezTo>
                  <a:cubicBezTo>
                    <a:pt x="24" y="34"/>
                    <a:pt x="24" y="34"/>
                    <a:pt x="24" y="34"/>
                  </a:cubicBezTo>
                  <a:cubicBezTo>
                    <a:pt x="24" y="35"/>
                    <a:pt x="24" y="35"/>
                    <a:pt x="24" y="35"/>
                  </a:cubicBezTo>
                  <a:cubicBezTo>
                    <a:pt x="24" y="35"/>
                    <a:pt x="24" y="36"/>
                    <a:pt x="24" y="36"/>
                  </a:cubicBezTo>
                  <a:cubicBezTo>
                    <a:pt x="24" y="37"/>
                    <a:pt x="24" y="37"/>
                    <a:pt x="24" y="37"/>
                  </a:cubicBezTo>
                  <a:cubicBezTo>
                    <a:pt x="23" y="37"/>
                    <a:pt x="23" y="37"/>
                    <a:pt x="22" y="37"/>
                  </a:cubicBezTo>
                  <a:cubicBezTo>
                    <a:pt x="21" y="37"/>
                    <a:pt x="20" y="37"/>
                    <a:pt x="19" y="38"/>
                  </a:cubicBezTo>
                  <a:cubicBezTo>
                    <a:pt x="18" y="38"/>
                    <a:pt x="18" y="39"/>
                    <a:pt x="17" y="40"/>
                  </a:cubicBezTo>
                  <a:cubicBezTo>
                    <a:pt x="17" y="40"/>
                    <a:pt x="17" y="40"/>
                    <a:pt x="17" y="40"/>
                  </a:cubicBezTo>
                  <a:cubicBezTo>
                    <a:pt x="16" y="41"/>
                    <a:pt x="17" y="41"/>
                    <a:pt x="17" y="42"/>
                  </a:cubicBezTo>
                  <a:cubicBezTo>
                    <a:pt x="17" y="43"/>
                    <a:pt x="18" y="43"/>
                    <a:pt x="18" y="44"/>
                  </a:cubicBezTo>
                  <a:cubicBezTo>
                    <a:pt x="18" y="45"/>
                    <a:pt x="18" y="45"/>
                    <a:pt x="19" y="45"/>
                  </a:cubicBezTo>
                  <a:cubicBezTo>
                    <a:pt x="19" y="45"/>
                    <a:pt x="20" y="46"/>
                    <a:pt x="20" y="46"/>
                  </a:cubicBezTo>
                  <a:cubicBezTo>
                    <a:pt x="20" y="46"/>
                    <a:pt x="19" y="47"/>
                    <a:pt x="19" y="47"/>
                  </a:cubicBezTo>
                  <a:cubicBezTo>
                    <a:pt x="19" y="47"/>
                    <a:pt x="18" y="47"/>
                    <a:pt x="18" y="47"/>
                  </a:cubicBezTo>
                  <a:cubicBezTo>
                    <a:pt x="16" y="46"/>
                    <a:pt x="15" y="47"/>
                    <a:pt x="13" y="47"/>
                  </a:cubicBezTo>
                  <a:cubicBezTo>
                    <a:pt x="12" y="47"/>
                    <a:pt x="11" y="46"/>
                    <a:pt x="11" y="46"/>
                  </a:cubicBezTo>
                  <a:cubicBezTo>
                    <a:pt x="10" y="46"/>
                    <a:pt x="10" y="47"/>
                    <a:pt x="9" y="46"/>
                  </a:cubicBezTo>
                  <a:cubicBezTo>
                    <a:pt x="9" y="46"/>
                    <a:pt x="9" y="45"/>
                    <a:pt x="9" y="45"/>
                  </a:cubicBezTo>
                  <a:cubicBezTo>
                    <a:pt x="9" y="44"/>
                    <a:pt x="8" y="43"/>
                    <a:pt x="8" y="42"/>
                  </a:cubicBezTo>
                  <a:cubicBezTo>
                    <a:pt x="7" y="35"/>
                    <a:pt x="5" y="28"/>
                    <a:pt x="4" y="22"/>
                  </a:cubicBezTo>
                  <a:cubicBezTo>
                    <a:pt x="3" y="18"/>
                    <a:pt x="2" y="15"/>
                    <a:pt x="2" y="12"/>
                  </a:cubicBezTo>
                  <a:cubicBezTo>
                    <a:pt x="1" y="10"/>
                    <a:pt x="1" y="9"/>
                    <a:pt x="1" y="7"/>
                  </a:cubicBezTo>
                  <a:cubicBezTo>
                    <a:pt x="0" y="6"/>
                    <a:pt x="1" y="6"/>
                    <a:pt x="2" y="6"/>
                  </a:cubicBezTo>
                  <a:cubicBezTo>
                    <a:pt x="5" y="5"/>
                    <a:pt x="8" y="4"/>
                    <a:pt x="11" y="3"/>
                  </a:cubicBezTo>
                  <a:cubicBezTo>
                    <a:pt x="14" y="2"/>
                    <a:pt x="18" y="1"/>
                    <a:pt x="21" y="0"/>
                  </a:cubicBezTo>
                  <a:cubicBezTo>
                    <a:pt x="21" y="0"/>
                    <a:pt x="22" y="0"/>
                    <a:pt x="22" y="0"/>
                  </a:cubicBezTo>
                  <a:cubicBezTo>
                    <a:pt x="22" y="1"/>
                    <a:pt x="22" y="1"/>
                    <a:pt x="22" y="1"/>
                  </a:cubicBezTo>
                  <a:cubicBezTo>
                    <a:pt x="22" y="1"/>
                    <a:pt x="22" y="1"/>
                    <a:pt x="22" y="1"/>
                  </a:cubicBezTo>
                  <a:cubicBezTo>
                    <a:pt x="22" y="1"/>
                    <a:pt x="22" y="2"/>
                    <a:pt x="22" y="2"/>
                  </a:cubicBezTo>
                  <a:cubicBezTo>
                    <a:pt x="22" y="3"/>
                    <a:pt x="21" y="3"/>
                    <a:pt x="21" y="3"/>
                  </a:cubicBezTo>
                  <a:cubicBezTo>
                    <a:pt x="21" y="4"/>
                    <a:pt x="21" y="5"/>
                    <a:pt x="21" y="6"/>
                  </a:cubicBezTo>
                  <a:cubicBezTo>
                    <a:pt x="20" y="7"/>
                    <a:pt x="20" y="8"/>
                    <a:pt x="20" y="9"/>
                  </a:cubicBezTo>
                  <a:cubicBezTo>
                    <a:pt x="21" y="9"/>
                    <a:pt x="22" y="11"/>
                    <a:pt x="22" y="11"/>
                  </a:cubicBezTo>
                  <a:cubicBezTo>
                    <a:pt x="21" y="12"/>
                    <a:pt x="22" y="13"/>
                    <a:pt x="23" y="13"/>
                  </a:cubicBezTo>
                  <a:cubicBezTo>
                    <a:pt x="24" y="13"/>
                    <a:pt x="24" y="13"/>
                    <a:pt x="25" y="12"/>
                  </a:cubicBezTo>
                  <a:cubicBezTo>
                    <a:pt x="25" y="12"/>
                    <a:pt x="25" y="11"/>
                    <a:pt x="25" y="11"/>
                  </a:cubicBezTo>
                  <a:cubicBezTo>
                    <a:pt x="25" y="11"/>
                    <a:pt x="25" y="10"/>
                    <a:pt x="25" y="10"/>
                  </a:cubicBezTo>
                  <a:cubicBezTo>
                    <a:pt x="25" y="11"/>
                    <a:pt x="23" y="9"/>
                    <a:pt x="24" y="9"/>
                  </a:cubicBezTo>
                  <a:cubicBezTo>
                    <a:pt x="25" y="9"/>
                    <a:pt x="25" y="10"/>
                    <a:pt x="25" y="10"/>
                  </a:cubicBezTo>
                  <a:cubicBezTo>
                    <a:pt x="26" y="10"/>
                    <a:pt x="26" y="10"/>
                    <a:pt x="26" y="10"/>
                  </a:cubicBezTo>
                  <a:cubicBezTo>
                    <a:pt x="26" y="10"/>
                    <a:pt x="26" y="10"/>
                    <a:pt x="26" y="10"/>
                  </a:cubicBezTo>
                  <a:cubicBezTo>
                    <a:pt x="26" y="9"/>
                    <a:pt x="25" y="9"/>
                    <a:pt x="25" y="9"/>
                  </a:cubicBezTo>
                  <a:cubicBezTo>
                    <a:pt x="25" y="9"/>
                    <a:pt x="25" y="9"/>
                    <a:pt x="25" y="9"/>
                  </a:cubicBezTo>
                  <a:cubicBezTo>
                    <a:pt x="25" y="8"/>
                    <a:pt x="25" y="8"/>
                    <a:pt x="25" y="8"/>
                  </a:cubicBezTo>
                  <a:cubicBezTo>
                    <a:pt x="25" y="8"/>
                    <a:pt x="25" y="7"/>
                    <a:pt x="25" y="7"/>
                  </a:cubicBezTo>
                  <a:cubicBezTo>
                    <a:pt x="25" y="7"/>
                    <a:pt x="25" y="7"/>
                    <a:pt x="25" y="7"/>
                  </a:cubicBezTo>
                  <a:cubicBezTo>
                    <a:pt x="25" y="7"/>
                    <a:pt x="25" y="7"/>
                    <a:pt x="25" y="7"/>
                  </a:cubicBezTo>
                  <a:cubicBezTo>
                    <a:pt x="25" y="6"/>
                    <a:pt x="25" y="6"/>
                    <a:pt x="25" y="7"/>
                  </a:cubicBezTo>
                  <a:cubicBezTo>
                    <a:pt x="25" y="7"/>
                    <a:pt x="24" y="7"/>
                    <a:pt x="24" y="7"/>
                  </a:cubicBezTo>
                  <a:cubicBezTo>
                    <a:pt x="23" y="6"/>
                    <a:pt x="24" y="6"/>
                    <a:pt x="24" y="5"/>
                  </a:cubicBezTo>
                  <a:cubicBezTo>
                    <a:pt x="25" y="5"/>
                    <a:pt x="24" y="4"/>
                    <a:pt x="24" y="4"/>
                  </a:cubicBezTo>
                  <a:cubicBezTo>
                    <a:pt x="23" y="3"/>
                    <a:pt x="23" y="3"/>
                    <a:pt x="23" y="2"/>
                  </a:cubicBezTo>
                  <a:cubicBezTo>
                    <a:pt x="23" y="2"/>
                    <a:pt x="23" y="2"/>
                    <a:pt x="24" y="1"/>
                  </a:cubicBezTo>
                  <a:cubicBezTo>
                    <a:pt x="24" y="1"/>
                    <a:pt x="24" y="1"/>
                    <a:pt x="24" y="1"/>
                  </a:cubicBezTo>
                  <a:cubicBezTo>
                    <a:pt x="24" y="2"/>
                    <a:pt x="24" y="2"/>
                    <a:pt x="25" y="2"/>
                  </a:cubicBezTo>
                  <a:cubicBezTo>
                    <a:pt x="27" y="3"/>
                    <a:pt x="30" y="5"/>
                    <a:pt x="30" y="5"/>
                  </a:cubicBezTo>
                  <a:cubicBezTo>
                    <a:pt x="30" y="6"/>
                    <a:pt x="30" y="7"/>
                    <a:pt x="30" y="8"/>
                  </a:cubicBezTo>
                  <a:cubicBezTo>
                    <a:pt x="29" y="9"/>
                    <a:pt x="29" y="10"/>
                    <a:pt x="29" y="11"/>
                  </a:cubicBezTo>
                  <a:cubicBezTo>
                    <a:pt x="30" y="12"/>
                    <a:pt x="31" y="14"/>
                    <a:pt x="32" y="15"/>
                  </a:cubicBezTo>
                  <a:cubicBezTo>
                    <a:pt x="33" y="15"/>
                    <a:pt x="33" y="16"/>
                    <a:pt x="34" y="17"/>
                  </a:cubicBezTo>
                  <a:cubicBezTo>
                    <a:pt x="35" y="17"/>
                    <a:pt x="35" y="16"/>
                    <a:pt x="35" y="16"/>
                  </a:cubicBezTo>
                  <a:cubicBezTo>
                    <a:pt x="36" y="16"/>
                    <a:pt x="36" y="16"/>
                    <a:pt x="36" y="16"/>
                  </a:cubicBezTo>
                  <a:cubicBezTo>
                    <a:pt x="36" y="16"/>
                    <a:pt x="36" y="16"/>
                    <a:pt x="36" y="17"/>
                  </a:cubicBezTo>
                  <a:cubicBezTo>
                    <a:pt x="37" y="17"/>
                    <a:pt x="37" y="17"/>
                    <a:pt x="37" y="17"/>
                  </a:cubicBezTo>
                  <a:cubicBezTo>
                    <a:pt x="37" y="16"/>
                    <a:pt x="36" y="16"/>
                    <a:pt x="37" y="16"/>
                  </a:cubicBezTo>
                  <a:cubicBezTo>
                    <a:pt x="37" y="15"/>
                    <a:pt x="37" y="15"/>
                    <a:pt x="38" y="15"/>
                  </a:cubicBezTo>
                  <a:cubicBezTo>
                    <a:pt x="38" y="14"/>
                    <a:pt x="38" y="13"/>
                    <a:pt x="38" y="12"/>
                  </a:cubicBezTo>
                  <a:cubicBezTo>
                    <a:pt x="37" y="11"/>
                    <a:pt x="37" y="10"/>
                    <a:pt x="37" y="9"/>
                  </a:cubicBezTo>
                  <a:cubicBezTo>
                    <a:pt x="37" y="8"/>
                    <a:pt x="37" y="8"/>
                    <a:pt x="37" y="8"/>
                  </a:cubicBezTo>
                  <a:cubicBezTo>
                    <a:pt x="39" y="9"/>
                    <a:pt x="40" y="10"/>
                    <a:pt x="42" y="10"/>
                  </a:cubicBezTo>
                  <a:cubicBezTo>
                    <a:pt x="43" y="11"/>
                    <a:pt x="44" y="12"/>
                    <a:pt x="46" y="13"/>
                  </a:cubicBezTo>
                  <a:cubicBezTo>
                    <a:pt x="47" y="13"/>
                    <a:pt x="47" y="15"/>
                    <a:pt x="49" y="16"/>
                  </a:cubicBezTo>
                  <a:cubicBezTo>
                    <a:pt x="50" y="17"/>
                    <a:pt x="52" y="18"/>
                    <a:pt x="53" y="19"/>
                  </a:cubicBezTo>
                  <a:cubicBezTo>
                    <a:pt x="54" y="20"/>
                    <a:pt x="55" y="21"/>
                    <a:pt x="55" y="21"/>
                  </a:cubicBezTo>
                  <a:cubicBezTo>
                    <a:pt x="56" y="22"/>
                    <a:pt x="57" y="23"/>
                    <a:pt x="57" y="23"/>
                  </a:cubicBezTo>
                  <a:cubicBezTo>
                    <a:pt x="61" y="23"/>
                    <a:pt x="64" y="22"/>
                    <a:pt x="67" y="21"/>
                  </a:cubicBezTo>
                  <a:cubicBezTo>
                    <a:pt x="71" y="21"/>
                    <a:pt x="71" y="22"/>
                    <a:pt x="73" y="22"/>
                  </a:cubicBezTo>
                  <a:cubicBezTo>
                    <a:pt x="74" y="22"/>
                    <a:pt x="76" y="22"/>
                    <a:pt x="78" y="22"/>
                  </a:cubicBezTo>
                  <a:cubicBezTo>
                    <a:pt x="79" y="22"/>
                    <a:pt x="79" y="22"/>
                    <a:pt x="80" y="21"/>
                  </a:cubicBezTo>
                  <a:cubicBezTo>
                    <a:pt x="81" y="21"/>
                    <a:pt x="82" y="20"/>
                    <a:pt x="82" y="20"/>
                  </a:cubicBezTo>
                  <a:cubicBezTo>
                    <a:pt x="84" y="21"/>
                    <a:pt x="85" y="23"/>
                    <a:pt x="86" y="24"/>
                  </a:cubicBezTo>
                  <a:cubicBezTo>
                    <a:pt x="87" y="24"/>
                    <a:pt x="87" y="24"/>
                    <a:pt x="88" y="24"/>
                  </a:cubicBezTo>
                  <a:cubicBezTo>
                    <a:pt x="89" y="25"/>
                    <a:pt x="89" y="26"/>
                    <a:pt x="90" y="26"/>
                  </a:cubicBezTo>
                  <a:cubicBezTo>
                    <a:pt x="91" y="27"/>
                    <a:pt x="92" y="30"/>
                    <a:pt x="93" y="29"/>
                  </a:cubicBezTo>
                  <a:cubicBezTo>
                    <a:pt x="93" y="29"/>
                    <a:pt x="94" y="28"/>
                    <a:pt x="94" y="28"/>
                  </a:cubicBezTo>
                  <a:cubicBezTo>
                    <a:pt x="95" y="29"/>
                    <a:pt x="95" y="29"/>
                    <a:pt x="95" y="30"/>
                  </a:cubicBezTo>
                  <a:cubicBezTo>
                    <a:pt x="95" y="31"/>
                    <a:pt x="95" y="31"/>
                    <a:pt x="95" y="32"/>
                  </a:cubicBezTo>
                  <a:cubicBezTo>
                    <a:pt x="95" y="33"/>
                    <a:pt x="96" y="34"/>
                    <a:pt x="96" y="34"/>
                  </a:cubicBezTo>
                  <a:cubicBezTo>
                    <a:pt x="96" y="35"/>
                    <a:pt x="95" y="34"/>
                    <a:pt x="95" y="35"/>
                  </a:cubicBezTo>
                  <a:cubicBezTo>
                    <a:pt x="96" y="35"/>
                    <a:pt x="96" y="36"/>
                    <a:pt x="96" y="36"/>
                  </a:cubicBezTo>
                  <a:cubicBezTo>
                    <a:pt x="96" y="37"/>
                    <a:pt x="96" y="37"/>
                    <a:pt x="96" y="38"/>
                  </a:cubicBezTo>
                  <a:cubicBezTo>
                    <a:pt x="97" y="39"/>
                    <a:pt x="99" y="39"/>
                    <a:pt x="100" y="39"/>
                  </a:cubicBezTo>
                  <a:cubicBezTo>
                    <a:pt x="100" y="39"/>
                    <a:pt x="101" y="39"/>
                    <a:pt x="101" y="39"/>
                  </a:cubicBezTo>
                  <a:cubicBezTo>
                    <a:pt x="101" y="40"/>
                    <a:pt x="101" y="41"/>
                    <a:pt x="102" y="41"/>
                  </a:cubicBezTo>
                  <a:cubicBezTo>
                    <a:pt x="102" y="43"/>
                    <a:pt x="103" y="45"/>
                    <a:pt x="104" y="47"/>
                  </a:cubicBezTo>
                  <a:cubicBezTo>
                    <a:pt x="105" y="48"/>
                    <a:pt x="106" y="48"/>
                    <a:pt x="107" y="48"/>
                  </a:cubicBezTo>
                  <a:cubicBezTo>
                    <a:pt x="108" y="48"/>
                    <a:pt x="109" y="48"/>
                    <a:pt x="110" y="48"/>
                  </a:cubicBezTo>
                  <a:cubicBezTo>
                    <a:pt x="111" y="48"/>
                    <a:pt x="112" y="48"/>
                    <a:pt x="113" y="48"/>
                  </a:cubicBezTo>
                  <a:cubicBezTo>
                    <a:pt x="113" y="48"/>
                    <a:pt x="114" y="48"/>
                    <a:pt x="115" y="48"/>
                  </a:cubicBezTo>
                  <a:cubicBezTo>
                    <a:pt x="115" y="48"/>
                    <a:pt x="115" y="48"/>
                    <a:pt x="116" y="48"/>
                  </a:cubicBezTo>
                  <a:cubicBezTo>
                    <a:pt x="116" y="48"/>
                    <a:pt x="117" y="49"/>
                    <a:pt x="117" y="49"/>
                  </a:cubicBezTo>
                  <a:cubicBezTo>
                    <a:pt x="118" y="49"/>
                    <a:pt x="118" y="49"/>
                    <a:pt x="118" y="50"/>
                  </a:cubicBezTo>
                  <a:cubicBezTo>
                    <a:pt x="118" y="50"/>
                    <a:pt x="118" y="51"/>
                    <a:pt x="118" y="51"/>
                  </a:cubicBezTo>
                  <a:cubicBezTo>
                    <a:pt x="117" y="52"/>
                    <a:pt x="117" y="52"/>
                    <a:pt x="118" y="52"/>
                  </a:cubicBezTo>
                  <a:cubicBezTo>
                    <a:pt x="119" y="53"/>
                    <a:pt x="121" y="54"/>
                    <a:pt x="122" y="54"/>
                  </a:cubicBezTo>
                  <a:cubicBezTo>
                    <a:pt x="122" y="54"/>
                    <a:pt x="122" y="54"/>
                    <a:pt x="123" y="54"/>
                  </a:cubicBezTo>
                  <a:cubicBezTo>
                    <a:pt x="123" y="54"/>
                    <a:pt x="123" y="54"/>
                    <a:pt x="123" y="54"/>
                  </a:cubicBezTo>
                  <a:cubicBezTo>
                    <a:pt x="124" y="54"/>
                    <a:pt x="123" y="53"/>
                    <a:pt x="123" y="53"/>
                  </a:cubicBezTo>
                  <a:cubicBezTo>
                    <a:pt x="123" y="53"/>
                    <a:pt x="123" y="53"/>
                    <a:pt x="123" y="53"/>
                  </a:cubicBezTo>
                  <a:cubicBezTo>
                    <a:pt x="123" y="52"/>
                    <a:pt x="122" y="52"/>
                    <a:pt x="122" y="52"/>
                  </a:cubicBezTo>
                  <a:cubicBezTo>
                    <a:pt x="122" y="51"/>
                    <a:pt x="122" y="51"/>
                    <a:pt x="123" y="50"/>
                  </a:cubicBezTo>
                  <a:cubicBezTo>
                    <a:pt x="123" y="50"/>
                    <a:pt x="123" y="50"/>
                    <a:pt x="123" y="49"/>
                  </a:cubicBezTo>
                  <a:cubicBezTo>
                    <a:pt x="123" y="49"/>
                    <a:pt x="124" y="49"/>
                    <a:pt x="124" y="49"/>
                  </a:cubicBezTo>
                  <a:cubicBezTo>
                    <a:pt x="124" y="48"/>
                    <a:pt x="125" y="48"/>
                    <a:pt x="125" y="48"/>
                  </a:cubicBezTo>
                  <a:cubicBezTo>
                    <a:pt x="126" y="47"/>
                    <a:pt x="125" y="47"/>
                    <a:pt x="125" y="46"/>
                  </a:cubicBezTo>
                  <a:cubicBezTo>
                    <a:pt x="125" y="46"/>
                    <a:pt x="125" y="46"/>
                    <a:pt x="126" y="45"/>
                  </a:cubicBezTo>
                  <a:cubicBezTo>
                    <a:pt x="126" y="45"/>
                    <a:pt x="127" y="45"/>
                    <a:pt x="128" y="45"/>
                  </a:cubicBezTo>
                  <a:cubicBezTo>
                    <a:pt x="127" y="44"/>
                    <a:pt x="129" y="43"/>
                    <a:pt x="129" y="43"/>
                  </a:cubicBezTo>
                  <a:cubicBezTo>
                    <a:pt x="130" y="42"/>
                    <a:pt x="131" y="42"/>
                    <a:pt x="131" y="42"/>
                  </a:cubicBezTo>
                  <a:cubicBezTo>
                    <a:pt x="132" y="42"/>
                    <a:pt x="132" y="42"/>
                    <a:pt x="132" y="41"/>
                  </a:cubicBezTo>
                  <a:cubicBezTo>
                    <a:pt x="133" y="41"/>
                    <a:pt x="133" y="41"/>
                    <a:pt x="133" y="41"/>
                  </a:cubicBezTo>
                  <a:cubicBezTo>
                    <a:pt x="134" y="40"/>
                    <a:pt x="134" y="40"/>
                    <a:pt x="134" y="40"/>
                  </a:cubicBezTo>
                  <a:cubicBezTo>
                    <a:pt x="135" y="39"/>
                    <a:pt x="134" y="39"/>
                    <a:pt x="135" y="38"/>
                  </a:cubicBezTo>
                  <a:cubicBezTo>
                    <a:pt x="136" y="38"/>
                    <a:pt x="136" y="38"/>
                    <a:pt x="136" y="39"/>
                  </a:cubicBezTo>
                  <a:cubicBezTo>
                    <a:pt x="137" y="39"/>
                    <a:pt x="137" y="37"/>
                    <a:pt x="138" y="37"/>
                  </a:cubicBezTo>
                  <a:cubicBezTo>
                    <a:pt x="138" y="37"/>
                    <a:pt x="138" y="37"/>
                    <a:pt x="139" y="37"/>
                  </a:cubicBezTo>
                  <a:cubicBezTo>
                    <a:pt x="139" y="37"/>
                    <a:pt x="139" y="36"/>
                    <a:pt x="140" y="36"/>
                  </a:cubicBezTo>
                  <a:cubicBezTo>
                    <a:pt x="140" y="36"/>
                    <a:pt x="142" y="36"/>
                    <a:pt x="142" y="37"/>
                  </a:cubicBezTo>
                  <a:cubicBezTo>
                    <a:pt x="143" y="37"/>
                    <a:pt x="141" y="38"/>
                    <a:pt x="140" y="38"/>
                  </a:cubicBezTo>
                  <a:cubicBezTo>
                    <a:pt x="140" y="39"/>
                    <a:pt x="140" y="38"/>
                    <a:pt x="139" y="39"/>
                  </a:cubicBezTo>
                  <a:cubicBezTo>
                    <a:pt x="139" y="39"/>
                    <a:pt x="139" y="39"/>
                    <a:pt x="139" y="40"/>
                  </a:cubicBezTo>
                  <a:cubicBezTo>
                    <a:pt x="139" y="40"/>
                    <a:pt x="139" y="40"/>
                    <a:pt x="138" y="40"/>
                  </a:cubicBezTo>
                  <a:cubicBezTo>
                    <a:pt x="138" y="40"/>
                    <a:pt x="137" y="41"/>
                    <a:pt x="137" y="41"/>
                  </a:cubicBezTo>
                  <a:cubicBezTo>
                    <a:pt x="137" y="41"/>
                    <a:pt x="137" y="42"/>
                    <a:pt x="136" y="42"/>
                  </a:cubicBezTo>
                  <a:cubicBezTo>
                    <a:pt x="136" y="43"/>
                    <a:pt x="136" y="43"/>
                    <a:pt x="135" y="43"/>
                  </a:cubicBezTo>
                  <a:cubicBezTo>
                    <a:pt x="135" y="43"/>
                    <a:pt x="134" y="44"/>
                    <a:pt x="135" y="44"/>
                  </a:cubicBezTo>
                  <a:cubicBezTo>
                    <a:pt x="135" y="44"/>
                    <a:pt x="136" y="44"/>
                    <a:pt x="136" y="44"/>
                  </a:cubicBezTo>
                  <a:cubicBezTo>
                    <a:pt x="137" y="44"/>
                    <a:pt x="137" y="45"/>
                    <a:pt x="137" y="45"/>
                  </a:cubicBezTo>
                  <a:cubicBezTo>
                    <a:pt x="138" y="46"/>
                    <a:pt x="138" y="45"/>
                    <a:pt x="139" y="45"/>
                  </a:cubicBezTo>
                  <a:cubicBezTo>
                    <a:pt x="140" y="45"/>
                    <a:pt x="140" y="45"/>
                    <a:pt x="140" y="46"/>
                  </a:cubicBezTo>
                  <a:cubicBezTo>
                    <a:pt x="141" y="46"/>
                    <a:pt x="140" y="47"/>
                    <a:pt x="141" y="47"/>
                  </a:cubicBezTo>
                  <a:cubicBezTo>
                    <a:pt x="141" y="47"/>
                    <a:pt x="142" y="47"/>
                    <a:pt x="142" y="47"/>
                  </a:cubicBezTo>
                  <a:cubicBezTo>
                    <a:pt x="142" y="48"/>
                    <a:pt x="143" y="48"/>
                    <a:pt x="143" y="48"/>
                  </a:cubicBezTo>
                  <a:cubicBezTo>
                    <a:pt x="144" y="48"/>
                    <a:pt x="144" y="48"/>
                    <a:pt x="145" y="49"/>
                  </a:cubicBezTo>
                  <a:cubicBezTo>
                    <a:pt x="145" y="49"/>
                    <a:pt x="145" y="48"/>
                    <a:pt x="145" y="48"/>
                  </a:cubicBezTo>
                  <a:cubicBezTo>
                    <a:pt x="145" y="48"/>
                    <a:pt x="145" y="48"/>
                    <a:pt x="146" y="49"/>
                  </a:cubicBezTo>
                  <a:cubicBezTo>
                    <a:pt x="146" y="49"/>
                    <a:pt x="146" y="48"/>
                    <a:pt x="146" y="48"/>
                  </a:cubicBezTo>
                  <a:cubicBezTo>
                    <a:pt x="147" y="48"/>
                    <a:pt x="147" y="49"/>
                    <a:pt x="147" y="48"/>
                  </a:cubicBezTo>
                  <a:cubicBezTo>
                    <a:pt x="147" y="47"/>
                    <a:pt x="146" y="47"/>
                    <a:pt x="146" y="46"/>
                  </a:cubicBezTo>
                  <a:cubicBezTo>
                    <a:pt x="147" y="46"/>
                    <a:pt x="147" y="47"/>
                    <a:pt x="148" y="47"/>
                  </a:cubicBezTo>
                  <a:cubicBezTo>
                    <a:pt x="148" y="46"/>
                    <a:pt x="148" y="45"/>
                    <a:pt x="148" y="45"/>
                  </a:cubicBezTo>
                  <a:cubicBezTo>
                    <a:pt x="148" y="45"/>
                    <a:pt x="147" y="44"/>
                    <a:pt x="148" y="44"/>
                  </a:cubicBezTo>
                  <a:cubicBezTo>
                    <a:pt x="148" y="43"/>
                    <a:pt x="148" y="45"/>
                    <a:pt x="148" y="45"/>
                  </a:cubicBezTo>
                  <a:cubicBezTo>
                    <a:pt x="148" y="45"/>
                    <a:pt x="149" y="45"/>
                    <a:pt x="149" y="45"/>
                  </a:cubicBezTo>
                  <a:cubicBezTo>
                    <a:pt x="150" y="46"/>
                    <a:pt x="150" y="46"/>
                    <a:pt x="150" y="47"/>
                  </a:cubicBezTo>
                  <a:cubicBezTo>
                    <a:pt x="151" y="47"/>
                    <a:pt x="151" y="48"/>
                    <a:pt x="151" y="48"/>
                  </a:cubicBezTo>
                  <a:cubicBezTo>
                    <a:pt x="151" y="48"/>
                    <a:pt x="152" y="48"/>
                    <a:pt x="152" y="48"/>
                  </a:cubicBezTo>
                  <a:cubicBezTo>
                    <a:pt x="153" y="48"/>
                    <a:pt x="153" y="48"/>
                    <a:pt x="153" y="48"/>
                  </a:cubicBezTo>
                  <a:cubicBezTo>
                    <a:pt x="154" y="48"/>
                    <a:pt x="154" y="49"/>
                    <a:pt x="154" y="50"/>
                  </a:cubicBezTo>
                  <a:cubicBezTo>
                    <a:pt x="154" y="50"/>
                    <a:pt x="155" y="50"/>
                    <a:pt x="155" y="49"/>
                  </a:cubicBezTo>
                  <a:cubicBezTo>
                    <a:pt x="155" y="49"/>
                    <a:pt x="155" y="49"/>
                    <a:pt x="155" y="49"/>
                  </a:cubicBezTo>
                  <a:cubicBezTo>
                    <a:pt x="155" y="49"/>
                    <a:pt x="156" y="49"/>
                    <a:pt x="156" y="50"/>
                  </a:cubicBezTo>
                  <a:cubicBezTo>
                    <a:pt x="156" y="50"/>
                    <a:pt x="157" y="50"/>
                    <a:pt x="157" y="50"/>
                  </a:cubicBezTo>
                  <a:cubicBezTo>
                    <a:pt x="157" y="50"/>
                    <a:pt x="157" y="50"/>
                    <a:pt x="158" y="51"/>
                  </a:cubicBezTo>
                  <a:cubicBezTo>
                    <a:pt x="158" y="51"/>
                    <a:pt x="158" y="51"/>
                    <a:pt x="159" y="51"/>
                  </a:cubicBezTo>
                  <a:cubicBezTo>
                    <a:pt x="159" y="51"/>
                    <a:pt x="160" y="51"/>
                    <a:pt x="161" y="51"/>
                  </a:cubicBezTo>
                  <a:cubicBezTo>
                    <a:pt x="161" y="52"/>
                    <a:pt x="161" y="51"/>
                    <a:pt x="162" y="51"/>
                  </a:cubicBezTo>
                  <a:cubicBezTo>
                    <a:pt x="162" y="51"/>
                    <a:pt x="163" y="51"/>
                    <a:pt x="163" y="52"/>
                  </a:cubicBezTo>
                  <a:cubicBezTo>
                    <a:pt x="164" y="52"/>
                    <a:pt x="161" y="53"/>
                    <a:pt x="161" y="53"/>
                  </a:cubicBezTo>
                  <a:close/>
                  <a:moveTo>
                    <a:pt x="141" y="51"/>
                  </a:moveTo>
                  <a:cubicBezTo>
                    <a:pt x="141" y="50"/>
                    <a:pt x="140" y="50"/>
                    <a:pt x="140" y="50"/>
                  </a:cubicBezTo>
                  <a:cubicBezTo>
                    <a:pt x="139" y="50"/>
                    <a:pt x="140" y="51"/>
                    <a:pt x="141" y="5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38" name="Uruguay">
              <a:extLst>
                <a:ext uri="{FF2B5EF4-FFF2-40B4-BE49-F238E27FC236}">
                  <a16:creationId xmlns:a16="http://schemas.microsoft.com/office/drawing/2014/main" id="{044B444E-04D4-6F21-70D3-6838B8780D50}"/>
                </a:ext>
              </a:extLst>
            </p:cNvPr>
            <p:cNvSpPr>
              <a:spLocks/>
            </p:cNvSpPr>
            <p:nvPr/>
          </p:nvSpPr>
          <p:spPr bwMode="auto">
            <a:xfrm>
              <a:off x="3799088" y="5217607"/>
              <a:ext cx="177409" cy="191132"/>
            </a:xfrm>
            <a:custGeom>
              <a:avLst/>
              <a:gdLst/>
              <a:ahLst/>
              <a:cxnLst>
                <a:cxn ang="0">
                  <a:pos x="48" y="39"/>
                </a:cxn>
                <a:cxn ang="0">
                  <a:pos x="47" y="34"/>
                </a:cxn>
                <a:cxn ang="0">
                  <a:pos x="49" y="31"/>
                </a:cxn>
                <a:cxn ang="0">
                  <a:pos x="49" y="28"/>
                </a:cxn>
                <a:cxn ang="0">
                  <a:pos x="44" y="23"/>
                </a:cxn>
                <a:cxn ang="0">
                  <a:pos x="41" y="21"/>
                </a:cxn>
                <a:cxn ang="0">
                  <a:pos x="39" y="20"/>
                </a:cxn>
                <a:cxn ang="0">
                  <a:pos x="37" y="18"/>
                </a:cxn>
                <a:cxn ang="0">
                  <a:pos x="34" y="16"/>
                </a:cxn>
                <a:cxn ang="0">
                  <a:pos x="30" y="14"/>
                </a:cxn>
                <a:cxn ang="0">
                  <a:pos x="28" y="13"/>
                </a:cxn>
                <a:cxn ang="0">
                  <a:pos x="24" y="9"/>
                </a:cxn>
                <a:cxn ang="0">
                  <a:pos x="22" y="10"/>
                </a:cxn>
                <a:cxn ang="0">
                  <a:pos x="20" y="11"/>
                </a:cxn>
                <a:cxn ang="0">
                  <a:pos x="18" y="7"/>
                </a:cxn>
                <a:cxn ang="0">
                  <a:pos x="14" y="3"/>
                </a:cxn>
                <a:cxn ang="0">
                  <a:pos x="11" y="1"/>
                </a:cxn>
                <a:cxn ang="0">
                  <a:pos x="7" y="1"/>
                </a:cxn>
                <a:cxn ang="0">
                  <a:pos x="6" y="2"/>
                </a:cxn>
                <a:cxn ang="0">
                  <a:pos x="4" y="2"/>
                </a:cxn>
                <a:cxn ang="0">
                  <a:pos x="3" y="2"/>
                </a:cxn>
                <a:cxn ang="0">
                  <a:pos x="2" y="8"/>
                </a:cxn>
                <a:cxn ang="0">
                  <a:pos x="2" y="9"/>
                </a:cxn>
                <a:cxn ang="0">
                  <a:pos x="2" y="12"/>
                </a:cxn>
                <a:cxn ang="0">
                  <a:pos x="2" y="14"/>
                </a:cxn>
                <a:cxn ang="0">
                  <a:pos x="2" y="16"/>
                </a:cxn>
                <a:cxn ang="0">
                  <a:pos x="2" y="19"/>
                </a:cxn>
                <a:cxn ang="0">
                  <a:pos x="2" y="22"/>
                </a:cxn>
                <a:cxn ang="0">
                  <a:pos x="2" y="25"/>
                </a:cxn>
                <a:cxn ang="0">
                  <a:pos x="4" y="30"/>
                </a:cxn>
                <a:cxn ang="0">
                  <a:pos x="4" y="33"/>
                </a:cxn>
                <a:cxn ang="0">
                  <a:pos x="3" y="35"/>
                </a:cxn>
                <a:cxn ang="0">
                  <a:pos x="3" y="38"/>
                </a:cxn>
                <a:cxn ang="0">
                  <a:pos x="4" y="43"/>
                </a:cxn>
                <a:cxn ang="0">
                  <a:pos x="6" y="45"/>
                </a:cxn>
                <a:cxn ang="0">
                  <a:pos x="9" y="46"/>
                </a:cxn>
                <a:cxn ang="0">
                  <a:pos x="12" y="48"/>
                </a:cxn>
                <a:cxn ang="0">
                  <a:pos x="16" y="48"/>
                </a:cxn>
                <a:cxn ang="0">
                  <a:pos x="20" y="50"/>
                </a:cxn>
                <a:cxn ang="0">
                  <a:pos x="25" y="53"/>
                </a:cxn>
                <a:cxn ang="0">
                  <a:pos x="28" y="53"/>
                </a:cxn>
                <a:cxn ang="0">
                  <a:pos x="33" y="52"/>
                </a:cxn>
                <a:cxn ang="0">
                  <a:pos x="37" y="53"/>
                </a:cxn>
                <a:cxn ang="0">
                  <a:pos x="40" y="52"/>
                </a:cxn>
                <a:cxn ang="0">
                  <a:pos x="43" y="50"/>
                </a:cxn>
                <a:cxn ang="0">
                  <a:pos x="44" y="50"/>
                </a:cxn>
                <a:cxn ang="0">
                  <a:pos x="47" y="47"/>
                </a:cxn>
                <a:cxn ang="0">
                  <a:pos x="49" y="43"/>
                </a:cxn>
                <a:cxn ang="0">
                  <a:pos x="49" y="40"/>
                </a:cxn>
              </a:cxnLst>
              <a:rect l="0" t="0" r="r" b="b"/>
              <a:pathLst>
                <a:path w="50" h="54">
                  <a:moveTo>
                    <a:pt x="49" y="40"/>
                  </a:moveTo>
                  <a:cubicBezTo>
                    <a:pt x="49" y="39"/>
                    <a:pt x="48" y="40"/>
                    <a:pt x="48" y="39"/>
                  </a:cubicBezTo>
                  <a:cubicBezTo>
                    <a:pt x="48" y="38"/>
                    <a:pt x="48" y="38"/>
                    <a:pt x="48" y="37"/>
                  </a:cubicBezTo>
                  <a:cubicBezTo>
                    <a:pt x="48" y="36"/>
                    <a:pt x="47" y="35"/>
                    <a:pt x="47" y="34"/>
                  </a:cubicBezTo>
                  <a:cubicBezTo>
                    <a:pt x="47" y="33"/>
                    <a:pt x="47" y="32"/>
                    <a:pt x="48" y="32"/>
                  </a:cubicBezTo>
                  <a:cubicBezTo>
                    <a:pt x="49" y="31"/>
                    <a:pt x="48" y="31"/>
                    <a:pt x="49" y="31"/>
                  </a:cubicBezTo>
                  <a:cubicBezTo>
                    <a:pt x="49" y="30"/>
                    <a:pt x="49" y="30"/>
                    <a:pt x="49" y="30"/>
                  </a:cubicBezTo>
                  <a:cubicBezTo>
                    <a:pt x="50" y="29"/>
                    <a:pt x="50" y="28"/>
                    <a:pt x="49" y="28"/>
                  </a:cubicBezTo>
                  <a:cubicBezTo>
                    <a:pt x="47" y="27"/>
                    <a:pt x="45" y="26"/>
                    <a:pt x="44" y="25"/>
                  </a:cubicBezTo>
                  <a:cubicBezTo>
                    <a:pt x="44" y="24"/>
                    <a:pt x="44" y="24"/>
                    <a:pt x="44" y="23"/>
                  </a:cubicBezTo>
                  <a:cubicBezTo>
                    <a:pt x="43" y="23"/>
                    <a:pt x="43" y="23"/>
                    <a:pt x="43" y="22"/>
                  </a:cubicBezTo>
                  <a:cubicBezTo>
                    <a:pt x="43" y="22"/>
                    <a:pt x="42" y="22"/>
                    <a:pt x="41" y="21"/>
                  </a:cubicBezTo>
                  <a:cubicBezTo>
                    <a:pt x="41" y="21"/>
                    <a:pt x="41" y="20"/>
                    <a:pt x="40" y="20"/>
                  </a:cubicBezTo>
                  <a:cubicBezTo>
                    <a:pt x="40" y="20"/>
                    <a:pt x="40" y="20"/>
                    <a:pt x="39" y="20"/>
                  </a:cubicBezTo>
                  <a:cubicBezTo>
                    <a:pt x="39" y="20"/>
                    <a:pt x="39" y="20"/>
                    <a:pt x="39" y="20"/>
                  </a:cubicBezTo>
                  <a:cubicBezTo>
                    <a:pt x="38" y="20"/>
                    <a:pt x="37" y="19"/>
                    <a:pt x="37" y="18"/>
                  </a:cubicBezTo>
                  <a:cubicBezTo>
                    <a:pt x="36" y="18"/>
                    <a:pt x="35" y="18"/>
                    <a:pt x="35" y="17"/>
                  </a:cubicBezTo>
                  <a:cubicBezTo>
                    <a:pt x="35" y="17"/>
                    <a:pt x="35" y="16"/>
                    <a:pt x="34" y="16"/>
                  </a:cubicBezTo>
                  <a:cubicBezTo>
                    <a:pt x="33" y="15"/>
                    <a:pt x="33" y="15"/>
                    <a:pt x="32" y="15"/>
                  </a:cubicBezTo>
                  <a:cubicBezTo>
                    <a:pt x="31" y="15"/>
                    <a:pt x="30" y="14"/>
                    <a:pt x="30" y="14"/>
                  </a:cubicBezTo>
                  <a:cubicBezTo>
                    <a:pt x="30" y="14"/>
                    <a:pt x="29" y="13"/>
                    <a:pt x="29" y="13"/>
                  </a:cubicBezTo>
                  <a:cubicBezTo>
                    <a:pt x="29" y="13"/>
                    <a:pt x="29" y="14"/>
                    <a:pt x="28" y="13"/>
                  </a:cubicBezTo>
                  <a:cubicBezTo>
                    <a:pt x="28" y="13"/>
                    <a:pt x="27" y="13"/>
                    <a:pt x="27" y="12"/>
                  </a:cubicBezTo>
                  <a:cubicBezTo>
                    <a:pt x="26" y="11"/>
                    <a:pt x="25" y="10"/>
                    <a:pt x="24" y="9"/>
                  </a:cubicBezTo>
                  <a:cubicBezTo>
                    <a:pt x="24" y="9"/>
                    <a:pt x="22" y="8"/>
                    <a:pt x="23" y="9"/>
                  </a:cubicBezTo>
                  <a:cubicBezTo>
                    <a:pt x="23" y="10"/>
                    <a:pt x="22" y="9"/>
                    <a:pt x="22" y="10"/>
                  </a:cubicBezTo>
                  <a:cubicBezTo>
                    <a:pt x="22" y="10"/>
                    <a:pt x="21" y="11"/>
                    <a:pt x="21" y="11"/>
                  </a:cubicBezTo>
                  <a:cubicBezTo>
                    <a:pt x="20" y="11"/>
                    <a:pt x="20" y="11"/>
                    <a:pt x="20" y="11"/>
                  </a:cubicBezTo>
                  <a:cubicBezTo>
                    <a:pt x="19" y="11"/>
                    <a:pt x="19" y="9"/>
                    <a:pt x="19" y="9"/>
                  </a:cubicBezTo>
                  <a:cubicBezTo>
                    <a:pt x="19" y="8"/>
                    <a:pt x="19" y="8"/>
                    <a:pt x="18" y="7"/>
                  </a:cubicBezTo>
                  <a:cubicBezTo>
                    <a:pt x="18" y="6"/>
                    <a:pt x="17" y="6"/>
                    <a:pt x="16" y="5"/>
                  </a:cubicBezTo>
                  <a:cubicBezTo>
                    <a:pt x="16" y="5"/>
                    <a:pt x="15" y="4"/>
                    <a:pt x="14" y="3"/>
                  </a:cubicBezTo>
                  <a:cubicBezTo>
                    <a:pt x="14" y="3"/>
                    <a:pt x="13" y="3"/>
                    <a:pt x="13" y="2"/>
                  </a:cubicBezTo>
                  <a:cubicBezTo>
                    <a:pt x="12" y="2"/>
                    <a:pt x="12" y="1"/>
                    <a:pt x="11" y="1"/>
                  </a:cubicBezTo>
                  <a:cubicBezTo>
                    <a:pt x="11" y="1"/>
                    <a:pt x="10" y="0"/>
                    <a:pt x="10" y="0"/>
                  </a:cubicBezTo>
                  <a:cubicBezTo>
                    <a:pt x="9" y="0"/>
                    <a:pt x="8" y="0"/>
                    <a:pt x="7" y="1"/>
                  </a:cubicBezTo>
                  <a:cubicBezTo>
                    <a:pt x="7" y="1"/>
                    <a:pt x="7" y="2"/>
                    <a:pt x="6" y="2"/>
                  </a:cubicBezTo>
                  <a:cubicBezTo>
                    <a:pt x="6" y="2"/>
                    <a:pt x="6" y="2"/>
                    <a:pt x="6" y="2"/>
                  </a:cubicBezTo>
                  <a:cubicBezTo>
                    <a:pt x="5" y="2"/>
                    <a:pt x="5" y="2"/>
                    <a:pt x="5" y="2"/>
                  </a:cubicBezTo>
                  <a:cubicBezTo>
                    <a:pt x="5" y="2"/>
                    <a:pt x="5" y="2"/>
                    <a:pt x="4" y="2"/>
                  </a:cubicBezTo>
                  <a:cubicBezTo>
                    <a:pt x="3" y="2"/>
                    <a:pt x="3" y="1"/>
                    <a:pt x="3" y="1"/>
                  </a:cubicBezTo>
                  <a:cubicBezTo>
                    <a:pt x="2" y="1"/>
                    <a:pt x="3" y="2"/>
                    <a:pt x="3" y="2"/>
                  </a:cubicBezTo>
                  <a:cubicBezTo>
                    <a:pt x="3" y="3"/>
                    <a:pt x="2" y="4"/>
                    <a:pt x="1" y="4"/>
                  </a:cubicBezTo>
                  <a:cubicBezTo>
                    <a:pt x="0" y="5"/>
                    <a:pt x="2" y="7"/>
                    <a:pt x="2" y="8"/>
                  </a:cubicBezTo>
                  <a:cubicBezTo>
                    <a:pt x="2" y="8"/>
                    <a:pt x="3" y="9"/>
                    <a:pt x="2" y="9"/>
                  </a:cubicBezTo>
                  <a:cubicBezTo>
                    <a:pt x="2" y="9"/>
                    <a:pt x="2" y="9"/>
                    <a:pt x="2" y="9"/>
                  </a:cubicBezTo>
                  <a:cubicBezTo>
                    <a:pt x="1" y="9"/>
                    <a:pt x="2" y="10"/>
                    <a:pt x="2" y="11"/>
                  </a:cubicBezTo>
                  <a:cubicBezTo>
                    <a:pt x="2" y="11"/>
                    <a:pt x="2" y="12"/>
                    <a:pt x="2" y="12"/>
                  </a:cubicBezTo>
                  <a:cubicBezTo>
                    <a:pt x="2" y="12"/>
                    <a:pt x="2" y="13"/>
                    <a:pt x="2" y="13"/>
                  </a:cubicBezTo>
                  <a:cubicBezTo>
                    <a:pt x="2" y="14"/>
                    <a:pt x="2" y="14"/>
                    <a:pt x="2" y="14"/>
                  </a:cubicBezTo>
                  <a:cubicBezTo>
                    <a:pt x="2" y="15"/>
                    <a:pt x="1" y="15"/>
                    <a:pt x="1" y="15"/>
                  </a:cubicBezTo>
                  <a:cubicBezTo>
                    <a:pt x="1" y="15"/>
                    <a:pt x="2" y="16"/>
                    <a:pt x="2" y="16"/>
                  </a:cubicBezTo>
                  <a:cubicBezTo>
                    <a:pt x="3" y="16"/>
                    <a:pt x="2" y="17"/>
                    <a:pt x="2" y="18"/>
                  </a:cubicBezTo>
                  <a:cubicBezTo>
                    <a:pt x="2" y="18"/>
                    <a:pt x="2" y="19"/>
                    <a:pt x="2" y="19"/>
                  </a:cubicBezTo>
                  <a:cubicBezTo>
                    <a:pt x="1" y="19"/>
                    <a:pt x="1" y="19"/>
                    <a:pt x="1" y="20"/>
                  </a:cubicBezTo>
                  <a:cubicBezTo>
                    <a:pt x="2" y="21"/>
                    <a:pt x="2" y="21"/>
                    <a:pt x="2" y="22"/>
                  </a:cubicBezTo>
                  <a:cubicBezTo>
                    <a:pt x="2" y="23"/>
                    <a:pt x="2" y="23"/>
                    <a:pt x="3" y="24"/>
                  </a:cubicBezTo>
                  <a:cubicBezTo>
                    <a:pt x="3" y="24"/>
                    <a:pt x="2" y="25"/>
                    <a:pt x="2" y="25"/>
                  </a:cubicBezTo>
                  <a:cubicBezTo>
                    <a:pt x="2" y="26"/>
                    <a:pt x="3" y="27"/>
                    <a:pt x="3" y="27"/>
                  </a:cubicBezTo>
                  <a:cubicBezTo>
                    <a:pt x="3" y="28"/>
                    <a:pt x="3" y="29"/>
                    <a:pt x="4" y="30"/>
                  </a:cubicBezTo>
                  <a:cubicBezTo>
                    <a:pt x="4" y="30"/>
                    <a:pt x="5" y="31"/>
                    <a:pt x="5" y="32"/>
                  </a:cubicBezTo>
                  <a:cubicBezTo>
                    <a:pt x="5" y="32"/>
                    <a:pt x="5" y="33"/>
                    <a:pt x="4" y="33"/>
                  </a:cubicBezTo>
                  <a:cubicBezTo>
                    <a:pt x="3" y="33"/>
                    <a:pt x="2" y="33"/>
                    <a:pt x="2" y="34"/>
                  </a:cubicBezTo>
                  <a:cubicBezTo>
                    <a:pt x="2" y="34"/>
                    <a:pt x="3" y="35"/>
                    <a:pt x="3" y="35"/>
                  </a:cubicBezTo>
                  <a:cubicBezTo>
                    <a:pt x="3" y="36"/>
                    <a:pt x="2" y="36"/>
                    <a:pt x="3" y="37"/>
                  </a:cubicBezTo>
                  <a:cubicBezTo>
                    <a:pt x="3" y="37"/>
                    <a:pt x="3" y="38"/>
                    <a:pt x="3" y="38"/>
                  </a:cubicBezTo>
                  <a:cubicBezTo>
                    <a:pt x="3" y="39"/>
                    <a:pt x="3" y="40"/>
                    <a:pt x="3" y="40"/>
                  </a:cubicBezTo>
                  <a:cubicBezTo>
                    <a:pt x="3" y="41"/>
                    <a:pt x="4" y="42"/>
                    <a:pt x="4" y="43"/>
                  </a:cubicBezTo>
                  <a:cubicBezTo>
                    <a:pt x="5" y="43"/>
                    <a:pt x="6" y="43"/>
                    <a:pt x="6" y="44"/>
                  </a:cubicBezTo>
                  <a:cubicBezTo>
                    <a:pt x="6" y="44"/>
                    <a:pt x="6" y="45"/>
                    <a:pt x="6" y="45"/>
                  </a:cubicBezTo>
                  <a:cubicBezTo>
                    <a:pt x="7" y="45"/>
                    <a:pt x="7" y="45"/>
                    <a:pt x="7" y="45"/>
                  </a:cubicBezTo>
                  <a:cubicBezTo>
                    <a:pt x="8" y="45"/>
                    <a:pt x="8" y="46"/>
                    <a:pt x="9" y="46"/>
                  </a:cubicBezTo>
                  <a:cubicBezTo>
                    <a:pt x="9" y="47"/>
                    <a:pt x="10" y="48"/>
                    <a:pt x="10" y="48"/>
                  </a:cubicBezTo>
                  <a:cubicBezTo>
                    <a:pt x="11" y="48"/>
                    <a:pt x="11" y="48"/>
                    <a:pt x="12" y="48"/>
                  </a:cubicBezTo>
                  <a:cubicBezTo>
                    <a:pt x="12" y="48"/>
                    <a:pt x="13" y="48"/>
                    <a:pt x="14" y="48"/>
                  </a:cubicBezTo>
                  <a:cubicBezTo>
                    <a:pt x="14" y="48"/>
                    <a:pt x="15" y="48"/>
                    <a:pt x="16" y="48"/>
                  </a:cubicBezTo>
                  <a:cubicBezTo>
                    <a:pt x="17" y="48"/>
                    <a:pt x="17" y="48"/>
                    <a:pt x="18" y="49"/>
                  </a:cubicBezTo>
                  <a:cubicBezTo>
                    <a:pt x="19" y="50"/>
                    <a:pt x="19" y="50"/>
                    <a:pt x="20" y="50"/>
                  </a:cubicBezTo>
                  <a:cubicBezTo>
                    <a:pt x="22" y="52"/>
                    <a:pt x="23" y="51"/>
                    <a:pt x="25" y="52"/>
                  </a:cubicBezTo>
                  <a:cubicBezTo>
                    <a:pt x="24" y="52"/>
                    <a:pt x="25" y="52"/>
                    <a:pt x="25" y="53"/>
                  </a:cubicBezTo>
                  <a:cubicBezTo>
                    <a:pt x="25" y="53"/>
                    <a:pt x="26" y="53"/>
                    <a:pt x="26" y="53"/>
                  </a:cubicBezTo>
                  <a:cubicBezTo>
                    <a:pt x="27" y="53"/>
                    <a:pt x="27" y="53"/>
                    <a:pt x="28" y="53"/>
                  </a:cubicBezTo>
                  <a:cubicBezTo>
                    <a:pt x="29" y="52"/>
                    <a:pt x="29" y="52"/>
                    <a:pt x="30" y="52"/>
                  </a:cubicBezTo>
                  <a:cubicBezTo>
                    <a:pt x="31" y="51"/>
                    <a:pt x="32" y="52"/>
                    <a:pt x="33" y="52"/>
                  </a:cubicBezTo>
                  <a:cubicBezTo>
                    <a:pt x="34" y="52"/>
                    <a:pt x="34" y="52"/>
                    <a:pt x="35" y="52"/>
                  </a:cubicBezTo>
                  <a:cubicBezTo>
                    <a:pt x="35" y="53"/>
                    <a:pt x="36" y="53"/>
                    <a:pt x="37" y="53"/>
                  </a:cubicBezTo>
                  <a:cubicBezTo>
                    <a:pt x="37" y="53"/>
                    <a:pt x="38" y="53"/>
                    <a:pt x="38" y="54"/>
                  </a:cubicBezTo>
                  <a:cubicBezTo>
                    <a:pt x="39" y="53"/>
                    <a:pt x="40" y="53"/>
                    <a:pt x="40" y="52"/>
                  </a:cubicBezTo>
                  <a:cubicBezTo>
                    <a:pt x="41" y="52"/>
                    <a:pt x="42" y="52"/>
                    <a:pt x="43" y="51"/>
                  </a:cubicBezTo>
                  <a:cubicBezTo>
                    <a:pt x="44" y="50"/>
                    <a:pt x="43" y="50"/>
                    <a:pt x="43" y="50"/>
                  </a:cubicBezTo>
                  <a:cubicBezTo>
                    <a:pt x="42" y="50"/>
                    <a:pt x="44" y="49"/>
                    <a:pt x="43" y="49"/>
                  </a:cubicBezTo>
                  <a:cubicBezTo>
                    <a:pt x="43" y="49"/>
                    <a:pt x="44" y="50"/>
                    <a:pt x="44" y="50"/>
                  </a:cubicBezTo>
                  <a:cubicBezTo>
                    <a:pt x="45" y="50"/>
                    <a:pt x="45" y="49"/>
                    <a:pt x="46" y="48"/>
                  </a:cubicBezTo>
                  <a:cubicBezTo>
                    <a:pt x="46" y="48"/>
                    <a:pt x="47" y="47"/>
                    <a:pt x="47" y="47"/>
                  </a:cubicBezTo>
                  <a:cubicBezTo>
                    <a:pt x="47" y="47"/>
                    <a:pt x="47" y="46"/>
                    <a:pt x="47" y="46"/>
                  </a:cubicBezTo>
                  <a:cubicBezTo>
                    <a:pt x="47" y="45"/>
                    <a:pt x="49" y="44"/>
                    <a:pt x="49" y="43"/>
                  </a:cubicBezTo>
                  <a:cubicBezTo>
                    <a:pt x="49" y="42"/>
                    <a:pt x="49" y="41"/>
                    <a:pt x="50" y="40"/>
                  </a:cubicBezTo>
                  <a:cubicBezTo>
                    <a:pt x="49" y="40"/>
                    <a:pt x="49" y="40"/>
                    <a:pt x="49" y="4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39" name="US Minor Outlying Islands">
              <a:extLst>
                <a:ext uri="{FF2B5EF4-FFF2-40B4-BE49-F238E27FC236}">
                  <a16:creationId xmlns:a16="http://schemas.microsoft.com/office/drawing/2014/main" id="{94921254-26C8-1CCB-1BB2-EFDDEF24590F}"/>
                </a:ext>
              </a:extLst>
            </p:cNvPr>
            <p:cNvSpPr/>
            <p:nvPr/>
          </p:nvSpPr>
          <p:spPr>
            <a:xfrm>
              <a:off x="10814211" y="3126460"/>
              <a:ext cx="1333481" cy="1166506"/>
            </a:xfrm>
            <a:custGeom>
              <a:avLst/>
              <a:gdLst>
                <a:gd name="connsiteX0" fmla="*/ 9941 w 1333481"/>
                <a:gd name="connsiteY0" fmla="*/ 387616 h 1166506"/>
                <a:gd name="connsiteX1" fmla="*/ 6179 w 1333481"/>
                <a:gd name="connsiteY1" fmla="*/ 390751 h 1166506"/>
                <a:gd name="connsiteX2" fmla="*/ 1162 w 1333481"/>
                <a:gd name="connsiteY2" fmla="*/ 393260 h 1166506"/>
                <a:gd name="connsiteX3" fmla="*/ 3670 w 1333481"/>
                <a:gd name="connsiteY3" fmla="*/ 387616 h 1166506"/>
                <a:gd name="connsiteX4" fmla="*/ 9941 w 1333481"/>
                <a:gd name="connsiteY4" fmla="*/ 387616 h 1166506"/>
                <a:gd name="connsiteX5" fmla="*/ 652038 w 1333481"/>
                <a:gd name="connsiteY5" fmla="*/ 1113111 h 1166506"/>
                <a:gd name="connsiteX6" fmla="*/ 650784 w 1333481"/>
                <a:gd name="connsiteY6" fmla="*/ 1120635 h 1166506"/>
                <a:gd name="connsiteX7" fmla="*/ 657681 w 1333481"/>
                <a:gd name="connsiteY7" fmla="*/ 1116246 h 1166506"/>
                <a:gd name="connsiteX8" fmla="*/ 652038 w 1333481"/>
                <a:gd name="connsiteY8" fmla="*/ 1113111 h 1166506"/>
                <a:gd name="connsiteX9" fmla="*/ 654546 w 1333481"/>
                <a:gd name="connsiteY9" fmla="*/ 1136311 h 1166506"/>
                <a:gd name="connsiteX10" fmla="*/ 655173 w 1333481"/>
                <a:gd name="connsiteY10" fmla="*/ 1143836 h 1166506"/>
                <a:gd name="connsiteX11" fmla="*/ 660817 w 1333481"/>
                <a:gd name="connsiteY11" fmla="*/ 1146971 h 1166506"/>
                <a:gd name="connsiteX12" fmla="*/ 659563 w 1333481"/>
                <a:gd name="connsiteY12" fmla="*/ 1138193 h 1166506"/>
                <a:gd name="connsiteX13" fmla="*/ 655800 w 1333481"/>
                <a:gd name="connsiteY13" fmla="*/ 1132549 h 1166506"/>
                <a:gd name="connsiteX14" fmla="*/ 654546 w 1333481"/>
                <a:gd name="connsiteY14" fmla="*/ 1136311 h 1166506"/>
                <a:gd name="connsiteX15" fmla="*/ 1206348 w 1333481"/>
                <a:gd name="connsiteY15" fmla="*/ 897406 h 1166506"/>
                <a:gd name="connsiteX16" fmla="*/ 1201959 w 1333481"/>
                <a:gd name="connsiteY16" fmla="*/ 904931 h 1166506"/>
                <a:gd name="connsiteX17" fmla="*/ 1213246 w 1333481"/>
                <a:gd name="connsiteY17" fmla="*/ 901795 h 1166506"/>
                <a:gd name="connsiteX18" fmla="*/ 1206348 w 1333481"/>
                <a:gd name="connsiteY18" fmla="*/ 897406 h 1166506"/>
                <a:gd name="connsiteX19" fmla="*/ 1217635 w 1333481"/>
                <a:gd name="connsiteY19" fmla="*/ 918099 h 1166506"/>
                <a:gd name="connsiteX20" fmla="*/ 1214500 w 1333481"/>
                <a:gd name="connsiteY20" fmla="*/ 925623 h 1166506"/>
                <a:gd name="connsiteX21" fmla="*/ 1219516 w 1333481"/>
                <a:gd name="connsiteY21" fmla="*/ 924996 h 1166506"/>
                <a:gd name="connsiteX22" fmla="*/ 1225160 w 1333481"/>
                <a:gd name="connsiteY22" fmla="*/ 919353 h 1166506"/>
                <a:gd name="connsiteX23" fmla="*/ 1217635 w 1333481"/>
                <a:gd name="connsiteY23" fmla="*/ 918099 h 1166506"/>
                <a:gd name="connsiteX24" fmla="*/ 1282221 w 1333481"/>
                <a:gd name="connsiteY24" fmla="*/ 962619 h 1166506"/>
                <a:gd name="connsiteX25" fmla="*/ 1281594 w 1333481"/>
                <a:gd name="connsiteY25" fmla="*/ 972025 h 1166506"/>
                <a:gd name="connsiteX26" fmla="*/ 1291000 w 1333481"/>
                <a:gd name="connsiteY26" fmla="*/ 961992 h 1166506"/>
                <a:gd name="connsiteX27" fmla="*/ 1282221 w 1333481"/>
                <a:gd name="connsiteY27" fmla="*/ 962619 h 1166506"/>
                <a:gd name="connsiteX28" fmla="*/ 1326115 w 1333481"/>
                <a:gd name="connsiteY28" fmla="*/ 995226 h 1166506"/>
                <a:gd name="connsiteX29" fmla="*/ 1322979 w 1333481"/>
                <a:gd name="connsiteY29" fmla="*/ 1004631 h 1166506"/>
                <a:gd name="connsiteX30" fmla="*/ 1333012 w 1333481"/>
                <a:gd name="connsiteY30" fmla="*/ 998988 h 1166506"/>
                <a:gd name="connsiteX31" fmla="*/ 1326115 w 1333481"/>
                <a:gd name="connsiteY31" fmla="*/ 995226 h 1166506"/>
                <a:gd name="connsiteX32" fmla="*/ 1296016 w 1333481"/>
                <a:gd name="connsiteY32" fmla="*/ 1158885 h 1166506"/>
                <a:gd name="connsiteX33" fmla="*/ 1294135 w 1333481"/>
                <a:gd name="connsiteY33" fmla="*/ 1165783 h 1166506"/>
                <a:gd name="connsiteX34" fmla="*/ 1299779 w 1333481"/>
                <a:gd name="connsiteY34" fmla="*/ 1165783 h 1166506"/>
                <a:gd name="connsiteX35" fmla="*/ 1302287 w 1333481"/>
                <a:gd name="connsiteY35" fmla="*/ 1157631 h 1166506"/>
                <a:gd name="connsiteX36" fmla="*/ 1296016 w 1333481"/>
                <a:gd name="connsiteY36" fmla="*/ 1158885 h 1166506"/>
                <a:gd name="connsiteX37" fmla="*/ 930447 w 1333481"/>
                <a:gd name="connsiteY37" fmla="*/ 491079 h 1166506"/>
                <a:gd name="connsiteX38" fmla="*/ 927312 w 1333481"/>
                <a:gd name="connsiteY38" fmla="*/ 496723 h 1166506"/>
                <a:gd name="connsiteX39" fmla="*/ 933582 w 1333481"/>
                <a:gd name="connsiteY39" fmla="*/ 497977 h 1166506"/>
                <a:gd name="connsiteX40" fmla="*/ 931701 w 1333481"/>
                <a:gd name="connsiteY40" fmla="*/ 494841 h 1166506"/>
                <a:gd name="connsiteX41" fmla="*/ 932328 w 1333481"/>
                <a:gd name="connsiteY41" fmla="*/ 491079 h 1166506"/>
                <a:gd name="connsiteX42" fmla="*/ 930447 w 1333481"/>
                <a:gd name="connsiteY42" fmla="*/ 491079 h 1166506"/>
                <a:gd name="connsiteX43" fmla="*/ 585571 w 1333481"/>
                <a:gd name="connsiteY43" fmla="*/ 1982 h 1166506"/>
                <a:gd name="connsiteX44" fmla="*/ 585571 w 1333481"/>
                <a:gd name="connsiteY44" fmla="*/ 8879 h 1166506"/>
                <a:gd name="connsiteX45" fmla="*/ 589960 w 1333481"/>
                <a:gd name="connsiteY45" fmla="*/ 101 h 1166506"/>
                <a:gd name="connsiteX46" fmla="*/ 585571 w 1333481"/>
                <a:gd name="connsiteY46" fmla="*/ 1982 h 1166506"/>
                <a:gd name="connsiteX47" fmla="*/ 624448 w 1333481"/>
                <a:gd name="connsiteY47" fmla="*/ 10760 h 1166506"/>
                <a:gd name="connsiteX48" fmla="*/ 622567 w 1333481"/>
                <a:gd name="connsiteY48" fmla="*/ 17658 h 1166506"/>
                <a:gd name="connsiteX49" fmla="*/ 628837 w 1333481"/>
                <a:gd name="connsiteY49" fmla="*/ 17658 h 1166506"/>
                <a:gd name="connsiteX50" fmla="*/ 630718 w 1333481"/>
                <a:gd name="connsiteY50" fmla="*/ 11387 h 1166506"/>
                <a:gd name="connsiteX51" fmla="*/ 624448 w 1333481"/>
                <a:gd name="connsiteY51" fmla="*/ 10760 h 1166506"/>
                <a:gd name="connsiteX52" fmla="*/ 684017 w 1333481"/>
                <a:gd name="connsiteY52" fmla="*/ 27064 h 1166506"/>
                <a:gd name="connsiteX53" fmla="*/ 686526 w 1333481"/>
                <a:gd name="connsiteY53" fmla="*/ 27064 h 1166506"/>
                <a:gd name="connsiteX54" fmla="*/ 683390 w 1333481"/>
                <a:gd name="connsiteY54" fmla="*/ 28945 h 1166506"/>
                <a:gd name="connsiteX55" fmla="*/ 679001 w 1333481"/>
                <a:gd name="connsiteY55" fmla="*/ 30826 h 1166506"/>
                <a:gd name="connsiteX56" fmla="*/ 680882 w 1333481"/>
                <a:gd name="connsiteY56" fmla="*/ 34588 h 1166506"/>
                <a:gd name="connsiteX57" fmla="*/ 684017 w 1333481"/>
                <a:gd name="connsiteY57" fmla="*/ 32080 h 1166506"/>
                <a:gd name="connsiteX58" fmla="*/ 689034 w 1333481"/>
                <a:gd name="connsiteY58" fmla="*/ 31453 h 1166506"/>
                <a:gd name="connsiteX59" fmla="*/ 689034 w 1333481"/>
                <a:gd name="connsiteY59" fmla="*/ 25810 h 1166506"/>
                <a:gd name="connsiteX60" fmla="*/ 683390 w 1333481"/>
                <a:gd name="connsiteY60" fmla="*/ 22674 h 1166506"/>
                <a:gd name="connsiteX61" fmla="*/ 682763 w 1333481"/>
                <a:gd name="connsiteY61" fmla="*/ 26437 h 1166506"/>
                <a:gd name="connsiteX62" fmla="*/ 684017 w 1333481"/>
                <a:gd name="connsiteY62" fmla="*/ 27064 h 1166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33481" h="1166506">
                  <a:moveTo>
                    <a:pt x="9941" y="387616"/>
                  </a:moveTo>
                  <a:cubicBezTo>
                    <a:pt x="11822" y="388870"/>
                    <a:pt x="8687" y="390751"/>
                    <a:pt x="6179" y="390751"/>
                  </a:cubicBezTo>
                  <a:cubicBezTo>
                    <a:pt x="3670" y="390751"/>
                    <a:pt x="3670" y="393260"/>
                    <a:pt x="1162" y="393260"/>
                  </a:cubicBezTo>
                  <a:cubicBezTo>
                    <a:pt x="-1346" y="392633"/>
                    <a:pt x="535" y="388243"/>
                    <a:pt x="3670" y="387616"/>
                  </a:cubicBezTo>
                  <a:cubicBezTo>
                    <a:pt x="3670" y="387616"/>
                    <a:pt x="8687" y="386362"/>
                    <a:pt x="9941" y="387616"/>
                  </a:cubicBezTo>
                  <a:close/>
                  <a:moveTo>
                    <a:pt x="652038" y="1113111"/>
                  </a:moveTo>
                  <a:cubicBezTo>
                    <a:pt x="648903" y="1116873"/>
                    <a:pt x="647649" y="1119381"/>
                    <a:pt x="650784" y="1120635"/>
                  </a:cubicBezTo>
                  <a:cubicBezTo>
                    <a:pt x="653919" y="1121889"/>
                    <a:pt x="660190" y="1120008"/>
                    <a:pt x="657681" y="1116246"/>
                  </a:cubicBezTo>
                  <a:cubicBezTo>
                    <a:pt x="655173" y="1112484"/>
                    <a:pt x="652038" y="1113111"/>
                    <a:pt x="652038" y="1113111"/>
                  </a:cubicBezTo>
                  <a:close/>
                  <a:moveTo>
                    <a:pt x="654546" y="1136311"/>
                  </a:moveTo>
                  <a:cubicBezTo>
                    <a:pt x="652038" y="1141955"/>
                    <a:pt x="653292" y="1139447"/>
                    <a:pt x="655173" y="1143836"/>
                  </a:cubicBezTo>
                  <a:cubicBezTo>
                    <a:pt x="657054" y="1148225"/>
                    <a:pt x="661444" y="1151361"/>
                    <a:pt x="660817" y="1146971"/>
                  </a:cubicBezTo>
                  <a:cubicBezTo>
                    <a:pt x="660190" y="1142582"/>
                    <a:pt x="658936" y="1142582"/>
                    <a:pt x="659563" y="1138193"/>
                  </a:cubicBezTo>
                  <a:cubicBezTo>
                    <a:pt x="660190" y="1133803"/>
                    <a:pt x="657054" y="1131922"/>
                    <a:pt x="655800" y="1132549"/>
                  </a:cubicBezTo>
                  <a:cubicBezTo>
                    <a:pt x="654546" y="1133176"/>
                    <a:pt x="655173" y="1135684"/>
                    <a:pt x="654546" y="1136311"/>
                  </a:cubicBezTo>
                  <a:close/>
                  <a:moveTo>
                    <a:pt x="1206348" y="897406"/>
                  </a:moveTo>
                  <a:cubicBezTo>
                    <a:pt x="1200705" y="898033"/>
                    <a:pt x="1198197" y="903677"/>
                    <a:pt x="1201959" y="904931"/>
                  </a:cubicBezTo>
                  <a:cubicBezTo>
                    <a:pt x="1206348" y="906185"/>
                    <a:pt x="1215127" y="906812"/>
                    <a:pt x="1213246" y="901795"/>
                  </a:cubicBezTo>
                  <a:cubicBezTo>
                    <a:pt x="1210738" y="897406"/>
                    <a:pt x="1206348" y="897406"/>
                    <a:pt x="1206348" y="897406"/>
                  </a:cubicBezTo>
                  <a:close/>
                  <a:moveTo>
                    <a:pt x="1217635" y="918099"/>
                  </a:moveTo>
                  <a:cubicBezTo>
                    <a:pt x="1213873" y="918726"/>
                    <a:pt x="1211992" y="924369"/>
                    <a:pt x="1214500" y="925623"/>
                  </a:cubicBezTo>
                  <a:cubicBezTo>
                    <a:pt x="1217008" y="926877"/>
                    <a:pt x="1216381" y="925623"/>
                    <a:pt x="1219516" y="924996"/>
                  </a:cubicBezTo>
                  <a:cubicBezTo>
                    <a:pt x="1222652" y="924996"/>
                    <a:pt x="1227668" y="921234"/>
                    <a:pt x="1225160" y="919353"/>
                  </a:cubicBezTo>
                  <a:cubicBezTo>
                    <a:pt x="1222652" y="916845"/>
                    <a:pt x="1217008" y="918099"/>
                    <a:pt x="1217635" y="918099"/>
                  </a:cubicBezTo>
                  <a:close/>
                  <a:moveTo>
                    <a:pt x="1282221" y="962619"/>
                  </a:moveTo>
                  <a:cubicBezTo>
                    <a:pt x="1277832" y="964500"/>
                    <a:pt x="1277832" y="973279"/>
                    <a:pt x="1281594" y="972025"/>
                  </a:cubicBezTo>
                  <a:cubicBezTo>
                    <a:pt x="1285356" y="970771"/>
                    <a:pt x="1294135" y="965127"/>
                    <a:pt x="1291000" y="961992"/>
                  </a:cubicBezTo>
                  <a:cubicBezTo>
                    <a:pt x="1287865" y="959484"/>
                    <a:pt x="1282221" y="962619"/>
                    <a:pt x="1282221" y="962619"/>
                  </a:cubicBezTo>
                  <a:close/>
                  <a:moveTo>
                    <a:pt x="1326115" y="995226"/>
                  </a:moveTo>
                  <a:cubicBezTo>
                    <a:pt x="1321725" y="997107"/>
                    <a:pt x="1318590" y="1003377"/>
                    <a:pt x="1322979" y="1004631"/>
                  </a:cubicBezTo>
                  <a:cubicBezTo>
                    <a:pt x="1327369" y="1005885"/>
                    <a:pt x="1335520" y="1003377"/>
                    <a:pt x="1333012" y="998988"/>
                  </a:cubicBezTo>
                  <a:cubicBezTo>
                    <a:pt x="1330504" y="995226"/>
                    <a:pt x="1326115" y="995226"/>
                    <a:pt x="1326115" y="995226"/>
                  </a:cubicBezTo>
                  <a:close/>
                  <a:moveTo>
                    <a:pt x="1296016" y="1158885"/>
                  </a:moveTo>
                  <a:cubicBezTo>
                    <a:pt x="1292254" y="1161393"/>
                    <a:pt x="1291627" y="1164529"/>
                    <a:pt x="1294135" y="1165783"/>
                  </a:cubicBezTo>
                  <a:cubicBezTo>
                    <a:pt x="1297270" y="1167037"/>
                    <a:pt x="1297270" y="1166410"/>
                    <a:pt x="1299779" y="1165783"/>
                  </a:cubicBezTo>
                  <a:cubicBezTo>
                    <a:pt x="1301660" y="1164529"/>
                    <a:pt x="1305422" y="1159512"/>
                    <a:pt x="1302287" y="1157631"/>
                  </a:cubicBezTo>
                  <a:cubicBezTo>
                    <a:pt x="1299779" y="1155123"/>
                    <a:pt x="1296016" y="1158885"/>
                    <a:pt x="1296016" y="1158885"/>
                  </a:cubicBezTo>
                  <a:close/>
                  <a:moveTo>
                    <a:pt x="930447" y="491079"/>
                  </a:moveTo>
                  <a:cubicBezTo>
                    <a:pt x="926685" y="493587"/>
                    <a:pt x="925431" y="495468"/>
                    <a:pt x="927312" y="496723"/>
                  </a:cubicBezTo>
                  <a:cubicBezTo>
                    <a:pt x="929820" y="497977"/>
                    <a:pt x="930447" y="498604"/>
                    <a:pt x="933582" y="497977"/>
                  </a:cubicBezTo>
                  <a:cubicBezTo>
                    <a:pt x="936718" y="497350"/>
                    <a:pt x="931701" y="496723"/>
                    <a:pt x="931701" y="494841"/>
                  </a:cubicBezTo>
                  <a:cubicBezTo>
                    <a:pt x="931701" y="492960"/>
                    <a:pt x="933582" y="491706"/>
                    <a:pt x="932328" y="491079"/>
                  </a:cubicBezTo>
                  <a:cubicBezTo>
                    <a:pt x="931074" y="489825"/>
                    <a:pt x="930447" y="491079"/>
                    <a:pt x="930447" y="491079"/>
                  </a:cubicBezTo>
                  <a:close/>
                  <a:moveTo>
                    <a:pt x="585571" y="1982"/>
                  </a:moveTo>
                  <a:cubicBezTo>
                    <a:pt x="583063" y="5117"/>
                    <a:pt x="583063" y="8252"/>
                    <a:pt x="585571" y="8879"/>
                  </a:cubicBezTo>
                  <a:cubicBezTo>
                    <a:pt x="588079" y="9506"/>
                    <a:pt x="593096" y="728"/>
                    <a:pt x="589960" y="101"/>
                  </a:cubicBezTo>
                  <a:cubicBezTo>
                    <a:pt x="586825" y="-526"/>
                    <a:pt x="584944" y="1982"/>
                    <a:pt x="585571" y="1982"/>
                  </a:cubicBezTo>
                  <a:close/>
                  <a:moveTo>
                    <a:pt x="624448" y="10760"/>
                  </a:moveTo>
                  <a:cubicBezTo>
                    <a:pt x="620686" y="13896"/>
                    <a:pt x="619432" y="17658"/>
                    <a:pt x="622567" y="17658"/>
                  </a:cubicBezTo>
                  <a:cubicBezTo>
                    <a:pt x="626329" y="17031"/>
                    <a:pt x="626329" y="17658"/>
                    <a:pt x="628837" y="17658"/>
                  </a:cubicBezTo>
                  <a:cubicBezTo>
                    <a:pt x="631345" y="17658"/>
                    <a:pt x="633854" y="12642"/>
                    <a:pt x="630718" y="11387"/>
                  </a:cubicBezTo>
                  <a:cubicBezTo>
                    <a:pt x="626956" y="9506"/>
                    <a:pt x="624448" y="10760"/>
                    <a:pt x="624448" y="10760"/>
                  </a:cubicBezTo>
                  <a:close/>
                  <a:moveTo>
                    <a:pt x="684017" y="27064"/>
                  </a:moveTo>
                  <a:cubicBezTo>
                    <a:pt x="684644" y="27064"/>
                    <a:pt x="684644" y="25810"/>
                    <a:pt x="686526" y="27064"/>
                  </a:cubicBezTo>
                  <a:cubicBezTo>
                    <a:pt x="688407" y="28318"/>
                    <a:pt x="684644" y="29572"/>
                    <a:pt x="683390" y="28945"/>
                  </a:cubicBezTo>
                  <a:cubicBezTo>
                    <a:pt x="682136" y="28318"/>
                    <a:pt x="680882" y="30826"/>
                    <a:pt x="679001" y="30826"/>
                  </a:cubicBezTo>
                  <a:cubicBezTo>
                    <a:pt x="676493" y="31453"/>
                    <a:pt x="679628" y="33961"/>
                    <a:pt x="680882" y="34588"/>
                  </a:cubicBezTo>
                  <a:cubicBezTo>
                    <a:pt x="682136" y="35215"/>
                    <a:pt x="683390" y="33961"/>
                    <a:pt x="684017" y="32080"/>
                  </a:cubicBezTo>
                  <a:cubicBezTo>
                    <a:pt x="684644" y="29572"/>
                    <a:pt x="685899" y="31453"/>
                    <a:pt x="689034" y="31453"/>
                  </a:cubicBezTo>
                  <a:cubicBezTo>
                    <a:pt x="692169" y="30826"/>
                    <a:pt x="690288" y="28318"/>
                    <a:pt x="689034" y="25810"/>
                  </a:cubicBezTo>
                  <a:cubicBezTo>
                    <a:pt x="687780" y="23301"/>
                    <a:pt x="685899" y="23928"/>
                    <a:pt x="683390" y="22674"/>
                  </a:cubicBezTo>
                  <a:cubicBezTo>
                    <a:pt x="680882" y="21420"/>
                    <a:pt x="680255" y="23301"/>
                    <a:pt x="682763" y="26437"/>
                  </a:cubicBezTo>
                  <a:cubicBezTo>
                    <a:pt x="683390" y="27064"/>
                    <a:pt x="683390" y="27064"/>
                    <a:pt x="684017" y="27064"/>
                  </a:cubicBezTo>
                  <a:close/>
                </a:path>
              </a:pathLst>
            </a:custGeom>
            <a:grpFill/>
            <a:ln w="1905" cap="flat">
              <a:noFill/>
              <a:prstDash val="solid"/>
              <a:miter/>
            </a:ln>
          </p:spPr>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801" b="0" i="0" u="none" strike="noStrike" kern="0" cap="none" spc="0" normalizeH="0" baseline="0" noProof="0">
                <a:ln>
                  <a:noFill/>
                </a:ln>
                <a:solidFill>
                  <a:srgbClr val="FFFFFF"/>
                </a:solidFill>
                <a:effectLst/>
                <a:uLnTx/>
                <a:uFillTx/>
                <a:latin typeface="Segoe UI"/>
                <a:ea typeface="+mn-ea"/>
                <a:cs typeface="+mn-cs"/>
              </a:endParaRPr>
            </a:p>
          </p:txBody>
        </p:sp>
        <p:sp>
          <p:nvSpPr>
            <p:cNvPr id="340" name="United States Virgin Islands">
              <a:extLst>
                <a:ext uri="{FF2B5EF4-FFF2-40B4-BE49-F238E27FC236}">
                  <a16:creationId xmlns:a16="http://schemas.microsoft.com/office/drawing/2014/main" id="{A8143A7F-70C0-65ED-C95A-047D8AC15AC2}"/>
                </a:ext>
              </a:extLst>
            </p:cNvPr>
            <p:cNvSpPr>
              <a:spLocks noEditPoints="1"/>
            </p:cNvSpPr>
            <p:nvPr/>
          </p:nvSpPr>
          <p:spPr bwMode="auto">
            <a:xfrm>
              <a:off x="3498176" y="3327850"/>
              <a:ext cx="14703" cy="28425"/>
            </a:xfrm>
            <a:custGeom>
              <a:avLst/>
              <a:gdLst/>
              <a:ahLst/>
              <a:cxnLst>
                <a:cxn ang="0">
                  <a:pos x="4" y="7"/>
                </a:cxn>
                <a:cxn ang="0">
                  <a:pos x="2" y="8"/>
                </a:cxn>
                <a:cxn ang="0">
                  <a:pos x="1" y="8"/>
                </a:cxn>
                <a:cxn ang="0">
                  <a:pos x="1" y="7"/>
                </a:cxn>
                <a:cxn ang="0">
                  <a:pos x="2" y="7"/>
                </a:cxn>
                <a:cxn ang="0">
                  <a:pos x="3" y="7"/>
                </a:cxn>
                <a:cxn ang="0">
                  <a:pos x="4" y="7"/>
                </a:cxn>
                <a:cxn ang="0">
                  <a:pos x="0" y="0"/>
                </a:cxn>
                <a:cxn ang="0">
                  <a:pos x="1" y="1"/>
                </a:cxn>
                <a:cxn ang="0">
                  <a:pos x="1" y="1"/>
                </a:cxn>
                <a:cxn ang="0">
                  <a:pos x="0" y="0"/>
                </a:cxn>
                <a:cxn ang="0">
                  <a:pos x="3" y="1"/>
                </a:cxn>
                <a:cxn ang="0">
                  <a:pos x="3" y="1"/>
                </a:cxn>
                <a:cxn ang="0">
                  <a:pos x="3" y="1"/>
                </a:cxn>
                <a:cxn ang="0">
                  <a:pos x="3" y="1"/>
                </a:cxn>
                <a:cxn ang="0">
                  <a:pos x="3" y="1"/>
                </a:cxn>
              </a:cxnLst>
              <a:rect l="0" t="0" r="r" b="b"/>
              <a:pathLst>
                <a:path w="4" h="8">
                  <a:moveTo>
                    <a:pt x="4" y="7"/>
                  </a:moveTo>
                  <a:cubicBezTo>
                    <a:pt x="3" y="7"/>
                    <a:pt x="3" y="8"/>
                    <a:pt x="2" y="8"/>
                  </a:cubicBezTo>
                  <a:cubicBezTo>
                    <a:pt x="2" y="8"/>
                    <a:pt x="1" y="8"/>
                    <a:pt x="1" y="8"/>
                  </a:cubicBezTo>
                  <a:cubicBezTo>
                    <a:pt x="1" y="8"/>
                    <a:pt x="1" y="7"/>
                    <a:pt x="1" y="7"/>
                  </a:cubicBezTo>
                  <a:cubicBezTo>
                    <a:pt x="1" y="7"/>
                    <a:pt x="1" y="7"/>
                    <a:pt x="2" y="7"/>
                  </a:cubicBezTo>
                  <a:cubicBezTo>
                    <a:pt x="2" y="7"/>
                    <a:pt x="2" y="7"/>
                    <a:pt x="3" y="7"/>
                  </a:cubicBezTo>
                  <a:cubicBezTo>
                    <a:pt x="3" y="7"/>
                    <a:pt x="3" y="7"/>
                    <a:pt x="4" y="7"/>
                  </a:cubicBezTo>
                  <a:close/>
                  <a:moveTo>
                    <a:pt x="0" y="0"/>
                  </a:moveTo>
                  <a:cubicBezTo>
                    <a:pt x="0" y="0"/>
                    <a:pt x="0" y="1"/>
                    <a:pt x="1" y="1"/>
                  </a:cubicBezTo>
                  <a:cubicBezTo>
                    <a:pt x="1" y="1"/>
                    <a:pt x="1" y="1"/>
                    <a:pt x="1" y="1"/>
                  </a:cubicBezTo>
                  <a:cubicBezTo>
                    <a:pt x="3" y="1"/>
                    <a:pt x="0" y="0"/>
                    <a:pt x="0" y="0"/>
                  </a:cubicBezTo>
                  <a:close/>
                  <a:moveTo>
                    <a:pt x="3" y="1"/>
                  </a:moveTo>
                  <a:cubicBezTo>
                    <a:pt x="2" y="1"/>
                    <a:pt x="3" y="1"/>
                    <a:pt x="3" y="1"/>
                  </a:cubicBezTo>
                  <a:cubicBezTo>
                    <a:pt x="3" y="1"/>
                    <a:pt x="3" y="1"/>
                    <a:pt x="3" y="1"/>
                  </a:cubicBezTo>
                  <a:cubicBezTo>
                    <a:pt x="3" y="1"/>
                    <a:pt x="3" y="1"/>
                    <a:pt x="3" y="1"/>
                  </a:cubicBezTo>
                  <a:cubicBezTo>
                    <a:pt x="4" y="0"/>
                    <a:pt x="3" y="0"/>
                    <a:pt x="3"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41" name="United States of America">
              <a:extLst>
                <a:ext uri="{FF2B5EF4-FFF2-40B4-BE49-F238E27FC236}">
                  <a16:creationId xmlns:a16="http://schemas.microsoft.com/office/drawing/2014/main" id="{E980A151-7446-A63B-64C7-2A04CE98EC6F}"/>
                </a:ext>
              </a:extLst>
            </p:cNvPr>
            <p:cNvSpPr>
              <a:spLocks noEditPoints="1"/>
            </p:cNvSpPr>
            <p:nvPr/>
          </p:nvSpPr>
          <p:spPr bwMode="auto">
            <a:xfrm>
              <a:off x="304800" y="1349880"/>
              <a:ext cx="3366864" cy="1956409"/>
            </a:xfrm>
            <a:custGeom>
              <a:avLst/>
              <a:gdLst/>
              <a:ahLst/>
              <a:cxnLst>
                <a:cxn ang="0">
                  <a:pos x="774" y="235"/>
                </a:cxn>
                <a:cxn ang="0">
                  <a:pos x="611" y="461"/>
                </a:cxn>
                <a:cxn ang="0">
                  <a:pos x="428" y="387"/>
                </a:cxn>
                <a:cxn ang="0">
                  <a:pos x="762" y="488"/>
                </a:cxn>
                <a:cxn ang="0">
                  <a:pos x="937" y="272"/>
                </a:cxn>
                <a:cxn ang="0">
                  <a:pos x="906" y="294"/>
                </a:cxn>
                <a:cxn ang="0">
                  <a:pos x="873" y="312"/>
                </a:cxn>
                <a:cxn ang="0">
                  <a:pos x="860" y="329"/>
                </a:cxn>
                <a:cxn ang="0">
                  <a:pos x="844" y="339"/>
                </a:cxn>
                <a:cxn ang="0">
                  <a:pos x="839" y="335"/>
                </a:cxn>
                <a:cxn ang="0">
                  <a:pos x="837" y="349"/>
                </a:cxn>
                <a:cxn ang="0">
                  <a:pos x="830" y="364"/>
                </a:cxn>
                <a:cxn ang="0">
                  <a:pos x="829" y="377"/>
                </a:cxn>
                <a:cxn ang="0">
                  <a:pos x="778" y="408"/>
                </a:cxn>
                <a:cxn ang="0">
                  <a:pos x="765" y="483"/>
                </a:cxn>
                <a:cxn ang="0">
                  <a:pos x="753" y="444"/>
                </a:cxn>
                <a:cxn ang="0">
                  <a:pos x="708" y="428"/>
                </a:cxn>
                <a:cxn ang="0">
                  <a:pos x="693" y="439"/>
                </a:cxn>
                <a:cxn ang="0">
                  <a:pos x="656" y="432"/>
                </a:cxn>
                <a:cxn ang="0">
                  <a:pos x="616" y="451"/>
                </a:cxn>
                <a:cxn ang="0">
                  <a:pos x="586" y="447"/>
                </a:cxn>
                <a:cxn ang="0">
                  <a:pos x="445" y="402"/>
                </a:cxn>
                <a:cxn ang="0">
                  <a:pos x="429" y="342"/>
                </a:cxn>
                <a:cxn ang="0">
                  <a:pos x="459" y="259"/>
                </a:cxn>
                <a:cxn ang="0">
                  <a:pos x="482" y="238"/>
                </a:cxn>
                <a:cxn ang="0">
                  <a:pos x="729" y="221"/>
                </a:cxn>
                <a:cxn ang="0">
                  <a:pos x="780" y="247"/>
                </a:cxn>
                <a:cxn ang="0">
                  <a:pos x="758" y="290"/>
                </a:cxn>
                <a:cxn ang="0">
                  <a:pos x="806" y="286"/>
                </a:cxn>
                <a:cxn ang="0">
                  <a:pos x="908" y="266"/>
                </a:cxn>
                <a:cxn ang="0">
                  <a:pos x="34" y="530"/>
                </a:cxn>
                <a:cxn ang="0">
                  <a:pos x="339" y="128"/>
                </a:cxn>
                <a:cxn ang="0">
                  <a:pos x="480" y="146"/>
                </a:cxn>
                <a:cxn ang="0">
                  <a:pos x="316" y="138"/>
                </a:cxn>
                <a:cxn ang="0">
                  <a:pos x="461" y="135"/>
                </a:cxn>
                <a:cxn ang="0">
                  <a:pos x="460" y="157"/>
                </a:cxn>
                <a:cxn ang="0">
                  <a:pos x="462" y="145"/>
                </a:cxn>
                <a:cxn ang="0">
                  <a:pos x="465" y="146"/>
                </a:cxn>
                <a:cxn ang="0">
                  <a:pos x="477" y="135"/>
                </a:cxn>
                <a:cxn ang="0">
                  <a:pos x="161" y="177"/>
                </a:cxn>
                <a:cxn ang="0">
                  <a:pos x="473" y="160"/>
                </a:cxn>
                <a:cxn ang="0">
                  <a:pos x="465" y="162"/>
                </a:cxn>
                <a:cxn ang="0">
                  <a:pos x="197" y="164"/>
                </a:cxn>
                <a:cxn ang="0">
                  <a:pos x="273" y="141"/>
                </a:cxn>
                <a:cxn ang="0">
                  <a:pos x="477" y="160"/>
                </a:cxn>
                <a:cxn ang="0">
                  <a:pos x="485" y="134"/>
                </a:cxn>
                <a:cxn ang="0">
                  <a:pos x="466" y="121"/>
                </a:cxn>
                <a:cxn ang="0">
                  <a:pos x="457" y="110"/>
                </a:cxn>
                <a:cxn ang="0">
                  <a:pos x="418" y="98"/>
                </a:cxn>
                <a:cxn ang="0">
                  <a:pos x="393" y="107"/>
                </a:cxn>
                <a:cxn ang="0">
                  <a:pos x="384" y="100"/>
                </a:cxn>
                <a:cxn ang="0">
                  <a:pos x="338" y="122"/>
                </a:cxn>
                <a:cxn ang="0">
                  <a:pos x="271" y="147"/>
                </a:cxn>
                <a:cxn ang="0">
                  <a:pos x="222" y="158"/>
                </a:cxn>
                <a:cxn ang="0">
                  <a:pos x="291" y="133"/>
                </a:cxn>
                <a:cxn ang="0">
                  <a:pos x="273" y="121"/>
                </a:cxn>
                <a:cxn ang="0">
                  <a:pos x="284" y="102"/>
                </a:cxn>
                <a:cxn ang="0">
                  <a:pos x="307" y="78"/>
                </a:cxn>
                <a:cxn ang="0">
                  <a:pos x="321" y="58"/>
                </a:cxn>
                <a:cxn ang="0">
                  <a:pos x="375" y="41"/>
                </a:cxn>
                <a:cxn ang="0">
                  <a:pos x="431" y="10"/>
                </a:cxn>
                <a:cxn ang="0">
                  <a:pos x="495" y="4"/>
                </a:cxn>
                <a:cxn ang="0">
                  <a:pos x="493" y="8"/>
                </a:cxn>
              </a:cxnLst>
              <a:rect l="0" t="0" r="r" b="b"/>
              <a:pathLst>
                <a:path w="951" h="552">
                  <a:moveTo>
                    <a:pt x="754" y="246"/>
                  </a:moveTo>
                  <a:cubicBezTo>
                    <a:pt x="754" y="246"/>
                    <a:pt x="755" y="245"/>
                    <a:pt x="755" y="245"/>
                  </a:cubicBezTo>
                  <a:cubicBezTo>
                    <a:pt x="755" y="246"/>
                    <a:pt x="754" y="246"/>
                    <a:pt x="754" y="246"/>
                  </a:cubicBezTo>
                  <a:close/>
                  <a:moveTo>
                    <a:pt x="773" y="243"/>
                  </a:moveTo>
                  <a:cubicBezTo>
                    <a:pt x="772" y="243"/>
                    <a:pt x="773" y="243"/>
                    <a:pt x="774" y="244"/>
                  </a:cubicBezTo>
                  <a:cubicBezTo>
                    <a:pt x="774" y="244"/>
                    <a:pt x="774" y="244"/>
                    <a:pt x="774" y="244"/>
                  </a:cubicBezTo>
                  <a:cubicBezTo>
                    <a:pt x="774" y="244"/>
                    <a:pt x="775" y="243"/>
                    <a:pt x="774" y="243"/>
                  </a:cubicBezTo>
                  <a:cubicBezTo>
                    <a:pt x="774" y="243"/>
                    <a:pt x="774" y="243"/>
                    <a:pt x="775" y="243"/>
                  </a:cubicBezTo>
                  <a:cubicBezTo>
                    <a:pt x="775" y="243"/>
                    <a:pt x="774" y="244"/>
                    <a:pt x="774" y="244"/>
                  </a:cubicBezTo>
                  <a:cubicBezTo>
                    <a:pt x="773" y="244"/>
                    <a:pt x="773" y="244"/>
                    <a:pt x="774" y="245"/>
                  </a:cubicBezTo>
                  <a:cubicBezTo>
                    <a:pt x="774" y="245"/>
                    <a:pt x="774" y="244"/>
                    <a:pt x="775" y="244"/>
                  </a:cubicBezTo>
                  <a:cubicBezTo>
                    <a:pt x="775" y="244"/>
                    <a:pt x="776" y="243"/>
                    <a:pt x="776" y="243"/>
                  </a:cubicBezTo>
                  <a:cubicBezTo>
                    <a:pt x="777" y="242"/>
                    <a:pt x="778" y="242"/>
                    <a:pt x="779" y="241"/>
                  </a:cubicBezTo>
                  <a:cubicBezTo>
                    <a:pt x="780" y="241"/>
                    <a:pt x="779" y="241"/>
                    <a:pt x="779" y="241"/>
                  </a:cubicBezTo>
                  <a:cubicBezTo>
                    <a:pt x="779" y="241"/>
                    <a:pt x="782" y="241"/>
                    <a:pt x="782" y="240"/>
                  </a:cubicBezTo>
                  <a:cubicBezTo>
                    <a:pt x="782" y="239"/>
                    <a:pt x="779" y="240"/>
                    <a:pt x="779" y="240"/>
                  </a:cubicBezTo>
                  <a:cubicBezTo>
                    <a:pt x="777" y="240"/>
                    <a:pt x="775" y="241"/>
                    <a:pt x="773" y="243"/>
                  </a:cubicBezTo>
                  <a:close/>
                  <a:moveTo>
                    <a:pt x="757" y="244"/>
                  </a:moveTo>
                  <a:cubicBezTo>
                    <a:pt x="757" y="244"/>
                    <a:pt x="757" y="244"/>
                    <a:pt x="757" y="244"/>
                  </a:cubicBezTo>
                  <a:cubicBezTo>
                    <a:pt x="757" y="244"/>
                    <a:pt x="756" y="245"/>
                    <a:pt x="756" y="245"/>
                  </a:cubicBezTo>
                  <a:cubicBezTo>
                    <a:pt x="756" y="245"/>
                    <a:pt x="757" y="244"/>
                    <a:pt x="757" y="244"/>
                  </a:cubicBezTo>
                  <a:close/>
                  <a:moveTo>
                    <a:pt x="848" y="344"/>
                  </a:moveTo>
                  <a:cubicBezTo>
                    <a:pt x="848" y="344"/>
                    <a:pt x="849" y="343"/>
                    <a:pt x="849" y="343"/>
                  </a:cubicBezTo>
                  <a:cubicBezTo>
                    <a:pt x="850" y="342"/>
                    <a:pt x="851" y="341"/>
                    <a:pt x="852" y="339"/>
                  </a:cubicBezTo>
                  <a:cubicBezTo>
                    <a:pt x="851" y="340"/>
                    <a:pt x="850" y="341"/>
                    <a:pt x="850" y="342"/>
                  </a:cubicBezTo>
                  <a:cubicBezTo>
                    <a:pt x="849" y="343"/>
                    <a:pt x="848" y="344"/>
                    <a:pt x="848" y="344"/>
                  </a:cubicBezTo>
                  <a:close/>
                  <a:moveTo>
                    <a:pt x="754" y="246"/>
                  </a:moveTo>
                  <a:cubicBezTo>
                    <a:pt x="754" y="246"/>
                    <a:pt x="752" y="247"/>
                    <a:pt x="752" y="247"/>
                  </a:cubicBezTo>
                  <a:cubicBezTo>
                    <a:pt x="752" y="248"/>
                    <a:pt x="754" y="247"/>
                    <a:pt x="754" y="246"/>
                  </a:cubicBezTo>
                  <a:close/>
                  <a:moveTo>
                    <a:pt x="864" y="326"/>
                  </a:moveTo>
                  <a:cubicBezTo>
                    <a:pt x="865" y="325"/>
                    <a:pt x="866" y="325"/>
                    <a:pt x="866" y="324"/>
                  </a:cubicBezTo>
                  <a:cubicBezTo>
                    <a:pt x="865" y="324"/>
                    <a:pt x="865" y="325"/>
                    <a:pt x="864" y="326"/>
                  </a:cubicBezTo>
                  <a:close/>
                  <a:moveTo>
                    <a:pt x="808" y="256"/>
                  </a:moveTo>
                  <a:cubicBezTo>
                    <a:pt x="808" y="257"/>
                    <a:pt x="808" y="256"/>
                    <a:pt x="808" y="256"/>
                  </a:cubicBezTo>
                  <a:cubicBezTo>
                    <a:pt x="809" y="256"/>
                    <a:pt x="809" y="256"/>
                    <a:pt x="810" y="256"/>
                  </a:cubicBezTo>
                  <a:cubicBezTo>
                    <a:pt x="810" y="256"/>
                    <a:pt x="811" y="256"/>
                    <a:pt x="811" y="256"/>
                  </a:cubicBezTo>
                  <a:cubicBezTo>
                    <a:pt x="811" y="255"/>
                    <a:pt x="811" y="255"/>
                    <a:pt x="810" y="255"/>
                  </a:cubicBezTo>
                  <a:cubicBezTo>
                    <a:pt x="810" y="255"/>
                    <a:pt x="810" y="254"/>
                    <a:pt x="810" y="255"/>
                  </a:cubicBezTo>
                  <a:cubicBezTo>
                    <a:pt x="810" y="255"/>
                    <a:pt x="810" y="255"/>
                    <a:pt x="809" y="255"/>
                  </a:cubicBezTo>
                  <a:cubicBezTo>
                    <a:pt x="809" y="256"/>
                    <a:pt x="808" y="255"/>
                    <a:pt x="807" y="256"/>
                  </a:cubicBezTo>
                  <a:cubicBezTo>
                    <a:pt x="808" y="256"/>
                    <a:pt x="808" y="256"/>
                    <a:pt x="808" y="256"/>
                  </a:cubicBezTo>
                  <a:close/>
                  <a:moveTo>
                    <a:pt x="792" y="259"/>
                  </a:moveTo>
                  <a:cubicBezTo>
                    <a:pt x="792" y="258"/>
                    <a:pt x="792" y="258"/>
                    <a:pt x="792" y="258"/>
                  </a:cubicBezTo>
                  <a:cubicBezTo>
                    <a:pt x="792" y="258"/>
                    <a:pt x="790" y="260"/>
                    <a:pt x="791" y="260"/>
                  </a:cubicBezTo>
                  <a:cubicBezTo>
                    <a:pt x="791" y="261"/>
                    <a:pt x="792" y="259"/>
                    <a:pt x="792" y="259"/>
                  </a:cubicBezTo>
                  <a:close/>
                  <a:moveTo>
                    <a:pt x="776" y="265"/>
                  </a:moveTo>
                  <a:cubicBezTo>
                    <a:pt x="776" y="264"/>
                    <a:pt x="776" y="264"/>
                    <a:pt x="777" y="264"/>
                  </a:cubicBezTo>
                  <a:cubicBezTo>
                    <a:pt x="777" y="264"/>
                    <a:pt x="777" y="264"/>
                    <a:pt x="777" y="263"/>
                  </a:cubicBezTo>
                  <a:cubicBezTo>
                    <a:pt x="777" y="263"/>
                    <a:pt x="777" y="263"/>
                    <a:pt x="776" y="263"/>
                  </a:cubicBezTo>
                  <a:cubicBezTo>
                    <a:pt x="776" y="264"/>
                    <a:pt x="775" y="265"/>
                    <a:pt x="775" y="265"/>
                  </a:cubicBezTo>
                  <a:cubicBezTo>
                    <a:pt x="774" y="265"/>
                    <a:pt x="774" y="266"/>
                    <a:pt x="773" y="266"/>
                  </a:cubicBezTo>
                  <a:cubicBezTo>
                    <a:pt x="772" y="267"/>
                    <a:pt x="771" y="267"/>
                    <a:pt x="771" y="268"/>
                  </a:cubicBezTo>
                  <a:cubicBezTo>
                    <a:pt x="772" y="269"/>
                    <a:pt x="772" y="268"/>
                    <a:pt x="773" y="268"/>
                  </a:cubicBezTo>
                  <a:cubicBezTo>
                    <a:pt x="773" y="268"/>
                    <a:pt x="774" y="267"/>
                    <a:pt x="774" y="267"/>
                  </a:cubicBezTo>
                  <a:cubicBezTo>
                    <a:pt x="774" y="266"/>
                    <a:pt x="775" y="266"/>
                    <a:pt x="775" y="266"/>
                  </a:cubicBezTo>
                  <a:cubicBezTo>
                    <a:pt x="775" y="266"/>
                    <a:pt x="775" y="265"/>
                    <a:pt x="775" y="265"/>
                  </a:cubicBezTo>
                  <a:cubicBezTo>
                    <a:pt x="776" y="265"/>
                    <a:pt x="776" y="265"/>
                    <a:pt x="776" y="265"/>
                  </a:cubicBezTo>
                  <a:cubicBezTo>
                    <a:pt x="776" y="265"/>
                    <a:pt x="776" y="265"/>
                    <a:pt x="776" y="265"/>
                  </a:cubicBezTo>
                  <a:close/>
                  <a:moveTo>
                    <a:pt x="935" y="273"/>
                  </a:moveTo>
                  <a:cubicBezTo>
                    <a:pt x="934" y="274"/>
                    <a:pt x="934" y="275"/>
                    <a:pt x="935" y="275"/>
                  </a:cubicBezTo>
                  <a:cubicBezTo>
                    <a:pt x="936" y="274"/>
                    <a:pt x="935" y="274"/>
                    <a:pt x="935" y="274"/>
                  </a:cubicBezTo>
                  <a:cubicBezTo>
                    <a:pt x="935" y="274"/>
                    <a:pt x="936" y="274"/>
                    <a:pt x="936" y="274"/>
                  </a:cubicBezTo>
                  <a:cubicBezTo>
                    <a:pt x="937" y="274"/>
                    <a:pt x="936" y="273"/>
                    <a:pt x="936" y="273"/>
                  </a:cubicBezTo>
                  <a:cubicBezTo>
                    <a:pt x="936" y="272"/>
                    <a:pt x="935" y="273"/>
                    <a:pt x="935" y="273"/>
                  </a:cubicBezTo>
                  <a:close/>
                  <a:moveTo>
                    <a:pt x="908" y="307"/>
                  </a:moveTo>
                  <a:cubicBezTo>
                    <a:pt x="908" y="306"/>
                    <a:pt x="908" y="306"/>
                    <a:pt x="909" y="306"/>
                  </a:cubicBezTo>
                  <a:cubicBezTo>
                    <a:pt x="908" y="307"/>
                    <a:pt x="907" y="306"/>
                    <a:pt x="907" y="307"/>
                  </a:cubicBezTo>
                  <a:cubicBezTo>
                    <a:pt x="907" y="307"/>
                    <a:pt x="908" y="307"/>
                    <a:pt x="908" y="307"/>
                  </a:cubicBezTo>
                  <a:cubicBezTo>
                    <a:pt x="909" y="307"/>
                    <a:pt x="909" y="307"/>
                    <a:pt x="909" y="307"/>
                  </a:cubicBezTo>
                  <a:cubicBezTo>
                    <a:pt x="909" y="306"/>
                    <a:pt x="909" y="306"/>
                    <a:pt x="909" y="306"/>
                  </a:cubicBezTo>
                  <a:cubicBezTo>
                    <a:pt x="909" y="306"/>
                    <a:pt x="908" y="306"/>
                    <a:pt x="908" y="307"/>
                  </a:cubicBezTo>
                  <a:close/>
                  <a:moveTo>
                    <a:pt x="772" y="236"/>
                  </a:moveTo>
                  <a:cubicBezTo>
                    <a:pt x="773" y="236"/>
                    <a:pt x="774" y="236"/>
                    <a:pt x="774" y="235"/>
                  </a:cubicBezTo>
                  <a:cubicBezTo>
                    <a:pt x="774" y="235"/>
                    <a:pt x="774" y="235"/>
                    <a:pt x="774" y="235"/>
                  </a:cubicBezTo>
                  <a:cubicBezTo>
                    <a:pt x="775" y="235"/>
                    <a:pt x="776" y="235"/>
                    <a:pt x="777" y="234"/>
                  </a:cubicBezTo>
                  <a:cubicBezTo>
                    <a:pt x="778" y="234"/>
                    <a:pt x="779" y="233"/>
                    <a:pt x="779" y="232"/>
                  </a:cubicBezTo>
                  <a:cubicBezTo>
                    <a:pt x="779" y="232"/>
                    <a:pt x="780" y="232"/>
                    <a:pt x="780" y="232"/>
                  </a:cubicBezTo>
                  <a:cubicBezTo>
                    <a:pt x="779" y="232"/>
                    <a:pt x="779" y="233"/>
                    <a:pt x="779" y="232"/>
                  </a:cubicBezTo>
                  <a:cubicBezTo>
                    <a:pt x="778" y="233"/>
                    <a:pt x="777" y="233"/>
                    <a:pt x="775" y="234"/>
                  </a:cubicBezTo>
                  <a:cubicBezTo>
                    <a:pt x="774" y="234"/>
                    <a:pt x="773" y="234"/>
                    <a:pt x="772" y="235"/>
                  </a:cubicBezTo>
                  <a:cubicBezTo>
                    <a:pt x="772" y="235"/>
                    <a:pt x="772" y="235"/>
                    <a:pt x="772" y="235"/>
                  </a:cubicBezTo>
                  <a:cubicBezTo>
                    <a:pt x="772" y="236"/>
                    <a:pt x="771" y="236"/>
                    <a:pt x="772" y="236"/>
                  </a:cubicBezTo>
                  <a:close/>
                  <a:moveTo>
                    <a:pt x="904" y="305"/>
                  </a:moveTo>
                  <a:cubicBezTo>
                    <a:pt x="904" y="305"/>
                    <a:pt x="904" y="305"/>
                    <a:pt x="904" y="305"/>
                  </a:cubicBezTo>
                  <a:cubicBezTo>
                    <a:pt x="904" y="304"/>
                    <a:pt x="902" y="306"/>
                    <a:pt x="902" y="306"/>
                  </a:cubicBezTo>
                  <a:cubicBezTo>
                    <a:pt x="902" y="306"/>
                    <a:pt x="901" y="306"/>
                    <a:pt x="901" y="306"/>
                  </a:cubicBezTo>
                  <a:cubicBezTo>
                    <a:pt x="902" y="307"/>
                    <a:pt x="902" y="306"/>
                    <a:pt x="902" y="306"/>
                  </a:cubicBezTo>
                  <a:cubicBezTo>
                    <a:pt x="902" y="306"/>
                    <a:pt x="904" y="306"/>
                    <a:pt x="904" y="306"/>
                  </a:cubicBezTo>
                  <a:cubicBezTo>
                    <a:pt x="904" y="305"/>
                    <a:pt x="904" y="305"/>
                    <a:pt x="904" y="305"/>
                  </a:cubicBezTo>
                  <a:cubicBezTo>
                    <a:pt x="904" y="305"/>
                    <a:pt x="904" y="305"/>
                    <a:pt x="904" y="305"/>
                  </a:cubicBezTo>
                  <a:close/>
                  <a:moveTo>
                    <a:pt x="487" y="229"/>
                  </a:moveTo>
                  <a:cubicBezTo>
                    <a:pt x="487" y="229"/>
                    <a:pt x="488" y="229"/>
                    <a:pt x="488" y="229"/>
                  </a:cubicBezTo>
                  <a:cubicBezTo>
                    <a:pt x="488" y="228"/>
                    <a:pt x="487" y="228"/>
                    <a:pt x="487" y="228"/>
                  </a:cubicBezTo>
                  <a:cubicBezTo>
                    <a:pt x="487" y="227"/>
                    <a:pt x="486" y="228"/>
                    <a:pt x="486" y="229"/>
                  </a:cubicBezTo>
                  <a:cubicBezTo>
                    <a:pt x="486" y="229"/>
                    <a:pt x="487" y="230"/>
                    <a:pt x="487" y="229"/>
                  </a:cubicBezTo>
                  <a:close/>
                  <a:moveTo>
                    <a:pt x="488" y="233"/>
                  </a:moveTo>
                  <a:cubicBezTo>
                    <a:pt x="488" y="233"/>
                    <a:pt x="488" y="233"/>
                    <a:pt x="488" y="233"/>
                  </a:cubicBezTo>
                  <a:cubicBezTo>
                    <a:pt x="488" y="234"/>
                    <a:pt x="488" y="234"/>
                    <a:pt x="488" y="234"/>
                  </a:cubicBezTo>
                  <a:cubicBezTo>
                    <a:pt x="488" y="235"/>
                    <a:pt x="489" y="234"/>
                    <a:pt x="488" y="235"/>
                  </a:cubicBezTo>
                  <a:cubicBezTo>
                    <a:pt x="488" y="235"/>
                    <a:pt x="489" y="235"/>
                    <a:pt x="489" y="234"/>
                  </a:cubicBezTo>
                  <a:cubicBezTo>
                    <a:pt x="489" y="232"/>
                    <a:pt x="488" y="234"/>
                    <a:pt x="488" y="234"/>
                  </a:cubicBezTo>
                  <a:cubicBezTo>
                    <a:pt x="488" y="233"/>
                    <a:pt x="489" y="232"/>
                    <a:pt x="488" y="232"/>
                  </a:cubicBezTo>
                  <a:cubicBezTo>
                    <a:pt x="488" y="231"/>
                    <a:pt x="489" y="231"/>
                    <a:pt x="490" y="231"/>
                  </a:cubicBezTo>
                  <a:cubicBezTo>
                    <a:pt x="490" y="231"/>
                    <a:pt x="490" y="230"/>
                    <a:pt x="490" y="230"/>
                  </a:cubicBezTo>
                  <a:cubicBezTo>
                    <a:pt x="490" y="229"/>
                    <a:pt x="486" y="233"/>
                    <a:pt x="488" y="233"/>
                  </a:cubicBezTo>
                  <a:close/>
                  <a:moveTo>
                    <a:pt x="490" y="224"/>
                  </a:moveTo>
                  <a:cubicBezTo>
                    <a:pt x="490" y="224"/>
                    <a:pt x="490" y="224"/>
                    <a:pt x="490" y="224"/>
                  </a:cubicBezTo>
                  <a:cubicBezTo>
                    <a:pt x="491" y="224"/>
                    <a:pt x="491" y="224"/>
                    <a:pt x="491" y="224"/>
                  </a:cubicBezTo>
                  <a:cubicBezTo>
                    <a:pt x="491" y="224"/>
                    <a:pt x="491" y="224"/>
                    <a:pt x="490" y="224"/>
                  </a:cubicBezTo>
                  <a:close/>
                  <a:moveTo>
                    <a:pt x="489" y="228"/>
                  </a:moveTo>
                  <a:cubicBezTo>
                    <a:pt x="489" y="228"/>
                    <a:pt x="489" y="228"/>
                    <a:pt x="489" y="227"/>
                  </a:cubicBezTo>
                  <a:cubicBezTo>
                    <a:pt x="490" y="226"/>
                    <a:pt x="490" y="228"/>
                    <a:pt x="490" y="228"/>
                  </a:cubicBezTo>
                  <a:cubicBezTo>
                    <a:pt x="490" y="228"/>
                    <a:pt x="492" y="227"/>
                    <a:pt x="490" y="227"/>
                  </a:cubicBezTo>
                  <a:cubicBezTo>
                    <a:pt x="490" y="227"/>
                    <a:pt x="488" y="228"/>
                    <a:pt x="488" y="228"/>
                  </a:cubicBezTo>
                  <a:cubicBezTo>
                    <a:pt x="488" y="228"/>
                    <a:pt x="489" y="228"/>
                    <a:pt x="489" y="228"/>
                  </a:cubicBezTo>
                  <a:cubicBezTo>
                    <a:pt x="489" y="228"/>
                    <a:pt x="489" y="228"/>
                    <a:pt x="489" y="228"/>
                  </a:cubicBezTo>
                  <a:close/>
                  <a:moveTo>
                    <a:pt x="702" y="428"/>
                  </a:moveTo>
                  <a:cubicBezTo>
                    <a:pt x="701" y="428"/>
                    <a:pt x="701" y="428"/>
                    <a:pt x="700" y="428"/>
                  </a:cubicBezTo>
                  <a:cubicBezTo>
                    <a:pt x="700" y="428"/>
                    <a:pt x="701" y="428"/>
                    <a:pt x="702" y="428"/>
                  </a:cubicBezTo>
                  <a:close/>
                  <a:moveTo>
                    <a:pt x="667" y="435"/>
                  </a:moveTo>
                  <a:cubicBezTo>
                    <a:pt x="667" y="435"/>
                    <a:pt x="668" y="436"/>
                    <a:pt x="669" y="436"/>
                  </a:cubicBezTo>
                  <a:cubicBezTo>
                    <a:pt x="669" y="436"/>
                    <a:pt x="670" y="436"/>
                    <a:pt x="670" y="435"/>
                  </a:cubicBezTo>
                  <a:cubicBezTo>
                    <a:pt x="670" y="435"/>
                    <a:pt x="670" y="435"/>
                    <a:pt x="670" y="435"/>
                  </a:cubicBezTo>
                  <a:cubicBezTo>
                    <a:pt x="670" y="435"/>
                    <a:pt x="669" y="434"/>
                    <a:pt x="669" y="435"/>
                  </a:cubicBezTo>
                  <a:cubicBezTo>
                    <a:pt x="668" y="435"/>
                    <a:pt x="667" y="435"/>
                    <a:pt x="667" y="435"/>
                  </a:cubicBezTo>
                  <a:close/>
                  <a:moveTo>
                    <a:pt x="699" y="430"/>
                  </a:moveTo>
                  <a:cubicBezTo>
                    <a:pt x="699" y="430"/>
                    <a:pt x="698" y="430"/>
                    <a:pt x="698" y="430"/>
                  </a:cubicBezTo>
                  <a:cubicBezTo>
                    <a:pt x="698" y="430"/>
                    <a:pt x="698" y="430"/>
                    <a:pt x="698" y="430"/>
                  </a:cubicBezTo>
                  <a:cubicBezTo>
                    <a:pt x="698" y="430"/>
                    <a:pt x="698" y="430"/>
                    <a:pt x="698" y="430"/>
                  </a:cubicBezTo>
                  <a:cubicBezTo>
                    <a:pt x="699" y="430"/>
                    <a:pt x="699" y="430"/>
                    <a:pt x="699" y="430"/>
                  </a:cubicBezTo>
                  <a:close/>
                  <a:moveTo>
                    <a:pt x="733" y="435"/>
                  </a:moveTo>
                  <a:cubicBezTo>
                    <a:pt x="733" y="435"/>
                    <a:pt x="733" y="435"/>
                    <a:pt x="733" y="435"/>
                  </a:cubicBezTo>
                  <a:cubicBezTo>
                    <a:pt x="733" y="435"/>
                    <a:pt x="733" y="435"/>
                    <a:pt x="733" y="435"/>
                  </a:cubicBezTo>
                  <a:close/>
                  <a:moveTo>
                    <a:pt x="734" y="434"/>
                  </a:moveTo>
                  <a:cubicBezTo>
                    <a:pt x="734" y="434"/>
                    <a:pt x="734" y="435"/>
                    <a:pt x="733" y="435"/>
                  </a:cubicBezTo>
                  <a:cubicBezTo>
                    <a:pt x="734" y="434"/>
                    <a:pt x="736" y="433"/>
                    <a:pt x="736" y="433"/>
                  </a:cubicBezTo>
                  <a:cubicBezTo>
                    <a:pt x="736" y="434"/>
                    <a:pt x="735" y="434"/>
                    <a:pt x="734" y="434"/>
                  </a:cubicBezTo>
                  <a:close/>
                  <a:moveTo>
                    <a:pt x="732" y="435"/>
                  </a:moveTo>
                  <a:cubicBezTo>
                    <a:pt x="732" y="435"/>
                    <a:pt x="733" y="435"/>
                    <a:pt x="733" y="435"/>
                  </a:cubicBezTo>
                  <a:cubicBezTo>
                    <a:pt x="733" y="435"/>
                    <a:pt x="733" y="435"/>
                    <a:pt x="732" y="435"/>
                  </a:cubicBezTo>
                  <a:close/>
                  <a:moveTo>
                    <a:pt x="610" y="464"/>
                  </a:moveTo>
                  <a:cubicBezTo>
                    <a:pt x="610" y="465"/>
                    <a:pt x="609" y="466"/>
                    <a:pt x="610" y="467"/>
                  </a:cubicBezTo>
                  <a:cubicBezTo>
                    <a:pt x="610" y="468"/>
                    <a:pt x="610" y="469"/>
                    <a:pt x="610" y="470"/>
                  </a:cubicBezTo>
                  <a:cubicBezTo>
                    <a:pt x="610" y="471"/>
                    <a:pt x="609" y="473"/>
                    <a:pt x="610" y="474"/>
                  </a:cubicBezTo>
                  <a:cubicBezTo>
                    <a:pt x="610" y="472"/>
                    <a:pt x="610" y="470"/>
                    <a:pt x="610" y="468"/>
                  </a:cubicBezTo>
                  <a:cubicBezTo>
                    <a:pt x="610" y="466"/>
                    <a:pt x="610" y="464"/>
                    <a:pt x="611" y="461"/>
                  </a:cubicBezTo>
                  <a:cubicBezTo>
                    <a:pt x="610" y="462"/>
                    <a:pt x="610" y="463"/>
                    <a:pt x="610" y="464"/>
                  </a:cubicBezTo>
                  <a:close/>
                  <a:moveTo>
                    <a:pt x="637" y="440"/>
                  </a:moveTo>
                  <a:cubicBezTo>
                    <a:pt x="638" y="440"/>
                    <a:pt x="639" y="439"/>
                    <a:pt x="640" y="439"/>
                  </a:cubicBezTo>
                  <a:cubicBezTo>
                    <a:pt x="640" y="438"/>
                    <a:pt x="642" y="438"/>
                    <a:pt x="640" y="438"/>
                  </a:cubicBezTo>
                  <a:cubicBezTo>
                    <a:pt x="641" y="438"/>
                    <a:pt x="638" y="440"/>
                    <a:pt x="637" y="440"/>
                  </a:cubicBezTo>
                  <a:close/>
                  <a:moveTo>
                    <a:pt x="667" y="434"/>
                  </a:moveTo>
                  <a:cubicBezTo>
                    <a:pt x="667" y="435"/>
                    <a:pt x="667" y="434"/>
                    <a:pt x="667" y="434"/>
                  </a:cubicBezTo>
                  <a:cubicBezTo>
                    <a:pt x="667" y="434"/>
                    <a:pt x="668" y="434"/>
                    <a:pt x="668" y="434"/>
                  </a:cubicBezTo>
                  <a:cubicBezTo>
                    <a:pt x="668" y="434"/>
                    <a:pt x="667" y="434"/>
                    <a:pt x="667" y="434"/>
                  </a:cubicBezTo>
                  <a:close/>
                  <a:moveTo>
                    <a:pt x="717" y="426"/>
                  </a:moveTo>
                  <a:cubicBezTo>
                    <a:pt x="717" y="427"/>
                    <a:pt x="714" y="427"/>
                    <a:pt x="714" y="427"/>
                  </a:cubicBezTo>
                  <a:cubicBezTo>
                    <a:pt x="715" y="427"/>
                    <a:pt x="716" y="427"/>
                    <a:pt x="717" y="427"/>
                  </a:cubicBezTo>
                  <a:cubicBezTo>
                    <a:pt x="718" y="426"/>
                    <a:pt x="720" y="426"/>
                    <a:pt x="721" y="426"/>
                  </a:cubicBezTo>
                  <a:cubicBezTo>
                    <a:pt x="720" y="426"/>
                    <a:pt x="718" y="426"/>
                    <a:pt x="717" y="426"/>
                  </a:cubicBezTo>
                  <a:close/>
                  <a:moveTo>
                    <a:pt x="623" y="448"/>
                  </a:moveTo>
                  <a:cubicBezTo>
                    <a:pt x="624" y="448"/>
                    <a:pt x="624" y="448"/>
                    <a:pt x="625" y="447"/>
                  </a:cubicBezTo>
                  <a:cubicBezTo>
                    <a:pt x="624" y="447"/>
                    <a:pt x="624" y="448"/>
                    <a:pt x="623" y="448"/>
                  </a:cubicBezTo>
                  <a:close/>
                  <a:moveTo>
                    <a:pt x="674" y="437"/>
                  </a:moveTo>
                  <a:cubicBezTo>
                    <a:pt x="674" y="438"/>
                    <a:pt x="673" y="438"/>
                    <a:pt x="673" y="438"/>
                  </a:cubicBezTo>
                  <a:cubicBezTo>
                    <a:pt x="673" y="439"/>
                    <a:pt x="674" y="439"/>
                    <a:pt x="675" y="439"/>
                  </a:cubicBezTo>
                  <a:cubicBezTo>
                    <a:pt x="674" y="439"/>
                    <a:pt x="675" y="438"/>
                    <a:pt x="675" y="438"/>
                  </a:cubicBezTo>
                  <a:cubicBezTo>
                    <a:pt x="674" y="438"/>
                    <a:pt x="674" y="437"/>
                    <a:pt x="674" y="437"/>
                  </a:cubicBezTo>
                  <a:close/>
                  <a:moveTo>
                    <a:pt x="694" y="430"/>
                  </a:moveTo>
                  <a:cubicBezTo>
                    <a:pt x="694" y="430"/>
                    <a:pt x="695" y="430"/>
                    <a:pt x="695" y="430"/>
                  </a:cubicBezTo>
                  <a:cubicBezTo>
                    <a:pt x="695" y="430"/>
                    <a:pt x="695" y="430"/>
                    <a:pt x="695" y="430"/>
                  </a:cubicBezTo>
                  <a:cubicBezTo>
                    <a:pt x="695" y="430"/>
                    <a:pt x="695" y="430"/>
                    <a:pt x="695" y="429"/>
                  </a:cubicBezTo>
                  <a:cubicBezTo>
                    <a:pt x="695" y="429"/>
                    <a:pt x="695" y="429"/>
                    <a:pt x="696" y="429"/>
                  </a:cubicBezTo>
                  <a:cubicBezTo>
                    <a:pt x="695" y="429"/>
                    <a:pt x="694" y="430"/>
                    <a:pt x="694" y="430"/>
                  </a:cubicBezTo>
                  <a:close/>
                  <a:moveTo>
                    <a:pt x="622" y="449"/>
                  </a:moveTo>
                  <a:cubicBezTo>
                    <a:pt x="622" y="449"/>
                    <a:pt x="622" y="449"/>
                    <a:pt x="621" y="449"/>
                  </a:cubicBezTo>
                  <a:cubicBezTo>
                    <a:pt x="621" y="450"/>
                    <a:pt x="620" y="450"/>
                    <a:pt x="619" y="450"/>
                  </a:cubicBezTo>
                  <a:cubicBezTo>
                    <a:pt x="619" y="450"/>
                    <a:pt x="618" y="451"/>
                    <a:pt x="618" y="452"/>
                  </a:cubicBezTo>
                  <a:cubicBezTo>
                    <a:pt x="619" y="451"/>
                    <a:pt x="620" y="450"/>
                    <a:pt x="621" y="450"/>
                  </a:cubicBezTo>
                  <a:cubicBezTo>
                    <a:pt x="622" y="449"/>
                    <a:pt x="623" y="449"/>
                    <a:pt x="623" y="448"/>
                  </a:cubicBezTo>
                  <a:cubicBezTo>
                    <a:pt x="623" y="448"/>
                    <a:pt x="623" y="449"/>
                    <a:pt x="622" y="449"/>
                  </a:cubicBezTo>
                  <a:close/>
                  <a:moveTo>
                    <a:pt x="704" y="428"/>
                  </a:moveTo>
                  <a:cubicBezTo>
                    <a:pt x="705" y="428"/>
                    <a:pt x="706" y="428"/>
                    <a:pt x="706" y="428"/>
                  </a:cubicBezTo>
                  <a:cubicBezTo>
                    <a:pt x="706" y="428"/>
                    <a:pt x="706" y="428"/>
                    <a:pt x="706" y="428"/>
                  </a:cubicBezTo>
                  <a:cubicBezTo>
                    <a:pt x="705" y="428"/>
                    <a:pt x="705" y="428"/>
                    <a:pt x="704" y="428"/>
                  </a:cubicBezTo>
                  <a:close/>
                  <a:moveTo>
                    <a:pt x="617" y="452"/>
                  </a:moveTo>
                  <a:cubicBezTo>
                    <a:pt x="617" y="453"/>
                    <a:pt x="617" y="453"/>
                    <a:pt x="617" y="453"/>
                  </a:cubicBezTo>
                  <a:cubicBezTo>
                    <a:pt x="616" y="453"/>
                    <a:pt x="616" y="454"/>
                    <a:pt x="616" y="454"/>
                  </a:cubicBezTo>
                  <a:cubicBezTo>
                    <a:pt x="617" y="453"/>
                    <a:pt x="618" y="452"/>
                    <a:pt x="618" y="451"/>
                  </a:cubicBezTo>
                  <a:cubicBezTo>
                    <a:pt x="618" y="451"/>
                    <a:pt x="617" y="452"/>
                    <a:pt x="617" y="452"/>
                  </a:cubicBezTo>
                  <a:close/>
                  <a:moveTo>
                    <a:pt x="613" y="456"/>
                  </a:moveTo>
                  <a:cubicBezTo>
                    <a:pt x="613" y="457"/>
                    <a:pt x="612" y="458"/>
                    <a:pt x="611" y="459"/>
                  </a:cubicBezTo>
                  <a:cubicBezTo>
                    <a:pt x="611" y="459"/>
                    <a:pt x="611" y="461"/>
                    <a:pt x="611" y="461"/>
                  </a:cubicBezTo>
                  <a:cubicBezTo>
                    <a:pt x="611" y="461"/>
                    <a:pt x="611" y="460"/>
                    <a:pt x="611" y="460"/>
                  </a:cubicBezTo>
                  <a:cubicBezTo>
                    <a:pt x="612" y="459"/>
                    <a:pt x="612" y="458"/>
                    <a:pt x="613" y="458"/>
                  </a:cubicBezTo>
                  <a:cubicBezTo>
                    <a:pt x="613" y="457"/>
                    <a:pt x="614" y="456"/>
                    <a:pt x="614" y="456"/>
                  </a:cubicBezTo>
                  <a:cubicBezTo>
                    <a:pt x="614" y="455"/>
                    <a:pt x="615" y="455"/>
                    <a:pt x="615" y="455"/>
                  </a:cubicBezTo>
                  <a:cubicBezTo>
                    <a:pt x="615" y="455"/>
                    <a:pt x="613" y="457"/>
                    <a:pt x="613" y="456"/>
                  </a:cubicBezTo>
                  <a:close/>
                  <a:moveTo>
                    <a:pt x="436" y="392"/>
                  </a:moveTo>
                  <a:cubicBezTo>
                    <a:pt x="436" y="393"/>
                    <a:pt x="437" y="393"/>
                    <a:pt x="436" y="394"/>
                  </a:cubicBezTo>
                  <a:cubicBezTo>
                    <a:pt x="436" y="394"/>
                    <a:pt x="437" y="394"/>
                    <a:pt x="437" y="394"/>
                  </a:cubicBezTo>
                  <a:cubicBezTo>
                    <a:pt x="438" y="395"/>
                    <a:pt x="438" y="393"/>
                    <a:pt x="438" y="393"/>
                  </a:cubicBezTo>
                  <a:cubicBezTo>
                    <a:pt x="437" y="393"/>
                    <a:pt x="436" y="392"/>
                    <a:pt x="436" y="392"/>
                  </a:cubicBezTo>
                  <a:close/>
                  <a:moveTo>
                    <a:pt x="421" y="386"/>
                  </a:moveTo>
                  <a:cubicBezTo>
                    <a:pt x="421" y="386"/>
                    <a:pt x="423" y="386"/>
                    <a:pt x="422" y="386"/>
                  </a:cubicBezTo>
                  <a:cubicBezTo>
                    <a:pt x="422" y="386"/>
                    <a:pt x="421" y="386"/>
                    <a:pt x="421" y="386"/>
                  </a:cubicBezTo>
                  <a:close/>
                  <a:moveTo>
                    <a:pt x="425" y="386"/>
                  </a:moveTo>
                  <a:cubicBezTo>
                    <a:pt x="424" y="386"/>
                    <a:pt x="424" y="386"/>
                    <a:pt x="423" y="386"/>
                  </a:cubicBezTo>
                  <a:cubicBezTo>
                    <a:pt x="423" y="387"/>
                    <a:pt x="423" y="388"/>
                    <a:pt x="424" y="388"/>
                  </a:cubicBezTo>
                  <a:cubicBezTo>
                    <a:pt x="424" y="387"/>
                    <a:pt x="425" y="387"/>
                    <a:pt x="425" y="387"/>
                  </a:cubicBezTo>
                  <a:cubicBezTo>
                    <a:pt x="425" y="387"/>
                    <a:pt x="425" y="386"/>
                    <a:pt x="425" y="386"/>
                  </a:cubicBezTo>
                  <a:close/>
                  <a:moveTo>
                    <a:pt x="426" y="395"/>
                  </a:moveTo>
                  <a:cubicBezTo>
                    <a:pt x="426" y="394"/>
                    <a:pt x="425" y="395"/>
                    <a:pt x="426" y="395"/>
                  </a:cubicBezTo>
                  <a:cubicBezTo>
                    <a:pt x="427" y="395"/>
                    <a:pt x="427" y="395"/>
                    <a:pt x="426" y="395"/>
                  </a:cubicBezTo>
                  <a:close/>
                  <a:moveTo>
                    <a:pt x="429" y="386"/>
                  </a:moveTo>
                  <a:cubicBezTo>
                    <a:pt x="428" y="386"/>
                    <a:pt x="427" y="386"/>
                    <a:pt x="427" y="386"/>
                  </a:cubicBezTo>
                  <a:cubicBezTo>
                    <a:pt x="426" y="386"/>
                    <a:pt x="426" y="386"/>
                    <a:pt x="426" y="386"/>
                  </a:cubicBezTo>
                  <a:cubicBezTo>
                    <a:pt x="426" y="386"/>
                    <a:pt x="426" y="386"/>
                    <a:pt x="426" y="387"/>
                  </a:cubicBezTo>
                  <a:cubicBezTo>
                    <a:pt x="427" y="387"/>
                    <a:pt x="428" y="387"/>
                    <a:pt x="428" y="387"/>
                  </a:cubicBezTo>
                  <a:cubicBezTo>
                    <a:pt x="429" y="387"/>
                    <a:pt x="429" y="387"/>
                    <a:pt x="429" y="386"/>
                  </a:cubicBezTo>
                  <a:cubicBezTo>
                    <a:pt x="430" y="386"/>
                    <a:pt x="429" y="386"/>
                    <a:pt x="429" y="386"/>
                  </a:cubicBezTo>
                  <a:close/>
                  <a:moveTo>
                    <a:pt x="434" y="397"/>
                  </a:moveTo>
                  <a:cubicBezTo>
                    <a:pt x="433" y="398"/>
                    <a:pt x="434" y="398"/>
                    <a:pt x="434" y="399"/>
                  </a:cubicBezTo>
                  <a:cubicBezTo>
                    <a:pt x="434" y="399"/>
                    <a:pt x="434" y="399"/>
                    <a:pt x="434" y="399"/>
                  </a:cubicBezTo>
                  <a:cubicBezTo>
                    <a:pt x="434" y="400"/>
                    <a:pt x="435" y="399"/>
                    <a:pt x="435" y="399"/>
                  </a:cubicBezTo>
                  <a:cubicBezTo>
                    <a:pt x="435" y="399"/>
                    <a:pt x="434" y="398"/>
                    <a:pt x="434" y="398"/>
                  </a:cubicBezTo>
                  <a:cubicBezTo>
                    <a:pt x="434" y="398"/>
                    <a:pt x="434" y="397"/>
                    <a:pt x="434" y="397"/>
                  </a:cubicBezTo>
                  <a:close/>
                  <a:moveTo>
                    <a:pt x="811" y="388"/>
                  </a:moveTo>
                  <a:cubicBezTo>
                    <a:pt x="811" y="388"/>
                    <a:pt x="811" y="388"/>
                    <a:pt x="811" y="388"/>
                  </a:cubicBezTo>
                  <a:cubicBezTo>
                    <a:pt x="811" y="388"/>
                    <a:pt x="811" y="388"/>
                    <a:pt x="811" y="388"/>
                  </a:cubicBezTo>
                  <a:cubicBezTo>
                    <a:pt x="811" y="388"/>
                    <a:pt x="810" y="388"/>
                    <a:pt x="811" y="388"/>
                  </a:cubicBezTo>
                  <a:close/>
                  <a:moveTo>
                    <a:pt x="833" y="375"/>
                  </a:moveTo>
                  <a:cubicBezTo>
                    <a:pt x="833" y="374"/>
                    <a:pt x="834" y="374"/>
                    <a:pt x="835" y="374"/>
                  </a:cubicBezTo>
                  <a:cubicBezTo>
                    <a:pt x="835" y="374"/>
                    <a:pt x="835" y="374"/>
                    <a:pt x="835" y="374"/>
                  </a:cubicBezTo>
                  <a:cubicBezTo>
                    <a:pt x="834" y="374"/>
                    <a:pt x="833" y="374"/>
                    <a:pt x="833" y="375"/>
                  </a:cubicBezTo>
                  <a:close/>
                  <a:moveTo>
                    <a:pt x="831" y="376"/>
                  </a:moveTo>
                  <a:cubicBezTo>
                    <a:pt x="831" y="376"/>
                    <a:pt x="832" y="375"/>
                    <a:pt x="832" y="375"/>
                  </a:cubicBezTo>
                  <a:cubicBezTo>
                    <a:pt x="832" y="375"/>
                    <a:pt x="831" y="375"/>
                    <a:pt x="831" y="376"/>
                  </a:cubicBezTo>
                  <a:close/>
                  <a:moveTo>
                    <a:pt x="839" y="370"/>
                  </a:moveTo>
                  <a:cubicBezTo>
                    <a:pt x="838" y="371"/>
                    <a:pt x="838" y="372"/>
                    <a:pt x="838" y="373"/>
                  </a:cubicBezTo>
                  <a:cubicBezTo>
                    <a:pt x="837" y="373"/>
                    <a:pt x="836" y="373"/>
                    <a:pt x="835" y="374"/>
                  </a:cubicBezTo>
                  <a:cubicBezTo>
                    <a:pt x="836" y="374"/>
                    <a:pt x="837" y="373"/>
                    <a:pt x="837" y="373"/>
                  </a:cubicBezTo>
                  <a:cubicBezTo>
                    <a:pt x="838" y="373"/>
                    <a:pt x="840" y="367"/>
                    <a:pt x="839" y="367"/>
                  </a:cubicBezTo>
                  <a:cubicBezTo>
                    <a:pt x="840" y="367"/>
                    <a:pt x="839" y="370"/>
                    <a:pt x="839" y="370"/>
                  </a:cubicBezTo>
                  <a:close/>
                  <a:moveTo>
                    <a:pt x="816" y="382"/>
                  </a:moveTo>
                  <a:cubicBezTo>
                    <a:pt x="816" y="382"/>
                    <a:pt x="818" y="381"/>
                    <a:pt x="818" y="381"/>
                  </a:cubicBezTo>
                  <a:cubicBezTo>
                    <a:pt x="818" y="381"/>
                    <a:pt x="818" y="381"/>
                    <a:pt x="818" y="381"/>
                  </a:cubicBezTo>
                  <a:cubicBezTo>
                    <a:pt x="817" y="381"/>
                    <a:pt x="816" y="382"/>
                    <a:pt x="816" y="382"/>
                  </a:cubicBezTo>
                  <a:close/>
                  <a:moveTo>
                    <a:pt x="826" y="380"/>
                  </a:moveTo>
                  <a:cubicBezTo>
                    <a:pt x="826" y="380"/>
                    <a:pt x="828" y="378"/>
                    <a:pt x="828" y="378"/>
                  </a:cubicBezTo>
                  <a:cubicBezTo>
                    <a:pt x="829" y="378"/>
                    <a:pt x="830" y="377"/>
                    <a:pt x="830" y="376"/>
                  </a:cubicBezTo>
                  <a:cubicBezTo>
                    <a:pt x="829" y="377"/>
                    <a:pt x="827" y="379"/>
                    <a:pt x="826" y="380"/>
                  </a:cubicBezTo>
                  <a:close/>
                  <a:moveTo>
                    <a:pt x="821" y="379"/>
                  </a:moveTo>
                  <a:cubicBezTo>
                    <a:pt x="823" y="379"/>
                    <a:pt x="824" y="379"/>
                    <a:pt x="825" y="379"/>
                  </a:cubicBezTo>
                  <a:cubicBezTo>
                    <a:pt x="825" y="379"/>
                    <a:pt x="825" y="379"/>
                    <a:pt x="824" y="379"/>
                  </a:cubicBezTo>
                  <a:cubicBezTo>
                    <a:pt x="824" y="379"/>
                    <a:pt x="822" y="379"/>
                    <a:pt x="821" y="379"/>
                  </a:cubicBezTo>
                  <a:close/>
                  <a:moveTo>
                    <a:pt x="754" y="489"/>
                  </a:moveTo>
                  <a:cubicBezTo>
                    <a:pt x="754" y="489"/>
                    <a:pt x="755" y="489"/>
                    <a:pt x="755" y="489"/>
                  </a:cubicBezTo>
                  <a:cubicBezTo>
                    <a:pt x="755" y="489"/>
                    <a:pt x="755" y="489"/>
                    <a:pt x="755" y="489"/>
                  </a:cubicBezTo>
                  <a:cubicBezTo>
                    <a:pt x="755" y="489"/>
                    <a:pt x="754" y="489"/>
                    <a:pt x="754" y="489"/>
                  </a:cubicBezTo>
                  <a:close/>
                  <a:moveTo>
                    <a:pt x="755" y="489"/>
                  </a:moveTo>
                  <a:cubicBezTo>
                    <a:pt x="755" y="489"/>
                    <a:pt x="755" y="489"/>
                    <a:pt x="755" y="489"/>
                  </a:cubicBezTo>
                  <a:cubicBezTo>
                    <a:pt x="755" y="489"/>
                    <a:pt x="755" y="489"/>
                    <a:pt x="755" y="489"/>
                  </a:cubicBezTo>
                  <a:close/>
                  <a:moveTo>
                    <a:pt x="759" y="489"/>
                  </a:moveTo>
                  <a:cubicBezTo>
                    <a:pt x="759" y="489"/>
                    <a:pt x="759" y="489"/>
                    <a:pt x="759" y="489"/>
                  </a:cubicBezTo>
                  <a:cubicBezTo>
                    <a:pt x="759" y="489"/>
                    <a:pt x="759" y="489"/>
                    <a:pt x="759" y="489"/>
                  </a:cubicBezTo>
                  <a:cubicBezTo>
                    <a:pt x="759" y="489"/>
                    <a:pt x="758" y="489"/>
                    <a:pt x="758" y="489"/>
                  </a:cubicBezTo>
                  <a:cubicBezTo>
                    <a:pt x="758" y="489"/>
                    <a:pt x="758" y="489"/>
                    <a:pt x="759" y="489"/>
                  </a:cubicBezTo>
                  <a:close/>
                  <a:moveTo>
                    <a:pt x="767" y="483"/>
                  </a:moveTo>
                  <a:cubicBezTo>
                    <a:pt x="767" y="483"/>
                    <a:pt x="766" y="484"/>
                    <a:pt x="765" y="484"/>
                  </a:cubicBezTo>
                  <a:cubicBezTo>
                    <a:pt x="766" y="484"/>
                    <a:pt x="764" y="486"/>
                    <a:pt x="764" y="486"/>
                  </a:cubicBezTo>
                  <a:cubicBezTo>
                    <a:pt x="764" y="486"/>
                    <a:pt x="765" y="485"/>
                    <a:pt x="766" y="484"/>
                  </a:cubicBezTo>
                  <a:cubicBezTo>
                    <a:pt x="766" y="484"/>
                    <a:pt x="767" y="483"/>
                    <a:pt x="767" y="482"/>
                  </a:cubicBezTo>
                  <a:cubicBezTo>
                    <a:pt x="767" y="482"/>
                    <a:pt x="768" y="482"/>
                    <a:pt x="768" y="482"/>
                  </a:cubicBezTo>
                  <a:cubicBezTo>
                    <a:pt x="768" y="482"/>
                    <a:pt x="766" y="482"/>
                    <a:pt x="767" y="483"/>
                  </a:cubicBezTo>
                  <a:close/>
                  <a:moveTo>
                    <a:pt x="762" y="487"/>
                  </a:moveTo>
                  <a:cubicBezTo>
                    <a:pt x="762" y="487"/>
                    <a:pt x="762" y="487"/>
                    <a:pt x="763" y="487"/>
                  </a:cubicBezTo>
                  <a:cubicBezTo>
                    <a:pt x="763" y="487"/>
                    <a:pt x="762" y="487"/>
                    <a:pt x="762" y="487"/>
                  </a:cubicBezTo>
                  <a:close/>
                  <a:moveTo>
                    <a:pt x="752" y="469"/>
                  </a:moveTo>
                  <a:cubicBezTo>
                    <a:pt x="752" y="469"/>
                    <a:pt x="752" y="469"/>
                    <a:pt x="752" y="469"/>
                  </a:cubicBezTo>
                  <a:cubicBezTo>
                    <a:pt x="751" y="469"/>
                    <a:pt x="753" y="471"/>
                    <a:pt x="753" y="470"/>
                  </a:cubicBezTo>
                  <a:cubicBezTo>
                    <a:pt x="753" y="470"/>
                    <a:pt x="752" y="469"/>
                    <a:pt x="752" y="469"/>
                  </a:cubicBezTo>
                  <a:close/>
                  <a:moveTo>
                    <a:pt x="752" y="490"/>
                  </a:moveTo>
                  <a:cubicBezTo>
                    <a:pt x="752" y="490"/>
                    <a:pt x="753" y="490"/>
                    <a:pt x="753" y="490"/>
                  </a:cubicBezTo>
                  <a:cubicBezTo>
                    <a:pt x="753" y="490"/>
                    <a:pt x="753" y="490"/>
                    <a:pt x="753" y="490"/>
                  </a:cubicBezTo>
                  <a:cubicBezTo>
                    <a:pt x="752" y="490"/>
                    <a:pt x="752" y="490"/>
                    <a:pt x="752" y="490"/>
                  </a:cubicBezTo>
                  <a:close/>
                  <a:moveTo>
                    <a:pt x="748" y="490"/>
                  </a:moveTo>
                  <a:cubicBezTo>
                    <a:pt x="749" y="490"/>
                    <a:pt x="749" y="490"/>
                    <a:pt x="748" y="490"/>
                  </a:cubicBezTo>
                  <a:cubicBezTo>
                    <a:pt x="749" y="490"/>
                    <a:pt x="749" y="490"/>
                    <a:pt x="749" y="490"/>
                  </a:cubicBezTo>
                  <a:cubicBezTo>
                    <a:pt x="749" y="490"/>
                    <a:pt x="748" y="490"/>
                    <a:pt x="748" y="490"/>
                  </a:cubicBezTo>
                  <a:close/>
                  <a:moveTo>
                    <a:pt x="761" y="488"/>
                  </a:moveTo>
                  <a:cubicBezTo>
                    <a:pt x="761" y="488"/>
                    <a:pt x="761" y="488"/>
                    <a:pt x="762" y="488"/>
                  </a:cubicBezTo>
                  <a:cubicBezTo>
                    <a:pt x="762" y="487"/>
                    <a:pt x="762" y="487"/>
                    <a:pt x="761" y="487"/>
                  </a:cubicBezTo>
                  <a:cubicBezTo>
                    <a:pt x="761" y="487"/>
                    <a:pt x="761" y="488"/>
                    <a:pt x="761" y="488"/>
                  </a:cubicBezTo>
                  <a:close/>
                  <a:moveTo>
                    <a:pt x="760" y="488"/>
                  </a:moveTo>
                  <a:cubicBezTo>
                    <a:pt x="760" y="488"/>
                    <a:pt x="760" y="488"/>
                    <a:pt x="760" y="488"/>
                  </a:cubicBezTo>
                  <a:cubicBezTo>
                    <a:pt x="760" y="488"/>
                    <a:pt x="759" y="488"/>
                    <a:pt x="759" y="489"/>
                  </a:cubicBezTo>
                  <a:cubicBezTo>
                    <a:pt x="759" y="488"/>
                    <a:pt x="760" y="488"/>
                    <a:pt x="760" y="488"/>
                  </a:cubicBezTo>
                  <a:close/>
                  <a:moveTo>
                    <a:pt x="755" y="488"/>
                  </a:moveTo>
                  <a:cubicBezTo>
                    <a:pt x="756" y="489"/>
                    <a:pt x="756" y="489"/>
                    <a:pt x="756" y="490"/>
                  </a:cubicBezTo>
                  <a:cubicBezTo>
                    <a:pt x="756" y="489"/>
                    <a:pt x="756" y="489"/>
                    <a:pt x="756" y="488"/>
                  </a:cubicBezTo>
                  <a:cubicBezTo>
                    <a:pt x="755" y="488"/>
                    <a:pt x="755" y="488"/>
                    <a:pt x="755" y="488"/>
                  </a:cubicBezTo>
                  <a:close/>
                  <a:moveTo>
                    <a:pt x="752" y="490"/>
                  </a:moveTo>
                  <a:cubicBezTo>
                    <a:pt x="751" y="490"/>
                    <a:pt x="751" y="490"/>
                    <a:pt x="751" y="490"/>
                  </a:cubicBezTo>
                  <a:cubicBezTo>
                    <a:pt x="751" y="491"/>
                    <a:pt x="752" y="490"/>
                    <a:pt x="752" y="490"/>
                  </a:cubicBezTo>
                  <a:cubicBezTo>
                    <a:pt x="752" y="490"/>
                    <a:pt x="752" y="490"/>
                    <a:pt x="752" y="490"/>
                  </a:cubicBezTo>
                  <a:close/>
                  <a:moveTo>
                    <a:pt x="768" y="481"/>
                  </a:moveTo>
                  <a:cubicBezTo>
                    <a:pt x="768" y="481"/>
                    <a:pt x="768" y="481"/>
                    <a:pt x="769" y="480"/>
                  </a:cubicBezTo>
                  <a:cubicBezTo>
                    <a:pt x="769" y="480"/>
                    <a:pt x="768" y="481"/>
                    <a:pt x="768" y="481"/>
                  </a:cubicBezTo>
                  <a:close/>
                  <a:moveTo>
                    <a:pt x="754" y="489"/>
                  </a:moveTo>
                  <a:cubicBezTo>
                    <a:pt x="754" y="489"/>
                    <a:pt x="754" y="489"/>
                    <a:pt x="754" y="489"/>
                  </a:cubicBezTo>
                  <a:cubicBezTo>
                    <a:pt x="754" y="490"/>
                    <a:pt x="754" y="489"/>
                    <a:pt x="754" y="489"/>
                  </a:cubicBezTo>
                  <a:cubicBezTo>
                    <a:pt x="754" y="490"/>
                    <a:pt x="754" y="490"/>
                    <a:pt x="754" y="490"/>
                  </a:cubicBezTo>
                  <a:cubicBezTo>
                    <a:pt x="753" y="490"/>
                    <a:pt x="753" y="490"/>
                    <a:pt x="753" y="490"/>
                  </a:cubicBezTo>
                  <a:cubicBezTo>
                    <a:pt x="754" y="490"/>
                    <a:pt x="754" y="490"/>
                    <a:pt x="754" y="490"/>
                  </a:cubicBezTo>
                  <a:cubicBezTo>
                    <a:pt x="755" y="489"/>
                    <a:pt x="754" y="489"/>
                    <a:pt x="754" y="489"/>
                  </a:cubicBezTo>
                  <a:close/>
                  <a:moveTo>
                    <a:pt x="951" y="244"/>
                  </a:moveTo>
                  <a:cubicBezTo>
                    <a:pt x="951" y="245"/>
                    <a:pt x="951" y="245"/>
                    <a:pt x="951" y="246"/>
                  </a:cubicBezTo>
                  <a:cubicBezTo>
                    <a:pt x="950" y="247"/>
                    <a:pt x="950" y="247"/>
                    <a:pt x="950" y="248"/>
                  </a:cubicBezTo>
                  <a:cubicBezTo>
                    <a:pt x="949" y="250"/>
                    <a:pt x="948" y="252"/>
                    <a:pt x="948" y="254"/>
                  </a:cubicBezTo>
                  <a:cubicBezTo>
                    <a:pt x="947" y="254"/>
                    <a:pt x="947" y="256"/>
                    <a:pt x="947" y="256"/>
                  </a:cubicBezTo>
                  <a:cubicBezTo>
                    <a:pt x="947" y="256"/>
                    <a:pt x="946" y="258"/>
                    <a:pt x="946" y="258"/>
                  </a:cubicBezTo>
                  <a:cubicBezTo>
                    <a:pt x="946" y="258"/>
                    <a:pt x="945" y="259"/>
                    <a:pt x="946" y="259"/>
                  </a:cubicBezTo>
                  <a:cubicBezTo>
                    <a:pt x="946" y="259"/>
                    <a:pt x="946" y="259"/>
                    <a:pt x="946" y="260"/>
                  </a:cubicBezTo>
                  <a:cubicBezTo>
                    <a:pt x="947" y="260"/>
                    <a:pt x="947" y="260"/>
                    <a:pt x="948" y="260"/>
                  </a:cubicBezTo>
                  <a:cubicBezTo>
                    <a:pt x="948" y="260"/>
                    <a:pt x="948" y="261"/>
                    <a:pt x="948" y="261"/>
                  </a:cubicBezTo>
                  <a:cubicBezTo>
                    <a:pt x="947" y="261"/>
                    <a:pt x="947" y="262"/>
                    <a:pt x="947" y="262"/>
                  </a:cubicBezTo>
                  <a:cubicBezTo>
                    <a:pt x="947" y="263"/>
                    <a:pt x="947" y="263"/>
                    <a:pt x="947" y="264"/>
                  </a:cubicBezTo>
                  <a:cubicBezTo>
                    <a:pt x="947" y="266"/>
                    <a:pt x="948" y="264"/>
                    <a:pt x="949" y="265"/>
                  </a:cubicBezTo>
                  <a:cubicBezTo>
                    <a:pt x="949" y="265"/>
                    <a:pt x="949" y="268"/>
                    <a:pt x="949" y="267"/>
                  </a:cubicBezTo>
                  <a:cubicBezTo>
                    <a:pt x="948" y="267"/>
                    <a:pt x="948" y="267"/>
                    <a:pt x="948" y="268"/>
                  </a:cubicBezTo>
                  <a:cubicBezTo>
                    <a:pt x="948" y="268"/>
                    <a:pt x="948" y="267"/>
                    <a:pt x="948" y="267"/>
                  </a:cubicBezTo>
                  <a:cubicBezTo>
                    <a:pt x="947" y="267"/>
                    <a:pt x="948" y="268"/>
                    <a:pt x="948" y="268"/>
                  </a:cubicBezTo>
                  <a:cubicBezTo>
                    <a:pt x="948" y="268"/>
                    <a:pt x="948" y="268"/>
                    <a:pt x="948" y="268"/>
                  </a:cubicBezTo>
                  <a:cubicBezTo>
                    <a:pt x="949" y="267"/>
                    <a:pt x="948" y="268"/>
                    <a:pt x="948" y="268"/>
                  </a:cubicBezTo>
                  <a:cubicBezTo>
                    <a:pt x="949" y="268"/>
                    <a:pt x="949" y="267"/>
                    <a:pt x="949" y="268"/>
                  </a:cubicBezTo>
                  <a:cubicBezTo>
                    <a:pt x="950" y="268"/>
                    <a:pt x="948" y="269"/>
                    <a:pt x="948" y="269"/>
                  </a:cubicBezTo>
                  <a:cubicBezTo>
                    <a:pt x="948" y="269"/>
                    <a:pt x="948" y="269"/>
                    <a:pt x="947" y="270"/>
                  </a:cubicBezTo>
                  <a:cubicBezTo>
                    <a:pt x="947" y="270"/>
                    <a:pt x="946" y="270"/>
                    <a:pt x="946" y="270"/>
                  </a:cubicBezTo>
                  <a:cubicBezTo>
                    <a:pt x="946" y="270"/>
                    <a:pt x="946" y="270"/>
                    <a:pt x="946" y="270"/>
                  </a:cubicBezTo>
                  <a:cubicBezTo>
                    <a:pt x="946" y="271"/>
                    <a:pt x="946" y="270"/>
                    <a:pt x="946" y="270"/>
                  </a:cubicBezTo>
                  <a:cubicBezTo>
                    <a:pt x="946" y="269"/>
                    <a:pt x="945" y="270"/>
                    <a:pt x="945" y="270"/>
                  </a:cubicBezTo>
                  <a:cubicBezTo>
                    <a:pt x="945" y="270"/>
                    <a:pt x="945" y="270"/>
                    <a:pt x="944" y="271"/>
                  </a:cubicBezTo>
                  <a:cubicBezTo>
                    <a:pt x="945" y="270"/>
                    <a:pt x="945" y="270"/>
                    <a:pt x="944" y="270"/>
                  </a:cubicBezTo>
                  <a:cubicBezTo>
                    <a:pt x="944" y="270"/>
                    <a:pt x="944" y="271"/>
                    <a:pt x="944" y="271"/>
                  </a:cubicBezTo>
                  <a:cubicBezTo>
                    <a:pt x="944" y="271"/>
                    <a:pt x="944" y="270"/>
                    <a:pt x="944" y="270"/>
                  </a:cubicBezTo>
                  <a:cubicBezTo>
                    <a:pt x="944" y="270"/>
                    <a:pt x="943" y="270"/>
                    <a:pt x="943" y="270"/>
                  </a:cubicBezTo>
                  <a:cubicBezTo>
                    <a:pt x="943" y="271"/>
                    <a:pt x="943" y="270"/>
                    <a:pt x="943" y="271"/>
                  </a:cubicBezTo>
                  <a:cubicBezTo>
                    <a:pt x="943" y="271"/>
                    <a:pt x="942" y="272"/>
                    <a:pt x="942" y="271"/>
                  </a:cubicBezTo>
                  <a:cubicBezTo>
                    <a:pt x="942" y="271"/>
                    <a:pt x="942" y="272"/>
                    <a:pt x="942" y="272"/>
                  </a:cubicBezTo>
                  <a:cubicBezTo>
                    <a:pt x="941" y="272"/>
                    <a:pt x="942" y="271"/>
                    <a:pt x="942" y="271"/>
                  </a:cubicBezTo>
                  <a:cubicBezTo>
                    <a:pt x="942" y="271"/>
                    <a:pt x="941" y="271"/>
                    <a:pt x="941" y="271"/>
                  </a:cubicBezTo>
                  <a:cubicBezTo>
                    <a:pt x="941" y="271"/>
                    <a:pt x="941" y="271"/>
                    <a:pt x="941" y="271"/>
                  </a:cubicBezTo>
                  <a:cubicBezTo>
                    <a:pt x="941" y="271"/>
                    <a:pt x="941" y="271"/>
                    <a:pt x="940" y="272"/>
                  </a:cubicBezTo>
                  <a:cubicBezTo>
                    <a:pt x="940" y="272"/>
                    <a:pt x="939" y="273"/>
                    <a:pt x="939" y="273"/>
                  </a:cubicBezTo>
                  <a:cubicBezTo>
                    <a:pt x="939" y="273"/>
                    <a:pt x="940" y="272"/>
                    <a:pt x="940" y="272"/>
                  </a:cubicBezTo>
                  <a:cubicBezTo>
                    <a:pt x="940" y="272"/>
                    <a:pt x="939" y="273"/>
                    <a:pt x="939" y="273"/>
                  </a:cubicBezTo>
                  <a:cubicBezTo>
                    <a:pt x="939" y="273"/>
                    <a:pt x="939" y="272"/>
                    <a:pt x="939" y="272"/>
                  </a:cubicBezTo>
                  <a:cubicBezTo>
                    <a:pt x="939" y="272"/>
                    <a:pt x="939" y="272"/>
                    <a:pt x="939" y="273"/>
                  </a:cubicBezTo>
                  <a:cubicBezTo>
                    <a:pt x="939" y="273"/>
                    <a:pt x="938" y="274"/>
                    <a:pt x="938" y="273"/>
                  </a:cubicBezTo>
                  <a:cubicBezTo>
                    <a:pt x="937" y="273"/>
                    <a:pt x="938" y="272"/>
                    <a:pt x="938" y="272"/>
                  </a:cubicBezTo>
                  <a:cubicBezTo>
                    <a:pt x="938" y="272"/>
                    <a:pt x="937" y="272"/>
                    <a:pt x="937" y="272"/>
                  </a:cubicBezTo>
                  <a:cubicBezTo>
                    <a:pt x="937" y="272"/>
                    <a:pt x="937" y="272"/>
                    <a:pt x="937" y="271"/>
                  </a:cubicBezTo>
                  <a:cubicBezTo>
                    <a:pt x="937" y="272"/>
                    <a:pt x="937" y="272"/>
                    <a:pt x="937" y="272"/>
                  </a:cubicBezTo>
                  <a:cubicBezTo>
                    <a:pt x="937" y="272"/>
                    <a:pt x="936" y="271"/>
                    <a:pt x="937" y="272"/>
                  </a:cubicBezTo>
                  <a:cubicBezTo>
                    <a:pt x="937" y="272"/>
                    <a:pt x="936" y="272"/>
                    <a:pt x="936" y="272"/>
                  </a:cubicBezTo>
                  <a:cubicBezTo>
                    <a:pt x="936" y="272"/>
                    <a:pt x="935" y="273"/>
                    <a:pt x="935" y="273"/>
                  </a:cubicBezTo>
                  <a:cubicBezTo>
                    <a:pt x="935" y="273"/>
                    <a:pt x="936" y="272"/>
                    <a:pt x="935" y="272"/>
                  </a:cubicBezTo>
                  <a:cubicBezTo>
                    <a:pt x="935" y="272"/>
                    <a:pt x="935" y="273"/>
                    <a:pt x="934" y="273"/>
                  </a:cubicBezTo>
                  <a:cubicBezTo>
                    <a:pt x="934" y="273"/>
                    <a:pt x="934" y="273"/>
                    <a:pt x="934" y="273"/>
                  </a:cubicBezTo>
                  <a:cubicBezTo>
                    <a:pt x="934" y="273"/>
                    <a:pt x="934" y="273"/>
                    <a:pt x="934" y="273"/>
                  </a:cubicBezTo>
                  <a:cubicBezTo>
                    <a:pt x="934" y="273"/>
                    <a:pt x="934" y="273"/>
                    <a:pt x="933" y="274"/>
                  </a:cubicBezTo>
                  <a:cubicBezTo>
                    <a:pt x="933" y="274"/>
                    <a:pt x="934" y="274"/>
                    <a:pt x="934" y="274"/>
                  </a:cubicBezTo>
                  <a:cubicBezTo>
                    <a:pt x="934" y="274"/>
                    <a:pt x="933" y="275"/>
                    <a:pt x="933" y="275"/>
                  </a:cubicBezTo>
                  <a:cubicBezTo>
                    <a:pt x="933" y="275"/>
                    <a:pt x="933" y="274"/>
                    <a:pt x="933" y="274"/>
                  </a:cubicBezTo>
                  <a:cubicBezTo>
                    <a:pt x="932" y="274"/>
                    <a:pt x="932" y="274"/>
                    <a:pt x="932" y="274"/>
                  </a:cubicBezTo>
                  <a:cubicBezTo>
                    <a:pt x="932" y="273"/>
                    <a:pt x="932" y="274"/>
                    <a:pt x="931" y="274"/>
                  </a:cubicBezTo>
                  <a:cubicBezTo>
                    <a:pt x="931" y="273"/>
                    <a:pt x="933" y="273"/>
                    <a:pt x="932" y="272"/>
                  </a:cubicBezTo>
                  <a:cubicBezTo>
                    <a:pt x="932" y="272"/>
                    <a:pt x="932" y="273"/>
                    <a:pt x="931" y="273"/>
                  </a:cubicBezTo>
                  <a:cubicBezTo>
                    <a:pt x="932" y="272"/>
                    <a:pt x="933" y="272"/>
                    <a:pt x="933" y="271"/>
                  </a:cubicBezTo>
                  <a:cubicBezTo>
                    <a:pt x="933" y="271"/>
                    <a:pt x="931" y="272"/>
                    <a:pt x="931" y="272"/>
                  </a:cubicBezTo>
                  <a:cubicBezTo>
                    <a:pt x="931" y="272"/>
                    <a:pt x="931" y="272"/>
                    <a:pt x="930" y="272"/>
                  </a:cubicBezTo>
                  <a:cubicBezTo>
                    <a:pt x="930" y="273"/>
                    <a:pt x="930" y="273"/>
                    <a:pt x="930" y="273"/>
                  </a:cubicBezTo>
                  <a:cubicBezTo>
                    <a:pt x="930" y="274"/>
                    <a:pt x="929" y="275"/>
                    <a:pt x="929" y="275"/>
                  </a:cubicBezTo>
                  <a:cubicBezTo>
                    <a:pt x="928" y="275"/>
                    <a:pt x="927" y="276"/>
                    <a:pt x="928" y="276"/>
                  </a:cubicBezTo>
                  <a:cubicBezTo>
                    <a:pt x="928" y="277"/>
                    <a:pt x="927" y="277"/>
                    <a:pt x="927" y="277"/>
                  </a:cubicBezTo>
                  <a:cubicBezTo>
                    <a:pt x="927" y="277"/>
                    <a:pt x="926" y="278"/>
                    <a:pt x="926" y="278"/>
                  </a:cubicBezTo>
                  <a:cubicBezTo>
                    <a:pt x="925" y="278"/>
                    <a:pt x="926" y="277"/>
                    <a:pt x="926" y="277"/>
                  </a:cubicBezTo>
                  <a:cubicBezTo>
                    <a:pt x="926" y="277"/>
                    <a:pt x="925" y="278"/>
                    <a:pt x="925" y="278"/>
                  </a:cubicBezTo>
                  <a:cubicBezTo>
                    <a:pt x="926" y="277"/>
                    <a:pt x="925" y="277"/>
                    <a:pt x="925" y="277"/>
                  </a:cubicBezTo>
                  <a:cubicBezTo>
                    <a:pt x="925" y="277"/>
                    <a:pt x="925" y="277"/>
                    <a:pt x="925" y="277"/>
                  </a:cubicBezTo>
                  <a:cubicBezTo>
                    <a:pt x="925" y="276"/>
                    <a:pt x="923" y="279"/>
                    <a:pt x="923" y="279"/>
                  </a:cubicBezTo>
                  <a:cubicBezTo>
                    <a:pt x="923" y="279"/>
                    <a:pt x="923" y="279"/>
                    <a:pt x="923" y="278"/>
                  </a:cubicBezTo>
                  <a:cubicBezTo>
                    <a:pt x="923" y="279"/>
                    <a:pt x="923" y="279"/>
                    <a:pt x="923" y="279"/>
                  </a:cubicBezTo>
                  <a:cubicBezTo>
                    <a:pt x="923" y="278"/>
                    <a:pt x="923" y="278"/>
                    <a:pt x="924" y="277"/>
                  </a:cubicBezTo>
                  <a:cubicBezTo>
                    <a:pt x="923" y="277"/>
                    <a:pt x="923" y="278"/>
                    <a:pt x="923" y="278"/>
                  </a:cubicBezTo>
                  <a:cubicBezTo>
                    <a:pt x="923" y="279"/>
                    <a:pt x="923" y="279"/>
                    <a:pt x="922" y="279"/>
                  </a:cubicBezTo>
                  <a:cubicBezTo>
                    <a:pt x="923" y="278"/>
                    <a:pt x="922" y="279"/>
                    <a:pt x="922" y="279"/>
                  </a:cubicBezTo>
                  <a:cubicBezTo>
                    <a:pt x="922" y="278"/>
                    <a:pt x="922" y="278"/>
                    <a:pt x="922" y="278"/>
                  </a:cubicBezTo>
                  <a:cubicBezTo>
                    <a:pt x="922" y="278"/>
                    <a:pt x="923" y="277"/>
                    <a:pt x="923" y="277"/>
                  </a:cubicBezTo>
                  <a:cubicBezTo>
                    <a:pt x="922" y="277"/>
                    <a:pt x="922" y="278"/>
                    <a:pt x="921" y="278"/>
                  </a:cubicBezTo>
                  <a:cubicBezTo>
                    <a:pt x="921" y="278"/>
                    <a:pt x="921" y="279"/>
                    <a:pt x="921" y="279"/>
                  </a:cubicBezTo>
                  <a:cubicBezTo>
                    <a:pt x="921" y="279"/>
                    <a:pt x="921" y="279"/>
                    <a:pt x="921" y="279"/>
                  </a:cubicBezTo>
                  <a:cubicBezTo>
                    <a:pt x="921" y="279"/>
                    <a:pt x="921" y="280"/>
                    <a:pt x="921" y="280"/>
                  </a:cubicBezTo>
                  <a:cubicBezTo>
                    <a:pt x="920" y="280"/>
                    <a:pt x="921" y="279"/>
                    <a:pt x="921" y="279"/>
                  </a:cubicBezTo>
                  <a:cubicBezTo>
                    <a:pt x="921" y="278"/>
                    <a:pt x="921" y="277"/>
                    <a:pt x="922" y="277"/>
                  </a:cubicBezTo>
                  <a:cubicBezTo>
                    <a:pt x="922" y="277"/>
                    <a:pt x="920" y="278"/>
                    <a:pt x="920" y="278"/>
                  </a:cubicBezTo>
                  <a:cubicBezTo>
                    <a:pt x="921" y="278"/>
                    <a:pt x="921" y="278"/>
                    <a:pt x="921" y="277"/>
                  </a:cubicBezTo>
                  <a:cubicBezTo>
                    <a:pt x="921" y="278"/>
                    <a:pt x="921" y="280"/>
                    <a:pt x="920" y="280"/>
                  </a:cubicBezTo>
                  <a:cubicBezTo>
                    <a:pt x="920" y="280"/>
                    <a:pt x="920" y="279"/>
                    <a:pt x="920" y="279"/>
                  </a:cubicBezTo>
                  <a:cubicBezTo>
                    <a:pt x="920" y="278"/>
                    <a:pt x="920" y="279"/>
                    <a:pt x="919" y="279"/>
                  </a:cubicBezTo>
                  <a:cubicBezTo>
                    <a:pt x="919" y="279"/>
                    <a:pt x="919" y="280"/>
                    <a:pt x="918" y="280"/>
                  </a:cubicBezTo>
                  <a:cubicBezTo>
                    <a:pt x="919" y="280"/>
                    <a:pt x="919" y="279"/>
                    <a:pt x="919" y="279"/>
                  </a:cubicBezTo>
                  <a:cubicBezTo>
                    <a:pt x="919" y="279"/>
                    <a:pt x="919" y="280"/>
                    <a:pt x="918" y="280"/>
                  </a:cubicBezTo>
                  <a:cubicBezTo>
                    <a:pt x="918" y="280"/>
                    <a:pt x="919" y="279"/>
                    <a:pt x="919" y="279"/>
                  </a:cubicBezTo>
                  <a:cubicBezTo>
                    <a:pt x="919" y="279"/>
                    <a:pt x="919" y="279"/>
                    <a:pt x="919" y="279"/>
                  </a:cubicBezTo>
                  <a:cubicBezTo>
                    <a:pt x="919" y="279"/>
                    <a:pt x="919" y="279"/>
                    <a:pt x="919" y="279"/>
                  </a:cubicBezTo>
                  <a:cubicBezTo>
                    <a:pt x="918" y="279"/>
                    <a:pt x="917" y="279"/>
                    <a:pt x="917" y="280"/>
                  </a:cubicBezTo>
                  <a:cubicBezTo>
                    <a:pt x="916" y="280"/>
                    <a:pt x="916" y="281"/>
                    <a:pt x="915" y="281"/>
                  </a:cubicBezTo>
                  <a:cubicBezTo>
                    <a:pt x="916" y="281"/>
                    <a:pt x="916" y="281"/>
                    <a:pt x="916" y="281"/>
                  </a:cubicBezTo>
                  <a:cubicBezTo>
                    <a:pt x="916" y="282"/>
                    <a:pt x="915" y="282"/>
                    <a:pt x="915" y="282"/>
                  </a:cubicBezTo>
                  <a:cubicBezTo>
                    <a:pt x="914" y="282"/>
                    <a:pt x="914" y="283"/>
                    <a:pt x="914" y="283"/>
                  </a:cubicBezTo>
                  <a:cubicBezTo>
                    <a:pt x="914" y="284"/>
                    <a:pt x="913" y="284"/>
                    <a:pt x="912" y="284"/>
                  </a:cubicBezTo>
                  <a:cubicBezTo>
                    <a:pt x="912" y="285"/>
                    <a:pt x="911" y="285"/>
                    <a:pt x="911" y="286"/>
                  </a:cubicBezTo>
                  <a:cubicBezTo>
                    <a:pt x="911" y="286"/>
                    <a:pt x="910" y="287"/>
                    <a:pt x="910" y="287"/>
                  </a:cubicBezTo>
                  <a:cubicBezTo>
                    <a:pt x="909" y="287"/>
                    <a:pt x="909" y="287"/>
                    <a:pt x="909" y="288"/>
                  </a:cubicBezTo>
                  <a:cubicBezTo>
                    <a:pt x="909" y="288"/>
                    <a:pt x="909" y="288"/>
                    <a:pt x="909" y="288"/>
                  </a:cubicBezTo>
                  <a:cubicBezTo>
                    <a:pt x="909" y="288"/>
                    <a:pt x="908" y="288"/>
                    <a:pt x="908" y="289"/>
                  </a:cubicBezTo>
                  <a:cubicBezTo>
                    <a:pt x="908" y="289"/>
                    <a:pt x="908" y="290"/>
                    <a:pt x="907" y="290"/>
                  </a:cubicBezTo>
                  <a:cubicBezTo>
                    <a:pt x="907" y="290"/>
                    <a:pt x="907" y="290"/>
                    <a:pt x="907" y="290"/>
                  </a:cubicBezTo>
                  <a:cubicBezTo>
                    <a:pt x="907" y="290"/>
                    <a:pt x="908" y="291"/>
                    <a:pt x="907" y="291"/>
                  </a:cubicBezTo>
                  <a:cubicBezTo>
                    <a:pt x="907" y="291"/>
                    <a:pt x="907" y="291"/>
                    <a:pt x="907" y="291"/>
                  </a:cubicBezTo>
                  <a:cubicBezTo>
                    <a:pt x="907" y="291"/>
                    <a:pt x="907" y="292"/>
                    <a:pt x="908" y="292"/>
                  </a:cubicBezTo>
                  <a:cubicBezTo>
                    <a:pt x="907" y="292"/>
                    <a:pt x="908" y="292"/>
                    <a:pt x="908" y="292"/>
                  </a:cubicBezTo>
                  <a:cubicBezTo>
                    <a:pt x="908" y="292"/>
                    <a:pt x="908" y="292"/>
                    <a:pt x="909" y="292"/>
                  </a:cubicBezTo>
                  <a:cubicBezTo>
                    <a:pt x="909" y="292"/>
                    <a:pt x="909" y="292"/>
                    <a:pt x="908" y="292"/>
                  </a:cubicBezTo>
                  <a:cubicBezTo>
                    <a:pt x="908" y="292"/>
                    <a:pt x="908" y="293"/>
                    <a:pt x="908" y="293"/>
                  </a:cubicBezTo>
                  <a:cubicBezTo>
                    <a:pt x="907" y="293"/>
                    <a:pt x="906" y="293"/>
                    <a:pt x="906" y="294"/>
                  </a:cubicBezTo>
                  <a:cubicBezTo>
                    <a:pt x="906" y="293"/>
                    <a:pt x="906" y="293"/>
                    <a:pt x="906" y="293"/>
                  </a:cubicBezTo>
                  <a:cubicBezTo>
                    <a:pt x="906" y="294"/>
                    <a:pt x="905" y="294"/>
                    <a:pt x="905" y="294"/>
                  </a:cubicBezTo>
                  <a:cubicBezTo>
                    <a:pt x="905" y="294"/>
                    <a:pt x="905" y="294"/>
                    <a:pt x="905" y="294"/>
                  </a:cubicBezTo>
                  <a:cubicBezTo>
                    <a:pt x="905" y="294"/>
                    <a:pt x="904" y="294"/>
                    <a:pt x="904" y="295"/>
                  </a:cubicBezTo>
                  <a:cubicBezTo>
                    <a:pt x="904" y="295"/>
                    <a:pt x="904" y="295"/>
                    <a:pt x="904" y="295"/>
                  </a:cubicBezTo>
                  <a:cubicBezTo>
                    <a:pt x="904" y="295"/>
                    <a:pt x="903" y="295"/>
                    <a:pt x="903" y="296"/>
                  </a:cubicBezTo>
                  <a:cubicBezTo>
                    <a:pt x="903" y="296"/>
                    <a:pt x="904" y="296"/>
                    <a:pt x="904" y="296"/>
                  </a:cubicBezTo>
                  <a:cubicBezTo>
                    <a:pt x="903" y="296"/>
                    <a:pt x="904" y="296"/>
                    <a:pt x="904" y="296"/>
                  </a:cubicBezTo>
                  <a:cubicBezTo>
                    <a:pt x="904" y="296"/>
                    <a:pt x="904" y="296"/>
                    <a:pt x="904" y="296"/>
                  </a:cubicBezTo>
                  <a:cubicBezTo>
                    <a:pt x="904" y="296"/>
                    <a:pt x="904" y="296"/>
                    <a:pt x="904" y="296"/>
                  </a:cubicBezTo>
                  <a:cubicBezTo>
                    <a:pt x="905" y="296"/>
                    <a:pt x="904" y="296"/>
                    <a:pt x="905" y="296"/>
                  </a:cubicBezTo>
                  <a:cubicBezTo>
                    <a:pt x="905" y="295"/>
                    <a:pt x="906" y="297"/>
                    <a:pt x="906" y="297"/>
                  </a:cubicBezTo>
                  <a:cubicBezTo>
                    <a:pt x="906" y="297"/>
                    <a:pt x="906" y="299"/>
                    <a:pt x="906" y="299"/>
                  </a:cubicBezTo>
                  <a:cubicBezTo>
                    <a:pt x="906" y="299"/>
                    <a:pt x="906" y="299"/>
                    <a:pt x="906" y="298"/>
                  </a:cubicBezTo>
                  <a:cubicBezTo>
                    <a:pt x="906" y="298"/>
                    <a:pt x="905" y="299"/>
                    <a:pt x="905" y="299"/>
                  </a:cubicBezTo>
                  <a:cubicBezTo>
                    <a:pt x="906" y="300"/>
                    <a:pt x="906" y="300"/>
                    <a:pt x="906" y="300"/>
                  </a:cubicBezTo>
                  <a:cubicBezTo>
                    <a:pt x="906" y="301"/>
                    <a:pt x="906" y="301"/>
                    <a:pt x="906" y="302"/>
                  </a:cubicBezTo>
                  <a:cubicBezTo>
                    <a:pt x="907" y="302"/>
                    <a:pt x="907" y="302"/>
                    <a:pt x="908" y="302"/>
                  </a:cubicBezTo>
                  <a:cubicBezTo>
                    <a:pt x="908" y="302"/>
                    <a:pt x="907" y="302"/>
                    <a:pt x="907" y="302"/>
                  </a:cubicBezTo>
                  <a:cubicBezTo>
                    <a:pt x="908" y="302"/>
                    <a:pt x="909" y="302"/>
                    <a:pt x="909" y="302"/>
                  </a:cubicBezTo>
                  <a:cubicBezTo>
                    <a:pt x="910" y="301"/>
                    <a:pt x="910" y="301"/>
                    <a:pt x="911" y="301"/>
                  </a:cubicBezTo>
                  <a:cubicBezTo>
                    <a:pt x="911" y="301"/>
                    <a:pt x="911" y="300"/>
                    <a:pt x="911" y="300"/>
                  </a:cubicBezTo>
                  <a:cubicBezTo>
                    <a:pt x="911" y="300"/>
                    <a:pt x="910" y="300"/>
                    <a:pt x="910" y="300"/>
                  </a:cubicBezTo>
                  <a:cubicBezTo>
                    <a:pt x="910" y="300"/>
                    <a:pt x="911" y="299"/>
                    <a:pt x="910" y="299"/>
                  </a:cubicBezTo>
                  <a:cubicBezTo>
                    <a:pt x="910" y="298"/>
                    <a:pt x="910" y="298"/>
                    <a:pt x="910" y="299"/>
                  </a:cubicBezTo>
                  <a:cubicBezTo>
                    <a:pt x="910" y="299"/>
                    <a:pt x="909" y="298"/>
                    <a:pt x="910" y="298"/>
                  </a:cubicBezTo>
                  <a:cubicBezTo>
                    <a:pt x="911" y="298"/>
                    <a:pt x="911" y="299"/>
                    <a:pt x="911" y="300"/>
                  </a:cubicBezTo>
                  <a:cubicBezTo>
                    <a:pt x="911" y="300"/>
                    <a:pt x="911" y="301"/>
                    <a:pt x="911" y="301"/>
                  </a:cubicBezTo>
                  <a:cubicBezTo>
                    <a:pt x="911" y="301"/>
                    <a:pt x="911" y="301"/>
                    <a:pt x="911" y="301"/>
                  </a:cubicBezTo>
                  <a:cubicBezTo>
                    <a:pt x="911" y="301"/>
                    <a:pt x="911" y="302"/>
                    <a:pt x="910" y="303"/>
                  </a:cubicBezTo>
                  <a:cubicBezTo>
                    <a:pt x="910" y="303"/>
                    <a:pt x="909" y="303"/>
                    <a:pt x="909" y="303"/>
                  </a:cubicBezTo>
                  <a:cubicBezTo>
                    <a:pt x="908" y="303"/>
                    <a:pt x="908" y="303"/>
                    <a:pt x="907" y="303"/>
                  </a:cubicBezTo>
                  <a:cubicBezTo>
                    <a:pt x="908" y="303"/>
                    <a:pt x="907" y="303"/>
                    <a:pt x="907" y="303"/>
                  </a:cubicBezTo>
                  <a:cubicBezTo>
                    <a:pt x="906" y="303"/>
                    <a:pt x="906" y="303"/>
                    <a:pt x="906" y="303"/>
                  </a:cubicBezTo>
                  <a:cubicBezTo>
                    <a:pt x="905" y="304"/>
                    <a:pt x="904" y="304"/>
                    <a:pt x="904" y="304"/>
                  </a:cubicBezTo>
                  <a:cubicBezTo>
                    <a:pt x="904" y="304"/>
                    <a:pt x="905" y="302"/>
                    <a:pt x="905" y="302"/>
                  </a:cubicBezTo>
                  <a:cubicBezTo>
                    <a:pt x="904" y="302"/>
                    <a:pt x="904" y="302"/>
                    <a:pt x="904" y="302"/>
                  </a:cubicBezTo>
                  <a:cubicBezTo>
                    <a:pt x="904" y="302"/>
                    <a:pt x="904" y="302"/>
                    <a:pt x="904" y="303"/>
                  </a:cubicBezTo>
                  <a:cubicBezTo>
                    <a:pt x="903" y="303"/>
                    <a:pt x="902" y="303"/>
                    <a:pt x="902" y="303"/>
                  </a:cubicBezTo>
                  <a:cubicBezTo>
                    <a:pt x="902" y="303"/>
                    <a:pt x="902" y="303"/>
                    <a:pt x="902" y="303"/>
                  </a:cubicBezTo>
                  <a:cubicBezTo>
                    <a:pt x="902" y="303"/>
                    <a:pt x="901" y="305"/>
                    <a:pt x="900" y="304"/>
                  </a:cubicBezTo>
                  <a:cubicBezTo>
                    <a:pt x="900" y="304"/>
                    <a:pt x="900" y="304"/>
                    <a:pt x="900" y="304"/>
                  </a:cubicBezTo>
                  <a:cubicBezTo>
                    <a:pt x="900" y="304"/>
                    <a:pt x="899" y="304"/>
                    <a:pt x="899" y="305"/>
                  </a:cubicBezTo>
                  <a:cubicBezTo>
                    <a:pt x="899" y="305"/>
                    <a:pt x="899" y="304"/>
                    <a:pt x="899" y="304"/>
                  </a:cubicBezTo>
                  <a:cubicBezTo>
                    <a:pt x="899" y="303"/>
                    <a:pt x="900" y="302"/>
                    <a:pt x="901" y="301"/>
                  </a:cubicBezTo>
                  <a:cubicBezTo>
                    <a:pt x="900" y="302"/>
                    <a:pt x="899" y="302"/>
                    <a:pt x="899" y="303"/>
                  </a:cubicBezTo>
                  <a:cubicBezTo>
                    <a:pt x="898" y="303"/>
                    <a:pt x="899" y="302"/>
                    <a:pt x="899" y="302"/>
                  </a:cubicBezTo>
                  <a:cubicBezTo>
                    <a:pt x="898" y="303"/>
                    <a:pt x="898" y="301"/>
                    <a:pt x="898" y="301"/>
                  </a:cubicBezTo>
                  <a:cubicBezTo>
                    <a:pt x="898" y="301"/>
                    <a:pt x="898" y="303"/>
                    <a:pt x="898" y="302"/>
                  </a:cubicBezTo>
                  <a:cubicBezTo>
                    <a:pt x="897" y="302"/>
                    <a:pt x="897" y="303"/>
                    <a:pt x="897" y="303"/>
                  </a:cubicBezTo>
                  <a:cubicBezTo>
                    <a:pt x="897" y="304"/>
                    <a:pt x="896" y="305"/>
                    <a:pt x="896" y="306"/>
                  </a:cubicBezTo>
                  <a:cubicBezTo>
                    <a:pt x="895" y="306"/>
                    <a:pt x="895" y="306"/>
                    <a:pt x="895" y="306"/>
                  </a:cubicBezTo>
                  <a:cubicBezTo>
                    <a:pt x="894" y="306"/>
                    <a:pt x="894" y="306"/>
                    <a:pt x="894" y="306"/>
                  </a:cubicBezTo>
                  <a:cubicBezTo>
                    <a:pt x="893" y="306"/>
                    <a:pt x="893" y="307"/>
                    <a:pt x="892" y="306"/>
                  </a:cubicBezTo>
                  <a:cubicBezTo>
                    <a:pt x="892" y="306"/>
                    <a:pt x="892" y="306"/>
                    <a:pt x="892" y="306"/>
                  </a:cubicBezTo>
                  <a:cubicBezTo>
                    <a:pt x="891" y="306"/>
                    <a:pt x="890" y="306"/>
                    <a:pt x="890" y="306"/>
                  </a:cubicBezTo>
                  <a:cubicBezTo>
                    <a:pt x="890" y="307"/>
                    <a:pt x="889" y="306"/>
                    <a:pt x="889" y="307"/>
                  </a:cubicBezTo>
                  <a:cubicBezTo>
                    <a:pt x="888" y="307"/>
                    <a:pt x="888" y="306"/>
                    <a:pt x="888" y="306"/>
                  </a:cubicBezTo>
                  <a:cubicBezTo>
                    <a:pt x="888" y="306"/>
                    <a:pt x="888" y="306"/>
                    <a:pt x="888" y="306"/>
                  </a:cubicBezTo>
                  <a:cubicBezTo>
                    <a:pt x="887" y="306"/>
                    <a:pt x="888" y="307"/>
                    <a:pt x="887" y="307"/>
                  </a:cubicBezTo>
                  <a:cubicBezTo>
                    <a:pt x="887" y="307"/>
                    <a:pt x="886" y="307"/>
                    <a:pt x="885" y="307"/>
                  </a:cubicBezTo>
                  <a:cubicBezTo>
                    <a:pt x="885" y="307"/>
                    <a:pt x="882" y="307"/>
                    <a:pt x="883" y="307"/>
                  </a:cubicBezTo>
                  <a:cubicBezTo>
                    <a:pt x="882" y="307"/>
                    <a:pt x="882" y="308"/>
                    <a:pt x="881" y="308"/>
                  </a:cubicBezTo>
                  <a:cubicBezTo>
                    <a:pt x="880" y="308"/>
                    <a:pt x="880" y="308"/>
                    <a:pt x="879" y="308"/>
                  </a:cubicBezTo>
                  <a:cubicBezTo>
                    <a:pt x="879" y="309"/>
                    <a:pt x="878" y="309"/>
                    <a:pt x="877" y="309"/>
                  </a:cubicBezTo>
                  <a:cubicBezTo>
                    <a:pt x="877" y="309"/>
                    <a:pt x="876" y="310"/>
                    <a:pt x="876" y="310"/>
                  </a:cubicBezTo>
                  <a:cubicBezTo>
                    <a:pt x="875" y="310"/>
                    <a:pt x="875" y="310"/>
                    <a:pt x="874" y="311"/>
                  </a:cubicBezTo>
                  <a:cubicBezTo>
                    <a:pt x="874" y="311"/>
                    <a:pt x="873" y="311"/>
                    <a:pt x="873" y="312"/>
                  </a:cubicBezTo>
                  <a:cubicBezTo>
                    <a:pt x="873" y="312"/>
                    <a:pt x="872" y="312"/>
                    <a:pt x="872" y="312"/>
                  </a:cubicBezTo>
                  <a:cubicBezTo>
                    <a:pt x="872" y="312"/>
                    <a:pt x="871" y="312"/>
                    <a:pt x="871" y="313"/>
                  </a:cubicBezTo>
                  <a:cubicBezTo>
                    <a:pt x="871" y="312"/>
                    <a:pt x="871" y="312"/>
                    <a:pt x="872" y="312"/>
                  </a:cubicBezTo>
                  <a:cubicBezTo>
                    <a:pt x="872" y="312"/>
                    <a:pt x="873" y="312"/>
                    <a:pt x="873" y="312"/>
                  </a:cubicBezTo>
                  <a:cubicBezTo>
                    <a:pt x="873" y="312"/>
                    <a:pt x="873" y="312"/>
                    <a:pt x="873" y="312"/>
                  </a:cubicBezTo>
                  <a:cubicBezTo>
                    <a:pt x="874" y="312"/>
                    <a:pt x="873" y="312"/>
                    <a:pt x="874" y="312"/>
                  </a:cubicBezTo>
                  <a:cubicBezTo>
                    <a:pt x="874" y="312"/>
                    <a:pt x="874" y="311"/>
                    <a:pt x="874" y="311"/>
                  </a:cubicBezTo>
                  <a:cubicBezTo>
                    <a:pt x="874" y="311"/>
                    <a:pt x="874" y="312"/>
                    <a:pt x="874" y="312"/>
                  </a:cubicBezTo>
                  <a:cubicBezTo>
                    <a:pt x="874" y="312"/>
                    <a:pt x="875" y="311"/>
                    <a:pt x="875" y="311"/>
                  </a:cubicBezTo>
                  <a:cubicBezTo>
                    <a:pt x="875" y="311"/>
                    <a:pt x="876" y="311"/>
                    <a:pt x="876" y="311"/>
                  </a:cubicBezTo>
                  <a:cubicBezTo>
                    <a:pt x="876" y="311"/>
                    <a:pt x="876" y="310"/>
                    <a:pt x="877" y="311"/>
                  </a:cubicBezTo>
                  <a:cubicBezTo>
                    <a:pt x="877" y="311"/>
                    <a:pt x="877" y="311"/>
                    <a:pt x="877" y="311"/>
                  </a:cubicBezTo>
                  <a:cubicBezTo>
                    <a:pt x="877" y="311"/>
                    <a:pt x="877" y="310"/>
                    <a:pt x="877" y="310"/>
                  </a:cubicBezTo>
                  <a:cubicBezTo>
                    <a:pt x="877" y="310"/>
                    <a:pt x="878" y="311"/>
                    <a:pt x="878" y="311"/>
                  </a:cubicBezTo>
                  <a:cubicBezTo>
                    <a:pt x="878" y="311"/>
                    <a:pt x="879" y="311"/>
                    <a:pt x="879" y="311"/>
                  </a:cubicBezTo>
                  <a:cubicBezTo>
                    <a:pt x="879" y="310"/>
                    <a:pt x="880" y="310"/>
                    <a:pt x="880" y="310"/>
                  </a:cubicBezTo>
                  <a:cubicBezTo>
                    <a:pt x="880" y="310"/>
                    <a:pt x="880" y="310"/>
                    <a:pt x="880" y="310"/>
                  </a:cubicBezTo>
                  <a:cubicBezTo>
                    <a:pt x="881" y="310"/>
                    <a:pt x="882" y="310"/>
                    <a:pt x="883" y="310"/>
                  </a:cubicBezTo>
                  <a:cubicBezTo>
                    <a:pt x="884" y="310"/>
                    <a:pt x="885" y="309"/>
                    <a:pt x="887" y="309"/>
                  </a:cubicBezTo>
                  <a:cubicBezTo>
                    <a:pt x="887" y="308"/>
                    <a:pt x="887" y="308"/>
                    <a:pt x="888" y="308"/>
                  </a:cubicBezTo>
                  <a:cubicBezTo>
                    <a:pt x="888" y="308"/>
                    <a:pt x="888" y="308"/>
                    <a:pt x="888" y="309"/>
                  </a:cubicBezTo>
                  <a:cubicBezTo>
                    <a:pt x="887" y="309"/>
                    <a:pt x="886" y="310"/>
                    <a:pt x="886" y="310"/>
                  </a:cubicBezTo>
                  <a:cubicBezTo>
                    <a:pt x="886" y="310"/>
                    <a:pt x="886" y="310"/>
                    <a:pt x="886" y="310"/>
                  </a:cubicBezTo>
                  <a:cubicBezTo>
                    <a:pt x="885" y="310"/>
                    <a:pt x="884" y="311"/>
                    <a:pt x="884" y="311"/>
                  </a:cubicBezTo>
                  <a:cubicBezTo>
                    <a:pt x="884" y="311"/>
                    <a:pt x="885" y="311"/>
                    <a:pt x="885" y="311"/>
                  </a:cubicBezTo>
                  <a:cubicBezTo>
                    <a:pt x="886" y="311"/>
                    <a:pt x="886" y="310"/>
                    <a:pt x="887" y="310"/>
                  </a:cubicBezTo>
                  <a:cubicBezTo>
                    <a:pt x="887" y="310"/>
                    <a:pt x="888" y="309"/>
                    <a:pt x="888" y="310"/>
                  </a:cubicBezTo>
                  <a:cubicBezTo>
                    <a:pt x="888" y="310"/>
                    <a:pt x="888" y="309"/>
                    <a:pt x="889" y="309"/>
                  </a:cubicBezTo>
                  <a:cubicBezTo>
                    <a:pt x="889" y="309"/>
                    <a:pt x="888" y="310"/>
                    <a:pt x="889" y="310"/>
                  </a:cubicBezTo>
                  <a:cubicBezTo>
                    <a:pt x="889" y="310"/>
                    <a:pt x="889" y="310"/>
                    <a:pt x="890" y="310"/>
                  </a:cubicBezTo>
                  <a:cubicBezTo>
                    <a:pt x="890" y="309"/>
                    <a:pt x="891" y="309"/>
                    <a:pt x="891" y="309"/>
                  </a:cubicBezTo>
                  <a:cubicBezTo>
                    <a:pt x="891" y="309"/>
                    <a:pt x="886" y="311"/>
                    <a:pt x="885" y="311"/>
                  </a:cubicBezTo>
                  <a:cubicBezTo>
                    <a:pt x="885" y="311"/>
                    <a:pt x="885" y="311"/>
                    <a:pt x="885" y="311"/>
                  </a:cubicBezTo>
                  <a:cubicBezTo>
                    <a:pt x="885" y="311"/>
                    <a:pt x="885" y="312"/>
                    <a:pt x="884" y="312"/>
                  </a:cubicBezTo>
                  <a:cubicBezTo>
                    <a:pt x="884" y="312"/>
                    <a:pt x="883" y="312"/>
                    <a:pt x="882" y="312"/>
                  </a:cubicBezTo>
                  <a:cubicBezTo>
                    <a:pt x="882" y="312"/>
                    <a:pt x="883" y="312"/>
                    <a:pt x="883" y="312"/>
                  </a:cubicBezTo>
                  <a:cubicBezTo>
                    <a:pt x="883" y="312"/>
                    <a:pt x="882" y="312"/>
                    <a:pt x="882" y="312"/>
                  </a:cubicBezTo>
                  <a:cubicBezTo>
                    <a:pt x="881" y="313"/>
                    <a:pt x="880" y="313"/>
                    <a:pt x="880" y="313"/>
                  </a:cubicBezTo>
                  <a:cubicBezTo>
                    <a:pt x="879" y="313"/>
                    <a:pt x="877" y="313"/>
                    <a:pt x="876" y="314"/>
                  </a:cubicBezTo>
                  <a:cubicBezTo>
                    <a:pt x="875" y="314"/>
                    <a:pt x="875" y="314"/>
                    <a:pt x="874" y="314"/>
                  </a:cubicBezTo>
                  <a:cubicBezTo>
                    <a:pt x="874" y="314"/>
                    <a:pt x="873" y="314"/>
                    <a:pt x="873" y="314"/>
                  </a:cubicBezTo>
                  <a:cubicBezTo>
                    <a:pt x="873" y="314"/>
                    <a:pt x="874" y="314"/>
                    <a:pt x="874" y="314"/>
                  </a:cubicBezTo>
                  <a:cubicBezTo>
                    <a:pt x="873" y="314"/>
                    <a:pt x="873" y="314"/>
                    <a:pt x="872" y="314"/>
                  </a:cubicBezTo>
                  <a:cubicBezTo>
                    <a:pt x="872" y="314"/>
                    <a:pt x="871" y="315"/>
                    <a:pt x="871" y="315"/>
                  </a:cubicBezTo>
                  <a:cubicBezTo>
                    <a:pt x="871" y="314"/>
                    <a:pt x="872" y="314"/>
                    <a:pt x="872" y="314"/>
                  </a:cubicBezTo>
                  <a:cubicBezTo>
                    <a:pt x="873" y="314"/>
                    <a:pt x="871" y="314"/>
                    <a:pt x="871" y="314"/>
                  </a:cubicBezTo>
                  <a:cubicBezTo>
                    <a:pt x="871" y="314"/>
                    <a:pt x="871" y="314"/>
                    <a:pt x="871" y="314"/>
                  </a:cubicBezTo>
                  <a:cubicBezTo>
                    <a:pt x="871" y="314"/>
                    <a:pt x="870" y="314"/>
                    <a:pt x="870" y="314"/>
                  </a:cubicBezTo>
                  <a:cubicBezTo>
                    <a:pt x="870" y="314"/>
                    <a:pt x="870" y="314"/>
                    <a:pt x="870" y="314"/>
                  </a:cubicBezTo>
                  <a:cubicBezTo>
                    <a:pt x="870" y="314"/>
                    <a:pt x="871" y="313"/>
                    <a:pt x="871" y="313"/>
                  </a:cubicBezTo>
                  <a:cubicBezTo>
                    <a:pt x="871" y="313"/>
                    <a:pt x="871" y="313"/>
                    <a:pt x="871" y="313"/>
                  </a:cubicBezTo>
                  <a:cubicBezTo>
                    <a:pt x="871" y="313"/>
                    <a:pt x="871" y="313"/>
                    <a:pt x="871" y="313"/>
                  </a:cubicBezTo>
                  <a:cubicBezTo>
                    <a:pt x="871" y="313"/>
                    <a:pt x="871" y="313"/>
                    <a:pt x="871" y="313"/>
                  </a:cubicBezTo>
                  <a:cubicBezTo>
                    <a:pt x="870" y="313"/>
                    <a:pt x="870" y="314"/>
                    <a:pt x="869" y="314"/>
                  </a:cubicBezTo>
                  <a:cubicBezTo>
                    <a:pt x="870" y="313"/>
                    <a:pt x="870" y="313"/>
                    <a:pt x="870" y="313"/>
                  </a:cubicBezTo>
                  <a:cubicBezTo>
                    <a:pt x="869" y="313"/>
                    <a:pt x="867" y="315"/>
                    <a:pt x="867" y="316"/>
                  </a:cubicBezTo>
                  <a:cubicBezTo>
                    <a:pt x="868" y="316"/>
                    <a:pt x="869" y="316"/>
                    <a:pt x="869" y="316"/>
                  </a:cubicBezTo>
                  <a:cubicBezTo>
                    <a:pt x="870" y="317"/>
                    <a:pt x="870" y="316"/>
                    <a:pt x="870" y="316"/>
                  </a:cubicBezTo>
                  <a:cubicBezTo>
                    <a:pt x="870" y="316"/>
                    <a:pt x="870" y="317"/>
                    <a:pt x="870" y="317"/>
                  </a:cubicBezTo>
                  <a:cubicBezTo>
                    <a:pt x="870" y="317"/>
                    <a:pt x="870" y="317"/>
                    <a:pt x="869" y="318"/>
                  </a:cubicBezTo>
                  <a:cubicBezTo>
                    <a:pt x="869" y="318"/>
                    <a:pt x="869" y="319"/>
                    <a:pt x="868" y="319"/>
                  </a:cubicBezTo>
                  <a:cubicBezTo>
                    <a:pt x="867" y="321"/>
                    <a:pt x="867" y="322"/>
                    <a:pt x="866" y="323"/>
                  </a:cubicBezTo>
                  <a:cubicBezTo>
                    <a:pt x="866" y="322"/>
                    <a:pt x="867" y="321"/>
                    <a:pt x="868" y="320"/>
                  </a:cubicBezTo>
                  <a:cubicBezTo>
                    <a:pt x="867" y="320"/>
                    <a:pt x="868" y="321"/>
                    <a:pt x="867" y="321"/>
                  </a:cubicBezTo>
                  <a:cubicBezTo>
                    <a:pt x="867" y="321"/>
                    <a:pt x="867" y="321"/>
                    <a:pt x="867" y="321"/>
                  </a:cubicBezTo>
                  <a:cubicBezTo>
                    <a:pt x="867" y="321"/>
                    <a:pt x="867" y="322"/>
                    <a:pt x="867" y="322"/>
                  </a:cubicBezTo>
                  <a:cubicBezTo>
                    <a:pt x="867" y="322"/>
                    <a:pt x="866" y="323"/>
                    <a:pt x="865" y="324"/>
                  </a:cubicBezTo>
                  <a:cubicBezTo>
                    <a:pt x="865" y="324"/>
                    <a:pt x="865" y="325"/>
                    <a:pt x="864" y="325"/>
                  </a:cubicBezTo>
                  <a:cubicBezTo>
                    <a:pt x="864" y="325"/>
                    <a:pt x="863" y="326"/>
                    <a:pt x="863" y="326"/>
                  </a:cubicBezTo>
                  <a:cubicBezTo>
                    <a:pt x="863" y="326"/>
                    <a:pt x="862" y="326"/>
                    <a:pt x="863" y="326"/>
                  </a:cubicBezTo>
                  <a:cubicBezTo>
                    <a:pt x="863" y="327"/>
                    <a:pt x="862" y="327"/>
                    <a:pt x="861" y="327"/>
                  </a:cubicBezTo>
                  <a:cubicBezTo>
                    <a:pt x="862" y="327"/>
                    <a:pt x="862" y="328"/>
                    <a:pt x="862" y="328"/>
                  </a:cubicBezTo>
                  <a:cubicBezTo>
                    <a:pt x="861" y="328"/>
                    <a:pt x="861" y="328"/>
                    <a:pt x="861" y="328"/>
                  </a:cubicBezTo>
                  <a:cubicBezTo>
                    <a:pt x="861" y="328"/>
                    <a:pt x="861" y="328"/>
                    <a:pt x="861" y="328"/>
                  </a:cubicBezTo>
                  <a:cubicBezTo>
                    <a:pt x="861" y="327"/>
                    <a:pt x="860" y="328"/>
                    <a:pt x="860" y="328"/>
                  </a:cubicBezTo>
                  <a:cubicBezTo>
                    <a:pt x="860" y="329"/>
                    <a:pt x="860" y="328"/>
                    <a:pt x="860" y="328"/>
                  </a:cubicBezTo>
                  <a:cubicBezTo>
                    <a:pt x="859" y="328"/>
                    <a:pt x="859" y="329"/>
                    <a:pt x="860" y="329"/>
                  </a:cubicBezTo>
                  <a:cubicBezTo>
                    <a:pt x="860" y="329"/>
                    <a:pt x="860" y="329"/>
                    <a:pt x="860" y="329"/>
                  </a:cubicBezTo>
                  <a:cubicBezTo>
                    <a:pt x="860" y="329"/>
                    <a:pt x="859" y="330"/>
                    <a:pt x="858" y="330"/>
                  </a:cubicBezTo>
                  <a:cubicBezTo>
                    <a:pt x="859" y="331"/>
                    <a:pt x="857" y="332"/>
                    <a:pt x="857" y="332"/>
                  </a:cubicBezTo>
                  <a:cubicBezTo>
                    <a:pt x="857" y="332"/>
                    <a:pt x="856" y="333"/>
                    <a:pt x="855" y="333"/>
                  </a:cubicBezTo>
                  <a:cubicBezTo>
                    <a:pt x="855" y="332"/>
                    <a:pt x="858" y="330"/>
                    <a:pt x="857" y="330"/>
                  </a:cubicBezTo>
                  <a:cubicBezTo>
                    <a:pt x="856" y="330"/>
                    <a:pt x="856" y="330"/>
                    <a:pt x="856" y="330"/>
                  </a:cubicBezTo>
                  <a:cubicBezTo>
                    <a:pt x="856" y="330"/>
                    <a:pt x="856" y="329"/>
                    <a:pt x="855" y="330"/>
                  </a:cubicBezTo>
                  <a:cubicBezTo>
                    <a:pt x="855" y="330"/>
                    <a:pt x="855" y="330"/>
                    <a:pt x="855" y="330"/>
                  </a:cubicBezTo>
                  <a:cubicBezTo>
                    <a:pt x="854" y="330"/>
                    <a:pt x="855" y="329"/>
                    <a:pt x="855" y="329"/>
                  </a:cubicBezTo>
                  <a:cubicBezTo>
                    <a:pt x="854" y="329"/>
                    <a:pt x="852" y="327"/>
                    <a:pt x="852" y="326"/>
                  </a:cubicBezTo>
                  <a:cubicBezTo>
                    <a:pt x="852" y="326"/>
                    <a:pt x="852" y="326"/>
                    <a:pt x="852" y="326"/>
                  </a:cubicBezTo>
                  <a:cubicBezTo>
                    <a:pt x="853" y="326"/>
                    <a:pt x="853" y="326"/>
                    <a:pt x="853" y="325"/>
                  </a:cubicBezTo>
                  <a:cubicBezTo>
                    <a:pt x="853" y="325"/>
                    <a:pt x="853" y="325"/>
                    <a:pt x="853" y="325"/>
                  </a:cubicBezTo>
                  <a:cubicBezTo>
                    <a:pt x="854" y="324"/>
                    <a:pt x="854" y="323"/>
                    <a:pt x="855" y="323"/>
                  </a:cubicBezTo>
                  <a:cubicBezTo>
                    <a:pt x="856" y="323"/>
                    <a:pt x="857" y="323"/>
                    <a:pt x="858" y="322"/>
                  </a:cubicBezTo>
                  <a:cubicBezTo>
                    <a:pt x="858" y="322"/>
                    <a:pt x="858" y="322"/>
                    <a:pt x="858" y="321"/>
                  </a:cubicBezTo>
                  <a:cubicBezTo>
                    <a:pt x="858" y="321"/>
                    <a:pt x="859" y="321"/>
                    <a:pt x="859" y="321"/>
                  </a:cubicBezTo>
                  <a:cubicBezTo>
                    <a:pt x="859" y="321"/>
                    <a:pt x="858" y="321"/>
                    <a:pt x="858" y="321"/>
                  </a:cubicBezTo>
                  <a:cubicBezTo>
                    <a:pt x="859" y="321"/>
                    <a:pt x="858" y="322"/>
                    <a:pt x="857" y="322"/>
                  </a:cubicBezTo>
                  <a:cubicBezTo>
                    <a:pt x="857" y="322"/>
                    <a:pt x="857" y="322"/>
                    <a:pt x="856" y="322"/>
                  </a:cubicBezTo>
                  <a:cubicBezTo>
                    <a:pt x="855" y="322"/>
                    <a:pt x="854" y="323"/>
                    <a:pt x="854" y="324"/>
                  </a:cubicBezTo>
                  <a:cubicBezTo>
                    <a:pt x="854" y="324"/>
                    <a:pt x="852" y="325"/>
                    <a:pt x="852" y="325"/>
                  </a:cubicBezTo>
                  <a:cubicBezTo>
                    <a:pt x="852" y="326"/>
                    <a:pt x="852" y="326"/>
                    <a:pt x="852" y="327"/>
                  </a:cubicBezTo>
                  <a:cubicBezTo>
                    <a:pt x="852" y="328"/>
                    <a:pt x="853" y="329"/>
                    <a:pt x="853" y="329"/>
                  </a:cubicBezTo>
                  <a:cubicBezTo>
                    <a:pt x="852" y="330"/>
                    <a:pt x="852" y="330"/>
                    <a:pt x="852" y="331"/>
                  </a:cubicBezTo>
                  <a:cubicBezTo>
                    <a:pt x="852" y="331"/>
                    <a:pt x="852" y="332"/>
                    <a:pt x="852" y="332"/>
                  </a:cubicBezTo>
                  <a:cubicBezTo>
                    <a:pt x="852" y="332"/>
                    <a:pt x="853" y="334"/>
                    <a:pt x="854" y="334"/>
                  </a:cubicBezTo>
                  <a:cubicBezTo>
                    <a:pt x="854" y="334"/>
                    <a:pt x="854" y="336"/>
                    <a:pt x="853" y="336"/>
                  </a:cubicBezTo>
                  <a:cubicBezTo>
                    <a:pt x="854" y="334"/>
                    <a:pt x="852" y="336"/>
                    <a:pt x="853" y="336"/>
                  </a:cubicBezTo>
                  <a:cubicBezTo>
                    <a:pt x="853" y="336"/>
                    <a:pt x="852" y="336"/>
                    <a:pt x="852" y="337"/>
                  </a:cubicBezTo>
                  <a:cubicBezTo>
                    <a:pt x="852" y="336"/>
                    <a:pt x="853" y="337"/>
                    <a:pt x="853" y="336"/>
                  </a:cubicBezTo>
                  <a:cubicBezTo>
                    <a:pt x="854" y="337"/>
                    <a:pt x="853" y="339"/>
                    <a:pt x="852" y="339"/>
                  </a:cubicBezTo>
                  <a:cubicBezTo>
                    <a:pt x="852" y="339"/>
                    <a:pt x="853" y="338"/>
                    <a:pt x="853" y="338"/>
                  </a:cubicBezTo>
                  <a:cubicBezTo>
                    <a:pt x="853" y="337"/>
                    <a:pt x="852" y="338"/>
                    <a:pt x="852" y="338"/>
                  </a:cubicBezTo>
                  <a:cubicBezTo>
                    <a:pt x="852" y="338"/>
                    <a:pt x="852" y="338"/>
                    <a:pt x="852" y="338"/>
                  </a:cubicBezTo>
                  <a:cubicBezTo>
                    <a:pt x="852" y="338"/>
                    <a:pt x="852" y="339"/>
                    <a:pt x="852" y="339"/>
                  </a:cubicBezTo>
                  <a:cubicBezTo>
                    <a:pt x="852" y="339"/>
                    <a:pt x="851" y="340"/>
                    <a:pt x="851" y="340"/>
                  </a:cubicBezTo>
                  <a:cubicBezTo>
                    <a:pt x="851" y="340"/>
                    <a:pt x="851" y="340"/>
                    <a:pt x="851" y="340"/>
                  </a:cubicBezTo>
                  <a:cubicBezTo>
                    <a:pt x="850" y="340"/>
                    <a:pt x="850" y="341"/>
                    <a:pt x="850" y="341"/>
                  </a:cubicBezTo>
                  <a:cubicBezTo>
                    <a:pt x="849" y="342"/>
                    <a:pt x="849" y="341"/>
                    <a:pt x="849" y="342"/>
                  </a:cubicBezTo>
                  <a:cubicBezTo>
                    <a:pt x="849" y="342"/>
                    <a:pt x="848" y="342"/>
                    <a:pt x="848" y="342"/>
                  </a:cubicBezTo>
                  <a:cubicBezTo>
                    <a:pt x="848" y="343"/>
                    <a:pt x="848" y="344"/>
                    <a:pt x="847" y="344"/>
                  </a:cubicBezTo>
                  <a:cubicBezTo>
                    <a:pt x="847" y="345"/>
                    <a:pt x="846" y="345"/>
                    <a:pt x="846" y="346"/>
                  </a:cubicBezTo>
                  <a:cubicBezTo>
                    <a:pt x="845" y="346"/>
                    <a:pt x="845" y="347"/>
                    <a:pt x="844" y="348"/>
                  </a:cubicBezTo>
                  <a:cubicBezTo>
                    <a:pt x="844" y="349"/>
                    <a:pt x="844" y="348"/>
                    <a:pt x="844" y="348"/>
                  </a:cubicBezTo>
                  <a:cubicBezTo>
                    <a:pt x="843" y="348"/>
                    <a:pt x="843" y="348"/>
                    <a:pt x="844" y="348"/>
                  </a:cubicBezTo>
                  <a:cubicBezTo>
                    <a:pt x="843" y="348"/>
                    <a:pt x="842" y="349"/>
                    <a:pt x="842" y="349"/>
                  </a:cubicBezTo>
                  <a:cubicBezTo>
                    <a:pt x="841" y="350"/>
                    <a:pt x="841" y="351"/>
                    <a:pt x="841" y="352"/>
                  </a:cubicBezTo>
                  <a:cubicBezTo>
                    <a:pt x="841" y="352"/>
                    <a:pt x="841" y="351"/>
                    <a:pt x="841" y="351"/>
                  </a:cubicBezTo>
                  <a:cubicBezTo>
                    <a:pt x="840" y="351"/>
                    <a:pt x="840" y="352"/>
                    <a:pt x="840" y="352"/>
                  </a:cubicBezTo>
                  <a:cubicBezTo>
                    <a:pt x="840" y="351"/>
                    <a:pt x="840" y="351"/>
                    <a:pt x="840" y="350"/>
                  </a:cubicBezTo>
                  <a:cubicBezTo>
                    <a:pt x="840" y="350"/>
                    <a:pt x="841" y="349"/>
                    <a:pt x="841" y="349"/>
                  </a:cubicBezTo>
                  <a:cubicBezTo>
                    <a:pt x="841" y="349"/>
                    <a:pt x="841" y="349"/>
                    <a:pt x="841" y="348"/>
                  </a:cubicBezTo>
                  <a:cubicBezTo>
                    <a:pt x="841" y="349"/>
                    <a:pt x="842" y="348"/>
                    <a:pt x="842" y="347"/>
                  </a:cubicBezTo>
                  <a:cubicBezTo>
                    <a:pt x="842" y="348"/>
                    <a:pt x="842" y="347"/>
                    <a:pt x="842" y="347"/>
                  </a:cubicBezTo>
                  <a:cubicBezTo>
                    <a:pt x="842" y="347"/>
                    <a:pt x="842" y="347"/>
                    <a:pt x="842" y="347"/>
                  </a:cubicBezTo>
                  <a:cubicBezTo>
                    <a:pt x="843" y="347"/>
                    <a:pt x="843" y="346"/>
                    <a:pt x="844" y="346"/>
                  </a:cubicBezTo>
                  <a:cubicBezTo>
                    <a:pt x="843" y="346"/>
                    <a:pt x="844" y="345"/>
                    <a:pt x="844" y="345"/>
                  </a:cubicBezTo>
                  <a:cubicBezTo>
                    <a:pt x="844" y="345"/>
                    <a:pt x="844" y="345"/>
                    <a:pt x="845" y="345"/>
                  </a:cubicBezTo>
                  <a:cubicBezTo>
                    <a:pt x="845" y="345"/>
                    <a:pt x="846" y="343"/>
                    <a:pt x="845" y="344"/>
                  </a:cubicBezTo>
                  <a:cubicBezTo>
                    <a:pt x="845" y="344"/>
                    <a:pt x="846" y="343"/>
                    <a:pt x="846" y="343"/>
                  </a:cubicBezTo>
                  <a:cubicBezTo>
                    <a:pt x="846" y="343"/>
                    <a:pt x="844" y="343"/>
                    <a:pt x="844" y="343"/>
                  </a:cubicBezTo>
                  <a:cubicBezTo>
                    <a:pt x="844" y="343"/>
                    <a:pt x="844" y="344"/>
                    <a:pt x="843" y="343"/>
                  </a:cubicBezTo>
                  <a:cubicBezTo>
                    <a:pt x="843" y="343"/>
                    <a:pt x="844" y="343"/>
                    <a:pt x="844" y="343"/>
                  </a:cubicBezTo>
                  <a:cubicBezTo>
                    <a:pt x="843" y="343"/>
                    <a:pt x="844" y="342"/>
                    <a:pt x="844" y="342"/>
                  </a:cubicBezTo>
                  <a:cubicBezTo>
                    <a:pt x="845" y="342"/>
                    <a:pt x="845" y="342"/>
                    <a:pt x="845" y="342"/>
                  </a:cubicBezTo>
                  <a:cubicBezTo>
                    <a:pt x="845" y="342"/>
                    <a:pt x="845" y="342"/>
                    <a:pt x="844" y="342"/>
                  </a:cubicBezTo>
                  <a:cubicBezTo>
                    <a:pt x="844" y="342"/>
                    <a:pt x="845" y="341"/>
                    <a:pt x="845" y="341"/>
                  </a:cubicBezTo>
                  <a:cubicBezTo>
                    <a:pt x="845" y="341"/>
                    <a:pt x="844" y="341"/>
                    <a:pt x="844" y="341"/>
                  </a:cubicBezTo>
                  <a:cubicBezTo>
                    <a:pt x="844" y="340"/>
                    <a:pt x="845" y="340"/>
                    <a:pt x="845" y="340"/>
                  </a:cubicBezTo>
                  <a:cubicBezTo>
                    <a:pt x="844" y="340"/>
                    <a:pt x="845" y="339"/>
                    <a:pt x="845" y="338"/>
                  </a:cubicBezTo>
                  <a:cubicBezTo>
                    <a:pt x="845" y="338"/>
                    <a:pt x="844" y="340"/>
                    <a:pt x="844" y="340"/>
                  </a:cubicBezTo>
                  <a:cubicBezTo>
                    <a:pt x="844" y="340"/>
                    <a:pt x="844" y="339"/>
                    <a:pt x="844" y="339"/>
                  </a:cubicBezTo>
                  <a:cubicBezTo>
                    <a:pt x="844" y="339"/>
                    <a:pt x="845" y="339"/>
                    <a:pt x="844" y="339"/>
                  </a:cubicBezTo>
                  <a:cubicBezTo>
                    <a:pt x="843" y="338"/>
                    <a:pt x="844" y="340"/>
                    <a:pt x="843" y="340"/>
                  </a:cubicBezTo>
                  <a:cubicBezTo>
                    <a:pt x="843" y="340"/>
                    <a:pt x="842" y="338"/>
                    <a:pt x="842" y="338"/>
                  </a:cubicBezTo>
                  <a:cubicBezTo>
                    <a:pt x="842" y="339"/>
                    <a:pt x="842" y="339"/>
                    <a:pt x="842" y="339"/>
                  </a:cubicBezTo>
                  <a:cubicBezTo>
                    <a:pt x="842" y="339"/>
                    <a:pt x="841" y="338"/>
                    <a:pt x="841" y="337"/>
                  </a:cubicBezTo>
                  <a:cubicBezTo>
                    <a:pt x="842" y="337"/>
                    <a:pt x="842" y="338"/>
                    <a:pt x="842" y="338"/>
                  </a:cubicBezTo>
                  <a:cubicBezTo>
                    <a:pt x="842" y="338"/>
                    <a:pt x="843" y="337"/>
                    <a:pt x="843" y="336"/>
                  </a:cubicBezTo>
                  <a:cubicBezTo>
                    <a:pt x="843" y="336"/>
                    <a:pt x="843" y="337"/>
                    <a:pt x="842" y="337"/>
                  </a:cubicBezTo>
                  <a:cubicBezTo>
                    <a:pt x="842" y="337"/>
                    <a:pt x="842" y="336"/>
                    <a:pt x="842" y="336"/>
                  </a:cubicBezTo>
                  <a:cubicBezTo>
                    <a:pt x="843" y="336"/>
                    <a:pt x="843" y="336"/>
                    <a:pt x="843" y="336"/>
                  </a:cubicBezTo>
                  <a:cubicBezTo>
                    <a:pt x="843" y="336"/>
                    <a:pt x="844" y="336"/>
                    <a:pt x="844" y="336"/>
                  </a:cubicBezTo>
                  <a:cubicBezTo>
                    <a:pt x="845" y="336"/>
                    <a:pt x="845" y="336"/>
                    <a:pt x="845" y="336"/>
                  </a:cubicBezTo>
                  <a:cubicBezTo>
                    <a:pt x="845" y="336"/>
                    <a:pt x="844" y="337"/>
                    <a:pt x="844" y="336"/>
                  </a:cubicBezTo>
                  <a:cubicBezTo>
                    <a:pt x="844" y="336"/>
                    <a:pt x="844" y="336"/>
                    <a:pt x="844" y="336"/>
                  </a:cubicBezTo>
                  <a:cubicBezTo>
                    <a:pt x="844" y="335"/>
                    <a:pt x="844" y="335"/>
                    <a:pt x="844" y="335"/>
                  </a:cubicBezTo>
                  <a:cubicBezTo>
                    <a:pt x="844" y="335"/>
                    <a:pt x="843" y="335"/>
                    <a:pt x="844" y="335"/>
                  </a:cubicBezTo>
                  <a:cubicBezTo>
                    <a:pt x="844" y="335"/>
                    <a:pt x="844" y="335"/>
                    <a:pt x="843" y="335"/>
                  </a:cubicBezTo>
                  <a:cubicBezTo>
                    <a:pt x="843" y="335"/>
                    <a:pt x="844" y="334"/>
                    <a:pt x="843" y="334"/>
                  </a:cubicBezTo>
                  <a:cubicBezTo>
                    <a:pt x="843" y="335"/>
                    <a:pt x="843" y="335"/>
                    <a:pt x="843" y="334"/>
                  </a:cubicBezTo>
                  <a:cubicBezTo>
                    <a:pt x="843" y="334"/>
                    <a:pt x="842" y="335"/>
                    <a:pt x="842" y="335"/>
                  </a:cubicBezTo>
                  <a:cubicBezTo>
                    <a:pt x="842" y="335"/>
                    <a:pt x="843" y="333"/>
                    <a:pt x="843" y="334"/>
                  </a:cubicBezTo>
                  <a:cubicBezTo>
                    <a:pt x="844" y="334"/>
                    <a:pt x="844" y="335"/>
                    <a:pt x="845" y="334"/>
                  </a:cubicBezTo>
                  <a:cubicBezTo>
                    <a:pt x="844" y="334"/>
                    <a:pt x="844" y="334"/>
                    <a:pt x="844" y="334"/>
                  </a:cubicBezTo>
                  <a:cubicBezTo>
                    <a:pt x="844" y="333"/>
                    <a:pt x="845" y="333"/>
                    <a:pt x="845" y="333"/>
                  </a:cubicBezTo>
                  <a:cubicBezTo>
                    <a:pt x="845" y="333"/>
                    <a:pt x="844" y="333"/>
                    <a:pt x="845" y="333"/>
                  </a:cubicBezTo>
                  <a:cubicBezTo>
                    <a:pt x="845" y="333"/>
                    <a:pt x="844" y="333"/>
                    <a:pt x="844" y="333"/>
                  </a:cubicBezTo>
                  <a:cubicBezTo>
                    <a:pt x="844" y="333"/>
                    <a:pt x="844" y="332"/>
                    <a:pt x="844" y="332"/>
                  </a:cubicBezTo>
                  <a:cubicBezTo>
                    <a:pt x="844" y="332"/>
                    <a:pt x="843" y="333"/>
                    <a:pt x="842" y="333"/>
                  </a:cubicBezTo>
                  <a:cubicBezTo>
                    <a:pt x="843" y="333"/>
                    <a:pt x="843" y="332"/>
                    <a:pt x="844" y="332"/>
                  </a:cubicBezTo>
                  <a:cubicBezTo>
                    <a:pt x="844" y="331"/>
                    <a:pt x="844" y="332"/>
                    <a:pt x="844" y="332"/>
                  </a:cubicBezTo>
                  <a:cubicBezTo>
                    <a:pt x="845" y="332"/>
                    <a:pt x="845" y="332"/>
                    <a:pt x="845" y="331"/>
                  </a:cubicBezTo>
                  <a:cubicBezTo>
                    <a:pt x="845" y="331"/>
                    <a:pt x="846" y="331"/>
                    <a:pt x="846" y="330"/>
                  </a:cubicBezTo>
                  <a:cubicBezTo>
                    <a:pt x="846" y="330"/>
                    <a:pt x="845" y="331"/>
                    <a:pt x="845" y="330"/>
                  </a:cubicBezTo>
                  <a:cubicBezTo>
                    <a:pt x="845" y="330"/>
                    <a:pt x="844" y="331"/>
                    <a:pt x="844" y="331"/>
                  </a:cubicBezTo>
                  <a:cubicBezTo>
                    <a:pt x="844" y="331"/>
                    <a:pt x="845" y="330"/>
                    <a:pt x="845" y="330"/>
                  </a:cubicBezTo>
                  <a:cubicBezTo>
                    <a:pt x="844" y="330"/>
                    <a:pt x="845" y="329"/>
                    <a:pt x="846" y="329"/>
                  </a:cubicBezTo>
                  <a:cubicBezTo>
                    <a:pt x="846" y="328"/>
                    <a:pt x="847" y="328"/>
                    <a:pt x="848" y="328"/>
                  </a:cubicBezTo>
                  <a:cubicBezTo>
                    <a:pt x="848" y="328"/>
                    <a:pt x="849" y="328"/>
                    <a:pt x="849" y="328"/>
                  </a:cubicBezTo>
                  <a:cubicBezTo>
                    <a:pt x="849" y="328"/>
                    <a:pt x="847" y="328"/>
                    <a:pt x="848" y="327"/>
                  </a:cubicBezTo>
                  <a:cubicBezTo>
                    <a:pt x="848" y="327"/>
                    <a:pt x="848" y="327"/>
                    <a:pt x="849" y="327"/>
                  </a:cubicBezTo>
                  <a:cubicBezTo>
                    <a:pt x="849" y="327"/>
                    <a:pt x="849" y="327"/>
                    <a:pt x="849" y="327"/>
                  </a:cubicBezTo>
                  <a:cubicBezTo>
                    <a:pt x="849" y="327"/>
                    <a:pt x="849" y="326"/>
                    <a:pt x="849" y="326"/>
                  </a:cubicBezTo>
                  <a:cubicBezTo>
                    <a:pt x="849" y="326"/>
                    <a:pt x="850" y="326"/>
                    <a:pt x="850" y="325"/>
                  </a:cubicBezTo>
                  <a:cubicBezTo>
                    <a:pt x="850" y="326"/>
                    <a:pt x="848" y="327"/>
                    <a:pt x="848" y="327"/>
                  </a:cubicBezTo>
                  <a:cubicBezTo>
                    <a:pt x="848" y="327"/>
                    <a:pt x="849" y="325"/>
                    <a:pt x="849" y="325"/>
                  </a:cubicBezTo>
                  <a:cubicBezTo>
                    <a:pt x="849" y="325"/>
                    <a:pt x="847" y="326"/>
                    <a:pt x="847" y="326"/>
                  </a:cubicBezTo>
                  <a:cubicBezTo>
                    <a:pt x="847" y="327"/>
                    <a:pt x="848" y="327"/>
                    <a:pt x="847" y="327"/>
                  </a:cubicBezTo>
                  <a:cubicBezTo>
                    <a:pt x="847" y="327"/>
                    <a:pt x="846" y="328"/>
                    <a:pt x="846" y="327"/>
                  </a:cubicBezTo>
                  <a:cubicBezTo>
                    <a:pt x="846" y="327"/>
                    <a:pt x="846" y="327"/>
                    <a:pt x="846" y="327"/>
                  </a:cubicBezTo>
                  <a:cubicBezTo>
                    <a:pt x="846" y="326"/>
                    <a:pt x="845" y="328"/>
                    <a:pt x="845" y="328"/>
                  </a:cubicBezTo>
                  <a:cubicBezTo>
                    <a:pt x="845" y="328"/>
                    <a:pt x="845" y="328"/>
                    <a:pt x="845" y="327"/>
                  </a:cubicBezTo>
                  <a:cubicBezTo>
                    <a:pt x="845" y="327"/>
                    <a:pt x="844" y="327"/>
                    <a:pt x="844" y="328"/>
                  </a:cubicBezTo>
                  <a:cubicBezTo>
                    <a:pt x="844" y="328"/>
                    <a:pt x="845" y="328"/>
                    <a:pt x="844" y="328"/>
                  </a:cubicBezTo>
                  <a:cubicBezTo>
                    <a:pt x="844" y="328"/>
                    <a:pt x="844" y="328"/>
                    <a:pt x="844" y="329"/>
                  </a:cubicBezTo>
                  <a:cubicBezTo>
                    <a:pt x="844" y="329"/>
                    <a:pt x="843" y="329"/>
                    <a:pt x="843" y="328"/>
                  </a:cubicBezTo>
                  <a:cubicBezTo>
                    <a:pt x="843" y="329"/>
                    <a:pt x="843" y="329"/>
                    <a:pt x="844" y="329"/>
                  </a:cubicBezTo>
                  <a:cubicBezTo>
                    <a:pt x="843" y="330"/>
                    <a:pt x="843" y="329"/>
                    <a:pt x="843" y="329"/>
                  </a:cubicBezTo>
                  <a:cubicBezTo>
                    <a:pt x="842" y="329"/>
                    <a:pt x="842" y="329"/>
                    <a:pt x="842" y="329"/>
                  </a:cubicBezTo>
                  <a:cubicBezTo>
                    <a:pt x="842" y="329"/>
                    <a:pt x="842" y="329"/>
                    <a:pt x="842" y="330"/>
                  </a:cubicBezTo>
                  <a:cubicBezTo>
                    <a:pt x="842" y="330"/>
                    <a:pt x="843" y="330"/>
                    <a:pt x="843" y="330"/>
                  </a:cubicBezTo>
                  <a:cubicBezTo>
                    <a:pt x="843" y="331"/>
                    <a:pt x="842" y="331"/>
                    <a:pt x="842" y="331"/>
                  </a:cubicBezTo>
                  <a:cubicBezTo>
                    <a:pt x="842" y="331"/>
                    <a:pt x="843" y="332"/>
                    <a:pt x="842" y="332"/>
                  </a:cubicBezTo>
                  <a:cubicBezTo>
                    <a:pt x="842" y="332"/>
                    <a:pt x="841" y="331"/>
                    <a:pt x="841" y="331"/>
                  </a:cubicBezTo>
                  <a:cubicBezTo>
                    <a:pt x="841" y="331"/>
                    <a:pt x="842" y="333"/>
                    <a:pt x="842" y="332"/>
                  </a:cubicBezTo>
                  <a:cubicBezTo>
                    <a:pt x="841" y="332"/>
                    <a:pt x="841" y="332"/>
                    <a:pt x="841" y="333"/>
                  </a:cubicBezTo>
                  <a:cubicBezTo>
                    <a:pt x="841" y="333"/>
                    <a:pt x="841" y="333"/>
                    <a:pt x="841" y="334"/>
                  </a:cubicBezTo>
                  <a:cubicBezTo>
                    <a:pt x="841" y="334"/>
                    <a:pt x="841" y="333"/>
                    <a:pt x="841" y="333"/>
                  </a:cubicBezTo>
                  <a:cubicBezTo>
                    <a:pt x="841" y="333"/>
                    <a:pt x="841" y="334"/>
                    <a:pt x="841" y="334"/>
                  </a:cubicBezTo>
                  <a:cubicBezTo>
                    <a:pt x="840" y="335"/>
                    <a:pt x="841" y="335"/>
                    <a:pt x="840" y="336"/>
                  </a:cubicBezTo>
                  <a:cubicBezTo>
                    <a:pt x="840" y="337"/>
                    <a:pt x="840" y="337"/>
                    <a:pt x="840" y="338"/>
                  </a:cubicBezTo>
                  <a:cubicBezTo>
                    <a:pt x="841" y="338"/>
                    <a:pt x="841" y="339"/>
                    <a:pt x="840" y="339"/>
                  </a:cubicBezTo>
                  <a:cubicBezTo>
                    <a:pt x="840" y="339"/>
                    <a:pt x="840" y="339"/>
                    <a:pt x="840" y="339"/>
                  </a:cubicBezTo>
                  <a:cubicBezTo>
                    <a:pt x="839" y="338"/>
                    <a:pt x="839" y="338"/>
                    <a:pt x="839" y="337"/>
                  </a:cubicBezTo>
                  <a:cubicBezTo>
                    <a:pt x="839" y="337"/>
                    <a:pt x="839" y="336"/>
                    <a:pt x="839" y="335"/>
                  </a:cubicBezTo>
                  <a:cubicBezTo>
                    <a:pt x="838" y="336"/>
                    <a:pt x="838" y="337"/>
                    <a:pt x="839" y="338"/>
                  </a:cubicBezTo>
                  <a:cubicBezTo>
                    <a:pt x="839" y="338"/>
                    <a:pt x="839" y="339"/>
                    <a:pt x="840" y="339"/>
                  </a:cubicBezTo>
                  <a:cubicBezTo>
                    <a:pt x="841" y="339"/>
                    <a:pt x="840" y="340"/>
                    <a:pt x="840" y="340"/>
                  </a:cubicBezTo>
                  <a:cubicBezTo>
                    <a:pt x="840" y="341"/>
                    <a:pt x="840" y="341"/>
                    <a:pt x="840" y="341"/>
                  </a:cubicBezTo>
                  <a:cubicBezTo>
                    <a:pt x="840" y="341"/>
                    <a:pt x="840" y="342"/>
                    <a:pt x="840" y="342"/>
                  </a:cubicBezTo>
                  <a:cubicBezTo>
                    <a:pt x="840" y="342"/>
                    <a:pt x="839" y="342"/>
                    <a:pt x="839" y="341"/>
                  </a:cubicBezTo>
                  <a:cubicBezTo>
                    <a:pt x="839" y="341"/>
                    <a:pt x="839" y="340"/>
                    <a:pt x="839" y="341"/>
                  </a:cubicBezTo>
                  <a:cubicBezTo>
                    <a:pt x="839" y="340"/>
                    <a:pt x="839" y="341"/>
                    <a:pt x="839" y="341"/>
                  </a:cubicBezTo>
                  <a:cubicBezTo>
                    <a:pt x="839" y="341"/>
                    <a:pt x="838" y="341"/>
                    <a:pt x="838" y="341"/>
                  </a:cubicBezTo>
                  <a:cubicBezTo>
                    <a:pt x="839" y="341"/>
                    <a:pt x="838" y="340"/>
                    <a:pt x="838" y="340"/>
                  </a:cubicBezTo>
                  <a:cubicBezTo>
                    <a:pt x="837" y="340"/>
                    <a:pt x="837" y="340"/>
                    <a:pt x="837" y="340"/>
                  </a:cubicBezTo>
                  <a:cubicBezTo>
                    <a:pt x="836" y="340"/>
                    <a:pt x="837" y="339"/>
                    <a:pt x="836" y="338"/>
                  </a:cubicBezTo>
                  <a:cubicBezTo>
                    <a:pt x="836" y="339"/>
                    <a:pt x="836" y="340"/>
                    <a:pt x="836" y="340"/>
                  </a:cubicBezTo>
                  <a:cubicBezTo>
                    <a:pt x="835" y="339"/>
                    <a:pt x="835" y="338"/>
                    <a:pt x="835" y="337"/>
                  </a:cubicBezTo>
                  <a:cubicBezTo>
                    <a:pt x="835" y="338"/>
                    <a:pt x="834" y="338"/>
                    <a:pt x="834" y="338"/>
                  </a:cubicBezTo>
                  <a:cubicBezTo>
                    <a:pt x="834" y="338"/>
                    <a:pt x="834" y="338"/>
                    <a:pt x="834" y="338"/>
                  </a:cubicBezTo>
                  <a:cubicBezTo>
                    <a:pt x="834" y="338"/>
                    <a:pt x="833" y="340"/>
                    <a:pt x="833" y="338"/>
                  </a:cubicBezTo>
                  <a:cubicBezTo>
                    <a:pt x="833" y="338"/>
                    <a:pt x="833" y="337"/>
                    <a:pt x="834" y="336"/>
                  </a:cubicBezTo>
                  <a:cubicBezTo>
                    <a:pt x="834" y="336"/>
                    <a:pt x="836" y="335"/>
                    <a:pt x="836" y="335"/>
                  </a:cubicBezTo>
                  <a:cubicBezTo>
                    <a:pt x="836" y="335"/>
                    <a:pt x="837" y="333"/>
                    <a:pt x="836" y="333"/>
                  </a:cubicBezTo>
                  <a:cubicBezTo>
                    <a:pt x="836" y="333"/>
                    <a:pt x="836" y="334"/>
                    <a:pt x="836" y="335"/>
                  </a:cubicBezTo>
                  <a:cubicBezTo>
                    <a:pt x="836" y="335"/>
                    <a:pt x="835" y="335"/>
                    <a:pt x="835" y="335"/>
                  </a:cubicBezTo>
                  <a:cubicBezTo>
                    <a:pt x="835" y="335"/>
                    <a:pt x="835" y="335"/>
                    <a:pt x="835" y="336"/>
                  </a:cubicBezTo>
                  <a:cubicBezTo>
                    <a:pt x="834" y="336"/>
                    <a:pt x="834" y="336"/>
                    <a:pt x="834" y="336"/>
                  </a:cubicBezTo>
                  <a:cubicBezTo>
                    <a:pt x="833" y="336"/>
                    <a:pt x="832" y="338"/>
                    <a:pt x="832" y="338"/>
                  </a:cubicBezTo>
                  <a:cubicBezTo>
                    <a:pt x="832" y="338"/>
                    <a:pt x="832" y="338"/>
                    <a:pt x="832" y="339"/>
                  </a:cubicBezTo>
                  <a:cubicBezTo>
                    <a:pt x="832" y="339"/>
                    <a:pt x="832" y="339"/>
                    <a:pt x="832" y="339"/>
                  </a:cubicBezTo>
                  <a:cubicBezTo>
                    <a:pt x="832" y="339"/>
                    <a:pt x="833" y="339"/>
                    <a:pt x="833" y="339"/>
                  </a:cubicBezTo>
                  <a:cubicBezTo>
                    <a:pt x="834" y="339"/>
                    <a:pt x="834" y="339"/>
                    <a:pt x="834" y="339"/>
                  </a:cubicBezTo>
                  <a:cubicBezTo>
                    <a:pt x="835" y="338"/>
                    <a:pt x="835" y="339"/>
                    <a:pt x="835" y="339"/>
                  </a:cubicBezTo>
                  <a:cubicBezTo>
                    <a:pt x="834" y="339"/>
                    <a:pt x="834" y="339"/>
                    <a:pt x="835" y="340"/>
                  </a:cubicBezTo>
                  <a:cubicBezTo>
                    <a:pt x="835" y="340"/>
                    <a:pt x="835" y="340"/>
                    <a:pt x="835" y="341"/>
                  </a:cubicBezTo>
                  <a:cubicBezTo>
                    <a:pt x="836" y="341"/>
                    <a:pt x="836" y="341"/>
                    <a:pt x="836" y="341"/>
                  </a:cubicBezTo>
                  <a:cubicBezTo>
                    <a:pt x="836" y="341"/>
                    <a:pt x="837" y="341"/>
                    <a:pt x="837" y="341"/>
                  </a:cubicBezTo>
                  <a:cubicBezTo>
                    <a:pt x="837" y="341"/>
                    <a:pt x="838" y="341"/>
                    <a:pt x="838" y="341"/>
                  </a:cubicBezTo>
                  <a:cubicBezTo>
                    <a:pt x="838" y="342"/>
                    <a:pt x="838" y="342"/>
                    <a:pt x="838" y="342"/>
                  </a:cubicBezTo>
                  <a:cubicBezTo>
                    <a:pt x="838" y="342"/>
                    <a:pt x="838" y="342"/>
                    <a:pt x="838" y="342"/>
                  </a:cubicBezTo>
                  <a:cubicBezTo>
                    <a:pt x="838" y="343"/>
                    <a:pt x="839" y="342"/>
                    <a:pt x="838" y="343"/>
                  </a:cubicBezTo>
                  <a:cubicBezTo>
                    <a:pt x="839" y="343"/>
                    <a:pt x="840" y="343"/>
                    <a:pt x="840" y="344"/>
                  </a:cubicBezTo>
                  <a:cubicBezTo>
                    <a:pt x="840" y="345"/>
                    <a:pt x="839" y="344"/>
                    <a:pt x="839" y="344"/>
                  </a:cubicBezTo>
                  <a:cubicBezTo>
                    <a:pt x="839" y="345"/>
                    <a:pt x="839" y="345"/>
                    <a:pt x="839" y="345"/>
                  </a:cubicBezTo>
                  <a:cubicBezTo>
                    <a:pt x="839" y="346"/>
                    <a:pt x="839" y="346"/>
                    <a:pt x="839" y="346"/>
                  </a:cubicBezTo>
                  <a:cubicBezTo>
                    <a:pt x="839" y="346"/>
                    <a:pt x="838" y="346"/>
                    <a:pt x="838" y="347"/>
                  </a:cubicBezTo>
                  <a:cubicBezTo>
                    <a:pt x="838" y="347"/>
                    <a:pt x="838" y="346"/>
                    <a:pt x="838" y="346"/>
                  </a:cubicBezTo>
                  <a:cubicBezTo>
                    <a:pt x="837" y="347"/>
                    <a:pt x="837" y="346"/>
                    <a:pt x="837" y="346"/>
                  </a:cubicBezTo>
                  <a:cubicBezTo>
                    <a:pt x="837" y="346"/>
                    <a:pt x="837" y="346"/>
                    <a:pt x="837" y="346"/>
                  </a:cubicBezTo>
                  <a:cubicBezTo>
                    <a:pt x="837" y="346"/>
                    <a:pt x="837" y="346"/>
                    <a:pt x="837" y="346"/>
                  </a:cubicBezTo>
                  <a:cubicBezTo>
                    <a:pt x="837" y="345"/>
                    <a:pt x="837" y="345"/>
                    <a:pt x="836" y="345"/>
                  </a:cubicBezTo>
                  <a:cubicBezTo>
                    <a:pt x="836" y="345"/>
                    <a:pt x="836" y="345"/>
                    <a:pt x="836" y="345"/>
                  </a:cubicBezTo>
                  <a:cubicBezTo>
                    <a:pt x="835" y="345"/>
                    <a:pt x="835" y="344"/>
                    <a:pt x="835" y="344"/>
                  </a:cubicBezTo>
                  <a:cubicBezTo>
                    <a:pt x="835" y="343"/>
                    <a:pt x="835" y="343"/>
                    <a:pt x="835" y="343"/>
                  </a:cubicBezTo>
                  <a:cubicBezTo>
                    <a:pt x="835" y="342"/>
                    <a:pt x="835" y="342"/>
                    <a:pt x="834" y="342"/>
                  </a:cubicBezTo>
                  <a:cubicBezTo>
                    <a:pt x="834" y="341"/>
                    <a:pt x="834" y="342"/>
                    <a:pt x="834" y="341"/>
                  </a:cubicBezTo>
                  <a:cubicBezTo>
                    <a:pt x="834" y="341"/>
                    <a:pt x="834" y="341"/>
                    <a:pt x="833" y="341"/>
                  </a:cubicBezTo>
                  <a:cubicBezTo>
                    <a:pt x="833" y="341"/>
                    <a:pt x="833" y="341"/>
                    <a:pt x="833" y="341"/>
                  </a:cubicBezTo>
                  <a:cubicBezTo>
                    <a:pt x="833" y="341"/>
                    <a:pt x="833" y="341"/>
                    <a:pt x="833" y="341"/>
                  </a:cubicBezTo>
                  <a:cubicBezTo>
                    <a:pt x="834" y="341"/>
                    <a:pt x="833" y="342"/>
                    <a:pt x="834" y="342"/>
                  </a:cubicBezTo>
                  <a:cubicBezTo>
                    <a:pt x="834" y="342"/>
                    <a:pt x="834" y="342"/>
                    <a:pt x="834" y="342"/>
                  </a:cubicBezTo>
                  <a:cubicBezTo>
                    <a:pt x="834" y="342"/>
                    <a:pt x="834" y="343"/>
                    <a:pt x="834" y="343"/>
                  </a:cubicBezTo>
                  <a:cubicBezTo>
                    <a:pt x="835" y="343"/>
                    <a:pt x="835" y="344"/>
                    <a:pt x="835" y="344"/>
                  </a:cubicBezTo>
                  <a:cubicBezTo>
                    <a:pt x="835" y="344"/>
                    <a:pt x="835" y="345"/>
                    <a:pt x="836" y="345"/>
                  </a:cubicBezTo>
                  <a:cubicBezTo>
                    <a:pt x="836" y="345"/>
                    <a:pt x="836" y="346"/>
                    <a:pt x="836" y="346"/>
                  </a:cubicBezTo>
                  <a:cubicBezTo>
                    <a:pt x="836" y="347"/>
                    <a:pt x="837" y="347"/>
                    <a:pt x="837" y="347"/>
                  </a:cubicBezTo>
                  <a:cubicBezTo>
                    <a:pt x="838" y="347"/>
                    <a:pt x="837" y="347"/>
                    <a:pt x="838" y="347"/>
                  </a:cubicBezTo>
                  <a:cubicBezTo>
                    <a:pt x="838" y="347"/>
                    <a:pt x="838" y="347"/>
                    <a:pt x="838" y="347"/>
                  </a:cubicBezTo>
                  <a:cubicBezTo>
                    <a:pt x="838" y="348"/>
                    <a:pt x="837" y="348"/>
                    <a:pt x="837" y="348"/>
                  </a:cubicBezTo>
                  <a:cubicBezTo>
                    <a:pt x="837" y="348"/>
                    <a:pt x="838" y="348"/>
                    <a:pt x="838" y="348"/>
                  </a:cubicBezTo>
                  <a:cubicBezTo>
                    <a:pt x="838" y="348"/>
                    <a:pt x="838" y="348"/>
                    <a:pt x="838" y="348"/>
                  </a:cubicBezTo>
                  <a:cubicBezTo>
                    <a:pt x="839" y="348"/>
                    <a:pt x="838" y="349"/>
                    <a:pt x="838" y="349"/>
                  </a:cubicBezTo>
                  <a:cubicBezTo>
                    <a:pt x="839" y="349"/>
                    <a:pt x="838" y="350"/>
                    <a:pt x="838" y="350"/>
                  </a:cubicBezTo>
                  <a:cubicBezTo>
                    <a:pt x="838" y="350"/>
                    <a:pt x="838" y="350"/>
                    <a:pt x="837" y="349"/>
                  </a:cubicBezTo>
                  <a:cubicBezTo>
                    <a:pt x="837" y="349"/>
                    <a:pt x="837" y="350"/>
                    <a:pt x="837" y="349"/>
                  </a:cubicBezTo>
                  <a:cubicBezTo>
                    <a:pt x="837" y="349"/>
                    <a:pt x="837" y="349"/>
                    <a:pt x="837" y="349"/>
                  </a:cubicBezTo>
                  <a:cubicBezTo>
                    <a:pt x="837" y="349"/>
                    <a:pt x="837" y="349"/>
                    <a:pt x="837" y="349"/>
                  </a:cubicBezTo>
                  <a:cubicBezTo>
                    <a:pt x="836" y="349"/>
                    <a:pt x="837" y="350"/>
                    <a:pt x="836" y="350"/>
                  </a:cubicBezTo>
                  <a:cubicBezTo>
                    <a:pt x="837" y="350"/>
                    <a:pt x="836" y="351"/>
                    <a:pt x="836" y="351"/>
                  </a:cubicBezTo>
                  <a:cubicBezTo>
                    <a:pt x="835" y="351"/>
                    <a:pt x="835" y="350"/>
                    <a:pt x="835" y="349"/>
                  </a:cubicBezTo>
                  <a:cubicBezTo>
                    <a:pt x="834" y="349"/>
                    <a:pt x="834" y="348"/>
                    <a:pt x="834" y="348"/>
                  </a:cubicBezTo>
                  <a:cubicBezTo>
                    <a:pt x="833" y="348"/>
                    <a:pt x="834" y="349"/>
                    <a:pt x="834" y="349"/>
                  </a:cubicBezTo>
                  <a:cubicBezTo>
                    <a:pt x="834" y="350"/>
                    <a:pt x="835" y="350"/>
                    <a:pt x="835" y="351"/>
                  </a:cubicBezTo>
                  <a:cubicBezTo>
                    <a:pt x="835" y="351"/>
                    <a:pt x="836" y="351"/>
                    <a:pt x="836" y="351"/>
                  </a:cubicBezTo>
                  <a:cubicBezTo>
                    <a:pt x="836" y="351"/>
                    <a:pt x="836" y="351"/>
                    <a:pt x="836" y="351"/>
                  </a:cubicBezTo>
                  <a:cubicBezTo>
                    <a:pt x="837" y="351"/>
                    <a:pt x="836" y="352"/>
                    <a:pt x="836" y="352"/>
                  </a:cubicBezTo>
                  <a:cubicBezTo>
                    <a:pt x="837" y="352"/>
                    <a:pt x="836" y="353"/>
                    <a:pt x="836" y="353"/>
                  </a:cubicBezTo>
                  <a:cubicBezTo>
                    <a:pt x="837" y="353"/>
                    <a:pt x="837" y="353"/>
                    <a:pt x="836" y="354"/>
                  </a:cubicBezTo>
                  <a:cubicBezTo>
                    <a:pt x="836" y="354"/>
                    <a:pt x="835" y="354"/>
                    <a:pt x="835" y="354"/>
                  </a:cubicBezTo>
                  <a:cubicBezTo>
                    <a:pt x="835" y="354"/>
                    <a:pt x="835" y="353"/>
                    <a:pt x="835" y="353"/>
                  </a:cubicBezTo>
                  <a:cubicBezTo>
                    <a:pt x="834" y="353"/>
                    <a:pt x="834" y="353"/>
                    <a:pt x="834" y="353"/>
                  </a:cubicBezTo>
                  <a:cubicBezTo>
                    <a:pt x="834" y="352"/>
                    <a:pt x="834" y="352"/>
                    <a:pt x="834" y="352"/>
                  </a:cubicBezTo>
                  <a:cubicBezTo>
                    <a:pt x="834" y="351"/>
                    <a:pt x="834" y="351"/>
                    <a:pt x="833" y="351"/>
                  </a:cubicBezTo>
                  <a:cubicBezTo>
                    <a:pt x="833" y="351"/>
                    <a:pt x="833" y="351"/>
                    <a:pt x="832" y="351"/>
                  </a:cubicBezTo>
                  <a:cubicBezTo>
                    <a:pt x="832" y="351"/>
                    <a:pt x="832" y="351"/>
                    <a:pt x="832" y="350"/>
                  </a:cubicBezTo>
                  <a:cubicBezTo>
                    <a:pt x="832" y="351"/>
                    <a:pt x="832" y="351"/>
                    <a:pt x="831" y="350"/>
                  </a:cubicBezTo>
                  <a:cubicBezTo>
                    <a:pt x="831" y="350"/>
                    <a:pt x="831" y="350"/>
                    <a:pt x="830" y="351"/>
                  </a:cubicBezTo>
                  <a:cubicBezTo>
                    <a:pt x="831" y="350"/>
                    <a:pt x="830" y="350"/>
                    <a:pt x="830" y="350"/>
                  </a:cubicBezTo>
                  <a:cubicBezTo>
                    <a:pt x="829" y="350"/>
                    <a:pt x="829" y="350"/>
                    <a:pt x="829" y="350"/>
                  </a:cubicBezTo>
                  <a:cubicBezTo>
                    <a:pt x="828" y="350"/>
                    <a:pt x="830" y="351"/>
                    <a:pt x="830" y="351"/>
                  </a:cubicBezTo>
                  <a:cubicBezTo>
                    <a:pt x="830" y="351"/>
                    <a:pt x="830" y="351"/>
                    <a:pt x="830" y="351"/>
                  </a:cubicBezTo>
                  <a:cubicBezTo>
                    <a:pt x="831" y="351"/>
                    <a:pt x="831" y="350"/>
                    <a:pt x="831" y="351"/>
                  </a:cubicBezTo>
                  <a:cubicBezTo>
                    <a:pt x="831" y="351"/>
                    <a:pt x="831" y="351"/>
                    <a:pt x="832" y="351"/>
                  </a:cubicBezTo>
                  <a:cubicBezTo>
                    <a:pt x="832" y="351"/>
                    <a:pt x="832" y="351"/>
                    <a:pt x="832" y="351"/>
                  </a:cubicBezTo>
                  <a:cubicBezTo>
                    <a:pt x="833" y="352"/>
                    <a:pt x="833" y="352"/>
                    <a:pt x="833" y="352"/>
                  </a:cubicBezTo>
                  <a:cubicBezTo>
                    <a:pt x="833" y="352"/>
                    <a:pt x="834" y="352"/>
                    <a:pt x="834" y="352"/>
                  </a:cubicBezTo>
                  <a:cubicBezTo>
                    <a:pt x="834" y="352"/>
                    <a:pt x="833" y="353"/>
                    <a:pt x="833" y="353"/>
                  </a:cubicBezTo>
                  <a:cubicBezTo>
                    <a:pt x="833" y="353"/>
                    <a:pt x="834" y="353"/>
                    <a:pt x="834" y="353"/>
                  </a:cubicBezTo>
                  <a:cubicBezTo>
                    <a:pt x="834" y="354"/>
                    <a:pt x="834" y="354"/>
                    <a:pt x="834" y="354"/>
                  </a:cubicBezTo>
                  <a:cubicBezTo>
                    <a:pt x="834" y="355"/>
                    <a:pt x="834" y="355"/>
                    <a:pt x="834" y="355"/>
                  </a:cubicBezTo>
                  <a:cubicBezTo>
                    <a:pt x="834" y="355"/>
                    <a:pt x="835" y="355"/>
                    <a:pt x="835" y="355"/>
                  </a:cubicBezTo>
                  <a:cubicBezTo>
                    <a:pt x="835" y="355"/>
                    <a:pt x="836" y="355"/>
                    <a:pt x="836" y="355"/>
                  </a:cubicBezTo>
                  <a:cubicBezTo>
                    <a:pt x="836" y="355"/>
                    <a:pt x="836" y="354"/>
                    <a:pt x="836" y="354"/>
                  </a:cubicBezTo>
                  <a:cubicBezTo>
                    <a:pt x="837" y="354"/>
                    <a:pt x="837" y="355"/>
                    <a:pt x="838" y="355"/>
                  </a:cubicBezTo>
                  <a:cubicBezTo>
                    <a:pt x="839" y="355"/>
                    <a:pt x="839" y="355"/>
                    <a:pt x="839" y="355"/>
                  </a:cubicBezTo>
                  <a:cubicBezTo>
                    <a:pt x="839" y="356"/>
                    <a:pt x="839" y="357"/>
                    <a:pt x="839" y="358"/>
                  </a:cubicBezTo>
                  <a:cubicBezTo>
                    <a:pt x="839" y="359"/>
                    <a:pt x="839" y="361"/>
                    <a:pt x="839" y="363"/>
                  </a:cubicBezTo>
                  <a:cubicBezTo>
                    <a:pt x="839" y="364"/>
                    <a:pt x="839" y="365"/>
                    <a:pt x="839" y="367"/>
                  </a:cubicBezTo>
                  <a:cubicBezTo>
                    <a:pt x="839" y="367"/>
                    <a:pt x="839" y="366"/>
                    <a:pt x="839" y="365"/>
                  </a:cubicBezTo>
                  <a:cubicBezTo>
                    <a:pt x="839" y="365"/>
                    <a:pt x="838" y="365"/>
                    <a:pt x="838" y="364"/>
                  </a:cubicBezTo>
                  <a:cubicBezTo>
                    <a:pt x="838" y="365"/>
                    <a:pt x="839" y="365"/>
                    <a:pt x="839" y="365"/>
                  </a:cubicBezTo>
                  <a:cubicBezTo>
                    <a:pt x="839" y="364"/>
                    <a:pt x="838" y="364"/>
                    <a:pt x="838" y="364"/>
                  </a:cubicBezTo>
                  <a:cubicBezTo>
                    <a:pt x="838" y="363"/>
                    <a:pt x="839" y="363"/>
                    <a:pt x="839" y="362"/>
                  </a:cubicBezTo>
                  <a:cubicBezTo>
                    <a:pt x="838" y="361"/>
                    <a:pt x="838" y="360"/>
                    <a:pt x="839" y="359"/>
                  </a:cubicBezTo>
                  <a:cubicBezTo>
                    <a:pt x="839" y="359"/>
                    <a:pt x="839" y="358"/>
                    <a:pt x="839" y="357"/>
                  </a:cubicBezTo>
                  <a:cubicBezTo>
                    <a:pt x="839" y="357"/>
                    <a:pt x="839" y="357"/>
                    <a:pt x="838" y="357"/>
                  </a:cubicBezTo>
                  <a:cubicBezTo>
                    <a:pt x="838" y="357"/>
                    <a:pt x="838" y="359"/>
                    <a:pt x="838" y="359"/>
                  </a:cubicBezTo>
                  <a:cubicBezTo>
                    <a:pt x="838" y="359"/>
                    <a:pt x="838" y="358"/>
                    <a:pt x="838" y="358"/>
                  </a:cubicBezTo>
                  <a:cubicBezTo>
                    <a:pt x="838" y="359"/>
                    <a:pt x="838" y="359"/>
                    <a:pt x="838" y="359"/>
                  </a:cubicBezTo>
                  <a:cubicBezTo>
                    <a:pt x="837" y="359"/>
                    <a:pt x="837" y="359"/>
                    <a:pt x="837" y="358"/>
                  </a:cubicBezTo>
                  <a:cubicBezTo>
                    <a:pt x="837" y="359"/>
                    <a:pt x="837" y="360"/>
                    <a:pt x="837" y="361"/>
                  </a:cubicBezTo>
                  <a:cubicBezTo>
                    <a:pt x="837" y="360"/>
                    <a:pt x="838" y="360"/>
                    <a:pt x="838" y="360"/>
                  </a:cubicBezTo>
                  <a:cubicBezTo>
                    <a:pt x="838" y="360"/>
                    <a:pt x="838" y="361"/>
                    <a:pt x="838" y="361"/>
                  </a:cubicBezTo>
                  <a:cubicBezTo>
                    <a:pt x="838" y="362"/>
                    <a:pt x="838" y="362"/>
                    <a:pt x="838" y="363"/>
                  </a:cubicBezTo>
                  <a:cubicBezTo>
                    <a:pt x="838" y="363"/>
                    <a:pt x="838" y="364"/>
                    <a:pt x="838" y="364"/>
                  </a:cubicBezTo>
                  <a:cubicBezTo>
                    <a:pt x="837" y="364"/>
                    <a:pt x="838" y="361"/>
                    <a:pt x="837" y="361"/>
                  </a:cubicBezTo>
                  <a:cubicBezTo>
                    <a:pt x="837" y="361"/>
                    <a:pt x="837" y="363"/>
                    <a:pt x="837" y="363"/>
                  </a:cubicBezTo>
                  <a:cubicBezTo>
                    <a:pt x="836" y="363"/>
                    <a:pt x="836" y="361"/>
                    <a:pt x="835" y="361"/>
                  </a:cubicBezTo>
                  <a:cubicBezTo>
                    <a:pt x="835" y="361"/>
                    <a:pt x="835" y="361"/>
                    <a:pt x="835" y="361"/>
                  </a:cubicBezTo>
                  <a:cubicBezTo>
                    <a:pt x="834" y="361"/>
                    <a:pt x="836" y="362"/>
                    <a:pt x="836" y="363"/>
                  </a:cubicBezTo>
                  <a:cubicBezTo>
                    <a:pt x="836" y="363"/>
                    <a:pt x="835" y="363"/>
                    <a:pt x="834" y="363"/>
                  </a:cubicBezTo>
                  <a:cubicBezTo>
                    <a:pt x="834" y="363"/>
                    <a:pt x="834" y="362"/>
                    <a:pt x="834" y="362"/>
                  </a:cubicBezTo>
                  <a:cubicBezTo>
                    <a:pt x="834" y="363"/>
                    <a:pt x="834" y="363"/>
                    <a:pt x="834" y="364"/>
                  </a:cubicBezTo>
                  <a:cubicBezTo>
                    <a:pt x="834" y="364"/>
                    <a:pt x="832" y="363"/>
                    <a:pt x="832" y="362"/>
                  </a:cubicBezTo>
                  <a:cubicBezTo>
                    <a:pt x="832" y="363"/>
                    <a:pt x="833" y="363"/>
                    <a:pt x="833" y="364"/>
                  </a:cubicBezTo>
                  <a:cubicBezTo>
                    <a:pt x="833" y="364"/>
                    <a:pt x="832" y="364"/>
                    <a:pt x="832" y="364"/>
                  </a:cubicBezTo>
                  <a:cubicBezTo>
                    <a:pt x="832" y="364"/>
                    <a:pt x="831" y="365"/>
                    <a:pt x="831" y="365"/>
                  </a:cubicBezTo>
                  <a:cubicBezTo>
                    <a:pt x="830" y="364"/>
                    <a:pt x="830" y="364"/>
                    <a:pt x="830" y="364"/>
                  </a:cubicBezTo>
                  <a:cubicBezTo>
                    <a:pt x="830" y="364"/>
                    <a:pt x="830" y="364"/>
                    <a:pt x="830" y="364"/>
                  </a:cubicBezTo>
                  <a:cubicBezTo>
                    <a:pt x="829" y="364"/>
                    <a:pt x="830" y="363"/>
                    <a:pt x="830" y="362"/>
                  </a:cubicBezTo>
                  <a:cubicBezTo>
                    <a:pt x="830" y="362"/>
                    <a:pt x="831" y="362"/>
                    <a:pt x="830" y="361"/>
                  </a:cubicBezTo>
                  <a:cubicBezTo>
                    <a:pt x="830" y="361"/>
                    <a:pt x="830" y="361"/>
                    <a:pt x="830" y="361"/>
                  </a:cubicBezTo>
                  <a:cubicBezTo>
                    <a:pt x="830" y="361"/>
                    <a:pt x="830" y="362"/>
                    <a:pt x="830" y="362"/>
                  </a:cubicBezTo>
                  <a:cubicBezTo>
                    <a:pt x="830" y="362"/>
                    <a:pt x="829" y="362"/>
                    <a:pt x="829" y="363"/>
                  </a:cubicBezTo>
                  <a:cubicBezTo>
                    <a:pt x="829" y="363"/>
                    <a:pt x="829" y="364"/>
                    <a:pt x="829" y="365"/>
                  </a:cubicBezTo>
                  <a:cubicBezTo>
                    <a:pt x="830" y="365"/>
                    <a:pt x="829" y="365"/>
                    <a:pt x="829" y="365"/>
                  </a:cubicBezTo>
                  <a:cubicBezTo>
                    <a:pt x="830" y="365"/>
                    <a:pt x="830" y="365"/>
                    <a:pt x="831" y="365"/>
                  </a:cubicBezTo>
                  <a:cubicBezTo>
                    <a:pt x="832" y="365"/>
                    <a:pt x="832" y="365"/>
                    <a:pt x="832" y="365"/>
                  </a:cubicBezTo>
                  <a:cubicBezTo>
                    <a:pt x="832" y="365"/>
                    <a:pt x="833" y="366"/>
                    <a:pt x="833" y="365"/>
                  </a:cubicBezTo>
                  <a:cubicBezTo>
                    <a:pt x="833" y="365"/>
                    <a:pt x="833" y="365"/>
                    <a:pt x="833" y="365"/>
                  </a:cubicBezTo>
                  <a:cubicBezTo>
                    <a:pt x="833" y="365"/>
                    <a:pt x="834" y="365"/>
                    <a:pt x="834" y="365"/>
                  </a:cubicBezTo>
                  <a:cubicBezTo>
                    <a:pt x="834" y="365"/>
                    <a:pt x="835" y="365"/>
                    <a:pt x="835" y="365"/>
                  </a:cubicBezTo>
                  <a:cubicBezTo>
                    <a:pt x="835" y="365"/>
                    <a:pt x="835" y="365"/>
                    <a:pt x="835" y="366"/>
                  </a:cubicBezTo>
                  <a:cubicBezTo>
                    <a:pt x="835" y="366"/>
                    <a:pt x="835" y="365"/>
                    <a:pt x="835" y="365"/>
                  </a:cubicBezTo>
                  <a:cubicBezTo>
                    <a:pt x="835" y="366"/>
                    <a:pt x="835" y="366"/>
                    <a:pt x="835" y="366"/>
                  </a:cubicBezTo>
                  <a:cubicBezTo>
                    <a:pt x="835" y="367"/>
                    <a:pt x="835" y="367"/>
                    <a:pt x="834" y="367"/>
                  </a:cubicBezTo>
                  <a:cubicBezTo>
                    <a:pt x="834" y="367"/>
                    <a:pt x="834" y="367"/>
                    <a:pt x="834" y="367"/>
                  </a:cubicBezTo>
                  <a:cubicBezTo>
                    <a:pt x="834" y="367"/>
                    <a:pt x="835" y="368"/>
                    <a:pt x="834" y="368"/>
                  </a:cubicBezTo>
                  <a:cubicBezTo>
                    <a:pt x="834" y="368"/>
                    <a:pt x="833" y="368"/>
                    <a:pt x="833" y="368"/>
                  </a:cubicBezTo>
                  <a:cubicBezTo>
                    <a:pt x="834" y="368"/>
                    <a:pt x="834" y="368"/>
                    <a:pt x="834" y="368"/>
                  </a:cubicBezTo>
                  <a:cubicBezTo>
                    <a:pt x="835" y="368"/>
                    <a:pt x="835" y="367"/>
                    <a:pt x="835" y="366"/>
                  </a:cubicBezTo>
                  <a:cubicBezTo>
                    <a:pt x="835" y="366"/>
                    <a:pt x="836" y="366"/>
                    <a:pt x="836" y="366"/>
                  </a:cubicBezTo>
                  <a:cubicBezTo>
                    <a:pt x="836" y="366"/>
                    <a:pt x="836" y="366"/>
                    <a:pt x="836" y="366"/>
                  </a:cubicBezTo>
                  <a:cubicBezTo>
                    <a:pt x="837" y="366"/>
                    <a:pt x="836" y="366"/>
                    <a:pt x="836" y="365"/>
                  </a:cubicBezTo>
                  <a:cubicBezTo>
                    <a:pt x="836" y="365"/>
                    <a:pt x="837" y="366"/>
                    <a:pt x="837" y="365"/>
                  </a:cubicBezTo>
                  <a:cubicBezTo>
                    <a:pt x="837" y="365"/>
                    <a:pt x="837" y="365"/>
                    <a:pt x="837" y="365"/>
                  </a:cubicBezTo>
                  <a:cubicBezTo>
                    <a:pt x="838" y="366"/>
                    <a:pt x="837" y="367"/>
                    <a:pt x="837" y="367"/>
                  </a:cubicBezTo>
                  <a:cubicBezTo>
                    <a:pt x="837" y="368"/>
                    <a:pt x="837" y="368"/>
                    <a:pt x="837" y="368"/>
                  </a:cubicBezTo>
                  <a:cubicBezTo>
                    <a:pt x="837" y="369"/>
                    <a:pt x="837" y="369"/>
                    <a:pt x="836" y="369"/>
                  </a:cubicBezTo>
                  <a:cubicBezTo>
                    <a:pt x="836" y="369"/>
                    <a:pt x="835" y="370"/>
                    <a:pt x="836" y="369"/>
                  </a:cubicBezTo>
                  <a:cubicBezTo>
                    <a:pt x="836" y="369"/>
                    <a:pt x="835" y="369"/>
                    <a:pt x="836" y="369"/>
                  </a:cubicBezTo>
                  <a:cubicBezTo>
                    <a:pt x="835" y="369"/>
                    <a:pt x="835" y="369"/>
                    <a:pt x="835" y="370"/>
                  </a:cubicBezTo>
                  <a:cubicBezTo>
                    <a:pt x="834" y="370"/>
                    <a:pt x="834" y="370"/>
                    <a:pt x="834" y="371"/>
                  </a:cubicBezTo>
                  <a:cubicBezTo>
                    <a:pt x="834" y="371"/>
                    <a:pt x="834" y="371"/>
                    <a:pt x="833" y="371"/>
                  </a:cubicBezTo>
                  <a:cubicBezTo>
                    <a:pt x="833" y="371"/>
                    <a:pt x="833" y="371"/>
                    <a:pt x="833" y="371"/>
                  </a:cubicBezTo>
                  <a:cubicBezTo>
                    <a:pt x="833" y="372"/>
                    <a:pt x="832" y="372"/>
                    <a:pt x="831" y="372"/>
                  </a:cubicBezTo>
                  <a:cubicBezTo>
                    <a:pt x="831" y="372"/>
                    <a:pt x="831" y="372"/>
                    <a:pt x="831" y="371"/>
                  </a:cubicBezTo>
                  <a:cubicBezTo>
                    <a:pt x="831" y="371"/>
                    <a:pt x="830" y="372"/>
                    <a:pt x="830" y="372"/>
                  </a:cubicBezTo>
                  <a:cubicBezTo>
                    <a:pt x="830" y="372"/>
                    <a:pt x="830" y="371"/>
                    <a:pt x="830" y="371"/>
                  </a:cubicBezTo>
                  <a:cubicBezTo>
                    <a:pt x="830" y="370"/>
                    <a:pt x="829" y="371"/>
                    <a:pt x="829" y="372"/>
                  </a:cubicBezTo>
                  <a:cubicBezTo>
                    <a:pt x="829" y="371"/>
                    <a:pt x="829" y="371"/>
                    <a:pt x="829" y="370"/>
                  </a:cubicBezTo>
                  <a:cubicBezTo>
                    <a:pt x="829" y="370"/>
                    <a:pt x="830" y="370"/>
                    <a:pt x="830" y="370"/>
                  </a:cubicBezTo>
                  <a:cubicBezTo>
                    <a:pt x="829" y="370"/>
                    <a:pt x="829" y="370"/>
                    <a:pt x="828" y="370"/>
                  </a:cubicBezTo>
                  <a:cubicBezTo>
                    <a:pt x="829" y="370"/>
                    <a:pt x="828" y="371"/>
                    <a:pt x="828" y="371"/>
                  </a:cubicBezTo>
                  <a:cubicBezTo>
                    <a:pt x="828" y="372"/>
                    <a:pt x="828" y="371"/>
                    <a:pt x="828" y="371"/>
                  </a:cubicBezTo>
                  <a:cubicBezTo>
                    <a:pt x="827" y="371"/>
                    <a:pt x="826" y="370"/>
                    <a:pt x="825" y="370"/>
                  </a:cubicBezTo>
                  <a:cubicBezTo>
                    <a:pt x="825" y="370"/>
                    <a:pt x="825" y="370"/>
                    <a:pt x="825" y="371"/>
                  </a:cubicBezTo>
                  <a:cubicBezTo>
                    <a:pt x="826" y="370"/>
                    <a:pt x="827" y="372"/>
                    <a:pt x="828" y="372"/>
                  </a:cubicBezTo>
                  <a:cubicBezTo>
                    <a:pt x="828" y="372"/>
                    <a:pt x="829" y="372"/>
                    <a:pt x="829" y="372"/>
                  </a:cubicBezTo>
                  <a:cubicBezTo>
                    <a:pt x="829" y="373"/>
                    <a:pt x="828" y="373"/>
                    <a:pt x="828" y="373"/>
                  </a:cubicBezTo>
                  <a:cubicBezTo>
                    <a:pt x="828" y="373"/>
                    <a:pt x="828" y="373"/>
                    <a:pt x="828" y="373"/>
                  </a:cubicBezTo>
                  <a:cubicBezTo>
                    <a:pt x="828" y="373"/>
                    <a:pt x="828" y="373"/>
                    <a:pt x="828" y="373"/>
                  </a:cubicBezTo>
                  <a:cubicBezTo>
                    <a:pt x="827" y="373"/>
                    <a:pt x="827" y="374"/>
                    <a:pt x="827" y="374"/>
                  </a:cubicBezTo>
                  <a:cubicBezTo>
                    <a:pt x="827" y="374"/>
                    <a:pt x="828" y="374"/>
                    <a:pt x="828" y="374"/>
                  </a:cubicBezTo>
                  <a:cubicBezTo>
                    <a:pt x="828" y="374"/>
                    <a:pt x="826" y="376"/>
                    <a:pt x="825" y="376"/>
                  </a:cubicBezTo>
                  <a:cubicBezTo>
                    <a:pt x="825" y="376"/>
                    <a:pt x="824" y="376"/>
                    <a:pt x="824" y="375"/>
                  </a:cubicBezTo>
                  <a:cubicBezTo>
                    <a:pt x="824" y="375"/>
                    <a:pt x="824" y="375"/>
                    <a:pt x="823" y="374"/>
                  </a:cubicBezTo>
                  <a:cubicBezTo>
                    <a:pt x="823" y="374"/>
                    <a:pt x="823" y="374"/>
                    <a:pt x="823" y="374"/>
                  </a:cubicBezTo>
                  <a:cubicBezTo>
                    <a:pt x="824" y="375"/>
                    <a:pt x="823" y="376"/>
                    <a:pt x="825" y="376"/>
                  </a:cubicBezTo>
                  <a:cubicBezTo>
                    <a:pt x="825" y="376"/>
                    <a:pt x="825" y="377"/>
                    <a:pt x="826" y="376"/>
                  </a:cubicBezTo>
                  <a:cubicBezTo>
                    <a:pt x="826" y="376"/>
                    <a:pt x="826" y="376"/>
                    <a:pt x="827" y="376"/>
                  </a:cubicBezTo>
                  <a:cubicBezTo>
                    <a:pt x="827" y="376"/>
                    <a:pt x="827" y="377"/>
                    <a:pt x="827" y="376"/>
                  </a:cubicBezTo>
                  <a:cubicBezTo>
                    <a:pt x="827" y="376"/>
                    <a:pt x="827" y="376"/>
                    <a:pt x="828" y="376"/>
                  </a:cubicBezTo>
                  <a:cubicBezTo>
                    <a:pt x="828" y="376"/>
                    <a:pt x="828" y="376"/>
                    <a:pt x="828" y="375"/>
                  </a:cubicBezTo>
                  <a:cubicBezTo>
                    <a:pt x="828" y="375"/>
                    <a:pt x="828" y="375"/>
                    <a:pt x="829" y="375"/>
                  </a:cubicBezTo>
                  <a:cubicBezTo>
                    <a:pt x="829" y="375"/>
                    <a:pt x="829" y="376"/>
                    <a:pt x="828" y="376"/>
                  </a:cubicBezTo>
                  <a:cubicBezTo>
                    <a:pt x="828" y="376"/>
                    <a:pt x="828" y="376"/>
                    <a:pt x="828" y="376"/>
                  </a:cubicBezTo>
                  <a:cubicBezTo>
                    <a:pt x="829" y="376"/>
                    <a:pt x="829" y="376"/>
                    <a:pt x="829" y="376"/>
                  </a:cubicBezTo>
                  <a:cubicBezTo>
                    <a:pt x="829" y="376"/>
                    <a:pt x="829" y="375"/>
                    <a:pt x="829" y="375"/>
                  </a:cubicBezTo>
                  <a:cubicBezTo>
                    <a:pt x="830" y="375"/>
                    <a:pt x="830" y="376"/>
                    <a:pt x="830" y="376"/>
                  </a:cubicBezTo>
                  <a:cubicBezTo>
                    <a:pt x="830" y="376"/>
                    <a:pt x="829" y="376"/>
                    <a:pt x="829" y="376"/>
                  </a:cubicBezTo>
                  <a:cubicBezTo>
                    <a:pt x="829" y="377"/>
                    <a:pt x="829" y="377"/>
                    <a:pt x="829" y="377"/>
                  </a:cubicBezTo>
                  <a:cubicBezTo>
                    <a:pt x="828" y="377"/>
                    <a:pt x="828" y="377"/>
                    <a:pt x="828" y="377"/>
                  </a:cubicBezTo>
                  <a:cubicBezTo>
                    <a:pt x="828" y="378"/>
                    <a:pt x="827" y="379"/>
                    <a:pt x="826" y="379"/>
                  </a:cubicBezTo>
                  <a:cubicBezTo>
                    <a:pt x="826" y="379"/>
                    <a:pt x="826" y="377"/>
                    <a:pt x="826" y="378"/>
                  </a:cubicBezTo>
                  <a:cubicBezTo>
                    <a:pt x="826" y="378"/>
                    <a:pt x="826" y="378"/>
                    <a:pt x="826" y="379"/>
                  </a:cubicBezTo>
                  <a:cubicBezTo>
                    <a:pt x="826" y="379"/>
                    <a:pt x="826" y="379"/>
                    <a:pt x="826" y="378"/>
                  </a:cubicBezTo>
                  <a:cubicBezTo>
                    <a:pt x="826" y="378"/>
                    <a:pt x="825" y="378"/>
                    <a:pt x="825" y="378"/>
                  </a:cubicBezTo>
                  <a:cubicBezTo>
                    <a:pt x="825" y="378"/>
                    <a:pt x="825" y="379"/>
                    <a:pt x="825" y="379"/>
                  </a:cubicBezTo>
                  <a:cubicBezTo>
                    <a:pt x="824" y="379"/>
                    <a:pt x="823" y="379"/>
                    <a:pt x="823" y="379"/>
                  </a:cubicBezTo>
                  <a:cubicBezTo>
                    <a:pt x="823" y="379"/>
                    <a:pt x="821" y="379"/>
                    <a:pt x="821" y="379"/>
                  </a:cubicBezTo>
                  <a:cubicBezTo>
                    <a:pt x="821" y="379"/>
                    <a:pt x="822" y="378"/>
                    <a:pt x="821" y="378"/>
                  </a:cubicBezTo>
                  <a:cubicBezTo>
                    <a:pt x="821" y="378"/>
                    <a:pt x="820" y="380"/>
                    <a:pt x="820" y="380"/>
                  </a:cubicBezTo>
                  <a:cubicBezTo>
                    <a:pt x="820" y="380"/>
                    <a:pt x="819" y="380"/>
                    <a:pt x="819" y="380"/>
                  </a:cubicBezTo>
                  <a:cubicBezTo>
                    <a:pt x="819" y="380"/>
                    <a:pt x="818" y="380"/>
                    <a:pt x="818" y="380"/>
                  </a:cubicBezTo>
                  <a:cubicBezTo>
                    <a:pt x="819" y="380"/>
                    <a:pt x="819" y="380"/>
                    <a:pt x="819" y="379"/>
                  </a:cubicBezTo>
                  <a:cubicBezTo>
                    <a:pt x="819" y="379"/>
                    <a:pt x="819" y="379"/>
                    <a:pt x="818" y="378"/>
                  </a:cubicBezTo>
                  <a:cubicBezTo>
                    <a:pt x="818" y="379"/>
                    <a:pt x="819" y="379"/>
                    <a:pt x="819" y="379"/>
                  </a:cubicBezTo>
                  <a:cubicBezTo>
                    <a:pt x="819" y="380"/>
                    <a:pt x="818" y="380"/>
                    <a:pt x="818" y="380"/>
                  </a:cubicBezTo>
                  <a:cubicBezTo>
                    <a:pt x="818" y="380"/>
                    <a:pt x="819" y="380"/>
                    <a:pt x="818" y="381"/>
                  </a:cubicBezTo>
                  <a:cubicBezTo>
                    <a:pt x="818" y="381"/>
                    <a:pt x="817" y="381"/>
                    <a:pt x="817" y="382"/>
                  </a:cubicBezTo>
                  <a:cubicBezTo>
                    <a:pt x="815" y="382"/>
                    <a:pt x="814" y="383"/>
                    <a:pt x="813" y="385"/>
                  </a:cubicBezTo>
                  <a:cubicBezTo>
                    <a:pt x="812" y="385"/>
                    <a:pt x="812" y="387"/>
                    <a:pt x="811" y="387"/>
                  </a:cubicBezTo>
                  <a:cubicBezTo>
                    <a:pt x="812" y="386"/>
                    <a:pt x="812" y="386"/>
                    <a:pt x="812" y="385"/>
                  </a:cubicBezTo>
                  <a:cubicBezTo>
                    <a:pt x="811" y="385"/>
                    <a:pt x="812" y="388"/>
                    <a:pt x="810" y="388"/>
                  </a:cubicBezTo>
                  <a:cubicBezTo>
                    <a:pt x="810" y="388"/>
                    <a:pt x="809" y="387"/>
                    <a:pt x="808" y="388"/>
                  </a:cubicBezTo>
                  <a:cubicBezTo>
                    <a:pt x="808" y="388"/>
                    <a:pt x="807" y="388"/>
                    <a:pt x="807" y="387"/>
                  </a:cubicBezTo>
                  <a:cubicBezTo>
                    <a:pt x="807" y="388"/>
                    <a:pt x="806" y="388"/>
                    <a:pt x="805" y="388"/>
                  </a:cubicBezTo>
                  <a:cubicBezTo>
                    <a:pt x="806" y="388"/>
                    <a:pt x="805" y="388"/>
                    <a:pt x="805" y="388"/>
                  </a:cubicBezTo>
                  <a:cubicBezTo>
                    <a:pt x="805" y="388"/>
                    <a:pt x="804" y="389"/>
                    <a:pt x="804" y="389"/>
                  </a:cubicBezTo>
                  <a:cubicBezTo>
                    <a:pt x="803" y="389"/>
                    <a:pt x="802" y="390"/>
                    <a:pt x="802" y="390"/>
                  </a:cubicBezTo>
                  <a:cubicBezTo>
                    <a:pt x="800" y="392"/>
                    <a:pt x="798" y="393"/>
                    <a:pt x="798" y="395"/>
                  </a:cubicBezTo>
                  <a:cubicBezTo>
                    <a:pt x="797" y="395"/>
                    <a:pt x="798" y="394"/>
                    <a:pt x="797" y="394"/>
                  </a:cubicBezTo>
                  <a:cubicBezTo>
                    <a:pt x="797" y="394"/>
                    <a:pt x="797" y="394"/>
                    <a:pt x="797" y="394"/>
                  </a:cubicBezTo>
                  <a:cubicBezTo>
                    <a:pt x="797" y="394"/>
                    <a:pt x="798" y="393"/>
                    <a:pt x="798" y="393"/>
                  </a:cubicBezTo>
                  <a:cubicBezTo>
                    <a:pt x="798" y="393"/>
                    <a:pt x="797" y="394"/>
                    <a:pt x="797" y="395"/>
                  </a:cubicBezTo>
                  <a:cubicBezTo>
                    <a:pt x="797" y="395"/>
                    <a:pt x="797" y="395"/>
                    <a:pt x="797" y="395"/>
                  </a:cubicBezTo>
                  <a:cubicBezTo>
                    <a:pt x="797" y="396"/>
                    <a:pt x="797" y="396"/>
                    <a:pt x="797" y="396"/>
                  </a:cubicBezTo>
                  <a:cubicBezTo>
                    <a:pt x="797" y="396"/>
                    <a:pt x="797" y="396"/>
                    <a:pt x="797" y="396"/>
                  </a:cubicBezTo>
                  <a:cubicBezTo>
                    <a:pt x="796" y="396"/>
                    <a:pt x="796" y="396"/>
                    <a:pt x="796" y="396"/>
                  </a:cubicBezTo>
                  <a:cubicBezTo>
                    <a:pt x="796" y="396"/>
                    <a:pt x="797" y="396"/>
                    <a:pt x="796" y="397"/>
                  </a:cubicBezTo>
                  <a:cubicBezTo>
                    <a:pt x="796" y="397"/>
                    <a:pt x="796" y="397"/>
                    <a:pt x="795" y="397"/>
                  </a:cubicBezTo>
                  <a:cubicBezTo>
                    <a:pt x="795" y="398"/>
                    <a:pt x="795" y="397"/>
                    <a:pt x="794" y="398"/>
                  </a:cubicBezTo>
                  <a:cubicBezTo>
                    <a:pt x="794" y="397"/>
                    <a:pt x="792" y="398"/>
                    <a:pt x="793" y="398"/>
                  </a:cubicBezTo>
                  <a:cubicBezTo>
                    <a:pt x="793" y="399"/>
                    <a:pt x="793" y="398"/>
                    <a:pt x="793" y="398"/>
                  </a:cubicBezTo>
                  <a:cubicBezTo>
                    <a:pt x="793" y="399"/>
                    <a:pt x="792" y="399"/>
                    <a:pt x="792" y="399"/>
                  </a:cubicBezTo>
                  <a:cubicBezTo>
                    <a:pt x="791" y="400"/>
                    <a:pt x="791" y="400"/>
                    <a:pt x="790" y="400"/>
                  </a:cubicBezTo>
                  <a:cubicBezTo>
                    <a:pt x="789" y="400"/>
                    <a:pt x="790" y="399"/>
                    <a:pt x="790" y="399"/>
                  </a:cubicBezTo>
                  <a:cubicBezTo>
                    <a:pt x="790" y="399"/>
                    <a:pt x="790" y="399"/>
                    <a:pt x="790" y="399"/>
                  </a:cubicBezTo>
                  <a:cubicBezTo>
                    <a:pt x="789" y="399"/>
                    <a:pt x="790" y="400"/>
                    <a:pt x="789" y="400"/>
                  </a:cubicBezTo>
                  <a:cubicBezTo>
                    <a:pt x="789" y="400"/>
                    <a:pt x="790" y="400"/>
                    <a:pt x="790" y="400"/>
                  </a:cubicBezTo>
                  <a:cubicBezTo>
                    <a:pt x="790" y="401"/>
                    <a:pt x="789" y="402"/>
                    <a:pt x="788" y="401"/>
                  </a:cubicBezTo>
                  <a:cubicBezTo>
                    <a:pt x="788" y="401"/>
                    <a:pt x="788" y="402"/>
                    <a:pt x="788" y="402"/>
                  </a:cubicBezTo>
                  <a:cubicBezTo>
                    <a:pt x="788" y="402"/>
                    <a:pt x="787" y="402"/>
                    <a:pt x="787" y="402"/>
                  </a:cubicBezTo>
                  <a:cubicBezTo>
                    <a:pt x="786" y="402"/>
                    <a:pt x="786" y="402"/>
                    <a:pt x="786" y="402"/>
                  </a:cubicBezTo>
                  <a:cubicBezTo>
                    <a:pt x="786" y="402"/>
                    <a:pt x="786" y="402"/>
                    <a:pt x="786" y="402"/>
                  </a:cubicBezTo>
                  <a:cubicBezTo>
                    <a:pt x="786" y="403"/>
                    <a:pt x="785" y="403"/>
                    <a:pt x="785" y="403"/>
                  </a:cubicBezTo>
                  <a:cubicBezTo>
                    <a:pt x="785" y="403"/>
                    <a:pt x="785" y="403"/>
                    <a:pt x="785" y="403"/>
                  </a:cubicBezTo>
                  <a:cubicBezTo>
                    <a:pt x="784" y="403"/>
                    <a:pt x="784" y="403"/>
                    <a:pt x="784" y="403"/>
                  </a:cubicBezTo>
                  <a:cubicBezTo>
                    <a:pt x="784" y="403"/>
                    <a:pt x="783" y="403"/>
                    <a:pt x="783" y="402"/>
                  </a:cubicBezTo>
                  <a:cubicBezTo>
                    <a:pt x="783" y="403"/>
                    <a:pt x="782" y="402"/>
                    <a:pt x="782" y="403"/>
                  </a:cubicBezTo>
                  <a:cubicBezTo>
                    <a:pt x="782" y="403"/>
                    <a:pt x="783" y="403"/>
                    <a:pt x="783" y="403"/>
                  </a:cubicBezTo>
                  <a:cubicBezTo>
                    <a:pt x="783" y="404"/>
                    <a:pt x="783" y="403"/>
                    <a:pt x="782" y="404"/>
                  </a:cubicBezTo>
                  <a:cubicBezTo>
                    <a:pt x="782" y="404"/>
                    <a:pt x="784" y="404"/>
                    <a:pt x="783" y="404"/>
                  </a:cubicBezTo>
                  <a:cubicBezTo>
                    <a:pt x="783" y="404"/>
                    <a:pt x="783" y="404"/>
                    <a:pt x="782" y="405"/>
                  </a:cubicBezTo>
                  <a:cubicBezTo>
                    <a:pt x="782" y="405"/>
                    <a:pt x="783" y="404"/>
                    <a:pt x="784" y="404"/>
                  </a:cubicBezTo>
                  <a:cubicBezTo>
                    <a:pt x="783" y="405"/>
                    <a:pt x="782" y="406"/>
                    <a:pt x="782" y="406"/>
                  </a:cubicBezTo>
                  <a:cubicBezTo>
                    <a:pt x="781" y="406"/>
                    <a:pt x="781" y="405"/>
                    <a:pt x="782" y="404"/>
                  </a:cubicBezTo>
                  <a:cubicBezTo>
                    <a:pt x="782" y="404"/>
                    <a:pt x="781" y="405"/>
                    <a:pt x="781" y="405"/>
                  </a:cubicBezTo>
                  <a:cubicBezTo>
                    <a:pt x="781" y="405"/>
                    <a:pt x="781" y="405"/>
                    <a:pt x="781" y="405"/>
                  </a:cubicBezTo>
                  <a:cubicBezTo>
                    <a:pt x="780" y="404"/>
                    <a:pt x="781" y="403"/>
                    <a:pt x="780" y="403"/>
                  </a:cubicBezTo>
                  <a:cubicBezTo>
                    <a:pt x="781" y="403"/>
                    <a:pt x="779" y="405"/>
                    <a:pt x="780" y="406"/>
                  </a:cubicBezTo>
                  <a:cubicBezTo>
                    <a:pt x="782" y="406"/>
                    <a:pt x="780" y="407"/>
                    <a:pt x="779" y="407"/>
                  </a:cubicBezTo>
                  <a:cubicBezTo>
                    <a:pt x="779" y="407"/>
                    <a:pt x="780" y="407"/>
                    <a:pt x="780" y="406"/>
                  </a:cubicBezTo>
                  <a:cubicBezTo>
                    <a:pt x="780" y="407"/>
                    <a:pt x="779" y="407"/>
                    <a:pt x="778" y="408"/>
                  </a:cubicBezTo>
                  <a:cubicBezTo>
                    <a:pt x="778" y="408"/>
                    <a:pt x="779" y="408"/>
                    <a:pt x="779" y="408"/>
                  </a:cubicBezTo>
                  <a:cubicBezTo>
                    <a:pt x="779" y="409"/>
                    <a:pt x="778" y="409"/>
                    <a:pt x="778" y="409"/>
                  </a:cubicBezTo>
                  <a:cubicBezTo>
                    <a:pt x="778" y="409"/>
                    <a:pt x="777" y="410"/>
                    <a:pt x="777" y="410"/>
                  </a:cubicBezTo>
                  <a:cubicBezTo>
                    <a:pt x="777" y="410"/>
                    <a:pt x="776" y="410"/>
                    <a:pt x="776" y="410"/>
                  </a:cubicBezTo>
                  <a:cubicBezTo>
                    <a:pt x="776" y="409"/>
                    <a:pt x="776" y="410"/>
                    <a:pt x="776" y="410"/>
                  </a:cubicBezTo>
                  <a:cubicBezTo>
                    <a:pt x="776" y="410"/>
                    <a:pt x="776" y="410"/>
                    <a:pt x="775" y="410"/>
                  </a:cubicBezTo>
                  <a:cubicBezTo>
                    <a:pt x="776" y="410"/>
                    <a:pt x="776" y="411"/>
                    <a:pt x="775" y="411"/>
                  </a:cubicBezTo>
                  <a:cubicBezTo>
                    <a:pt x="775" y="412"/>
                    <a:pt x="774" y="411"/>
                    <a:pt x="774" y="411"/>
                  </a:cubicBezTo>
                  <a:cubicBezTo>
                    <a:pt x="774" y="412"/>
                    <a:pt x="774" y="412"/>
                    <a:pt x="774" y="412"/>
                  </a:cubicBezTo>
                  <a:cubicBezTo>
                    <a:pt x="774" y="412"/>
                    <a:pt x="774" y="412"/>
                    <a:pt x="775" y="412"/>
                  </a:cubicBezTo>
                  <a:cubicBezTo>
                    <a:pt x="775" y="412"/>
                    <a:pt x="775" y="411"/>
                    <a:pt x="775" y="412"/>
                  </a:cubicBezTo>
                  <a:cubicBezTo>
                    <a:pt x="775" y="413"/>
                    <a:pt x="775" y="413"/>
                    <a:pt x="774" y="413"/>
                  </a:cubicBezTo>
                  <a:cubicBezTo>
                    <a:pt x="774" y="413"/>
                    <a:pt x="774" y="412"/>
                    <a:pt x="774" y="413"/>
                  </a:cubicBezTo>
                  <a:cubicBezTo>
                    <a:pt x="774" y="413"/>
                    <a:pt x="774" y="413"/>
                    <a:pt x="773" y="413"/>
                  </a:cubicBezTo>
                  <a:cubicBezTo>
                    <a:pt x="773" y="413"/>
                    <a:pt x="773" y="414"/>
                    <a:pt x="773" y="414"/>
                  </a:cubicBezTo>
                  <a:cubicBezTo>
                    <a:pt x="773" y="414"/>
                    <a:pt x="773" y="414"/>
                    <a:pt x="773" y="414"/>
                  </a:cubicBezTo>
                  <a:cubicBezTo>
                    <a:pt x="773" y="414"/>
                    <a:pt x="775" y="413"/>
                    <a:pt x="774" y="414"/>
                  </a:cubicBezTo>
                  <a:cubicBezTo>
                    <a:pt x="774" y="414"/>
                    <a:pt x="773" y="415"/>
                    <a:pt x="773" y="415"/>
                  </a:cubicBezTo>
                  <a:cubicBezTo>
                    <a:pt x="773" y="415"/>
                    <a:pt x="772" y="414"/>
                    <a:pt x="773" y="415"/>
                  </a:cubicBezTo>
                  <a:cubicBezTo>
                    <a:pt x="773" y="416"/>
                    <a:pt x="771" y="416"/>
                    <a:pt x="771" y="416"/>
                  </a:cubicBezTo>
                  <a:cubicBezTo>
                    <a:pt x="771" y="416"/>
                    <a:pt x="771" y="416"/>
                    <a:pt x="772" y="416"/>
                  </a:cubicBezTo>
                  <a:cubicBezTo>
                    <a:pt x="772" y="416"/>
                    <a:pt x="773" y="416"/>
                    <a:pt x="772" y="417"/>
                  </a:cubicBezTo>
                  <a:cubicBezTo>
                    <a:pt x="772" y="417"/>
                    <a:pt x="771" y="418"/>
                    <a:pt x="771" y="418"/>
                  </a:cubicBezTo>
                  <a:cubicBezTo>
                    <a:pt x="770" y="418"/>
                    <a:pt x="771" y="417"/>
                    <a:pt x="771" y="417"/>
                  </a:cubicBezTo>
                  <a:cubicBezTo>
                    <a:pt x="770" y="417"/>
                    <a:pt x="770" y="418"/>
                    <a:pt x="770" y="418"/>
                  </a:cubicBezTo>
                  <a:cubicBezTo>
                    <a:pt x="771" y="419"/>
                    <a:pt x="770" y="418"/>
                    <a:pt x="770" y="418"/>
                  </a:cubicBezTo>
                  <a:cubicBezTo>
                    <a:pt x="770" y="418"/>
                    <a:pt x="770" y="419"/>
                    <a:pt x="770" y="419"/>
                  </a:cubicBezTo>
                  <a:cubicBezTo>
                    <a:pt x="770" y="419"/>
                    <a:pt x="771" y="418"/>
                    <a:pt x="771" y="418"/>
                  </a:cubicBezTo>
                  <a:cubicBezTo>
                    <a:pt x="771" y="419"/>
                    <a:pt x="771" y="419"/>
                    <a:pt x="770" y="419"/>
                  </a:cubicBezTo>
                  <a:cubicBezTo>
                    <a:pt x="770" y="419"/>
                    <a:pt x="770" y="419"/>
                    <a:pt x="770" y="419"/>
                  </a:cubicBezTo>
                  <a:cubicBezTo>
                    <a:pt x="770" y="419"/>
                    <a:pt x="770" y="420"/>
                    <a:pt x="770" y="420"/>
                  </a:cubicBezTo>
                  <a:cubicBezTo>
                    <a:pt x="770" y="420"/>
                    <a:pt x="769" y="420"/>
                    <a:pt x="770" y="420"/>
                  </a:cubicBezTo>
                  <a:cubicBezTo>
                    <a:pt x="770" y="420"/>
                    <a:pt x="769" y="421"/>
                    <a:pt x="769" y="421"/>
                  </a:cubicBezTo>
                  <a:cubicBezTo>
                    <a:pt x="769" y="422"/>
                    <a:pt x="769" y="422"/>
                    <a:pt x="769" y="423"/>
                  </a:cubicBezTo>
                  <a:cubicBezTo>
                    <a:pt x="769" y="423"/>
                    <a:pt x="770" y="423"/>
                    <a:pt x="769" y="423"/>
                  </a:cubicBezTo>
                  <a:cubicBezTo>
                    <a:pt x="769" y="424"/>
                    <a:pt x="769" y="424"/>
                    <a:pt x="769" y="425"/>
                  </a:cubicBezTo>
                  <a:cubicBezTo>
                    <a:pt x="769" y="425"/>
                    <a:pt x="769" y="424"/>
                    <a:pt x="768" y="424"/>
                  </a:cubicBezTo>
                  <a:cubicBezTo>
                    <a:pt x="768" y="424"/>
                    <a:pt x="768" y="424"/>
                    <a:pt x="768" y="425"/>
                  </a:cubicBezTo>
                  <a:cubicBezTo>
                    <a:pt x="769" y="425"/>
                    <a:pt x="769" y="426"/>
                    <a:pt x="769" y="426"/>
                  </a:cubicBezTo>
                  <a:cubicBezTo>
                    <a:pt x="769" y="427"/>
                    <a:pt x="768" y="427"/>
                    <a:pt x="769" y="428"/>
                  </a:cubicBezTo>
                  <a:cubicBezTo>
                    <a:pt x="769" y="430"/>
                    <a:pt x="768" y="431"/>
                    <a:pt x="768" y="433"/>
                  </a:cubicBezTo>
                  <a:cubicBezTo>
                    <a:pt x="769" y="434"/>
                    <a:pt x="769" y="436"/>
                    <a:pt x="769" y="437"/>
                  </a:cubicBezTo>
                  <a:cubicBezTo>
                    <a:pt x="769" y="441"/>
                    <a:pt x="771" y="443"/>
                    <a:pt x="772" y="446"/>
                  </a:cubicBezTo>
                  <a:cubicBezTo>
                    <a:pt x="772" y="447"/>
                    <a:pt x="772" y="448"/>
                    <a:pt x="771" y="448"/>
                  </a:cubicBezTo>
                  <a:cubicBezTo>
                    <a:pt x="771" y="449"/>
                    <a:pt x="771" y="449"/>
                    <a:pt x="771" y="450"/>
                  </a:cubicBezTo>
                  <a:cubicBezTo>
                    <a:pt x="771" y="451"/>
                    <a:pt x="771" y="451"/>
                    <a:pt x="771" y="452"/>
                  </a:cubicBezTo>
                  <a:cubicBezTo>
                    <a:pt x="771" y="453"/>
                    <a:pt x="771" y="453"/>
                    <a:pt x="771" y="454"/>
                  </a:cubicBezTo>
                  <a:cubicBezTo>
                    <a:pt x="771" y="453"/>
                    <a:pt x="770" y="451"/>
                    <a:pt x="771" y="450"/>
                  </a:cubicBezTo>
                  <a:cubicBezTo>
                    <a:pt x="771" y="449"/>
                    <a:pt x="771" y="448"/>
                    <a:pt x="772" y="447"/>
                  </a:cubicBezTo>
                  <a:cubicBezTo>
                    <a:pt x="772" y="445"/>
                    <a:pt x="770" y="447"/>
                    <a:pt x="770" y="446"/>
                  </a:cubicBezTo>
                  <a:cubicBezTo>
                    <a:pt x="770" y="445"/>
                    <a:pt x="770" y="445"/>
                    <a:pt x="770" y="445"/>
                  </a:cubicBezTo>
                  <a:cubicBezTo>
                    <a:pt x="771" y="444"/>
                    <a:pt x="770" y="444"/>
                    <a:pt x="770" y="444"/>
                  </a:cubicBezTo>
                  <a:cubicBezTo>
                    <a:pt x="769" y="447"/>
                    <a:pt x="770" y="450"/>
                    <a:pt x="771" y="453"/>
                  </a:cubicBezTo>
                  <a:cubicBezTo>
                    <a:pt x="771" y="455"/>
                    <a:pt x="771" y="456"/>
                    <a:pt x="771" y="458"/>
                  </a:cubicBezTo>
                  <a:cubicBezTo>
                    <a:pt x="772" y="459"/>
                    <a:pt x="772" y="460"/>
                    <a:pt x="772" y="462"/>
                  </a:cubicBezTo>
                  <a:cubicBezTo>
                    <a:pt x="772" y="461"/>
                    <a:pt x="771" y="461"/>
                    <a:pt x="771" y="461"/>
                  </a:cubicBezTo>
                  <a:cubicBezTo>
                    <a:pt x="771" y="461"/>
                    <a:pt x="772" y="461"/>
                    <a:pt x="772" y="462"/>
                  </a:cubicBezTo>
                  <a:cubicBezTo>
                    <a:pt x="772" y="462"/>
                    <a:pt x="772" y="462"/>
                    <a:pt x="772" y="462"/>
                  </a:cubicBezTo>
                  <a:cubicBezTo>
                    <a:pt x="772" y="463"/>
                    <a:pt x="773" y="463"/>
                    <a:pt x="773" y="464"/>
                  </a:cubicBezTo>
                  <a:cubicBezTo>
                    <a:pt x="772" y="464"/>
                    <a:pt x="772" y="464"/>
                    <a:pt x="772" y="464"/>
                  </a:cubicBezTo>
                  <a:cubicBezTo>
                    <a:pt x="772" y="464"/>
                    <a:pt x="773" y="465"/>
                    <a:pt x="773" y="465"/>
                  </a:cubicBezTo>
                  <a:cubicBezTo>
                    <a:pt x="773" y="465"/>
                    <a:pt x="773" y="466"/>
                    <a:pt x="772" y="467"/>
                  </a:cubicBezTo>
                  <a:cubicBezTo>
                    <a:pt x="772" y="468"/>
                    <a:pt x="772" y="469"/>
                    <a:pt x="772" y="470"/>
                  </a:cubicBezTo>
                  <a:cubicBezTo>
                    <a:pt x="771" y="471"/>
                    <a:pt x="771" y="473"/>
                    <a:pt x="770" y="474"/>
                  </a:cubicBezTo>
                  <a:cubicBezTo>
                    <a:pt x="770" y="475"/>
                    <a:pt x="770" y="476"/>
                    <a:pt x="770" y="477"/>
                  </a:cubicBezTo>
                  <a:cubicBezTo>
                    <a:pt x="770" y="477"/>
                    <a:pt x="770" y="476"/>
                    <a:pt x="770" y="476"/>
                  </a:cubicBezTo>
                  <a:cubicBezTo>
                    <a:pt x="770" y="475"/>
                    <a:pt x="769" y="477"/>
                    <a:pt x="769" y="477"/>
                  </a:cubicBezTo>
                  <a:cubicBezTo>
                    <a:pt x="769" y="477"/>
                    <a:pt x="768" y="478"/>
                    <a:pt x="768" y="478"/>
                  </a:cubicBezTo>
                  <a:cubicBezTo>
                    <a:pt x="768" y="479"/>
                    <a:pt x="768" y="479"/>
                    <a:pt x="767" y="480"/>
                  </a:cubicBezTo>
                  <a:cubicBezTo>
                    <a:pt x="767" y="480"/>
                    <a:pt x="767" y="481"/>
                    <a:pt x="767" y="481"/>
                  </a:cubicBezTo>
                  <a:cubicBezTo>
                    <a:pt x="767" y="481"/>
                    <a:pt x="767" y="481"/>
                    <a:pt x="767" y="482"/>
                  </a:cubicBezTo>
                  <a:cubicBezTo>
                    <a:pt x="766" y="482"/>
                    <a:pt x="765" y="483"/>
                    <a:pt x="766" y="483"/>
                  </a:cubicBezTo>
                  <a:cubicBezTo>
                    <a:pt x="766" y="483"/>
                    <a:pt x="766" y="483"/>
                    <a:pt x="765" y="483"/>
                  </a:cubicBezTo>
                  <a:cubicBezTo>
                    <a:pt x="765" y="483"/>
                    <a:pt x="766" y="483"/>
                    <a:pt x="765" y="484"/>
                  </a:cubicBezTo>
                  <a:cubicBezTo>
                    <a:pt x="765" y="483"/>
                    <a:pt x="765" y="483"/>
                    <a:pt x="765" y="483"/>
                  </a:cubicBezTo>
                  <a:cubicBezTo>
                    <a:pt x="764" y="483"/>
                    <a:pt x="763" y="484"/>
                    <a:pt x="762" y="484"/>
                  </a:cubicBezTo>
                  <a:cubicBezTo>
                    <a:pt x="761" y="483"/>
                    <a:pt x="760" y="485"/>
                    <a:pt x="759" y="484"/>
                  </a:cubicBezTo>
                  <a:cubicBezTo>
                    <a:pt x="758" y="483"/>
                    <a:pt x="759" y="482"/>
                    <a:pt x="759" y="482"/>
                  </a:cubicBezTo>
                  <a:cubicBezTo>
                    <a:pt x="759" y="482"/>
                    <a:pt x="760" y="483"/>
                    <a:pt x="760" y="483"/>
                  </a:cubicBezTo>
                  <a:cubicBezTo>
                    <a:pt x="760" y="483"/>
                    <a:pt x="761" y="483"/>
                    <a:pt x="761" y="483"/>
                  </a:cubicBezTo>
                  <a:cubicBezTo>
                    <a:pt x="761" y="483"/>
                    <a:pt x="761" y="482"/>
                    <a:pt x="761" y="482"/>
                  </a:cubicBezTo>
                  <a:cubicBezTo>
                    <a:pt x="760" y="482"/>
                    <a:pt x="760" y="482"/>
                    <a:pt x="759" y="481"/>
                  </a:cubicBezTo>
                  <a:cubicBezTo>
                    <a:pt x="759" y="480"/>
                    <a:pt x="759" y="480"/>
                    <a:pt x="759" y="479"/>
                  </a:cubicBezTo>
                  <a:cubicBezTo>
                    <a:pt x="759" y="479"/>
                    <a:pt x="759" y="478"/>
                    <a:pt x="758" y="478"/>
                  </a:cubicBezTo>
                  <a:cubicBezTo>
                    <a:pt x="758" y="477"/>
                    <a:pt x="758" y="478"/>
                    <a:pt x="758" y="477"/>
                  </a:cubicBezTo>
                  <a:cubicBezTo>
                    <a:pt x="758" y="477"/>
                    <a:pt x="758" y="477"/>
                    <a:pt x="758" y="476"/>
                  </a:cubicBezTo>
                  <a:cubicBezTo>
                    <a:pt x="758" y="476"/>
                    <a:pt x="756" y="475"/>
                    <a:pt x="756" y="476"/>
                  </a:cubicBezTo>
                  <a:cubicBezTo>
                    <a:pt x="756" y="475"/>
                    <a:pt x="755" y="476"/>
                    <a:pt x="755" y="476"/>
                  </a:cubicBezTo>
                  <a:cubicBezTo>
                    <a:pt x="755" y="476"/>
                    <a:pt x="755" y="475"/>
                    <a:pt x="755" y="475"/>
                  </a:cubicBezTo>
                  <a:cubicBezTo>
                    <a:pt x="755" y="475"/>
                    <a:pt x="756" y="475"/>
                    <a:pt x="756" y="475"/>
                  </a:cubicBezTo>
                  <a:cubicBezTo>
                    <a:pt x="755" y="475"/>
                    <a:pt x="755" y="475"/>
                    <a:pt x="755" y="474"/>
                  </a:cubicBezTo>
                  <a:cubicBezTo>
                    <a:pt x="755" y="474"/>
                    <a:pt x="755" y="474"/>
                    <a:pt x="755" y="473"/>
                  </a:cubicBezTo>
                  <a:cubicBezTo>
                    <a:pt x="754" y="474"/>
                    <a:pt x="755" y="472"/>
                    <a:pt x="755" y="472"/>
                  </a:cubicBezTo>
                  <a:cubicBezTo>
                    <a:pt x="755" y="472"/>
                    <a:pt x="755" y="472"/>
                    <a:pt x="755" y="471"/>
                  </a:cubicBezTo>
                  <a:cubicBezTo>
                    <a:pt x="755" y="471"/>
                    <a:pt x="755" y="471"/>
                    <a:pt x="755" y="471"/>
                  </a:cubicBezTo>
                  <a:cubicBezTo>
                    <a:pt x="755" y="471"/>
                    <a:pt x="755" y="471"/>
                    <a:pt x="755" y="470"/>
                  </a:cubicBezTo>
                  <a:cubicBezTo>
                    <a:pt x="755" y="470"/>
                    <a:pt x="755" y="470"/>
                    <a:pt x="755" y="469"/>
                  </a:cubicBezTo>
                  <a:cubicBezTo>
                    <a:pt x="755" y="470"/>
                    <a:pt x="753" y="469"/>
                    <a:pt x="754" y="469"/>
                  </a:cubicBezTo>
                  <a:cubicBezTo>
                    <a:pt x="754" y="469"/>
                    <a:pt x="754" y="468"/>
                    <a:pt x="755" y="468"/>
                  </a:cubicBezTo>
                  <a:cubicBezTo>
                    <a:pt x="755" y="467"/>
                    <a:pt x="756" y="467"/>
                    <a:pt x="756" y="467"/>
                  </a:cubicBezTo>
                  <a:cubicBezTo>
                    <a:pt x="755" y="467"/>
                    <a:pt x="755" y="468"/>
                    <a:pt x="754" y="468"/>
                  </a:cubicBezTo>
                  <a:cubicBezTo>
                    <a:pt x="754" y="469"/>
                    <a:pt x="753" y="469"/>
                    <a:pt x="753" y="468"/>
                  </a:cubicBezTo>
                  <a:cubicBezTo>
                    <a:pt x="753" y="468"/>
                    <a:pt x="753" y="468"/>
                    <a:pt x="753" y="467"/>
                  </a:cubicBezTo>
                  <a:cubicBezTo>
                    <a:pt x="753" y="467"/>
                    <a:pt x="754" y="465"/>
                    <a:pt x="754" y="465"/>
                  </a:cubicBezTo>
                  <a:cubicBezTo>
                    <a:pt x="753" y="464"/>
                    <a:pt x="755" y="464"/>
                    <a:pt x="755" y="464"/>
                  </a:cubicBezTo>
                  <a:cubicBezTo>
                    <a:pt x="755" y="464"/>
                    <a:pt x="754" y="464"/>
                    <a:pt x="753" y="464"/>
                  </a:cubicBezTo>
                  <a:cubicBezTo>
                    <a:pt x="753" y="464"/>
                    <a:pt x="753" y="464"/>
                    <a:pt x="753" y="464"/>
                  </a:cubicBezTo>
                  <a:cubicBezTo>
                    <a:pt x="753" y="464"/>
                    <a:pt x="752" y="463"/>
                    <a:pt x="752" y="463"/>
                  </a:cubicBezTo>
                  <a:cubicBezTo>
                    <a:pt x="752" y="464"/>
                    <a:pt x="753" y="465"/>
                    <a:pt x="753" y="466"/>
                  </a:cubicBezTo>
                  <a:cubicBezTo>
                    <a:pt x="753" y="466"/>
                    <a:pt x="753" y="466"/>
                    <a:pt x="753" y="466"/>
                  </a:cubicBezTo>
                  <a:cubicBezTo>
                    <a:pt x="751" y="466"/>
                    <a:pt x="752" y="464"/>
                    <a:pt x="751" y="464"/>
                  </a:cubicBezTo>
                  <a:cubicBezTo>
                    <a:pt x="751" y="464"/>
                    <a:pt x="751" y="464"/>
                    <a:pt x="751" y="465"/>
                  </a:cubicBezTo>
                  <a:cubicBezTo>
                    <a:pt x="751" y="464"/>
                    <a:pt x="751" y="463"/>
                    <a:pt x="750" y="462"/>
                  </a:cubicBezTo>
                  <a:cubicBezTo>
                    <a:pt x="750" y="461"/>
                    <a:pt x="750" y="461"/>
                    <a:pt x="750" y="461"/>
                  </a:cubicBezTo>
                  <a:cubicBezTo>
                    <a:pt x="750" y="461"/>
                    <a:pt x="750" y="461"/>
                    <a:pt x="750" y="461"/>
                  </a:cubicBezTo>
                  <a:cubicBezTo>
                    <a:pt x="750" y="460"/>
                    <a:pt x="750" y="460"/>
                    <a:pt x="750" y="460"/>
                  </a:cubicBezTo>
                  <a:cubicBezTo>
                    <a:pt x="750" y="460"/>
                    <a:pt x="750" y="459"/>
                    <a:pt x="750" y="459"/>
                  </a:cubicBezTo>
                  <a:cubicBezTo>
                    <a:pt x="750" y="458"/>
                    <a:pt x="749" y="459"/>
                    <a:pt x="749" y="458"/>
                  </a:cubicBezTo>
                  <a:cubicBezTo>
                    <a:pt x="749" y="458"/>
                    <a:pt x="749" y="458"/>
                    <a:pt x="749" y="458"/>
                  </a:cubicBezTo>
                  <a:cubicBezTo>
                    <a:pt x="749" y="458"/>
                    <a:pt x="750" y="458"/>
                    <a:pt x="750" y="458"/>
                  </a:cubicBezTo>
                  <a:cubicBezTo>
                    <a:pt x="749" y="458"/>
                    <a:pt x="750" y="458"/>
                    <a:pt x="750" y="458"/>
                  </a:cubicBezTo>
                  <a:cubicBezTo>
                    <a:pt x="750" y="458"/>
                    <a:pt x="750" y="458"/>
                    <a:pt x="750" y="458"/>
                  </a:cubicBezTo>
                  <a:cubicBezTo>
                    <a:pt x="750" y="458"/>
                    <a:pt x="751" y="458"/>
                    <a:pt x="750" y="457"/>
                  </a:cubicBezTo>
                  <a:cubicBezTo>
                    <a:pt x="750" y="457"/>
                    <a:pt x="750" y="457"/>
                    <a:pt x="750" y="458"/>
                  </a:cubicBezTo>
                  <a:cubicBezTo>
                    <a:pt x="750" y="457"/>
                    <a:pt x="751" y="457"/>
                    <a:pt x="751" y="457"/>
                  </a:cubicBezTo>
                  <a:cubicBezTo>
                    <a:pt x="751" y="456"/>
                    <a:pt x="752" y="456"/>
                    <a:pt x="752" y="455"/>
                  </a:cubicBezTo>
                  <a:cubicBezTo>
                    <a:pt x="753" y="455"/>
                    <a:pt x="753" y="455"/>
                    <a:pt x="753" y="454"/>
                  </a:cubicBezTo>
                  <a:cubicBezTo>
                    <a:pt x="753" y="454"/>
                    <a:pt x="753" y="453"/>
                    <a:pt x="752" y="453"/>
                  </a:cubicBezTo>
                  <a:cubicBezTo>
                    <a:pt x="752" y="453"/>
                    <a:pt x="752" y="454"/>
                    <a:pt x="752" y="454"/>
                  </a:cubicBezTo>
                  <a:cubicBezTo>
                    <a:pt x="752" y="455"/>
                    <a:pt x="752" y="455"/>
                    <a:pt x="752" y="454"/>
                  </a:cubicBezTo>
                  <a:cubicBezTo>
                    <a:pt x="752" y="454"/>
                    <a:pt x="752" y="453"/>
                    <a:pt x="751" y="453"/>
                  </a:cubicBezTo>
                  <a:cubicBezTo>
                    <a:pt x="752" y="453"/>
                    <a:pt x="751" y="452"/>
                    <a:pt x="751" y="452"/>
                  </a:cubicBezTo>
                  <a:cubicBezTo>
                    <a:pt x="751" y="453"/>
                    <a:pt x="750" y="453"/>
                    <a:pt x="751" y="453"/>
                  </a:cubicBezTo>
                  <a:cubicBezTo>
                    <a:pt x="751" y="453"/>
                    <a:pt x="750" y="453"/>
                    <a:pt x="750" y="453"/>
                  </a:cubicBezTo>
                  <a:cubicBezTo>
                    <a:pt x="750" y="454"/>
                    <a:pt x="751" y="454"/>
                    <a:pt x="751" y="454"/>
                  </a:cubicBezTo>
                  <a:cubicBezTo>
                    <a:pt x="751" y="454"/>
                    <a:pt x="751" y="455"/>
                    <a:pt x="750" y="456"/>
                  </a:cubicBezTo>
                  <a:cubicBezTo>
                    <a:pt x="750" y="456"/>
                    <a:pt x="749" y="455"/>
                    <a:pt x="749" y="455"/>
                  </a:cubicBezTo>
                  <a:cubicBezTo>
                    <a:pt x="749" y="455"/>
                    <a:pt x="750" y="456"/>
                    <a:pt x="749" y="456"/>
                  </a:cubicBezTo>
                  <a:cubicBezTo>
                    <a:pt x="749" y="456"/>
                    <a:pt x="749" y="455"/>
                    <a:pt x="749" y="455"/>
                  </a:cubicBezTo>
                  <a:cubicBezTo>
                    <a:pt x="748" y="454"/>
                    <a:pt x="749" y="454"/>
                    <a:pt x="749" y="453"/>
                  </a:cubicBezTo>
                  <a:cubicBezTo>
                    <a:pt x="749" y="453"/>
                    <a:pt x="749" y="454"/>
                    <a:pt x="749" y="454"/>
                  </a:cubicBezTo>
                  <a:cubicBezTo>
                    <a:pt x="750" y="453"/>
                    <a:pt x="750" y="452"/>
                    <a:pt x="750" y="451"/>
                  </a:cubicBezTo>
                  <a:cubicBezTo>
                    <a:pt x="750" y="451"/>
                    <a:pt x="751" y="449"/>
                    <a:pt x="751" y="449"/>
                  </a:cubicBezTo>
                  <a:cubicBezTo>
                    <a:pt x="751" y="448"/>
                    <a:pt x="752" y="447"/>
                    <a:pt x="752" y="446"/>
                  </a:cubicBezTo>
                  <a:cubicBezTo>
                    <a:pt x="753" y="445"/>
                    <a:pt x="753" y="445"/>
                    <a:pt x="753" y="444"/>
                  </a:cubicBezTo>
                  <a:cubicBezTo>
                    <a:pt x="753" y="444"/>
                    <a:pt x="753" y="443"/>
                    <a:pt x="753" y="444"/>
                  </a:cubicBezTo>
                  <a:cubicBezTo>
                    <a:pt x="753" y="444"/>
                    <a:pt x="753" y="443"/>
                    <a:pt x="753" y="443"/>
                  </a:cubicBezTo>
                  <a:cubicBezTo>
                    <a:pt x="753" y="442"/>
                    <a:pt x="753" y="442"/>
                    <a:pt x="753" y="442"/>
                  </a:cubicBezTo>
                  <a:cubicBezTo>
                    <a:pt x="752" y="442"/>
                    <a:pt x="753" y="441"/>
                    <a:pt x="753" y="441"/>
                  </a:cubicBezTo>
                  <a:cubicBezTo>
                    <a:pt x="752" y="440"/>
                    <a:pt x="752" y="440"/>
                    <a:pt x="752" y="440"/>
                  </a:cubicBezTo>
                  <a:cubicBezTo>
                    <a:pt x="752" y="440"/>
                    <a:pt x="750" y="440"/>
                    <a:pt x="750" y="439"/>
                  </a:cubicBezTo>
                  <a:cubicBezTo>
                    <a:pt x="750" y="439"/>
                    <a:pt x="749" y="438"/>
                    <a:pt x="749" y="438"/>
                  </a:cubicBezTo>
                  <a:cubicBezTo>
                    <a:pt x="749" y="437"/>
                    <a:pt x="749" y="437"/>
                    <a:pt x="749" y="437"/>
                  </a:cubicBezTo>
                  <a:cubicBezTo>
                    <a:pt x="748" y="436"/>
                    <a:pt x="748" y="436"/>
                    <a:pt x="748" y="435"/>
                  </a:cubicBezTo>
                  <a:cubicBezTo>
                    <a:pt x="748" y="434"/>
                    <a:pt x="748" y="434"/>
                    <a:pt x="747" y="434"/>
                  </a:cubicBezTo>
                  <a:cubicBezTo>
                    <a:pt x="747" y="433"/>
                    <a:pt x="747" y="433"/>
                    <a:pt x="747" y="433"/>
                  </a:cubicBezTo>
                  <a:cubicBezTo>
                    <a:pt x="747" y="431"/>
                    <a:pt x="745" y="431"/>
                    <a:pt x="745" y="430"/>
                  </a:cubicBezTo>
                  <a:cubicBezTo>
                    <a:pt x="744" y="430"/>
                    <a:pt x="743" y="429"/>
                    <a:pt x="742" y="430"/>
                  </a:cubicBezTo>
                  <a:cubicBezTo>
                    <a:pt x="742" y="430"/>
                    <a:pt x="742" y="429"/>
                    <a:pt x="741" y="430"/>
                  </a:cubicBezTo>
                  <a:cubicBezTo>
                    <a:pt x="741" y="430"/>
                    <a:pt x="741" y="430"/>
                    <a:pt x="741" y="430"/>
                  </a:cubicBezTo>
                  <a:cubicBezTo>
                    <a:pt x="741" y="430"/>
                    <a:pt x="739" y="430"/>
                    <a:pt x="740" y="431"/>
                  </a:cubicBezTo>
                  <a:cubicBezTo>
                    <a:pt x="740" y="431"/>
                    <a:pt x="739" y="430"/>
                    <a:pt x="739" y="431"/>
                  </a:cubicBezTo>
                  <a:cubicBezTo>
                    <a:pt x="739" y="431"/>
                    <a:pt x="741" y="432"/>
                    <a:pt x="740" y="432"/>
                  </a:cubicBezTo>
                  <a:cubicBezTo>
                    <a:pt x="740" y="431"/>
                    <a:pt x="735" y="434"/>
                    <a:pt x="735" y="433"/>
                  </a:cubicBezTo>
                  <a:cubicBezTo>
                    <a:pt x="734" y="433"/>
                    <a:pt x="735" y="433"/>
                    <a:pt x="735" y="433"/>
                  </a:cubicBezTo>
                  <a:cubicBezTo>
                    <a:pt x="735" y="433"/>
                    <a:pt x="734" y="434"/>
                    <a:pt x="733" y="434"/>
                  </a:cubicBezTo>
                  <a:cubicBezTo>
                    <a:pt x="733" y="434"/>
                    <a:pt x="733" y="434"/>
                    <a:pt x="732" y="434"/>
                  </a:cubicBezTo>
                  <a:cubicBezTo>
                    <a:pt x="732" y="434"/>
                    <a:pt x="732" y="434"/>
                    <a:pt x="731" y="434"/>
                  </a:cubicBezTo>
                  <a:cubicBezTo>
                    <a:pt x="731" y="434"/>
                    <a:pt x="730" y="434"/>
                    <a:pt x="730" y="434"/>
                  </a:cubicBezTo>
                  <a:cubicBezTo>
                    <a:pt x="730" y="433"/>
                    <a:pt x="730" y="432"/>
                    <a:pt x="730" y="432"/>
                  </a:cubicBezTo>
                  <a:cubicBezTo>
                    <a:pt x="730" y="433"/>
                    <a:pt x="729" y="434"/>
                    <a:pt x="730" y="434"/>
                  </a:cubicBezTo>
                  <a:cubicBezTo>
                    <a:pt x="730" y="434"/>
                    <a:pt x="731" y="433"/>
                    <a:pt x="731" y="433"/>
                  </a:cubicBezTo>
                  <a:cubicBezTo>
                    <a:pt x="731" y="432"/>
                    <a:pt x="731" y="432"/>
                    <a:pt x="730" y="431"/>
                  </a:cubicBezTo>
                  <a:cubicBezTo>
                    <a:pt x="730" y="431"/>
                    <a:pt x="729" y="431"/>
                    <a:pt x="729" y="430"/>
                  </a:cubicBezTo>
                  <a:cubicBezTo>
                    <a:pt x="729" y="430"/>
                    <a:pt x="729" y="431"/>
                    <a:pt x="730" y="431"/>
                  </a:cubicBezTo>
                  <a:cubicBezTo>
                    <a:pt x="729" y="431"/>
                    <a:pt x="728" y="429"/>
                    <a:pt x="729" y="429"/>
                  </a:cubicBezTo>
                  <a:cubicBezTo>
                    <a:pt x="729" y="429"/>
                    <a:pt x="730" y="431"/>
                    <a:pt x="731" y="430"/>
                  </a:cubicBezTo>
                  <a:cubicBezTo>
                    <a:pt x="731" y="430"/>
                    <a:pt x="730" y="430"/>
                    <a:pt x="730" y="430"/>
                  </a:cubicBezTo>
                  <a:cubicBezTo>
                    <a:pt x="730" y="430"/>
                    <a:pt x="730" y="430"/>
                    <a:pt x="730" y="429"/>
                  </a:cubicBezTo>
                  <a:cubicBezTo>
                    <a:pt x="730" y="430"/>
                    <a:pt x="730" y="429"/>
                    <a:pt x="730" y="429"/>
                  </a:cubicBezTo>
                  <a:cubicBezTo>
                    <a:pt x="729" y="429"/>
                    <a:pt x="728" y="429"/>
                    <a:pt x="728" y="428"/>
                  </a:cubicBezTo>
                  <a:cubicBezTo>
                    <a:pt x="728" y="428"/>
                    <a:pt x="730" y="427"/>
                    <a:pt x="730" y="427"/>
                  </a:cubicBezTo>
                  <a:cubicBezTo>
                    <a:pt x="729" y="427"/>
                    <a:pt x="729" y="428"/>
                    <a:pt x="729" y="427"/>
                  </a:cubicBezTo>
                  <a:cubicBezTo>
                    <a:pt x="729" y="427"/>
                    <a:pt x="728" y="428"/>
                    <a:pt x="728" y="428"/>
                  </a:cubicBezTo>
                  <a:cubicBezTo>
                    <a:pt x="728" y="428"/>
                    <a:pt x="728" y="427"/>
                    <a:pt x="728" y="427"/>
                  </a:cubicBezTo>
                  <a:cubicBezTo>
                    <a:pt x="728" y="427"/>
                    <a:pt x="727" y="427"/>
                    <a:pt x="727" y="428"/>
                  </a:cubicBezTo>
                  <a:cubicBezTo>
                    <a:pt x="727" y="428"/>
                    <a:pt x="728" y="428"/>
                    <a:pt x="728" y="428"/>
                  </a:cubicBezTo>
                  <a:cubicBezTo>
                    <a:pt x="728" y="428"/>
                    <a:pt x="727" y="429"/>
                    <a:pt x="728" y="429"/>
                  </a:cubicBezTo>
                  <a:cubicBezTo>
                    <a:pt x="728" y="429"/>
                    <a:pt x="728" y="429"/>
                    <a:pt x="727" y="429"/>
                  </a:cubicBezTo>
                  <a:cubicBezTo>
                    <a:pt x="726" y="428"/>
                    <a:pt x="725" y="427"/>
                    <a:pt x="724" y="427"/>
                  </a:cubicBezTo>
                  <a:cubicBezTo>
                    <a:pt x="724" y="427"/>
                    <a:pt x="721" y="426"/>
                    <a:pt x="721" y="426"/>
                  </a:cubicBezTo>
                  <a:cubicBezTo>
                    <a:pt x="721" y="426"/>
                    <a:pt x="723" y="426"/>
                    <a:pt x="723" y="426"/>
                  </a:cubicBezTo>
                  <a:cubicBezTo>
                    <a:pt x="723" y="426"/>
                    <a:pt x="724" y="426"/>
                    <a:pt x="724" y="426"/>
                  </a:cubicBezTo>
                  <a:cubicBezTo>
                    <a:pt x="724" y="426"/>
                    <a:pt x="724" y="426"/>
                    <a:pt x="724" y="426"/>
                  </a:cubicBezTo>
                  <a:cubicBezTo>
                    <a:pt x="724" y="426"/>
                    <a:pt x="724" y="427"/>
                    <a:pt x="725" y="426"/>
                  </a:cubicBezTo>
                  <a:cubicBezTo>
                    <a:pt x="725" y="426"/>
                    <a:pt x="725" y="426"/>
                    <a:pt x="725" y="425"/>
                  </a:cubicBezTo>
                  <a:cubicBezTo>
                    <a:pt x="725" y="425"/>
                    <a:pt x="724" y="426"/>
                    <a:pt x="724" y="425"/>
                  </a:cubicBezTo>
                  <a:cubicBezTo>
                    <a:pt x="724" y="425"/>
                    <a:pt x="723" y="425"/>
                    <a:pt x="722" y="425"/>
                  </a:cubicBezTo>
                  <a:cubicBezTo>
                    <a:pt x="722" y="426"/>
                    <a:pt x="722" y="425"/>
                    <a:pt x="722" y="425"/>
                  </a:cubicBezTo>
                  <a:cubicBezTo>
                    <a:pt x="722" y="425"/>
                    <a:pt x="722" y="425"/>
                    <a:pt x="722" y="425"/>
                  </a:cubicBezTo>
                  <a:cubicBezTo>
                    <a:pt x="722" y="426"/>
                    <a:pt x="720" y="426"/>
                    <a:pt x="719" y="426"/>
                  </a:cubicBezTo>
                  <a:cubicBezTo>
                    <a:pt x="718" y="426"/>
                    <a:pt x="716" y="427"/>
                    <a:pt x="715" y="427"/>
                  </a:cubicBezTo>
                  <a:cubicBezTo>
                    <a:pt x="715" y="426"/>
                    <a:pt x="716" y="426"/>
                    <a:pt x="717" y="426"/>
                  </a:cubicBezTo>
                  <a:cubicBezTo>
                    <a:pt x="717" y="426"/>
                    <a:pt x="718" y="426"/>
                    <a:pt x="718" y="426"/>
                  </a:cubicBezTo>
                  <a:cubicBezTo>
                    <a:pt x="718" y="425"/>
                    <a:pt x="716" y="425"/>
                    <a:pt x="717" y="424"/>
                  </a:cubicBezTo>
                  <a:cubicBezTo>
                    <a:pt x="717" y="424"/>
                    <a:pt x="717" y="424"/>
                    <a:pt x="717" y="424"/>
                  </a:cubicBezTo>
                  <a:cubicBezTo>
                    <a:pt x="717" y="424"/>
                    <a:pt x="716" y="426"/>
                    <a:pt x="716" y="426"/>
                  </a:cubicBezTo>
                  <a:cubicBezTo>
                    <a:pt x="716" y="425"/>
                    <a:pt x="716" y="425"/>
                    <a:pt x="716" y="424"/>
                  </a:cubicBezTo>
                  <a:cubicBezTo>
                    <a:pt x="716" y="424"/>
                    <a:pt x="715" y="426"/>
                    <a:pt x="715" y="426"/>
                  </a:cubicBezTo>
                  <a:cubicBezTo>
                    <a:pt x="714" y="427"/>
                    <a:pt x="713" y="427"/>
                    <a:pt x="711" y="427"/>
                  </a:cubicBezTo>
                  <a:cubicBezTo>
                    <a:pt x="712" y="427"/>
                    <a:pt x="712" y="427"/>
                    <a:pt x="712" y="427"/>
                  </a:cubicBezTo>
                  <a:cubicBezTo>
                    <a:pt x="712" y="427"/>
                    <a:pt x="712" y="427"/>
                    <a:pt x="713" y="427"/>
                  </a:cubicBezTo>
                  <a:cubicBezTo>
                    <a:pt x="713" y="426"/>
                    <a:pt x="713" y="426"/>
                    <a:pt x="713" y="426"/>
                  </a:cubicBezTo>
                  <a:cubicBezTo>
                    <a:pt x="714" y="426"/>
                    <a:pt x="713" y="426"/>
                    <a:pt x="713" y="425"/>
                  </a:cubicBezTo>
                  <a:cubicBezTo>
                    <a:pt x="713" y="426"/>
                    <a:pt x="712" y="426"/>
                    <a:pt x="712" y="427"/>
                  </a:cubicBezTo>
                  <a:cubicBezTo>
                    <a:pt x="712" y="427"/>
                    <a:pt x="711" y="427"/>
                    <a:pt x="711" y="427"/>
                  </a:cubicBezTo>
                  <a:cubicBezTo>
                    <a:pt x="711" y="427"/>
                    <a:pt x="711" y="427"/>
                    <a:pt x="711" y="427"/>
                  </a:cubicBezTo>
                  <a:cubicBezTo>
                    <a:pt x="711" y="427"/>
                    <a:pt x="711" y="427"/>
                    <a:pt x="711" y="427"/>
                  </a:cubicBezTo>
                  <a:cubicBezTo>
                    <a:pt x="711" y="428"/>
                    <a:pt x="709" y="428"/>
                    <a:pt x="708" y="428"/>
                  </a:cubicBezTo>
                  <a:cubicBezTo>
                    <a:pt x="708" y="428"/>
                    <a:pt x="707" y="428"/>
                    <a:pt x="707" y="428"/>
                  </a:cubicBezTo>
                  <a:cubicBezTo>
                    <a:pt x="707" y="428"/>
                    <a:pt x="708" y="428"/>
                    <a:pt x="709" y="428"/>
                  </a:cubicBezTo>
                  <a:cubicBezTo>
                    <a:pt x="709" y="428"/>
                    <a:pt x="709" y="427"/>
                    <a:pt x="709" y="427"/>
                  </a:cubicBezTo>
                  <a:cubicBezTo>
                    <a:pt x="709" y="427"/>
                    <a:pt x="709" y="427"/>
                    <a:pt x="709" y="426"/>
                  </a:cubicBezTo>
                  <a:cubicBezTo>
                    <a:pt x="709" y="426"/>
                    <a:pt x="709" y="426"/>
                    <a:pt x="709" y="426"/>
                  </a:cubicBezTo>
                  <a:cubicBezTo>
                    <a:pt x="709" y="426"/>
                    <a:pt x="708" y="427"/>
                    <a:pt x="708" y="426"/>
                  </a:cubicBezTo>
                  <a:cubicBezTo>
                    <a:pt x="708" y="425"/>
                    <a:pt x="708" y="425"/>
                    <a:pt x="709" y="424"/>
                  </a:cubicBezTo>
                  <a:cubicBezTo>
                    <a:pt x="709" y="424"/>
                    <a:pt x="709" y="423"/>
                    <a:pt x="708" y="423"/>
                  </a:cubicBezTo>
                  <a:cubicBezTo>
                    <a:pt x="708" y="423"/>
                    <a:pt x="708" y="423"/>
                    <a:pt x="708" y="423"/>
                  </a:cubicBezTo>
                  <a:cubicBezTo>
                    <a:pt x="708" y="424"/>
                    <a:pt x="707" y="425"/>
                    <a:pt x="707" y="426"/>
                  </a:cubicBezTo>
                  <a:cubicBezTo>
                    <a:pt x="706" y="426"/>
                    <a:pt x="706" y="427"/>
                    <a:pt x="706" y="427"/>
                  </a:cubicBezTo>
                  <a:cubicBezTo>
                    <a:pt x="706" y="427"/>
                    <a:pt x="705" y="427"/>
                    <a:pt x="705" y="427"/>
                  </a:cubicBezTo>
                  <a:cubicBezTo>
                    <a:pt x="705" y="426"/>
                    <a:pt x="704" y="426"/>
                    <a:pt x="704" y="426"/>
                  </a:cubicBezTo>
                  <a:cubicBezTo>
                    <a:pt x="704" y="426"/>
                    <a:pt x="704" y="426"/>
                    <a:pt x="703" y="427"/>
                  </a:cubicBezTo>
                  <a:cubicBezTo>
                    <a:pt x="703" y="427"/>
                    <a:pt x="702" y="427"/>
                    <a:pt x="702" y="426"/>
                  </a:cubicBezTo>
                  <a:cubicBezTo>
                    <a:pt x="701" y="428"/>
                    <a:pt x="699" y="425"/>
                    <a:pt x="698" y="426"/>
                  </a:cubicBezTo>
                  <a:cubicBezTo>
                    <a:pt x="698" y="426"/>
                    <a:pt x="699" y="426"/>
                    <a:pt x="699" y="426"/>
                  </a:cubicBezTo>
                  <a:cubicBezTo>
                    <a:pt x="699" y="426"/>
                    <a:pt x="698" y="426"/>
                    <a:pt x="697" y="427"/>
                  </a:cubicBezTo>
                  <a:cubicBezTo>
                    <a:pt x="697" y="427"/>
                    <a:pt x="696" y="427"/>
                    <a:pt x="695" y="427"/>
                  </a:cubicBezTo>
                  <a:cubicBezTo>
                    <a:pt x="695" y="427"/>
                    <a:pt x="696" y="426"/>
                    <a:pt x="695" y="426"/>
                  </a:cubicBezTo>
                  <a:cubicBezTo>
                    <a:pt x="695" y="426"/>
                    <a:pt x="695" y="427"/>
                    <a:pt x="695" y="427"/>
                  </a:cubicBezTo>
                  <a:cubicBezTo>
                    <a:pt x="694" y="428"/>
                    <a:pt x="692" y="429"/>
                    <a:pt x="692" y="429"/>
                  </a:cubicBezTo>
                  <a:cubicBezTo>
                    <a:pt x="692" y="429"/>
                    <a:pt x="691" y="429"/>
                    <a:pt x="691" y="429"/>
                  </a:cubicBezTo>
                  <a:cubicBezTo>
                    <a:pt x="691" y="429"/>
                    <a:pt x="690" y="429"/>
                    <a:pt x="690" y="428"/>
                  </a:cubicBezTo>
                  <a:cubicBezTo>
                    <a:pt x="690" y="428"/>
                    <a:pt x="691" y="428"/>
                    <a:pt x="691" y="428"/>
                  </a:cubicBezTo>
                  <a:cubicBezTo>
                    <a:pt x="690" y="428"/>
                    <a:pt x="690" y="428"/>
                    <a:pt x="690" y="428"/>
                  </a:cubicBezTo>
                  <a:cubicBezTo>
                    <a:pt x="690" y="428"/>
                    <a:pt x="689" y="428"/>
                    <a:pt x="689" y="428"/>
                  </a:cubicBezTo>
                  <a:cubicBezTo>
                    <a:pt x="688" y="428"/>
                    <a:pt x="689" y="427"/>
                    <a:pt x="688" y="427"/>
                  </a:cubicBezTo>
                  <a:cubicBezTo>
                    <a:pt x="688" y="427"/>
                    <a:pt x="688" y="426"/>
                    <a:pt x="687" y="426"/>
                  </a:cubicBezTo>
                  <a:cubicBezTo>
                    <a:pt x="686" y="426"/>
                    <a:pt x="686" y="427"/>
                    <a:pt x="685" y="428"/>
                  </a:cubicBezTo>
                  <a:cubicBezTo>
                    <a:pt x="685" y="428"/>
                    <a:pt x="683" y="429"/>
                    <a:pt x="684" y="430"/>
                  </a:cubicBezTo>
                  <a:cubicBezTo>
                    <a:pt x="685" y="430"/>
                    <a:pt x="686" y="430"/>
                    <a:pt x="687" y="430"/>
                  </a:cubicBezTo>
                  <a:cubicBezTo>
                    <a:pt x="687" y="430"/>
                    <a:pt x="688" y="430"/>
                    <a:pt x="688" y="429"/>
                  </a:cubicBezTo>
                  <a:cubicBezTo>
                    <a:pt x="689" y="429"/>
                    <a:pt x="689" y="429"/>
                    <a:pt x="689" y="429"/>
                  </a:cubicBezTo>
                  <a:cubicBezTo>
                    <a:pt x="689" y="429"/>
                    <a:pt x="689" y="430"/>
                    <a:pt x="690" y="429"/>
                  </a:cubicBezTo>
                  <a:cubicBezTo>
                    <a:pt x="690" y="429"/>
                    <a:pt x="690" y="429"/>
                    <a:pt x="690" y="429"/>
                  </a:cubicBezTo>
                  <a:cubicBezTo>
                    <a:pt x="690" y="429"/>
                    <a:pt x="690" y="429"/>
                    <a:pt x="690" y="429"/>
                  </a:cubicBezTo>
                  <a:cubicBezTo>
                    <a:pt x="690" y="429"/>
                    <a:pt x="691" y="429"/>
                    <a:pt x="691" y="429"/>
                  </a:cubicBezTo>
                  <a:cubicBezTo>
                    <a:pt x="691" y="429"/>
                    <a:pt x="691" y="429"/>
                    <a:pt x="691" y="429"/>
                  </a:cubicBezTo>
                  <a:cubicBezTo>
                    <a:pt x="691" y="429"/>
                    <a:pt x="691" y="429"/>
                    <a:pt x="691" y="429"/>
                  </a:cubicBezTo>
                  <a:cubicBezTo>
                    <a:pt x="691" y="430"/>
                    <a:pt x="690" y="430"/>
                    <a:pt x="690" y="430"/>
                  </a:cubicBezTo>
                  <a:cubicBezTo>
                    <a:pt x="690" y="430"/>
                    <a:pt x="690" y="430"/>
                    <a:pt x="690" y="430"/>
                  </a:cubicBezTo>
                  <a:cubicBezTo>
                    <a:pt x="689" y="430"/>
                    <a:pt x="689" y="430"/>
                    <a:pt x="689" y="431"/>
                  </a:cubicBezTo>
                  <a:cubicBezTo>
                    <a:pt x="689" y="431"/>
                    <a:pt x="690" y="431"/>
                    <a:pt x="690" y="431"/>
                  </a:cubicBezTo>
                  <a:cubicBezTo>
                    <a:pt x="690" y="431"/>
                    <a:pt x="690" y="432"/>
                    <a:pt x="690" y="432"/>
                  </a:cubicBezTo>
                  <a:cubicBezTo>
                    <a:pt x="691" y="432"/>
                    <a:pt x="691" y="431"/>
                    <a:pt x="692" y="431"/>
                  </a:cubicBezTo>
                  <a:cubicBezTo>
                    <a:pt x="692" y="430"/>
                    <a:pt x="693" y="430"/>
                    <a:pt x="693" y="430"/>
                  </a:cubicBezTo>
                  <a:cubicBezTo>
                    <a:pt x="693" y="430"/>
                    <a:pt x="693" y="430"/>
                    <a:pt x="693" y="430"/>
                  </a:cubicBezTo>
                  <a:cubicBezTo>
                    <a:pt x="693" y="430"/>
                    <a:pt x="693" y="430"/>
                    <a:pt x="694" y="430"/>
                  </a:cubicBezTo>
                  <a:cubicBezTo>
                    <a:pt x="693" y="430"/>
                    <a:pt x="693" y="431"/>
                    <a:pt x="693" y="431"/>
                  </a:cubicBezTo>
                  <a:cubicBezTo>
                    <a:pt x="693" y="431"/>
                    <a:pt x="693" y="431"/>
                    <a:pt x="693" y="431"/>
                  </a:cubicBezTo>
                  <a:cubicBezTo>
                    <a:pt x="693" y="431"/>
                    <a:pt x="693" y="432"/>
                    <a:pt x="693" y="431"/>
                  </a:cubicBezTo>
                  <a:cubicBezTo>
                    <a:pt x="692" y="432"/>
                    <a:pt x="694" y="431"/>
                    <a:pt x="693" y="432"/>
                  </a:cubicBezTo>
                  <a:cubicBezTo>
                    <a:pt x="693" y="432"/>
                    <a:pt x="693" y="432"/>
                    <a:pt x="693" y="432"/>
                  </a:cubicBezTo>
                  <a:cubicBezTo>
                    <a:pt x="693" y="432"/>
                    <a:pt x="693" y="432"/>
                    <a:pt x="693" y="433"/>
                  </a:cubicBezTo>
                  <a:cubicBezTo>
                    <a:pt x="693" y="433"/>
                    <a:pt x="692" y="433"/>
                    <a:pt x="692" y="433"/>
                  </a:cubicBezTo>
                  <a:cubicBezTo>
                    <a:pt x="692" y="433"/>
                    <a:pt x="692" y="433"/>
                    <a:pt x="692" y="432"/>
                  </a:cubicBezTo>
                  <a:cubicBezTo>
                    <a:pt x="692" y="432"/>
                    <a:pt x="691" y="433"/>
                    <a:pt x="691" y="433"/>
                  </a:cubicBezTo>
                  <a:cubicBezTo>
                    <a:pt x="691" y="433"/>
                    <a:pt x="690" y="433"/>
                    <a:pt x="690" y="434"/>
                  </a:cubicBezTo>
                  <a:cubicBezTo>
                    <a:pt x="690" y="434"/>
                    <a:pt x="691" y="434"/>
                    <a:pt x="691" y="434"/>
                  </a:cubicBezTo>
                  <a:cubicBezTo>
                    <a:pt x="691" y="434"/>
                    <a:pt x="692" y="434"/>
                    <a:pt x="691" y="435"/>
                  </a:cubicBezTo>
                  <a:cubicBezTo>
                    <a:pt x="691" y="435"/>
                    <a:pt x="690" y="434"/>
                    <a:pt x="689" y="434"/>
                  </a:cubicBezTo>
                  <a:cubicBezTo>
                    <a:pt x="690" y="434"/>
                    <a:pt x="690" y="435"/>
                    <a:pt x="690" y="435"/>
                  </a:cubicBezTo>
                  <a:cubicBezTo>
                    <a:pt x="690" y="435"/>
                    <a:pt x="689" y="435"/>
                    <a:pt x="689" y="435"/>
                  </a:cubicBezTo>
                  <a:cubicBezTo>
                    <a:pt x="689" y="435"/>
                    <a:pt x="689" y="436"/>
                    <a:pt x="689" y="436"/>
                  </a:cubicBezTo>
                  <a:cubicBezTo>
                    <a:pt x="690" y="436"/>
                    <a:pt x="690" y="436"/>
                    <a:pt x="690" y="436"/>
                  </a:cubicBezTo>
                  <a:cubicBezTo>
                    <a:pt x="690" y="436"/>
                    <a:pt x="690" y="437"/>
                    <a:pt x="690" y="437"/>
                  </a:cubicBezTo>
                  <a:cubicBezTo>
                    <a:pt x="690" y="437"/>
                    <a:pt x="690" y="437"/>
                    <a:pt x="691" y="437"/>
                  </a:cubicBezTo>
                  <a:cubicBezTo>
                    <a:pt x="691" y="437"/>
                    <a:pt x="692" y="437"/>
                    <a:pt x="692" y="437"/>
                  </a:cubicBezTo>
                  <a:cubicBezTo>
                    <a:pt x="692" y="437"/>
                    <a:pt x="692" y="437"/>
                    <a:pt x="692" y="437"/>
                  </a:cubicBezTo>
                  <a:cubicBezTo>
                    <a:pt x="691" y="438"/>
                    <a:pt x="693" y="437"/>
                    <a:pt x="693" y="438"/>
                  </a:cubicBezTo>
                  <a:cubicBezTo>
                    <a:pt x="693" y="438"/>
                    <a:pt x="693" y="438"/>
                    <a:pt x="693" y="438"/>
                  </a:cubicBezTo>
                  <a:cubicBezTo>
                    <a:pt x="693" y="438"/>
                    <a:pt x="694" y="439"/>
                    <a:pt x="693" y="439"/>
                  </a:cubicBezTo>
                  <a:cubicBezTo>
                    <a:pt x="694" y="439"/>
                    <a:pt x="694" y="439"/>
                    <a:pt x="694" y="439"/>
                  </a:cubicBezTo>
                  <a:cubicBezTo>
                    <a:pt x="694" y="439"/>
                    <a:pt x="694" y="439"/>
                    <a:pt x="694" y="439"/>
                  </a:cubicBezTo>
                  <a:cubicBezTo>
                    <a:pt x="694" y="439"/>
                    <a:pt x="694" y="440"/>
                    <a:pt x="694" y="440"/>
                  </a:cubicBezTo>
                  <a:cubicBezTo>
                    <a:pt x="694" y="440"/>
                    <a:pt x="693" y="439"/>
                    <a:pt x="693" y="440"/>
                  </a:cubicBezTo>
                  <a:cubicBezTo>
                    <a:pt x="693" y="440"/>
                    <a:pt x="694" y="440"/>
                    <a:pt x="694" y="440"/>
                  </a:cubicBezTo>
                  <a:cubicBezTo>
                    <a:pt x="694" y="440"/>
                    <a:pt x="694" y="440"/>
                    <a:pt x="694" y="441"/>
                  </a:cubicBezTo>
                  <a:cubicBezTo>
                    <a:pt x="694" y="441"/>
                    <a:pt x="694" y="440"/>
                    <a:pt x="694" y="440"/>
                  </a:cubicBezTo>
                  <a:cubicBezTo>
                    <a:pt x="694" y="440"/>
                    <a:pt x="693" y="441"/>
                    <a:pt x="693" y="441"/>
                  </a:cubicBezTo>
                  <a:cubicBezTo>
                    <a:pt x="693" y="440"/>
                    <a:pt x="693" y="442"/>
                    <a:pt x="693" y="442"/>
                  </a:cubicBezTo>
                  <a:cubicBezTo>
                    <a:pt x="692" y="442"/>
                    <a:pt x="692" y="441"/>
                    <a:pt x="692" y="440"/>
                  </a:cubicBezTo>
                  <a:cubicBezTo>
                    <a:pt x="692" y="441"/>
                    <a:pt x="691" y="441"/>
                    <a:pt x="691" y="442"/>
                  </a:cubicBezTo>
                  <a:cubicBezTo>
                    <a:pt x="691" y="442"/>
                    <a:pt x="690" y="443"/>
                    <a:pt x="690" y="442"/>
                  </a:cubicBezTo>
                  <a:cubicBezTo>
                    <a:pt x="690" y="441"/>
                    <a:pt x="692" y="441"/>
                    <a:pt x="692" y="440"/>
                  </a:cubicBezTo>
                  <a:cubicBezTo>
                    <a:pt x="692" y="440"/>
                    <a:pt x="692" y="440"/>
                    <a:pt x="692" y="440"/>
                  </a:cubicBezTo>
                  <a:cubicBezTo>
                    <a:pt x="692" y="440"/>
                    <a:pt x="692" y="440"/>
                    <a:pt x="691" y="440"/>
                  </a:cubicBezTo>
                  <a:cubicBezTo>
                    <a:pt x="691" y="440"/>
                    <a:pt x="691" y="440"/>
                    <a:pt x="691" y="441"/>
                  </a:cubicBezTo>
                  <a:cubicBezTo>
                    <a:pt x="691" y="441"/>
                    <a:pt x="691" y="441"/>
                    <a:pt x="691" y="440"/>
                  </a:cubicBezTo>
                  <a:cubicBezTo>
                    <a:pt x="691" y="440"/>
                    <a:pt x="690" y="439"/>
                    <a:pt x="690" y="439"/>
                  </a:cubicBezTo>
                  <a:cubicBezTo>
                    <a:pt x="690" y="439"/>
                    <a:pt x="690" y="439"/>
                    <a:pt x="690" y="439"/>
                  </a:cubicBezTo>
                  <a:cubicBezTo>
                    <a:pt x="690" y="439"/>
                    <a:pt x="689" y="439"/>
                    <a:pt x="689" y="439"/>
                  </a:cubicBezTo>
                  <a:cubicBezTo>
                    <a:pt x="689" y="439"/>
                    <a:pt x="689" y="438"/>
                    <a:pt x="689" y="438"/>
                  </a:cubicBezTo>
                  <a:cubicBezTo>
                    <a:pt x="689" y="438"/>
                    <a:pt x="688" y="438"/>
                    <a:pt x="688" y="438"/>
                  </a:cubicBezTo>
                  <a:cubicBezTo>
                    <a:pt x="688" y="438"/>
                    <a:pt x="688" y="438"/>
                    <a:pt x="687" y="438"/>
                  </a:cubicBezTo>
                  <a:cubicBezTo>
                    <a:pt x="687" y="438"/>
                    <a:pt x="688" y="437"/>
                    <a:pt x="688" y="437"/>
                  </a:cubicBezTo>
                  <a:cubicBezTo>
                    <a:pt x="688" y="437"/>
                    <a:pt x="688" y="437"/>
                    <a:pt x="688" y="437"/>
                  </a:cubicBezTo>
                  <a:cubicBezTo>
                    <a:pt x="688" y="437"/>
                    <a:pt x="688" y="437"/>
                    <a:pt x="687" y="437"/>
                  </a:cubicBezTo>
                  <a:cubicBezTo>
                    <a:pt x="687" y="437"/>
                    <a:pt x="688" y="436"/>
                    <a:pt x="687" y="437"/>
                  </a:cubicBezTo>
                  <a:cubicBezTo>
                    <a:pt x="687" y="437"/>
                    <a:pt x="687" y="437"/>
                    <a:pt x="686" y="436"/>
                  </a:cubicBezTo>
                  <a:cubicBezTo>
                    <a:pt x="686" y="436"/>
                    <a:pt x="685" y="435"/>
                    <a:pt x="685" y="436"/>
                  </a:cubicBezTo>
                  <a:cubicBezTo>
                    <a:pt x="684" y="435"/>
                    <a:pt x="685" y="436"/>
                    <a:pt x="684" y="436"/>
                  </a:cubicBezTo>
                  <a:cubicBezTo>
                    <a:pt x="684" y="436"/>
                    <a:pt x="686" y="437"/>
                    <a:pt x="685" y="437"/>
                  </a:cubicBezTo>
                  <a:cubicBezTo>
                    <a:pt x="685" y="437"/>
                    <a:pt x="685" y="438"/>
                    <a:pt x="685" y="438"/>
                  </a:cubicBezTo>
                  <a:cubicBezTo>
                    <a:pt x="685" y="438"/>
                    <a:pt x="685" y="438"/>
                    <a:pt x="685" y="438"/>
                  </a:cubicBezTo>
                  <a:cubicBezTo>
                    <a:pt x="685" y="438"/>
                    <a:pt x="685" y="438"/>
                    <a:pt x="685" y="438"/>
                  </a:cubicBezTo>
                  <a:cubicBezTo>
                    <a:pt x="685" y="438"/>
                    <a:pt x="684" y="439"/>
                    <a:pt x="685" y="439"/>
                  </a:cubicBezTo>
                  <a:cubicBezTo>
                    <a:pt x="685" y="440"/>
                    <a:pt x="683" y="441"/>
                    <a:pt x="683" y="441"/>
                  </a:cubicBezTo>
                  <a:cubicBezTo>
                    <a:pt x="683" y="440"/>
                    <a:pt x="683" y="439"/>
                    <a:pt x="683" y="439"/>
                  </a:cubicBezTo>
                  <a:cubicBezTo>
                    <a:pt x="683" y="439"/>
                    <a:pt x="682" y="439"/>
                    <a:pt x="682" y="438"/>
                  </a:cubicBezTo>
                  <a:cubicBezTo>
                    <a:pt x="682" y="438"/>
                    <a:pt x="682" y="439"/>
                    <a:pt x="682" y="439"/>
                  </a:cubicBezTo>
                  <a:cubicBezTo>
                    <a:pt x="682" y="439"/>
                    <a:pt x="682" y="437"/>
                    <a:pt x="681" y="438"/>
                  </a:cubicBezTo>
                  <a:cubicBezTo>
                    <a:pt x="681" y="438"/>
                    <a:pt x="680" y="438"/>
                    <a:pt x="680" y="438"/>
                  </a:cubicBezTo>
                  <a:cubicBezTo>
                    <a:pt x="680" y="439"/>
                    <a:pt x="679" y="439"/>
                    <a:pt x="679" y="440"/>
                  </a:cubicBezTo>
                  <a:cubicBezTo>
                    <a:pt x="679" y="440"/>
                    <a:pt x="678" y="440"/>
                    <a:pt x="678" y="440"/>
                  </a:cubicBezTo>
                  <a:cubicBezTo>
                    <a:pt x="678" y="440"/>
                    <a:pt x="678" y="440"/>
                    <a:pt x="678" y="440"/>
                  </a:cubicBezTo>
                  <a:cubicBezTo>
                    <a:pt x="678" y="440"/>
                    <a:pt x="677" y="440"/>
                    <a:pt x="677" y="440"/>
                  </a:cubicBezTo>
                  <a:cubicBezTo>
                    <a:pt x="677" y="440"/>
                    <a:pt x="677" y="440"/>
                    <a:pt x="677" y="440"/>
                  </a:cubicBezTo>
                  <a:cubicBezTo>
                    <a:pt x="676" y="440"/>
                    <a:pt x="676" y="440"/>
                    <a:pt x="676" y="440"/>
                  </a:cubicBezTo>
                  <a:cubicBezTo>
                    <a:pt x="676" y="439"/>
                    <a:pt x="676" y="439"/>
                    <a:pt x="675" y="439"/>
                  </a:cubicBezTo>
                  <a:cubicBezTo>
                    <a:pt x="674" y="440"/>
                    <a:pt x="675" y="438"/>
                    <a:pt x="675" y="438"/>
                  </a:cubicBezTo>
                  <a:cubicBezTo>
                    <a:pt x="675" y="437"/>
                    <a:pt x="674" y="437"/>
                    <a:pt x="674" y="436"/>
                  </a:cubicBezTo>
                  <a:cubicBezTo>
                    <a:pt x="674" y="436"/>
                    <a:pt x="675" y="435"/>
                    <a:pt x="675" y="435"/>
                  </a:cubicBezTo>
                  <a:cubicBezTo>
                    <a:pt x="675" y="435"/>
                    <a:pt x="674" y="436"/>
                    <a:pt x="674" y="436"/>
                  </a:cubicBezTo>
                  <a:cubicBezTo>
                    <a:pt x="674" y="436"/>
                    <a:pt x="673" y="436"/>
                    <a:pt x="673" y="436"/>
                  </a:cubicBezTo>
                  <a:cubicBezTo>
                    <a:pt x="673" y="436"/>
                    <a:pt x="673" y="436"/>
                    <a:pt x="673" y="436"/>
                  </a:cubicBezTo>
                  <a:cubicBezTo>
                    <a:pt x="673" y="435"/>
                    <a:pt x="672" y="436"/>
                    <a:pt x="672" y="436"/>
                  </a:cubicBezTo>
                  <a:cubicBezTo>
                    <a:pt x="672" y="435"/>
                    <a:pt x="672" y="434"/>
                    <a:pt x="671" y="435"/>
                  </a:cubicBezTo>
                  <a:cubicBezTo>
                    <a:pt x="671" y="435"/>
                    <a:pt x="672" y="434"/>
                    <a:pt x="671" y="434"/>
                  </a:cubicBezTo>
                  <a:cubicBezTo>
                    <a:pt x="671" y="433"/>
                    <a:pt x="670" y="434"/>
                    <a:pt x="669" y="434"/>
                  </a:cubicBezTo>
                  <a:cubicBezTo>
                    <a:pt x="669" y="433"/>
                    <a:pt x="671" y="432"/>
                    <a:pt x="670" y="432"/>
                  </a:cubicBezTo>
                  <a:cubicBezTo>
                    <a:pt x="668" y="432"/>
                    <a:pt x="668" y="433"/>
                    <a:pt x="667" y="433"/>
                  </a:cubicBezTo>
                  <a:cubicBezTo>
                    <a:pt x="667" y="433"/>
                    <a:pt x="666" y="433"/>
                    <a:pt x="666" y="433"/>
                  </a:cubicBezTo>
                  <a:cubicBezTo>
                    <a:pt x="666" y="434"/>
                    <a:pt x="667" y="434"/>
                    <a:pt x="667" y="434"/>
                  </a:cubicBezTo>
                  <a:cubicBezTo>
                    <a:pt x="666" y="434"/>
                    <a:pt x="667" y="435"/>
                    <a:pt x="667" y="435"/>
                  </a:cubicBezTo>
                  <a:cubicBezTo>
                    <a:pt x="667" y="435"/>
                    <a:pt x="667" y="435"/>
                    <a:pt x="667" y="435"/>
                  </a:cubicBezTo>
                  <a:cubicBezTo>
                    <a:pt x="667" y="435"/>
                    <a:pt x="666" y="435"/>
                    <a:pt x="666" y="435"/>
                  </a:cubicBezTo>
                  <a:cubicBezTo>
                    <a:pt x="665" y="435"/>
                    <a:pt x="665" y="436"/>
                    <a:pt x="664" y="436"/>
                  </a:cubicBezTo>
                  <a:cubicBezTo>
                    <a:pt x="663" y="435"/>
                    <a:pt x="662" y="435"/>
                    <a:pt x="661" y="435"/>
                  </a:cubicBezTo>
                  <a:cubicBezTo>
                    <a:pt x="660" y="435"/>
                    <a:pt x="660" y="434"/>
                    <a:pt x="659" y="434"/>
                  </a:cubicBezTo>
                  <a:cubicBezTo>
                    <a:pt x="658" y="433"/>
                    <a:pt x="656" y="433"/>
                    <a:pt x="656" y="432"/>
                  </a:cubicBezTo>
                  <a:cubicBezTo>
                    <a:pt x="656" y="432"/>
                    <a:pt x="657" y="432"/>
                    <a:pt x="657" y="432"/>
                  </a:cubicBezTo>
                  <a:cubicBezTo>
                    <a:pt x="657" y="432"/>
                    <a:pt x="657" y="431"/>
                    <a:pt x="657" y="431"/>
                  </a:cubicBezTo>
                  <a:cubicBezTo>
                    <a:pt x="657" y="431"/>
                    <a:pt x="657" y="430"/>
                    <a:pt x="657" y="430"/>
                  </a:cubicBezTo>
                  <a:cubicBezTo>
                    <a:pt x="657" y="430"/>
                    <a:pt x="656" y="432"/>
                    <a:pt x="656" y="432"/>
                  </a:cubicBezTo>
                  <a:cubicBezTo>
                    <a:pt x="655" y="432"/>
                    <a:pt x="655" y="432"/>
                    <a:pt x="656" y="432"/>
                  </a:cubicBezTo>
                  <a:cubicBezTo>
                    <a:pt x="656" y="433"/>
                    <a:pt x="652" y="433"/>
                    <a:pt x="652" y="433"/>
                  </a:cubicBezTo>
                  <a:cubicBezTo>
                    <a:pt x="651" y="434"/>
                    <a:pt x="651" y="434"/>
                    <a:pt x="651" y="433"/>
                  </a:cubicBezTo>
                  <a:cubicBezTo>
                    <a:pt x="651" y="432"/>
                    <a:pt x="651" y="433"/>
                    <a:pt x="652" y="432"/>
                  </a:cubicBezTo>
                  <a:cubicBezTo>
                    <a:pt x="652" y="432"/>
                    <a:pt x="653" y="431"/>
                    <a:pt x="652" y="431"/>
                  </a:cubicBezTo>
                  <a:cubicBezTo>
                    <a:pt x="652" y="430"/>
                    <a:pt x="651" y="431"/>
                    <a:pt x="651" y="432"/>
                  </a:cubicBezTo>
                  <a:cubicBezTo>
                    <a:pt x="651" y="432"/>
                    <a:pt x="650" y="432"/>
                    <a:pt x="650" y="432"/>
                  </a:cubicBezTo>
                  <a:cubicBezTo>
                    <a:pt x="650" y="433"/>
                    <a:pt x="650" y="433"/>
                    <a:pt x="650" y="434"/>
                  </a:cubicBezTo>
                  <a:cubicBezTo>
                    <a:pt x="651" y="434"/>
                    <a:pt x="650" y="434"/>
                    <a:pt x="650" y="434"/>
                  </a:cubicBezTo>
                  <a:cubicBezTo>
                    <a:pt x="647" y="434"/>
                    <a:pt x="645" y="435"/>
                    <a:pt x="643" y="436"/>
                  </a:cubicBezTo>
                  <a:cubicBezTo>
                    <a:pt x="643" y="436"/>
                    <a:pt x="642" y="437"/>
                    <a:pt x="642" y="437"/>
                  </a:cubicBezTo>
                  <a:cubicBezTo>
                    <a:pt x="642" y="437"/>
                    <a:pt x="642" y="438"/>
                    <a:pt x="641" y="438"/>
                  </a:cubicBezTo>
                  <a:cubicBezTo>
                    <a:pt x="641" y="438"/>
                    <a:pt x="642" y="437"/>
                    <a:pt x="642" y="437"/>
                  </a:cubicBezTo>
                  <a:cubicBezTo>
                    <a:pt x="642" y="437"/>
                    <a:pt x="643" y="436"/>
                    <a:pt x="643" y="436"/>
                  </a:cubicBezTo>
                  <a:cubicBezTo>
                    <a:pt x="643" y="436"/>
                    <a:pt x="644" y="436"/>
                    <a:pt x="644" y="435"/>
                  </a:cubicBezTo>
                  <a:cubicBezTo>
                    <a:pt x="644" y="436"/>
                    <a:pt x="643" y="435"/>
                    <a:pt x="643" y="435"/>
                  </a:cubicBezTo>
                  <a:cubicBezTo>
                    <a:pt x="643" y="435"/>
                    <a:pt x="641" y="436"/>
                    <a:pt x="641" y="436"/>
                  </a:cubicBezTo>
                  <a:cubicBezTo>
                    <a:pt x="641" y="435"/>
                    <a:pt x="642" y="435"/>
                    <a:pt x="642" y="435"/>
                  </a:cubicBezTo>
                  <a:cubicBezTo>
                    <a:pt x="643" y="434"/>
                    <a:pt x="643" y="434"/>
                    <a:pt x="643" y="434"/>
                  </a:cubicBezTo>
                  <a:cubicBezTo>
                    <a:pt x="643" y="433"/>
                    <a:pt x="642" y="433"/>
                    <a:pt x="642" y="433"/>
                  </a:cubicBezTo>
                  <a:cubicBezTo>
                    <a:pt x="642" y="434"/>
                    <a:pt x="641" y="434"/>
                    <a:pt x="641" y="434"/>
                  </a:cubicBezTo>
                  <a:cubicBezTo>
                    <a:pt x="641" y="434"/>
                    <a:pt x="639" y="433"/>
                    <a:pt x="639" y="434"/>
                  </a:cubicBezTo>
                  <a:cubicBezTo>
                    <a:pt x="640" y="434"/>
                    <a:pt x="640" y="434"/>
                    <a:pt x="640" y="434"/>
                  </a:cubicBezTo>
                  <a:cubicBezTo>
                    <a:pt x="640" y="434"/>
                    <a:pt x="640" y="434"/>
                    <a:pt x="640" y="435"/>
                  </a:cubicBezTo>
                  <a:cubicBezTo>
                    <a:pt x="640" y="435"/>
                    <a:pt x="640" y="435"/>
                    <a:pt x="640" y="435"/>
                  </a:cubicBezTo>
                  <a:cubicBezTo>
                    <a:pt x="639" y="436"/>
                    <a:pt x="639" y="436"/>
                    <a:pt x="640" y="436"/>
                  </a:cubicBezTo>
                  <a:cubicBezTo>
                    <a:pt x="640" y="436"/>
                    <a:pt x="639" y="437"/>
                    <a:pt x="640" y="437"/>
                  </a:cubicBezTo>
                  <a:cubicBezTo>
                    <a:pt x="640" y="437"/>
                    <a:pt x="640" y="437"/>
                    <a:pt x="640" y="437"/>
                  </a:cubicBezTo>
                  <a:cubicBezTo>
                    <a:pt x="640" y="437"/>
                    <a:pt x="640" y="437"/>
                    <a:pt x="641" y="437"/>
                  </a:cubicBezTo>
                  <a:cubicBezTo>
                    <a:pt x="640" y="437"/>
                    <a:pt x="640" y="438"/>
                    <a:pt x="640" y="438"/>
                  </a:cubicBezTo>
                  <a:cubicBezTo>
                    <a:pt x="639" y="438"/>
                    <a:pt x="639" y="438"/>
                    <a:pt x="639" y="439"/>
                  </a:cubicBezTo>
                  <a:cubicBezTo>
                    <a:pt x="638" y="439"/>
                    <a:pt x="638" y="440"/>
                    <a:pt x="638" y="440"/>
                  </a:cubicBezTo>
                  <a:cubicBezTo>
                    <a:pt x="637" y="440"/>
                    <a:pt x="637" y="439"/>
                    <a:pt x="637" y="439"/>
                  </a:cubicBezTo>
                  <a:cubicBezTo>
                    <a:pt x="637" y="441"/>
                    <a:pt x="636" y="441"/>
                    <a:pt x="635" y="442"/>
                  </a:cubicBezTo>
                  <a:cubicBezTo>
                    <a:pt x="635" y="442"/>
                    <a:pt x="635" y="442"/>
                    <a:pt x="634" y="443"/>
                  </a:cubicBezTo>
                  <a:cubicBezTo>
                    <a:pt x="634" y="443"/>
                    <a:pt x="633" y="444"/>
                    <a:pt x="632" y="444"/>
                  </a:cubicBezTo>
                  <a:cubicBezTo>
                    <a:pt x="631" y="445"/>
                    <a:pt x="629" y="444"/>
                    <a:pt x="628" y="445"/>
                  </a:cubicBezTo>
                  <a:cubicBezTo>
                    <a:pt x="628" y="446"/>
                    <a:pt x="628" y="446"/>
                    <a:pt x="629" y="445"/>
                  </a:cubicBezTo>
                  <a:cubicBezTo>
                    <a:pt x="629" y="445"/>
                    <a:pt x="630" y="445"/>
                    <a:pt x="630" y="445"/>
                  </a:cubicBezTo>
                  <a:cubicBezTo>
                    <a:pt x="630" y="445"/>
                    <a:pt x="629" y="446"/>
                    <a:pt x="628" y="446"/>
                  </a:cubicBezTo>
                  <a:cubicBezTo>
                    <a:pt x="627" y="446"/>
                    <a:pt x="626" y="447"/>
                    <a:pt x="625" y="447"/>
                  </a:cubicBezTo>
                  <a:cubicBezTo>
                    <a:pt x="626" y="446"/>
                    <a:pt x="627" y="446"/>
                    <a:pt x="628" y="446"/>
                  </a:cubicBezTo>
                  <a:cubicBezTo>
                    <a:pt x="628" y="445"/>
                    <a:pt x="626" y="446"/>
                    <a:pt x="625" y="446"/>
                  </a:cubicBezTo>
                  <a:cubicBezTo>
                    <a:pt x="625" y="446"/>
                    <a:pt x="626" y="446"/>
                    <a:pt x="626" y="446"/>
                  </a:cubicBezTo>
                  <a:cubicBezTo>
                    <a:pt x="626" y="446"/>
                    <a:pt x="625" y="446"/>
                    <a:pt x="626" y="445"/>
                  </a:cubicBezTo>
                  <a:cubicBezTo>
                    <a:pt x="626" y="445"/>
                    <a:pt x="626" y="445"/>
                    <a:pt x="626" y="445"/>
                  </a:cubicBezTo>
                  <a:cubicBezTo>
                    <a:pt x="626" y="445"/>
                    <a:pt x="624" y="446"/>
                    <a:pt x="624" y="446"/>
                  </a:cubicBezTo>
                  <a:cubicBezTo>
                    <a:pt x="624" y="445"/>
                    <a:pt x="624" y="445"/>
                    <a:pt x="624" y="445"/>
                  </a:cubicBezTo>
                  <a:cubicBezTo>
                    <a:pt x="624" y="445"/>
                    <a:pt x="624" y="445"/>
                    <a:pt x="624" y="444"/>
                  </a:cubicBezTo>
                  <a:cubicBezTo>
                    <a:pt x="624" y="444"/>
                    <a:pt x="624" y="445"/>
                    <a:pt x="624" y="445"/>
                  </a:cubicBezTo>
                  <a:cubicBezTo>
                    <a:pt x="624" y="445"/>
                    <a:pt x="624" y="445"/>
                    <a:pt x="624" y="446"/>
                  </a:cubicBezTo>
                  <a:cubicBezTo>
                    <a:pt x="624" y="446"/>
                    <a:pt x="624" y="446"/>
                    <a:pt x="624" y="446"/>
                  </a:cubicBezTo>
                  <a:cubicBezTo>
                    <a:pt x="624" y="446"/>
                    <a:pt x="623" y="446"/>
                    <a:pt x="623" y="446"/>
                  </a:cubicBezTo>
                  <a:cubicBezTo>
                    <a:pt x="623" y="446"/>
                    <a:pt x="624" y="446"/>
                    <a:pt x="623" y="446"/>
                  </a:cubicBezTo>
                  <a:cubicBezTo>
                    <a:pt x="623" y="446"/>
                    <a:pt x="623" y="446"/>
                    <a:pt x="623" y="446"/>
                  </a:cubicBezTo>
                  <a:cubicBezTo>
                    <a:pt x="623" y="446"/>
                    <a:pt x="623" y="445"/>
                    <a:pt x="623" y="445"/>
                  </a:cubicBezTo>
                  <a:cubicBezTo>
                    <a:pt x="622" y="445"/>
                    <a:pt x="622" y="444"/>
                    <a:pt x="622" y="445"/>
                  </a:cubicBezTo>
                  <a:cubicBezTo>
                    <a:pt x="621" y="445"/>
                    <a:pt x="622" y="446"/>
                    <a:pt x="622" y="446"/>
                  </a:cubicBezTo>
                  <a:cubicBezTo>
                    <a:pt x="622" y="446"/>
                    <a:pt x="622" y="446"/>
                    <a:pt x="622" y="446"/>
                  </a:cubicBezTo>
                  <a:cubicBezTo>
                    <a:pt x="623" y="447"/>
                    <a:pt x="622" y="447"/>
                    <a:pt x="622" y="447"/>
                  </a:cubicBezTo>
                  <a:cubicBezTo>
                    <a:pt x="622" y="447"/>
                    <a:pt x="624" y="447"/>
                    <a:pt x="623" y="448"/>
                  </a:cubicBezTo>
                  <a:cubicBezTo>
                    <a:pt x="623" y="448"/>
                    <a:pt x="622" y="448"/>
                    <a:pt x="622" y="449"/>
                  </a:cubicBezTo>
                  <a:cubicBezTo>
                    <a:pt x="621" y="449"/>
                    <a:pt x="620" y="449"/>
                    <a:pt x="620" y="449"/>
                  </a:cubicBezTo>
                  <a:cubicBezTo>
                    <a:pt x="620" y="448"/>
                    <a:pt x="620" y="448"/>
                    <a:pt x="620" y="448"/>
                  </a:cubicBezTo>
                  <a:cubicBezTo>
                    <a:pt x="620" y="448"/>
                    <a:pt x="620" y="447"/>
                    <a:pt x="620" y="447"/>
                  </a:cubicBezTo>
                  <a:cubicBezTo>
                    <a:pt x="619" y="448"/>
                    <a:pt x="620" y="448"/>
                    <a:pt x="619" y="448"/>
                  </a:cubicBezTo>
                  <a:cubicBezTo>
                    <a:pt x="619" y="448"/>
                    <a:pt x="619" y="449"/>
                    <a:pt x="619" y="449"/>
                  </a:cubicBezTo>
                  <a:cubicBezTo>
                    <a:pt x="619" y="450"/>
                    <a:pt x="618" y="451"/>
                    <a:pt x="617" y="451"/>
                  </a:cubicBezTo>
                  <a:cubicBezTo>
                    <a:pt x="617" y="451"/>
                    <a:pt x="618" y="450"/>
                    <a:pt x="618" y="450"/>
                  </a:cubicBezTo>
                  <a:cubicBezTo>
                    <a:pt x="618" y="450"/>
                    <a:pt x="617" y="451"/>
                    <a:pt x="617" y="451"/>
                  </a:cubicBezTo>
                  <a:cubicBezTo>
                    <a:pt x="617" y="451"/>
                    <a:pt x="617" y="451"/>
                    <a:pt x="617" y="451"/>
                  </a:cubicBezTo>
                  <a:cubicBezTo>
                    <a:pt x="617" y="451"/>
                    <a:pt x="617" y="451"/>
                    <a:pt x="617" y="450"/>
                  </a:cubicBezTo>
                  <a:cubicBezTo>
                    <a:pt x="617" y="450"/>
                    <a:pt x="616" y="451"/>
                    <a:pt x="616" y="451"/>
                  </a:cubicBezTo>
                  <a:cubicBezTo>
                    <a:pt x="615" y="451"/>
                    <a:pt x="616" y="451"/>
                    <a:pt x="615" y="451"/>
                  </a:cubicBezTo>
                  <a:cubicBezTo>
                    <a:pt x="615" y="451"/>
                    <a:pt x="614" y="452"/>
                    <a:pt x="615" y="452"/>
                  </a:cubicBezTo>
                  <a:cubicBezTo>
                    <a:pt x="615" y="452"/>
                    <a:pt x="615" y="452"/>
                    <a:pt x="615" y="452"/>
                  </a:cubicBezTo>
                  <a:cubicBezTo>
                    <a:pt x="615" y="452"/>
                    <a:pt x="616" y="451"/>
                    <a:pt x="616" y="451"/>
                  </a:cubicBezTo>
                  <a:cubicBezTo>
                    <a:pt x="617" y="452"/>
                    <a:pt x="616" y="452"/>
                    <a:pt x="616" y="453"/>
                  </a:cubicBezTo>
                  <a:cubicBezTo>
                    <a:pt x="615" y="453"/>
                    <a:pt x="614" y="455"/>
                    <a:pt x="614" y="454"/>
                  </a:cubicBezTo>
                  <a:cubicBezTo>
                    <a:pt x="614" y="454"/>
                    <a:pt x="614" y="454"/>
                    <a:pt x="614" y="454"/>
                  </a:cubicBezTo>
                  <a:cubicBezTo>
                    <a:pt x="613" y="454"/>
                    <a:pt x="613" y="454"/>
                    <a:pt x="613" y="454"/>
                  </a:cubicBezTo>
                  <a:cubicBezTo>
                    <a:pt x="613" y="454"/>
                    <a:pt x="612" y="454"/>
                    <a:pt x="612" y="454"/>
                  </a:cubicBezTo>
                  <a:cubicBezTo>
                    <a:pt x="612" y="454"/>
                    <a:pt x="611" y="454"/>
                    <a:pt x="611" y="454"/>
                  </a:cubicBezTo>
                  <a:cubicBezTo>
                    <a:pt x="611" y="455"/>
                    <a:pt x="612" y="454"/>
                    <a:pt x="612" y="454"/>
                  </a:cubicBezTo>
                  <a:cubicBezTo>
                    <a:pt x="612" y="455"/>
                    <a:pt x="612" y="455"/>
                    <a:pt x="613" y="456"/>
                  </a:cubicBezTo>
                  <a:cubicBezTo>
                    <a:pt x="613" y="456"/>
                    <a:pt x="612" y="457"/>
                    <a:pt x="612" y="458"/>
                  </a:cubicBezTo>
                  <a:cubicBezTo>
                    <a:pt x="612" y="458"/>
                    <a:pt x="611" y="459"/>
                    <a:pt x="611" y="460"/>
                  </a:cubicBezTo>
                  <a:cubicBezTo>
                    <a:pt x="610" y="460"/>
                    <a:pt x="609" y="461"/>
                    <a:pt x="609" y="460"/>
                  </a:cubicBezTo>
                  <a:cubicBezTo>
                    <a:pt x="609" y="460"/>
                    <a:pt x="610" y="460"/>
                    <a:pt x="610" y="460"/>
                  </a:cubicBezTo>
                  <a:cubicBezTo>
                    <a:pt x="610" y="460"/>
                    <a:pt x="610" y="459"/>
                    <a:pt x="610" y="459"/>
                  </a:cubicBezTo>
                  <a:cubicBezTo>
                    <a:pt x="610" y="459"/>
                    <a:pt x="609" y="460"/>
                    <a:pt x="609" y="460"/>
                  </a:cubicBezTo>
                  <a:cubicBezTo>
                    <a:pt x="609" y="460"/>
                    <a:pt x="609" y="460"/>
                    <a:pt x="608" y="460"/>
                  </a:cubicBezTo>
                  <a:cubicBezTo>
                    <a:pt x="608" y="460"/>
                    <a:pt x="608" y="459"/>
                    <a:pt x="608" y="459"/>
                  </a:cubicBezTo>
                  <a:cubicBezTo>
                    <a:pt x="608" y="459"/>
                    <a:pt x="608" y="459"/>
                    <a:pt x="608" y="458"/>
                  </a:cubicBezTo>
                  <a:cubicBezTo>
                    <a:pt x="608" y="459"/>
                    <a:pt x="608" y="460"/>
                    <a:pt x="608" y="460"/>
                  </a:cubicBezTo>
                  <a:cubicBezTo>
                    <a:pt x="608" y="460"/>
                    <a:pt x="607" y="460"/>
                    <a:pt x="607" y="460"/>
                  </a:cubicBezTo>
                  <a:cubicBezTo>
                    <a:pt x="607" y="461"/>
                    <a:pt x="608" y="461"/>
                    <a:pt x="608" y="461"/>
                  </a:cubicBezTo>
                  <a:cubicBezTo>
                    <a:pt x="609" y="461"/>
                    <a:pt x="609" y="461"/>
                    <a:pt x="610" y="461"/>
                  </a:cubicBezTo>
                  <a:cubicBezTo>
                    <a:pt x="611" y="460"/>
                    <a:pt x="610" y="462"/>
                    <a:pt x="610" y="462"/>
                  </a:cubicBezTo>
                  <a:cubicBezTo>
                    <a:pt x="610" y="463"/>
                    <a:pt x="609" y="462"/>
                    <a:pt x="609" y="463"/>
                  </a:cubicBezTo>
                  <a:cubicBezTo>
                    <a:pt x="609" y="464"/>
                    <a:pt x="609" y="463"/>
                    <a:pt x="609" y="463"/>
                  </a:cubicBezTo>
                  <a:cubicBezTo>
                    <a:pt x="608" y="464"/>
                    <a:pt x="608" y="464"/>
                    <a:pt x="608" y="465"/>
                  </a:cubicBezTo>
                  <a:cubicBezTo>
                    <a:pt x="608" y="464"/>
                    <a:pt x="609" y="465"/>
                    <a:pt x="609" y="465"/>
                  </a:cubicBezTo>
                  <a:cubicBezTo>
                    <a:pt x="609" y="465"/>
                    <a:pt x="608" y="465"/>
                    <a:pt x="608" y="465"/>
                  </a:cubicBezTo>
                  <a:cubicBezTo>
                    <a:pt x="608" y="465"/>
                    <a:pt x="608" y="465"/>
                    <a:pt x="608" y="465"/>
                  </a:cubicBezTo>
                  <a:cubicBezTo>
                    <a:pt x="609" y="466"/>
                    <a:pt x="608" y="467"/>
                    <a:pt x="608" y="468"/>
                  </a:cubicBezTo>
                  <a:cubicBezTo>
                    <a:pt x="608" y="468"/>
                    <a:pt x="608" y="470"/>
                    <a:pt x="608" y="470"/>
                  </a:cubicBezTo>
                  <a:cubicBezTo>
                    <a:pt x="609" y="470"/>
                    <a:pt x="608" y="471"/>
                    <a:pt x="609" y="471"/>
                  </a:cubicBezTo>
                  <a:cubicBezTo>
                    <a:pt x="609" y="472"/>
                    <a:pt x="609" y="473"/>
                    <a:pt x="609" y="474"/>
                  </a:cubicBezTo>
                  <a:cubicBezTo>
                    <a:pt x="609" y="474"/>
                    <a:pt x="608" y="474"/>
                    <a:pt x="608" y="474"/>
                  </a:cubicBezTo>
                  <a:cubicBezTo>
                    <a:pt x="608" y="474"/>
                    <a:pt x="608" y="474"/>
                    <a:pt x="608" y="475"/>
                  </a:cubicBezTo>
                  <a:cubicBezTo>
                    <a:pt x="608" y="475"/>
                    <a:pt x="609" y="474"/>
                    <a:pt x="609" y="474"/>
                  </a:cubicBezTo>
                  <a:cubicBezTo>
                    <a:pt x="609" y="474"/>
                    <a:pt x="609" y="475"/>
                    <a:pt x="609" y="475"/>
                  </a:cubicBezTo>
                  <a:cubicBezTo>
                    <a:pt x="609" y="474"/>
                    <a:pt x="609" y="474"/>
                    <a:pt x="610" y="474"/>
                  </a:cubicBezTo>
                  <a:cubicBezTo>
                    <a:pt x="610" y="476"/>
                    <a:pt x="608" y="474"/>
                    <a:pt x="608" y="476"/>
                  </a:cubicBezTo>
                  <a:cubicBezTo>
                    <a:pt x="607" y="476"/>
                    <a:pt x="607" y="476"/>
                    <a:pt x="607" y="476"/>
                  </a:cubicBezTo>
                  <a:cubicBezTo>
                    <a:pt x="607" y="476"/>
                    <a:pt x="606" y="475"/>
                    <a:pt x="606" y="475"/>
                  </a:cubicBezTo>
                  <a:cubicBezTo>
                    <a:pt x="605" y="474"/>
                    <a:pt x="605" y="474"/>
                    <a:pt x="604" y="474"/>
                  </a:cubicBezTo>
                  <a:cubicBezTo>
                    <a:pt x="603" y="474"/>
                    <a:pt x="603" y="474"/>
                    <a:pt x="602" y="474"/>
                  </a:cubicBezTo>
                  <a:cubicBezTo>
                    <a:pt x="602" y="474"/>
                    <a:pt x="602" y="474"/>
                    <a:pt x="601" y="474"/>
                  </a:cubicBezTo>
                  <a:cubicBezTo>
                    <a:pt x="601" y="474"/>
                    <a:pt x="601" y="474"/>
                    <a:pt x="601" y="474"/>
                  </a:cubicBezTo>
                  <a:cubicBezTo>
                    <a:pt x="600" y="474"/>
                    <a:pt x="600" y="474"/>
                    <a:pt x="600" y="474"/>
                  </a:cubicBezTo>
                  <a:cubicBezTo>
                    <a:pt x="600" y="474"/>
                    <a:pt x="599" y="473"/>
                    <a:pt x="599" y="473"/>
                  </a:cubicBezTo>
                  <a:cubicBezTo>
                    <a:pt x="599" y="472"/>
                    <a:pt x="596" y="472"/>
                    <a:pt x="596" y="472"/>
                  </a:cubicBezTo>
                  <a:cubicBezTo>
                    <a:pt x="596" y="472"/>
                    <a:pt x="596" y="471"/>
                    <a:pt x="595" y="471"/>
                  </a:cubicBezTo>
                  <a:cubicBezTo>
                    <a:pt x="595" y="470"/>
                    <a:pt x="594" y="471"/>
                    <a:pt x="594" y="470"/>
                  </a:cubicBezTo>
                  <a:cubicBezTo>
                    <a:pt x="593" y="470"/>
                    <a:pt x="594" y="470"/>
                    <a:pt x="593" y="470"/>
                  </a:cubicBezTo>
                  <a:cubicBezTo>
                    <a:pt x="593" y="470"/>
                    <a:pt x="593" y="470"/>
                    <a:pt x="593" y="470"/>
                  </a:cubicBezTo>
                  <a:cubicBezTo>
                    <a:pt x="592" y="470"/>
                    <a:pt x="592" y="469"/>
                    <a:pt x="593" y="469"/>
                  </a:cubicBezTo>
                  <a:cubicBezTo>
                    <a:pt x="593" y="469"/>
                    <a:pt x="592" y="468"/>
                    <a:pt x="592" y="468"/>
                  </a:cubicBezTo>
                  <a:cubicBezTo>
                    <a:pt x="592" y="467"/>
                    <a:pt x="592" y="467"/>
                    <a:pt x="592" y="466"/>
                  </a:cubicBezTo>
                  <a:cubicBezTo>
                    <a:pt x="592" y="465"/>
                    <a:pt x="592" y="465"/>
                    <a:pt x="591" y="464"/>
                  </a:cubicBezTo>
                  <a:cubicBezTo>
                    <a:pt x="591" y="464"/>
                    <a:pt x="591" y="464"/>
                    <a:pt x="591" y="464"/>
                  </a:cubicBezTo>
                  <a:cubicBezTo>
                    <a:pt x="591" y="463"/>
                    <a:pt x="591" y="463"/>
                    <a:pt x="591" y="463"/>
                  </a:cubicBezTo>
                  <a:cubicBezTo>
                    <a:pt x="591" y="462"/>
                    <a:pt x="592" y="461"/>
                    <a:pt x="591" y="460"/>
                  </a:cubicBezTo>
                  <a:cubicBezTo>
                    <a:pt x="591" y="460"/>
                    <a:pt x="591" y="459"/>
                    <a:pt x="592" y="459"/>
                  </a:cubicBezTo>
                  <a:cubicBezTo>
                    <a:pt x="592" y="458"/>
                    <a:pt x="591" y="458"/>
                    <a:pt x="591" y="458"/>
                  </a:cubicBezTo>
                  <a:cubicBezTo>
                    <a:pt x="592" y="457"/>
                    <a:pt x="591" y="457"/>
                    <a:pt x="591" y="456"/>
                  </a:cubicBezTo>
                  <a:cubicBezTo>
                    <a:pt x="591" y="456"/>
                    <a:pt x="591" y="456"/>
                    <a:pt x="590" y="456"/>
                  </a:cubicBezTo>
                  <a:cubicBezTo>
                    <a:pt x="590" y="456"/>
                    <a:pt x="590" y="456"/>
                    <a:pt x="589" y="455"/>
                  </a:cubicBezTo>
                  <a:cubicBezTo>
                    <a:pt x="589" y="455"/>
                    <a:pt x="589" y="455"/>
                    <a:pt x="589" y="454"/>
                  </a:cubicBezTo>
                  <a:cubicBezTo>
                    <a:pt x="589" y="454"/>
                    <a:pt x="589" y="453"/>
                    <a:pt x="588" y="453"/>
                  </a:cubicBezTo>
                  <a:cubicBezTo>
                    <a:pt x="588" y="453"/>
                    <a:pt x="588" y="451"/>
                    <a:pt x="588" y="451"/>
                  </a:cubicBezTo>
                  <a:cubicBezTo>
                    <a:pt x="588" y="450"/>
                    <a:pt x="587" y="450"/>
                    <a:pt x="587" y="450"/>
                  </a:cubicBezTo>
                  <a:cubicBezTo>
                    <a:pt x="586" y="449"/>
                    <a:pt x="586" y="449"/>
                    <a:pt x="586" y="448"/>
                  </a:cubicBezTo>
                  <a:cubicBezTo>
                    <a:pt x="586" y="448"/>
                    <a:pt x="586" y="448"/>
                    <a:pt x="586" y="447"/>
                  </a:cubicBezTo>
                  <a:cubicBezTo>
                    <a:pt x="586" y="447"/>
                    <a:pt x="587" y="447"/>
                    <a:pt x="587" y="447"/>
                  </a:cubicBezTo>
                  <a:cubicBezTo>
                    <a:pt x="586" y="447"/>
                    <a:pt x="586" y="447"/>
                    <a:pt x="586" y="446"/>
                  </a:cubicBezTo>
                  <a:cubicBezTo>
                    <a:pt x="586" y="446"/>
                    <a:pt x="586" y="446"/>
                    <a:pt x="586" y="446"/>
                  </a:cubicBezTo>
                  <a:cubicBezTo>
                    <a:pt x="586" y="445"/>
                    <a:pt x="586" y="445"/>
                    <a:pt x="586" y="444"/>
                  </a:cubicBezTo>
                  <a:cubicBezTo>
                    <a:pt x="586" y="443"/>
                    <a:pt x="585" y="443"/>
                    <a:pt x="585" y="442"/>
                  </a:cubicBezTo>
                  <a:cubicBezTo>
                    <a:pt x="585" y="441"/>
                    <a:pt x="585" y="440"/>
                    <a:pt x="585" y="440"/>
                  </a:cubicBezTo>
                  <a:cubicBezTo>
                    <a:pt x="584" y="440"/>
                    <a:pt x="585" y="439"/>
                    <a:pt x="584" y="438"/>
                  </a:cubicBezTo>
                  <a:cubicBezTo>
                    <a:pt x="584" y="438"/>
                    <a:pt x="584" y="438"/>
                    <a:pt x="583" y="438"/>
                  </a:cubicBezTo>
                  <a:cubicBezTo>
                    <a:pt x="583" y="438"/>
                    <a:pt x="583" y="438"/>
                    <a:pt x="583" y="437"/>
                  </a:cubicBezTo>
                  <a:cubicBezTo>
                    <a:pt x="583" y="437"/>
                    <a:pt x="583" y="437"/>
                    <a:pt x="583" y="436"/>
                  </a:cubicBezTo>
                  <a:cubicBezTo>
                    <a:pt x="583" y="436"/>
                    <a:pt x="582" y="436"/>
                    <a:pt x="582" y="436"/>
                  </a:cubicBezTo>
                  <a:cubicBezTo>
                    <a:pt x="582" y="436"/>
                    <a:pt x="582" y="435"/>
                    <a:pt x="582" y="435"/>
                  </a:cubicBezTo>
                  <a:cubicBezTo>
                    <a:pt x="582" y="434"/>
                    <a:pt x="581" y="435"/>
                    <a:pt x="581" y="435"/>
                  </a:cubicBezTo>
                  <a:cubicBezTo>
                    <a:pt x="581" y="435"/>
                    <a:pt x="581" y="434"/>
                    <a:pt x="581" y="434"/>
                  </a:cubicBezTo>
                  <a:cubicBezTo>
                    <a:pt x="580" y="434"/>
                    <a:pt x="580" y="433"/>
                    <a:pt x="580" y="433"/>
                  </a:cubicBezTo>
                  <a:cubicBezTo>
                    <a:pt x="580" y="433"/>
                    <a:pt x="580" y="433"/>
                    <a:pt x="580" y="433"/>
                  </a:cubicBezTo>
                  <a:cubicBezTo>
                    <a:pt x="579" y="433"/>
                    <a:pt x="580" y="433"/>
                    <a:pt x="579" y="433"/>
                  </a:cubicBezTo>
                  <a:cubicBezTo>
                    <a:pt x="579" y="433"/>
                    <a:pt x="579" y="433"/>
                    <a:pt x="579" y="433"/>
                  </a:cubicBezTo>
                  <a:cubicBezTo>
                    <a:pt x="579" y="433"/>
                    <a:pt x="578" y="433"/>
                    <a:pt x="578" y="433"/>
                  </a:cubicBezTo>
                  <a:cubicBezTo>
                    <a:pt x="577" y="433"/>
                    <a:pt x="577" y="433"/>
                    <a:pt x="576" y="433"/>
                  </a:cubicBezTo>
                  <a:cubicBezTo>
                    <a:pt x="576" y="433"/>
                    <a:pt x="575" y="433"/>
                    <a:pt x="575" y="433"/>
                  </a:cubicBezTo>
                  <a:cubicBezTo>
                    <a:pt x="574" y="433"/>
                    <a:pt x="573" y="432"/>
                    <a:pt x="573" y="432"/>
                  </a:cubicBezTo>
                  <a:cubicBezTo>
                    <a:pt x="572" y="432"/>
                    <a:pt x="572" y="433"/>
                    <a:pt x="571" y="433"/>
                  </a:cubicBezTo>
                  <a:cubicBezTo>
                    <a:pt x="570" y="433"/>
                    <a:pt x="570" y="433"/>
                    <a:pt x="570" y="433"/>
                  </a:cubicBezTo>
                  <a:cubicBezTo>
                    <a:pt x="569" y="433"/>
                    <a:pt x="569" y="433"/>
                    <a:pt x="569" y="434"/>
                  </a:cubicBezTo>
                  <a:cubicBezTo>
                    <a:pt x="568" y="435"/>
                    <a:pt x="567" y="436"/>
                    <a:pt x="566" y="437"/>
                  </a:cubicBezTo>
                  <a:cubicBezTo>
                    <a:pt x="566" y="437"/>
                    <a:pt x="566" y="438"/>
                    <a:pt x="565" y="438"/>
                  </a:cubicBezTo>
                  <a:cubicBezTo>
                    <a:pt x="565" y="438"/>
                    <a:pt x="565" y="439"/>
                    <a:pt x="565" y="439"/>
                  </a:cubicBezTo>
                  <a:cubicBezTo>
                    <a:pt x="565" y="439"/>
                    <a:pt x="564" y="439"/>
                    <a:pt x="564" y="440"/>
                  </a:cubicBezTo>
                  <a:cubicBezTo>
                    <a:pt x="564" y="440"/>
                    <a:pt x="563" y="440"/>
                    <a:pt x="563" y="440"/>
                  </a:cubicBezTo>
                  <a:cubicBezTo>
                    <a:pt x="563" y="441"/>
                    <a:pt x="562" y="441"/>
                    <a:pt x="562" y="442"/>
                  </a:cubicBezTo>
                  <a:cubicBezTo>
                    <a:pt x="562" y="442"/>
                    <a:pt x="561" y="442"/>
                    <a:pt x="561" y="442"/>
                  </a:cubicBezTo>
                  <a:cubicBezTo>
                    <a:pt x="560" y="442"/>
                    <a:pt x="560" y="441"/>
                    <a:pt x="560" y="441"/>
                  </a:cubicBezTo>
                  <a:cubicBezTo>
                    <a:pt x="559" y="441"/>
                    <a:pt x="559" y="441"/>
                    <a:pt x="559" y="440"/>
                  </a:cubicBezTo>
                  <a:cubicBezTo>
                    <a:pt x="558" y="440"/>
                    <a:pt x="558" y="440"/>
                    <a:pt x="557" y="440"/>
                  </a:cubicBezTo>
                  <a:cubicBezTo>
                    <a:pt x="557" y="439"/>
                    <a:pt x="557" y="439"/>
                    <a:pt x="557" y="439"/>
                  </a:cubicBezTo>
                  <a:cubicBezTo>
                    <a:pt x="556" y="438"/>
                    <a:pt x="556" y="438"/>
                    <a:pt x="555" y="438"/>
                  </a:cubicBezTo>
                  <a:cubicBezTo>
                    <a:pt x="555" y="438"/>
                    <a:pt x="554" y="438"/>
                    <a:pt x="554" y="437"/>
                  </a:cubicBezTo>
                  <a:cubicBezTo>
                    <a:pt x="553" y="436"/>
                    <a:pt x="552" y="436"/>
                    <a:pt x="552" y="435"/>
                  </a:cubicBezTo>
                  <a:cubicBezTo>
                    <a:pt x="551" y="434"/>
                    <a:pt x="551" y="433"/>
                    <a:pt x="551" y="432"/>
                  </a:cubicBezTo>
                  <a:cubicBezTo>
                    <a:pt x="551" y="431"/>
                    <a:pt x="551" y="431"/>
                    <a:pt x="551" y="430"/>
                  </a:cubicBezTo>
                  <a:cubicBezTo>
                    <a:pt x="551" y="430"/>
                    <a:pt x="551" y="429"/>
                    <a:pt x="551" y="428"/>
                  </a:cubicBezTo>
                  <a:cubicBezTo>
                    <a:pt x="551" y="428"/>
                    <a:pt x="551" y="428"/>
                    <a:pt x="551" y="427"/>
                  </a:cubicBezTo>
                  <a:cubicBezTo>
                    <a:pt x="551" y="427"/>
                    <a:pt x="551" y="426"/>
                    <a:pt x="551" y="426"/>
                  </a:cubicBezTo>
                  <a:cubicBezTo>
                    <a:pt x="551" y="425"/>
                    <a:pt x="551" y="425"/>
                    <a:pt x="550" y="424"/>
                  </a:cubicBezTo>
                  <a:cubicBezTo>
                    <a:pt x="550" y="424"/>
                    <a:pt x="550" y="424"/>
                    <a:pt x="550" y="423"/>
                  </a:cubicBezTo>
                  <a:cubicBezTo>
                    <a:pt x="550" y="423"/>
                    <a:pt x="549" y="423"/>
                    <a:pt x="549" y="422"/>
                  </a:cubicBezTo>
                  <a:cubicBezTo>
                    <a:pt x="549" y="422"/>
                    <a:pt x="549" y="422"/>
                    <a:pt x="548" y="422"/>
                  </a:cubicBezTo>
                  <a:cubicBezTo>
                    <a:pt x="547" y="421"/>
                    <a:pt x="547" y="421"/>
                    <a:pt x="546" y="420"/>
                  </a:cubicBezTo>
                  <a:cubicBezTo>
                    <a:pt x="546" y="419"/>
                    <a:pt x="546" y="418"/>
                    <a:pt x="545" y="418"/>
                  </a:cubicBezTo>
                  <a:cubicBezTo>
                    <a:pt x="544" y="417"/>
                    <a:pt x="544" y="416"/>
                    <a:pt x="544" y="416"/>
                  </a:cubicBezTo>
                  <a:cubicBezTo>
                    <a:pt x="544" y="415"/>
                    <a:pt x="543" y="415"/>
                    <a:pt x="542" y="415"/>
                  </a:cubicBezTo>
                  <a:cubicBezTo>
                    <a:pt x="542" y="414"/>
                    <a:pt x="542" y="414"/>
                    <a:pt x="541" y="413"/>
                  </a:cubicBezTo>
                  <a:cubicBezTo>
                    <a:pt x="541" y="412"/>
                    <a:pt x="541" y="411"/>
                    <a:pt x="541" y="411"/>
                  </a:cubicBezTo>
                  <a:cubicBezTo>
                    <a:pt x="540" y="411"/>
                    <a:pt x="539" y="411"/>
                    <a:pt x="538" y="411"/>
                  </a:cubicBezTo>
                  <a:cubicBezTo>
                    <a:pt x="537" y="411"/>
                    <a:pt x="535" y="411"/>
                    <a:pt x="533" y="411"/>
                  </a:cubicBezTo>
                  <a:cubicBezTo>
                    <a:pt x="531" y="411"/>
                    <a:pt x="529" y="411"/>
                    <a:pt x="526" y="411"/>
                  </a:cubicBezTo>
                  <a:cubicBezTo>
                    <a:pt x="526" y="411"/>
                    <a:pt x="525" y="411"/>
                    <a:pt x="524" y="411"/>
                  </a:cubicBezTo>
                  <a:cubicBezTo>
                    <a:pt x="524" y="412"/>
                    <a:pt x="524" y="412"/>
                    <a:pt x="524" y="413"/>
                  </a:cubicBezTo>
                  <a:cubicBezTo>
                    <a:pt x="524" y="413"/>
                    <a:pt x="523" y="414"/>
                    <a:pt x="523" y="415"/>
                  </a:cubicBezTo>
                  <a:cubicBezTo>
                    <a:pt x="523" y="416"/>
                    <a:pt x="522" y="416"/>
                    <a:pt x="521" y="416"/>
                  </a:cubicBezTo>
                  <a:cubicBezTo>
                    <a:pt x="520" y="416"/>
                    <a:pt x="519" y="416"/>
                    <a:pt x="518" y="416"/>
                  </a:cubicBezTo>
                  <a:cubicBezTo>
                    <a:pt x="516" y="416"/>
                    <a:pt x="514" y="416"/>
                    <a:pt x="512" y="416"/>
                  </a:cubicBezTo>
                  <a:cubicBezTo>
                    <a:pt x="512" y="416"/>
                    <a:pt x="511" y="416"/>
                    <a:pt x="510" y="416"/>
                  </a:cubicBezTo>
                  <a:cubicBezTo>
                    <a:pt x="507" y="416"/>
                    <a:pt x="503" y="416"/>
                    <a:pt x="500" y="416"/>
                  </a:cubicBezTo>
                  <a:cubicBezTo>
                    <a:pt x="498" y="416"/>
                    <a:pt x="496" y="416"/>
                    <a:pt x="494" y="415"/>
                  </a:cubicBezTo>
                  <a:cubicBezTo>
                    <a:pt x="493" y="414"/>
                    <a:pt x="491" y="413"/>
                    <a:pt x="489" y="413"/>
                  </a:cubicBezTo>
                  <a:cubicBezTo>
                    <a:pt x="481" y="409"/>
                    <a:pt x="474" y="406"/>
                    <a:pt x="466" y="403"/>
                  </a:cubicBezTo>
                  <a:cubicBezTo>
                    <a:pt x="466" y="403"/>
                    <a:pt x="467" y="402"/>
                    <a:pt x="467" y="402"/>
                  </a:cubicBezTo>
                  <a:cubicBezTo>
                    <a:pt x="467" y="401"/>
                    <a:pt x="468" y="401"/>
                    <a:pt x="468" y="401"/>
                  </a:cubicBezTo>
                  <a:cubicBezTo>
                    <a:pt x="460" y="401"/>
                    <a:pt x="453" y="402"/>
                    <a:pt x="445" y="403"/>
                  </a:cubicBezTo>
                  <a:cubicBezTo>
                    <a:pt x="445" y="403"/>
                    <a:pt x="445" y="401"/>
                    <a:pt x="445" y="401"/>
                  </a:cubicBezTo>
                  <a:cubicBezTo>
                    <a:pt x="445" y="401"/>
                    <a:pt x="445" y="402"/>
                    <a:pt x="445" y="402"/>
                  </a:cubicBezTo>
                  <a:cubicBezTo>
                    <a:pt x="445" y="402"/>
                    <a:pt x="445" y="402"/>
                    <a:pt x="445" y="401"/>
                  </a:cubicBezTo>
                  <a:cubicBezTo>
                    <a:pt x="445" y="401"/>
                    <a:pt x="445" y="400"/>
                    <a:pt x="445" y="401"/>
                  </a:cubicBezTo>
                  <a:cubicBezTo>
                    <a:pt x="445" y="401"/>
                    <a:pt x="445" y="401"/>
                    <a:pt x="444" y="401"/>
                  </a:cubicBezTo>
                  <a:cubicBezTo>
                    <a:pt x="444" y="401"/>
                    <a:pt x="445" y="398"/>
                    <a:pt x="446" y="398"/>
                  </a:cubicBezTo>
                  <a:cubicBezTo>
                    <a:pt x="446" y="397"/>
                    <a:pt x="446" y="395"/>
                    <a:pt x="445" y="394"/>
                  </a:cubicBezTo>
                  <a:cubicBezTo>
                    <a:pt x="445" y="393"/>
                    <a:pt x="444" y="393"/>
                    <a:pt x="444" y="392"/>
                  </a:cubicBezTo>
                  <a:cubicBezTo>
                    <a:pt x="443" y="392"/>
                    <a:pt x="443" y="391"/>
                    <a:pt x="443" y="391"/>
                  </a:cubicBezTo>
                  <a:cubicBezTo>
                    <a:pt x="442" y="391"/>
                    <a:pt x="442" y="389"/>
                    <a:pt x="441" y="389"/>
                  </a:cubicBezTo>
                  <a:cubicBezTo>
                    <a:pt x="440" y="389"/>
                    <a:pt x="440" y="390"/>
                    <a:pt x="439" y="390"/>
                  </a:cubicBezTo>
                  <a:cubicBezTo>
                    <a:pt x="439" y="390"/>
                    <a:pt x="439" y="389"/>
                    <a:pt x="439" y="389"/>
                  </a:cubicBezTo>
                  <a:cubicBezTo>
                    <a:pt x="439" y="388"/>
                    <a:pt x="439" y="388"/>
                    <a:pt x="439" y="388"/>
                  </a:cubicBezTo>
                  <a:cubicBezTo>
                    <a:pt x="439" y="387"/>
                    <a:pt x="439" y="387"/>
                    <a:pt x="439" y="386"/>
                  </a:cubicBezTo>
                  <a:cubicBezTo>
                    <a:pt x="438" y="386"/>
                    <a:pt x="437" y="386"/>
                    <a:pt x="436" y="386"/>
                  </a:cubicBezTo>
                  <a:cubicBezTo>
                    <a:pt x="436" y="386"/>
                    <a:pt x="435" y="386"/>
                    <a:pt x="434" y="386"/>
                  </a:cubicBezTo>
                  <a:cubicBezTo>
                    <a:pt x="434" y="386"/>
                    <a:pt x="433" y="385"/>
                    <a:pt x="434" y="385"/>
                  </a:cubicBezTo>
                  <a:cubicBezTo>
                    <a:pt x="433" y="385"/>
                    <a:pt x="433" y="384"/>
                    <a:pt x="433" y="384"/>
                  </a:cubicBezTo>
                  <a:cubicBezTo>
                    <a:pt x="433" y="383"/>
                    <a:pt x="432" y="383"/>
                    <a:pt x="432" y="383"/>
                  </a:cubicBezTo>
                  <a:cubicBezTo>
                    <a:pt x="432" y="382"/>
                    <a:pt x="431" y="382"/>
                    <a:pt x="430" y="382"/>
                  </a:cubicBezTo>
                  <a:cubicBezTo>
                    <a:pt x="430" y="382"/>
                    <a:pt x="429" y="382"/>
                    <a:pt x="429" y="382"/>
                  </a:cubicBezTo>
                  <a:cubicBezTo>
                    <a:pt x="429" y="382"/>
                    <a:pt x="429" y="382"/>
                    <a:pt x="429" y="382"/>
                  </a:cubicBezTo>
                  <a:cubicBezTo>
                    <a:pt x="428" y="382"/>
                    <a:pt x="428" y="382"/>
                    <a:pt x="428" y="382"/>
                  </a:cubicBezTo>
                  <a:cubicBezTo>
                    <a:pt x="427" y="381"/>
                    <a:pt x="426" y="381"/>
                    <a:pt x="426" y="381"/>
                  </a:cubicBezTo>
                  <a:cubicBezTo>
                    <a:pt x="425" y="381"/>
                    <a:pt x="424" y="381"/>
                    <a:pt x="424" y="382"/>
                  </a:cubicBezTo>
                  <a:cubicBezTo>
                    <a:pt x="423" y="382"/>
                    <a:pt x="423" y="381"/>
                    <a:pt x="423" y="381"/>
                  </a:cubicBezTo>
                  <a:cubicBezTo>
                    <a:pt x="423" y="381"/>
                    <a:pt x="422" y="380"/>
                    <a:pt x="422" y="380"/>
                  </a:cubicBezTo>
                  <a:cubicBezTo>
                    <a:pt x="422" y="379"/>
                    <a:pt x="423" y="379"/>
                    <a:pt x="423" y="379"/>
                  </a:cubicBezTo>
                  <a:cubicBezTo>
                    <a:pt x="423" y="379"/>
                    <a:pt x="423" y="378"/>
                    <a:pt x="423" y="378"/>
                  </a:cubicBezTo>
                  <a:cubicBezTo>
                    <a:pt x="423" y="378"/>
                    <a:pt x="424" y="377"/>
                    <a:pt x="424" y="377"/>
                  </a:cubicBezTo>
                  <a:cubicBezTo>
                    <a:pt x="424" y="377"/>
                    <a:pt x="423" y="376"/>
                    <a:pt x="424" y="376"/>
                  </a:cubicBezTo>
                  <a:cubicBezTo>
                    <a:pt x="424" y="376"/>
                    <a:pt x="425" y="375"/>
                    <a:pt x="425" y="374"/>
                  </a:cubicBezTo>
                  <a:cubicBezTo>
                    <a:pt x="425" y="374"/>
                    <a:pt x="424" y="374"/>
                    <a:pt x="424" y="374"/>
                  </a:cubicBezTo>
                  <a:cubicBezTo>
                    <a:pt x="424" y="374"/>
                    <a:pt x="423" y="373"/>
                    <a:pt x="423" y="373"/>
                  </a:cubicBezTo>
                  <a:cubicBezTo>
                    <a:pt x="423" y="372"/>
                    <a:pt x="424" y="372"/>
                    <a:pt x="424" y="372"/>
                  </a:cubicBezTo>
                  <a:cubicBezTo>
                    <a:pt x="424" y="372"/>
                    <a:pt x="424" y="372"/>
                    <a:pt x="424" y="371"/>
                  </a:cubicBezTo>
                  <a:cubicBezTo>
                    <a:pt x="424" y="371"/>
                    <a:pt x="424" y="371"/>
                    <a:pt x="423" y="370"/>
                  </a:cubicBezTo>
                  <a:cubicBezTo>
                    <a:pt x="422" y="370"/>
                    <a:pt x="423" y="369"/>
                    <a:pt x="422" y="369"/>
                  </a:cubicBezTo>
                  <a:cubicBezTo>
                    <a:pt x="421" y="368"/>
                    <a:pt x="422" y="368"/>
                    <a:pt x="422" y="367"/>
                  </a:cubicBezTo>
                  <a:cubicBezTo>
                    <a:pt x="422" y="367"/>
                    <a:pt x="421" y="366"/>
                    <a:pt x="421" y="366"/>
                  </a:cubicBezTo>
                  <a:cubicBezTo>
                    <a:pt x="421" y="365"/>
                    <a:pt x="422" y="365"/>
                    <a:pt x="421" y="364"/>
                  </a:cubicBezTo>
                  <a:cubicBezTo>
                    <a:pt x="420" y="364"/>
                    <a:pt x="421" y="364"/>
                    <a:pt x="421" y="363"/>
                  </a:cubicBezTo>
                  <a:cubicBezTo>
                    <a:pt x="421" y="363"/>
                    <a:pt x="420" y="362"/>
                    <a:pt x="420" y="362"/>
                  </a:cubicBezTo>
                  <a:cubicBezTo>
                    <a:pt x="419" y="362"/>
                    <a:pt x="419" y="361"/>
                    <a:pt x="420" y="360"/>
                  </a:cubicBezTo>
                  <a:cubicBezTo>
                    <a:pt x="420" y="360"/>
                    <a:pt x="420" y="359"/>
                    <a:pt x="420" y="359"/>
                  </a:cubicBezTo>
                  <a:cubicBezTo>
                    <a:pt x="420" y="359"/>
                    <a:pt x="420" y="358"/>
                    <a:pt x="420" y="358"/>
                  </a:cubicBezTo>
                  <a:cubicBezTo>
                    <a:pt x="420" y="358"/>
                    <a:pt x="421" y="358"/>
                    <a:pt x="421" y="358"/>
                  </a:cubicBezTo>
                  <a:cubicBezTo>
                    <a:pt x="422" y="358"/>
                    <a:pt x="422" y="357"/>
                    <a:pt x="422" y="357"/>
                  </a:cubicBezTo>
                  <a:cubicBezTo>
                    <a:pt x="422" y="357"/>
                    <a:pt x="422" y="357"/>
                    <a:pt x="422" y="357"/>
                  </a:cubicBezTo>
                  <a:cubicBezTo>
                    <a:pt x="423" y="357"/>
                    <a:pt x="422" y="356"/>
                    <a:pt x="422" y="356"/>
                  </a:cubicBezTo>
                  <a:cubicBezTo>
                    <a:pt x="423" y="356"/>
                    <a:pt x="423" y="354"/>
                    <a:pt x="422" y="354"/>
                  </a:cubicBezTo>
                  <a:cubicBezTo>
                    <a:pt x="422" y="354"/>
                    <a:pt x="421" y="354"/>
                    <a:pt x="420" y="354"/>
                  </a:cubicBezTo>
                  <a:cubicBezTo>
                    <a:pt x="420" y="353"/>
                    <a:pt x="420" y="353"/>
                    <a:pt x="420" y="352"/>
                  </a:cubicBezTo>
                  <a:cubicBezTo>
                    <a:pt x="419" y="351"/>
                    <a:pt x="420" y="350"/>
                    <a:pt x="420" y="349"/>
                  </a:cubicBezTo>
                  <a:cubicBezTo>
                    <a:pt x="420" y="348"/>
                    <a:pt x="420" y="348"/>
                    <a:pt x="420" y="348"/>
                  </a:cubicBezTo>
                  <a:cubicBezTo>
                    <a:pt x="420" y="347"/>
                    <a:pt x="421" y="347"/>
                    <a:pt x="421" y="346"/>
                  </a:cubicBezTo>
                  <a:cubicBezTo>
                    <a:pt x="421" y="345"/>
                    <a:pt x="422" y="345"/>
                    <a:pt x="422" y="345"/>
                  </a:cubicBezTo>
                  <a:cubicBezTo>
                    <a:pt x="423" y="345"/>
                    <a:pt x="422" y="345"/>
                    <a:pt x="422" y="346"/>
                  </a:cubicBezTo>
                  <a:cubicBezTo>
                    <a:pt x="422" y="346"/>
                    <a:pt x="421" y="347"/>
                    <a:pt x="422" y="347"/>
                  </a:cubicBezTo>
                  <a:cubicBezTo>
                    <a:pt x="422" y="347"/>
                    <a:pt x="423" y="348"/>
                    <a:pt x="423" y="348"/>
                  </a:cubicBezTo>
                  <a:cubicBezTo>
                    <a:pt x="423" y="348"/>
                    <a:pt x="424" y="349"/>
                    <a:pt x="424" y="349"/>
                  </a:cubicBezTo>
                  <a:cubicBezTo>
                    <a:pt x="424" y="348"/>
                    <a:pt x="424" y="348"/>
                    <a:pt x="424" y="348"/>
                  </a:cubicBezTo>
                  <a:cubicBezTo>
                    <a:pt x="423" y="347"/>
                    <a:pt x="424" y="347"/>
                    <a:pt x="424" y="346"/>
                  </a:cubicBezTo>
                  <a:cubicBezTo>
                    <a:pt x="424" y="346"/>
                    <a:pt x="423" y="345"/>
                    <a:pt x="424" y="345"/>
                  </a:cubicBezTo>
                  <a:cubicBezTo>
                    <a:pt x="423" y="345"/>
                    <a:pt x="424" y="344"/>
                    <a:pt x="423" y="344"/>
                  </a:cubicBezTo>
                  <a:cubicBezTo>
                    <a:pt x="423" y="343"/>
                    <a:pt x="425" y="342"/>
                    <a:pt x="425" y="342"/>
                  </a:cubicBezTo>
                  <a:cubicBezTo>
                    <a:pt x="425" y="342"/>
                    <a:pt x="425" y="342"/>
                    <a:pt x="426" y="342"/>
                  </a:cubicBezTo>
                  <a:cubicBezTo>
                    <a:pt x="426" y="342"/>
                    <a:pt x="427" y="342"/>
                    <a:pt x="427" y="342"/>
                  </a:cubicBezTo>
                  <a:cubicBezTo>
                    <a:pt x="428" y="342"/>
                    <a:pt x="429" y="343"/>
                    <a:pt x="430" y="342"/>
                  </a:cubicBezTo>
                  <a:cubicBezTo>
                    <a:pt x="430" y="342"/>
                    <a:pt x="431" y="342"/>
                    <a:pt x="431" y="342"/>
                  </a:cubicBezTo>
                  <a:cubicBezTo>
                    <a:pt x="432" y="342"/>
                    <a:pt x="432" y="343"/>
                    <a:pt x="432" y="343"/>
                  </a:cubicBezTo>
                  <a:cubicBezTo>
                    <a:pt x="432" y="343"/>
                    <a:pt x="432" y="341"/>
                    <a:pt x="431" y="341"/>
                  </a:cubicBezTo>
                  <a:cubicBezTo>
                    <a:pt x="431" y="342"/>
                    <a:pt x="430" y="342"/>
                    <a:pt x="430" y="342"/>
                  </a:cubicBezTo>
                  <a:cubicBezTo>
                    <a:pt x="430" y="342"/>
                    <a:pt x="431" y="341"/>
                    <a:pt x="431" y="341"/>
                  </a:cubicBezTo>
                  <a:cubicBezTo>
                    <a:pt x="430" y="341"/>
                    <a:pt x="430" y="342"/>
                    <a:pt x="429" y="342"/>
                  </a:cubicBezTo>
                  <a:cubicBezTo>
                    <a:pt x="429" y="342"/>
                    <a:pt x="429" y="342"/>
                    <a:pt x="428" y="342"/>
                  </a:cubicBezTo>
                  <a:cubicBezTo>
                    <a:pt x="428" y="342"/>
                    <a:pt x="428" y="342"/>
                    <a:pt x="428" y="342"/>
                  </a:cubicBezTo>
                  <a:cubicBezTo>
                    <a:pt x="428" y="342"/>
                    <a:pt x="428" y="342"/>
                    <a:pt x="428" y="341"/>
                  </a:cubicBezTo>
                  <a:cubicBezTo>
                    <a:pt x="428" y="341"/>
                    <a:pt x="427" y="342"/>
                    <a:pt x="427" y="342"/>
                  </a:cubicBezTo>
                  <a:cubicBezTo>
                    <a:pt x="426" y="342"/>
                    <a:pt x="425" y="342"/>
                    <a:pt x="425" y="341"/>
                  </a:cubicBezTo>
                  <a:cubicBezTo>
                    <a:pt x="425" y="341"/>
                    <a:pt x="424" y="341"/>
                    <a:pt x="424" y="341"/>
                  </a:cubicBezTo>
                  <a:cubicBezTo>
                    <a:pt x="423" y="342"/>
                    <a:pt x="423" y="342"/>
                    <a:pt x="423" y="342"/>
                  </a:cubicBezTo>
                  <a:cubicBezTo>
                    <a:pt x="423" y="343"/>
                    <a:pt x="422" y="343"/>
                    <a:pt x="423" y="344"/>
                  </a:cubicBezTo>
                  <a:cubicBezTo>
                    <a:pt x="423" y="344"/>
                    <a:pt x="422" y="345"/>
                    <a:pt x="422" y="345"/>
                  </a:cubicBezTo>
                  <a:cubicBezTo>
                    <a:pt x="421" y="345"/>
                    <a:pt x="421" y="344"/>
                    <a:pt x="421" y="343"/>
                  </a:cubicBezTo>
                  <a:cubicBezTo>
                    <a:pt x="420" y="344"/>
                    <a:pt x="420" y="343"/>
                    <a:pt x="420" y="343"/>
                  </a:cubicBezTo>
                  <a:cubicBezTo>
                    <a:pt x="420" y="343"/>
                    <a:pt x="419" y="342"/>
                    <a:pt x="419" y="342"/>
                  </a:cubicBezTo>
                  <a:cubicBezTo>
                    <a:pt x="419" y="342"/>
                    <a:pt x="419" y="343"/>
                    <a:pt x="418" y="343"/>
                  </a:cubicBezTo>
                  <a:cubicBezTo>
                    <a:pt x="419" y="342"/>
                    <a:pt x="420" y="341"/>
                    <a:pt x="420" y="340"/>
                  </a:cubicBezTo>
                  <a:cubicBezTo>
                    <a:pt x="420" y="341"/>
                    <a:pt x="420" y="341"/>
                    <a:pt x="420" y="342"/>
                  </a:cubicBezTo>
                  <a:cubicBezTo>
                    <a:pt x="420" y="341"/>
                    <a:pt x="420" y="339"/>
                    <a:pt x="419" y="339"/>
                  </a:cubicBezTo>
                  <a:cubicBezTo>
                    <a:pt x="420" y="338"/>
                    <a:pt x="420" y="338"/>
                    <a:pt x="419" y="337"/>
                  </a:cubicBezTo>
                  <a:cubicBezTo>
                    <a:pt x="418" y="336"/>
                    <a:pt x="418" y="335"/>
                    <a:pt x="418" y="335"/>
                  </a:cubicBezTo>
                  <a:cubicBezTo>
                    <a:pt x="418" y="334"/>
                    <a:pt x="417" y="333"/>
                    <a:pt x="417" y="332"/>
                  </a:cubicBezTo>
                  <a:cubicBezTo>
                    <a:pt x="418" y="332"/>
                    <a:pt x="418" y="331"/>
                    <a:pt x="418" y="330"/>
                  </a:cubicBezTo>
                  <a:cubicBezTo>
                    <a:pt x="418" y="329"/>
                    <a:pt x="418" y="329"/>
                    <a:pt x="419" y="328"/>
                  </a:cubicBezTo>
                  <a:cubicBezTo>
                    <a:pt x="419" y="327"/>
                    <a:pt x="420" y="326"/>
                    <a:pt x="420" y="326"/>
                  </a:cubicBezTo>
                  <a:cubicBezTo>
                    <a:pt x="421" y="325"/>
                    <a:pt x="421" y="324"/>
                    <a:pt x="421" y="323"/>
                  </a:cubicBezTo>
                  <a:cubicBezTo>
                    <a:pt x="421" y="323"/>
                    <a:pt x="421" y="321"/>
                    <a:pt x="421" y="321"/>
                  </a:cubicBezTo>
                  <a:cubicBezTo>
                    <a:pt x="420" y="321"/>
                    <a:pt x="420" y="320"/>
                    <a:pt x="420" y="319"/>
                  </a:cubicBezTo>
                  <a:cubicBezTo>
                    <a:pt x="420" y="318"/>
                    <a:pt x="419" y="318"/>
                    <a:pt x="420" y="317"/>
                  </a:cubicBezTo>
                  <a:cubicBezTo>
                    <a:pt x="420" y="316"/>
                    <a:pt x="420" y="315"/>
                    <a:pt x="421" y="315"/>
                  </a:cubicBezTo>
                  <a:cubicBezTo>
                    <a:pt x="422" y="314"/>
                    <a:pt x="422" y="313"/>
                    <a:pt x="423" y="313"/>
                  </a:cubicBezTo>
                  <a:cubicBezTo>
                    <a:pt x="423" y="313"/>
                    <a:pt x="423" y="313"/>
                    <a:pt x="423" y="313"/>
                  </a:cubicBezTo>
                  <a:cubicBezTo>
                    <a:pt x="423" y="313"/>
                    <a:pt x="423" y="313"/>
                    <a:pt x="424" y="313"/>
                  </a:cubicBezTo>
                  <a:cubicBezTo>
                    <a:pt x="424" y="312"/>
                    <a:pt x="425" y="312"/>
                    <a:pt x="425" y="311"/>
                  </a:cubicBezTo>
                  <a:cubicBezTo>
                    <a:pt x="425" y="311"/>
                    <a:pt x="424" y="312"/>
                    <a:pt x="424" y="312"/>
                  </a:cubicBezTo>
                  <a:cubicBezTo>
                    <a:pt x="424" y="311"/>
                    <a:pt x="425" y="311"/>
                    <a:pt x="426" y="310"/>
                  </a:cubicBezTo>
                  <a:cubicBezTo>
                    <a:pt x="426" y="309"/>
                    <a:pt x="426" y="309"/>
                    <a:pt x="426" y="308"/>
                  </a:cubicBezTo>
                  <a:cubicBezTo>
                    <a:pt x="427" y="308"/>
                    <a:pt x="428" y="307"/>
                    <a:pt x="428" y="307"/>
                  </a:cubicBezTo>
                  <a:cubicBezTo>
                    <a:pt x="429" y="306"/>
                    <a:pt x="430" y="305"/>
                    <a:pt x="430" y="303"/>
                  </a:cubicBezTo>
                  <a:cubicBezTo>
                    <a:pt x="430" y="303"/>
                    <a:pt x="430" y="302"/>
                    <a:pt x="430" y="302"/>
                  </a:cubicBezTo>
                  <a:cubicBezTo>
                    <a:pt x="430" y="302"/>
                    <a:pt x="430" y="302"/>
                    <a:pt x="430" y="301"/>
                  </a:cubicBezTo>
                  <a:cubicBezTo>
                    <a:pt x="430" y="301"/>
                    <a:pt x="431" y="300"/>
                    <a:pt x="431" y="299"/>
                  </a:cubicBezTo>
                  <a:cubicBezTo>
                    <a:pt x="432" y="299"/>
                    <a:pt x="431" y="299"/>
                    <a:pt x="431" y="298"/>
                  </a:cubicBezTo>
                  <a:cubicBezTo>
                    <a:pt x="431" y="298"/>
                    <a:pt x="431" y="297"/>
                    <a:pt x="431" y="297"/>
                  </a:cubicBezTo>
                  <a:cubicBezTo>
                    <a:pt x="432" y="295"/>
                    <a:pt x="432" y="294"/>
                    <a:pt x="433" y="293"/>
                  </a:cubicBezTo>
                  <a:cubicBezTo>
                    <a:pt x="434" y="293"/>
                    <a:pt x="434" y="292"/>
                    <a:pt x="434" y="292"/>
                  </a:cubicBezTo>
                  <a:cubicBezTo>
                    <a:pt x="434" y="292"/>
                    <a:pt x="434" y="291"/>
                    <a:pt x="434" y="291"/>
                  </a:cubicBezTo>
                  <a:cubicBezTo>
                    <a:pt x="434" y="289"/>
                    <a:pt x="436" y="288"/>
                    <a:pt x="437" y="287"/>
                  </a:cubicBezTo>
                  <a:cubicBezTo>
                    <a:pt x="437" y="287"/>
                    <a:pt x="438" y="286"/>
                    <a:pt x="438" y="285"/>
                  </a:cubicBezTo>
                  <a:cubicBezTo>
                    <a:pt x="439" y="285"/>
                    <a:pt x="439" y="284"/>
                    <a:pt x="440" y="284"/>
                  </a:cubicBezTo>
                  <a:cubicBezTo>
                    <a:pt x="439" y="284"/>
                    <a:pt x="439" y="285"/>
                    <a:pt x="439" y="285"/>
                  </a:cubicBezTo>
                  <a:cubicBezTo>
                    <a:pt x="439" y="285"/>
                    <a:pt x="441" y="283"/>
                    <a:pt x="441" y="284"/>
                  </a:cubicBezTo>
                  <a:cubicBezTo>
                    <a:pt x="441" y="284"/>
                    <a:pt x="441" y="284"/>
                    <a:pt x="441" y="284"/>
                  </a:cubicBezTo>
                  <a:cubicBezTo>
                    <a:pt x="441" y="284"/>
                    <a:pt x="441" y="283"/>
                    <a:pt x="442" y="283"/>
                  </a:cubicBezTo>
                  <a:cubicBezTo>
                    <a:pt x="441" y="283"/>
                    <a:pt x="440" y="284"/>
                    <a:pt x="440" y="284"/>
                  </a:cubicBezTo>
                  <a:cubicBezTo>
                    <a:pt x="441" y="283"/>
                    <a:pt x="442" y="281"/>
                    <a:pt x="444" y="280"/>
                  </a:cubicBezTo>
                  <a:cubicBezTo>
                    <a:pt x="444" y="281"/>
                    <a:pt x="445" y="280"/>
                    <a:pt x="444" y="280"/>
                  </a:cubicBezTo>
                  <a:cubicBezTo>
                    <a:pt x="444" y="280"/>
                    <a:pt x="444" y="280"/>
                    <a:pt x="443" y="281"/>
                  </a:cubicBezTo>
                  <a:cubicBezTo>
                    <a:pt x="444" y="279"/>
                    <a:pt x="445" y="279"/>
                    <a:pt x="445" y="278"/>
                  </a:cubicBezTo>
                  <a:cubicBezTo>
                    <a:pt x="446" y="277"/>
                    <a:pt x="446" y="277"/>
                    <a:pt x="446" y="276"/>
                  </a:cubicBezTo>
                  <a:cubicBezTo>
                    <a:pt x="447" y="276"/>
                    <a:pt x="447" y="275"/>
                    <a:pt x="447" y="275"/>
                  </a:cubicBezTo>
                  <a:cubicBezTo>
                    <a:pt x="448" y="274"/>
                    <a:pt x="449" y="273"/>
                    <a:pt x="449" y="273"/>
                  </a:cubicBezTo>
                  <a:cubicBezTo>
                    <a:pt x="450" y="273"/>
                    <a:pt x="450" y="273"/>
                    <a:pt x="450" y="272"/>
                  </a:cubicBezTo>
                  <a:cubicBezTo>
                    <a:pt x="450" y="272"/>
                    <a:pt x="449" y="273"/>
                    <a:pt x="449" y="272"/>
                  </a:cubicBezTo>
                  <a:cubicBezTo>
                    <a:pt x="449" y="272"/>
                    <a:pt x="450" y="271"/>
                    <a:pt x="450" y="271"/>
                  </a:cubicBezTo>
                  <a:cubicBezTo>
                    <a:pt x="450" y="271"/>
                    <a:pt x="451" y="271"/>
                    <a:pt x="451" y="270"/>
                  </a:cubicBezTo>
                  <a:cubicBezTo>
                    <a:pt x="450" y="271"/>
                    <a:pt x="452" y="269"/>
                    <a:pt x="452" y="269"/>
                  </a:cubicBezTo>
                  <a:cubicBezTo>
                    <a:pt x="452" y="268"/>
                    <a:pt x="453" y="267"/>
                    <a:pt x="454" y="267"/>
                  </a:cubicBezTo>
                  <a:cubicBezTo>
                    <a:pt x="454" y="266"/>
                    <a:pt x="455" y="265"/>
                    <a:pt x="456" y="264"/>
                  </a:cubicBezTo>
                  <a:cubicBezTo>
                    <a:pt x="456" y="263"/>
                    <a:pt x="456" y="262"/>
                    <a:pt x="457" y="262"/>
                  </a:cubicBezTo>
                  <a:cubicBezTo>
                    <a:pt x="457" y="262"/>
                    <a:pt x="457" y="262"/>
                    <a:pt x="457" y="262"/>
                  </a:cubicBezTo>
                  <a:cubicBezTo>
                    <a:pt x="457" y="261"/>
                    <a:pt x="458" y="261"/>
                    <a:pt x="458" y="261"/>
                  </a:cubicBezTo>
                  <a:cubicBezTo>
                    <a:pt x="459" y="261"/>
                    <a:pt x="458" y="261"/>
                    <a:pt x="459" y="260"/>
                  </a:cubicBezTo>
                  <a:cubicBezTo>
                    <a:pt x="458" y="260"/>
                    <a:pt x="458" y="261"/>
                    <a:pt x="458" y="261"/>
                  </a:cubicBezTo>
                  <a:cubicBezTo>
                    <a:pt x="459" y="260"/>
                    <a:pt x="459" y="259"/>
                    <a:pt x="460" y="259"/>
                  </a:cubicBezTo>
                  <a:cubicBezTo>
                    <a:pt x="460" y="259"/>
                    <a:pt x="459" y="259"/>
                    <a:pt x="459" y="259"/>
                  </a:cubicBezTo>
                  <a:cubicBezTo>
                    <a:pt x="460" y="258"/>
                    <a:pt x="460" y="258"/>
                    <a:pt x="460" y="257"/>
                  </a:cubicBezTo>
                  <a:cubicBezTo>
                    <a:pt x="460" y="257"/>
                    <a:pt x="461" y="256"/>
                    <a:pt x="461" y="256"/>
                  </a:cubicBezTo>
                  <a:cubicBezTo>
                    <a:pt x="461" y="256"/>
                    <a:pt x="461" y="256"/>
                    <a:pt x="462" y="255"/>
                  </a:cubicBezTo>
                  <a:cubicBezTo>
                    <a:pt x="462" y="255"/>
                    <a:pt x="462" y="254"/>
                    <a:pt x="462" y="253"/>
                  </a:cubicBezTo>
                  <a:cubicBezTo>
                    <a:pt x="463" y="253"/>
                    <a:pt x="463" y="254"/>
                    <a:pt x="463" y="254"/>
                  </a:cubicBezTo>
                  <a:cubicBezTo>
                    <a:pt x="463" y="254"/>
                    <a:pt x="464" y="254"/>
                    <a:pt x="464" y="254"/>
                  </a:cubicBezTo>
                  <a:cubicBezTo>
                    <a:pt x="464" y="254"/>
                    <a:pt x="463" y="254"/>
                    <a:pt x="463" y="254"/>
                  </a:cubicBezTo>
                  <a:cubicBezTo>
                    <a:pt x="463" y="254"/>
                    <a:pt x="464" y="253"/>
                    <a:pt x="464" y="253"/>
                  </a:cubicBezTo>
                  <a:cubicBezTo>
                    <a:pt x="464" y="253"/>
                    <a:pt x="464" y="254"/>
                    <a:pt x="464" y="254"/>
                  </a:cubicBezTo>
                  <a:cubicBezTo>
                    <a:pt x="465" y="254"/>
                    <a:pt x="465" y="254"/>
                    <a:pt x="466" y="253"/>
                  </a:cubicBezTo>
                  <a:cubicBezTo>
                    <a:pt x="466" y="253"/>
                    <a:pt x="467" y="253"/>
                    <a:pt x="467" y="254"/>
                  </a:cubicBezTo>
                  <a:cubicBezTo>
                    <a:pt x="467" y="255"/>
                    <a:pt x="469" y="254"/>
                    <a:pt x="469" y="254"/>
                  </a:cubicBezTo>
                  <a:cubicBezTo>
                    <a:pt x="469" y="254"/>
                    <a:pt x="468" y="254"/>
                    <a:pt x="468" y="253"/>
                  </a:cubicBezTo>
                  <a:cubicBezTo>
                    <a:pt x="468" y="253"/>
                    <a:pt x="468" y="253"/>
                    <a:pt x="467" y="253"/>
                  </a:cubicBezTo>
                  <a:cubicBezTo>
                    <a:pt x="467" y="253"/>
                    <a:pt x="465" y="253"/>
                    <a:pt x="466" y="252"/>
                  </a:cubicBezTo>
                  <a:cubicBezTo>
                    <a:pt x="465" y="252"/>
                    <a:pt x="464" y="253"/>
                    <a:pt x="463" y="253"/>
                  </a:cubicBezTo>
                  <a:cubicBezTo>
                    <a:pt x="463" y="252"/>
                    <a:pt x="463" y="253"/>
                    <a:pt x="462" y="253"/>
                  </a:cubicBezTo>
                  <a:cubicBezTo>
                    <a:pt x="463" y="252"/>
                    <a:pt x="463" y="251"/>
                    <a:pt x="464" y="250"/>
                  </a:cubicBezTo>
                  <a:cubicBezTo>
                    <a:pt x="464" y="250"/>
                    <a:pt x="465" y="249"/>
                    <a:pt x="465" y="249"/>
                  </a:cubicBezTo>
                  <a:cubicBezTo>
                    <a:pt x="465" y="249"/>
                    <a:pt x="465" y="250"/>
                    <a:pt x="464" y="250"/>
                  </a:cubicBezTo>
                  <a:cubicBezTo>
                    <a:pt x="464" y="250"/>
                    <a:pt x="464" y="251"/>
                    <a:pt x="464" y="251"/>
                  </a:cubicBezTo>
                  <a:cubicBezTo>
                    <a:pt x="463" y="252"/>
                    <a:pt x="464" y="251"/>
                    <a:pt x="465" y="251"/>
                  </a:cubicBezTo>
                  <a:cubicBezTo>
                    <a:pt x="465" y="251"/>
                    <a:pt x="465" y="251"/>
                    <a:pt x="465" y="251"/>
                  </a:cubicBezTo>
                  <a:cubicBezTo>
                    <a:pt x="465" y="251"/>
                    <a:pt x="465" y="250"/>
                    <a:pt x="465" y="250"/>
                  </a:cubicBezTo>
                  <a:cubicBezTo>
                    <a:pt x="466" y="250"/>
                    <a:pt x="466" y="249"/>
                    <a:pt x="466" y="249"/>
                  </a:cubicBezTo>
                  <a:cubicBezTo>
                    <a:pt x="466" y="249"/>
                    <a:pt x="466" y="249"/>
                    <a:pt x="466" y="248"/>
                  </a:cubicBezTo>
                  <a:cubicBezTo>
                    <a:pt x="467" y="248"/>
                    <a:pt x="467" y="248"/>
                    <a:pt x="467" y="248"/>
                  </a:cubicBezTo>
                  <a:cubicBezTo>
                    <a:pt x="467" y="248"/>
                    <a:pt x="468" y="248"/>
                    <a:pt x="467" y="248"/>
                  </a:cubicBezTo>
                  <a:cubicBezTo>
                    <a:pt x="467" y="248"/>
                    <a:pt x="467" y="248"/>
                    <a:pt x="467" y="248"/>
                  </a:cubicBezTo>
                  <a:cubicBezTo>
                    <a:pt x="466" y="248"/>
                    <a:pt x="465" y="248"/>
                    <a:pt x="465" y="247"/>
                  </a:cubicBezTo>
                  <a:cubicBezTo>
                    <a:pt x="466" y="247"/>
                    <a:pt x="466" y="246"/>
                    <a:pt x="466" y="246"/>
                  </a:cubicBezTo>
                  <a:cubicBezTo>
                    <a:pt x="466" y="246"/>
                    <a:pt x="466" y="247"/>
                    <a:pt x="467" y="247"/>
                  </a:cubicBezTo>
                  <a:cubicBezTo>
                    <a:pt x="467" y="246"/>
                    <a:pt x="467" y="246"/>
                    <a:pt x="467" y="246"/>
                  </a:cubicBezTo>
                  <a:cubicBezTo>
                    <a:pt x="467" y="246"/>
                    <a:pt x="467" y="246"/>
                    <a:pt x="468" y="246"/>
                  </a:cubicBezTo>
                  <a:cubicBezTo>
                    <a:pt x="468" y="245"/>
                    <a:pt x="469" y="245"/>
                    <a:pt x="469" y="245"/>
                  </a:cubicBezTo>
                  <a:cubicBezTo>
                    <a:pt x="468" y="245"/>
                    <a:pt x="468" y="245"/>
                    <a:pt x="468" y="244"/>
                  </a:cubicBezTo>
                  <a:cubicBezTo>
                    <a:pt x="468" y="244"/>
                    <a:pt x="466" y="245"/>
                    <a:pt x="466" y="246"/>
                  </a:cubicBezTo>
                  <a:cubicBezTo>
                    <a:pt x="467" y="244"/>
                    <a:pt x="468" y="243"/>
                    <a:pt x="468" y="242"/>
                  </a:cubicBezTo>
                  <a:cubicBezTo>
                    <a:pt x="468" y="241"/>
                    <a:pt x="468" y="240"/>
                    <a:pt x="469" y="239"/>
                  </a:cubicBezTo>
                  <a:cubicBezTo>
                    <a:pt x="469" y="239"/>
                    <a:pt x="469" y="238"/>
                    <a:pt x="470" y="237"/>
                  </a:cubicBezTo>
                  <a:cubicBezTo>
                    <a:pt x="470" y="237"/>
                    <a:pt x="470" y="236"/>
                    <a:pt x="470" y="236"/>
                  </a:cubicBezTo>
                  <a:cubicBezTo>
                    <a:pt x="469" y="234"/>
                    <a:pt x="470" y="234"/>
                    <a:pt x="470" y="233"/>
                  </a:cubicBezTo>
                  <a:cubicBezTo>
                    <a:pt x="471" y="232"/>
                    <a:pt x="471" y="232"/>
                    <a:pt x="472" y="231"/>
                  </a:cubicBezTo>
                  <a:cubicBezTo>
                    <a:pt x="472" y="231"/>
                    <a:pt x="472" y="231"/>
                    <a:pt x="472" y="230"/>
                  </a:cubicBezTo>
                  <a:cubicBezTo>
                    <a:pt x="472" y="230"/>
                    <a:pt x="472" y="230"/>
                    <a:pt x="473" y="230"/>
                  </a:cubicBezTo>
                  <a:cubicBezTo>
                    <a:pt x="473" y="230"/>
                    <a:pt x="474" y="231"/>
                    <a:pt x="474" y="231"/>
                  </a:cubicBezTo>
                  <a:cubicBezTo>
                    <a:pt x="475" y="231"/>
                    <a:pt x="476" y="231"/>
                    <a:pt x="476" y="232"/>
                  </a:cubicBezTo>
                  <a:cubicBezTo>
                    <a:pt x="476" y="232"/>
                    <a:pt x="477" y="232"/>
                    <a:pt x="477" y="232"/>
                  </a:cubicBezTo>
                  <a:cubicBezTo>
                    <a:pt x="479" y="232"/>
                    <a:pt x="480" y="233"/>
                    <a:pt x="481" y="233"/>
                  </a:cubicBezTo>
                  <a:cubicBezTo>
                    <a:pt x="481" y="233"/>
                    <a:pt x="482" y="233"/>
                    <a:pt x="482" y="233"/>
                  </a:cubicBezTo>
                  <a:cubicBezTo>
                    <a:pt x="483" y="233"/>
                    <a:pt x="483" y="232"/>
                    <a:pt x="484" y="232"/>
                  </a:cubicBezTo>
                  <a:cubicBezTo>
                    <a:pt x="484" y="232"/>
                    <a:pt x="484" y="232"/>
                    <a:pt x="484" y="232"/>
                  </a:cubicBezTo>
                  <a:cubicBezTo>
                    <a:pt x="484" y="233"/>
                    <a:pt x="484" y="233"/>
                    <a:pt x="484" y="233"/>
                  </a:cubicBezTo>
                  <a:cubicBezTo>
                    <a:pt x="484" y="233"/>
                    <a:pt x="484" y="234"/>
                    <a:pt x="484" y="234"/>
                  </a:cubicBezTo>
                  <a:cubicBezTo>
                    <a:pt x="484" y="234"/>
                    <a:pt x="485" y="232"/>
                    <a:pt x="485" y="233"/>
                  </a:cubicBezTo>
                  <a:cubicBezTo>
                    <a:pt x="485" y="234"/>
                    <a:pt x="485" y="234"/>
                    <a:pt x="485" y="234"/>
                  </a:cubicBezTo>
                  <a:cubicBezTo>
                    <a:pt x="486" y="234"/>
                    <a:pt x="485" y="233"/>
                    <a:pt x="486" y="233"/>
                  </a:cubicBezTo>
                  <a:cubicBezTo>
                    <a:pt x="486" y="233"/>
                    <a:pt x="487" y="232"/>
                    <a:pt x="487" y="233"/>
                  </a:cubicBezTo>
                  <a:cubicBezTo>
                    <a:pt x="487" y="233"/>
                    <a:pt x="486" y="233"/>
                    <a:pt x="486" y="233"/>
                  </a:cubicBezTo>
                  <a:cubicBezTo>
                    <a:pt x="486" y="234"/>
                    <a:pt x="487" y="235"/>
                    <a:pt x="486" y="236"/>
                  </a:cubicBezTo>
                  <a:cubicBezTo>
                    <a:pt x="485" y="236"/>
                    <a:pt x="485" y="236"/>
                    <a:pt x="484" y="237"/>
                  </a:cubicBezTo>
                  <a:cubicBezTo>
                    <a:pt x="484" y="237"/>
                    <a:pt x="484" y="237"/>
                    <a:pt x="483" y="237"/>
                  </a:cubicBezTo>
                  <a:cubicBezTo>
                    <a:pt x="483" y="237"/>
                    <a:pt x="484" y="236"/>
                    <a:pt x="484" y="236"/>
                  </a:cubicBezTo>
                  <a:cubicBezTo>
                    <a:pt x="484" y="236"/>
                    <a:pt x="484" y="236"/>
                    <a:pt x="484" y="236"/>
                  </a:cubicBezTo>
                  <a:cubicBezTo>
                    <a:pt x="484" y="236"/>
                    <a:pt x="484" y="236"/>
                    <a:pt x="484" y="236"/>
                  </a:cubicBezTo>
                  <a:cubicBezTo>
                    <a:pt x="483" y="236"/>
                    <a:pt x="483" y="237"/>
                    <a:pt x="483" y="237"/>
                  </a:cubicBezTo>
                  <a:cubicBezTo>
                    <a:pt x="482" y="238"/>
                    <a:pt x="482" y="238"/>
                    <a:pt x="482" y="238"/>
                  </a:cubicBezTo>
                  <a:cubicBezTo>
                    <a:pt x="481" y="239"/>
                    <a:pt x="480" y="239"/>
                    <a:pt x="479" y="240"/>
                  </a:cubicBezTo>
                  <a:cubicBezTo>
                    <a:pt x="478" y="241"/>
                    <a:pt x="478" y="241"/>
                    <a:pt x="479" y="241"/>
                  </a:cubicBezTo>
                  <a:cubicBezTo>
                    <a:pt x="480" y="241"/>
                    <a:pt x="481" y="241"/>
                    <a:pt x="481" y="240"/>
                  </a:cubicBezTo>
                  <a:cubicBezTo>
                    <a:pt x="480" y="240"/>
                    <a:pt x="480" y="241"/>
                    <a:pt x="479" y="241"/>
                  </a:cubicBezTo>
                  <a:cubicBezTo>
                    <a:pt x="478" y="241"/>
                    <a:pt x="480" y="239"/>
                    <a:pt x="480" y="239"/>
                  </a:cubicBezTo>
                  <a:cubicBezTo>
                    <a:pt x="481" y="239"/>
                    <a:pt x="481" y="238"/>
                    <a:pt x="482" y="238"/>
                  </a:cubicBezTo>
                  <a:cubicBezTo>
                    <a:pt x="483" y="238"/>
                    <a:pt x="483" y="238"/>
                    <a:pt x="484" y="237"/>
                  </a:cubicBezTo>
                  <a:cubicBezTo>
                    <a:pt x="484" y="237"/>
                    <a:pt x="486" y="235"/>
                    <a:pt x="486" y="236"/>
                  </a:cubicBezTo>
                  <a:cubicBezTo>
                    <a:pt x="487" y="236"/>
                    <a:pt x="487" y="235"/>
                    <a:pt x="487" y="235"/>
                  </a:cubicBezTo>
                  <a:cubicBezTo>
                    <a:pt x="488" y="235"/>
                    <a:pt x="487" y="237"/>
                    <a:pt x="486" y="237"/>
                  </a:cubicBezTo>
                  <a:cubicBezTo>
                    <a:pt x="486" y="237"/>
                    <a:pt x="486" y="237"/>
                    <a:pt x="486" y="237"/>
                  </a:cubicBezTo>
                  <a:cubicBezTo>
                    <a:pt x="486" y="237"/>
                    <a:pt x="485" y="237"/>
                    <a:pt x="485" y="237"/>
                  </a:cubicBezTo>
                  <a:cubicBezTo>
                    <a:pt x="485" y="237"/>
                    <a:pt x="485" y="237"/>
                    <a:pt x="485" y="237"/>
                  </a:cubicBezTo>
                  <a:cubicBezTo>
                    <a:pt x="485" y="237"/>
                    <a:pt x="485" y="238"/>
                    <a:pt x="485" y="238"/>
                  </a:cubicBezTo>
                  <a:cubicBezTo>
                    <a:pt x="484" y="239"/>
                    <a:pt x="484" y="238"/>
                    <a:pt x="484" y="238"/>
                  </a:cubicBezTo>
                  <a:cubicBezTo>
                    <a:pt x="484" y="238"/>
                    <a:pt x="484" y="238"/>
                    <a:pt x="484" y="239"/>
                  </a:cubicBezTo>
                  <a:cubicBezTo>
                    <a:pt x="484" y="239"/>
                    <a:pt x="483" y="239"/>
                    <a:pt x="483" y="239"/>
                  </a:cubicBezTo>
                  <a:cubicBezTo>
                    <a:pt x="483" y="239"/>
                    <a:pt x="485" y="239"/>
                    <a:pt x="485" y="239"/>
                  </a:cubicBezTo>
                  <a:cubicBezTo>
                    <a:pt x="484" y="239"/>
                    <a:pt x="484" y="240"/>
                    <a:pt x="484" y="240"/>
                  </a:cubicBezTo>
                  <a:cubicBezTo>
                    <a:pt x="483" y="241"/>
                    <a:pt x="483" y="241"/>
                    <a:pt x="482" y="242"/>
                  </a:cubicBezTo>
                  <a:cubicBezTo>
                    <a:pt x="482" y="242"/>
                    <a:pt x="481" y="242"/>
                    <a:pt x="482" y="241"/>
                  </a:cubicBezTo>
                  <a:cubicBezTo>
                    <a:pt x="482" y="241"/>
                    <a:pt x="483" y="241"/>
                    <a:pt x="483" y="240"/>
                  </a:cubicBezTo>
                  <a:cubicBezTo>
                    <a:pt x="482" y="241"/>
                    <a:pt x="481" y="241"/>
                    <a:pt x="481" y="242"/>
                  </a:cubicBezTo>
                  <a:cubicBezTo>
                    <a:pt x="481" y="242"/>
                    <a:pt x="481" y="243"/>
                    <a:pt x="480" y="243"/>
                  </a:cubicBezTo>
                  <a:cubicBezTo>
                    <a:pt x="480" y="243"/>
                    <a:pt x="480" y="242"/>
                    <a:pt x="480" y="242"/>
                  </a:cubicBezTo>
                  <a:cubicBezTo>
                    <a:pt x="480" y="242"/>
                    <a:pt x="481" y="242"/>
                    <a:pt x="481" y="241"/>
                  </a:cubicBezTo>
                  <a:cubicBezTo>
                    <a:pt x="481" y="241"/>
                    <a:pt x="481" y="241"/>
                    <a:pt x="481" y="241"/>
                  </a:cubicBezTo>
                  <a:cubicBezTo>
                    <a:pt x="481" y="241"/>
                    <a:pt x="481" y="241"/>
                    <a:pt x="480" y="241"/>
                  </a:cubicBezTo>
                  <a:cubicBezTo>
                    <a:pt x="480" y="242"/>
                    <a:pt x="479" y="242"/>
                    <a:pt x="479" y="242"/>
                  </a:cubicBezTo>
                  <a:cubicBezTo>
                    <a:pt x="479" y="243"/>
                    <a:pt x="478" y="243"/>
                    <a:pt x="478" y="243"/>
                  </a:cubicBezTo>
                  <a:cubicBezTo>
                    <a:pt x="478" y="243"/>
                    <a:pt x="477" y="243"/>
                    <a:pt x="477" y="243"/>
                  </a:cubicBezTo>
                  <a:cubicBezTo>
                    <a:pt x="477" y="243"/>
                    <a:pt x="477" y="243"/>
                    <a:pt x="477" y="243"/>
                  </a:cubicBezTo>
                  <a:cubicBezTo>
                    <a:pt x="477" y="244"/>
                    <a:pt x="477" y="244"/>
                    <a:pt x="477" y="244"/>
                  </a:cubicBezTo>
                  <a:cubicBezTo>
                    <a:pt x="477" y="244"/>
                    <a:pt x="478" y="243"/>
                    <a:pt x="478" y="243"/>
                  </a:cubicBezTo>
                  <a:cubicBezTo>
                    <a:pt x="478" y="243"/>
                    <a:pt x="478" y="244"/>
                    <a:pt x="477" y="244"/>
                  </a:cubicBezTo>
                  <a:cubicBezTo>
                    <a:pt x="478" y="244"/>
                    <a:pt x="478" y="244"/>
                    <a:pt x="478" y="243"/>
                  </a:cubicBezTo>
                  <a:cubicBezTo>
                    <a:pt x="478" y="244"/>
                    <a:pt x="478" y="244"/>
                    <a:pt x="478" y="244"/>
                  </a:cubicBezTo>
                  <a:cubicBezTo>
                    <a:pt x="478" y="244"/>
                    <a:pt x="479" y="243"/>
                    <a:pt x="479" y="243"/>
                  </a:cubicBezTo>
                  <a:cubicBezTo>
                    <a:pt x="479" y="243"/>
                    <a:pt x="479" y="243"/>
                    <a:pt x="479" y="243"/>
                  </a:cubicBezTo>
                  <a:cubicBezTo>
                    <a:pt x="479" y="244"/>
                    <a:pt x="479" y="243"/>
                    <a:pt x="480" y="243"/>
                  </a:cubicBezTo>
                  <a:cubicBezTo>
                    <a:pt x="480" y="243"/>
                    <a:pt x="480" y="244"/>
                    <a:pt x="480" y="244"/>
                  </a:cubicBezTo>
                  <a:cubicBezTo>
                    <a:pt x="481" y="244"/>
                    <a:pt x="482" y="243"/>
                    <a:pt x="482" y="242"/>
                  </a:cubicBezTo>
                  <a:cubicBezTo>
                    <a:pt x="483" y="242"/>
                    <a:pt x="483" y="241"/>
                    <a:pt x="483" y="242"/>
                  </a:cubicBezTo>
                  <a:cubicBezTo>
                    <a:pt x="483" y="242"/>
                    <a:pt x="484" y="242"/>
                    <a:pt x="484" y="242"/>
                  </a:cubicBezTo>
                  <a:cubicBezTo>
                    <a:pt x="484" y="241"/>
                    <a:pt x="485" y="241"/>
                    <a:pt x="485" y="241"/>
                  </a:cubicBezTo>
                  <a:cubicBezTo>
                    <a:pt x="485" y="241"/>
                    <a:pt x="485" y="240"/>
                    <a:pt x="485" y="240"/>
                  </a:cubicBezTo>
                  <a:cubicBezTo>
                    <a:pt x="485" y="240"/>
                    <a:pt x="486" y="239"/>
                    <a:pt x="486" y="239"/>
                  </a:cubicBezTo>
                  <a:cubicBezTo>
                    <a:pt x="486" y="239"/>
                    <a:pt x="486" y="238"/>
                    <a:pt x="486" y="239"/>
                  </a:cubicBezTo>
                  <a:cubicBezTo>
                    <a:pt x="487" y="238"/>
                    <a:pt x="486" y="238"/>
                    <a:pt x="487" y="238"/>
                  </a:cubicBezTo>
                  <a:cubicBezTo>
                    <a:pt x="487" y="237"/>
                    <a:pt x="487" y="237"/>
                    <a:pt x="487" y="237"/>
                  </a:cubicBezTo>
                  <a:cubicBezTo>
                    <a:pt x="488" y="237"/>
                    <a:pt x="487" y="236"/>
                    <a:pt x="488" y="236"/>
                  </a:cubicBezTo>
                  <a:cubicBezTo>
                    <a:pt x="489" y="235"/>
                    <a:pt x="489" y="235"/>
                    <a:pt x="490" y="234"/>
                  </a:cubicBezTo>
                  <a:cubicBezTo>
                    <a:pt x="491" y="234"/>
                    <a:pt x="490" y="234"/>
                    <a:pt x="490" y="233"/>
                  </a:cubicBezTo>
                  <a:cubicBezTo>
                    <a:pt x="490" y="232"/>
                    <a:pt x="491" y="232"/>
                    <a:pt x="491" y="231"/>
                  </a:cubicBezTo>
                  <a:cubicBezTo>
                    <a:pt x="491" y="230"/>
                    <a:pt x="490" y="231"/>
                    <a:pt x="491" y="230"/>
                  </a:cubicBezTo>
                  <a:cubicBezTo>
                    <a:pt x="491" y="229"/>
                    <a:pt x="490" y="230"/>
                    <a:pt x="490" y="230"/>
                  </a:cubicBezTo>
                  <a:cubicBezTo>
                    <a:pt x="489" y="230"/>
                    <a:pt x="490" y="229"/>
                    <a:pt x="490" y="229"/>
                  </a:cubicBezTo>
                  <a:cubicBezTo>
                    <a:pt x="490" y="229"/>
                    <a:pt x="491" y="229"/>
                    <a:pt x="491" y="229"/>
                  </a:cubicBezTo>
                  <a:cubicBezTo>
                    <a:pt x="491" y="229"/>
                    <a:pt x="491" y="230"/>
                    <a:pt x="492" y="229"/>
                  </a:cubicBezTo>
                  <a:cubicBezTo>
                    <a:pt x="492" y="229"/>
                    <a:pt x="492" y="228"/>
                    <a:pt x="492" y="228"/>
                  </a:cubicBezTo>
                  <a:cubicBezTo>
                    <a:pt x="492" y="228"/>
                    <a:pt x="493" y="229"/>
                    <a:pt x="493" y="228"/>
                  </a:cubicBezTo>
                  <a:cubicBezTo>
                    <a:pt x="493" y="227"/>
                    <a:pt x="493" y="227"/>
                    <a:pt x="493" y="227"/>
                  </a:cubicBezTo>
                  <a:cubicBezTo>
                    <a:pt x="494" y="225"/>
                    <a:pt x="492" y="226"/>
                    <a:pt x="492" y="227"/>
                  </a:cubicBezTo>
                  <a:cubicBezTo>
                    <a:pt x="492" y="226"/>
                    <a:pt x="493" y="226"/>
                    <a:pt x="492" y="226"/>
                  </a:cubicBezTo>
                  <a:cubicBezTo>
                    <a:pt x="493" y="225"/>
                    <a:pt x="492" y="225"/>
                    <a:pt x="492" y="225"/>
                  </a:cubicBezTo>
                  <a:cubicBezTo>
                    <a:pt x="493" y="224"/>
                    <a:pt x="492" y="224"/>
                    <a:pt x="492" y="224"/>
                  </a:cubicBezTo>
                  <a:cubicBezTo>
                    <a:pt x="493" y="224"/>
                    <a:pt x="493" y="224"/>
                    <a:pt x="493" y="224"/>
                  </a:cubicBezTo>
                  <a:cubicBezTo>
                    <a:pt x="510" y="224"/>
                    <a:pt x="527" y="224"/>
                    <a:pt x="543" y="224"/>
                  </a:cubicBezTo>
                  <a:cubicBezTo>
                    <a:pt x="577" y="224"/>
                    <a:pt x="610" y="224"/>
                    <a:pt x="644" y="224"/>
                  </a:cubicBezTo>
                  <a:cubicBezTo>
                    <a:pt x="644" y="224"/>
                    <a:pt x="644" y="224"/>
                    <a:pt x="644" y="224"/>
                  </a:cubicBezTo>
                  <a:cubicBezTo>
                    <a:pt x="644" y="223"/>
                    <a:pt x="645" y="223"/>
                    <a:pt x="646" y="224"/>
                  </a:cubicBezTo>
                  <a:cubicBezTo>
                    <a:pt x="648" y="224"/>
                    <a:pt x="649" y="224"/>
                    <a:pt x="651" y="224"/>
                  </a:cubicBezTo>
                  <a:cubicBezTo>
                    <a:pt x="655" y="224"/>
                    <a:pt x="659" y="224"/>
                    <a:pt x="663" y="224"/>
                  </a:cubicBezTo>
                  <a:cubicBezTo>
                    <a:pt x="672" y="224"/>
                    <a:pt x="680" y="224"/>
                    <a:pt x="689" y="224"/>
                  </a:cubicBezTo>
                  <a:cubicBezTo>
                    <a:pt x="697" y="224"/>
                    <a:pt x="705" y="224"/>
                    <a:pt x="714" y="224"/>
                  </a:cubicBezTo>
                  <a:cubicBezTo>
                    <a:pt x="718" y="224"/>
                    <a:pt x="722" y="224"/>
                    <a:pt x="726" y="224"/>
                  </a:cubicBezTo>
                  <a:cubicBezTo>
                    <a:pt x="727" y="224"/>
                    <a:pt x="727" y="224"/>
                    <a:pt x="728" y="223"/>
                  </a:cubicBezTo>
                  <a:cubicBezTo>
                    <a:pt x="728" y="223"/>
                    <a:pt x="728" y="222"/>
                    <a:pt x="728" y="222"/>
                  </a:cubicBezTo>
                  <a:cubicBezTo>
                    <a:pt x="729" y="222"/>
                    <a:pt x="729" y="221"/>
                    <a:pt x="729" y="221"/>
                  </a:cubicBezTo>
                  <a:cubicBezTo>
                    <a:pt x="729" y="221"/>
                    <a:pt x="729" y="220"/>
                    <a:pt x="729" y="220"/>
                  </a:cubicBezTo>
                  <a:cubicBezTo>
                    <a:pt x="730" y="219"/>
                    <a:pt x="730" y="220"/>
                    <a:pt x="730" y="220"/>
                  </a:cubicBezTo>
                  <a:cubicBezTo>
                    <a:pt x="731" y="220"/>
                    <a:pt x="732" y="220"/>
                    <a:pt x="732" y="220"/>
                  </a:cubicBezTo>
                  <a:cubicBezTo>
                    <a:pt x="732" y="221"/>
                    <a:pt x="731" y="222"/>
                    <a:pt x="731" y="223"/>
                  </a:cubicBezTo>
                  <a:cubicBezTo>
                    <a:pt x="731" y="223"/>
                    <a:pt x="731" y="224"/>
                    <a:pt x="730" y="225"/>
                  </a:cubicBezTo>
                  <a:cubicBezTo>
                    <a:pt x="730" y="225"/>
                    <a:pt x="730" y="226"/>
                    <a:pt x="730" y="226"/>
                  </a:cubicBezTo>
                  <a:cubicBezTo>
                    <a:pt x="731" y="227"/>
                    <a:pt x="732" y="227"/>
                    <a:pt x="732" y="227"/>
                  </a:cubicBezTo>
                  <a:cubicBezTo>
                    <a:pt x="733" y="227"/>
                    <a:pt x="733" y="227"/>
                    <a:pt x="733" y="227"/>
                  </a:cubicBezTo>
                  <a:cubicBezTo>
                    <a:pt x="734" y="227"/>
                    <a:pt x="736" y="227"/>
                    <a:pt x="736" y="228"/>
                  </a:cubicBezTo>
                  <a:cubicBezTo>
                    <a:pt x="737" y="228"/>
                    <a:pt x="736" y="228"/>
                    <a:pt x="736" y="229"/>
                  </a:cubicBezTo>
                  <a:cubicBezTo>
                    <a:pt x="737" y="229"/>
                    <a:pt x="738" y="229"/>
                    <a:pt x="739" y="228"/>
                  </a:cubicBezTo>
                  <a:cubicBezTo>
                    <a:pt x="739" y="228"/>
                    <a:pt x="739" y="228"/>
                    <a:pt x="740" y="228"/>
                  </a:cubicBezTo>
                  <a:cubicBezTo>
                    <a:pt x="741" y="228"/>
                    <a:pt x="741" y="227"/>
                    <a:pt x="742" y="227"/>
                  </a:cubicBezTo>
                  <a:cubicBezTo>
                    <a:pt x="742" y="227"/>
                    <a:pt x="743" y="228"/>
                    <a:pt x="743" y="228"/>
                  </a:cubicBezTo>
                  <a:cubicBezTo>
                    <a:pt x="744" y="228"/>
                    <a:pt x="745" y="228"/>
                    <a:pt x="746" y="228"/>
                  </a:cubicBezTo>
                  <a:cubicBezTo>
                    <a:pt x="747" y="229"/>
                    <a:pt x="745" y="229"/>
                    <a:pt x="745" y="229"/>
                  </a:cubicBezTo>
                  <a:cubicBezTo>
                    <a:pt x="745" y="230"/>
                    <a:pt x="746" y="229"/>
                    <a:pt x="746" y="229"/>
                  </a:cubicBezTo>
                  <a:cubicBezTo>
                    <a:pt x="747" y="229"/>
                    <a:pt x="747" y="230"/>
                    <a:pt x="747" y="230"/>
                  </a:cubicBezTo>
                  <a:cubicBezTo>
                    <a:pt x="746" y="231"/>
                    <a:pt x="747" y="232"/>
                    <a:pt x="748" y="231"/>
                  </a:cubicBezTo>
                  <a:cubicBezTo>
                    <a:pt x="748" y="231"/>
                    <a:pt x="748" y="230"/>
                    <a:pt x="749" y="230"/>
                  </a:cubicBezTo>
                  <a:cubicBezTo>
                    <a:pt x="749" y="230"/>
                    <a:pt x="750" y="230"/>
                    <a:pt x="750" y="231"/>
                  </a:cubicBezTo>
                  <a:cubicBezTo>
                    <a:pt x="750" y="232"/>
                    <a:pt x="752" y="232"/>
                    <a:pt x="752" y="233"/>
                  </a:cubicBezTo>
                  <a:cubicBezTo>
                    <a:pt x="751" y="234"/>
                    <a:pt x="753" y="233"/>
                    <a:pt x="752" y="233"/>
                  </a:cubicBezTo>
                  <a:cubicBezTo>
                    <a:pt x="752" y="234"/>
                    <a:pt x="753" y="234"/>
                    <a:pt x="753" y="234"/>
                  </a:cubicBezTo>
                  <a:cubicBezTo>
                    <a:pt x="755" y="234"/>
                    <a:pt x="756" y="233"/>
                    <a:pt x="757" y="232"/>
                  </a:cubicBezTo>
                  <a:cubicBezTo>
                    <a:pt x="758" y="232"/>
                    <a:pt x="759" y="232"/>
                    <a:pt x="759" y="232"/>
                  </a:cubicBezTo>
                  <a:cubicBezTo>
                    <a:pt x="760" y="232"/>
                    <a:pt x="759" y="232"/>
                    <a:pt x="760" y="232"/>
                  </a:cubicBezTo>
                  <a:cubicBezTo>
                    <a:pt x="760" y="233"/>
                    <a:pt x="759" y="233"/>
                    <a:pt x="760" y="233"/>
                  </a:cubicBezTo>
                  <a:cubicBezTo>
                    <a:pt x="760" y="233"/>
                    <a:pt x="761" y="233"/>
                    <a:pt x="761" y="233"/>
                  </a:cubicBezTo>
                  <a:cubicBezTo>
                    <a:pt x="761" y="233"/>
                    <a:pt x="761" y="233"/>
                    <a:pt x="762" y="233"/>
                  </a:cubicBezTo>
                  <a:cubicBezTo>
                    <a:pt x="762" y="233"/>
                    <a:pt x="763" y="233"/>
                    <a:pt x="763" y="233"/>
                  </a:cubicBezTo>
                  <a:cubicBezTo>
                    <a:pt x="764" y="233"/>
                    <a:pt x="765" y="233"/>
                    <a:pt x="766" y="233"/>
                  </a:cubicBezTo>
                  <a:cubicBezTo>
                    <a:pt x="766" y="234"/>
                    <a:pt x="766" y="234"/>
                    <a:pt x="767" y="234"/>
                  </a:cubicBezTo>
                  <a:cubicBezTo>
                    <a:pt x="767" y="234"/>
                    <a:pt x="768" y="234"/>
                    <a:pt x="769" y="234"/>
                  </a:cubicBezTo>
                  <a:cubicBezTo>
                    <a:pt x="769" y="234"/>
                    <a:pt x="768" y="234"/>
                    <a:pt x="768" y="235"/>
                  </a:cubicBezTo>
                  <a:cubicBezTo>
                    <a:pt x="768" y="235"/>
                    <a:pt x="767" y="235"/>
                    <a:pt x="767" y="235"/>
                  </a:cubicBezTo>
                  <a:cubicBezTo>
                    <a:pt x="766" y="235"/>
                    <a:pt x="765" y="236"/>
                    <a:pt x="764" y="236"/>
                  </a:cubicBezTo>
                  <a:cubicBezTo>
                    <a:pt x="763" y="237"/>
                    <a:pt x="761" y="237"/>
                    <a:pt x="759" y="238"/>
                  </a:cubicBezTo>
                  <a:cubicBezTo>
                    <a:pt x="757" y="238"/>
                    <a:pt x="756" y="239"/>
                    <a:pt x="754" y="240"/>
                  </a:cubicBezTo>
                  <a:cubicBezTo>
                    <a:pt x="752" y="241"/>
                    <a:pt x="751" y="242"/>
                    <a:pt x="750" y="243"/>
                  </a:cubicBezTo>
                  <a:cubicBezTo>
                    <a:pt x="748" y="244"/>
                    <a:pt x="746" y="244"/>
                    <a:pt x="745" y="245"/>
                  </a:cubicBezTo>
                  <a:cubicBezTo>
                    <a:pt x="744" y="246"/>
                    <a:pt x="743" y="246"/>
                    <a:pt x="742" y="246"/>
                  </a:cubicBezTo>
                  <a:cubicBezTo>
                    <a:pt x="742" y="247"/>
                    <a:pt x="741" y="247"/>
                    <a:pt x="741" y="247"/>
                  </a:cubicBezTo>
                  <a:cubicBezTo>
                    <a:pt x="740" y="249"/>
                    <a:pt x="744" y="248"/>
                    <a:pt x="744" y="248"/>
                  </a:cubicBezTo>
                  <a:cubicBezTo>
                    <a:pt x="745" y="248"/>
                    <a:pt x="746" y="247"/>
                    <a:pt x="747" y="247"/>
                  </a:cubicBezTo>
                  <a:cubicBezTo>
                    <a:pt x="748" y="247"/>
                    <a:pt x="748" y="246"/>
                    <a:pt x="749" y="246"/>
                  </a:cubicBezTo>
                  <a:cubicBezTo>
                    <a:pt x="749" y="247"/>
                    <a:pt x="750" y="246"/>
                    <a:pt x="750" y="246"/>
                  </a:cubicBezTo>
                  <a:cubicBezTo>
                    <a:pt x="751" y="246"/>
                    <a:pt x="751" y="245"/>
                    <a:pt x="752" y="245"/>
                  </a:cubicBezTo>
                  <a:cubicBezTo>
                    <a:pt x="753" y="245"/>
                    <a:pt x="752" y="246"/>
                    <a:pt x="752" y="247"/>
                  </a:cubicBezTo>
                  <a:cubicBezTo>
                    <a:pt x="752" y="247"/>
                    <a:pt x="751" y="247"/>
                    <a:pt x="751" y="248"/>
                  </a:cubicBezTo>
                  <a:cubicBezTo>
                    <a:pt x="751" y="248"/>
                    <a:pt x="751" y="248"/>
                    <a:pt x="751" y="248"/>
                  </a:cubicBezTo>
                  <a:cubicBezTo>
                    <a:pt x="751" y="248"/>
                    <a:pt x="750" y="249"/>
                    <a:pt x="750" y="249"/>
                  </a:cubicBezTo>
                  <a:cubicBezTo>
                    <a:pt x="749" y="249"/>
                    <a:pt x="752" y="249"/>
                    <a:pt x="752" y="248"/>
                  </a:cubicBezTo>
                  <a:cubicBezTo>
                    <a:pt x="752" y="248"/>
                    <a:pt x="752" y="248"/>
                    <a:pt x="752" y="248"/>
                  </a:cubicBezTo>
                  <a:cubicBezTo>
                    <a:pt x="753" y="249"/>
                    <a:pt x="753" y="249"/>
                    <a:pt x="754" y="249"/>
                  </a:cubicBezTo>
                  <a:cubicBezTo>
                    <a:pt x="754" y="250"/>
                    <a:pt x="755" y="249"/>
                    <a:pt x="755" y="249"/>
                  </a:cubicBezTo>
                  <a:cubicBezTo>
                    <a:pt x="757" y="249"/>
                    <a:pt x="758" y="248"/>
                    <a:pt x="760" y="247"/>
                  </a:cubicBezTo>
                  <a:cubicBezTo>
                    <a:pt x="761" y="247"/>
                    <a:pt x="761" y="247"/>
                    <a:pt x="762" y="247"/>
                  </a:cubicBezTo>
                  <a:cubicBezTo>
                    <a:pt x="763" y="247"/>
                    <a:pt x="764" y="246"/>
                    <a:pt x="765" y="246"/>
                  </a:cubicBezTo>
                  <a:cubicBezTo>
                    <a:pt x="766" y="246"/>
                    <a:pt x="766" y="246"/>
                    <a:pt x="767" y="245"/>
                  </a:cubicBezTo>
                  <a:cubicBezTo>
                    <a:pt x="768" y="245"/>
                    <a:pt x="769" y="245"/>
                    <a:pt x="769" y="245"/>
                  </a:cubicBezTo>
                  <a:cubicBezTo>
                    <a:pt x="770" y="244"/>
                    <a:pt x="771" y="244"/>
                    <a:pt x="771" y="243"/>
                  </a:cubicBezTo>
                  <a:cubicBezTo>
                    <a:pt x="772" y="243"/>
                    <a:pt x="774" y="242"/>
                    <a:pt x="773" y="243"/>
                  </a:cubicBezTo>
                  <a:cubicBezTo>
                    <a:pt x="772" y="243"/>
                    <a:pt x="773" y="244"/>
                    <a:pt x="773" y="244"/>
                  </a:cubicBezTo>
                  <a:cubicBezTo>
                    <a:pt x="774" y="244"/>
                    <a:pt x="773" y="244"/>
                    <a:pt x="773" y="244"/>
                  </a:cubicBezTo>
                  <a:cubicBezTo>
                    <a:pt x="774" y="245"/>
                    <a:pt x="772" y="247"/>
                    <a:pt x="772" y="247"/>
                  </a:cubicBezTo>
                  <a:cubicBezTo>
                    <a:pt x="772" y="247"/>
                    <a:pt x="773" y="247"/>
                    <a:pt x="774" y="246"/>
                  </a:cubicBezTo>
                  <a:cubicBezTo>
                    <a:pt x="774" y="246"/>
                    <a:pt x="775" y="245"/>
                    <a:pt x="776" y="245"/>
                  </a:cubicBezTo>
                  <a:cubicBezTo>
                    <a:pt x="775" y="246"/>
                    <a:pt x="774" y="246"/>
                    <a:pt x="774" y="247"/>
                  </a:cubicBezTo>
                  <a:cubicBezTo>
                    <a:pt x="775" y="247"/>
                    <a:pt x="775" y="246"/>
                    <a:pt x="776" y="246"/>
                  </a:cubicBezTo>
                  <a:cubicBezTo>
                    <a:pt x="777" y="246"/>
                    <a:pt x="778" y="246"/>
                    <a:pt x="778" y="246"/>
                  </a:cubicBezTo>
                  <a:cubicBezTo>
                    <a:pt x="778" y="246"/>
                    <a:pt x="779" y="247"/>
                    <a:pt x="779" y="247"/>
                  </a:cubicBezTo>
                  <a:cubicBezTo>
                    <a:pt x="779" y="247"/>
                    <a:pt x="779" y="247"/>
                    <a:pt x="780" y="247"/>
                  </a:cubicBezTo>
                  <a:cubicBezTo>
                    <a:pt x="780" y="248"/>
                    <a:pt x="780" y="248"/>
                    <a:pt x="780" y="248"/>
                  </a:cubicBezTo>
                  <a:cubicBezTo>
                    <a:pt x="780" y="249"/>
                    <a:pt x="780" y="249"/>
                    <a:pt x="780" y="249"/>
                  </a:cubicBezTo>
                  <a:cubicBezTo>
                    <a:pt x="780" y="250"/>
                    <a:pt x="780" y="250"/>
                    <a:pt x="781" y="250"/>
                  </a:cubicBezTo>
                  <a:cubicBezTo>
                    <a:pt x="782" y="250"/>
                    <a:pt x="782" y="250"/>
                    <a:pt x="783" y="250"/>
                  </a:cubicBezTo>
                  <a:cubicBezTo>
                    <a:pt x="784" y="250"/>
                    <a:pt x="784" y="250"/>
                    <a:pt x="784" y="251"/>
                  </a:cubicBezTo>
                  <a:cubicBezTo>
                    <a:pt x="784" y="251"/>
                    <a:pt x="785" y="250"/>
                    <a:pt x="785" y="250"/>
                  </a:cubicBezTo>
                  <a:cubicBezTo>
                    <a:pt x="786" y="251"/>
                    <a:pt x="786" y="251"/>
                    <a:pt x="786" y="251"/>
                  </a:cubicBezTo>
                  <a:cubicBezTo>
                    <a:pt x="787" y="250"/>
                    <a:pt x="788" y="250"/>
                    <a:pt x="789" y="250"/>
                  </a:cubicBezTo>
                  <a:cubicBezTo>
                    <a:pt x="790" y="249"/>
                    <a:pt x="790" y="249"/>
                    <a:pt x="791" y="248"/>
                  </a:cubicBezTo>
                  <a:cubicBezTo>
                    <a:pt x="793" y="248"/>
                    <a:pt x="795" y="248"/>
                    <a:pt x="797" y="248"/>
                  </a:cubicBezTo>
                  <a:cubicBezTo>
                    <a:pt x="798" y="248"/>
                    <a:pt x="799" y="248"/>
                    <a:pt x="800" y="247"/>
                  </a:cubicBezTo>
                  <a:cubicBezTo>
                    <a:pt x="801" y="247"/>
                    <a:pt x="802" y="247"/>
                    <a:pt x="802" y="247"/>
                  </a:cubicBezTo>
                  <a:cubicBezTo>
                    <a:pt x="802" y="248"/>
                    <a:pt x="801" y="248"/>
                    <a:pt x="801" y="249"/>
                  </a:cubicBezTo>
                  <a:cubicBezTo>
                    <a:pt x="801" y="249"/>
                    <a:pt x="800" y="250"/>
                    <a:pt x="800" y="250"/>
                  </a:cubicBezTo>
                  <a:cubicBezTo>
                    <a:pt x="800" y="250"/>
                    <a:pt x="801" y="251"/>
                    <a:pt x="802" y="251"/>
                  </a:cubicBezTo>
                  <a:cubicBezTo>
                    <a:pt x="802" y="251"/>
                    <a:pt x="803" y="251"/>
                    <a:pt x="803" y="250"/>
                  </a:cubicBezTo>
                  <a:cubicBezTo>
                    <a:pt x="804" y="250"/>
                    <a:pt x="804" y="251"/>
                    <a:pt x="804" y="251"/>
                  </a:cubicBezTo>
                  <a:cubicBezTo>
                    <a:pt x="804" y="251"/>
                    <a:pt x="805" y="251"/>
                    <a:pt x="805" y="251"/>
                  </a:cubicBezTo>
                  <a:cubicBezTo>
                    <a:pt x="806" y="250"/>
                    <a:pt x="807" y="250"/>
                    <a:pt x="806" y="252"/>
                  </a:cubicBezTo>
                  <a:cubicBezTo>
                    <a:pt x="806" y="252"/>
                    <a:pt x="806" y="253"/>
                    <a:pt x="806" y="253"/>
                  </a:cubicBezTo>
                  <a:cubicBezTo>
                    <a:pt x="805" y="254"/>
                    <a:pt x="805" y="254"/>
                    <a:pt x="806" y="254"/>
                  </a:cubicBezTo>
                  <a:cubicBezTo>
                    <a:pt x="806" y="254"/>
                    <a:pt x="807" y="254"/>
                    <a:pt x="807" y="254"/>
                  </a:cubicBezTo>
                  <a:cubicBezTo>
                    <a:pt x="807" y="255"/>
                    <a:pt x="807" y="255"/>
                    <a:pt x="807" y="255"/>
                  </a:cubicBezTo>
                  <a:cubicBezTo>
                    <a:pt x="807" y="255"/>
                    <a:pt x="808" y="256"/>
                    <a:pt x="807" y="256"/>
                  </a:cubicBezTo>
                  <a:cubicBezTo>
                    <a:pt x="806" y="256"/>
                    <a:pt x="805" y="256"/>
                    <a:pt x="805" y="256"/>
                  </a:cubicBezTo>
                  <a:cubicBezTo>
                    <a:pt x="804" y="256"/>
                    <a:pt x="803" y="255"/>
                    <a:pt x="802" y="256"/>
                  </a:cubicBezTo>
                  <a:cubicBezTo>
                    <a:pt x="802" y="255"/>
                    <a:pt x="802" y="255"/>
                    <a:pt x="801" y="255"/>
                  </a:cubicBezTo>
                  <a:cubicBezTo>
                    <a:pt x="801" y="255"/>
                    <a:pt x="801" y="255"/>
                    <a:pt x="801" y="256"/>
                  </a:cubicBezTo>
                  <a:cubicBezTo>
                    <a:pt x="800" y="256"/>
                    <a:pt x="800" y="257"/>
                    <a:pt x="800" y="257"/>
                  </a:cubicBezTo>
                  <a:cubicBezTo>
                    <a:pt x="799" y="257"/>
                    <a:pt x="798" y="256"/>
                    <a:pt x="798" y="256"/>
                  </a:cubicBezTo>
                  <a:cubicBezTo>
                    <a:pt x="798" y="255"/>
                    <a:pt x="797" y="255"/>
                    <a:pt x="796" y="255"/>
                  </a:cubicBezTo>
                  <a:cubicBezTo>
                    <a:pt x="795" y="255"/>
                    <a:pt x="794" y="254"/>
                    <a:pt x="793" y="255"/>
                  </a:cubicBezTo>
                  <a:cubicBezTo>
                    <a:pt x="792" y="256"/>
                    <a:pt x="792" y="256"/>
                    <a:pt x="791" y="256"/>
                  </a:cubicBezTo>
                  <a:cubicBezTo>
                    <a:pt x="790" y="256"/>
                    <a:pt x="790" y="256"/>
                    <a:pt x="789" y="256"/>
                  </a:cubicBezTo>
                  <a:cubicBezTo>
                    <a:pt x="788" y="256"/>
                    <a:pt x="787" y="256"/>
                    <a:pt x="787" y="256"/>
                  </a:cubicBezTo>
                  <a:cubicBezTo>
                    <a:pt x="786" y="257"/>
                    <a:pt x="786" y="258"/>
                    <a:pt x="785" y="258"/>
                  </a:cubicBezTo>
                  <a:cubicBezTo>
                    <a:pt x="784" y="258"/>
                    <a:pt x="783" y="259"/>
                    <a:pt x="782" y="259"/>
                  </a:cubicBezTo>
                  <a:cubicBezTo>
                    <a:pt x="782" y="260"/>
                    <a:pt x="781" y="259"/>
                    <a:pt x="782" y="259"/>
                  </a:cubicBezTo>
                  <a:cubicBezTo>
                    <a:pt x="782" y="259"/>
                    <a:pt x="782" y="258"/>
                    <a:pt x="783" y="258"/>
                  </a:cubicBezTo>
                  <a:cubicBezTo>
                    <a:pt x="783" y="258"/>
                    <a:pt x="783" y="258"/>
                    <a:pt x="783" y="258"/>
                  </a:cubicBezTo>
                  <a:cubicBezTo>
                    <a:pt x="783" y="258"/>
                    <a:pt x="784" y="257"/>
                    <a:pt x="784" y="257"/>
                  </a:cubicBezTo>
                  <a:cubicBezTo>
                    <a:pt x="783" y="257"/>
                    <a:pt x="783" y="257"/>
                    <a:pt x="783" y="257"/>
                  </a:cubicBezTo>
                  <a:cubicBezTo>
                    <a:pt x="782" y="257"/>
                    <a:pt x="782" y="257"/>
                    <a:pt x="782" y="257"/>
                  </a:cubicBezTo>
                  <a:cubicBezTo>
                    <a:pt x="782" y="257"/>
                    <a:pt x="780" y="260"/>
                    <a:pt x="779" y="259"/>
                  </a:cubicBezTo>
                  <a:cubicBezTo>
                    <a:pt x="779" y="259"/>
                    <a:pt x="780" y="257"/>
                    <a:pt x="780" y="257"/>
                  </a:cubicBezTo>
                  <a:cubicBezTo>
                    <a:pt x="780" y="256"/>
                    <a:pt x="779" y="258"/>
                    <a:pt x="779" y="258"/>
                  </a:cubicBezTo>
                  <a:cubicBezTo>
                    <a:pt x="778" y="259"/>
                    <a:pt x="777" y="260"/>
                    <a:pt x="776" y="261"/>
                  </a:cubicBezTo>
                  <a:cubicBezTo>
                    <a:pt x="775" y="261"/>
                    <a:pt x="774" y="262"/>
                    <a:pt x="773" y="263"/>
                  </a:cubicBezTo>
                  <a:cubicBezTo>
                    <a:pt x="772" y="264"/>
                    <a:pt x="772" y="264"/>
                    <a:pt x="771" y="265"/>
                  </a:cubicBezTo>
                  <a:cubicBezTo>
                    <a:pt x="771" y="265"/>
                    <a:pt x="771" y="265"/>
                    <a:pt x="771" y="266"/>
                  </a:cubicBezTo>
                  <a:cubicBezTo>
                    <a:pt x="770" y="266"/>
                    <a:pt x="770" y="267"/>
                    <a:pt x="769" y="267"/>
                  </a:cubicBezTo>
                  <a:cubicBezTo>
                    <a:pt x="768" y="267"/>
                    <a:pt x="768" y="267"/>
                    <a:pt x="768" y="268"/>
                  </a:cubicBezTo>
                  <a:cubicBezTo>
                    <a:pt x="767" y="269"/>
                    <a:pt x="766" y="269"/>
                    <a:pt x="765" y="270"/>
                  </a:cubicBezTo>
                  <a:cubicBezTo>
                    <a:pt x="765" y="270"/>
                    <a:pt x="764" y="271"/>
                    <a:pt x="764" y="271"/>
                  </a:cubicBezTo>
                  <a:cubicBezTo>
                    <a:pt x="765" y="272"/>
                    <a:pt x="765" y="271"/>
                    <a:pt x="765" y="271"/>
                  </a:cubicBezTo>
                  <a:cubicBezTo>
                    <a:pt x="766" y="271"/>
                    <a:pt x="766" y="271"/>
                    <a:pt x="767" y="270"/>
                  </a:cubicBezTo>
                  <a:cubicBezTo>
                    <a:pt x="768" y="270"/>
                    <a:pt x="768" y="269"/>
                    <a:pt x="769" y="269"/>
                  </a:cubicBezTo>
                  <a:cubicBezTo>
                    <a:pt x="769" y="268"/>
                    <a:pt x="770" y="268"/>
                    <a:pt x="770" y="268"/>
                  </a:cubicBezTo>
                  <a:cubicBezTo>
                    <a:pt x="771" y="268"/>
                    <a:pt x="771" y="267"/>
                    <a:pt x="771" y="268"/>
                  </a:cubicBezTo>
                  <a:cubicBezTo>
                    <a:pt x="771" y="269"/>
                    <a:pt x="772" y="269"/>
                    <a:pt x="771" y="269"/>
                  </a:cubicBezTo>
                  <a:cubicBezTo>
                    <a:pt x="771" y="270"/>
                    <a:pt x="771" y="270"/>
                    <a:pt x="770" y="271"/>
                  </a:cubicBezTo>
                  <a:cubicBezTo>
                    <a:pt x="769" y="271"/>
                    <a:pt x="769" y="272"/>
                    <a:pt x="768" y="273"/>
                  </a:cubicBezTo>
                  <a:cubicBezTo>
                    <a:pt x="768" y="273"/>
                    <a:pt x="767" y="274"/>
                    <a:pt x="767" y="274"/>
                  </a:cubicBezTo>
                  <a:cubicBezTo>
                    <a:pt x="767" y="276"/>
                    <a:pt x="766" y="276"/>
                    <a:pt x="765" y="277"/>
                  </a:cubicBezTo>
                  <a:cubicBezTo>
                    <a:pt x="764" y="277"/>
                    <a:pt x="764" y="278"/>
                    <a:pt x="764" y="279"/>
                  </a:cubicBezTo>
                  <a:cubicBezTo>
                    <a:pt x="763" y="280"/>
                    <a:pt x="763" y="280"/>
                    <a:pt x="763" y="281"/>
                  </a:cubicBezTo>
                  <a:cubicBezTo>
                    <a:pt x="762" y="281"/>
                    <a:pt x="762" y="282"/>
                    <a:pt x="762" y="282"/>
                  </a:cubicBezTo>
                  <a:cubicBezTo>
                    <a:pt x="761" y="283"/>
                    <a:pt x="760" y="284"/>
                    <a:pt x="760" y="284"/>
                  </a:cubicBezTo>
                  <a:cubicBezTo>
                    <a:pt x="759" y="285"/>
                    <a:pt x="759" y="285"/>
                    <a:pt x="759" y="286"/>
                  </a:cubicBezTo>
                  <a:cubicBezTo>
                    <a:pt x="759" y="286"/>
                    <a:pt x="759" y="286"/>
                    <a:pt x="759" y="287"/>
                  </a:cubicBezTo>
                  <a:cubicBezTo>
                    <a:pt x="758" y="287"/>
                    <a:pt x="758" y="288"/>
                    <a:pt x="758" y="288"/>
                  </a:cubicBezTo>
                  <a:cubicBezTo>
                    <a:pt x="758" y="289"/>
                    <a:pt x="758" y="289"/>
                    <a:pt x="758" y="289"/>
                  </a:cubicBezTo>
                  <a:cubicBezTo>
                    <a:pt x="758" y="290"/>
                    <a:pt x="758" y="290"/>
                    <a:pt x="758" y="290"/>
                  </a:cubicBezTo>
                  <a:cubicBezTo>
                    <a:pt x="758" y="291"/>
                    <a:pt x="758" y="291"/>
                    <a:pt x="757" y="291"/>
                  </a:cubicBezTo>
                  <a:cubicBezTo>
                    <a:pt x="756" y="293"/>
                    <a:pt x="756" y="294"/>
                    <a:pt x="755" y="296"/>
                  </a:cubicBezTo>
                  <a:cubicBezTo>
                    <a:pt x="755" y="296"/>
                    <a:pt x="755" y="297"/>
                    <a:pt x="755" y="298"/>
                  </a:cubicBezTo>
                  <a:cubicBezTo>
                    <a:pt x="755" y="298"/>
                    <a:pt x="755" y="298"/>
                    <a:pt x="755" y="299"/>
                  </a:cubicBezTo>
                  <a:cubicBezTo>
                    <a:pt x="755" y="299"/>
                    <a:pt x="754" y="303"/>
                    <a:pt x="756" y="303"/>
                  </a:cubicBezTo>
                  <a:cubicBezTo>
                    <a:pt x="755" y="304"/>
                    <a:pt x="760" y="302"/>
                    <a:pt x="760" y="302"/>
                  </a:cubicBezTo>
                  <a:cubicBezTo>
                    <a:pt x="761" y="302"/>
                    <a:pt x="762" y="301"/>
                    <a:pt x="763" y="300"/>
                  </a:cubicBezTo>
                  <a:cubicBezTo>
                    <a:pt x="765" y="299"/>
                    <a:pt x="765" y="298"/>
                    <a:pt x="766" y="297"/>
                  </a:cubicBezTo>
                  <a:cubicBezTo>
                    <a:pt x="769" y="295"/>
                    <a:pt x="770" y="293"/>
                    <a:pt x="771" y="291"/>
                  </a:cubicBezTo>
                  <a:cubicBezTo>
                    <a:pt x="772" y="289"/>
                    <a:pt x="772" y="288"/>
                    <a:pt x="772" y="287"/>
                  </a:cubicBezTo>
                  <a:cubicBezTo>
                    <a:pt x="772" y="287"/>
                    <a:pt x="772" y="286"/>
                    <a:pt x="773" y="286"/>
                  </a:cubicBezTo>
                  <a:cubicBezTo>
                    <a:pt x="773" y="286"/>
                    <a:pt x="773" y="286"/>
                    <a:pt x="773" y="285"/>
                  </a:cubicBezTo>
                  <a:cubicBezTo>
                    <a:pt x="773" y="285"/>
                    <a:pt x="773" y="285"/>
                    <a:pt x="773" y="286"/>
                  </a:cubicBezTo>
                  <a:cubicBezTo>
                    <a:pt x="772" y="285"/>
                    <a:pt x="773" y="284"/>
                    <a:pt x="773" y="283"/>
                  </a:cubicBezTo>
                  <a:cubicBezTo>
                    <a:pt x="773" y="282"/>
                    <a:pt x="773" y="281"/>
                    <a:pt x="773" y="280"/>
                  </a:cubicBezTo>
                  <a:cubicBezTo>
                    <a:pt x="774" y="280"/>
                    <a:pt x="774" y="279"/>
                    <a:pt x="775" y="278"/>
                  </a:cubicBezTo>
                  <a:cubicBezTo>
                    <a:pt x="775" y="278"/>
                    <a:pt x="775" y="277"/>
                    <a:pt x="775" y="277"/>
                  </a:cubicBezTo>
                  <a:cubicBezTo>
                    <a:pt x="775" y="276"/>
                    <a:pt x="776" y="276"/>
                    <a:pt x="777" y="275"/>
                  </a:cubicBezTo>
                  <a:cubicBezTo>
                    <a:pt x="778" y="275"/>
                    <a:pt x="778" y="274"/>
                    <a:pt x="779" y="273"/>
                  </a:cubicBezTo>
                  <a:cubicBezTo>
                    <a:pt x="779" y="273"/>
                    <a:pt x="780" y="272"/>
                    <a:pt x="780" y="271"/>
                  </a:cubicBezTo>
                  <a:cubicBezTo>
                    <a:pt x="780" y="270"/>
                    <a:pt x="780" y="269"/>
                    <a:pt x="781" y="269"/>
                  </a:cubicBezTo>
                  <a:cubicBezTo>
                    <a:pt x="782" y="269"/>
                    <a:pt x="782" y="269"/>
                    <a:pt x="783" y="268"/>
                  </a:cubicBezTo>
                  <a:cubicBezTo>
                    <a:pt x="783" y="268"/>
                    <a:pt x="783" y="268"/>
                    <a:pt x="784" y="267"/>
                  </a:cubicBezTo>
                  <a:cubicBezTo>
                    <a:pt x="784" y="267"/>
                    <a:pt x="784" y="267"/>
                    <a:pt x="785" y="267"/>
                  </a:cubicBezTo>
                  <a:cubicBezTo>
                    <a:pt x="785" y="267"/>
                    <a:pt x="785" y="267"/>
                    <a:pt x="785" y="267"/>
                  </a:cubicBezTo>
                  <a:cubicBezTo>
                    <a:pt x="786" y="267"/>
                    <a:pt x="786" y="266"/>
                    <a:pt x="787" y="266"/>
                  </a:cubicBezTo>
                  <a:cubicBezTo>
                    <a:pt x="787" y="265"/>
                    <a:pt x="788" y="265"/>
                    <a:pt x="788" y="264"/>
                  </a:cubicBezTo>
                  <a:cubicBezTo>
                    <a:pt x="789" y="264"/>
                    <a:pt x="790" y="264"/>
                    <a:pt x="789" y="264"/>
                  </a:cubicBezTo>
                  <a:cubicBezTo>
                    <a:pt x="789" y="265"/>
                    <a:pt x="788" y="265"/>
                    <a:pt x="788" y="266"/>
                  </a:cubicBezTo>
                  <a:cubicBezTo>
                    <a:pt x="788" y="266"/>
                    <a:pt x="788" y="266"/>
                    <a:pt x="787" y="267"/>
                  </a:cubicBezTo>
                  <a:cubicBezTo>
                    <a:pt x="788" y="267"/>
                    <a:pt x="787" y="267"/>
                    <a:pt x="787" y="267"/>
                  </a:cubicBezTo>
                  <a:cubicBezTo>
                    <a:pt x="787" y="268"/>
                    <a:pt x="786" y="268"/>
                    <a:pt x="786" y="269"/>
                  </a:cubicBezTo>
                  <a:cubicBezTo>
                    <a:pt x="787" y="269"/>
                    <a:pt x="789" y="266"/>
                    <a:pt x="789" y="267"/>
                  </a:cubicBezTo>
                  <a:cubicBezTo>
                    <a:pt x="789" y="267"/>
                    <a:pt x="787" y="269"/>
                    <a:pt x="787" y="269"/>
                  </a:cubicBezTo>
                  <a:cubicBezTo>
                    <a:pt x="788" y="269"/>
                    <a:pt x="788" y="268"/>
                    <a:pt x="789" y="267"/>
                  </a:cubicBezTo>
                  <a:cubicBezTo>
                    <a:pt x="790" y="267"/>
                    <a:pt x="790" y="266"/>
                    <a:pt x="790" y="265"/>
                  </a:cubicBezTo>
                  <a:cubicBezTo>
                    <a:pt x="791" y="264"/>
                    <a:pt x="792" y="263"/>
                    <a:pt x="793" y="263"/>
                  </a:cubicBezTo>
                  <a:cubicBezTo>
                    <a:pt x="793" y="263"/>
                    <a:pt x="796" y="262"/>
                    <a:pt x="796" y="262"/>
                  </a:cubicBezTo>
                  <a:cubicBezTo>
                    <a:pt x="796" y="262"/>
                    <a:pt x="795" y="262"/>
                    <a:pt x="795" y="261"/>
                  </a:cubicBezTo>
                  <a:cubicBezTo>
                    <a:pt x="794" y="261"/>
                    <a:pt x="795" y="261"/>
                    <a:pt x="795" y="260"/>
                  </a:cubicBezTo>
                  <a:cubicBezTo>
                    <a:pt x="795" y="260"/>
                    <a:pt x="797" y="259"/>
                    <a:pt x="797" y="258"/>
                  </a:cubicBezTo>
                  <a:cubicBezTo>
                    <a:pt x="797" y="259"/>
                    <a:pt x="799" y="258"/>
                    <a:pt x="799" y="258"/>
                  </a:cubicBezTo>
                  <a:cubicBezTo>
                    <a:pt x="800" y="259"/>
                    <a:pt x="801" y="260"/>
                    <a:pt x="802" y="259"/>
                  </a:cubicBezTo>
                  <a:cubicBezTo>
                    <a:pt x="802" y="259"/>
                    <a:pt x="803" y="259"/>
                    <a:pt x="803" y="260"/>
                  </a:cubicBezTo>
                  <a:cubicBezTo>
                    <a:pt x="803" y="260"/>
                    <a:pt x="803" y="261"/>
                    <a:pt x="803" y="261"/>
                  </a:cubicBezTo>
                  <a:cubicBezTo>
                    <a:pt x="804" y="261"/>
                    <a:pt x="804" y="261"/>
                    <a:pt x="805" y="261"/>
                  </a:cubicBezTo>
                  <a:cubicBezTo>
                    <a:pt x="805" y="262"/>
                    <a:pt x="805" y="262"/>
                    <a:pt x="806" y="262"/>
                  </a:cubicBezTo>
                  <a:cubicBezTo>
                    <a:pt x="806" y="262"/>
                    <a:pt x="806" y="262"/>
                    <a:pt x="807" y="262"/>
                  </a:cubicBezTo>
                  <a:cubicBezTo>
                    <a:pt x="807" y="263"/>
                    <a:pt x="807" y="263"/>
                    <a:pt x="808" y="263"/>
                  </a:cubicBezTo>
                  <a:cubicBezTo>
                    <a:pt x="808" y="263"/>
                    <a:pt x="808" y="263"/>
                    <a:pt x="808" y="264"/>
                  </a:cubicBezTo>
                  <a:cubicBezTo>
                    <a:pt x="808" y="264"/>
                    <a:pt x="809" y="265"/>
                    <a:pt x="808" y="265"/>
                  </a:cubicBezTo>
                  <a:cubicBezTo>
                    <a:pt x="808" y="265"/>
                    <a:pt x="808" y="266"/>
                    <a:pt x="808" y="266"/>
                  </a:cubicBezTo>
                  <a:cubicBezTo>
                    <a:pt x="808" y="266"/>
                    <a:pt x="808" y="266"/>
                    <a:pt x="808" y="266"/>
                  </a:cubicBezTo>
                  <a:cubicBezTo>
                    <a:pt x="808" y="266"/>
                    <a:pt x="808" y="266"/>
                    <a:pt x="807" y="266"/>
                  </a:cubicBezTo>
                  <a:cubicBezTo>
                    <a:pt x="807" y="266"/>
                    <a:pt x="806" y="266"/>
                    <a:pt x="806" y="267"/>
                  </a:cubicBezTo>
                  <a:cubicBezTo>
                    <a:pt x="806" y="267"/>
                    <a:pt x="807" y="268"/>
                    <a:pt x="807" y="268"/>
                  </a:cubicBezTo>
                  <a:cubicBezTo>
                    <a:pt x="807" y="268"/>
                    <a:pt x="807" y="269"/>
                    <a:pt x="807" y="269"/>
                  </a:cubicBezTo>
                  <a:cubicBezTo>
                    <a:pt x="806" y="271"/>
                    <a:pt x="805" y="272"/>
                    <a:pt x="805" y="273"/>
                  </a:cubicBezTo>
                  <a:cubicBezTo>
                    <a:pt x="804" y="274"/>
                    <a:pt x="803" y="274"/>
                    <a:pt x="803" y="275"/>
                  </a:cubicBezTo>
                  <a:cubicBezTo>
                    <a:pt x="803" y="274"/>
                    <a:pt x="803" y="274"/>
                    <a:pt x="803" y="274"/>
                  </a:cubicBezTo>
                  <a:cubicBezTo>
                    <a:pt x="802" y="274"/>
                    <a:pt x="802" y="275"/>
                    <a:pt x="801" y="276"/>
                  </a:cubicBezTo>
                  <a:cubicBezTo>
                    <a:pt x="801" y="276"/>
                    <a:pt x="800" y="277"/>
                    <a:pt x="800" y="277"/>
                  </a:cubicBezTo>
                  <a:cubicBezTo>
                    <a:pt x="799" y="277"/>
                    <a:pt x="799" y="277"/>
                    <a:pt x="798" y="277"/>
                  </a:cubicBezTo>
                  <a:cubicBezTo>
                    <a:pt x="798" y="278"/>
                    <a:pt x="797" y="278"/>
                    <a:pt x="797" y="278"/>
                  </a:cubicBezTo>
                  <a:cubicBezTo>
                    <a:pt x="797" y="279"/>
                    <a:pt x="796" y="280"/>
                    <a:pt x="796" y="280"/>
                  </a:cubicBezTo>
                  <a:cubicBezTo>
                    <a:pt x="796" y="281"/>
                    <a:pt x="797" y="282"/>
                    <a:pt x="798" y="282"/>
                  </a:cubicBezTo>
                  <a:cubicBezTo>
                    <a:pt x="798" y="281"/>
                    <a:pt x="799" y="280"/>
                    <a:pt x="800" y="280"/>
                  </a:cubicBezTo>
                  <a:cubicBezTo>
                    <a:pt x="800" y="281"/>
                    <a:pt x="801" y="279"/>
                    <a:pt x="801" y="279"/>
                  </a:cubicBezTo>
                  <a:cubicBezTo>
                    <a:pt x="801" y="279"/>
                    <a:pt x="803" y="278"/>
                    <a:pt x="802" y="278"/>
                  </a:cubicBezTo>
                  <a:cubicBezTo>
                    <a:pt x="803" y="278"/>
                    <a:pt x="803" y="277"/>
                    <a:pt x="804" y="277"/>
                  </a:cubicBezTo>
                  <a:cubicBezTo>
                    <a:pt x="805" y="277"/>
                    <a:pt x="806" y="276"/>
                    <a:pt x="807" y="277"/>
                  </a:cubicBezTo>
                  <a:cubicBezTo>
                    <a:pt x="809" y="278"/>
                    <a:pt x="807" y="281"/>
                    <a:pt x="807" y="282"/>
                  </a:cubicBezTo>
                  <a:cubicBezTo>
                    <a:pt x="807" y="283"/>
                    <a:pt x="806" y="285"/>
                    <a:pt x="806" y="286"/>
                  </a:cubicBezTo>
                  <a:cubicBezTo>
                    <a:pt x="806" y="286"/>
                    <a:pt x="806" y="288"/>
                    <a:pt x="806" y="289"/>
                  </a:cubicBezTo>
                  <a:cubicBezTo>
                    <a:pt x="804" y="290"/>
                    <a:pt x="804" y="293"/>
                    <a:pt x="802" y="293"/>
                  </a:cubicBezTo>
                  <a:cubicBezTo>
                    <a:pt x="803" y="293"/>
                    <a:pt x="803" y="291"/>
                    <a:pt x="801" y="292"/>
                  </a:cubicBezTo>
                  <a:cubicBezTo>
                    <a:pt x="801" y="292"/>
                    <a:pt x="801" y="292"/>
                    <a:pt x="801" y="293"/>
                  </a:cubicBezTo>
                  <a:cubicBezTo>
                    <a:pt x="801" y="293"/>
                    <a:pt x="800" y="293"/>
                    <a:pt x="800" y="293"/>
                  </a:cubicBezTo>
                  <a:cubicBezTo>
                    <a:pt x="799" y="294"/>
                    <a:pt x="799" y="295"/>
                    <a:pt x="799" y="295"/>
                  </a:cubicBezTo>
                  <a:cubicBezTo>
                    <a:pt x="798" y="295"/>
                    <a:pt x="798" y="295"/>
                    <a:pt x="797" y="296"/>
                  </a:cubicBezTo>
                  <a:cubicBezTo>
                    <a:pt x="796" y="296"/>
                    <a:pt x="795" y="298"/>
                    <a:pt x="795" y="299"/>
                  </a:cubicBezTo>
                  <a:cubicBezTo>
                    <a:pt x="794" y="299"/>
                    <a:pt x="794" y="300"/>
                    <a:pt x="793" y="300"/>
                  </a:cubicBezTo>
                  <a:cubicBezTo>
                    <a:pt x="793" y="300"/>
                    <a:pt x="792" y="301"/>
                    <a:pt x="792" y="301"/>
                  </a:cubicBezTo>
                  <a:cubicBezTo>
                    <a:pt x="792" y="301"/>
                    <a:pt x="791" y="302"/>
                    <a:pt x="791" y="302"/>
                  </a:cubicBezTo>
                  <a:cubicBezTo>
                    <a:pt x="792" y="303"/>
                    <a:pt x="792" y="302"/>
                    <a:pt x="793" y="303"/>
                  </a:cubicBezTo>
                  <a:cubicBezTo>
                    <a:pt x="793" y="303"/>
                    <a:pt x="794" y="303"/>
                    <a:pt x="794" y="303"/>
                  </a:cubicBezTo>
                  <a:cubicBezTo>
                    <a:pt x="794" y="304"/>
                    <a:pt x="794" y="304"/>
                    <a:pt x="794" y="304"/>
                  </a:cubicBezTo>
                  <a:cubicBezTo>
                    <a:pt x="795" y="304"/>
                    <a:pt x="796" y="304"/>
                    <a:pt x="796" y="304"/>
                  </a:cubicBezTo>
                  <a:cubicBezTo>
                    <a:pt x="796" y="303"/>
                    <a:pt x="796" y="304"/>
                    <a:pt x="796" y="304"/>
                  </a:cubicBezTo>
                  <a:cubicBezTo>
                    <a:pt x="796" y="304"/>
                    <a:pt x="797" y="304"/>
                    <a:pt x="797" y="304"/>
                  </a:cubicBezTo>
                  <a:cubicBezTo>
                    <a:pt x="797" y="304"/>
                    <a:pt x="796" y="304"/>
                    <a:pt x="796" y="304"/>
                  </a:cubicBezTo>
                  <a:cubicBezTo>
                    <a:pt x="795" y="304"/>
                    <a:pt x="794" y="305"/>
                    <a:pt x="793" y="305"/>
                  </a:cubicBezTo>
                  <a:cubicBezTo>
                    <a:pt x="794" y="305"/>
                    <a:pt x="794" y="305"/>
                    <a:pt x="795" y="305"/>
                  </a:cubicBezTo>
                  <a:cubicBezTo>
                    <a:pt x="796" y="305"/>
                    <a:pt x="797" y="305"/>
                    <a:pt x="797" y="305"/>
                  </a:cubicBezTo>
                  <a:cubicBezTo>
                    <a:pt x="797" y="305"/>
                    <a:pt x="797" y="305"/>
                    <a:pt x="797" y="305"/>
                  </a:cubicBezTo>
                  <a:cubicBezTo>
                    <a:pt x="797" y="306"/>
                    <a:pt x="798" y="305"/>
                    <a:pt x="800" y="305"/>
                  </a:cubicBezTo>
                  <a:cubicBezTo>
                    <a:pt x="801" y="305"/>
                    <a:pt x="802" y="304"/>
                    <a:pt x="803" y="304"/>
                  </a:cubicBezTo>
                  <a:cubicBezTo>
                    <a:pt x="804" y="304"/>
                    <a:pt x="805" y="305"/>
                    <a:pt x="807" y="304"/>
                  </a:cubicBezTo>
                  <a:cubicBezTo>
                    <a:pt x="808" y="303"/>
                    <a:pt x="809" y="303"/>
                    <a:pt x="810" y="302"/>
                  </a:cubicBezTo>
                  <a:cubicBezTo>
                    <a:pt x="812" y="301"/>
                    <a:pt x="814" y="300"/>
                    <a:pt x="817" y="300"/>
                  </a:cubicBezTo>
                  <a:cubicBezTo>
                    <a:pt x="818" y="299"/>
                    <a:pt x="819" y="299"/>
                    <a:pt x="820" y="299"/>
                  </a:cubicBezTo>
                  <a:cubicBezTo>
                    <a:pt x="821" y="298"/>
                    <a:pt x="823" y="297"/>
                    <a:pt x="823" y="297"/>
                  </a:cubicBezTo>
                  <a:cubicBezTo>
                    <a:pt x="823" y="297"/>
                    <a:pt x="822" y="298"/>
                    <a:pt x="822" y="298"/>
                  </a:cubicBezTo>
                  <a:cubicBezTo>
                    <a:pt x="823" y="297"/>
                    <a:pt x="824" y="297"/>
                    <a:pt x="825" y="296"/>
                  </a:cubicBezTo>
                  <a:cubicBezTo>
                    <a:pt x="827" y="296"/>
                    <a:pt x="828" y="295"/>
                    <a:pt x="829" y="295"/>
                  </a:cubicBezTo>
                  <a:cubicBezTo>
                    <a:pt x="829" y="295"/>
                    <a:pt x="830" y="294"/>
                    <a:pt x="831" y="293"/>
                  </a:cubicBezTo>
                  <a:cubicBezTo>
                    <a:pt x="832" y="293"/>
                    <a:pt x="833" y="293"/>
                    <a:pt x="833" y="292"/>
                  </a:cubicBezTo>
                  <a:cubicBezTo>
                    <a:pt x="834" y="292"/>
                    <a:pt x="835" y="291"/>
                    <a:pt x="836" y="291"/>
                  </a:cubicBezTo>
                  <a:cubicBezTo>
                    <a:pt x="836" y="290"/>
                    <a:pt x="837" y="290"/>
                    <a:pt x="837" y="289"/>
                  </a:cubicBezTo>
                  <a:cubicBezTo>
                    <a:pt x="837" y="289"/>
                    <a:pt x="836" y="288"/>
                    <a:pt x="837" y="288"/>
                  </a:cubicBezTo>
                  <a:cubicBezTo>
                    <a:pt x="837" y="288"/>
                    <a:pt x="837" y="288"/>
                    <a:pt x="837" y="288"/>
                  </a:cubicBezTo>
                  <a:cubicBezTo>
                    <a:pt x="837" y="287"/>
                    <a:pt x="836" y="287"/>
                    <a:pt x="836" y="287"/>
                  </a:cubicBezTo>
                  <a:cubicBezTo>
                    <a:pt x="836" y="287"/>
                    <a:pt x="837" y="285"/>
                    <a:pt x="837" y="285"/>
                  </a:cubicBezTo>
                  <a:cubicBezTo>
                    <a:pt x="838" y="285"/>
                    <a:pt x="839" y="285"/>
                    <a:pt x="840" y="284"/>
                  </a:cubicBezTo>
                  <a:cubicBezTo>
                    <a:pt x="841" y="284"/>
                    <a:pt x="843" y="284"/>
                    <a:pt x="844" y="284"/>
                  </a:cubicBezTo>
                  <a:cubicBezTo>
                    <a:pt x="845" y="284"/>
                    <a:pt x="846" y="284"/>
                    <a:pt x="846" y="284"/>
                  </a:cubicBezTo>
                  <a:cubicBezTo>
                    <a:pt x="847" y="284"/>
                    <a:pt x="848" y="284"/>
                    <a:pt x="849" y="285"/>
                  </a:cubicBezTo>
                  <a:cubicBezTo>
                    <a:pt x="850" y="286"/>
                    <a:pt x="850" y="285"/>
                    <a:pt x="851" y="285"/>
                  </a:cubicBezTo>
                  <a:cubicBezTo>
                    <a:pt x="852" y="285"/>
                    <a:pt x="853" y="285"/>
                    <a:pt x="854" y="285"/>
                  </a:cubicBezTo>
                  <a:cubicBezTo>
                    <a:pt x="854" y="285"/>
                    <a:pt x="855" y="285"/>
                    <a:pt x="855" y="285"/>
                  </a:cubicBezTo>
                  <a:cubicBezTo>
                    <a:pt x="855" y="285"/>
                    <a:pt x="855" y="285"/>
                    <a:pt x="855" y="285"/>
                  </a:cubicBezTo>
                  <a:cubicBezTo>
                    <a:pt x="856" y="285"/>
                    <a:pt x="856" y="285"/>
                    <a:pt x="857" y="285"/>
                  </a:cubicBezTo>
                  <a:cubicBezTo>
                    <a:pt x="858" y="285"/>
                    <a:pt x="859" y="284"/>
                    <a:pt x="860" y="283"/>
                  </a:cubicBezTo>
                  <a:cubicBezTo>
                    <a:pt x="860" y="283"/>
                    <a:pt x="861" y="282"/>
                    <a:pt x="861" y="282"/>
                  </a:cubicBezTo>
                  <a:cubicBezTo>
                    <a:pt x="862" y="282"/>
                    <a:pt x="862" y="283"/>
                    <a:pt x="863" y="282"/>
                  </a:cubicBezTo>
                  <a:cubicBezTo>
                    <a:pt x="863" y="282"/>
                    <a:pt x="863" y="281"/>
                    <a:pt x="864" y="281"/>
                  </a:cubicBezTo>
                  <a:cubicBezTo>
                    <a:pt x="864" y="281"/>
                    <a:pt x="864" y="281"/>
                    <a:pt x="863" y="281"/>
                  </a:cubicBezTo>
                  <a:cubicBezTo>
                    <a:pt x="863" y="280"/>
                    <a:pt x="864" y="280"/>
                    <a:pt x="864" y="279"/>
                  </a:cubicBezTo>
                  <a:cubicBezTo>
                    <a:pt x="864" y="279"/>
                    <a:pt x="863" y="279"/>
                    <a:pt x="864" y="279"/>
                  </a:cubicBezTo>
                  <a:cubicBezTo>
                    <a:pt x="864" y="279"/>
                    <a:pt x="864" y="279"/>
                    <a:pt x="864" y="278"/>
                  </a:cubicBezTo>
                  <a:cubicBezTo>
                    <a:pt x="864" y="279"/>
                    <a:pt x="865" y="278"/>
                    <a:pt x="865" y="278"/>
                  </a:cubicBezTo>
                  <a:cubicBezTo>
                    <a:pt x="865" y="278"/>
                    <a:pt x="866" y="277"/>
                    <a:pt x="866" y="277"/>
                  </a:cubicBezTo>
                  <a:cubicBezTo>
                    <a:pt x="866" y="277"/>
                    <a:pt x="865" y="278"/>
                    <a:pt x="865" y="278"/>
                  </a:cubicBezTo>
                  <a:cubicBezTo>
                    <a:pt x="865" y="277"/>
                    <a:pt x="866" y="277"/>
                    <a:pt x="866" y="277"/>
                  </a:cubicBezTo>
                  <a:cubicBezTo>
                    <a:pt x="866" y="277"/>
                    <a:pt x="865" y="276"/>
                    <a:pt x="865" y="277"/>
                  </a:cubicBezTo>
                  <a:cubicBezTo>
                    <a:pt x="865" y="277"/>
                    <a:pt x="864" y="277"/>
                    <a:pt x="865" y="277"/>
                  </a:cubicBezTo>
                  <a:cubicBezTo>
                    <a:pt x="865" y="277"/>
                    <a:pt x="865" y="277"/>
                    <a:pt x="865" y="277"/>
                  </a:cubicBezTo>
                  <a:cubicBezTo>
                    <a:pt x="865" y="277"/>
                    <a:pt x="865" y="277"/>
                    <a:pt x="864" y="278"/>
                  </a:cubicBezTo>
                  <a:cubicBezTo>
                    <a:pt x="865" y="277"/>
                    <a:pt x="864" y="276"/>
                    <a:pt x="865" y="276"/>
                  </a:cubicBezTo>
                  <a:cubicBezTo>
                    <a:pt x="865" y="275"/>
                    <a:pt x="866" y="275"/>
                    <a:pt x="867" y="275"/>
                  </a:cubicBezTo>
                  <a:cubicBezTo>
                    <a:pt x="868" y="274"/>
                    <a:pt x="871" y="273"/>
                    <a:pt x="871" y="272"/>
                  </a:cubicBezTo>
                  <a:cubicBezTo>
                    <a:pt x="871" y="271"/>
                    <a:pt x="873" y="270"/>
                    <a:pt x="874" y="270"/>
                  </a:cubicBezTo>
                  <a:cubicBezTo>
                    <a:pt x="876" y="269"/>
                    <a:pt x="877" y="268"/>
                    <a:pt x="878" y="267"/>
                  </a:cubicBezTo>
                  <a:cubicBezTo>
                    <a:pt x="880" y="267"/>
                    <a:pt x="881" y="266"/>
                    <a:pt x="882" y="266"/>
                  </a:cubicBezTo>
                  <a:cubicBezTo>
                    <a:pt x="884" y="266"/>
                    <a:pt x="886" y="267"/>
                    <a:pt x="887" y="267"/>
                  </a:cubicBezTo>
                  <a:cubicBezTo>
                    <a:pt x="894" y="267"/>
                    <a:pt x="901" y="266"/>
                    <a:pt x="908" y="266"/>
                  </a:cubicBezTo>
                  <a:cubicBezTo>
                    <a:pt x="909" y="266"/>
                    <a:pt x="910" y="266"/>
                    <a:pt x="910" y="266"/>
                  </a:cubicBezTo>
                  <a:cubicBezTo>
                    <a:pt x="911" y="266"/>
                    <a:pt x="911" y="265"/>
                    <a:pt x="911" y="265"/>
                  </a:cubicBezTo>
                  <a:cubicBezTo>
                    <a:pt x="911" y="265"/>
                    <a:pt x="912" y="264"/>
                    <a:pt x="912" y="264"/>
                  </a:cubicBezTo>
                  <a:cubicBezTo>
                    <a:pt x="912" y="264"/>
                    <a:pt x="912" y="264"/>
                    <a:pt x="913" y="264"/>
                  </a:cubicBezTo>
                  <a:cubicBezTo>
                    <a:pt x="913" y="263"/>
                    <a:pt x="913" y="263"/>
                    <a:pt x="914" y="263"/>
                  </a:cubicBezTo>
                  <a:cubicBezTo>
                    <a:pt x="914" y="264"/>
                    <a:pt x="915" y="264"/>
                    <a:pt x="916" y="263"/>
                  </a:cubicBezTo>
                  <a:cubicBezTo>
                    <a:pt x="917" y="262"/>
                    <a:pt x="916" y="263"/>
                    <a:pt x="917" y="264"/>
                  </a:cubicBezTo>
                  <a:cubicBezTo>
                    <a:pt x="917" y="264"/>
                    <a:pt x="918" y="263"/>
                    <a:pt x="918" y="263"/>
                  </a:cubicBezTo>
                  <a:cubicBezTo>
                    <a:pt x="918" y="262"/>
                    <a:pt x="918" y="262"/>
                    <a:pt x="919" y="262"/>
                  </a:cubicBezTo>
                  <a:cubicBezTo>
                    <a:pt x="919" y="262"/>
                    <a:pt x="919" y="262"/>
                    <a:pt x="920" y="262"/>
                  </a:cubicBezTo>
                  <a:cubicBezTo>
                    <a:pt x="920" y="262"/>
                    <a:pt x="919" y="262"/>
                    <a:pt x="919" y="261"/>
                  </a:cubicBezTo>
                  <a:cubicBezTo>
                    <a:pt x="919" y="261"/>
                    <a:pt x="921" y="260"/>
                    <a:pt x="921" y="259"/>
                  </a:cubicBezTo>
                  <a:cubicBezTo>
                    <a:pt x="922" y="259"/>
                    <a:pt x="922" y="259"/>
                    <a:pt x="923" y="259"/>
                  </a:cubicBezTo>
                  <a:cubicBezTo>
                    <a:pt x="923" y="258"/>
                    <a:pt x="923" y="258"/>
                    <a:pt x="923" y="258"/>
                  </a:cubicBezTo>
                  <a:cubicBezTo>
                    <a:pt x="924" y="257"/>
                    <a:pt x="926" y="256"/>
                    <a:pt x="925" y="256"/>
                  </a:cubicBezTo>
                  <a:cubicBezTo>
                    <a:pt x="924" y="256"/>
                    <a:pt x="926" y="254"/>
                    <a:pt x="926" y="254"/>
                  </a:cubicBezTo>
                  <a:cubicBezTo>
                    <a:pt x="926" y="254"/>
                    <a:pt x="926" y="254"/>
                    <a:pt x="926" y="253"/>
                  </a:cubicBezTo>
                  <a:cubicBezTo>
                    <a:pt x="927" y="253"/>
                    <a:pt x="927" y="252"/>
                    <a:pt x="928" y="252"/>
                  </a:cubicBezTo>
                  <a:cubicBezTo>
                    <a:pt x="928" y="251"/>
                    <a:pt x="929" y="251"/>
                    <a:pt x="929" y="251"/>
                  </a:cubicBezTo>
                  <a:cubicBezTo>
                    <a:pt x="929" y="250"/>
                    <a:pt x="930" y="250"/>
                    <a:pt x="930" y="249"/>
                  </a:cubicBezTo>
                  <a:cubicBezTo>
                    <a:pt x="931" y="248"/>
                    <a:pt x="932" y="247"/>
                    <a:pt x="933" y="246"/>
                  </a:cubicBezTo>
                  <a:cubicBezTo>
                    <a:pt x="934" y="245"/>
                    <a:pt x="935" y="244"/>
                    <a:pt x="937" y="243"/>
                  </a:cubicBezTo>
                  <a:cubicBezTo>
                    <a:pt x="937" y="243"/>
                    <a:pt x="938" y="242"/>
                    <a:pt x="938" y="242"/>
                  </a:cubicBezTo>
                  <a:cubicBezTo>
                    <a:pt x="939" y="241"/>
                    <a:pt x="939" y="241"/>
                    <a:pt x="940" y="240"/>
                  </a:cubicBezTo>
                  <a:cubicBezTo>
                    <a:pt x="941" y="240"/>
                    <a:pt x="942" y="240"/>
                    <a:pt x="942" y="241"/>
                  </a:cubicBezTo>
                  <a:cubicBezTo>
                    <a:pt x="941" y="242"/>
                    <a:pt x="941" y="243"/>
                    <a:pt x="943" y="243"/>
                  </a:cubicBezTo>
                  <a:cubicBezTo>
                    <a:pt x="943" y="243"/>
                    <a:pt x="944" y="242"/>
                    <a:pt x="944" y="242"/>
                  </a:cubicBezTo>
                  <a:cubicBezTo>
                    <a:pt x="945" y="242"/>
                    <a:pt x="946" y="242"/>
                    <a:pt x="946" y="242"/>
                  </a:cubicBezTo>
                  <a:cubicBezTo>
                    <a:pt x="947" y="242"/>
                    <a:pt x="948" y="240"/>
                    <a:pt x="949" y="241"/>
                  </a:cubicBezTo>
                  <a:cubicBezTo>
                    <a:pt x="950" y="242"/>
                    <a:pt x="950" y="243"/>
                    <a:pt x="951" y="244"/>
                  </a:cubicBezTo>
                  <a:cubicBezTo>
                    <a:pt x="951" y="244"/>
                    <a:pt x="951" y="244"/>
                    <a:pt x="951" y="244"/>
                  </a:cubicBezTo>
                  <a:close/>
                  <a:moveTo>
                    <a:pt x="781" y="404"/>
                  </a:moveTo>
                  <a:cubicBezTo>
                    <a:pt x="781" y="404"/>
                    <a:pt x="781" y="404"/>
                    <a:pt x="781" y="404"/>
                  </a:cubicBezTo>
                  <a:cubicBezTo>
                    <a:pt x="782" y="404"/>
                    <a:pt x="782" y="404"/>
                    <a:pt x="781" y="404"/>
                  </a:cubicBezTo>
                  <a:close/>
                  <a:moveTo>
                    <a:pt x="874" y="308"/>
                  </a:moveTo>
                  <a:cubicBezTo>
                    <a:pt x="874" y="307"/>
                    <a:pt x="873" y="307"/>
                    <a:pt x="874" y="307"/>
                  </a:cubicBezTo>
                  <a:cubicBezTo>
                    <a:pt x="873" y="307"/>
                    <a:pt x="873" y="308"/>
                    <a:pt x="873" y="309"/>
                  </a:cubicBezTo>
                  <a:cubicBezTo>
                    <a:pt x="873" y="309"/>
                    <a:pt x="873" y="310"/>
                    <a:pt x="872" y="311"/>
                  </a:cubicBezTo>
                  <a:cubicBezTo>
                    <a:pt x="872" y="311"/>
                    <a:pt x="872" y="311"/>
                    <a:pt x="872" y="312"/>
                  </a:cubicBezTo>
                  <a:cubicBezTo>
                    <a:pt x="872" y="311"/>
                    <a:pt x="873" y="310"/>
                    <a:pt x="873" y="310"/>
                  </a:cubicBezTo>
                  <a:cubicBezTo>
                    <a:pt x="873" y="310"/>
                    <a:pt x="874" y="309"/>
                    <a:pt x="874" y="308"/>
                  </a:cubicBezTo>
                  <a:close/>
                  <a:moveTo>
                    <a:pt x="8" y="516"/>
                  </a:moveTo>
                  <a:cubicBezTo>
                    <a:pt x="8" y="517"/>
                    <a:pt x="6" y="517"/>
                    <a:pt x="6" y="518"/>
                  </a:cubicBezTo>
                  <a:cubicBezTo>
                    <a:pt x="7" y="519"/>
                    <a:pt x="7" y="519"/>
                    <a:pt x="8" y="519"/>
                  </a:cubicBezTo>
                  <a:cubicBezTo>
                    <a:pt x="8" y="520"/>
                    <a:pt x="9" y="519"/>
                    <a:pt x="9" y="520"/>
                  </a:cubicBezTo>
                  <a:cubicBezTo>
                    <a:pt x="10" y="519"/>
                    <a:pt x="11" y="518"/>
                    <a:pt x="11" y="517"/>
                  </a:cubicBezTo>
                  <a:cubicBezTo>
                    <a:pt x="11" y="515"/>
                    <a:pt x="9" y="516"/>
                    <a:pt x="8" y="516"/>
                  </a:cubicBezTo>
                  <a:close/>
                  <a:moveTo>
                    <a:pt x="0" y="523"/>
                  </a:moveTo>
                  <a:cubicBezTo>
                    <a:pt x="0" y="524"/>
                    <a:pt x="0" y="524"/>
                    <a:pt x="0" y="524"/>
                  </a:cubicBezTo>
                  <a:cubicBezTo>
                    <a:pt x="0" y="524"/>
                    <a:pt x="0" y="524"/>
                    <a:pt x="0" y="524"/>
                  </a:cubicBezTo>
                  <a:cubicBezTo>
                    <a:pt x="0" y="524"/>
                    <a:pt x="0" y="523"/>
                    <a:pt x="0" y="523"/>
                  </a:cubicBezTo>
                  <a:close/>
                  <a:moveTo>
                    <a:pt x="24" y="524"/>
                  </a:moveTo>
                  <a:cubicBezTo>
                    <a:pt x="24" y="524"/>
                    <a:pt x="23" y="525"/>
                    <a:pt x="23" y="524"/>
                  </a:cubicBezTo>
                  <a:cubicBezTo>
                    <a:pt x="23" y="524"/>
                    <a:pt x="23" y="523"/>
                    <a:pt x="23" y="523"/>
                  </a:cubicBezTo>
                  <a:cubicBezTo>
                    <a:pt x="23" y="521"/>
                    <a:pt x="22" y="523"/>
                    <a:pt x="21" y="523"/>
                  </a:cubicBezTo>
                  <a:cubicBezTo>
                    <a:pt x="20" y="523"/>
                    <a:pt x="20" y="523"/>
                    <a:pt x="20" y="523"/>
                  </a:cubicBezTo>
                  <a:cubicBezTo>
                    <a:pt x="19" y="523"/>
                    <a:pt x="20" y="523"/>
                    <a:pt x="20" y="524"/>
                  </a:cubicBezTo>
                  <a:cubicBezTo>
                    <a:pt x="19" y="524"/>
                    <a:pt x="20" y="525"/>
                    <a:pt x="20" y="525"/>
                  </a:cubicBezTo>
                  <a:cubicBezTo>
                    <a:pt x="20" y="526"/>
                    <a:pt x="20" y="526"/>
                    <a:pt x="21" y="526"/>
                  </a:cubicBezTo>
                  <a:cubicBezTo>
                    <a:pt x="21" y="526"/>
                    <a:pt x="21" y="526"/>
                    <a:pt x="21" y="526"/>
                  </a:cubicBezTo>
                  <a:cubicBezTo>
                    <a:pt x="22" y="526"/>
                    <a:pt x="21" y="525"/>
                    <a:pt x="21" y="525"/>
                  </a:cubicBezTo>
                  <a:cubicBezTo>
                    <a:pt x="21" y="525"/>
                    <a:pt x="22" y="525"/>
                    <a:pt x="22" y="525"/>
                  </a:cubicBezTo>
                  <a:cubicBezTo>
                    <a:pt x="22" y="526"/>
                    <a:pt x="21" y="526"/>
                    <a:pt x="22" y="526"/>
                  </a:cubicBezTo>
                  <a:cubicBezTo>
                    <a:pt x="22" y="526"/>
                    <a:pt x="22" y="526"/>
                    <a:pt x="22" y="526"/>
                  </a:cubicBezTo>
                  <a:cubicBezTo>
                    <a:pt x="23" y="526"/>
                    <a:pt x="23" y="526"/>
                    <a:pt x="23" y="527"/>
                  </a:cubicBezTo>
                  <a:cubicBezTo>
                    <a:pt x="23" y="527"/>
                    <a:pt x="25" y="527"/>
                    <a:pt x="25" y="526"/>
                  </a:cubicBezTo>
                  <a:cubicBezTo>
                    <a:pt x="25" y="526"/>
                    <a:pt x="24" y="526"/>
                    <a:pt x="24" y="525"/>
                  </a:cubicBezTo>
                  <a:cubicBezTo>
                    <a:pt x="24" y="525"/>
                    <a:pt x="24" y="525"/>
                    <a:pt x="24" y="524"/>
                  </a:cubicBezTo>
                  <a:close/>
                  <a:moveTo>
                    <a:pt x="38" y="533"/>
                  </a:moveTo>
                  <a:cubicBezTo>
                    <a:pt x="38" y="533"/>
                    <a:pt x="39" y="533"/>
                    <a:pt x="39" y="532"/>
                  </a:cubicBezTo>
                  <a:cubicBezTo>
                    <a:pt x="39" y="532"/>
                    <a:pt x="38" y="531"/>
                    <a:pt x="38" y="531"/>
                  </a:cubicBezTo>
                  <a:cubicBezTo>
                    <a:pt x="37" y="531"/>
                    <a:pt x="37" y="530"/>
                    <a:pt x="36" y="530"/>
                  </a:cubicBezTo>
                  <a:cubicBezTo>
                    <a:pt x="35" y="531"/>
                    <a:pt x="35" y="531"/>
                    <a:pt x="34" y="530"/>
                  </a:cubicBezTo>
                  <a:cubicBezTo>
                    <a:pt x="34" y="528"/>
                    <a:pt x="32" y="530"/>
                    <a:pt x="33" y="531"/>
                  </a:cubicBezTo>
                  <a:cubicBezTo>
                    <a:pt x="34" y="532"/>
                    <a:pt x="34" y="531"/>
                    <a:pt x="34" y="533"/>
                  </a:cubicBezTo>
                  <a:cubicBezTo>
                    <a:pt x="34" y="533"/>
                    <a:pt x="34" y="534"/>
                    <a:pt x="35" y="534"/>
                  </a:cubicBezTo>
                  <a:cubicBezTo>
                    <a:pt x="35" y="534"/>
                    <a:pt x="36" y="534"/>
                    <a:pt x="36" y="534"/>
                  </a:cubicBezTo>
                  <a:cubicBezTo>
                    <a:pt x="37" y="533"/>
                    <a:pt x="37" y="534"/>
                    <a:pt x="38" y="533"/>
                  </a:cubicBezTo>
                  <a:close/>
                  <a:moveTo>
                    <a:pt x="32" y="535"/>
                  </a:moveTo>
                  <a:cubicBezTo>
                    <a:pt x="32" y="535"/>
                    <a:pt x="33" y="535"/>
                    <a:pt x="33" y="534"/>
                  </a:cubicBezTo>
                  <a:cubicBezTo>
                    <a:pt x="33" y="534"/>
                    <a:pt x="33" y="534"/>
                    <a:pt x="33" y="534"/>
                  </a:cubicBezTo>
                  <a:cubicBezTo>
                    <a:pt x="32" y="534"/>
                    <a:pt x="31" y="534"/>
                    <a:pt x="32" y="535"/>
                  </a:cubicBezTo>
                  <a:close/>
                  <a:moveTo>
                    <a:pt x="46" y="544"/>
                  </a:moveTo>
                  <a:cubicBezTo>
                    <a:pt x="46" y="544"/>
                    <a:pt x="46" y="543"/>
                    <a:pt x="46" y="543"/>
                  </a:cubicBezTo>
                  <a:cubicBezTo>
                    <a:pt x="45" y="544"/>
                    <a:pt x="46" y="542"/>
                    <a:pt x="46" y="542"/>
                  </a:cubicBezTo>
                  <a:cubicBezTo>
                    <a:pt x="46" y="542"/>
                    <a:pt x="46" y="542"/>
                    <a:pt x="45" y="541"/>
                  </a:cubicBezTo>
                  <a:cubicBezTo>
                    <a:pt x="45" y="540"/>
                    <a:pt x="44" y="540"/>
                    <a:pt x="43" y="539"/>
                  </a:cubicBezTo>
                  <a:cubicBezTo>
                    <a:pt x="42" y="539"/>
                    <a:pt x="41" y="539"/>
                    <a:pt x="40" y="538"/>
                  </a:cubicBezTo>
                  <a:cubicBezTo>
                    <a:pt x="40" y="537"/>
                    <a:pt x="39" y="538"/>
                    <a:pt x="39" y="538"/>
                  </a:cubicBezTo>
                  <a:cubicBezTo>
                    <a:pt x="39" y="539"/>
                    <a:pt x="40" y="540"/>
                    <a:pt x="39" y="541"/>
                  </a:cubicBezTo>
                  <a:cubicBezTo>
                    <a:pt x="38" y="541"/>
                    <a:pt x="38" y="542"/>
                    <a:pt x="37" y="543"/>
                  </a:cubicBezTo>
                  <a:cubicBezTo>
                    <a:pt x="36" y="543"/>
                    <a:pt x="36" y="544"/>
                    <a:pt x="36" y="545"/>
                  </a:cubicBezTo>
                  <a:cubicBezTo>
                    <a:pt x="37" y="545"/>
                    <a:pt x="37" y="547"/>
                    <a:pt x="37" y="547"/>
                  </a:cubicBezTo>
                  <a:cubicBezTo>
                    <a:pt x="36" y="548"/>
                    <a:pt x="36" y="549"/>
                    <a:pt x="36" y="550"/>
                  </a:cubicBezTo>
                  <a:cubicBezTo>
                    <a:pt x="36" y="551"/>
                    <a:pt x="37" y="551"/>
                    <a:pt x="37" y="552"/>
                  </a:cubicBezTo>
                  <a:cubicBezTo>
                    <a:pt x="37" y="552"/>
                    <a:pt x="38" y="552"/>
                    <a:pt x="38" y="552"/>
                  </a:cubicBezTo>
                  <a:cubicBezTo>
                    <a:pt x="38" y="552"/>
                    <a:pt x="39" y="552"/>
                    <a:pt x="39" y="551"/>
                  </a:cubicBezTo>
                  <a:cubicBezTo>
                    <a:pt x="39" y="550"/>
                    <a:pt x="40" y="550"/>
                    <a:pt x="41" y="549"/>
                  </a:cubicBezTo>
                  <a:cubicBezTo>
                    <a:pt x="42" y="548"/>
                    <a:pt x="43" y="549"/>
                    <a:pt x="45" y="548"/>
                  </a:cubicBezTo>
                  <a:cubicBezTo>
                    <a:pt x="45" y="548"/>
                    <a:pt x="46" y="547"/>
                    <a:pt x="47" y="546"/>
                  </a:cubicBezTo>
                  <a:cubicBezTo>
                    <a:pt x="48" y="545"/>
                    <a:pt x="46" y="545"/>
                    <a:pt x="46" y="544"/>
                  </a:cubicBezTo>
                  <a:close/>
                  <a:moveTo>
                    <a:pt x="33" y="528"/>
                  </a:moveTo>
                  <a:cubicBezTo>
                    <a:pt x="33" y="527"/>
                    <a:pt x="32" y="528"/>
                    <a:pt x="31" y="528"/>
                  </a:cubicBezTo>
                  <a:cubicBezTo>
                    <a:pt x="31" y="528"/>
                    <a:pt x="31" y="527"/>
                    <a:pt x="31" y="527"/>
                  </a:cubicBezTo>
                  <a:cubicBezTo>
                    <a:pt x="30" y="528"/>
                    <a:pt x="29" y="527"/>
                    <a:pt x="28" y="527"/>
                  </a:cubicBezTo>
                  <a:cubicBezTo>
                    <a:pt x="28" y="527"/>
                    <a:pt x="28" y="528"/>
                    <a:pt x="28" y="528"/>
                  </a:cubicBezTo>
                  <a:cubicBezTo>
                    <a:pt x="28" y="528"/>
                    <a:pt x="27" y="528"/>
                    <a:pt x="27" y="528"/>
                  </a:cubicBezTo>
                  <a:cubicBezTo>
                    <a:pt x="28" y="529"/>
                    <a:pt x="29" y="528"/>
                    <a:pt x="29" y="528"/>
                  </a:cubicBezTo>
                  <a:cubicBezTo>
                    <a:pt x="30" y="528"/>
                    <a:pt x="31" y="529"/>
                    <a:pt x="31" y="529"/>
                  </a:cubicBezTo>
                  <a:cubicBezTo>
                    <a:pt x="32" y="529"/>
                    <a:pt x="33" y="528"/>
                    <a:pt x="33" y="528"/>
                  </a:cubicBezTo>
                  <a:close/>
                  <a:moveTo>
                    <a:pt x="3" y="518"/>
                  </a:moveTo>
                  <a:cubicBezTo>
                    <a:pt x="3" y="519"/>
                    <a:pt x="1" y="520"/>
                    <a:pt x="2" y="521"/>
                  </a:cubicBezTo>
                  <a:cubicBezTo>
                    <a:pt x="2" y="520"/>
                    <a:pt x="2" y="520"/>
                    <a:pt x="3" y="520"/>
                  </a:cubicBezTo>
                  <a:cubicBezTo>
                    <a:pt x="3" y="520"/>
                    <a:pt x="3" y="519"/>
                    <a:pt x="3" y="519"/>
                  </a:cubicBezTo>
                  <a:cubicBezTo>
                    <a:pt x="3" y="519"/>
                    <a:pt x="4" y="518"/>
                    <a:pt x="3" y="518"/>
                  </a:cubicBezTo>
                  <a:close/>
                  <a:moveTo>
                    <a:pt x="30" y="530"/>
                  </a:moveTo>
                  <a:cubicBezTo>
                    <a:pt x="29" y="530"/>
                    <a:pt x="29" y="531"/>
                    <a:pt x="29" y="531"/>
                  </a:cubicBezTo>
                  <a:cubicBezTo>
                    <a:pt x="30" y="532"/>
                    <a:pt x="29" y="532"/>
                    <a:pt x="30" y="532"/>
                  </a:cubicBezTo>
                  <a:cubicBezTo>
                    <a:pt x="30" y="532"/>
                    <a:pt x="32" y="532"/>
                    <a:pt x="31" y="531"/>
                  </a:cubicBezTo>
                  <a:cubicBezTo>
                    <a:pt x="31" y="530"/>
                    <a:pt x="30" y="530"/>
                    <a:pt x="30" y="530"/>
                  </a:cubicBezTo>
                  <a:close/>
                  <a:moveTo>
                    <a:pt x="343" y="126"/>
                  </a:moveTo>
                  <a:cubicBezTo>
                    <a:pt x="343" y="126"/>
                    <a:pt x="342" y="127"/>
                    <a:pt x="342" y="127"/>
                  </a:cubicBezTo>
                  <a:cubicBezTo>
                    <a:pt x="342" y="127"/>
                    <a:pt x="344" y="126"/>
                    <a:pt x="344" y="125"/>
                  </a:cubicBezTo>
                  <a:cubicBezTo>
                    <a:pt x="344" y="125"/>
                    <a:pt x="342" y="126"/>
                    <a:pt x="342" y="126"/>
                  </a:cubicBezTo>
                  <a:cubicBezTo>
                    <a:pt x="343" y="126"/>
                    <a:pt x="343" y="125"/>
                    <a:pt x="343" y="125"/>
                  </a:cubicBezTo>
                  <a:cubicBezTo>
                    <a:pt x="342" y="125"/>
                    <a:pt x="341" y="126"/>
                    <a:pt x="341" y="126"/>
                  </a:cubicBezTo>
                  <a:cubicBezTo>
                    <a:pt x="341" y="126"/>
                    <a:pt x="341" y="126"/>
                    <a:pt x="341" y="126"/>
                  </a:cubicBezTo>
                  <a:cubicBezTo>
                    <a:pt x="341" y="126"/>
                    <a:pt x="340" y="126"/>
                    <a:pt x="340" y="126"/>
                  </a:cubicBezTo>
                  <a:cubicBezTo>
                    <a:pt x="341" y="126"/>
                    <a:pt x="341" y="125"/>
                    <a:pt x="341" y="125"/>
                  </a:cubicBezTo>
                  <a:cubicBezTo>
                    <a:pt x="341" y="125"/>
                    <a:pt x="341" y="125"/>
                    <a:pt x="341" y="125"/>
                  </a:cubicBezTo>
                  <a:cubicBezTo>
                    <a:pt x="341" y="125"/>
                    <a:pt x="341" y="125"/>
                    <a:pt x="341" y="125"/>
                  </a:cubicBezTo>
                  <a:cubicBezTo>
                    <a:pt x="341" y="124"/>
                    <a:pt x="340" y="125"/>
                    <a:pt x="340" y="125"/>
                  </a:cubicBezTo>
                  <a:cubicBezTo>
                    <a:pt x="340" y="125"/>
                    <a:pt x="338" y="125"/>
                    <a:pt x="338" y="125"/>
                  </a:cubicBezTo>
                  <a:cubicBezTo>
                    <a:pt x="338" y="126"/>
                    <a:pt x="338" y="126"/>
                    <a:pt x="338" y="126"/>
                  </a:cubicBezTo>
                  <a:cubicBezTo>
                    <a:pt x="338" y="126"/>
                    <a:pt x="337" y="127"/>
                    <a:pt x="337" y="127"/>
                  </a:cubicBezTo>
                  <a:cubicBezTo>
                    <a:pt x="337" y="127"/>
                    <a:pt x="335" y="126"/>
                    <a:pt x="335" y="126"/>
                  </a:cubicBezTo>
                  <a:cubicBezTo>
                    <a:pt x="334" y="127"/>
                    <a:pt x="335" y="127"/>
                    <a:pt x="335" y="128"/>
                  </a:cubicBezTo>
                  <a:cubicBezTo>
                    <a:pt x="335" y="128"/>
                    <a:pt x="333" y="127"/>
                    <a:pt x="333" y="127"/>
                  </a:cubicBezTo>
                  <a:cubicBezTo>
                    <a:pt x="333" y="127"/>
                    <a:pt x="332" y="128"/>
                    <a:pt x="332" y="128"/>
                  </a:cubicBezTo>
                  <a:cubicBezTo>
                    <a:pt x="332" y="128"/>
                    <a:pt x="333" y="128"/>
                    <a:pt x="333" y="128"/>
                  </a:cubicBezTo>
                  <a:cubicBezTo>
                    <a:pt x="332" y="129"/>
                    <a:pt x="333" y="129"/>
                    <a:pt x="333" y="130"/>
                  </a:cubicBezTo>
                  <a:cubicBezTo>
                    <a:pt x="334" y="129"/>
                    <a:pt x="334" y="129"/>
                    <a:pt x="335" y="129"/>
                  </a:cubicBezTo>
                  <a:cubicBezTo>
                    <a:pt x="335" y="129"/>
                    <a:pt x="338" y="127"/>
                    <a:pt x="338" y="127"/>
                  </a:cubicBezTo>
                  <a:cubicBezTo>
                    <a:pt x="338" y="128"/>
                    <a:pt x="337" y="128"/>
                    <a:pt x="337" y="129"/>
                  </a:cubicBezTo>
                  <a:cubicBezTo>
                    <a:pt x="337" y="128"/>
                    <a:pt x="338" y="128"/>
                    <a:pt x="338" y="128"/>
                  </a:cubicBezTo>
                  <a:cubicBezTo>
                    <a:pt x="339" y="128"/>
                    <a:pt x="338" y="128"/>
                    <a:pt x="339" y="128"/>
                  </a:cubicBezTo>
                  <a:cubicBezTo>
                    <a:pt x="339" y="128"/>
                    <a:pt x="339" y="128"/>
                    <a:pt x="340" y="128"/>
                  </a:cubicBezTo>
                  <a:cubicBezTo>
                    <a:pt x="339" y="128"/>
                    <a:pt x="339" y="128"/>
                    <a:pt x="339" y="128"/>
                  </a:cubicBezTo>
                  <a:cubicBezTo>
                    <a:pt x="340" y="127"/>
                    <a:pt x="340" y="127"/>
                    <a:pt x="341" y="127"/>
                  </a:cubicBezTo>
                  <a:cubicBezTo>
                    <a:pt x="341" y="127"/>
                    <a:pt x="340" y="127"/>
                    <a:pt x="341" y="128"/>
                  </a:cubicBezTo>
                  <a:cubicBezTo>
                    <a:pt x="341" y="128"/>
                    <a:pt x="342" y="128"/>
                    <a:pt x="342" y="128"/>
                  </a:cubicBezTo>
                  <a:cubicBezTo>
                    <a:pt x="342" y="127"/>
                    <a:pt x="344" y="126"/>
                    <a:pt x="344" y="126"/>
                  </a:cubicBezTo>
                  <a:cubicBezTo>
                    <a:pt x="344" y="126"/>
                    <a:pt x="343" y="127"/>
                    <a:pt x="343" y="127"/>
                  </a:cubicBezTo>
                  <a:cubicBezTo>
                    <a:pt x="343" y="127"/>
                    <a:pt x="343" y="126"/>
                    <a:pt x="343" y="126"/>
                  </a:cubicBezTo>
                  <a:close/>
                  <a:moveTo>
                    <a:pt x="247" y="109"/>
                  </a:moveTo>
                  <a:cubicBezTo>
                    <a:pt x="247" y="110"/>
                    <a:pt x="247" y="109"/>
                    <a:pt x="247" y="109"/>
                  </a:cubicBezTo>
                  <a:cubicBezTo>
                    <a:pt x="247" y="109"/>
                    <a:pt x="247" y="109"/>
                    <a:pt x="247" y="109"/>
                  </a:cubicBezTo>
                  <a:cubicBezTo>
                    <a:pt x="248" y="110"/>
                    <a:pt x="248" y="111"/>
                    <a:pt x="249" y="111"/>
                  </a:cubicBezTo>
                  <a:cubicBezTo>
                    <a:pt x="249" y="111"/>
                    <a:pt x="250" y="111"/>
                    <a:pt x="250" y="111"/>
                  </a:cubicBezTo>
                  <a:cubicBezTo>
                    <a:pt x="251" y="111"/>
                    <a:pt x="250" y="112"/>
                    <a:pt x="250" y="112"/>
                  </a:cubicBezTo>
                  <a:cubicBezTo>
                    <a:pt x="251" y="112"/>
                    <a:pt x="252" y="111"/>
                    <a:pt x="251" y="111"/>
                  </a:cubicBezTo>
                  <a:cubicBezTo>
                    <a:pt x="250" y="111"/>
                    <a:pt x="252" y="110"/>
                    <a:pt x="252" y="111"/>
                  </a:cubicBezTo>
                  <a:cubicBezTo>
                    <a:pt x="252" y="111"/>
                    <a:pt x="254" y="110"/>
                    <a:pt x="254" y="110"/>
                  </a:cubicBezTo>
                  <a:cubicBezTo>
                    <a:pt x="255" y="111"/>
                    <a:pt x="255" y="110"/>
                    <a:pt x="256" y="110"/>
                  </a:cubicBezTo>
                  <a:cubicBezTo>
                    <a:pt x="256" y="110"/>
                    <a:pt x="256" y="110"/>
                    <a:pt x="257" y="110"/>
                  </a:cubicBezTo>
                  <a:cubicBezTo>
                    <a:pt x="257" y="110"/>
                    <a:pt x="258" y="110"/>
                    <a:pt x="258" y="109"/>
                  </a:cubicBezTo>
                  <a:cubicBezTo>
                    <a:pt x="258" y="109"/>
                    <a:pt x="258" y="109"/>
                    <a:pt x="258" y="109"/>
                  </a:cubicBezTo>
                  <a:cubicBezTo>
                    <a:pt x="258" y="109"/>
                    <a:pt x="258" y="109"/>
                    <a:pt x="258" y="109"/>
                  </a:cubicBezTo>
                  <a:cubicBezTo>
                    <a:pt x="258" y="108"/>
                    <a:pt x="260" y="108"/>
                    <a:pt x="259" y="108"/>
                  </a:cubicBezTo>
                  <a:cubicBezTo>
                    <a:pt x="260" y="107"/>
                    <a:pt x="261" y="107"/>
                    <a:pt x="261" y="106"/>
                  </a:cubicBezTo>
                  <a:cubicBezTo>
                    <a:pt x="261" y="106"/>
                    <a:pt x="261" y="106"/>
                    <a:pt x="261" y="106"/>
                  </a:cubicBezTo>
                  <a:cubicBezTo>
                    <a:pt x="262" y="106"/>
                    <a:pt x="261" y="106"/>
                    <a:pt x="260" y="106"/>
                  </a:cubicBezTo>
                  <a:cubicBezTo>
                    <a:pt x="260" y="106"/>
                    <a:pt x="259" y="106"/>
                    <a:pt x="259" y="106"/>
                  </a:cubicBezTo>
                  <a:cubicBezTo>
                    <a:pt x="259" y="106"/>
                    <a:pt x="260" y="105"/>
                    <a:pt x="260" y="105"/>
                  </a:cubicBezTo>
                  <a:cubicBezTo>
                    <a:pt x="260" y="105"/>
                    <a:pt x="258" y="106"/>
                    <a:pt x="259" y="105"/>
                  </a:cubicBezTo>
                  <a:cubicBezTo>
                    <a:pt x="258" y="105"/>
                    <a:pt x="257" y="106"/>
                    <a:pt x="257" y="106"/>
                  </a:cubicBezTo>
                  <a:cubicBezTo>
                    <a:pt x="257" y="105"/>
                    <a:pt x="255" y="106"/>
                    <a:pt x="255" y="106"/>
                  </a:cubicBezTo>
                  <a:cubicBezTo>
                    <a:pt x="254" y="106"/>
                    <a:pt x="254" y="106"/>
                    <a:pt x="253" y="106"/>
                  </a:cubicBezTo>
                  <a:cubicBezTo>
                    <a:pt x="253" y="106"/>
                    <a:pt x="252" y="107"/>
                    <a:pt x="251" y="107"/>
                  </a:cubicBezTo>
                  <a:cubicBezTo>
                    <a:pt x="251" y="107"/>
                    <a:pt x="250" y="107"/>
                    <a:pt x="249" y="107"/>
                  </a:cubicBezTo>
                  <a:cubicBezTo>
                    <a:pt x="249" y="107"/>
                    <a:pt x="248" y="107"/>
                    <a:pt x="247" y="107"/>
                  </a:cubicBezTo>
                  <a:cubicBezTo>
                    <a:pt x="247" y="107"/>
                    <a:pt x="247" y="107"/>
                    <a:pt x="246" y="108"/>
                  </a:cubicBezTo>
                  <a:cubicBezTo>
                    <a:pt x="246" y="108"/>
                    <a:pt x="246" y="108"/>
                    <a:pt x="246" y="108"/>
                  </a:cubicBezTo>
                  <a:cubicBezTo>
                    <a:pt x="246" y="108"/>
                    <a:pt x="246" y="108"/>
                    <a:pt x="246" y="108"/>
                  </a:cubicBezTo>
                  <a:cubicBezTo>
                    <a:pt x="246" y="109"/>
                    <a:pt x="246" y="109"/>
                    <a:pt x="247" y="109"/>
                  </a:cubicBezTo>
                  <a:close/>
                  <a:moveTo>
                    <a:pt x="341" y="124"/>
                  </a:moveTo>
                  <a:cubicBezTo>
                    <a:pt x="341" y="125"/>
                    <a:pt x="342" y="125"/>
                    <a:pt x="343" y="124"/>
                  </a:cubicBezTo>
                  <a:cubicBezTo>
                    <a:pt x="343" y="124"/>
                    <a:pt x="344" y="124"/>
                    <a:pt x="344" y="123"/>
                  </a:cubicBezTo>
                  <a:cubicBezTo>
                    <a:pt x="344" y="123"/>
                    <a:pt x="345" y="123"/>
                    <a:pt x="345" y="123"/>
                  </a:cubicBezTo>
                  <a:cubicBezTo>
                    <a:pt x="344" y="123"/>
                    <a:pt x="343" y="123"/>
                    <a:pt x="343" y="123"/>
                  </a:cubicBezTo>
                  <a:cubicBezTo>
                    <a:pt x="342" y="124"/>
                    <a:pt x="341" y="124"/>
                    <a:pt x="341" y="124"/>
                  </a:cubicBezTo>
                  <a:close/>
                  <a:moveTo>
                    <a:pt x="406" y="106"/>
                  </a:moveTo>
                  <a:cubicBezTo>
                    <a:pt x="406" y="106"/>
                    <a:pt x="406" y="106"/>
                    <a:pt x="405" y="106"/>
                  </a:cubicBezTo>
                  <a:cubicBezTo>
                    <a:pt x="406" y="106"/>
                    <a:pt x="406" y="106"/>
                    <a:pt x="406" y="105"/>
                  </a:cubicBezTo>
                  <a:cubicBezTo>
                    <a:pt x="405" y="105"/>
                    <a:pt x="404" y="106"/>
                    <a:pt x="403" y="107"/>
                  </a:cubicBezTo>
                  <a:cubicBezTo>
                    <a:pt x="402" y="107"/>
                    <a:pt x="401" y="108"/>
                    <a:pt x="400" y="108"/>
                  </a:cubicBezTo>
                  <a:cubicBezTo>
                    <a:pt x="399" y="109"/>
                    <a:pt x="398" y="109"/>
                    <a:pt x="397" y="109"/>
                  </a:cubicBezTo>
                  <a:cubicBezTo>
                    <a:pt x="397" y="109"/>
                    <a:pt x="396" y="110"/>
                    <a:pt x="396" y="110"/>
                  </a:cubicBezTo>
                  <a:cubicBezTo>
                    <a:pt x="396" y="110"/>
                    <a:pt x="395" y="110"/>
                    <a:pt x="395" y="110"/>
                  </a:cubicBezTo>
                  <a:cubicBezTo>
                    <a:pt x="395" y="111"/>
                    <a:pt x="393" y="111"/>
                    <a:pt x="393" y="111"/>
                  </a:cubicBezTo>
                  <a:cubicBezTo>
                    <a:pt x="393" y="111"/>
                    <a:pt x="396" y="111"/>
                    <a:pt x="397" y="111"/>
                  </a:cubicBezTo>
                  <a:cubicBezTo>
                    <a:pt x="398" y="111"/>
                    <a:pt x="398" y="110"/>
                    <a:pt x="398" y="110"/>
                  </a:cubicBezTo>
                  <a:cubicBezTo>
                    <a:pt x="399" y="110"/>
                    <a:pt x="399" y="110"/>
                    <a:pt x="399" y="109"/>
                  </a:cubicBezTo>
                  <a:cubicBezTo>
                    <a:pt x="401" y="107"/>
                    <a:pt x="404" y="108"/>
                    <a:pt x="406" y="106"/>
                  </a:cubicBezTo>
                  <a:cubicBezTo>
                    <a:pt x="406" y="106"/>
                    <a:pt x="405" y="106"/>
                    <a:pt x="405" y="106"/>
                  </a:cubicBezTo>
                  <a:cubicBezTo>
                    <a:pt x="405" y="106"/>
                    <a:pt x="406" y="106"/>
                    <a:pt x="406" y="106"/>
                  </a:cubicBezTo>
                  <a:close/>
                  <a:moveTo>
                    <a:pt x="183" y="144"/>
                  </a:moveTo>
                  <a:cubicBezTo>
                    <a:pt x="183" y="144"/>
                    <a:pt x="184" y="144"/>
                    <a:pt x="184" y="144"/>
                  </a:cubicBezTo>
                  <a:cubicBezTo>
                    <a:pt x="184" y="144"/>
                    <a:pt x="182" y="143"/>
                    <a:pt x="182" y="144"/>
                  </a:cubicBezTo>
                  <a:cubicBezTo>
                    <a:pt x="182" y="144"/>
                    <a:pt x="183" y="144"/>
                    <a:pt x="183" y="144"/>
                  </a:cubicBezTo>
                  <a:close/>
                  <a:moveTo>
                    <a:pt x="480" y="145"/>
                  </a:moveTo>
                  <a:cubicBezTo>
                    <a:pt x="480" y="145"/>
                    <a:pt x="479" y="146"/>
                    <a:pt x="479" y="147"/>
                  </a:cubicBezTo>
                  <a:cubicBezTo>
                    <a:pt x="478" y="147"/>
                    <a:pt x="478" y="147"/>
                    <a:pt x="478" y="148"/>
                  </a:cubicBezTo>
                  <a:cubicBezTo>
                    <a:pt x="478" y="148"/>
                    <a:pt x="479" y="148"/>
                    <a:pt x="479" y="148"/>
                  </a:cubicBezTo>
                  <a:cubicBezTo>
                    <a:pt x="479" y="148"/>
                    <a:pt x="479" y="149"/>
                    <a:pt x="479" y="149"/>
                  </a:cubicBezTo>
                  <a:cubicBezTo>
                    <a:pt x="479" y="149"/>
                    <a:pt x="480" y="148"/>
                    <a:pt x="480" y="148"/>
                  </a:cubicBezTo>
                  <a:cubicBezTo>
                    <a:pt x="480" y="148"/>
                    <a:pt x="481" y="148"/>
                    <a:pt x="481" y="148"/>
                  </a:cubicBezTo>
                  <a:cubicBezTo>
                    <a:pt x="481" y="148"/>
                    <a:pt x="481" y="147"/>
                    <a:pt x="481" y="147"/>
                  </a:cubicBezTo>
                  <a:cubicBezTo>
                    <a:pt x="481" y="146"/>
                    <a:pt x="480" y="147"/>
                    <a:pt x="480" y="146"/>
                  </a:cubicBezTo>
                  <a:cubicBezTo>
                    <a:pt x="480" y="146"/>
                    <a:pt x="481" y="145"/>
                    <a:pt x="480" y="145"/>
                  </a:cubicBezTo>
                  <a:close/>
                  <a:moveTo>
                    <a:pt x="239" y="159"/>
                  </a:moveTo>
                  <a:cubicBezTo>
                    <a:pt x="239" y="159"/>
                    <a:pt x="239" y="159"/>
                    <a:pt x="239" y="158"/>
                  </a:cubicBezTo>
                  <a:cubicBezTo>
                    <a:pt x="239" y="158"/>
                    <a:pt x="240" y="158"/>
                    <a:pt x="240" y="158"/>
                  </a:cubicBezTo>
                  <a:cubicBezTo>
                    <a:pt x="240" y="158"/>
                    <a:pt x="240" y="158"/>
                    <a:pt x="240" y="158"/>
                  </a:cubicBezTo>
                  <a:cubicBezTo>
                    <a:pt x="240" y="158"/>
                    <a:pt x="240" y="157"/>
                    <a:pt x="240" y="157"/>
                  </a:cubicBezTo>
                  <a:cubicBezTo>
                    <a:pt x="241" y="157"/>
                    <a:pt x="241" y="157"/>
                    <a:pt x="241" y="156"/>
                  </a:cubicBezTo>
                  <a:cubicBezTo>
                    <a:pt x="241" y="156"/>
                    <a:pt x="240" y="158"/>
                    <a:pt x="239" y="157"/>
                  </a:cubicBezTo>
                  <a:cubicBezTo>
                    <a:pt x="239" y="157"/>
                    <a:pt x="241" y="157"/>
                    <a:pt x="240" y="156"/>
                  </a:cubicBezTo>
                  <a:cubicBezTo>
                    <a:pt x="239" y="156"/>
                    <a:pt x="237" y="158"/>
                    <a:pt x="236" y="159"/>
                  </a:cubicBezTo>
                  <a:cubicBezTo>
                    <a:pt x="237" y="159"/>
                    <a:pt x="237" y="159"/>
                    <a:pt x="237" y="159"/>
                  </a:cubicBezTo>
                  <a:cubicBezTo>
                    <a:pt x="238" y="158"/>
                    <a:pt x="238" y="158"/>
                    <a:pt x="238" y="158"/>
                  </a:cubicBezTo>
                  <a:cubicBezTo>
                    <a:pt x="237" y="159"/>
                    <a:pt x="238" y="159"/>
                    <a:pt x="239" y="159"/>
                  </a:cubicBezTo>
                  <a:cubicBezTo>
                    <a:pt x="239" y="159"/>
                    <a:pt x="239" y="159"/>
                    <a:pt x="239" y="159"/>
                  </a:cubicBezTo>
                  <a:close/>
                  <a:moveTo>
                    <a:pt x="457" y="140"/>
                  </a:moveTo>
                  <a:cubicBezTo>
                    <a:pt x="459" y="140"/>
                    <a:pt x="460" y="139"/>
                    <a:pt x="461" y="138"/>
                  </a:cubicBezTo>
                  <a:cubicBezTo>
                    <a:pt x="461" y="138"/>
                    <a:pt x="463" y="137"/>
                    <a:pt x="462" y="136"/>
                  </a:cubicBezTo>
                  <a:cubicBezTo>
                    <a:pt x="461" y="136"/>
                    <a:pt x="460" y="137"/>
                    <a:pt x="460" y="137"/>
                  </a:cubicBezTo>
                  <a:cubicBezTo>
                    <a:pt x="460" y="137"/>
                    <a:pt x="460" y="137"/>
                    <a:pt x="460" y="137"/>
                  </a:cubicBezTo>
                  <a:cubicBezTo>
                    <a:pt x="460" y="138"/>
                    <a:pt x="459" y="138"/>
                    <a:pt x="460" y="138"/>
                  </a:cubicBezTo>
                  <a:cubicBezTo>
                    <a:pt x="460" y="138"/>
                    <a:pt x="459" y="138"/>
                    <a:pt x="459" y="139"/>
                  </a:cubicBezTo>
                  <a:cubicBezTo>
                    <a:pt x="458" y="139"/>
                    <a:pt x="458" y="139"/>
                    <a:pt x="457" y="140"/>
                  </a:cubicBezTo>
                  <a:close/>
                  <a:moveTo>
                    <a:pt x="335" y="131"/>
                  </a:moveTo>
                  <a:cubicBezTo>
                    <a:pt x="335" y="131"/>
                    <a:pt x="335" y="131"/>
                    <a:pt x="335" y="131"/>
                  </a:cubicBezTo>
                  <a:cubicBezTo>
                    <a:pt x="335" y="132"/>
                    <a:pt x="333" y="132"/>
                    <a:pt x="332" y="133"/>
                  </a:cubicBezTo>
                  <a:cubicBezTo>
                    <a:pt x="333" y="132"/>
                    <a:pt x="333" y="132"/>
                    <a:pt x="333" y="132"/>
                  </a:cubicBezTo>
                  <a:cubicBezTo>
                    <a:pt x="333" y="133"/>
                    <a:pt x="333" y="133"/>
                    <a:pt x="332" y="133"/>
                  </a:cubicBezTo>
                  <a:cubicBezTo>
                    <a:pt x="333" y="133"/>
                    <a:pt x="333" y="133"/>
                    <a:pt x="333" y="133"/>
                  </a:cubicBezTo>
                  <a:cubicBezTo>
                    <a:pt x="333" y="133"/>
                    <a:pt x="333" y="133"/>
                    <a:pt x="332" y="133"/>
                  </a:cubicBezTo>
                  <a:cubicBezTo>
                    <a:pt x="332" y="133"/>
                    <a:pt x="334" y="133"/>
                    <a:pt x="334" y="133"/>
                  </a:cubicBezTo>
                  <a:cubicBezTo>
                    <a:pt x="335" y="133"/>
                    <a:pt x="333" y="134"/>
                    <a:pt x="332" y="134"/>
                  </a:cubicBezTo>
                  <a:cubicBezTo>
                    <a:pt x="332" y="135"/>
                    <a:pt x="332" y="135"/>
                    <a:pt x="331" y="135"/>
                  </a:cubicBezTo>
                  <a:cubicBezTo>
                    <a:pt x="331" y="135"/>
                    <a:pt x="330" y="135"/>
                    <a:pt x="330" y="135"/>
                  </a:cubicBezTo>
                  <a:cubicBezTo>
                    <a:pt x="330" y="135"/>
                    <a:pt x="330" y="135"/>
                    <a:pt x="330" y="135"/>
                  </a:cubicBezTo>
                  <a:cubicBezTo>
                    <a:pt x="330" y="135"/>
                    <a:pt x="329" y="135"/>
                    <a:pt x="329" y="135"/>
                  </a:cubicBezTo>
                  <a:cubicBezTo>
                    <a:pt x="329" y="135"/>
                    <a:pt x="327" y="134"/>
                    <a:pt x="327" y="135"/>
                  </a:cubicBezTo>
                  <a:cubicBezTo>
                    <a:pt x="327" y="135"/>
                    <a:pt x="327" y="135"/>
                    <a:pt x="327" y="135"/>
                  </a:cubicBezTo>
                  <a:cubicBezTo>
                    <a:pt x="326" y="135"/>
                    <a:pt x="326" y="135"/>
                    <a:pt x="325" y="135"/>
                  </a:cubicBezTo>
                  <a:cubicBezTo>
                    <a:pt x="326" y="135"/>
                    <a:pt x="327" y="135"/>
                    <a:pt x="328" y="135"/>
                  </a:cubicBezTo>
                  <a:cubicBezTo>
                    <a:pt x="329" y="136"/>
                    <a:pt x="327" y="137"/>
                    <a:pt x="326" y="137"/>
                  </a:cubicBezTo>
                  <a:cubicBezTo>
                    <a:pt x="326" y="137"/>
                    <a:pt x="326" y="137"/>
                    <a:pt x="326" y="137"/>
                  </a:cubicBezTo>
                  <a:cubicBezTo>
                    <a:pt x="326" y="136"/>
                    <a:pt x="325" y="137"/>
                    <a:pt x="325" y="137"/>
                  </a:cubicBezTo>
                  <a:cubicBezTo>
                    <a:pt x="325" y="137"/>
                    <a:pt x="325" y="137"/>
                    <a:pt x="325" y="137"/>
                  </a:cubicBezTo>
                  <a:cubicBezTo>
                    <a:pt x="325" y="137"/>
                    <a:pt x="325" y="136"/>
                    <a:pt x="326" y="136"/>
                  </a:cubicBezTo>
                  <a:cubicBezTo>
                    <a:pt x="325" y="136"/>
                    <a:pt x="323" y="137"/>
                    <a:pt x="323" y="136"/>
                  </a:cubicBezTo>
                  <a:cubicBezTo>
                    <a:pt x="323" y="136"/>
                    <a:pt x="323" y="136"/>
                    <a:pt x="323" y="136"/>
                  </a:cubicBezTo>
                  <a:cubicBezTo>
                    <a:pt x="323" y="136"/>
                    <a:pt x="323" y="136"/>
                    <a:pt x="323" y="137"/>
                  </a:cubicBezTo>
                  <a:cubicBezTo>
                    <a:pt x="323" y="137"/>
                    <a:pt x="324" y="136"/>
                    <a:pt x="324" y="137"/>
                  </a:cubicBezTo>
                  <a:cubicBezTo>
                    <a:pt x="324" y="137"/>
                    <a:pt x="323" y="137"/>
                    <a:pt x="323" y="137"/>
                  </a:cubicBezTo>
                  <a:cubicBezTo>
                    <a:pt x="323" y="137"/>
                    <a:pt x="322" y="137"/>
                    <a:pt x="321" y="137"/>
                  </a:cubicBezTo>
                  <a:cubicBezTo>
                    <a:pt x="320" y="137"/>
                    <a:pt x="320" y="138"/>
                    <a:pt x="319" y="138"/>
                  </a:cubicBezTo>
                  <a:cubicBezTo>
                    <a:pt x="319" y="138"/>
                    <a:pt x="319" y="138"/>
                    <a:pt x="318" y="139"/>
                  </a:cubicBezTo>
                  <a:cubicBezTo>
                    <a:pt x="318" y="138"/>
                    <a:pt x="319" y="138"/>
                    <a:pt x="319" y="138"/>
                  </a:cubicBezTo>
                  <a:cubicBezTo>
                    <a:pt x="319" y="138"/>
                    <a:pt x="318" y="138"/>
                    <a:pt x="318" y="138"/>
                  </a:cubicBezTo>
                  <a:cubicBezTo>
                    <a:pt x="319" y="138"/>
                    <a:pt x="318" y="138"/>
                    <a:pt x="318" y="139"/>
                  </a:cubicBezTo>
                  <a:cubicBezTo>
                    <a:pt x="318" y="139"/>
                    <a:pt x="318" y="139"/>
                    <a:pt x="317" y="139"/>
                  </a:cubicBezTo>
                  <a:cubicBezTo>
                    <a:pt x="317" y="139"/>
                    <a:pt x="316" y="139"/>
                    <a:pt x="315" y="139"/>
                  </a:cubicBezTo>
                  <a:cubicBezTo>
                    <a:pt x="316" y="139"/>
                    <a:pt x="316" y="139"/>
                    <a:pt x="316" y="139"/>
                  </a:cubicBezTo>
                  <a:cubicBezTo>
                    <a:pt x="316" y="140"/>
                    <a:pt x="316" y="139"/>
                    <a:pt x="315" y="140"/>
                  </a:cubicBezTo>
                  <a:cubicBezTo>
                    <a:pt x="317" y="140"/>
                    <a:pt x="315" y="141"/>
                    <a:pt x="315" y="140"/>
                  </a:cubicBezTo>
                  <a:cubicBezTo>
                    <a:pt x="315" y="140"/>
                    <a:pt x="315" y="140"/>
                    <a:pt x="315" y="140"/>
                  </a:cubicBezTo>
                  <a:cubicBezTo>
                    <a:pt x="315" y="140"/>
                    <a:pt x="314" y="140"/>
                    <a:pt x="314" y="141"/>
                  </a:cubicBezTo>
                  <a:cubicBezTo>
                    <a:pt x="314" y="141"/>
                    <a:pt x="313" y="141"/>
                    <a:pt x="313" y="141"/>
                  </a:cubicBezTo>
                  <a:cubicBezTo>
                    <a:pt x="313" y="141"/>
                    <a:pt x="313" y="141"/>
                    <a:pt x="314" y="141"/>
                  </a:cubicBezTo>
                  <a:cubicBezTo>
                    <a:pt x="313" y="141"/>
                    <a:pt x="313" y="141"/>
                    <a:pt x="312" y="141"/>
                  </a:cubicBezTo>
                  <a:cubicBezTo>
                    <a:pt x="312" y="142"/>
                    <a:pt x="311" y="142"/>
                    <a:pt x="311" y="142"/>
                  </a:cubicBezTo>
                  <a:cubicBezTo>
                    <a:pt x="311" y="142"/>
                    <a:pt x="310" y="143"/>
                    <a:pt x="310" y="142"/>
                  </a:cubicBezTo>
                  <a:cubicBezTo>
                    <a:pt x="309" y="142"/>
                    <a:pt x="309" y="142"/>
                    <a:pt x="309" y="142"/>
                  </a:cubicBezTo>
                  <a:cubicBezTo>
                    <a:pt x="310" y="141"/>
                    <a:pt x="313" y="141"/>
                    <a:pt x="314" y="140"/>
                  </a:cubicBezTo>
                  <a:cubicBezTo>
                    <a:pt x="314" y="140"/>
                    <a:pt x="314" y="140"/>
                    <a:pt x="314" y="140"/>
                  </a:cubicBezTo>
                  <a:cubicBezTo>
                    <a:pt x="314" y="140"/>
                    <a:pt x="314" y="140"/>
                    <a:pt x="314" y="140"/>
                  </a:cubicBezTo>
                  <a:cubicBezTo>
                    <a:pt x="314" y="140"/>
                    <a:pt x="313" y="140"/>
                    <a:pt x="313" y="140"/>
                  </a:cubicBezTo>
                  <a:cubicBezTo>
                    <a:pt x="313" y="139"/>
                    <a:pt x="315" y="139"/>
                    <a:pt x="316" y="138"/>
                  </a:cubicBezTo>
                  <a:cubicBezTo>
                    <a:pt x="316" y="138"/>
                    <a:pt x="312" y="140"/>
                    <a:pt x="312" y="140"/>
                  </a:cubicBezTo>
                  <a:cubicBezTo>
                    <a:pt x="312" y="140"/>
                    <a:pt x="312" y="140"/>
                    <a:pt x="312" y="140"/>
                  </a:cubicBezTo>
                  <a:cubicBezTo>
                    <a:pt x="311" y="140"/>
                    <a:pt x="310" y="141"/>
                    <a:pt x="309" y="141"/>
                  </a:cubicBezTo>
                  <a:cubicBezTo>
                    <a:pt x="310" y="140"/>
                    <a:pt x="309" y="141"/>
                    <a:pt x="309" y="141"/>
                  </a:cubicBezTo>
                  <a:cubicBezTo>
                    <a:pt x="309" y="141"/>
                    <a:pt x="309" y="141"/>
                    <a:pt x="309" y="141"/>
                  </a:cubicBezTo>
                  <a:cubicBezTo>
                    <a:pt x="309" y="141"/>
                    <a:pt x="309" y="141"/>
                    <a:pt x="309" y="141"/>
                  </a:cubicBezTo>
                  <a:cubicBezTo>
                    <a:pt x="309" y="141"/>
                    <a:pt x="310" y="140"/>
                    <a:pt x="308" y="140"/>
                  </a:cubicBezTo>
                  <a:cubicBezTo>
                    <a:pt x="309" y="139"/>
                    <a:pt x="310" y="139"/>
                    <a:pt x="311" y="138"/>
                  </a:cubicBezTo>
                  <a:cubicBezTo>
                    <a:pt x="311" y="137"/>
                    <a:pt x="310" y="137"/>
                    <a:pt x="310" y="137"/>
                  </a:cubicBezTo>
                  <a:cubicBezTo>
                    <a:pt x="310" y="137"/>
                    <a:pt x="310" y="136"/>
                    <a:pt x="310" y="136"/>
                  </a:cubicBezTo>
                  <a:cubicBezTo>
                    <a:pt x="311" y="136"/>
                    <a:pt x="311" y="136"/>
                    <a:pt x="311" y="136"/>
                  </a:cubicBezTo>
                  <a:cubicBezTo>
                    <a:pt x="311" y="136"/>
                    <a:pt x="312" y="136"/>
                    <a:pt x="312" y="135"/>
                  </a:cubicBezTo>
                  <a:cubicBezTo>
                    <a:pt x="312" y="135"/>
                    <a:pt x="315" y="134"/>
                    <a:pt x="315" y="134"/>
                  </a:cubicBezTo>
                  <a:cubicBezTo>
                    <a:pt x="315" y="134"/>
                    <a:pt x="315" y="134"/>
                    <a:pt x="316" y="134"/>
                  </a:cubicBezTo>
                  <a:cubicBezTo>
                    <a:pt x="316" y="133"/>
                    <a:pt x="319" y="133"/>
                    <a:pt x="319" y="133"/>
                  </a:cubicBezTo>
                  <a:cubicBezTo>
                    <a:pt x="320" y="133"/>
                    <a:pt x="320" y="133"/>
                    <a:pt x="320" y="133"/>
                  </a:cubicBezTo>
                  <a:cubicBezTo>
                    <a:pt x="319" y="134"/>
                    <a:pt x="319" y="134"/>
                    <a:pt x="318" y="134"/>
                  </a:cubicBezTo>
                  <a:cubicBezTo>
                    <a:pt x="319" y="134"/>
                    <a:pt x="320" y="134"/>
                    <a:pt x="319" y="135"/>
                  </a:cubicBezTo>
                  <a:cubicBezTo>
                    <a:pt x="318" y="135"/>
                    <a:pt x="318" y="136"/>
                    <a:pt x="319" y="137"/>
                  </a:cubicBezTo>
                  <a:cubicBezTo>
                    <a:pt x="319" y="136"/>
                    <a:pt x="319" y="135"/>
                    <a:pt x="320" y="135"/>
                  </a:cubicBezTo>
                  <a:cubicBezTo>
                    <a:pt x="320" y="135"/>
                    <a:pt x="320" y="134"/>
                    <a:pt x="321" y="134"/>
                  </a:cubicBezTo>
                  <a:cubicBezTo>
                    <a:pt x="321" y="134"/>
                    <a:pt x="321" y="134"/>
                    <a:pt x="321" y="134"/>
                  </a:cubicBezTo>
                  <a:cubicBezTo>
                    <a:pt x="322" y="134"/>
                    <a:pt x="320" y="133"/>
                    <a:pt x="322" y="133"/>
                  </a:cubicBezTo>
                  <a:cubicBezTo>
                    <a:pt x="322" y="133"/>
                    <a:pt x="323" y="133"/>
                    <a:pt x="323" y="133"/>
                  </a:cubicBezTo>
                  <a:cubicBezTo>
                    <a:pt x="323" y="134"/>
                    <a:pt x="323" y="133"/>
                    <a:pt x="323" y="133"/>
                  </a:cubicBezTo>
                  <a:cubicBezTo>
                    <a:pt x="323" y="133"/>
                    <a:pt x="322" y="133"/>
                    <a:pt x="322" y="132"/>
                  </a:cubicBezTo>
                  <a:cubicBezTo>
                    <a:pt x="322" y="132"/>
                    <a:pt x="322" y="132"/>
                    <a:pt x="323" y="131"/>
                  </a:cubicBezTo>
                  <a:cubicBezTo>
                    <a:pt x="323" y="131"/>
                    <a:pt x="324" y="131"/>
                    <a:pt x="324" y="131"/>
                  </a:cubicBezTo>
                  <a:cubicBezTo>
                    <a:pt x="325" y="131"/>
                    <a:pt x="325" y="131"/>
                    <a:pt x="325" y="130"/>
                  </a:cubicBezTo>
                  <a:cubicBezTo>
                    <a:pt x="325" y="130"/>
                    <a:pt x="326" y="131"/>
                    <a:pt x="326" y="131"/>
                  </a:cubicBezTo>
                  <a:cubicBezTo>
                    <a:pt x="325" y="131"/>
                    <a:pt x="326" y="131"/>
                    <a:pt x="325" y="132"/>
                  </a:cubicBezTo>
                  <a:cubicBezTo>
                    <a:pt x="325" y="132"/>
                    <a:pt x="324" y="133"/>
                    <a:pt x="324" y="133"/>
                  </a:cubicBezTo>
                  <a:cubicBezTo>
                    <a:pt x="324" y="133"/>
                    <a:pt x="324" y="133"/>
                    <a:pt x="324" y="133"/>
                  </a:cubicBezTo>
                  <a:cubicBezTo>
                    <a:pt x="325" y="132"/>
                    <a:pt x="325" y="133"/>
                    <a:pt x="325" y="132"/>
                  </a:cubicBezTo>
                  <a:cubicBezTo>
                    <a:pt x="325" y="132"/>
                    <a:pt x="326" y="131"/>
                    <a:pt x="326" y="132"/>
                  </a:cubicBezTo>
                  <a:cubicBezTo>
                    <a:pt x="326" y="132"/>
                    <a:pt x="326" y="132"/>
                    <a:pt x="326" y="132"/>
                  </a:cubicBezTo>
                  <a:cubicBezTo>
                    <a:pt x="326" y="133"/>
                    <a:pt x="327" y="132"/>
                    <a:pt x="327" y="132"/>
                  </a:cubicBezTo>
                  <a:cubicBezTo>
                    <a:pt x="326" y="131"/>
                    <a:pt x="327" y="131"/>
                    <a:pt x="328" y="132"/>
                  </a:cubicBezTo>
                  <a:cubicBezTo>
                    <a:pt x="328" y="132"/>
                    <a:pt x="327" y="132"/>
                    <a:pt x="327" y="132"/>
                  </a:cubicBezTo>
                  <a:cubicBezTo>
                    <a:pt x="328" y="132"/>
                    <a:pt x="328" y="132"/>
                    <a:pt x="328" y="131"/>
                  </a:cubicBezTo>
                  <a:cubicBezTo>
                    <a:pt x="329" y="131"/>
                    <a:pt x="329" y="130"/>
                    <a:pt x="329" y="130"/>
                  </a:cubicBezTo>
                  <a:cubicBezTo>
                    <a:pt x="330" y="131"/>
                    <a:pt x="329" y="131"/>
                    <a:pt x="330" y="131"/>
                  </a:cubicBezTo>
                  <a:cubicBezTo>
                    <a:pt x="330" y="131"/>
                    <a:pt x="330" y="130"/>
                    <a:pt x="330" y="130"/>
                  </a:cubicBezTo>
                  <a:cubicBezTo>
                    <a:pt x="330" y="130"/>
                    <a:pt x="329" y="130"/>
                    <a:pt x="330" y="129"/>
                  </a:cubicBezTo>
                  <a:cubicBezTo>
                    <a:pt x="330" y="129"/>
                    <a:pt x="331" y="130"/>
                    <a:pt x="331" y="130"/>
                  </a:cubicBezTo>
                  <a:cubicBezTo>
                    <a:pt x="331" y="130"/>
                    <a:pt x="332" y="130"/>
                    <a:pt x="332" y="130"/>
                  </a:cubicBezTo>
                  <a:cubicBezTo>
                    <a:pt x="333" y="130"/>
                    <a:pt x="332" y="131"/>
                    <a:pt x="332" y="131"/>
                  </a:cubicBezTo>
                  <a:cubicBezTo>
                    <a:pt x="332" y="131"/>
                    <a:pt x="332" y="131"/>
                    <a:pt x="331" y="131"/>
                  </a:cubicBezTo>
                  <a:cubicBezTo>
                    <a:pt x="331" y="131"/>
                    <a:pt x="331" y="131"/>
                    <a:pt x="331" y="131"/>
                  </a:cubicBezTo>
                  <a:cubicBezTo>
                    <a:pt x="330" y="131"/>
                    <a:pt x="330" y="132"/>
                    <a:pt x="330" y="132"/>
                  </a:cubicBezTo>
                  <a:cubicBezTo>
                    <a:pt x="331" y="132"/>
                    <a:pt x="331" y="131"/>
                    <a:pt x="332" y="131"/>
                  </a:cubicBezTo>
                  <a:cubicBezTo>
                    <a:pt x="332" y="131"/>
                    <a:pt x="332" y="131"/>
                    <a:pt x="332" y="131"/>
                  </a:cubicBezTo>
                  <a:cubicBezTo>
                    <a:pt x="332" y="131"/>
                    <a:pt x="333" y="130"/>
                    <a:pt x="334" y="131"/>
                  </a:cubicBezTo>
                  <a:cubicBezTo>
                    <a:pt x="334" y="131"/>
                    <a:pt x="335" y="130"/>
                    <a:pt x="335" y="130"/>
                  </a:cubicBezTo>
                  <a:cubicBezTo>
                    <a:pt x="335" y="130"/>
                    <a:pt x="335" y="131"/>
                    <a:pt x="335" y="131"/>
                  </a:cubicBezTo>
                  <a:close/>
                  <a:moveTo>
                    <a:pt x="314" y="139"/>
                  </a:moveTo>
                  <a:cubicBezTo>
                    <a:pt x="313" y="138"/>
                    <a:pt x="311" y="138"/>
                    <a:pt x="310" y="139"/>
                  </a:cubicBezTo>
                  <a:cubicBezTo>
                    <a:pt x="310" y="139"/>
                    <a:pt x="311" y="139"/>
                    <a:pt x="311" y="139"/>
                  </a:cubicBezTo>
                  <a:cubicBezTo>
                    <a:pt x="312" y="139"/>
                    <a:pt x="312" y="138"/>
                    <a:pt x="313" y="139"/>
                  </a:cubicBezTo>
                  <a:cubicBezTo>
                    <a:pt x="313" y="139"/>
                    <a:pt x="313" y="139"/>
                    <a:pt x="313" y="139"/>
                  </a:cubicBezTo>
                  <a:cubicBezTo>
                    <a:pt x="313" y="139"/>
                    <a:pt x="314" y="139"/>
                    <a:pt x="314" y="139"/>
                  </a:cubicBezTo>
                  <a:close/>
                  <a:moveTo>
                    <a:pt x="468" y="150"/>
                  </a:moveTo>
                  <a:cubicBezTo>
                    <a:pt x="468" y="149"/>
                    <a:pt x="469" y="149"/>
                    <a:pt x="469" y="149"/>
                  </a:cubicBezTo>
                  <a:cubicBezTo>
                    <a:pt x="469" y="149"/>
                    <a:pt x="469" y="149"/>
                    <a:pt x="469" y="148"/>
                  </a:cubicBezTo>
                  <a:cubicBezTo>
                    <a:pt x="468" y="149"/>
                    <a:pt x="468" y="149"/>
                    <a:pt x="467" y="149"/>
                  </a:cubicBezTo>
                  <a:cubicBezTo>
                    <a:pt x="466" y="149"/>
                    <a:pt x="467" y="149"/>
                    <a:pt x="467" y="149"/>
                  </a:cubicBezTo>
                  <a:cubicBezTo>
                    <a:pt x="467" y="149"/>
                    <a:pt x="466" y="149"/>
                    <a:pt x="466" y="149"/>
                  </a:cubicBezTo>
                  <a:cubicBezTo>
                    <a:pt x="465" y="149"/>
                    <a:pt x="465" y="150"/>
                    <a:pt x="464" y="150"/>
                  </a:cubicBezTo>
                  <a:cubicBezTo>
                    <a:pt x="464" y="150"/>
                    <a:pt x="463" y="150"/>
                    <a:pt x="463" y="151"/>
                  </a:cubicBezTo>
                  <a:cubicBezTo>
                    <a:pt x="463" y="151"/>
                    <a:pt x="465" y="151"/>
                    <a:pt x="465" y="150"/>
                  </a:cubicBezTo>
                  <a:cubicBezTo>
                    <a:pt x="466" y="150"/>
                    <a:pt x="466" y="150"/>
                    <a:pt x="467" y="150"/>
                  </a:cubicBezTo>
                  <a:cubicBezTo>
                    <a:pt x="467" y="150"/>
                    <a:pt x="468" y="150"/>
                    <a:pt x="468" y="150"/>
                  </a:cubicBezTo>
                  <a:close/>
                  <a:moveTo>
                    <a:pt x="461" y="135"/>
                  </a:moveTo>
                  <a:cubicBezTo>
                    <a:pt x="461" y="135"/>
                    <a:pt x="462" y="135"/>
                    <a:pt x="461" y="136"/>
                  </a:cubicBezTo>
                  <a:cubicBezTo>
                    <a:pt x="461" y="136"/>
                    <a:pt x="462" y="136"/>
                    <a:pt x="462" y="136"/>
                  </a:cubicBezTo>
                  <a:cubicBezTo>
                    <a:pt x="463" y="136"/>
                    <a:pt x="464" y="135"/>
                    <a:pt x="465" y="135"/>
                  </a:cubicBezTo>
                  <a:cubicBezTo>
                    <a:pt x="465" y="135"/>
                    <a:pt x="465" y="134"/>
                    <a:pt x="465" y="134"/>
                  </a:cubicBezTo>
                  <a:cubicBezTo>
                    <a:pt x="465" y="134"/>
                    <a:pt x="465" y="134"/>
                    <a:pt x="465" y="134"/>
                  </a:cubicBezTo>
                  <a:cubicBezTo>
                    <a:pt x="465" y="133"/>
                    <a:pt x="465" y="133"/>
                    <a:pt x="464" y="133"/>
                  </a:cubicBezTo>
                  <a:cubicBezTo>
                    <a:pt x="465" y="133"/>
                    <a:pt x="465" y="133"/>
                    <a:pt x="466" y="132"/>
                  </a:cubicBezTo>
                  <a:cubicBezTo>
                    <a:pt x="465" y="132"/>
                    <a:pt x="466" y="132"/>
                    <a:pt x="466" y="132"/>
                  </a:cubicBezTo>
                  <a:cubicBezTo>
                    <a:pt x="467" y="133"/>
                    <a:pt x="467" y="133"/>
                    <a:pt x="467" y="134"/>
                  </a:cubicBezTo>
                  <a:cubicBezTo>
                    <a:pt x="468" y="134"/>
                    <a:pt x="468" y="135"/>
                    <a:pt x="468" y="135"/>
                  </a:cubicBezTo>
                  <a:cubicBezTo>
                    <a:pt x="469" y="135"/>
                    <a:pt x="470" y="135"/>
                    <a:pt x="470" y="135"/>
                  </a:cubicBezTo>
                  <a:cubicBezTo>
                    <a:pt x="471" y="135"/>
                    <a:pt x="471" y="134"/>
                    <a:pt x="471" y="134"/>
                  </a:cubicBezTo>
                  <a:cubicBezTo>
                    <a:pt x="472" y="133"/>
                    <a:pt x="472" y="133"/>
                    <a:pt x="472" y="132"/>
                  </a:cubicBezTo>
                  <a:cubicBezTo>
                    <a:pt x="473" y="132"/>
                    <a:pt x="470" y="132"/>
                    <a:pt x="470" y="133"/>
                  </a:cubicBezTo>
                  <a:cubicBezTo>
                    <a:pt x="470" y="132"/>
                    <a:pt x="469" y="132"/>
                    <a:pt x="469" y="132"/>
                  </a:cubicBezTo>
                  <a:cubicBezTo>
                    <a:pt x="469" y="132"/>
                    <a:pt x="469" y="132"/>
                    <a:pt x="469" y="132"/>
                  </a:cubicBezTo>
                  <a:cubicBezTo>
                    <a:pt x="470" y="132"/>
                    <a:pt x="469" y="131"/>
                    <a:pt x="469" y="131"/>
                  </a:cubicBezTo>
                  <a:cubicBezTo>
                    <a:pt x="469" y="131"/>
                    <a:pt x="469" y="131"/>
                    <a:pt x="469" y="131"/>
                  </a:cubicBezTo>
                  <a:cubicBezTo>
                    <a:pt x="468" y="131"/>
                    <a:pt x="468" y="131"/>
                    <a:pt x="468" y="130"/>
                  </a:cubicBezTo>
                  <a:cubicBezTo>
                    <a:pt x="468" y="130"/>
                    <a:pt x="467" y="130"/>
                    <a:pt x="467" y="130"/>
                  </a:cubicBezTo>
                  <a:cubicBezTo>
                    <a:pt x="467" y="130"/>
                    <a:pt x="468" y="130"/>
                    <a:pt x="468" y="130"/>
                  </a:cubicBezTo>
                  <a:cubicBezTo>
                    <a:pt x="469" y="130"/>
                    <a:pt x="469" y="131"/>
                    <a:pt x="470" y="131"/>
                  </a:cubicBezTo>
                  <a:cubicBezTo>
                    <a:pt x="471" y="132"/>
                    <a:pt x="472" y="132"/>
                    <a:pt x="473" y="131"/>
                  </a:cubicBezTo>
                  <a:cubicBezTo>
                    <a:pt x="473" y="131"/>
                    <a:pt x="472" y="131"/>
                    <a:pt x="472" y="130"/>
                  </a:cubicBezTo>
                  <a:cubicBezTo>
                    <a:pt x="472" y="130"/>
                    <a:pt x="472" y="130"/>
                    <a:pt x="473" y="130"/>
                  </a:cubicBezTo>
                  <a:cubicBezTo>
                    <a:pt x="473" y="130"/>
                    <a:pt x="473" y="131"/>
                    <a:pt x="473" y="131"/>
                  </a:cubicBezTo>
                  <a:cubicBezTo>
                    <a:pt x="473" y="130"/>
                    <a:pt x="476" y="130"/>
                    <a:pt x="474" y="129"/>
                  </a:cubicBezTo>
                  <a:cubicBezTo>
                    <a:pt x="474" y="129"/>
                    <a:pt x="475" y="129"/>
                    <a:pt x="475" y="129"/>
                  </a:cubicBezTo>
                  <a:cubicBezTo>
                    <a:pt x="474" y="128"/>
                    <a:pt x="473" y="129"/>
                    <a:pt x="473" y="128"/>
                  </a:cubicBezTo>
                  <a:cubicBezTo>
                    <a:pt x="473" y="128"/>
                    <a:pt x="473" y="128"/>
                    <a:pt x="473" y="128"/>
                  </a:cubicBezTo>
                  <a:cubicBezTo>
                    <a:pt x="473" y="128"/>
                    <a:pt x="472" y="129"/>
                    <a:pt x="471" y="129"/>
                  </a:cubicBezTo>
                  <a:cubicBezTo>
                    <a:pt x="470" y="129"/>
                    <a:pt x="470" y="130"/>
                    <a:pt x="469" y="130"/>
                  </a:cubicBezTo>
                  <a:cubicBezTo>
                    <a:pt x="469" y="130"/>
                    <a:pt x="468" y="130"/>
                    <a:pt x="468" y="130"/>
                  </a:cubicBezTo>
                  <a:cubicBezTo>
                    <a:pt x="468" y="129"/>
                    <a:pt x="469" y="130"/>
                    <a:pt x="470" y="129"/>
                  </a:cubicBezTo>
                  <a:cubicBezTo>
                    <a:pt x="469" y="129"/>
                    <a:pt x="469" y="129"/>
                    <a:pt x="469" y="129"/>
                  </a:cubicBezTo>
                  <a:cubicBezTo>
                    <a:pt x="469" y="129"/>
                    <a:pt x="470" y="129"/>
                    <a:pt x="470" y="129"/>
                  </a:cubicBezTo>
                  <a:cubicBezTo>
                    <a:pt x="470" y="129"/>
                    <a:pt x="471" y="129"/>
                    <a:pt x="471" y="128"/>
                  </a:cubicBezTo>
                  <a:cubicBezTo>
                    <a:pt x="472" y="128"/>
                    <a:pt x="472" y="128"/>
                    <a:pt x="472" y="128"/>
                  </a:cubicBezTo>
                  <a:cubicBezTo>
                    <a:pt x="472" y="127"/>
                    <a:pt x="471" y="127"/>
                    <a:pt x="471" y="127"/>
                  </a:cubicBezTo>
                  <a:cubicBezTo>
                    <a:pt x="471" y="126"/>
                    <a:pt x="470" y="127"/>
                    <a:pt x="469" y="127"/>
                  </a:cubicBezTo>
                  <a:cubicBezTo>
                    <a:pt x="469" y="127"/>
                    <a:pt x="469" y="128"/>
                    <a:pt x="468" y="128"/>
                  </a:cubicBezTo>
                  <a:cubicBezTo>
                    <a:pt x="468" y="128"/>
                    <a:pt x="468" y="127"/>
                    <a:pt x="468" y="127"/>
                  </a:cubicBezTo>
                  <a:cubicBezTo>
                    <a:pt x="467" y="127"/>
                    <a:pt x="466" y="129"/>
                    <a:pt x="466" y="129"/>
                  </a:cubicBezTo>
                  <a:cubicBezTo>
                    <a:pt x="466" y="129"/>
                    <a:pt x="467" y="127"/>
                    <a:pt x="467" y="127"/>
                  </a:cubicBezTo>
                  <a:cubicBezTo>
                    <a:pt x="466" y="127"/>
                    <a:pt x="466" y="127"/>
                    <a:pt x="466" y="127"/>
                  </a:cubicBezTo>
                  <a:cubicBezTo>
                    <a:pt x="466" y="128"/>
                    <a:pt x="466" y="128"/>
                    <a:pt x="465" y="128"/>
                  </a:cubicBezTo>
                  <a:cubicBezTo>
                    <a:pt x="465" y="128"/>
                    <a:pt x="465" y="128"/>
                    <a:pt x="464" y="128"/>
                  </a:cubicBezTo>
                  <a:cubicBezTo>
                    <a:pt x="463" y="129"/>
                    <a:pt x="465" y="130"/>
                    <a:pt x="465" y="131"/>
                  </a:cubicBezTo>
                  <a:cubicBezTo>
                    <a:pt x="464" y="131"/>
                    <a:pt x="464" y="130"/>
                    <a:pt x="464" y="130"/>
                  </a:cubicBezTo>
                  <a:cubicBezTo>
                    <a:pt x="464" y="130"/>
                    <a:pt x="463" y="130"/>
                    <a:pt x="463" y="130"/>
                  </a:cubicBezTo>
                  <a:cubicBezTo>
                    <a:pt x="463" y="130"/>
                    <a:pt x="463" y="130"/>
                    <a:pt x="463" y="130"/>
                  </a:cubicBezTo>
                  <a:cubicBezTo>
                    <a:pt x="463" y="130"/>
                    <a:pt x="464" y="130"/>
                    <a:pt x="464" y="129"/>
                  </a:cubicBezTo>
                  <a:cubicBezTo>
                    <a:pt x="464" y="129"/>
                    <a:pt x="464" y="129"/>
                    <a:pt x="464" y="129"/>
                  </a:cubicBezTo>
                  <a:cubicBezTo>
                    <a:pt x="463" y="128"/>
                    <a:pt x="463" y="129"/>
                    <a:pt x="463" y="129"/>
                  </a:cubicBezTo>
                  <a:cubicBezTo>
                    <a:pt x="463" y="129"/>
                    <a:pt x="462" y="129"/>
                    <a:pt x="462" y="129"/>
                  </a:cubicBezTo>
                  <a:cubicBezTo>
                    <a:pt x="462" y="130"/>
                    <a:pt x="462" y="130"/>
                    <a:pt x="461" y="130"/>
                  </a:cubicBezTo>
                  <a:cubicBezTo>
                    <a:pt x="462" y="130"/>
                    <a:pt x="462" y="130"/>
                    <a:pt x="462" y="130"/>
                  </a:cubicBezTo>
                  <a:cubicBezTo>
                    <a:pt x="462" y="130"/>
                    <a:pt x="461" y="131"/>
                    <a:pt x="461" y="131"/>
                  </a:cubicBezTo>
                  <a:cubicBezTo>
                    <a:pt x="462" y="131"/>
                    <a:pt x="462" y="131"/>
                    <a:pt x="462" y="131"/>
                  </a:cubicBezTo>
                  <a:cubicBezTo>
                    <a:pt x="462" y="131"/>
                    <a:pt x="461" y="131"/>
                    <a:pt x="461" y="131"/>
                  </a:cubicBezTo>
                  <a:cubicBezTo>
                    <a:pt x="462" y="131"/>
                    <a:pt x="462" y="131"/>
                    <a:pt x="462" y="132"/>
                  </a:cubicBezTo>
                  <a:cubicBezTo>
                    <a:pt x="462" y="132"/>
                    <a:pt x="462" y="132"/>
                    <a:pt x="462" y="132"/>
                  </a:cubicBezTo>
                  <a:cubicBezTo>
                    <a:pt x="462" y="132"/>
                    <a:pt x="463" y="132"/>
                    <a:pt x="462" y="133"/>
                  </a:cubicBezTo>
                  <a:cubicBezTo>
                    <a:pt x="462" y="133"/>
                    <a:pt x="462" y="133"/>
                    <a:pt x="462" y="133"/>
                  </a:cubicBezTo>
                  <a:cubicBezTo>
                    <a:pt x="462" y="133"/>
                    <a:pt x="463" y="133"/>
                    <a:pt x="463" y="133"/>
                  </a:cubicBezTo>
                  <a:cubicBezTo>
                    <a:pt x="463" y="133"/>
                    <a:pt x="462" y="134"/>
                    <a:pt x="462" y="133"/>
                  </a:cubicBezTo>
                  <a:cubicBezTo>
                    <a:pt x="461" y="133"/>
                    <a:pt x="463" y="135"/>
                    <a:pt x="462" y="135"/>
                  </a:cubicBezTo>
                  <a:cubicBezTo>
                    <a:pt x="462" y="135"/>
                    <a:pt x="462" y="134"/>
                    <a:pt x="461" y="135"/>
                  </a:cubicBezTo>
                  <a:close/>
                  <a:moveTo>
                    <a:pt x="459" y="158"/>
                  </a:moveTo>
                  <a:cubicBezTo>
                    <a:pt x="460" y="158"/>
                    <a:pt x="461" y="158"/>
                    <a:pt x="461" y="158"/>
                  </a:cubicBezTo>
                  <a:cubicBezTo>
                    <a:pt x="461" y="157"/>
                    <a:pt x="461" y="157"/>
                    <a:pt x="460" y="158"/>
                  </a:cubicBezTo>
                  <a:cubicBezTo>
                    <a:pt x="461" y="157"/>
                    <a:pt x="461" y="157"/>
                    <a:pt x="461" y="157"/>
                  </a:cubicBezTo>
                  <a:cubicBezTo>
                    <a:pt x="461" y="157"/>
                    <a:pt x="460" y="157"/>
                    <a:pt x="460" y="157"/>
                  </a:cubicBezTo>
                  <a:cubicBezTo>
                    <a:pt x="460" y="157"/>
                    <a:pt x="460" y="157"/>
                    <a:pt x="460" y="158"/>
                  </a:cubicBezTo>
                  <a:cubicBezTo>
                    <a:pt x="459" y="158"/>
                    <a:pt x="459" y="158"/>
                    <a:pt x="459" y="158"/>
                  </a:cubicBezTo>
                  <a:cubicBezTo>
                    <a:pt x="458" y="158"/>
                    <a:pt x="459" y="158"/>
                    <a:pt x="459" y="158"/>
                  </a:cubicBezTo>
                  <a:close/>
                  <a:moveTo>
                    <a:pt x="475" y="157"/>
                  </a:moveTo>
                  <a:cubicBezTo>
                    <a:pt x="475" y="158"/>
                    <a:pt x="476" y="157"/>
                    <a:pt x="476" y="156"/>
                  </a:cubicBezTo>
                  <a:cubicBezTo>
                    <a:pt x="477" y="156"/>
                    <a:pt x="477" y="156"/>
                    <a:pt x="477" y="155"/>
                  </a:cubicBezTo>
                  <a:cubicBezTo>
                    <a:pt x="477" y="155"/>
                    <a:pt x="478" y="155"/>
                    <a:pt x="478" y="155"/>
                  </a:cubicBezTo>
                  <a:cubicBezTo>
                    <a:pt x="478" y="155"/>
                    <a:pt x="477" y="155"/>
                    <a:pt x="477" y="156"/>
                  </a:cubicBezTo>
                  <a:cubicBezTo>
                    <a:pt x="477" y="156"/>
                    <a:pt x="477" y="156"/>
                    <a:pt x="476" y="157"/>
                  </a:cubicBezTo>
                  <a:cubicBezTo>
                    <a:pt x="477" y="157"/>
                    <a:pt x="478" y="156"/>
                    <a:pt x="478" y="156"/>
                  </a:cubicBezTo>
                  <a:cubicBezTo>
                    <a:pt x="479" y="155"/>
                    <a:pt x="479" y="154"/>
                    <a:pt x="480" y="154"/>
                  </a:cubicBezTo>
                  <a:cubicBezTo>
                    <a:pt x="479" y="154"/>
                    <a:pt x="479" y="155"/>
                    <a:pt x="478" y="156"/>
                  </a:cubicBezTo>
                  <a:cubicBezTo>
                    <a:pt x="478" y="156"/>
                    <a:pt x="477" y="157"/>
                    <a:pt x="476" y="157"/>
                  </a:cubicBezTo>
                  <a:cubicBezTo>
                    <a:pt x="475" y="157"/>
                    <a:pt x="476" y="158"/>
                    <a:pt x="477" y="158"/>
                  </a:cubicBezTo>
                  <a:cubicBezTo>
                    <a:pt x="477" y="157"/>
                    <a:pt x="478" y="156"/>
                    <a:pt x="478" y="156"/>
                  </a:cubicBezTo>
                  <a:cubicBezTo>
                    <a:pt x="479" y="156"/>
                    <a:pt x="477" y="157"/>
                    <a:pt x="477" y="157"/>
                  </a:cubicBezTo>
                  <a:cubicBezTo>
                    <a:pt x="477" y="158"/>
                    <a:pt x="476" y="158"/>
                    <a:pt x="477" y="158"/>
                  </a:cubicBezTo>
                  <a:cubicBezTo>
                    <a:pt x="477" y="159"/>
                    <a:pt x="479" y="158"/>
                    <a:pt x="479" y="157"/>
                  </a:cubicBezTo>
                  <a:cubicBezTo>
                    <a:pt x="479" y="157"/>
                    <a:pt x="480" y="157"/>
                    <a:pt x="480" y="156"/>
                  </a:cubicBezTo>
                  <a:cubicBezTo>
                    <a:pt x="480" y="156"/>
                    <a:pt x="480" y="156"/>
                    <a:pt x="480" y="156"/>
                  </a:cubicBezTo>
                  <a:cubicBezTo>
                    <a:pt x="481" y="156"/>
                    <a:pt x="481" y="156"/>
                    <a:pt x="481" y="155"/>
                  </a:cubicBezTo>
                  <a:cubicBezTo>
                    <a:pt x="482" y="155"/>
                    <a:pt x="482" y="155"/>
                    <a:pt x="483" y="154"/>
                  </a:cubicBezTo>
                  <a:cubicBezTo>
                    <a:pt x="483" y="153"/>
                    <a:pt x="484" y="152"/>
                    <a:pt x="484" y="151"/>
                  </a:cubicBezTo>
                  <a:cubicBezTo>
                    <a:pt x="484" y="150"/>
                    <a:pt x="483" y="151"/>
                    <a:pt x="482" y="151"/>
                  </a:cubicBezTo>
                  <a:cubicBezTo>
                    <a:pt x="482" y="151"/>
                    <a:pt x="479" y="151"/>
                    <a:pt x="481" y="152"/>
                  </a:cubicBezTo>
                  <a:cubicBezTo>
                    <a:pt x="480" y="152"/>
                    <a:pt x="479" y="151"/>
                    <a:pt x="479" y="152"/>
                  </a:cubicBezTo>
                  <a:cubicBezTo>
                    <a:pt x="479" y="152"/>
                    <a:pt x="480" y="152"/>
                    <a:pt x="480" y="152"/>
                  </a:cubicBezTo>
                  <a:cubicBezTo>
                    <a:pt x="480" y="153"/>
                    <a:pt x="478" y="152"/>
                    <a:pt x="478" y="153"/>
                  </a:cubicBezTo>
                  <a:cubicBezTo>
                    <a:pt x="478" y="153"/>
                    <a:pt x="479" y="153"/>
                    <a:pt x="479" y="153"/>
                  </a:cubicBezTo>
                  <a:cubicBezTo>
                    <a:pt x="479" y="153"/>
                    <a:pt x="478" y="153"/>
                    <a:pt x="477" y="153"/>
                  </a:cubicBezTo>
                  <a:cubicBezTo>
                    <a:pt x="477" y="154"/>
                    <a:pt x="477" y="154"/>
                    <a:pt x="477" y="154"/>
                  </a:cubicBezTo>
                  <a:cubicBezTo>
                    <a:pt x="476" y="155"/>
                    <a:pt x="473" y="155"/>
                    <a:pt x="475" y="157"/>
                  </a:cubicBezTo>
                  <a:close/>
                  <a:moveTo>
                    <a:pt x="479" y="142"/>
                  </a:moveTo>
                  <a:cubicBezTo>
                    <a:pt x="478" y="142"/>
                    <a:pt x="479" y="142"/>
                    <a:pt x="478" y="142"/>
                  </a:cubicBezTo>
                  <a:cubicBezTo>
                    <a:pt x="478" y="143"/>
                    <a:pt x="478" y="143"/>
                    <a:pt x="477" y="144"/>
                  </a:cubicBezTo>
                  <a:cubicBezTo>
                    <a:pt x="477" y="144"/>
                    <a:pt x="476" y="144"/>
                    <a:pt x="476" y="144"/>
                  </a:cubicBezTo>
                  <a:cubicBezTo>
                    <a:pt x="476" y="144"/>
                    <a:pt x="476" y="145"/>
                    <a:pt x="476" y="145"/>
                  </a:cubicBezTo>
                  <a:cubicBezTo>
                    <a:pt x="477" y="145"/>
                    <a:pt x="477" y="145"/>
                    <a:pt x="477" y="145"/>
                  </a:cubicBezTo>
                  <a:cubicBezTo>
                    <a:pt x="477" y="145"/>
                    <a:pt x="477" y="144"/>
                    <a:pt x="478" y="144"/>
                  </a:cubicBezTo>
                  <a:cubicBezTo>
                    <a:pt x="478" y="144"/>
                    <a:pt x="478" y="145"/>
                    <a:pt x="478" y="144"/>
                  </a:cubicBezTo>
                  <a:cubicBezTo>
                    <a:pt x="479" y="144"/>
                    <a:pt x="479" y="144"/>
                    <a:pt x="480" y="144"/>
                  </a:cubicBezTo>
                  <a:cubicBezTo>
                    <a:pt x="480" y="144"/>
                    <a:pt x="480" y="143"/>
                    <a:pt x="480" y="143"/>
                  </a:cubicBezTo>
                  <a:cubicBezTo>
                    <a:pt x="479" y="143"/>
                    <a:pt x="480" y="142"/>
                    <a:pt x="479" y="142"/>
                  </a:cubicBezTo>
                  <a:close/>
                  <a:moveTo>
                    <a:pt x="479" y="140"/>
                  </a:moveTo>
                  <a:cubicBezTo>
                    <a:pt x="479" y="140"/>
                    <a:pt x="478" y="140"/>
                    <a:pt x="478" y="140"/>
                  </a:cubicBezTo>
                  <a:cubicBezTo>
                    <a:pt x="478" y="140"/>
                    <a:pt x="477" y="140"/>
                    <a:pt x="477" y="140"/>
                  </a:cubicBezTo>
                  <a:cubicBezTo>
                    <a:pt x="477" y="140"/>
                    <a:pt x="477" y="140"/>
                    <a:pt x="477" y="140"/>
                  </a:cubicBezTo>
                  <a:cubicBezTo>
                    <a:pt x="478" y="140"/>
                    <a:pt x="477" y="140"/>
                    <a:pt x="477" y="140"/>
                  </a:cubicBezTo>
                  <a:cubicBezTo>
                    <a:pt x="476" y="139"/>
                    <a:pt x="475" y="139"/>
                    <a:pt x="474" y="139"/>
                  </a:cubicBezTo>
                  <a:cubicBezTo>
                    <a:pt x="474" y="139"/>
                    <a:pt x="473" y="139"/>
                    <a:pt x="472" y="140"/>
                  </a:cubicBezTo>
                  <a:cubicBezTo>
                    <a:pt x="472" y="140"/>
                    <a:pt x="473" y="141"/>
                    <a:pt x="473" y="141"/>
                  </a:cubicBezTo>
                  <a:cubicBezTo>
                    <a:pt x="473" y="141"/>
                    <a:pt x="472" y="141"/>
                    <a:pt x="472" y="141"/>
                  </a:cubicBezTo>
                  <a:cubicBezTo>
                    <a:pt x="472" y="141"/>
                    <a:pt x="472" y="141"/>
                    <a:pt x="472" y="141"/>
                  </a:cubicBezTo>
                  <a:cubicBezTo>
                    <a:pt x="472" y="142"/>
                    <a:pt x="472" y="141"/>
                    <a:pt x="472" y="142"/>
                  </a:cubicBezTo>
                  <a:cubicBezTo>
                    <a:pt x="472" y="142"/>
                    <a:pt x="473" y="141"/>
                    <a:pt x="473" y="141"/>
                  </a:cubicBezTo>
                  <a:cubicBezTo>
                    <a:pt x="473" y="142"/>
                    <a:pt x="472" y="142"/>
                    <a:pt x="471" y="143"/>
                  </a:cubicBezTo>
                  <a:cubicBezTo>
                    <a:pt x="471" y="143"/>
                    <a:pt x="471" y="144"/>
                    <a:pt x="470" y="144"/>
                  </a:cubicBezTo>
                  <a:cubicBezTo>
                    <a:pt x="471" y="144"/>
                    <a:pt x="469" y="146"/>
                    <a:pt x="470" y="146"/>
                  </a:cubicBezTo>
                  <a:cubicBezTo>
                    <a:pt x="470" y="145"/>
                    <a:pt x="471" y="145"/>
                    <a:pt x="471" y="145"/>
                  </a:cubicBezTo>
                  <a:cubicBezTo>
                    <a:pt x="472" y="145"/>
                    <a:pt x="472" y="145"/>
                    <a:pt x="472" y="145"/>
                  </a:cubicBezTo>
                  <a:cubicBezTo>
                    <a:pt x="472" y="145"/>
                    <a:pt x="473" y="145"/>
                    <a:pt x="473" y="145"/>
                  </a:cubicBezTo>
                  <a:cubicBezTo>
                    <a:pt x="473" y="145"/>
                    <a:pt x="476" y="144"/>
                    <a:pt x="475" y="144"/>
                  </a:cubicBezTo>
                  <a:cubicBezTo>
                    <a:pt x="476" y="144"/>
                    <a:pt x="475" y="143"/>
                    <a:pt x="474" y="143"/>
                  </a:cubicBezTo>
                  <a:cubicBezTo>
                    <a:pt x="475" y="143"/>
                    <a:pt x="475" y="143"/>
                    <a:pt x="476" y="142"/>
                  </a:cubicBezTo>
                  <a:cubicBezTo>
                    <a:pt x="475" y="143"/>
                    <a:pt x="475" y="142"/>
                    <a:pt x="476" y="142"/>
                  </a:cubicBezTo>
                  <a:cubicBezTo>
                    <a:pt x="476" y="141"/>
                    <a:pt x="476" y="142"/>
                    <a:pt x="476" y="142"/>
                  </a:cubicBezTo>
                  <a:cubicBezTo>
                    <a:pt x="476" y="142"/>
                    <a:pt x="475" y="144"/>
                    <a:pt x="476" y="144"/>
                  </a:cubicBezTo>
                  <a:cubicBezTo>
                    <a:pt x="477" y="143"/>
                    <a:pt x="477" y="143"/>
                    <a:pt x="478" y="142"/>
                  </a:cubicBezTo>
                  <a:cubicBezTo>
                    <a:pt x="478" y="142"/>
                    <a:pt x="479" y="142"/>
                    <a:pt x="479" y="141"/>
                  </a:cubicBezTo>
                  <a:cubicBezTo>
                    <a:pt x="480" y="141"/>
                    <a:pt x="480" y="140"/>
                    <a:pt x="479" y="140"/>
                  </a:cubicBezTo>
                  <a:close/>
                  <a:moveTo>
                    <a:pt x="459" y="147"/>
                  </a:moveTo>
                  <a:cubicBezTo>
                    <a:pt x="460" y="147"/>
                    <a:pt x="460" y="146"/>
                    <a:pt x="461" y="146"/>
                  </a:cubicBezTo>
                  <a:cubicBezTo>
                    <a:pt x="461" y="145"/>
                    <a:pt x="462" y="145"/>
                    <a:pt x="462" y="145"/>
                  </a:cubicBezTo>
                  <a:cubicBezTo>
                    <a:pt x="462" y="145"/>
                    <a:pt x="462" y="144"/>
                    <a:pt x="463" y="144"/>
                  </a:cubicBezTo>
                  <a:cubicBezTo>
                    <a:pt x="463" y="144"/>
                    <a:pt x="463" y="144"/>
                    <a:pt x="462" y="144"/>
                  </a:cubicBezTo>
                  <a:cubicBezTo>
                    <a:pt x="464" y="144"/>
                    <a:pt x="464" y="143"/>
                    <a:pt x="465" y="141"/>
                  </a:cubicBezTo>
                  <a:cubicBezTo>
                    <a:pt x="466" y="141"/>
                    <a:pt x="466" y="140"/>
                    <a:pt x="467" y="139"/>
                  </a:cubicBezTo>
                  <a:cubicBezTo>
                    <a:pt x="467" y="139"/>
                    <a:pt x="467" y="139"/>
                    <a:pt x="467" y="138"/>
                  </a:cubicBezTo>
                  <a:cubicBezTo>
                    <a:pt x="467" y="138"/>
                    <a:pt x="467" y="138"/>
                    <a:pt x="468" y="138"/>
                  </a:cubicBezTo>
                  <a:cubicBezTo>
                    <a:pt x="468" y="138"/>
                    <a:pt x="468" y="137"/>
                    <a:pt x="468" y="137"/>
                  </a:cubicBezTo>
                  <a:cubicBezTo>
                    <a:pt x="467" y="137"/>
                    <a:pt x="468" y="137"/>
                    <a:pt x="467" y="137"/>
                  </a:cubicBezTo>
                  <a:cubicBezTo>
                    <a:pt x="467" y="137"/>
                    <a:pt x="468" y="136"/>
                    <a:pt x="468" y="136"/>
                  </a:cubicBezTo>
                  <a:cubicBezTo>
                    <a:pt x="468" y="136"/>
                    <a:pt x="468" y="136"/>
                    <a:pt x="468" y="136"/>
                  </a:cubicBezTo>
                  <a:cubicBezTo>
                    <a:pt x="468" y="135"/>
                    <a:pt x="467" y="135"/>
                    <a:pt x="467" y="135"/>
                  </a:cubicBezTo>
                  <a:cubicBezTo>
                    <a:pt x="467" y="135"/>
                    <a:pt x="468" y="135"/>
                    <a:pt x="467" y="135"/>
                  </a:cubicBezTo>
                  <a:cubicBezTo>
                    <a:pt x="467" y="135"/>
                    <a:pt x="466" y="135"/>
                    <a:pt x="465" y="135"/>
                  </a:cubicBezTo>
                  <a:cubicBezTo>
                    <a:pt x="466" y="135"/>
                    <a:pt x="467" y="135"/>
                    <a:pt x="467" y="135"/>
                  </a:cubicBezTo>
                  <a:cubicBezTo>
                    <a:pt x="467" y="134"/>
                    <a:pt x="467" y="134"/>
                    <a:pt x="466" y="134"/>
                  </a:cubicBezTo>
                  <a:cubicBezTo>
                    <a:pt x="466" y="134"/>
                    <a:pt x="465" y="135"/>
                    <a:pt x="465" y="135"/>
                  </a:cubicBezTo>
                  <a:cubicBezTo>
                    <a:pt x="464" y="135"/>
                    <a:pt x="464" y="135"/>
                    <a:pt x="463" y="136"/>
                  </a:cubicBezTo>
                  <a:cubicBezTo>
                    <a:pt x="464" y="136"/>
                    <a:pt x="464" y="136"/>
                    <a:pt x="463" y="136"/>
                  </a:cubicBezTo>
                  <a:cubicBezTo>
                    <a:pt x="462" y="136"/>
                    <a:pt x="462" y="137"/>
                    <a:pt x="462" y="137"/>
                  </a:cubicBezTo>
                  <a:cubicBezTo>
                    <a:pt x="463" y="137"/>
                    <a:pt x="463" y="137"/>
                    <a:pt x="464" y="137"/>
                  </a:cubicBezTo>
                  <a:cubicBezTo>
                    <a:pt x="464" y="138"/>
                    <a:pt x="463" y="138"/>
                    <a:pt x="462" y="138"/>
                  </a:cubicBezTo>
                  <a:cubicBezTo>
                    <a:pt x="462" y="138"/>
                    <a:pt x="464" y="138"/>
                    <a:pt x="464" y="138"/>
                  </a:cubicBezTo>
                  <a:cubicBezTo>
                    <a:pt x="463" y="138"/>
                    <a:pt x="461" y="138"/>
                    <a:pt x="462" y="139"/>
                  </a:cubicBezTo>
                  <a:cubicBezTo>
                    <a:pt x="462" y="139"/>
                    <a:pt x="463" y="139"/>
                    <a:pt x="463" y="139"/>
                  </a:cubicBezTo>
                  <a:cubicBezTo>
                    <a:pt x="463" y="140"/>
                    <a:pt x="461" y="140"/>
                    <a:pt x="461" y="140"/>
                  </a:cubicBezTo>
                  <a:cubicBezTo>
                    <a:pt x="461" y="141"/>
                    <a:pt x="460" y="141"/>
                    <a:pt x="460" y="141"/>
                  </a:cubicBezTo>
                  <a:cubicBezTo>
                    <a:pt x="460" y="141"/>
                    <a:pt x="459" y="142"/>
                    <a:pt x="460" y="142"/>
                  </a:cubicBezTo>
                  <a:cubicBezTo>
                    <a:pt x="460" y="142"/>
                    <a:pt x="460" y="142"/>
                    <a:pt x="460" y="142"/>
                  </a:cubicBezTo>
                  <a:cubicBezTo>
                    <a:pt x="460" y="142"/>
                    <a:pt x="461" y="141"/>
                    <a:pt x="461" y="141"/>
                  </a:cubicBezTo>
                  <a:cubicBezTo>
                    <a:pt x="461" y="142"/>
                    <a:pt x="461" y="142"/>
                    <a:pt x="460" y="142"/>
                  </a:cubicBezTo>
                  <a:cubicBezTo>
                    <a:pt x="460" y="142"/>
                    <a:pt x="460" y="143"/>
                    <a:pt x="459" y="143"/>
                  </a:cubicBezTo>
                  <a:cubicBezTo>
                    <a:pt x="460" y="143"/>
                    <a:pt x="461" y="142"/>
                    <a:pt x="462" y="142"/>
                  </a:cubicBezTo>
                  <a:cubicBezTo>
                    <a:pt x="462" y="142"/>
                    <a:pt x="459" y="144"/>
                    <a:pt x="459" y="144"/>
                  </a:cubicBezTo>
                  <a:cubicBezTo>
                    <a:pt x="460" y="144"/>
                    <a:pt x="461" y="142"/>
                    <a:pt x="462" y="143"/>
                  </a:cubicBezTo>
                  <a:cubicBezTo>
                    <a:pt x="461" y="143"/>
                    <a:pt x="461" y="143"/>
                    <a:pt x="461" y="143"/>
                  </a:cubicBezTo>
                  <a:cubicBezTo>
                    <a:pt x="461" y="144"/>
                    <a:pt x="462" y="143"/>
                    <a:pt x="462" y="143"/>
                  </a:cubicBezTo>
                  <a:cubicBezTo>
                    <a:pt x="462" y="143"/>
                    <a:pt x="461" y="144"/>
                    <a:pt x="461" y="144"/>
                  </a:cubicBezTo>
                  <a:cubicBezTo>
                    <a:pt x="460" y="144"/>
                    <a:pt x="460" y="144"/>
                    <a:pt x="459" y="144"/>
                  </a:cubicBezTo>
                  <a:cubicBezTo>
                    <a:pt x="459" y="145"/>
                    <a:pt x="459" y="146"/>
                    <a:pt x="458" y="147"/>
                  </a:cubicBezTo>
                  <a:cubicBezTo>
                    <a:pt x="458" y="147"/>
                    <a:pt x="458" y="147"/>
                    <a:pt x="459" y="147"/>
                  </a:cubicBezTo>
                  <a:cubicBezTo>
                    <a:pt x="458" y="147"/>
                    <a:pt x="458" y="147"/>
                    <a:pt x="458" y="148"/>
                  </a:cubicBezTo>
                  <a:cubicBezTo>
                    <a:pt x="458" y="148"/>
                    <a:pt x="459" y="148"/>
                    <a:pt x="459" y="148"/>
                  </a:cubicBezTo>
                  <a:cubicBezTo>
                    <a:pt x="459" y="148"/>
                    <a:pt x="458" y="148"/>
                    <a:pt x="458" y="148"/>
                  </a:cubicBezTo>
                  <a:cubicBezTo>
                    <a:pt x="458" y="148"/>
                    <a:pt x="460" y="147"/>
                    <a:pt x="459" y="147"/>
                  </a:cubicBezTo>
                  <a:close/>
                  <a:moveTo>
                    <a:pt x="471" y="141"/>
                  </a:moveTo>
                  <a:cubicBezTo>
                    <a:pt x="471" y="141"/>
                    <a:pt x="471" y="141"/>
                    <a:pt x="471" y="141"/>
                  </a:cubicBezTo>
                  <a:close/>
                  <a:moveTo>
                    <a:pt x="470" y="144"/>
                  </a:moveTo>
                  <a:cubicBezTo>
                    <a:pt x="469" y="144"/>
                    <a:pt x="470" y="144"/>
                    <a:pt x="470" y="144"/>
                  </a:cubicBezTo>
                  <a:cubicBezTo>
                    <a:pt x="471" y="144"/>
                    <a:pt x="471" y="143"/>
                    <a:pt x="471" y="143"/>
                  </a:cubicBezTo>
                  <a:cubicBezTo>
                    <a:pt x="471" y="143"/>
                    <a:pt x="472" y="142"/>
                    <a:pt x="472" y="142"/>
                  </a:cubicBezTo>
                  <a:cubicBezTo>
                    <a:pt x="471" y="142"/>
                    <a:pt x="471" y="142"/>
                    <a:pt x="470" y="142"/>
                  </a:cubicBezTo>
                  <a:cubicBezTo>
                    <a:pt x="470" y="143"/>
                    <a:pt x="469" y="144"/>
                    <a:pt x="468" y="143"/>
                  </a:cubicBezTo>
                  <a:cubicBezTo>
                    <a:pt x="469" y="143"/>
                    <a:pt x="470" y="142"/>
                    <a:pt x="471" y="142"/>
                  </a:cubicBezTo>
                  <a:cubicBezTo>
                    <a:pt x="471" y="142"/>
                    <a:pt x="471" y="142"/>
                    <a:pt x="471" y="142"/>
                  </a:cubicBezTo>
                  <a:cubicBezTo>
                    <a:pt x="471" y="142"/>
                    <a:pt x="471" y="141"/>
                    <a:pt x="471" y="141"/>
                  </a:cubicBezTo>
                  <a:cubicBezTo>
                    <a:pt x="471" y="141"/>
                    <a:pt x="471" y="141"/>
                    <a:pt x="471" y="141"/>
                  </a:cubicBezTo>
                  <a:cubicBezTo>
                    <a:pt x="471" y="141"/>
                    <a:pt x="470" y="140"/>
                    <a:pt x="469" y="140"/>
                  </a:cubicBezTo>
                  <a:cubicBezTo>
                    <a:pt x="470" y="141"/>
                    <a:pt x="469" y="140"/>
                    <a:pt x="469" y="141"/>
                  </a:cubicBezTo>
                  <a:cubicBezTo>
                    <a:pt x="470" y="141"/>
                    <a:pt x="470" y="141"/>
                    <a:pt x="470" y="141"/>
                  </a:cubicBezTo>
                  <a:cubicBezTo>
                    <a:pt x="470" y="141"/>
                    <a:pt x="470" y="141"/>
                    <a:pt x="470" y="141"/>
                  </a:cubicBezTo>
                  <a:cubicBezTo>
                    <a:pt x="469" y="141"/>
                    <a:pt x="469" y="141"/>
                    <a:pt x="469" y="141"/>
                  </a:cubicBezTo>
                  <a:cubicBezTo>
                    <a:pt x="468" y="140"/>
                    <a:pt x="468" y="142"/>
                    <a:pt x="468" y="142"/>
                  </a:cubicBezTo>
                  <a:cubicBezTo>
                    <a:pt x="468" y="141"/>
                    <a:pt x="467" y="141"/>
                    <a:pt x="467" y="142"/>
                  </a:cubicBezTo>
                  <a:cubicBezTo>
                    <a:pt x="466" y="142"/>
                    <a:pt x="466" y="143"/>
                    <a:pt x="466" y="143"/>
                  </a:cubicBezTo>
                  <a:cubicBezTo>
                    <a:pt x="466" y="143"/>
                    <a:pt x="467" y="143"/>
                    <a:pt x="467" y="143"/>
                  </a:cubicBezTo>
                  <a:cubicBezTo>
                    <a:pt x="467" y="143"/>
                    <a:pt x="466" y="143"/>
                    <a:pt x="466" y="144"/>
                  </a:cubicBezTo>
                  <a:cubicBezTo>
                    <a:pt x="466" y="144"/>
                    <a:pt x="467" y="143"/>
                    <a:pt x="468" y="143"/>
                  </a:cubicBezTo>
                  <a:cubicBezTo>
                    <a:pt x="468" y="143"/>
                    <a:pt x="467" y="144"/>
                    <a:pt x="467" y="144"/>
                  </a:cubicBezTo>
                  <a:cubicBezTo>
                    <a:pt x="466" y="144"/>
                    <a:pt x="466" y="144"/>
                    <a:pt x="465" y="144"/>
                  </a:cubicBezTo>
                  <a:cubicBezTo>
                    <a:pt x="466" y="144"/>
                    <a:pt x="466" y="144"/>
                    <a:pt x="466" y="145"/>
                  </a:cubicBezTo>
                  <a:cubicBezTo>
                    <a:pt x="466" y="145"/>
                    <a:pt x="467" y="144"/>
                    <a:pt x="467" y="144"/>
                  </a:cubicBezTo>
                  <a:cubicBezTo>
                    <a:pt x="467" y="145"/>
                    <a:pt x="467" y="145"/>
                    <a:pt x="466" y="145"/>
                  </a:cubicBezTo>
                  <a:cubicBezTo>
                    <a:pt x="466" y="145"/>
                    <a:pt x="466" y="146"/>
                    <a:pt x="465" y="146"/>
                  </a:cubicBezTo>
                  <a:cubicBezTo>
                    <a:pt x="466" y="146"/>
                    <a:pt x="465" y="146"/>
                    <a:pt x="465" y="146"/>
                  </a:cubicBezTo>
                  <a:cubicBezTo>
                    <a:pt x="465" y="146"/>
                    <a:pt x="465" y="146"/>
                    <a:pt x="465" y="146"/>
                  </a:cubicBezTo>
                  <a:cubicBezTo>
                    <a:pt x="465" y="146"/>
                    <a:pt x="464" y="146"/>
                    <a:pt x="464" y="146"/>
                  </a:cubicBezTo>
                  <a:cubicBezTo>
                    <a:pt x="464" y="146"/>
                    <a:pt x="463" y="147"/>
                    <a:pt x="463" y="147"/>
                  </a:cubicBezTo>
                  <a:cubicBezTo>
                    <a:pt x="463" y="147"/>
                    <a:pt x="464" y="147"/>
                    <a:pt x="464" y="147"/>
                  </a:cubicBezTo>
                  <a:cubicBezTo>
                    <a:pt x="464" y="147"/>
                    <a:pt x="463" y="147"/>
                    <a:pt x="463" y="147"/>
                  </a:cubicBezTo>
                  <a:cubicBezTo>
                    <a:pt x="462" y="147"/>
                    <a:pt x="462" y="148"/>
                    <a:pt x="462" y="148"/>
                  </a:cubicBezTo>
                  <a:cubicBezTo>
                    <a:pt x="462" y="148"/>
                    <a:pt x="462" y="148"/>
                    <a:pt x="462" y="148"/>
                  </a:cubicBezTo>
                  <a:cubicBezTo>
                    <a:pt x="462" y="148"/>
                    <a:pt x="461" y="149"/>
                    <a:pt x="461" y="149"/>
                  </a:cubicBezTo>
                  <a:cubicBezTo>
                    <a:pt x="461" y="150"/>
                    <a:pt x="461" y="149"/>
                    <a:pt x="461" y="150"/>
                  </a:cubicBezTo>
                  <a:cubicBezTo>
                    <a:pt x="461" y="150"/>
                    <a:pt x="463" y="149"/>
                    <a:pt x="463" y="148"/>
                  </a:cubicBezTo>
                  <a:cubicBezTo>
                    <a:pt x="462" y="148"/>
                    <a:pt x="462" y="149"/>
                    <a:pt x="462" y="149"/>
                  </a:cubicBezTo>
                  <a:cubicBezTo>
                    <a:pt x="462" y="148"/>
                    <a:pt x="463" y="148"/>
                    <a:pt x="463" y="148"/>
                  </a:cubicBezTo>
                  <a:cubicBezTo>
                    <a:pt x="464" y="148"/>
                    <a:pt x="464" y="147"/>
                    <a:pt x="465" y="147"/>
                  </a:cubicBezTo>
                  <a:cubicBezTo>
                    <a:pt x="465" y="147"/>
                    <a:pt x="464" y="148"/>
                    <a:pt x="464" y="148"/>
                  </a:cubicBezTo>
                  <a:cubicBezTo>
                    <a:pt x="463" y="148"/>
                    <a:pt x="462" y="149"/>
                    <a:pt x="463" y="149"/>
                  </a:cubicBezTo>
                  <a:cubicBezTo>
                    <a:pt x="464" y="149"/>
                    <a:pt x="464" y="148"/>
                    <a:pt x="465" y="148"/>
                  </a:cubicBezTo>
                  <a:cubicBezTo>
                    <a:pt x="465" y="148"/>
                    <a:pt x="465" y="148"/>
                    <a:pt x="465" y="147"/>
                  </a:cubicBezTo>
                  <a:cubicBezTo>
                    <a:pt x="465" y="147"/>
                    <a:pt x="465" y="147"/>
                    <a:pt x="465" y="147"/>
                  </a:cubicBezTo>
                  <a:cubicBezTo>
                    <a:pt x="465" y="147"/>
                    <a:pt x="466" y="146"/>
                    <a:pt x="466" y="146"/>
                  </a:cubicBezTo>
                  <a:cubicBezTo>
                    <a:pt x="466" y="147"/>
                    <a:pt x="466" y="147"/>
                    <a:pt x="466" y="147"/>
                  </a:cubicBezTo>
                  <a:cubicBezTo>
                    <a:pt x="467" y="146"/>
                    <a:pt x="467" y="146"/>
                    <a:pt x="467" y="146"/>
                  </a:cubicBezTo>
                  <a:cubicBezTo>
                    <a:pt x="467" y="146"/>
                    <a:pt x="467" y="146"/>
                    <a:pt x="467" y="146"/>
                  </a:cubicBezTo>
                  <a:cubicBezTo>
                    <a:pt x="467" y="145"/>
                    <a:pt x="468" y="146"/>
                    <a:pt x="468" y="145"/>
                  </a:cubicBezTo>
                  <a:cubicBezTo>
                    <a:pt x="468" y="145"/>
                    <a:pt x="468" y="145"/>
                    <a:pt x="468" y="145"/>
                  </a:cubicBezTo>
                  <a:cubicBezTo>
                    <a:pt x="468" y="144"/>
                    <a:pt x="468" y="144"/>
                    <a:pt x="469" y="144"/>
                  </a:cubicBezTo>
                  <a:cubicBezTo>
                    <a:pt x="469" y="144"/>
                    <a:pt x="469" y="144"/>
                    <a:pt x="469" y="144"/>
                  </a:cubicBezTo>
                  <a:cubicBezTo>
                    <a:pt x="469" y="144"/>
                    <a:pt x="470" y="144"/>
                    <a:pt x="470" y="144"/>
                  </a:cubicBezTo>
                  <a:close/>
                  <a:moveTo>
                    <a:pt x="477" y="149"/>
                  </a:moveTo>
                  <a:cubicBezTo>
                    <a:pt x="477" y="149"/>
                    <a:pt x="478" y="149"/>
                    <a:pt x="478" y="149"/>
                  </a:cubicBezTo>
                  <a:cubicBezTo>
                    <a:pt x="479" y="149"/>
                    <a:pt x="478" y="148"/>
                    <a:pt x="478" y="148"/>
                  </a:cubicBezTo>
                  <a:cubicBezTo>
                    <a:pt x="477" y="148"/>
                    <a:pt x="477" y="148"/>
                    <a:pt x="477" y="148"/>
                  </a:cubicBezTo>
                  <a:cubicBezTo>
                    <a:pt x="477" y="148"/>
                    <a:pt x="477" y="148"/>
                    <a:pt x="476" y="148"/>
                  </a:cubicBezTo>
                  <a:cubicBezTo>
                    <a:pt x="477" y="148"/>
                    <a:pt x="477" y="148"/>
                    <a:pt x="477" y="148"/>
                  </a:cubicBezTo>
                  <a:cubicBezTo>
                    <a:pt x="478" y="147"/>
                    <a:pt x="478" y="147"/>
                    <a:pt x="478" y="147"/>
                  </a:cubicBezTo>
                  <a:cubicBezTo>
                    <a:pt x="478" y="146"/>
                    <a:pt x="476" y="147"/>
                    <a:pt x="476" y="147"/>
                  </a:cubicBezTo>
                  <a:cubicBezTo>
                    <a:pt x="475" y="148"/>
                    <a:pt x="475" y="148"/>
                    <a:pt x="474" y="148"/>
                  </a:cubicBezTo>
                  <a:cubicBezTo>
                    <a:pt x="474" y="148"/>
                    <a:pt x="474" y="149"/>
                    <a:pt x="474" y="149"/>
                  </a:cubicBezTo>
                  <a:cubicBezTo>
                    <a:pt x="474" y="149"/>
                    <a:pt x="475" y="149"/>
                    <a:pt x="475" y="149"/>
                  </a:cubicBezTo>
                  <a:cubicBezTo>
                    <a:pt x="475" y="149"/>
                    <a:pt x="475" y="150"/>
                    <a:pt x="475" y="150"/>
                  </a:cubicBezTo>
                  <a:cubicBezTo>
                    <a:pt x="475" y="150"/>
                    <a:pt x="475" y="150"/>
                    <a:pt x="475" y="150"/>
                  </a:cubicBezTo>
                  <a:cubicBezTo>
                    <a:pt x="475" y="150"/>
                    <a:pt x="475" y="150"/>
                    <a:pt x="474" y="150"/>
                  </a:cubicBezTo>
                  <a:cubicBezTo>
                    <a:pt x="475" y="150"/>
                    <a:pt x="474" y="151"/>
                    <a:pt x="475" y="151"/>
                  </a:cubicBezTo>
                  <a:cubicBezTo>
                    <a:pt x="475" y="151"/>
                    <a:pt x="476" y="151"/>
                    <a:pt x="476" y="150"/>
                  </a:cubicBezTo>
                  <a:cubicBezTo>
                    <a:pt x="476" y="150"/>
                    <a:pt x="476" y="151"/>
                    <a:pt x="476" y="151"/>
                  </a:cubicBezTo>
                  <a:cubicBezTo>
                    <a:pt x="477" y="151"/>
                    <a:pt x="477" y="150"/>
                    <a:pt x="477" y="149"/>
                  </a:cubicBezTo>
                  <a:close/>
                  <a:moveTo>
                    <a:pt x="476" y="129"/>
                  </a:moveTo>
                  <a:cubicBezTo>
                    <a:pt x="476" y="130"/>
                    <a:pt x="476" y="130"/>
                    <a:pt x="475" y="131"/>
                  </a:cubicBezTo>
                  <a:cubicBezTo>
                    <a:pt x="475" y="131"/>
                    <a:pt x="474" y="132"/>
                    <a:pt x="474" y="133"/>
                  </a:cubicBezTo>
                  <a:cubicBezTo>
                    <a:pt x="473" y="133"/>
                    <a:pt x="473" y="134"/>
                    <a:pt x="473" y="134"/>
                  </a:cubicBezTo>
                  <a:cubicBezTo>
                    <a:pt x="473" y="134"/>
                    <a:pt x="474" y="134"/>
                    <a:pt x="475" y="134"/>
                  </a:cubicBezTo>
                  <a:cubicBezTo>
                    <a:pt x="474" y="134"/>
                    <a:pt x="473" y="134"/>
                    <a:pt x="472" y="135"/>
                  </a:cubicBezTo>
                  <a:cubicBezTo>
                    <a:pt x="472" y="136"/>
                    <a:pt x="473" y="136"/>
                    <a:pt x="474" y="136"/>
                  </a:cubicBezTo>
                  <a:cubicBezTo>
                    <a:pt x="473" y="136"/>
                    <a:pt x="473" y="136"/>
                    <a:pt x="473" y="136"/>
                  </a:cubicBezTo>
                  <a:cubicBezTo>
                    <a:pt x="473" y="136"/>
                    <a:pt x="473" y="136"/>
                    <a:pt x="473" y="136"/>
                  </a:cubicBezTo>
                  <a:cubicBezTo>
                    <a:pt x="473" y="136"/>
                    <a:pt x="472" y="136"/>
                    <a:pt x="472" y="136"/>
                  </a:cubicBezTo>
                  <a:cubicBezTo>
                    <a:pt x="472" y="136"/>
                    <a:pt x="471" y="136"/>
                    <a:pt x="471" y="136"/>
                  </a:cubicBezTo>
                  <a:cubicBezTo>
                    <a:pt x="472" y="136"/>
                    <a:pt x="471" y="137"/>
                    <a:pt x="471" y="137"/>
                  </a:cubicBezTo>
                  <a:cubicBezTo>
                    <a:pt x="471" y="137"/>
                    <a:pt x="470" y="137"/>
                    <a:pt x="470" y="137"/>
                  </a:cubicBezTo>
                  <a:cubicBezTo>
                    <a:pt x="470" y="138"/>
                    <a:pt x="469" y="137"/>
                    <a:pt x="469" y="138"/>
                  </a:cubicBezTo>
                  <a:cubicBezTo>
                    <a:pt x="469" y="138"/>
                    <a:pt x="468" y="139"/>
                    <a:pt x="467" y="140"/>
                  </a:cubicBezTo>
                  <a:cubicBezTo>
                    <a:pt x="468" y="139"/>
                    <a:pt x="469" y="139"/>
                    <a:pt x="470" y="139"/>
                  </a:cubicBezTo>
                  <a:cubicBezTo>
                    <a:pt x="470" y="139"/>
                    <a:pt x="471" y="138"/>
                    <a:pt x="472" y="138"/>
                  </a:cubicBezTo>
                  <a:cubicBezTo>
                    <a:pt x="472" y="138"/>
                    <a:pt x="473" y="138"/>
                    <a:pt x="473" y="137"/>
                  </a:cubicBezTo>
                  <a:cubicBezTo>
                    <a:pt x="474" y="137"/>
                    <a:pt x="475" y="137"/>
                    <a:pt x="474" y="137"/>
                  </a:cubicBezTo>
                  <a:cubicBezTo>
                    <a:pt x="474" y="136"/>
                    <a:pt x="474" y="136"/>
                    <a:pt x="475" y="136"/>
                  </a:cubicBezTo>
                  <a:cubicBezTo>
                    <a:pt x="475" y="136"/>
                    <a:pt x="475" y="136"/>
                    <a:pt x="475" y="136"/>
                  </a:cubicBezTo>
                  <a:cubicBezTo>
                    <a:pt x="475" y="136"/>
                    <a:pt x="475" y="136"/>
                    <a:pt x="475" y="136"/>
                  </a:cubicBezTo>
                  <a:cubicBezTo>
                    <a:pt x="475" y="137"/>
                    <a:pt x="476" y="136"/>
                    <a:pt x="476" y="136"/>
                  </a:cubicBezTo>
                  <a:cubicBezTo>
                    <a:pt x="477" y="136"/>
                    <a:pt x="477" y="136"/>
                    <a:pt x="477" y="136"/>
                  </a:cubicBezTo>
                  <a:cubicBezTo>
                    <a:pt x="477" y="135"/>
                    <a:pt x="476" y="135"/>
                    <a:pt x="476" y="135"/>
                  </a:cubicBezTo>
                  <a:cubicBezTo>
                    <a:pt x="477" y="135"/>
                    <a:pt x="477" y="135"/>
                    <a:pt x="476" y="135"/>
                  </a:cubicBezTo>
                  <a:cubicBezTo>
                    <a:pt x="477" y="135"/>
                    <a:pt x="477" y="135"/>
                    <a:pt x="477" y="135"/>
                  </a:cubicBezTo>
                  <a:cubicBezTo>
                    <a:pt x="477" y="135"/>
                    <a:pt x="478" y="135"/>
                    <a:pt x="478" y="135"/>
                  </a:cubicBezTo>
                  <a:cubicBezTo>
                    <a:pt x="478" y="134"/>
                    <a:pt x="479" y="133"/>
                    <a:pt x="478" y="133"/>
                  </a:cubicBezTo>
                  <a:cubicBezTo>
                    <a:pt x="479" y="133"/>
                    <a:pt x="479" y="130"/>
                    <a:pt x="478" y="131"/>
                  </a:cubicBezTo>
                  <a:cubicBezTo>
                    <a:pt x="479" y="131"/>
                    <a:pt x="479" y="130"/>
                    <a:pt x="479" y="130"/>
                  </a:cubicBezTo>
                  <a:cubicBezTo>
                    <a:pt x="480" y="130"/>
                    <a:pt x="480" y="130"/>
                    <a:pt x="480" y="130"/>
                  </a:cubicBezTo>
                  <a:cubicBezTo>
                    <a:pt x="480" y="129"/>
                    <a:pt x="480" y="129"/>
                    <a:pt x="480" y="129"/>
                  </a:cubicBezTo>
                  <a:cubicBezTo>
                    <a:pt x="481" y="129"/>
                    <a:pt x="481" y="129"/>
                    <a:pt x="481" y="129"/>
                  </a:cubicBezTo>
                  <a:cubicBezTo>
                    <a:pt x="481" y="129"/>
                    <a:pt x="481" y="129"/>
                    <a:pt x="481" y="130"/>
                  </a:cubicBezTo>
                  <a:cubicBezTo>
                    <a:pt x="481" y="129"/>
                    <a:pt x="480" y="131"/>
                    <a:pt x="480" y="131"/>
                  </a:cubicBezTo>
                  <a:cubicBezTo>
                    <a:pt x="480" y="132"/>
                    <a:pt x="480" y="132"/>
                    <a:pt x="480" y="132"/>
                  </a:cubicBezTo>
                  <a:cubicBezTo>
                    <a:pt x="479" y="133"/>
                    <a:pt x="480" y="133"/>
                    <a:pt x="479" y="133"/>
                  </a:cubicBezTo>
                  <a:cubicBezTo>
                    <a:pt x="479" y="134"/>
                    <a:pt x="480" y="134"/>
                    <a:pt x="480" y="134"/>
                  </a:cubicBezTo>
                  <a:cubicBezTo>
                    <a:pt x="480" y="133"/>
                    <a:pt x="481" y="132"/>
                    <a:pt x="481" y="131"/>
                  </a:cubicBezTo>
                  <a:cubicBezTo>
                    <a:pt x="481" y="131"/>
                    <a:pt x="482" y="128"/>
                    <a:pt x="482" y="128"/>
                  </a:cubicBezTo>
                  <a:cubicBezTo>
                    <a:pt x="482" y="128"/>
                    <a:pt x="482" y="128"/>
                    <a:pt x="481" y="128"/>
                  </a:cubicBezTo>
                  <a:cubicBezTo>
                    <a:pt x="480" y="128"/>
                    <a:pt x="480" y="128"/>
                    <a:pt x="479" y="128"/>
                  </a:cubicBezTo>
                  <a:cubicBezTo>
                    <a:pt x="478" y="128"/>
                    <a:pt x="480" y="126"/>
                    <a:pt x="479" y="126"/>
                  </a:cubicBezTo>
                  <a:cubicBezTo>
                    <a:pt x="479" y="126"/>
                    <a:pt x="479" y="125"/>
                    <a:pt x="479" y="125"/>
                  </a:cubicBezTo>
                  <a:cubicBezTo>
                    <a:pt x="479" y="125"/>
                    <a:pt x="477" y="127"/>
                    <a:pt x="478" y="127"/>
                  </a:cubicBezTo>
                  <a:cubicBezTo>
                    <a:pt x="478" y="127"/>
                    <a:pt x="477" y="127"/>
                    <a:pt x="477" y="128"/>
                  </a:cubicBezTo>
                  <a:cubicBezTo>
                    <a:pt x="477" y="128"/>
                    <a:pt x="477" y="128"/>
                    <a:pt x="477" y="128"/>
                  </a:cubicBezTo>
                  <a:cubicBezTo>
                    <a:pt x="477" y="128"/>
                    <a:pt x="478" y="128"/>
                    <a:pt x="478" y="128"/>
                  </a:cubicBezTo>
                  <a:cubicBezTo>
                    <a:pt x="478" y="128"/>
                    <a:pt x="478" y="128"/>
                    <a:pt x="477" y="129"/>
                  </a:cubicBezTo>
                  <a:cubicBezTo>
                    <a:pt x="477" y="129"/>
                    <a:pt x="477" y="129"/>
                    <a:pt x="476" y="129"/>
                  </a:cubicBezTo>
                  <a:close/>
                  <a:moveTo>
                    <a:pt x="478" y="135"/>
                  </a:moveTo>
                  <a:cubicBezTo>
                    <a:pt x="478" y="135"/>
                    <a:pt x="478" y="135"/>
                    <a:pt x="478" y="135"/>
                  </a:cubicBezTo>
                  <a:cubicBezTo>
                    <a:pt x="478" y="135"/>
                    <a:pt x="478" y="135"/>
                    <a:pt x="478" y="135"/>
                  </a:cubicBezTo>
                  <a:close/>
                  <a:moveTo>
                    <a:pt x="321" y="138"/>
                  </a:moveTo>
                  <a:cubicBezTo>
                    <a:pt x="321" y="138"/>
                    <a:pt x="321" y="138"/>
                    <a:pt x="321" y="138"/>
                  </a:cubicBezTo>
                  <a:cubicBezTo>
                    <a:pt x="321" y="138"/>
                    <a:pt x="321" y="138"/>
                    <a:pt x="321" y="138"/>
                  </a:cubicBezTo>
                  <a:cubicBezTo>
                    <a:pt x="321" y="138"/>
                    <a:pt x="320" y="138"/>
                    <a:pt x="320" y="138"/>
                  </a:cubicBezTo>
                  <a:cubicBezTo>
                    <a:pt x="320" y="138"/>
                    <a:pt x="319" y="139"/>
                    <a:pt x="319" y="139"/>
                  </a:cubicBezTo>
                  <a:cubicBezTo>
                    <a:pt x="319" y="139"/>
                    <a:pt x="318" y="139"/>
                    <a:pt x="318" y="139"/>
                  </a:cubicBezTo>
                  <a:cubicBezTo>
                    <a:pt x="318" y="139"/>
                    <a:pt x="319" y="139"/>
                    <a:pt x="319" y="139"/>
                  </a:cubicBezTo>
                  <a:cubicBezTo>
                    <a:pt x="319" y="139"/>
                    <a:pt x="318" y="140"/>
                    <a:pt x="318" y="140"/>
                  </a:cubicBezTo>
                  <a:cubicBezTo>
                    <a:pt x="318" y="140"/>
                    <a:pt x="319" y="140"/>
                    <a:pt x="319" y="139"/>
                  </a:cubicBezTo>
                  <a:cubicBezTo>
                    <a:pt x="320" y="139"/>
                    <a:pt x="320" y="139"/>
                    <a:pt x="321" y="139"/>
                  </a:cubicBezTo>
                  <a:cubicBezTo>
                    <a:pt x="321" y="139"/>
                    <a:pt x="322" y="138"/>
                    <a:pt x="322" y="138"/>
                  </a:cubicBezTo>
                  <a:cubicBezTo>
                    <a:pt x="322" y="138"/>
                    <a:pt x="323" y="138"/>
                    <a:pt x="323" y="138"/>
                  </a:cubicBezTo>
                  <a:cubicBezTo>
                    <a:pt x="323" y="138"/>
                    <a:pt x="323" y="138"/>
                    <a:pt x="323" y="138"/>
                  </a:cubicBezTo>
                  <a:cubicBezTo>
                    <a:pt x="322" y="138"/>
                    <a:pt x="322" y="138"/>
                    <a:pt x="321" y="138"/>
                  </a:cubicBezTo>
                  <a:close/>
                  <a:moveTo>
                    <a:pt x="177" y="171"/>
                  </a:moveTo>
                  <a:cubicBezTo>
                    <a:pt x="178" y="171"/>
                    <a:pt x="178" y="171"/>
                    <a:pt x="178" y="171"/>
                  </a:cubicBezTo>
                  <a:cubicBezTo>
                    <a:pt x="177" y="171"/>
                    <a:pt x="177" y="172"/>
                    <a:pt x="176" y="172"/>
                  </a:cubicBezTo>
                  <a:cubicBezTo>
                    <a:pt x="175" y="172"/>
                    <a:pt x="175" y="172"/>
                    <a:pt x="174" y="172"/>
                  </a:cubicBezTo>
                  <a:cubicBezTo>
                    <a:pt x="174" y="172"/>
                    <a:pt x="175" y="172"/>
                    <a:pt x="175" y="172"/>
                  </a:cubicBezTo>
                  <a:cubicBezTo>
                    <a:pt x="175" y="172"/>
                    <a:pt x="174" y="172"/>
                    <a:pt x="174" y="172"/>
                  </a:cubicBezTo>
                  <a:cubicBezTo>
                    <a:pt x="175" y="172"/>
                    <a:pt x="176" y="171"/>
                    <a:pt x="176" y="171"/>
                  </a:cubicBezTo>
                  <a:cubicBezTo>
                    <a:pt x="176" y="170"/>
                    <a:pt x="175" y="171"/>
                    <a:pt x="175" y="171"/>
                  </a:cubicBezTo>
                  <a:cubicBezTo>
                    <a:pt x="175" y="171"/>
                    <a:pt x="175" y="171"/>
                    <a:pt x="175" y="171"/>
                  </a:cubicBezTo>
                  <a:cubicBezTo>
                    <a:pt x="174" y="171"/>
                    <a:pt x="173" y="171"/>
                    <a:pt x="172" y="171"/>
                  </a:cubicBezTo>
                  <a:cubicBezTo>
                    <a:pt x="171" y="172"/>
                    <a:pt x="170" y="172"/>
                    <a:pt x="170" y="173"/>
                  </a:cubicBezTo>
                  <a:cubicBezTo>
                    <a:pt x="170" y="173"/>
                    <a:pt x="169" y="173"/>
                    <a:pt x="170" y="173"/>
                  </a:cubicBezTo>
                  <a:cubicBezTo>
                    <a:pt x="170" y="173"/>
                    <a:pt x="172" y="173"/>
                    <a:pt x="172" y="174"/>
                  </a:cubicBezTo>
                  <a:cubicBezTo>
                    <a:pt x="172" y="174"/>
                    <a:pt x="171" y="174"/>
                    <a:pt x="171" y="174"/>
                  </a:cubicBezTo>
                  <a:cubicBezTo>
                    <a:pt x="171" y="174"/>
                    <a:pt x="171" y="174"/>
                    <a:pt x="171" y="174"/>
                  </a:cubicBezTo>
                  <a:cubicBezTo>
                    <a:pt x="171" y="174"/>
                    <a:pt x="171" y="174"/>
                    <a:pt x="171" y="174"/>
                  </a:cubicBezTo>
                  <a:cubicBezTo>
                    <a:pt x="170" y="174"/>
                    <a:pt x="170" y="174"/>
                    <a:pt x="170" y="175"/>
                  </a:cubicBezTo>
                  <a:cubicBezTo>
                    <a:pt x="170" y="174"/>
                    <a:pt x="170" y="174"/>
                    <a:pt x="170" y="175"/>
                  </a:cubicBezTo>
                  <a:cubicBezTo>
                    <a:pt x="171" y="174"/>
                    <a:pt x="170" y="174"/>
                    <a:pt x="169" y="174"/>
                  </a:cubicBezTo>
                  <a:cubicBezTo>
                    <a:pt x="169" y="174"/>
                    <a:pt x="169" y="174"/>
                    <a:pt x="169" y="174"/>
                  </a:cubicBezTo>
                  <a:cubicBezTo>
                    <a:pt x="169" y="175"/>
                    <a:pt x="168" y="175"/>
                    <a:pt x="168" y="175"/>
                  </a:cubicBezTo>
                  <a:cubicBezTo>
                    <a:pt x="168" y="174"/>
                    <a:pt x="167" y="175"/>
                    <a:pt x="167" y="175"/>
                  </a:cubicBezTo>
                  <a:cubicBezTo>
                    <a:pt x="166" y="176"/>
                    <a:pt x="167" y="176"/>
                    <a:pt x="168" y="176"/>
                  </a:cubicBezTo>
                  <a:cubicBezTo>
                    <a:pt x="167" y="176"/>
                    <a:pt x="167" y="176"/>
                    <a:pt x="166" y="176"/>
                  </a:cubicBezTo>
                  <a:cubicBezTo>
                    <a:pt x="166" y="176"/>
                    <a:pt x="166" y="176"/>
                    <a:pt x="166" y="176"/>
                  </a:cubicBezTo>
                  <a:cubicBezTo>
                    <a:pt x="165" y="176"/>
                    <a:pt x="165" y="176"/>
                    <a:pt x="165" y="176"/>
                  </a:cubicBezTo>
                  <a:cubicBezTo>
                    <a:pt x="164" y="176"/>
                    <a:pt x="164" y="177"/>
                    <a:pt x="163" y="177"/>
                  </a:cubicBezTo>
                  <a:cubicBezTo>
                    <a:pt x="163" y="177"/>
                    <a:pt x="163" y="177"/>
                    <a:pt x="163" y="177"/>
                  </a:cubicBezTo>
                  <a:cubicBezTo>
                    <a:pt x="163" y="177"/>
                    <a:pt x="163" y="177"/>
                    <a:pt x="163" y="177"/>
                  </a:cubicBezTo>
                  <a:cubicBezTo>
                    <a:pt x="162" y="177"/>
                    <a:pt x="162" y="177"/>
                    <a:pt x="162" y="177"/>
                  </a:cubicBezTo>
                  <a:cubicBezTo>
                    <a:pt x="162" y="177"/>
                    <a:pt x="162" y="177"/>
                    <a:pt x="162" y="177"/>
                  </a:cubicBezTo>
                  <a:cubicBezTo>
                    <a:pt x="161" y="177"/>
                    <a:pt x="161" y="177"/>
                    <a:pt x="161" y="177"/>
                  </a:cubicBezTo>
                  <a:cubicBezTo>
                    <a:pt x="161" y="177"/>
                    <a:pt x="160" y="177"/>
                    <a:pt x="160" y="177"/>
                  </a:cubicBezTo>
                  <a:cubicBezTo>
                    <a:pt x="159" y="177"/>
                    <a:pt x="159" y="178"/>
                    <a:pt x="158" y="178"/>
                  </a:cubicBezTo>
                  <a:cubicBezTo>
                    <a:pt x="158" y="178"/>
                    <a:pt x="159" y="178"/>
                    <a:pt x="159" y="179"/>
                  </a:cubicBezTo>
                  <a:cubicBezTo>
                    <a:pt x="159" y="179"/>
                    <a:pt x="159" y="179"/>
                    <a:pt x="159" y="179"/>
                  </a:cubicBezTo>
                  <a:cubicBezTo>
                    <a:pt x="159" y="179"/>
                    <a:pt x="159" y="178"/>
                    <a:pt x="160" y="178"/>
                  </a:cubicBezTo>
                  <a:cubicBezTo>
                    <a:pt x="160" y="178"/>
                    <a:pt x="160" y="179"/>
                    <a:pt x="160" y="178"/>
                  </a:cubicBezTo>
                  <a:cubicBezTo>
                    <a:pt x="161" y="178"/>
                    <a:pt x="161" y="178"/>
                    <a:pt x="162" y="178"/>
                  </a:cubicBezTo>
                  <a:cubicBezTo>
                    <a:pt x="162" y="178"/>
                    <a:pt x="162" y="178"/>
                    <a:pt x="163" y="178"/>
                  </a:cubicBezTo>
                  <a:cubicBezTo>
                    <a:pt x="163" y="177"/>
                    <a:pt x="164" y="177"/>
                    <a:pt x="165" y="177"/>
                  </a:cubicBezTo>
                  <a:cubicBezTo>
                    <a:pt x="165" y="177"/>
                    <a:pt x="167" y="176"/>
                    <a:pt x="166" y="177"/>
                  </a:cubicBezTo>
                  <a:cubicBezTo>
                    <a:pt x="167" y="177"/>
                    <a:pt x="167" y="176"/>
                    <a:pt x="167" y="176"/>
                  </a:cubicBezTo>
                  <a:cubicBezTo>
                    <a:pt x="167" y="177"/>
                    <a:pt x="167" y="176"/>
                    <a:pt x="168" y="176"/>
                  </a:cubicBezTo>
                  <a:cubicBezTo>
                    <a:pt x="168" y="176"/>
                    <a:pt x="168" y="176"/>
                    <a:pt x="168" y="177"/>
                  </a:cubicBezTo>
                  <a:cubicBezTo>
                    <a:pt x="168" y="177"/>
                    <a:pt x="168" y="176"/>
                    <a:pt x="168" y="176"/>
                  </a:cubicBezTo>
                  <a:cubicBezTo>
                    <a:pt x="168" y="177"/>
                    <a:pt x="169" y="175"/>
                    <a:pt x="169" y="175"/>
                  </a:cubicBezTo>
                  <a:cubicBezTo>
                    <a:pt x="169" y="176"/>
                    <a:pt x="169" y="176"/>
                    <a:pt x="170" y="176"/>
                  </a:cubicBezTo>
                  <a:cubicBezTo>
                    <a:pt x="170" y="176"/>
                    <a:pt x="170" y="176"/>
                    <a:pt x="170" y="176"/>
                  </a:cubicBezTo>
                  <a:cubicBezTo>
                    <a:pt x="170" y="175"/>
                    <a:pt x="170" y="176"/>
                    <a:pt x="170" y="175"/>
                  </a:cubicBezTo>
                  <a:cubicBezTo>
                    <a:pt x="170" y="176"/>
                    <a:pt x="171" y="175"/>
                    <a:pt x="171" y="175"/>
                  </a:cubicBezTo>
                  <a:cubicBezTo>
                    <a:pt x="171" y="175"/>
                    <a:pt x="171" y="175"/>
                    <a:pt x="171" y="176"/>
                  </a:cubicBezTo>
                  <a:cubicBezTo>
                    <a:pt x="171" y="175"/>
                    <a:pt x="172" y="175"/>
                    <a:pt x="172" y="175"/>
                  </a:cubicBezTo>
                  <a:cubicBezTo>
                    <a:pt x="172" y="175"/>
                    <a:pt x="173" y="175"/>
                    <a:pt x="173" y="174"/>
                  </a:cubicBezTo>
                  <a:cubicBezTo>
                    <a:pt x="174" y="174"/>
                    <a:pt x="174" y="174"/>
                    <a:pt x="175" y="174"/>
                  </a:cubicBezTo>
                  <a:cubicBezTo>
                    <a:pt x="175" y="174"/>
                    <a:pt x="176" y="174"/>
                    <a:pt x="175" y="174"/>
                  </a:cubicBezTo>
                  <a:cubicBezTo>
                    <a:pt x="175" y="173"/>
                    <a:pt x="176" y="173"/>
                    <a:pt x="176" y="173"/>
                  </a:cubicBezTo>
                  <a:cubicBezTo>
                    <a:pt x="175" y="173"/>
                    <a:pt x="175" y="173"/>
                    <a:pt x="175" y="174"/>
                  </a:cubicBezTo>
                  <a:cubicBezTo>
                    <a:pt x="175" y="173"/>
                    <a:pt x="174" y="174"/>
                    <a:pt x="173" y="174"/>
                  </a:cubicBezTo>
                  <a:cubicBezTo>
                    <a:pt x="174" y="173"/>
                    <a:pt x="173" y="174"/>
                    <a:pt x="173" y="174"/>
                  </a:cubicBezTo>
                  <a:cubicBezTo>
                    <a:pt x="173" y="173"/>
                    <a:pt x="174" y="173"/>
                    <a:pt x="174" y="173"/>
                  </a:cubicBezTo>
                  <a:cubicBezTo>
                    <a:pt x="175" y="173"/>
                    <a:pt x="177" y="172"/>
                    <a:pt x="177" y="172"/>
                  </a:cubicBezTo>
                  <a:cubicBezTo>
                    <a:pt x="177" y="172"/>
                    <a:pt x="178" y="172"/>
                    <a:pt x="178" y="172"/>
                  </a:cubicBezTo>
                  <a:cubicBezTo>
                    <a:pt x="178" y="172"/>
                    <a:pt x="178" y="172"/>
                    <a:pt x="178" y="172"/>
                  </a:cubicBezTo>
                  <a:cubicBezTo>
                    <a:pt x="178" y="172"/>
                    <a:pt x="178" y="171"/>
                    <a:pt x="179" y="171"/>
                  </a:cubicBezTo>
                  <a:cubicBezTo>
                    <a:pt x="178" y="171"/>
                    <a:pt x="178" y="171"/>
                    <a:pt x="177" y="171"/>
                  </a:cubicBezTo>
                  <a:close/>
                  <a:moveTo>
                    <a:pt x="184" y="169"/>
                  </a:moveTo>
                  <a:cubicBezTo>
                    <a:pt x="184" y="169"/>
                    <a:pt x="185" y="169"/>
                    <a:pt x="185" y="169"/>
                  </a:cubicBezTo>
                  <a:cubicBezTo>
                    <a:pt x="185" y="169"/>
                    <a:pt x="184" y="169"/>
                    <a:pt x="184" y="169"/>
                  </a:cubicBezTo>
                  <a:cubicBezTo>
                    <a:pt x="184" y="169"/>
                    <a:pt x="184" y="169"/>
                    <a:pt x="184" y="169"/>
                  </a:cubicBezTo>
                  <a:cubicBezTo>
                    <a:pt x="183" y="168"/>
                    <a:pt x="181" y="169"/>
                    <a:pt x="181" y="170"/>
                  </a:cubicBezTo>
                  <a:cubicBezTo>
                    <a:pt x="181" y="171"/>
                    <a:pt x="183" y="170"/>
                    <a:pt x="182" y="170"/>
                  </a:cubicBezTo>
                  <a:cubicBezTo>
                    <a:pt x="183" y="170"/>
                    <a:pt x="183" y="170"/>
                    <a:pt x="183" y="170"/>
                  </a:cubicBezTo>
                  <a:cubicBezTo>
                    <a:pt x="184" y="170"/>
                    <a:pt x="185" y="170"/>
                    <a:pt x="185" y="169"/>
                  </a:cubicBezTo>
                  <a:cubicBezTo>
                    <a:pt x="185" y="169"/>
                    <a:pt x="184" y="170"/>
                    <a:pt x="184" y="169"/>
                  </a:cubicBezTo>
                  <a:close/>
                  <a:moveTo>
                    <a:pt x="138" y="182"/>
                  </a:moveTo>
                  <a:cubicBezTo>
                    <a:pt x="138" y="182"/>
                    <a:pt x="140" y="181"/>
                    <a:pt x="139" y="181"/>
                  </a:cubicBezTo>
                  <a:cubicBezTo>
                    <a:pt x="139" y="180"/>
                    <a:pt x="138" y="182"/>
                    <a:pt x="138" y="182"/>
                  </a:cubicBezTo>
                  <a:close/>
                  <a:moveTo>
                    <a:pt x="161" y="176"/>
                  </a:moveTo>
                  <a:cubicBezTo>
                    <a:pt x="160" y="176"/>
                    <a:pt x="160" y="176"/>
                    <a:pt x="159" y="175"/>
                  </a:cubicBezTo>
                  <a:cubicBezTo>
                    <a:pt x="159" y="175"/>
                    <a:pt x="157" y="176"/>
                    <a:pt x="157" y="176"/>
                  </a:cubicBezTo>
                  <a:cubicBezTo>
                    <a:pt x="156" y="176"/>
                    <a:pt x="155" y="176"/>
                    <a:pt x="155" y="177"/>
                  </a:cubicBezTo>
                  <a:cubicBezTo>
                    <a:pt x="154" y="177"/>
                    <a:pt x="154" y="177"/>
                    <a:pt x="153" y="178"/>
                  </a:cubicBezTo>
                  <a:cubicBezTo>
                    <a:pt x="154" y="178"/>
                    <a:pt x="153" y="179"/>
                    <a:pt x="152" y="179"/>
                  </a:cubicBezTo>
                  <a:cubicBezTo>
                    <a:pt x="152" y="178"/>
                    <a:pt x="152" y="179"/>
                    <a:pt x="152" y="179"/>
                  </a:cubicBezTo>
                  <a:cubicBezTo>
                    <a:pt x="151" y="179"/>
                    <a:pt x="151" y="178"/>
                    <a:pt x="151" y="178"/>
                  </a:cubicBezTo>
                  <a:cubicBezTo>
                    <a:pt x="150" y="179"/>
                    <a:pt x="150" y="179"/>
                    <a:pt x="149" y="179"/>
                  </a:cubicBezTo>
                  <a:cubicBezTo>
                    <a:pt x="149" y="179"/>
                    <a:pt x="148" y="180"/>
                    <a:pt x="148" y="180"/>
                  </a:cubicBezTo>
                  <a:cubicBezTo>
                    <a:pt x="147" y="181"/>
                    <a:pt x="146" y="181"/>
                    <a:pt x="145" y="182"/>
                  </a:cubicBezTo>
                  <a:cubicBezTo>
                    <a:pt x="144" y="182"/>
                    <a:pt x="143" y="183"/>
                    <a:pt x="142" y="183"/>
                  </a:cubicBezTo>
                  <a:cubicBezTo>
                    <a:pt x="143" y="183"/>
                    <a:pt x="143" y="183"/>
                    <a:pt x="144" y="182"/>
                  </a:cubicBezTo>
                  <a:cubicBezTo>
                    <a:pt x="144" y="182"/>
                    <a:pt x="146" y="182"/>
                    <a:pt x="145" y="182"/>
                  </a:cubicBezTo>
                  <a:cubicBezTo>
                    <a:pt x="146" y="182"/>
                    <a:pt x="146" y="182"/>
                    <a:pt x="146" y="182"/>
                  </a:cubicBezTo>
                  <a:cubicBezTo>
                    <a:pt x="147" y="182"/>
                    <a:pt x="147" y="182"/>
                    <a:pt x="147" y="181"/>
                  </a:cubicBezTo>
                  <a:cubicBezTo>
                    <a:pt x="148" y="181"/>
                    <a:pt x="149" y="181"/>
                    <a:pt x="149" y="181"/>
                  </a:cubicBezTo>
                  <a:cubicBezTo>
                    <a:pt x="150" y="180"/>
                    <a:pt x="152" y="180"/>
                    <a:pt x="153" y="179"/>
                  </a:cubicBezTo>
                  <a:cubicBezTo>
                    <a:pt x="154" y="178"/>
                    <a:pt x="155" y="178"/>
                    <a:pt x="157" y="178"/>
                  </a:cubicBezTo>
                  <a:cubicBezTo>
                    <a:pt x="158" y="177"/>
                    <a:pt x="159" y="177"/>
                    <a:pt x="160" y="176"/>
                  </a:cubicBezTo>
                  <a:cubicBezTo>
                    <a:pt x="160" y="176"/>
                    <a:pt x="161" y="176"/>
                    <a:pt x="161" y="176"/>
                  </a:cubicBezTo>
                  <a:close/>
                  <a:moveTo>
                    <a:pt x="474" y="158"/>
                  </a:moveTo>
                  <a:cubicBezTo>
                    <a:pt x="474" y="159"/>
                    <a:pt x="474" y="159"/>
                    <a:pt x="473" y="159"/>
                  </a:cubicBezTo>
                  <a:cubicBezTo>
                    <a:pt x="473" y="159"/>
                    <a:pt x="473" y="159"/>
                    <a:pt x="473" y="159"/>
                  </a:cubicBezTo>
                  <a:cubicBezTo>
                    <a:pt x="472" y="160"/>
                    <a:pt x="471" y="161"/>
                    <a:pt x="472" y="160"/>
                  </a:cubicBezTo>
                  <a:cubicBezTo>
                    <a:pt x="472" y="160"/>
                    <a:pt x="473" y="160"/>
                    <a:pt x="473" y="159"/>
                  </a:cubicBezTo>
                  <a:cubicBezTo>
                    <a:pt x="473" y="160"/>
                    <a:pt x="473" y="160"/>
                    <a:pt x="473" y="160"/>
                  </a:cubicBezTo>
                  <a:cubicBezTo>
                    <a:pt x="473" y="161"/>
                    <a:pt x="476" y="159"/>
                    <a:pt x="475" y="158"/>
                  </a:cubicBezTo>
                  <a:cubicBezTo>
                    <a:pt x="475" y="157"/>
                    <a:pt x="474" y="158"/>
                    <a:pt x="474" y="158"/>
                  </a:cubicBezTo>
                  <a:close/>
                  <a:moveTo>
                    <a:pt x="472" y="162"/>
                  </a:moveTo>
                  <a:cubicBezTo>
                    <a:pt x="472" y="162"/>
                    <a:pt x="473" y="162"/>
                    <a:pt x="473" y="162"/>
                  </a:cubicBezTo>
                  <a:cubicBezTo>
                    <a:pt x="474" y="161"/>
                    <a:pt x="474" y="161"/>
                    <a:pt x="474" y="160"/>
                  </a:cubicBezTo>
                  <a:cubicBezTo>
                    <a:pt x="474" y="161"/>
                    <a:pt x="472" y="161"/>
                    <a:pt x="472" y="161"/>
                  </a:cubicBezTo>
                  <a:cubicBezTo>
                    <a:pt x="472" y="161"/>
                    <a:pt x="472" y="162"/>
                    <a:pt x="472" y="162"/>
                  </a:cubicBezTo>
                  <a:close/>
                  <a:moveTo>
                    <a:pt x="244" y="159"/>
                  </a:moveTo>
                  <a:cubicBezTo>
                    <a:pt x="244" y="158"/>
                    <a:pt x="245" y="158"/>
                    <a:pt x="246" y="157"/>
                  </a:cubicBezTo>
                  <a:cubicBezTo>
                    <a:pt x="245" y="158"/>
                    <a:pt x="244" y="159"/>
                    <a:pt x="244" y="158"/>
                  </a:cubicBezTo>
                  <a:cubicBezTo>
                    <a:pt x="243" y="158"/>
                    <a:pt x="243" y="159"/>
                    <a:pt x="243" y="159"/>
                  </a:cubicBezTo>
                  <a:cubicBezTo>
                    <a:pt x="242" y="159"/>
                    <a:pt x="242" y="158"/>
                    <a:pt x="242" y="159"/>
                  </a:cubicBezTo>
                  <a:cubicBezTo>
                    <a:pt x="242" y="159"/>
                    <a:pt x="242" y="159"/>
                    <a:pt x="241" y="159"/>
                  </a:cubicBezTo>
                  <a:cubicBezTo>
                    <a:pt x="241" y="159"/>
                    <a:pt x="241" y="160"/>
                    <a:pt x="241" y="160"/>
                  </a:cubicBezTo>
                  <a:cubicBezTo>
                    <a:pt x="241" y="160"/>
                    <a:pt x="241" y="160"/>
                    <a:pt x="241" y="160"/>
                  </a:cubicBezTo>
                  <a:cubicBezTo>
                    <a:pt x="241" y="160"/>
                    <a:pt x="241" y="160"/>
                    <a:pt x="241" y="160"/>
                  </a:cubicBezTo>
                  <a:cubicBezTo>
                    <a:pt x="241" y="160"/>
                    <a:pt x="238" y="161"/>
                    <a:pt x="238" y="162"/>
                  </a:cubicBezTo>
                  <a:cubicBezTo>
                    <a:pt x="240" y="161"/>
                    <a:pt x="241" y="160"/>
                    <a:pt x="243" y="160"/>
                  </a:cubicBezTo>
                  <a:cubicBezTo>
                    <a:pt x="243" y="160"/>
                    <a:pt x="243" y="159"/>
                    <a:pt x="243" y="159"/>
                  </a:cubicBezTo>
                  <a:cubicBezTo>
                    <a:pt x="244" y="159"/>
                    <a:pt x="243" y="159"/>
                    <a:pt x="244" y="159"/>
                  </a:cubicBezTo>
                  <a:cubicBezTo>
                    <a:pt x="244" y="159"/>
                    <a:pt x="245" y="159"/>
                    <a:pt x="245" y="158"/>
                  </a:cubicBezTo>
                  <a:cubicBezTo>
                    <a:pt x="244" y="158"/>
                    <a:pt x="244" y="159"/>
                    <a:pt x="244" y="159"/>
                  </a:cubicBezTo>
                  <a:close/>
                  <a:moveTo>
                    <a:pt x="471" y="155"/>
                  </a:moveTo>
                  <a:cubicBezTo>
                    <a:pt x="471" y="154"/>
                    <a:pt x="472" y="154"/>
                    <a:pt x="472" y="154"/>
                  </a:cubicBezTo>
                  <a:cubicBezTo>
                    <a:pt x="472" y="153"/>
                    <a:pt x="471" y="154"/>
                    <a:pt x="471" y="154"/>
                  </a:cubicBezTo>
                  <a:cubicBezTo>
                    <a:pt x="471" y="153"/>
                    <a:pt x="472" y="152"/>
                    <a:pt x="472" y="151"/>
                  </a:cubicBezTo>
                  <a:cubicBezTo>
                    <a:pt x="472" y="151"/>
                    <a:pt x="472" y="150"/>
                    <a:pt x="472" y="150"/>
                  </a:cubicBezTo>
                  <a:cubicBezTo>
                    <a:pt x="472" y="150"/>
                    <a:pt x="471" y="150"/>
                    <a:pt x="471" y="150"/>
                  </a:cubicBezTo>
                  <a:cubicBezTo>
                    <a:pt x="471" y="150"/>
                    <a:pt x="471" y="149"/>
                    <a:pt x="471" y="149"/>
                  </a:cubicBezTo>
                  <a:cubicBezTo>
                    <a:pt x="471" y="149"/>
                    <a:pt x="470" y="150"/>
                    <a:pt x="470" y="149"/>
                  </a:cubicBezTo>
                  <a:cubicBezTo>
                    <a:pt x="470" y="149"/>
                    <a:pt x="471" y="149"/>
                    <a:pt x="471" y="149"/>
                  </a:cubicBezTo>
                  <a:cubicBezTo>
                    <a:pt x="471" y="148"/>
                    <a:pt x="472" y="148"/>
                    <a:pt x="472" y="147"/>
                  </a:cubicBezTo>
                  <a:cubicBezTo>
                    <a:pt x="471" y="147"/>
                    <a:pt x="472" y="147"/>
                    <a:pt x="472" y="147"/>
                  </a:cubicBezTo>
                  <a:cubicBezTo>
                    <a:pt x="471" y="146"/>
                    <a:pt x="471" y="147"/>
                    <a:pt x="470" y="147"/>
                  </a:cubicBezTo>
                  <a:cubicBezTo>
                    <a:pt x="470" y="147"/>
                    <a:pt x="470" y="147"/>
                    <a:pt x="471" y="147"/>
                  </a:cubicBezTo>
                  <a:cubicBezTo>
                    <a:pt x="470" y="147"/>
                    <a:pt x="470" y="146"/>
                    <a:pt x="469" y="146"/>
                  </a:cubicBezTo>
                  <a:cubicBezTo>
                    <a:pt x="468" y="146"/>
                    <a:pt x="469" y="147"/>
                    <a:pt x="468" y="147"/>
                  </a:cubicBezTo>
                  <a:cubicBezTo>
                    <a:pt x="468" y="147"/>
                    <a:pt x="467" y="147"/>
                    <a:pt x="467" y="148"/>
                  </a:cubicBezTo>
                  <a:cubicBezTo>
                    <a:pt x="467" y="148"/>
                    <a:pt x="468" y="148"/>
                    <a:pt x="468" y="148"/>
                  </a:cubicBezTo>
                  <a:cubicBezTo>
                    <a:pt x="468" y="148"/>
                    <a:pt x="468" y="148"/>
                    <a:pt x="468" y="148"/>
                  </a:cubicBezTo>
                  <a:cubicBezTo>
                    <a:pt x="469" y="148"/>
                    <a:pt x="469" y="148"/>
                    <a:pt x="469" y="148"/>
                  </a:cubicBezTo>
                  <a:cubicBezTo>
                    <a:pt x="470" y="148"/>
                    <a:pt x="469" y="149"/>
                    <a:pt x="469" y="149"/>
                  </a:cubicBezTo>
                  <a:cubicBezTo>
                    <a:pt x="469" y="149"/>
                    <a:pt x="466" y="152"/>
                    <a:pt x="468" y="151"/>
                  </a:cubicBezTo>
                  <a:cubicBezTo>
                    <a:pt x="467" y="152"/>
                    <a:pt x="466" y="153"/>
                    <a:pt x="465" y="153"/>
                  </a:cubicBezTo>
                  <a:cubicBezTo>
                    <a:pt x="465" y="152"/>
                    <a:pt x="464" y="153"/>
                    <a:pt x="464" y="153"/>
                  </a:cubicBezTo>
                  <a:cubicBezTo>
                    <a:pt x="464" y="153"/>
                    <a:pt x="463" y="153"/>
                    <a:pt x="463" y="154"/>
                  </a:cubicBezTo>
                  <a:cubicBezTo>
                    <a:pt x="463" y="154"/>
                    <a:pt x="464" y="154"/>
                    <a:pt x="464" y="154"/>
                  </a:cubicBezTo>
                  <a:cubicBezTo>
                    <a:pt x="465" y="154"/>
                    <a:pt x="467" y="153"/>
                    <a:pt x="467" y="154"/>
                  </a:cubicBezTo>
                  <a:cubicBezTo>
                    <a:pt x="466" y="154"/>
                    <a:pt x="465" y="155"/>
                    <a:pt x="464" y="155"/>
                  </a:cubicBezTo>
                  <a:cubicBezTo>
                    <a:pt x="463" y="155"/>
                    <a:pt x="464" y="156"/>
                    <a:pt x="465" y="156"/>
                  </a:cubicBezTo>
                  <a:cubicBezTo>
                    <a:pt x="465" y="156"/>
                    <a:pt x="464" y="156"/>
                    <a:pt x="464" y="156"/>
                  </a:cubicBezTo>
                  <a:cubicBezTo>
                    <a:pt x="464" y="156"/>
                    <a:pt x="464" y="156"/>
                    <a:pt x="464" y="156"/>
                  </a:cubicBezTo>
                  <a:cubicBezTo>
                    <a:pt x="464" y="157"/>
                    <a:pt x="465" y="157"/>
                    <a:pt x="465" y="157"/>
                  </a:cubicBezTo>
                  <a:cubicBezTo>
                    <a:pt x="464" y="157"/>
                    <a:pt x="462" y="156"/>
                    <a:pt x="462" y="157"/>
                  </a:cubicBezTo>
                  <a:cubicBezTo>
                    <a:pt x="461" y="158"/>
                    <a:pt x="461" y="157"/>
                    <a:pt x="462" y="157"/>
                  </a:cubicBezTo>
                  <a:cubicBezTo>
                    <a:pt x="462" y="157"/>
                    <a:pt x="462" y="158"/>
                    <a:pt x="463" y="158"/>
                  </a:cubicBezTo>
                  <a:cubicBezTo>
                    <a:pt x="463" y="158"/>
                    <a:pt x="463" y="157"/>
                    <a:pt x="464" y="157"/>
                  </a:cubicBezTo>
                  <a:cubicBezTo>
                    <a:pt x="464" y="158"/>
                    <a:pt x="462" y="158"/>
                    <a:pt x="462" y="158"/>
                  </a:cubicBezTo>
                  <a:cubicBezTo>
                    <a:pt x="463" y="159"/>
                    <a:pt x="464" y="157"/>
                    <a:pt x="464" y="158"/>
                  </a:cubicBezTo>
                  <a:cubicBezTo>
                    <a:pt x="464" y="158"/>
                    <a:pt x="463" y="159"/>
                    <a:pt x="465" y="159"/>
                  </a:cubicBezTo>
                  <a:cubicBezTo>
                    <a:pt x="465" y="159"/>
                    <a:pt x="465" y="158"/>
                    <a:pt x="466" y="158"/>
                  </a:cubicBezTo>
                  <a:cubicBezTo>
                    <a:pt x="465" y="158"/>
                    <a:pt x="466" y="159"/>
                    <a:pt x="465" y="159"/>
                  </a:cubicBezTo>
                  <a:cubicBezTo>
                    <a:pt x="465" y="159"/>
                    <a:pt x="464" y="159"/>
                    <a:pt x="464" y="160"/>
                  </a:cubicBezTo>
                  <a:cubicBezTo>
                    <a:pt x="464" y="160"/>
                    <a:pt x="465" y="159"/>
                    <a:pt x="465" y="159"/>
                  </a:cubicBezTo>
                  <a:cubicBezTo>
                    <a:pt x="465" y="159"/>
                    <a:pt x="465" y="160"/>
                    <a:pt x="465" y="160"/>
                  </a:cubicBezTo>
                  <a:cubicBezTo>
                    <a:pt x="465" y="160"/>
                    <a:pt x="465" y="160"/>
                    <a:pt x="465" y="160"/>
                  </a:cubicBezTo>
                  <a:cubicBezTo>
                    <a:pt x="465" y="160"/>
                    <a:pt x="465" y="160"/>
                    <a:pt x="465" y="160"/>
                  </a:cubicBezTo>
                  <a:cubicBezTo>
                    <a:pt x="465" y="160"/>
                    <a:pt x="464" y="160"/>
                    <a:pt x="464" y="160"/>
                  </a:cubicBezTo>
                  <a:cubicBezTo>
                    <a:pt x="464" y="160"/>
                    <a:pt x="463" y="161"/>
                    <a:pt x="463" y="161"/>
                  </a:cubicBezTo>
                  <a:cubicBezTo>
                    <a:pt x="464" y="161"/>
                    <a:pt x="464" y="160"/>
                    <a:pt x="465" y="160"/>
                  </a:cubicBezTo>
                  <a:cubicBezTo>
                    <a:pt x="465" y="160"/>
                    <a:pt x="464" y="161"/>
                    <a:pt x="464" y="161"/>
                  </a:cubicBezTo>
                  <a:cubicBezTo>
                    <a:pt x="464" y="161"/>
                    <a:pt x="465" y="160"/>
                    <a:pt x="465" y="160"/>
                  </a:cubicBezTo>
                  <a:cubicBezTo>
                    <a:pt x="465" y="160"/>
                    <a:pt x="464" y="162"/>
                    <a:pt x="465" y="162"/>
                  </a:cubicBezTo>
                  <a:cubicBezTo>
                    <a:pt x="465" y="162"/>
                    <a:pt x="465" y="162"/>
                    <a:pt x="465" y="162"/>
                  </a:cubicBezTo>
                  <a:cubicBezTo>
                    <a:pt x="465" y="162"/>
                    <a:pt x="465" y="162"/>
                    <a:pt x="465" y="162"/>
                  </a:cubicBezTo>
                  <a:cubicBezTo>
                    <a:pt x="464" y="162"/>
                    <a:pt x="464" y="162"/>
                    <a:pt x="464" y="162"/>
                  </a:cubicBezTo>
                  <a:cubicBezTo>
                    <a:pt x="464" y="162"/>
                    <a:pt x="464" y="162"/>
                    <a:pt x="464" y="162"/>
                  </a:cubicBezTo>
                  <a:cubicBezTo>
                    <a:pt x="464" y="163"/>
                    <a:pt x="464" y="162"/>
                    <a:pt x="465" y="162"/>
                  </a:cubicBezTo>
                  <a:cubicBezTo>
                    <a:pt x="465" y="162"/>
                    <a:pt x="463" y="163"/>
                    <a:pt x="463" y="163"/>
                  </a:cubicBezTo>
                  <a:cubicBezTo>
                    <a:pt x="464" y="163"/>
                    <a:pt x="464" y="163"/>
                    <a:pt x="464" y="164"/>
                  </a:cubicBezTo>
                  <a:cubicBezTo>
                    <a:pt x="465" y="164"/>
                    <a:pt x="465" y="163"/>
                    <a:pt x="465" y="163"/>
                  </a:cubicBezTo>
                  <a:cubicBezTo>
                    <a:pt x="466" y="163"/>
                    <a:pt x="466" y="163"/>
                    <a:pt x="466" y="163"/>
                  </a:cubicBezTo>
                  <a:cubicBezTo>
                    <a:pt x="466" y="162"/>
                    <a:pt x="467" y="163"/>
                    <a:pt x="467" y="162"/>
                  </a:cubicBezTo>
                  <a:cubicBezTo>
                    <a:pt x="467" y="162"/>
                    <a:pt x="467" y="162"/>
                    <a:pt x="468" y="161"/>
                  </a:cubicBezTo>
                  <a:cubicBezTo>
                    <a:pt x="468" y="161"/>
                    <a:pt x="469" y="161"/>
                    <a:pt x="468" y="161"/>
                  </a:cubicBezTo>
                  <a:cubicBezTo>
                    <a:pt x="468" y="160"/>
                    <a:pt x="469" y="160"/>
                    <a:pt x="469" y="160"/>
                  </a:cubicBezTo>
                  <a:cubicBezTo>
                    <a:pt x="468" y="160"/>
                    <a:pt x="468" y="160"/>
                    <a:pt x="467" y="161"/>
                  </a:cubicBezTo>
                  <a:cubicBezTo>
                    <a:pt x="467" y="160"/>
                    <a:pt x="467" y="160"/>
                    <a:pt x="467" y="160"/>
                  </a:cubicBezTo>
                  <a:cubicBezTo>
                    <a:pt x="467" y="160"/>
                    <a:pt x="468" y="160"/>
                    <a:pt x="468" y="160"/>
                  </a:cubicBezTo>
                  <a:cubicBezTo>
                    <a:pt x="469" y="159"/>
                    <a:pt x="469" y="159"/>
                    <a:pt x="470" y="159"/>
                  </a:cubicBezTo>
                  <a:cubicBezTo>
                    <a:pt x="469" y="159"/>
                    <a:pt x="470" y="159"/>
                    <a:pt x="471" y="158"/>
                  </a:cubicBezTo>
                  <a:cubicBezTo>
                    <a:pt x="471" y="158"/>
                    <a:pt x="471" y="157"/>
                    <a:pt x="471" y="158"/>
                  </a:cubicBezTo>
                  <a:cubicBezTo>
                    <a:pt x="470" y="158"/>
                    <a:pt x="470" y="158"/>
                    <a:pt x="469" y="158"/>
                  </a:cubicBezTo>
                  <a:cubicBezTo>
                    <a:pt x="469" y="158"/>
                    <a:pt x="468" y="158"/>
                    <a:pt x="468" y="158"/>
                  </a:cubicBezTo>
                  <a:cubicBezTo>
                    <a:pt x="468" y="158"/>
                    <a:pt x="469" y="158"/>
                    <a:pt x="469" y="158"/>
                  </a:cubicBezTo>
                  <a:cubicBezTo>
                    <a:pt x="470" y="158"/>
                    <a:pt x="470" y="157"/>
                    <a:pt x="471" y="157"/>
                  </a:cubicBezTo>
                  <a:cubicBezTo>
                    <a:pt x="470" y="157"/>
                    <a:pt x="470" y="156"/>
                    <a:pt x="470" y="156"/>
                  </a:cubicBezTo>
                  <a:cubicBezTo>
                    <a:pt x="470" y="156"/>
                    <a:pt x="469" y="156"/>
                    <a:pt x="469" y="156"/>
                  </a:cubicBezTo>
                  <a:cubicBezTo>
                    <a:pt x="469" y="156"/>
                    <a:pt x="469" y="156"/>
                    <a:pt x="468" y="156"/>
                  </a:cubicBezTo>
                  <a:cubicBezTo>
                    <a:pt x="469" y="156"/>
                    <a:pt x="470" y="156"/>
                    <a:pt x="470" y="156"/>
                  </a:cubicBezTo>
                  <a:cubicBezTo>
                    <a:pt x="471" y="156"/>
                    <a:pt x="471" y="155"/>
                    <a:pt x="470" y="155"/>
                  </a:cubicBezTo>
                  <a:cubicBezTo>
                    <a:pt x="470" y="155"/>
                    <a:pt x="470" y="155"/>
                    <a:pt x="470" y="155"/>
                  </a:cubicBezTo>
                  <a:cubicBezTo>
                    <a:pt x="470" y="155"/>
                    <a:pt x="469" y="155"/>
                    <a:pt x="469" y="155"/>
                  </a:cubicBezTo>
                  <a:cubicBezTo>
                    <a:pt x="468" y="155"/>
                    <a:pt x="468" y="156"/>
                    <a:pt x="467" y="156"/>
                  </a:cubicBezTo>
                  <a:cubicBezTo>
                    <a:pt x="468" y="155"/>
                    <a:pt x="468" y="155"/>
                    <a:pt x="469" y="155"/>
                  </a:cubicBezTo>
                  <a:cubicBezTo>
                    <a:pt x="469" y="155"/>
                    <a:pt x="470" y="155"/>
                    <a:pt x="469" y="154"/>
                  </a:cubicBezTo>
                  <a:cubicBezTo>
                    <a:pt x="470" y="154"/>
                    <a:pt x="470" y="154"/>
                    <a:pt x="470" y="154"/>
                  </a:cubicBezTo>
                  <a:cubicBezTo>
                    <a:pt x="470" y="155"/>
                    <a:pt x="471" y="155"/>
                    <a:pt x="471" y="155"/>
                  </a:cubicBezTo>
                  <a:cubicBezTo>
                    <a:pt x="471" y="155"/>
                    <a:pt x="471" y="156"/>
                    <a:pt x="472" y="156"/>
                  </a:cubicBezTo>
                  <a:cubicBezTo>
                    <a:pt x="472" y="155"/>
                    <a:pt x="472" y="155"/>
                    <a:pt x="471" y="155"/>
                  </a:cubicBezTo>
                  <a:close/>
                  <a:moveTo>
                    <a:pt x="461" y="158"/>
                  </a:moveTo>
                  <a:cubicBezTo>
                    <a:pt x="461" y="159"/>
                    <a:pt x="461" y="158"/>
                    <a:pt x="460" y="159"/>
                  </a:cubicBezTo>
                  <a:cubicBezTo>
                    <a:pt x="461" y="159"/>
                    <a:pt x="460" y="159"/>
                    <a:pt x="460" y="159"/>
                  </a:cubicBezTo>
                  <a:cubicBezTo>
                    <a:pt x="460" y="159"/>
                    <a:pt x="460" y="159"/>
                    <a:pt x="460" y="159"/>
                  </a:cubicBezTo>
                  <a:cubicBezTo>
                    <a:pt x="460" y="160"/>
                    <a:pt x="459" y="159"/>
                    <a:pt x="459" y="160"/>
                  </a:cubicBezTo>
                  <a:cubicBezTo>
                    <a:pt x="459" y="160"/>
                    <a:pt x="459" y="161"/>
                    <a:pt x="459" y="161"/>
                  </a:cubicBezTo>
                  <a:cubicBezTo>
                    <a:pt x="459" y="161"/>
                    <a:pt x="459" y="161"/>
                    <a:pt x="459" y="161"/>
                  </a:cubicBezTo>
                  <a:cubicBezTo>
                    <a:pt x="459" y="161"/>
                    <a:pt x="459" y="161"/>
                    <a:pt x="459" y="161"/>
                  </a:cubicBezTo>
                  <a:cubicBezTo>
                    <a:pt x="459" y="161"/>
                    <a:pt x="459" y="162"/>
                    <a:pt x="459" y="162"/>
                  </a:cubicBezTo>
                  <a:cubicBezTo>
                    <a:pt x="459" y="162"/>
                    <a:pt x="459" y="162"/>
                    <a:pt x="459" y="162"/>
                  </a:cubicBezTo>
                  <a:cubicBezTo>
                    <a:pt x="459" y="162"/>
                    <a:pt x="459" y="162"/>
                    <a:pt x="459" y="162"/>
                  </a:cubicBezTo>
                  <a:cubicBezTo>
                    <a:pt x="459" y="163"/>
                    <a:pt x="459" y="163"/>
                    <a:pt x="459" y="163"/>
                  </a:cubicBezTo>
                  <a:cubicBezTo>
                    <a:pt x="459" y="163"/>
                    <a:pt x="459" y="163"/>
                    <a:pt x="459" y="164"/>
                  </a:cubicBezTo>
                  <a:cubicBezTo>
                    <a:pt x="459" y="163"/>
                    <a:pt x="460" y="164"/>
                    <a:pt x="459" y="164"/>
                  </a:cubicBezTo>
                  <a:cubicBezTo>
                    <a:pt x="460" y="164"/>
                    <a:pt x="460" y="163"/>
                    <a:pt x="460" y="163"/>
                  </a:cubicBezTo>
                  <a:cubicBezTo>
                    <a:pt x="460" y="163"/>
                    <a:pt x="461" y="162"/>
                    <a:pt x="460" y="162"/>
                  </a:cubicBezTo>
                  <a:cubicBezTo>
                    <a:pt x="461" y="162"/>
                    <a:pt x="460" y="162"/>
                    <a:pt x="460" y="161"/>
                  </a:cubicBezTo>
                  <a:cubicBezTo>
                    <a:pt x="460" y="161"/>
                    <a:pt x="461" y="161"/>
                    <a:pt x="460" y="161"/>
                  </a:cubicBezTo>
                  <a:cubicBezTo>
                    <a:pt x="460" y="161"/>
                    <a:pt x="461" y="160"/>
                    <a:pt x="461" y="160"/>
                  </a:cubicBezTo>
                  <a:cubicBezTo>
                    <a:pt x="461" y="160"/>
                    <a:pt x="461" y="160"/>
                    <a:pt x="461" y="160"/>
                  </a:cubicBezTo>
                  <a:cubicBezTo>
                    <a:pt x="460" y="160"/>
                    <a:pt x="461" y="160"/>
                    <a:pt x="461" y="159"/>
                  </a:cubicBezTo>
                  <a:cubicBezTo>
                    <a:pt x="461" y="159"/>
                    <a:pt x="461" y="159"/>
                    <a:pt x="461" y="160"/>
                  </a:cubicBezTo>
                  <a:cubicBezTo>
                    <a:pt x="461" y="160"/>
                    <a:pt x="462" y="159"/>
                    <a:pt x="461" y="159"/>
                  </a:cubicBezTo>
                  <a:cubicBezTo>
                    <a:pt x="461" y="159"/>
                    <a:pt x="461" y="159"/>
                    <a:pt x="461" y="159"/>
                  </a:cubicBezTo>
                  <a:cubicBezTo>
                    <a:pt x="461" y="158"/>
                    <a:pt x="462" y="158"/>
                    <a:pt x="462" y="158"/>
                  </a:cubicBezTo>
                  <a:cubicBezTo>
                    <a:pt x="462" y="158"/>
                    <a:pt x="461" y="158"/>
                    <a:pt x="461" y="158"/>
                  </a:cubicBezTo>
                  <a:close/>
                  <a:moveTo>
                    <a:pt x="213" y="163"/>
                  </a:moveTo>
                  <a:cubicBezTo>
                    <a:pt x="213" y="162"/>
                    <a:pt x="212" y="163"/>
                    <a:pt x="212" y="163"/>
                  </a:cubicBezTo>
                  <a:cubicBezTo>
                    <a:pt x="211" y="163"/>
                    <a:pt x="212" y="162"/>
                    <a:pt x="212" y="161"/>
                  </a:cubicBezTo>
                  <a:cubicBezTo>
                    <a:pt x="213" y="161"/>
                    <a:pt x="213" y="160"/>
                    <a:pt x="213" y="160"/>
                  </a:cubicBezTo>
                  <a:cubicBezTo>
                    <a:pt x="212" y="160"/>
                    <a:pt x="211" y="160"/>
                    <a:pt x="209" y="160"/>
                  </a:cubicBezTo>
                  <a:cubicBezTo>
                    <a:pt x="208" y="161"/>
                    <a:pt x="208" y="161"/>
                    <a:pt x="207" y="161"/>
                  </a:cubicBezTo>
                  <a:cubicBezTo>
                    <a:pt x="206" y="161"/>
                    <a:pt x="206" y="162"/>
                    <a:pt x="205" y="161"/>
                  </a:cubicBezTo>
                  <a:cubicBezTo>
                    <a:pt x="204" y="161"/>
                    <a:pt x="203" y="162"/>
                    <a:pt x="202" y="162"/>
                  </a:cubicBezTo>
                  <a:cubicBezTo>
                    <a:pt x="201" y="163"/>
                    <a:pt x="200" y="163"/>
                    <a:pt x="199" y="164"/>
                  </a:cubicBezTo>
                  <a:cubicBezTo>
                    <a:pt x="199" y="164"/>
                    <a:pt x="198" y="164"/>
                    <a:pt x="197" y="164"/>
                  </a:cubicBezTo>
                  <a:cubicBezTo>
                    <a:pt x="197" y="164"/>
                    <a:pt x="195" y="166"/>
                    <a:pt x="196" y="167"/>
                  </a:cubicBezTo>
                  <a:cubicBezTo>
                    <a:pt x="196" y="167"/>
                    <a:pt x="198" y="167"/>
                    <a:pt x="198" y="166"/>
                  </a:cubicBezTo>
                  <a:cubicBezTo>
                    <a:pt x="199" y="166"/>
                    <a:pt x="200" y="166"/>
                    <a:pt x="201" y="165"/>
                  </a:cubicBezTo>
                  <a:cubicBezTo>
                    <a:pt x="202" y="165"/>
                    <a:pt x="204" y="164"/>
                    <a:pt x="206" y="164"/>
                  </a:cubicBezTo>
                  <a:cubicBezTo>
                    <a:pt x="207" y="164"/>
                    <a:pt x="208" y="164"/>
                    <a:pt x="209" y="164"/>
                  </a:cubicBezTo>
                  <a:cubicBezTo>
                    <a:pt x="210" y="164"/>
                    <a:pt x="211" y="163"/>
                    <a:pt x="211" y="163"/>
                  </a:cubicBezTo>
                  <a:cubicBezTo>
                    <a:pt x="211" y="164"/>
                    <a:pt x="212" y="163"/>
                    <a:pt x="213" y="164"/>
                  </a:cubicBezTo>
                  <a:cubicBezTo>
                    <a:pt x="212" y="164"/>
                    <a:pt x="212" y="164"/>
                    <a:pt x="212" y="164"/>
                  </a:cubicBezTo>
                  <a:cubicBezTo>
                    <a:pt x="213" y="164"/>
                    <a:pt x="213" y="164"/>
                    <a:pt x="213" y="163"/>
                  </a:cubicBezTo>
                  <a:close/>
                  <a:moveTo>
                    <a:pt x="213" y="167"/>
                  </a:moveTo>
                  <a:cubicBezTo>
                    <a:pt x="213" y="167"/>
                    <a:pt x="214" y="167"/>
                    <a:pt x="214" y="166"/>
                  </a:cubicBezTo>
                  <a:cubicBezTo>
                    <a:pt x="214" y="166"/>
                    <a:pt x="213" y="166"/>
                    <a:pt x="213" y="166"/>
                  </a:cubicBezTo>
                  <a:cubicBezTo>
                    <a:pt x="212" y="165"/>
                    <a:pt x="211" y="167"/>
                    <a:pt x="213" y="167"/>
                  </a:cubicBezTo>
                  <a:close/>
                  <a:moveTo>
                    <a:pt x="186" y="170"/>
                  </a:moveTo>
                  <a:cubicBezTo>
                    <a:pt x="186" y="170"/>
                    <a:pt x="187" y="170"/>
                    <a:pt x="187" y="170"/>
                  </a:cubicBezTo>
                  <a:cubicBezTo>
                    <a:pt x="187" y="170"/>
                    <a:pt x="188" y="170"/>
                    <a:pt x="188" y="170"/>
                  </a:cubicBezTo>
                  <a:cubicBezTo>
                    <a:pt x="188" y="170"/>
                    <a:pt x="186" y="170"/>
                    <a:pt x="186" y="170"/>
                  </a:cubicBezTo>
                  <a:close/>
                  <a:moveTo>
                    <a:pt x="188" y="170"/>
                  </a:moveTo>
                  <a:cubicBezTo>
                    <a:pt x="189" y="170"/>
                    <a:pt x="191" y="170"/>
                    <a:pt x="191" y="170"/>
                  </a:cubicBezTo>
                  <a:cubicBezTo>
                    <a:pt x="191" y="169"/>
                    <a:pt x="191" y="169"/>
                    <a:pt x="191" y="169"/>
                  </a:cubicBezTo>
                  <a:cubicBezTo>
                    <a:pt x="190" y="170"/>
                    <a:pt x="189" y="169"/>
                    <a:pt x="188" y="170"/>
                  </a:cubicBezTo>
                  <a:close/>
                  <a:moveTo>
                    <a:pt x="474" y="156"/>
                  </a:moveTo>
                  <a:cubicBezTo>
                    <a:pt x="473" y="156"/>
                    <a:pt x="472" y="158"/>
                    <a:pt x="472" y="159"/>
                  </a:cubicBezTo>
                  <a:cubicBezTo>
                    <a:pt x="472" y="159"/>
                    <a:pt x="473" y="158"/>
                    <a:pt x="473" y="158"/>
                  </a:cubicBezTo>
                  <a:cubicBezTo>
                    <a:pt x="473" y="158"/>
                    <a:pt x="473" y="158"/>
                    <a:pt x="474" y="158"/>
                  </a:cubicBezTo>
                  <a:cubicBezTo>
                    <a:pt x="474" y="158"/>
                    <a:pt x="474" y="157"/>
                    <a:pt x="474" y="158"/>
                  </a:cubicBezTo>
                  <a:cubicBezTo>
                    <a:pt x="475" y="157"/>
                    <a:pt x="474" y="156"/>
                    <a:pt x="474" y="156"/>
                  </a:cubicBezTo>
                  <a:close/>
                  <a:moveTo>
                    <a:pt x="281" y="121"/>
                  </a:moveTo>
                  <a:cubicBezTo>
                    <a:pt x="280" y="121"/>
                    <a:pt x="279" y="122"/>
                    <a:pt x="278" y="122"/>
                  </a:cubicBezTo>
                  <a:cubicBezTo>
                    <a:pt x="278" y="122"/>
                    <a:pt x="277" y="123"/>
                    <a:pt x="276" y="123"/>
                  </a:cubicBezTo>
                  <a:cubicBezTo>
                    <a:pt x="276" y="123"/>
                    <a:pt x="276" y="123"/>
                    <a:pt x="276" y="123"/>
                  </a:cubicBezTo>
                  <a:cubicBezTo>
                    <a:pt x="276" y="123"/>
                    <a:pt x="276" y="123"/>
                    <a:pt x="275" y="124"/>
                  </a:cubicBezTo>
                  <a:cubicBezTo>
                    <a:pt x="276" y="124"/>
                    <a:pt x="276" y="124"/>
                    <a:pt x="277" y="123"/>
                  </a:cubicBezTo>
                  <a:cubicBezTo>
                    <a:pt x="277" y="123"/>
                    <a:pt x="278" y="123"/>
                    <a:pt x="278" y="123"/>
                  </a:cubicBezTo>
                  <a:cubicBezTo>
                    <a:pt x="279" y="122"/>
                    <a:pt x="281" y="122"/>
                    <a:pt x="281" y="121"/>
                  </a:cubicBezTo>
                  <a:close/>
                  <a:moveTo>
                    <a:pt x="329" y="131"/>
                  </a:moveTo>
                  <a:cubicBezTo>
                    <a:pt x="329" y="131"/>
                    <a:pt x="329" y="130"/>
                    <a:pt x="328" y="130"/>
                  </a:cubicBezTo>
                  <a:cubicBezTo>
                    <a:pt x="327" y="130"/>
                    <a:pt x="327" y="131"/>
                    <a:pt x="328" y="131"/>
                  </a:cubicBezTo>
                  <a:cubicBezTo>
                    <a:pt x="327" y="131"/>
                    <a:pt x="328" y="132"/>
                    <a:pt x="329" y="131"/>
                  </a:cubicBezTo>
                  <a:close/>
                  <a:moveTo>
                    <a:pt x="221" y="162"/>
                  </a:moveTo>
                  <a:cubicBezTo>
                    <a:pt x="221" y="162"/>
                    <a:pt x="223" y="161"/>
                    <a:pt x="223" y="161"/>
                  </a:cubicBezTo>
                  <a:cubicBezTo>
                    <a:pt x="222" y="160"/>
                    <a:pt x="220" y="162"/>
                    <a:pt x="221" y="162"/>
                  </a:cubicBezTo>
                  <a:close/>
                  <a:moveTo>
                    <a:pt x="476" y="146"/>
                  </a:moveTo>
                  <a:cubicBezTo>
                    <a:pt x="476" y="146"/>
                    <a:pt x="478" y="146"/>
                    <a:pt x="477" y="145"/>
                  </a:cubicBezTo>
                  <a:cubicBezTo>
                    <a:pt x="476" y="145"/>
                    <a:pt x="475" y="145"/>
                    <a:pt x="474" y="146"/>
                  </a:cubicBezTo>
                  <a:cubicBezTo>
                    <a:pt x="473" y="146"/>
                    <a:pt x="473" y="146"/>
                    <a:pt x="473" y="147"/>
                  </a:cubicBezTo>
                  <a:cubicBezTo>
                    <a:pt x="473" y="147"/>
                    <a:pt x="474" y="147"/>
                    <a:pt x="474" y="148"/>
                  </a:cubicBezTo>
                  <a:cubicBezTo>
                    <a:pt x="475" y="148"/>
                    <a:pt x="476" y="147"/>
                    <a:pt x="476" y="146"/>
                  </a:cubicBezTo>
                  <a:close/>
                  <a:moveTo>
                    <a:pt x="189" y="168"/>
                  </a:moveTo>
                  <a:cubicBezTo>
                    <a:pt x="188" y="168"/>
                    <a:pt x="188" y="168"/>
                    <a:pt x="187" y="168"/>
                  </a:cubicBezTo>
                  <a:cubicBezTo>
                    <a:pt x="188" y="167"/>
                    <a:pt x="187" y="168"/>
                    <a:pt x="186" y="168"/>
                  </a:cubicBezTo>
                  <a:cubicBezTo>
                    <a:pt x="187" y="168"/>
                    <a:pt x="187" y="168"/>
                    <a:pt x="187" y="168"/>
                  </a:cubicBezTo>
                  <a:cubicBezTo>
                    <a:pt x="187" y="168"/>
                    <a:pt x="185" y="169"/>
                    <a:pt x="186" y="170"/>
                  </a:cubicBezTo>
                  <a:cubicBezTo>
                    <a:pt x="186" y="170"/>
                    <a:pt x="188" y="169"/>
                    <a:pt x="188" y="169"/>
                  </a:cubicBezTo>
                  <a:cubicBezTo>
                    <a:pt x="188" y="169"/>
                    <a:pt x="187" y="169"/>
                    <a:pt x="187" y="168"/>
                  </a:cubicBezTo>
                  <a:cubicBezTo>
                    <a:pt x="187" y="168"/>
                    <a:pt x="188" y="168"/>
                    <a:pt x="189" y="168"/>
                  </a:cubicBezTo>
                  <a:close/>
                  <a:moveTo>
                    <a:pt x="247" y="159"/>
                  </a:moveTo>
                  <a:cubicBezTo>
                    <a:pt x="246" y="159"/>
                    <a:pt x="246" y="159"/>
                    <a:pt x="246" y="159"/>
                  </a:cubicBezTo>
                  <a:cubicBezTo>
                    <a:pt x="246" y="159"/>
                    <a:pt x="245" y="160"/>
                    <a:pt x="245" y="160"/>
                  </a:cubicBezTo>
                  <a:cubicBezTo>
                    <a:pt x="245" y="160"/>
                    <a:pt x="246" y="160"/>
                    <a:pt x="246" y="159"/>
                  </a:cubicBezTo>
                  <a:cubicBezTo>
                    <a:pt x="246" y="160"/>
                    <a:pt x="246" y="160"/>
                    <a:pt x="246" y="160"/>
                  </a:cubicBezTo>
                  <a:cubicBezTo>
                    <a:pt x="246" y="160"/>
                    <a:pt x="247" y="159"/>
                    <a:pt x="247" y="159"/>
                  </a:cubicBezTo>
                  <a:cubicBezTo>
                    <a:pt x="247" y="159"/>
                    <a:pt x="248" y="158"/>
                    <a:pt x="248" y="158"/>
                  </a:cubicBezTo>
                  <a:cubicBezTo>
                    <a:pt x="248" y="158"/>
                    <a:pt x="247" y="159"/>
                    <a:pt x="247" y="159"/>
                  </a:cubicBezTo>
                  <a:cubicBezTo>
                    <a:pt x="247" y="159"/>
                    <a:pt x="247" y="159"/>
                    <a:pt x="247" y="159"/>
                  </a:cubicBezTo>
                  <a:close/>
                  <a:moveTo>
                    <a:pt x="135" y="183"/>
                  </a:moveTo>
                  <a:cubicBezTo>
                    <a:pt x="135" y="183"/>
                    <a:pt x="135" y="183"/>
                    <a:pt x="134" y="183"/>
                  </a:cubicBezTo>
                  <a:cubicBezTo>
                    <a:pt x="134" y="183"/>
                    <a:pt x="134" y="183"/>
                    <a:pt x="135" y="183"/>
                  </a:cubicBezTo>
                  <a:cubicBezTo>
                    <a:pt x="135" y="183"/>
                    <a:pt x="136" y="183"/>
                    <a:pt x="136" y="184"/>
                  </a:cubicBezTo>
                  <a:cubicBezTo>
                    <a:pt x="136" y="184"/>
                    <a:pt x="138" y="183"/>
                    <a:pt x="137" y="182"/>
                  </a:cubicBezTo>
                  <a:cubicBezTo>
                    <a:pt x="137" y="182"/>
                    <a:pt x="136" y="183"/>
                    <a:pt x="135" y="183"/>
                  </a:cubicBezTo>
                  <a:close/>
                  <a:moveTo>
                    <a:pt x="271" y="142"/>
                  </a:moveTo>
                  <a:cubicBezTo>
                    <a:pt x="271" y="141"/>
                    <a:pt x="272" y="141"/>
                    <a:pt x="273" y="141"/>
                  </a:cubicBezTo>
                  <a:cubicBezTo>
                    <a:pt x="272" y="141"/>
                    <a:pt x="271" y="141"/>
                    <a:pt x="271" y="142"/>
                  </a:cubicBezTo>
                  <a:close/>
                  <a:moveTo>
                    <a:pt x="424" y="109"/>
                  </a:moveTo>
                  <a:cubicBezTo>
                    <a:pt x="425" y="109"/>
                    <a:pt x="425" y="109"/>
                    <a:pt x="425" y="109"/>
                  </a:cubicBezTo>
                  <a:cubicBezTo>
                    <a:pt x="425" y="109"/>
                    <a:pt x="425" y="109"/>
                    <a:pt x="424" y="109"/>
                  </a:cubicBezTo>
                  <a:close/>
                  <a:moveTo>
                    <a:pt x="365" y="27"/>
                  </a:moveTo>
                  <a:cubicBezTo>
                    <a:pt x="365" y="27"/>
                    <a:pt x="364" y="28"/>
                    <a:pt x="364" y="28"/>
                  </a:cubicBezTo>
                  <a:cubicBezTo>
                    <a:pt x="364" y="28"/>
                    <a:pt x="365" y="28"/>
                    <a:pt x="365" y="27"/>
                  </a:cubicBezTo>
                  <a:close/>
                  <a:moveTo>
                    <a:pt x="453" y="106"/>
                  </a:moveTo>
                  <a:cubicBezTo>
                    <a:pt x="452" y="106"/>
                    <a:pt x="453" y="106"/>
                    <a:pt x="454" y="107"/>
                  </a:cubicBezTo>
                  <a:cubicBezTo>
                    <a:pt x="454" y="107"/>
                    <a:pt x="455" y="107"/>
                    <a:pt x="455" y="107"/>
                  </a:cubicBezTo>
                  <a:cubicBezTo>
                    <a:pt x="456" y="107"/>
                    <a:pt x="456" y="106"/>
                    <a:pt x="456" y="106"/>
                  </a:cubicBezTo>
                  <a:cubicBezTo>
                    <a:pt x="458" y="106"/>
                    <a:pt x="458" y="107"/>
                    <a:pt x="459" y="107"/>
                  </a:cubicBezTo>
                  <a:cubicBezTo>
                    <a:pt x="461" y="107"/>
                    <a:pt x="463" y="106"/>
                    <a:pt x="464" y="106"/>
                  </a:cubicBezTo>
                  <a:cubicBezTo>
                    <a:pt x="465" y="106"/>
                    <a:pt x="467" y="105"/>
                    <a:pt x="467" y="106"/>
                  </a:cubicBezTo>
                  <a:cubicBezTo>
                    <a:pt x="468" y="106"/>
                    <a:pt x="464" y="108"/>
                    <a:pt x="464" y="108"/>
                  </a:cubicBezTo>
                  <a:cubicBezTo>
                    <a:pt x="463" y="109"/>
                    <a:pt x="465" y="110"/>
                    <a:pt x="465" y="110"/>
                  </a:cubicBezTo>
                  <a:cubicBezTo>
                    <a:pt x="466" y="110"/>
                    <a:pt x="466" y="110"/>
                    <a:pt x="465" y="111"/>
                  </a:cubicBezTo>
                  <a:cubicBezTo>
                    <a:pt x="465" y="111"/>
                    <a:pt x="465" y="112"/>
                    <a:pt x="465" y="112"/>
                  </a:cubicBezTo>
                  <a:cubicBezTo>
                    <a:pt x="466" y="113"/>
                    <a:pt x="466" y="114"/>
                    <a:pt x="466" y="115"/>
                  </a:cubicBezTo>
                  <a:cubicBezTo>
                    <a:pt x="466" y="115"/>
                    <a:pt x="467" y="116"/>
                    <a:pt x="467" y="117"/>
                  </a:cubicBezTo>
                  <a:cubicBezTo>
                    <a:pt x="467" y="118"/>
                    <a:pt x="465" y="119"/>
                    <a:pt x="464" y="120"/>
                  </a:cubicBezTo>
                  <a:cubicBezTo>
                    <a:pt x="465" y="120"/>
                    <a:pt x="466" y="120"/>
                    <a:pt x="466" y="120"/>
                  </a:cubicBezTo>
                  <a:cubicBezTo>
                    <a:pt x="467" y="119"/>
                    <a:pt x="468" y="119"/>
                    <a:pt x="469" y="119"/>
                  </a:cubicBezTo>
                  <a:cubicBezTo>
                    <a:pt x="471" y="118"/>
                    <a:pt x="472" y="118"/>
                    <a:pt x="473" y="118"/>
                  </a:cubicBezTo>
                  <a:cubicBezTo>
                    <a:pt x="474" y="118"/>
                    <a:pt x="475" y="117"/>
                    <a:pt x="476" y="117"/>
                  </a:cubicBezTo>
                  <a:cubicBezTo>
                    <a:pt x="477" y="116"/>
                    <a:pt x="477" y="115"/>
                    <a:pt x="478" y="115"/>
                  </a:cubicBezTo>
                  <a:cubicBezTo>
                    <a:pt x="479" y="114"/>
                    <a:pt x="480" y="115"/>
                    <a:pt x="481" y="114"/>
                  </a:cubicBezTo>
                  <a:cubicBezTo>
                    <a:pt x="481" y="114"/>
                    <a:pt x="481" y="113"/>
                    <a:pt x="481" y="113"/>
                  </a:cubicBezTo>
                  <a:cubicBezTo>
                    <a:pt x="482" y="113"/>
                    <a:pt x="483" y="113"/>
                    <a:pt x="485" y="112"/>
                  </a:cubicBezTo>
                  <a:cubicBezTo>
                    <a:pt x="486" y="112"/>
                    <a:pt x="489" y="111"/>
                    <a:pt x="490" y="112"/>
                  </a:cubicBezTo>
                  <a:cubicBezTo>
                    <a:pt x="490" y="112"/>
                    <a:pt x="490" y="112"/>
                    <a:pt x="490" y="113"/>
                  </a:cubicBezTo>
                  <a:cubicBezTo>
                    <a:pt x="490" y="113"/>
                    <a:pt x="491" y="113"/>
                    <a:pt x="491" y="113"/>
                  </a:cubicBezTo>
                  <a:cubicBezTo>
                    <a:pt x="491" y="114"/>
                    <a:pt x="490" y="114"/>
                    <a:pt x="489" y="115"/>
                  </a:cubicBezTo>
                  <a:cubicBezTo>
                    <a:pt x="489" y="115"/>
                    <a:pt x="489" y="115"/>
                    <a:pt x="489" y="115"/>
                  </a:cubicBezTo>
                  <a:cubicBezTo>
                    <a:pt x="489" y="115"/>
                    <a:pt x="489" y="115"/>
                    <a:pt x="489" y="116"/>
                  </a:cubicBezTo>
                  <a:cubicBezTo>
                    <a:pt x="488" y="116"/>
                    <a:pt x="489" y="117"/>
                    <a:pt x="489" y="117"/>
                  </a:cubicBezTo>
                  <a:cubicBezTo>
                    <a:pt x="490" y="117"/>
                    <a:pt x="489" y="118"/>
                    <a:pt x="490" y="118"/>
                  </a:cubicBezTo>
                  <a:cubicBezTo>
                    <a:pt x="491" y="118"/>
                    <a:pt x="490" y="119"/>
                    <a:pt x="489" y="119"/>
                  </a:cubicBezTo>
                  <a:cubicBezTo>
                    <a:pt x="490" y="120"/>
                    <a:pt x="489" y="120"/>
                    <a:pt x="489" y="121"/>
                  </a:cubicBezTo>
                  <a:cubicBezTo>
                    <a:pt x="490" y="121"/>
                    <a:pt x="491" y="122"/>
                    <a:pt x="491" y="123"/>
                  </a:cubicBezTo>
                  <a:cubicBezTo>
                    <a:pt x="491" y="123"/>
                    <a:pt x="492" y="124"/>
                    <a:pt x="491" y="125"/>
                  </a:cubicBezTo>
                  <a:cubicBezTo>
                    <a:pt x="491" y="126"/>
                    <a:pt x="490" y="126"/>
                    <a:pt x="490" y="127"/>
                  </a:cubicBezTo>
                  <a:cubicBezTo>
                    <a:pt x="491" y="128"/>
                    <a:pt x="490" y="129"/>
                    <a:pt x="490" y="130"/>
                  </a:cubicBezTo>
                  <a:cubicBezTo>
                    <a:pt x="490" y="130"/>
                    <a:pt x="490" y="131"/>
                    <a:pt x="490" y="131"/>
                  </a:cubicBezTo>
                  <a:cubicBezTo>
                    <a:pt x="489" y="132"/>
                    <a:pt x="489" y="132"/>
                    <a:pt x="489" y="133"/>
                  </a:cubicBezTo>
                  <a:cubicBezTo>
                    <a:pt x="489" y="134"/>
                    <a:pt x="489" y="136"/>
                    <a:pt x="488" y="137"/>
                  </a:cubicBezTo>
                  <a:cubicBezTo>
                    <a:pt x="488" y="138"/>
                    <a:pt x="487" y="138"/>
                    <a:pt x="486" y="139"/>
                  </a:cubicBezTo>
                  <a:cubicBezTo>
                    <a:pt x="487" y="139"/>
                    <a:pt x="488" y="139"/>
                    <a:pt x="488" y="139"/>
                  </a:cubicBezTo>
                  <a:cubicBezTo>
                    <a:pt x="488" y="140"/>
                    <a:pt x="485" y="141"/>
                    <a:pt x="487" y="141"/>
                  </a:cubicBezTo>
                  <a:cubicBezTo>
                    <a:pt x="487" y="141"/>
                    <a:pt x="487" y="142"/>
                    <a:pt x="487" y="142"/>
                  </a:cubicBezTo>
                  <a:cubicBezTo>
                    <a:pt x="486" y="142"/>
                    <a:pt x="486" y="142"/>
                    <a:pt x="486" y="143"/>
                  </a:cubicBezTo>
                  <a:cubicBezTo>
                    <a:pt x="486" y="143"/>
                    <a:pt x="486" y="143"/>
                    <a:pt x="485" y="144"/>
                  </a:cubicBezTo>
                  <a:cubicBezTo>
                    <a:pt x="486" y="144"/>
                    <a:pt x="487" y="144"/>
                    <a:pt x="487" y="144"/>
                  </a:cubicBezTo>
                  <a:cubicBezTo>
                    <a:pt x="488" y="144"/>
                    <a:pt x="489" y="145"/>
                    <a:pt x="489" y="145"/>
                  </a:cubicBezTo>
                  <a:cubicBezTo>
                    <a:pt x="490" y="146"/>
                    <a:pt x="490" y="146"/>
                    <a:pt x="491" y="146"/>
                  </a:cubicBezTo>
                  <a:cubicBezTo>
                    <a:pt x="492" y="146"/>
                    <a:pt x="491" y="147"/>
                    <a:pt x="492" y="147"/>
                  </a:cubicBezTo>
                  <a:cubicBezTo>
                    <a:pt x="493" y="148"/>
                    <a:pt x="493" y="148"/>
                    <a:pt x="492" y="148"/>
                  </a:cubicBezTo>
                  <a:cubicBezTo>
                    <a:pt x="492" y="149"/>
                    <a:pt x="493" y="149"/>
                    <a:pt x="493" y="149"/>
                  </a:cubicBezTo>
                  <a:cubicBezTo>
                    <a:pt x="493" y="149"/>
                    <a:pt x="494" y="149"/>
                    <a:pt x="494" y="149"/>
                  </a:cubicBezTo>
                  <a:cubicBezTo>
                    <a:pt x="495" y="149"/>
                    <a:pt x="494" y="150"/>
                    <a:pt x="494" y="150"/>
                  </a:cubicBezTo>
                  <a:cubicBezTo>
                    <a:pt x="493" y="151"/>
                    <a:pt x="491" y="152"/>
                    <a:pt x="490" y="153"/>
                  </a:cubicBezTo>
                  <a:cubicBezTo>
                    <a:pt x="489" y="154"/>
                    <a:pt x="488" y="155"/>
                    <a:pt x="487" y="157"/>
                  </a:cubicBezTo>
                  <a:cubicBezTo>
                    <a:pt x="487" y="158"/>
                    <a:pt x="486" y="158"/>
                    <a:pt x="486" y="158"/>
                  </a:cubicBezTo>
                  <a:cubicBezTo>
                    <a:pt x="485" y="159"/>
                    <a:pt x="484" y="159"/>
                    <a:pt x="483" y="160"/>
                  </a:cubicBezTo>
                  <a:cubicBezTo>
                    <a:pt x="482" y="161"/>
                    <a:pt x="480" y="162"/>
                    <a:pt x="478" y="162"/>
                  </a:cubicBezTo>
                  <a:cubicBezTo>
                    <a:pt x="478" y="162"/>
                    <a:pt x="478" y="162"/>
                    <a:pt x="479" y="162"/>
                  </a:cubicBezTo>
                  <a:cubicBezTo>
                    <a:pt x="479" y="162"/>
                    <a:pt x="477" y="163"/>
                    <a:pt x="477" y="163"/>
                  </a:cubicBezTo>
                  <a:cubicBezTo>
                    <a:pt x="477" y="162"/>
                    <a:pt x="477" y="163"/>
                    <a:pt x="477" y="162"/>
                  </a:cubicBezTo>
                  <a:cubicBezTo>
                    <a:pt x="478" y="162"/>
                    <a:pt x="478" y="161"/>
                    <a:pt x="478" y="161"/>
                  </a:cubicBezTo>
                  <a:cubicBezTo>
                    <a:pt x="478" y="161"/>
                    <a:pt x="477" y="162"/>
                    <a:pt x="477" y="162"/>
                  </a:cubicBezTo>
                  <a:cubicBezTo>
                    <a:pt x="476" y="163"/>
                    <a:pt x="475" y="163"/>
                    <a:pt x="476" y="162"/>
                  </a:cubicBezTo>
                  <a:cubicBezTo>
                    <a:pt x="476" y="162"/>
                    <a:pt x="476" y="161"/>
                    <a:pt x="476" y="161"/>
                  </a:cubicBezTo>
                  <a:cubicBezTo>
                    <a:pt x="477" y="161"/>
                    <a:pt x="476" y="161"/>
                    <a:pt x="477" y="160"/>
                  </a:cubicBezTo>
                  <a:cubicBezTo>
                    <a:pt x="477" y="160"/>
                    <a:pt x="478" y="159"/>
                    <a:pt x="479" y="159"/>
                  </a:cubicBezTo>
                  <a:cubicBezTo>
                    <a:pt x="479" y="159"/>
                    <a:pt x="479" y="160"/>
                    <a:pt x="479" y="160"/>
                  </a:cubicBezTo>
                  <a:cubicBezTo>
                    <a:pt x="480" y="159"/>
                    <a:pt x="480" y="159"/>
                    <a:pt x="480" y="159"/>
                  </a:cubicBezTo>
                  <a:cubicBezTo>
                    <a:pt x="482" y="158"/>
                    <a:pt x="483" y="158"/>
                    <a:pt x="484" y="157"/>
                  </a:cubicBezTo>
                  <a:cubicBezTo>
                    <a:pt x="483" y="157"/>
                    <a:pt x="482" y="158"/>
                    <a:pt x="481" y="159"/>
                  </a:cubicBezTo>
                  <a:cubicBezTo>
                    <a:pt x="480" y="159"/>
                    <a:pt x="479" y="160"/>
                    <a:pt x="479" y="159"/>
                  </a:cubicBezTo>
                  <a:cubicBezTo>
                    <a:pt x="479" y="159"/>
                    <a:pt x="478" y="160"/>
                    <a:pt x="478" y="160"/>
                  </a:cubicBezTo>
                  <a:cubicBezTo>
                    <a:pt x="477" y="159"/>
                    <a:pt x="478" y="158"/>
                    <a:pt x="478" y="158"/>
                  </a:cubicBezTo>
                  <a:cubicBezTo>
                    <a:pt x="479" y="158"/>
                    <a:pt x="479" y="157"/>
                    <a:pt x="480" y="157"/>
                  </a:cubicBezTo>
                  <a:cubicBezTo>
                    <a:pt x="481" y="157"/>
                    <a:pt x="482" y="158"/>
                    <a:pt x="482" y="157"/>
                  </a:cubicBezTo>
                  <a:cubicBezTo>
                    <a:pt x="482" y="157"/>
                    <a:pt x="482" y="157"/>
                    <a:pt x="483" y="157"/>
                  </a:cubicBezTo>
                  <a:cubicBezTo>
                    <a:pt x="482" y="157"/>
                    <a:pt x="481" y="157"/>
                    <a:pt x="481" y="157"/>
                  </a:cubicBezTo>
                  <a:cubicBezTo>
                    <a:pt x="481" y="156"/>
                    <a:pt x="482" y="156"/>
                    <a:pt x="482" y="155"/>
                  </a:cubicBezTo>
                  <a:cubicBezTo>
                    <a:pt x="483" y="155"/>
                    <a:pt x="483" y="154"/>
                    <a:pt x="484" y="153"/>
                  </a:cubicBezTo>
                  <a:cubicBezTo>
                    <a:pt x="484" y="153"/>
                    <a:pt x="484" y="152"/>
                    <a:pt x="485" y="152"/>
                  </a:cubicBezTo>
                  <a:cubicBezTo>
                    <a:pt x="485" y="152"/>
                    <a:pt x="484" y="152"/>
                    <a:pt x="484" y="152"/>
                  </a:cubicBezTo>
                  <a:cubicBezTo>
                    <a:pt x="484" y="151"/>
                    <a:pt x="484" y="151"/>
                    <a:pt x="484" y="150"/>
                  </a:cubicBezTo>
                  <a:cubicBezTo>
                    <a:pt x="485" y="150"/>
                    <a:pt x="486" y="150"/>
                    <a:pt x="486" y="149"/>
                  </a:cubicBezTo>
                  <a:cubicBezTo>
                    <a:pt x="486" y="149"/>
                    <a:pt x="487" y="149"/>
                    <a:pt x="487" y="149"/>
                  </a:cubicBezTo>
                  <a:cubicBezTo>
                    <a:pt x="486" y="149"/>
                    <a:pt x="485" y="150"/>
                    <a:pt x="484" y="150"/>
                  </a:cubicBezTo>
                  <a:cubicBezTo>
                    <a:pt x="484" y="150"/>
                    <a:pt x="483" y="151"/>
                    <a:pt x="483" y="150"/>
                  </a:cubicBezTo>
                  <a:cubicBezTo>
                    <a:pt x="481" y="150"/>
                    <a:pt x="479" y="151"/>
                    <a:pt x="477" y="151"/>
                  </a:cubicBezTo>
                  <a:cubicBezTo>
                    <a:pt x="478" y="152"/>
                    <a:pt x="478" y="152"/>
                    <a:pt x="478" y="152"/>
                  </a:cubicBezTo>
                  <a:cubicBezTo>
                    <a:pt x="478" y="153"/>
                    <a:pt x="477" y="153"/>
                    <a:pt x="477" y="153"/>
                  </a:cubicBezTo>
                  <a:cubicBezTo>
                    <a:pt x="476" y="153"/>
                    <a:pt x="476" y="154"/>
                    <a:pt x="476" y="154"/>
                  </a:cubicBezTo>
                  <a:cubicBezTo>
                    <a:pt x="476" y="154"/>
                    <a:pt x="475" y="154"/>
                    <a:pt x="475" y="154"/>
                  </a:cubicBezTo>
                  <a:cubicBezTo>
                    <a:pt x="475" y="154"/>
                    <a:pt x="475" y="155"/>
                    <a:pt x="474" y="155"/>
                  </a:cubicBezTo>
                  <a:cubicBezTo>
                    <a:pt x="473" y="155"/>
                    <a:pt x="474" y="155"/>
                    <a:pt x="473" y="155"/>
                  </a:cubicBezTo>
                  <a:cubicBezTo>
                    <a:pt x="472" y="154"/>
                    <a:pt x="473" y="154"/>
                    <a:pt x="473" y="153"/>
                  </a:cubicBezTo>
                  <a:cubicBezTo>
                    <a:pt x="474" y="153"/>
                    <a:pt x="473" y="153"/>
                    <a:pt x="474" y="153"/>
                  </a:cubicBezTo>
                  <a:cubicBezTo>
                    <a:pt x="474" y="152"/>
                    <a:pt x="474" y="153"/>
                    <a:pt x="474" y="153"/>
                  </a:cubicBezTo>
                  <a:cubicBezTo>
                    <a:pt x="474" y="153"/>
                    <a:pt x="475" y="152"/>
                    <a:pt x="475" y="152"/>
                  </a:cubicBezTo>
                  <a:cubicBezTo>
                    <a:pt x="476" y="152"/>
                    <a:pt x="476" y="152"/>
                    <a:pt x="476" y="151"/>
                  </a:cubicBezTo>
                  <a:cubicBezTo>
                    <a:pt x="477" y="151"/>
                    <a:pt x="477" y="151"/>
                    <a:pt x="477" y="151"/>
                  </a:cubicBezTo>
                  <a:cubicBezTo>
                    <a:pt x="478" y="150"/>
                    <a:pt x="478" y="150"/>
                    <a:pt x="479" y="150"/>
                  </a:cubicBezTo>
                  <a:cubicBezTo>
                    <a:pt x="480" y="149"/>
                    <a:pt x="480" y="148"/>
                    <a:pt x="482" y="148"/>
                  </a:cubicBezTo>
                  <a:cubicBezTo>
                    <a:pt x="482" y="148"/>
                    <a:pt x="483" y="148"/>
                    <a:pt x="483" y="148"/>
                  </a:cubicBezTo>
                  <a:cubicBezTo>
                    <a:pt x="483" y="148"/>
                    <a:pt x="484" y="148"/>
                    <a:pt x="484" y="148"/>
                  </a:cubicBezTo>
                  <a:cubicBezTo>
                    <a:pt x="483" y="148"/>
                    <a:pt x="482" y="148"/>
                    <a:pt x="481" y="148"/>
                  </a:cubicBezTo>
                  <a:cubicBezTo>
                    <a:pt x="481" y="147"/>
                    <a:pt x="482" y="147"/>
                    <a:pt x="482" y="146"/>
                  </a:cubicBezTo>
                  <a:cubicBezTo>
                    <a:pt x="482" y="146"/>
                    <a:pt x="481" y="146"/>
                    <a:pt x="481" y="146"/>
                  </a:cubicBezTo>
                  <a:cubicBezTo>
                    <a:pt x="481" y="145"/>
                    <a:pt x="481" y="145"/>
                    <a:pt x="481" y="145"/>
                  </a:cubicBezTo>
                  <a:cubicBezTo>
                    <a:pt x="480" y="144"/>
                    <a:pt x="482" y="144"/>
                    <a:pt x="482" y="143"/>
                  </a:cubicBezTo>
                  <a:cubicBezTo>
                    <a:pt x="481" y="143"/>
                    <a:pt x="481" y="144"/>
                    <a:pt x="480" y="144"/>
                  </a:cubicBezTo>
                  <a:cubicBezTo>
                    <a:pt x="480" y="144"/>
                    <a:pt x="480" y="144"/>
                    <a:pt x="480" y="143"/>
                  </a:cubicBezTo>
                  <a:cubicBezTo>
                    <a:pt x="480" y="143"/>
                    <a:pt x="481" y="143"/>
                    <a:pt x="481" y="143"/>
                  </a:cubicBezTo>
                  <a:cubicBezTo>
                    <a:pt x="481" y="143"/>
                    <a:pt x="481" y="143"/>
                    <a:pt x="481" y="143"/>
                  </a:cubicBezTo>
                  <a:cubicBezTo>
                    <a:pt x="482" y="142"/>
                    <a:pt x="483" y="142"/>
                    <a:pt x="483" y="142"/>
                  </a:cubicBezTo>
                  <a:cubicBezTo>
                    <a:pt x="483" y="142"/>
                    <a:pt x="482" y="142"/>
                    <a:pt x="482" y="142"/>
                  </a:cubicBezTo>
                  <a:cubicBezTo>
                    <a:pt x="481" y="142"/>
                    <a:pt x="480" y="142"/>
                    <a:pt x="480" y="141"/>
                  </a:cubicBezTo>
                  <a:cubicBezTo>
                    <a:pt x="481" y="141"/>
                    <a:pt x="480" y="139"/>
                    <a:pt x="481" y="140"/>
                  </a:cubicBezTo>
                  <a:cubicBezTo>
                    <a:pt x="482" y="140"/>
                    <a:pt x="482" y="139"/>
                    <a:pt x="483" y="139"/>
                  </a:cubicBezTo>
                  <a:cubicBezTo>
                    <a:pt x="482" y="139"/>
                    <a:pt x="482" y="139"/>
                    <a:pt x="482" y="139"/>
                  </a:cubicBezTo>
                  <a:cubicBezTo>
                    <a:pt x="481" y="140"/>
                    <a:pt x="481" y="139"/>
                    <a:pt x="481" y="139"/>
                  </a:cubicBezTo>
                  <a:cubicBezTo>
                    <a:pt x="481" y="139"/>
                    <a:pt x="481" y="140"/>
                    <a:pt x="480" y="139"/>
                  </a:cubicBezTo>
                  <a:cubicBezTo>
                    <a:pt x="480" y="139"/>
                    <a:pt x="480" y="139"/>
                    <a:pt x="480" y="139"/>
                  </a:cubicBezTo>
                  <a:cubicBezTo>
                    <a:pt x="480" y="139"/>
                    <a:pt x="480" y="138"/>
                    <a:pt x="480" y="138"/>
                  </a:cubicBezTo>
                  <a:cubicBezTo>
                    <a:pt x="480" y="138"/>
                    <a:pt x="479" y="139"/>
                    <a:pt x="480" y="138"/>
                  </a:cubicBezTo>
                  <a:cubicBezTo>
                    <a:pt x="479" y="138"/>
                    <a:pt x="479" y="139"/>
                    <a:pt x="479" y="139"/>
                  </a:cubicBezTo>
                  <a:cubicBezTo>
                    <a:pt x="478" y="139"/>
                    <a:pt x="478" y="138"/>
                    <a:pt x="478" y="138"/>
                  </a:cubicBezTo>
                  <a:cubicBezTo>
                    <a:pt x="478" y="138"/>
                    <a:pt x="478" y="137"/>
                    <a:pt x="479" y="137"/>
                  </a:cubicBezTo>
                  <a:cubicBezTo>
                    <a:pt x="479" y="137"/>
                    <a:pt x="480" y="137"/>
                    <a:pt x="481" y="137"/>
                  </a:cubicBezTo>
                  <a:cubicBezTo>
                    <a:pt x="481" y="137"/>
                    <a:pt x="483" y="137"/>
                    <a:pt x="483" y="136"/>
                  </a:cubicBezTo>
                  <a:cubicBezTo>
                    <a:pt x="483" y="136"/>
                    <a:pt x="481" y="137"/>
                    <a:pt x="480" y="136"/>
                  </a:cubicBezTo>
                  <a:cubicBezTo>
                    <a:pt x="480" y="136"/>
                    <a:pt x="482" y="135"/>
                    <a:pt x="482" y="135"/>
                  </a:cubicBezTo>
                  <a:cubicBezTo>
                    <a:pt x="481" y="135"/>
                    <a:pt x="481" y="135"/>
                    <a:pt x="481" y="135"/>
                  </a:cubicBezTo>
                  <a:cubicBezTo>
                    <a:pt x="481" y="134"/>
                    <a:pt x="482" y="134"/>
                    <a:pt x="482" y="134"/>
                  </a:cubicBezTo>
                  <a:cubicBezTo>
                    <a:pt x="483" y="134"/>
                    <a:pt x="483" y="134"/>
                    <a:pt x="483" y="134"/>
                  </a:cubicBezTo>
                  <a:cubicBezTo>
                    <a:pt x="483" y="134"/>
                    <a:pt x="482" y="134"/>
                    <a:pt x="481" y="134"/>
                  </a:cubicBezTo>
                  <a:cubicBezTo>
                    <a:pt x="481" y="133"/>
                    <a:pt x="482" y="133"/>
                    <a:pt x="482" y="133"/>
                  </a:cubicBezTo>
                  <a:cubicBezTo>
                    <a:pt x="483" y="132"/>
                    <a:pt x="483" y="133"/>
                    <a:pt x="484" y="133"/>
                  </a:cubicBezTo>
                  <a:cubicBezTo>
                    <a:pt x="484" y="134"/>
                    <a:pt x="485" y="135"/>
                    <a:pt x="485" y="134"/>
                  </a:cubicBezTo>
                  <a:cubicBezTo>
                    <a:pt x="485" y="134"/>
                    <a:pt x="485" y="134"/>
                    <a:pt x="485" y="134"/>
                  </a:cubicBezTo>
                  <a:cubicBezTo>
                    <a:pt x="485" y="133"/>
                    <a:pt x="485" y="133"/>
                    <a:pt x="484" y="133"/>
                  </a:cubicBezTo>
                  <a:cubicBezTo>
                    <a:pt x="484" y="133"/>
                    <a:pt x="484" y="133"/>
                    <a:pt x="484" y="132"/>
                  </a:cubicBezTo>
                  <a:cubicBezTo>
                    <a:pt x="484" y="132"/>
                    <a:pt x="483" y="132"/>
                    <a:pt x="484" y="132"/>
                  </a:cubicBezTo>
                  <a:cubicBezTo>
                    <a:pt x="484" y="131"/>
                    <a:pt x="485" y="130"/>
                    <a:pt x="486" y="130"/>
                  </a:cubicBezTo>
                  <a:cubicBezTo>
                    <a:pt x="486" y="130"/>
                    <a:pt x="488" y="131"/>
                    <a:pt x="488" y="131"/>
                  </a:cubicBezTo>
                  <a:cubicBezTo>
                    <a:pt x="488" y="130"/>
                    <a:pt x="486" y="131"/>
                    <a:pt x="486" y="130"/>
                  </a:cubicBezTo>
                  <a:cubicBezTo>
                    <a:pt x="486" y="130"/>
                    <a:pt x="485" y="130"/>
                    <a:pt x="485" y="130"/>
                  </a:cubicBezTo>
                  <a:cubicBezTo>
                    <a:pt x="485" y="130"/>
                    <a:pt x="484" y="131"/>
                    <a:pt x="484" y="131"/>
                  </a:cubicBezTo>
                  <a:cubicBezTo>
                    <a:pt x="484" y="131"/>
                    <a:pt x="484" y="131"/>
                    <a:pt x="484" y="131"/>
                  </a:cubicBezTo>
                  <a:cubicBezTo>
                    <a:pt x="484" y="131"/>
                    <a:pt x="483" y="132"/>
                    <a:pt x="483" y="131"/>
                  </a:cubicBezTo>
                  <a:cubicBezTo>
                    <a:pt x="483" y="130"/>
                    <a:pt x="483" y="130"/>
                    <a:pt x="484" y="130"/>
                  </a:cubicBezTo>
                  <a:cubicBezTo>
                    <a:pt x="483" y="131"/>
                    <a:pt x="485" y="129"/>
                    <a:pt x="485" y="129"/>
                  </a:cubicBezTo>
                  <a:cubicBezTo>
                    <a:pt x="485" y="129"/>
                    <a:pt x="485" y="129"/>
                    <a:pt x="485" y="129"/>
                  </a:cubicBezTo>
                  <a:cubicBezTo>
                    <a:pt x="484" y="129"/>
                    <a:pt x="486" y="128"/>
                    <a:pt x="486" y="128"/>
                  </a:cubicBezTo>
                  <a:cubicBezTo>
                    <a:pt x="485" y="128"/>
                    <a:pt x="484" y="130"/>
                    <a:pt x="483" y="130"/>
                  </a:cubicBezTo>
                  <a:cubicBezTo>
                    <a:pt x="482" y="129"/>
                    <a:pt x="483" y="128"/>
                    <a:pt x="483" y="128"/>
                  </a:cubicBezTo>
                  <a:cubicBezTo>
                    <a:pt x="484" y="127"/>
                    <a:pt x="484" y="127"/>
                    <a:pt x="484" y="127"/>
                  </a:cubicBezTo>
                  <a:cubicBezTo>
                    <a:pt x="485" y="126"/>
                    <a:pt x="486" y="126"/>
                    <a:pt x="486" y="126"/>
                  </a:cubicBezTo>
                  <a:cubicBezTo>
                    <a:pt x="486" y="125"/>
                    <a:pt x="487" y="125"/>
                    <a:pt x="487" y="125"/>
                  </a:cubicBezTo>
                  <a:cubicBezTo>
                    <a:pt x="488" y="125"/>
                    <a:pt x="488" y="124"/>
                    <a:pt x="488" y="124"/>
                  </a:cubicBezTo>
                  <a:cubicBezTo>
                    <a:pt x="489" y="124"/>
                    <a:pt x="489" y="124"/>
                    <a:pt x="489" y="124"/>
                  </a:cubicBezTo>
                  <a:cubicBezTo>
                    <a:pt x="488" y="124"/>
                    <a:pt x="487" y="125"/>
                    <a:pt x="486" y="125"/>
                  </a:cubicBezTo>
                  <a:cubicBezTo>
                    <a:pt x="486" y="126"/>
                    <a:pt x="485" y="126"/>
                    <a:pt x="484" y="127"/>
                  </a:cubicBezTo>
                  <a:cubicBezTo>
                    <a:pt x="482" y="129"/>
                    <a:pt x="482" y="125"/>
                    <a:pt x="481" y="126"/>
                  </a:cubicBezTo>
                  <a:cubicBezTo>
                    <a:pt x="481" y="126"/>
                    <a:pt x="481" y="126"/>
                    <a:pt x="480" y="126"/>
                  </a:cubicBezTo>
                  <a:cubicBezTo>
                    <a:pt x="480" y="126"/>
                    <a:pt x="481" y="125"/>
                    <a:pt x="481" y="124"/>
                  </a:cubicBezTo>
                  <a:cubicBezTo>
                    <a:pt x="481" y="124"/>
                    <a:pt x="481" y="123"/>
                    <a:pt x="482" y="123"/>
                  </a:cubicBezTo>
                  <a:cubicBezTo>
                    <a:pt x="482" y="123"/>
                    <a:pt x="483" y="122"/>
                    <a:pt x="483" y="121"/>
                  </a:cubicBezTo>
                  <a:cubicBezTo>
                    <a:pt x="483" y="121"/>
                    <a:pt x="482" y="122"/>
                    <a:pt x="482" y="122"/>
                  </a:cubicBezTo>
                  <a:cubicBezTo>
                    <a:pt x="482" y="121"/>
                    <a:pt x="483" y="120"/>
                    <a:pt x="483" y="119"/>
                  </a:cubicBezTo>
                  <a:cubicBezTo>
                    <a:pt x="484" y="119"/>
                    <a:pt x="484" y="118"/>
                    <a:pt x="484" y="118"/>
                  </a:cubicBezTo>
                  <a:cubicBezTo>
                    <a:pt x="485" y="117"/>
                    <a:pt x="485" y="117"/>
                    <a:pt x="485" y="116"/>
                  </a:cubicBezTo>
                  <a:cubicBezTo>
                    <a:pt x="485" y="116"/>
                    <a:pt x="487" y="115"/>
                    <a:pt x="487" y="115"/>
                  </a:cubicBezTo>
                  <a:cubicBezTo>
                    <a:pt x="487" y="115"/>
                    <a:pt x="484" y="117"/>
                    <a:pt x="484" y="116"/>
                  </a:cubicBezTo>
                  <a:cubicBezTo>
                    <a:pt x="484" y="117"/>
                    <a:pt x="484" y="118"/>
                    <a:pt x="483" y="118"/>
                  </a:cubicBezTo>
                  <a:cubicBezTo>
                    <a:pt x="483" y="118"/>
                    <a:pt x="484" y="117"/>
                    <a:pt x="483" y="117"/>
                  </a:cubicBezTo>
                  <a:cubicBezTo>
                    <a:pt x="483" y="117"/>
                    <a:pt x="483" y="119"/>
                    <a:pt x="482" y="119"/>
                  </a:cubicBezTo>
                  <a:cubicBezTo>
                    <a:pt x="482" y="120"/>
                    <a:pt x="481" y="120"/>
                    <a:pt x="481" y="121"/>
                  </a:cubicBezTo>
                  <a:cubicBezTo>
                    <a:pt x="481" y="122"/>
                    <a:pt x="480" y="122"/>
                    <a:pt x="480" y="122"/>
                  </a:cubicBezTo>
                  <a:cubicBezTo>
                    <a:pt x="480" y="123"/>
                    <a:pt x="480" y="123"/>
                    <a:pt x="479" y="124"/>
                  </a:cubicBezTo>
                  <a:cubicBezTo>
                    <a:pt x="479" y="123"/>
                    <a:pt x="479" y="123"/>
                    <a:pt x="479" y="123"/>
                  </a:cubicBezTo>
                  <a:cubicBezTo>
                    <a:pt x="479" y="123"/>
                    <a:pt x="478" y="125"/>
                    <a:pt x="478" y="125"/>
                  </a:cubicBezTo>
                  <a:cubicBezTo>
                    <a:pt x="478" y="126"/>
                    <a:pt x="477" y="126"/>
                    <a:pt x="476" y="127"/>
                  </a:cubicBezTo>
                  <a:cubicBezTo>
                    <a:pt x="476" y="127"/>
                    <a:pt x="475" y="128"/>
                    <a:pt x="474" y="127"/>
                  </a:cubicBezTo>
                  <a:cubicBezTo>
                    <a:pt x="474" y="126"/>
                    <a:pt x="476" y="125"/>
                    <a:pt x="475" y="125"/>
                  </a:cubicBezTo>
                  <a:cubicBezTo>
                    <a:pt x="475" y="124"/>
                    <a:pt x="475" y="126"/>
                    <a:pt x="474" y="125"/>
                  </a:cubicBezTo>
                  <a:cubicBezTo>
                    <a:pt x="473" y="125"/>
                    <a:pt x="472" y="126"/>
                    <a:pt x="471" y="126"/>
                  </a:cubicBezTo>
                  <a:cubicBezTo>
                    <a:pt x="472" y="125"/>
                    <a:pt x="472" y="125"/>
                    <a:pt x="472" y="125"/>
                  </a:cubicBezTo>
                  <a:cubicBezTo>
                    <a:pt x="472" y="125"/>
                    <a:pt x="472" y="125"/>
                    <a:pt x="472" y="125"/>
                  </a:cubicBezTo>
                  <a:cubicBezTo>
                    <a:pt x="472" y="124"/>
                    <a:pt x="473" y="125"/>
                    <a:pt x="473" y="124"/>
                  </a:cubicBezTo>
                  <a:cubicBezTo>
                    <a:pt x="473" y="124"/>
                    <a:pt x="474" y="124"/>
                    <a:pt x="474" y="123"/>
                  </a:cubicBezTo>
                  <a:cubicBezTo>
                    <a:pt x="473" y="123"/>
                    <a:pt x="474" y="122"/>
                    <a:pt x="474" y="122"/>
                  </a:cubicBezTo>
                  <a:cubicBezTo>
                    <a:pt x="474" y="122"/>
                    <a:pt x="474" y="122"/>
                    <a:pt x="474" y="121"/>
                  </a:cubicBezTo>
                  <a:cubicBezTo>
                    <a:pt x="475" y="121"/>
                    <a:pt x="476" y="121"/>
                    <a:pt x="476" y="121"/>
                  </a:cubicBezTo>
                  <a:cubicBezTo>
                    <a:pt x="476" y="121"/>
                    <a:pt x="478" y="120"/>
                    <a:pt x="478" y="120"/>
                  </a:cubicBezTo>
                  <a:cubicBezTo>
                    <a:pt x="478" y="120"/>
                    <a:pt x="475" y="121"/>
                    <a:pt x="475" y="121"/>
                  </a:cubicBezTo>
                  <a:cubicBezTo>
                    <a:pt x="475" y="121"/>
                    <a:pt x="476" y="119"/>
                    <a:pt x="476" y="119"/>
                  </a:cubicBezTo>
                  <a:cubicBezTo>
                    <a:pt x="476" y="119"/>
                    <a:pt x="476" y="119"/>
                    <a:pt x="476" y="120"/>
                  </a:cubicBezTo>
                  <a:cubicBezTo>
                    <a:pt x="475" y="120"/>
                    <a:pt x="475" y="120"/>
                    <a:pt x="474" y="120"/>
                  </a:cubicBezTo>
                  <a:cubicBezTo>
                    <a:pt x="475" y="120"/>
                    <a:pt x="475" y="120"/>
                    <a:pt x="475" y="120"/>
                  </a:cubicBezTo>
                  <a:cubicBezTo>
                    <a:pt x="474" y="121"/>
                    <a:pt x="474" y="122"/>
                    <a:pt x="473" y="122"/>
                  </a:cubicBezTo>
                  <a:cubicBezTo>
                    <a:pt x="473" y="122"/>
                    <a:pt x="472" y="122"/>
                    <a:pt x="472" y="121"/>
                  </a:cubicBezTo>
                  <a:cubicBezTo>
                    <a:pt x="472" y="121"/>
                    <a:pt x="473" y="121"/>
                    <a:pt x="473" y="121"/>
                  </a:cubicBezTo>
                  <a:cubicBezTo>
                    <a:pt x="473" y="121"/>
                    <a:pt x="471" y="121"/>
                    <a:pt x="472" y="121"/>
                  </a:cubicBezTo>
                  <a:cubicBezTo>
                    <a:pt x="472" y="120"/>
                    <a:pt x="472" y="120"/>
                    <a:pt x="473" y="120"/>
                  </a:cubicBezTo>
                  <a:cubicBezTo>
                    <a:pt x="472" y="120"/>
                    <a:pt x="472" y="120"/>
                    <a:pt x="472" y="120"/>
                  </a:cubicBezTo>
                  <a:cubicBezTo>
                    <a:pt x="472" y="120"/>
                    <a:pt x="472" y="119"/>
                    <a:pt x="472" y="119"/>
                  </a:cubicBezTo>
                  <a:cubicBezTo>
                    <a:pt x="471" y="119"/>
                    <a:pt x="471" y="120"/>
                    <a:pt x="471" y="120"/>
                  </a:cubicBezTo>
                  <a:cubicBezTo>
                    <a:pt x="471" y="121"/>
                    <a:pt x="470" y="119"/>
                    <a:pt x="470" y="119"/>
                  </a:cubicBezTo>
                  <a:cubicBezTo>
                    <a:pt x="470" y="119"/>
                    <a:pt x="469" y="118"/>
                    <a:pt x="469" y="119"/>
                  </a:cubicBezTo>
                  <a:cubicBezTo>
                    <a:pt x="469" y="119"/>
                    <a:pt x="469" y="120"/>
                    <a:pt x="469" y="120"/>
                  </a:cubicBezTo>
                  <a:cubicBezTo>
                    <a:pt x="469" y="120"/>
                    <a:pt x="468" y="120"/>
                    <a:pt x="468" y="120"/>
                  </a:cubicBezTo>
                  <a:cubicBezTo>
                    <a:pt x="467" y="120"/>
                    <a:pt x="467" y="121"/>
                    <a:pt x="466" y="121"/>
                  </a:cubicBezTo>
                  <a:cubicBezTo>
                    <a:pt x="467" y="121"/>
                    <a:pt x="467" y="120"/>
                    <a:pt x="468" y="120"/>
                  </a:cubicBezTo>
                  <a:cubicBezTo>
                    <a:pt x="468" y="120"/>
                    <a:pt x="469" y="120"/>
                    <a:pt x="469" y="121"/>
                  </a:cubicBezTo>
                  <a:cubicBezTo>
                    <a:pt x="469" y="121"/>
                    <a:pt x="470" y="121"/>
                    <a:pt x="471" y="121"/>
                  </a:cubicBezTo>
                  <a:cubicBezTo>
                    <a:pt x="471" y="121"/>
                    <a:pt x="471" y="122"/>
                    <a:pt x="470" y="122"/>
                  </a:cubicBezTo>
                  <a:cubicBezTo>
                    <a:pt x="470" y="121"/>
                    <a:pt x="470" y="121"/>
                    <a:pt x="470" y="121"/>
                  </a:cubicBezTo>
                  <a:cubicBezTo>
                    <a:pt x="470" y="121"/>
                    <a:pt x="470" y="122"/>
                    <a:pt x="470" y="122"/>
                  </a:cubicBezTo>
                  <a:cubicBezTo>
                    <a:pt x="470" y="122"/>
                    <a:pt x="470" y="123"/>
                    <a:pt x="470" y="123"/>
                  </a:cubicBezTo>
                  <a:cubicBezTo>
                    <a:pt x="470" y="123"/>
                    <a:pt x="470" y="122"/>
                    <a:pt x="470" y="122"/>
                  </a:cubicBezTo>
                  <a:cubicBezTo>
                    <a:pt x="471" y="122"/>
                    <a:pt x="471" y="122"/>
                    <a:pt x="471" y="122"/>
                  </a:cubicBezTo>
                  <a:cubicBezTo>
                    <a:pt x="470" y="123"/>
                    <a:pt x="469" y="123"/>
                    <a:pt x="469" y="123"/>
                  </a:cubicBezTo>
                  <a:cubicBezTo>
                    <a:pt x="469" y="124"/>
                    <a:pt x="470" y="123"/>
                    <a:pt x="470" y="123"/>
                  </a:cubicBezTo>
                  <a:cubicBezTo>
                    <a:pt x="470" y="123"/>
                    <a:pt x="470" y="123"/>
                    <a:pt x="471" y="123"/>
                  </a:cubicBezTo>
                  <a:cubicBezTo>
                    <a:pt x="471" y="123"/>
                    <a:pt x="471" y="123"/>
                    <a:pt x="471" y="123"/>
                  </a:cubicBezTo>
                  <a:cubicBezTo>
                    <a:pt x="472" y="123"/>
                    <a:pt x="471" y="124"/>
                    <a:pt x="471" y="124"/>
                  </a:cubicBezTo>
                  <a:cubicBezTo>
                    <a:pt x="471" y="124"/>
                    <a:pt x="471" y="124"/>
                    <a:pt x="470" y="124"/>
                  </a:cubicBezTo>
                  <a:cubicBezTo>
                    <a:pt x="471" y="124"/>
                    <a:pt x="471" y="124"/>
                    <a:pt x="471" y="124"/>
                  </a:cubicBezTo>
                  <a:cubicBezTo>
                    <a:pt x="470" y="125"/>
                    <a:pt x="469" y="126"/>
                    <a:pt x="468" y="126"/>
                  </a:cubicBezTo>
                  <a:cubicBezTo>
                    <a:pt x="468" y="126"/>
                    <a:pt x="468" y="126"/>
                    <a:pt x="468" y="125"/>
                  </a:cubicBezTo>
                  <a:cubicBezTo>
                    <a:pt x="468" y="126"/>
                    <a:pt x="467" y="125"/>
                    <a:pt x="467" y="125"/>
                  </a:cubicBezTo>
                  <a:cubicBezTo>
                    <a:pt x="467" y="125"/>
                    <a:pt x="466" y="126"/>
                    <a:pt x="466" y="126"/>
                  </a:cubicBezTo>
                  <a:cubicBezTo>
                    <a:pt x="466" y="126"/>
                    <a:pt x="467" y="126"/>
                    <a:pt x="467" y="126"/>
                  </a:cubicBezTo>
                  <a:cubicBezTo>
                    <a:pt x="468" y="126"/>
                    <a:pt x="467" y="126"/>
                    <a:pt x="466" y="126"/>
                  </a:cubicBezTo>
                  <a:cubicBezTo>
                    <a:pt x="466" y="126"/>
                    <a:pt x="465" y="126"/>
                    <a:pt x="465" y="126"/>
                  </a:cubicBezTo>
                  <a:cubicBezTo>
                    <a:pt x="465" y="126"/>
                    <a:pt x="465" y="127"/>
                    <a:pt x="465" y="127"/>
                  </a:cubicBezTo>
                  <a:cubicBezTo>
                    <a:pt x="464" y="127"/>
                    <a:pt x="464" y="127"/>
                    <a:pt x="463" y="127"/>
                  </a:cubicBezTo>
                  <a:cubicBezTo>
                    <a:pt x="464" y="127"/>
                    <a:pt x="464" y="127"/>
                    <a:pt x="464" y="126"/>
                  </a:cubicBezTo>
                  <a:cubicBezTo>
                    <a:pt x="464" y="126"/>
                    <a:pt x="464" y="126"/>
                    <a:pt x="463" y="126"/>
                  </a:cubicBezTo>
                  <a:cubicBezTo>
                    <a:pt x="464" y="126"/>
                    <a:pt x="464" y="126"/>
                    <a:pt x="464" y="126"/>
                  </a:cubicBezTo>
                  <a:cubicBezTo>
                    <a:pt x="464" y="126"/>
                    <a:pt x="463" y="126"/>
                    <a:pt x="463" y="126"/>
                  </a:cubicBezTo>
                  <a:cubicBezTo>
                    <a:pt x="463" y="126"/>
                    <a:pt x="463" y="126"/>
                    <a:pt x="464" y="126"/>
                  </a:cubicBezTo>
                  <a:cubicBezTo>
                    <a:pt x="463" y="126"/>
                    <a:pt x="463" y="126"/>
                    <a:pt x="463" y="126"/>
                  </a:cubicBezTo>
                  <a:cubicBezTo>
                    <a:pt x="464" y="125"/>
                    <a:pt x="462" y="126"/>
                    <a:pt x="462" y="125"/>
                  </a:cubicBezTo>
                  <a:cubicBezTo>
                    <a:pt x="462" y="125"/>
                    <a:pt x="461" y="125"/>
                    <a:pt x="461" y="125"/>
                  </a:cubicBezTo>
                  <a:cubicBezTo>
                    <a:pt x="461" y="124"/>
                    <a:pt x="461" y="123"/>
                    <a:pt x="460" y="123"/>
                  </a:cubicBezTo>
                  <a:cubicBezTo>
                    <a:pt x="460" y="123"/>
                    <a:pt x="462" y="123"/>
                    <a:pt x="462" y="123"/>
                  </a:cubicBezTo>
                  <a:cubicBezTo>
                    <a:pt x="462" y="122"/>
                    <a:pt x="460" y="123"/>
                    <a:pt x="460" y="123"/>
                  </a:cubicBezTo>
                  <a:cubicBezTo>
                    <a:pt x="460" y="123"/>
                    <a:pt x="460" y="122"/>
                    <a:pt x="460" y="122"/>
                  </a:cubicBezTo>
                  <a:cubicBezTo>
                    <a:pt x="460" y="121"/>
                    <a:pt x="460" y="121"/>
                    <a:pt x="460" y="121"/>
                  </a:cubicBezTo>
                  <a:cubicBezTo>
                    <a:pt x="461" y="120"/>
                    <a:pt x="460" y="120"/>
                    <a:pt x="460" y="119"/>
                  </a:cubicBezTo>
                  <a:cubicBezTo>
                    <a:pt x="460" y="118"/>
                    <a:pt x="459" y="119"/>
                    <a:pt x="459" y="118"/>
                  </a:cubicBezTo>
                  <a:cubicBezTo>
                    <a:pt x="459" y="118"/>
                    <a:pt x="459" y="118"/>
                    <a:pt x="459" y="118"/>
                  </a:cubicBezTo>
                  <a:cubicBezTo>
                    <a:pt x="459" y="118"/>
                    <a:pt x="458" y="118"/>
                    <a:pt x="458" y="118"/>
                  </a:cubicBezTo>
                  <a:cubicBezTo>
                    <a:pt x="458" y="118"/>
                    <a:pt x="459" y="118"/>
                    <a:pt x="459" y="118"/>
                  </a:cubicBezTo>
                  <a:cubicBezTo>
                    <a:pt x="459" y="118"/>
                    <a:pt x="460" y="118"/>
                    <a:pt x="460" y="117"/>
                  </a:cubicBezTo>
                  <a:cubicBezTo>
                    <a:pt x="459" y="117"/>
                    <a:pt x="458" y="118"/>
                    <a:pt x="457" y="117"/>
                  </a:cubicBezTo>
                  <a:cubicBezTo>
                    <a:pt x="457" y="117"/>
                    <a:pt x="457" y="117"/>
                    <a:pt x="457" y="117"/>
                  </a:cubicBezTo>
                  <a:cubicBezTo>
                    <a:pt x="456" y="116"/>
                    <a:pt x="456" y="116"/>
                    <a:pt x="455" y="116"/>
                  </a:cubicBezTo>
                  <a:cubicBezTo>
                    <a:pt x="455" y="116"/>
                    <a:pt x="456" y="116"/>
                    <a:pt x="456" y="116"/>
                  </a:cubicBezTo>
                  <a:cubicBezTo>
                    <a:pt x="456" y="116"/>
                    <a:pt x="455" y="116"/>
                    <a:pt x="456" y="115"/>
                  </a:cubicBezTo>
                  <a:cubicBezTo>
                    <a:pt x="455" y="115"/>
                    <a:pt x="455" y="116"/>
                    <a:pt x="455" y="116"/>
                  </a:cubicBezTo>
                  <a:cubicBezTo>
                    <a:pt x="454" y="116"/>
                    <a:pt x="454" y="115"/>
                    <a:pt x="454" y="115"/>
                  </a:cubicBezTo>
                  <a:cubicBezTo>
                    <a:pt x="454" y="115"/>
                    <a:pt x="455" y="116"/>
                    <a:pt x="455" y="115"/>
                  </a:cubicBezTo>
                  <a:cubicBezTo>
                    <a:pt x="455" y="115"/>
                    <a:pt x="452" y="114"/>
                    <a:pt x="453" y="114"/>
                  </a:cubicBezTo>
                  <a:cubicBezTo>
                    <a:pt x="453" y="114"/>
                    <a:pt x="454" y="114"/>
                    <a:pt x="454" y="114"/>
                  </a:cubicBezTo>
                  <a:cubicBezTo>
                    <a:pt x="454" y="113"/>
                    <a:pt x="455" y="114"/>
                    <a:pt x="455" y="113"/>
                  </a:cubicBezTo>
                  <a:cubicBezTo>
                    <a:pt x="455" y="113"/>
                    <a:pt x="456" y="113"/>
                    <a:pt x="456" y="113"/>
                  </a:cubicBezTo>
                  <a:cubicBezTo>
                    <a:pt x="456" y="113"/>
                    <a:pt x="457" y="112"/>
                    <a:pt x="457" y="112"/>
                  </a:cubicBezTo>
                  <a:cubicBezTo>
                    <a:pt x="458" y="111"/>
                    <a:pt x="458" y="111"/>
                    <a:pt x="458" y="111"/>
                  </a:cubicBezTo>
                  <a:cubicBezTo>
                    <a:pt x="459" y="110"/>
                    <a:pt x="459" y="110"/>
                    <a:pt x="460" y="110"/>
                  </a:cubicBezTo>
                  <a:cubicBezTo>
                    <a:pt x="460" y="110"/>
                    <a:pt x="461" y="109"/>
                    <a:pt x="461" y="110"/>
                  </a:cubicBezTo>
                  <a:cubicBezTo>
                    <a:pt x="461" y="110"/>
                    <a:pt x="461" y="111"/>
                    <a:pt x="460" y="111"/>
                  </a:cubicBezTo>
                  <a:cubicBezTo>
                    <a:pt x="460" y="111"/>
                    <a:pt x="459" y="111"/>
                    <a:pt x="459" y="112"/>
                  </a:cubicBezTo>
                  <a:cubicBezTo>
                    <a:pt x="458" y="113"/>
                    <a:pt x="458" y="113"/>
                    <a:pt x="458" y="113"/>
                  </a:cubicBezTo>
                  <a:cubicBezTo>
                    <a:pt x="457" y="113"/>
                    <a:pt x="457" y="114"/>
                    <a:pt x="458" y="114"/>
                  </a:cubicBezTo>
                  <a:cubicBezTo>
                    <a:pt x="458" y="113"/>
                    <a:pt x="459" y="112"/>
                    <a:pt x="459" y="112"/>
                  </a:cubicBezTo>
                  <a:cubicBezTo>
                    <a:pt x="460" y="111"/>
                    <a:pt x="460" y="111"/>
                    <a:pt x="461" y="111"/>
                  </a:cubicBezTo>
                  <a:cubicBezTo>
                    <a:pt x="462" y="111"/>
                    <a:pt x="462" y="111"/>
                    <a:pt x="463" y="111"/>
                  </a:cubicBezTo>
                  <a:cubicBezTo>
                    <a:pt x="463" y="111"/>
                    <a:pt x="462" y="111"/>
                    <a:pt x="462" y="111"/>
                  </a:cubicBezTo>
                  <a:cubicBezTo>
                    <a:pt x="462" y="111"/>
                    <a:pt x="461" y="111"/>
                    <a:pt x="461" y="110"/>
                  </a:cubicBezTo>
                  <a:cubicBezTo>
                    <a:pt x="461" y="110"/>
                    <a:pt x="461" y="110"/>
                    <a:pt x="461" y="109"/>
                  </a:cubicBezTo>
                  <a:cubicBezTo>
                    <a:pt x="461" y="109"/>
                    <a:pt x="461" y="109"/>
                    <a:pt x="461" y="109"/>
                  </a:cubicBezTo>
                  <a:cubicBezTo>
                    <a:pt x="460" y="109"/>
                    <a:pt x="460" y="109"/>
                    <a:pt x="459" y="110"/>
                  </a:cubicBezTo>
                  <a:cubicBezTo>
                    <a:pt x="458" y="110"/>
                    <a:pt x="458" y="110"/>
                    <a:pt x="457" y="110"/>
                  </a:cubicBezTo>
                  <a:cubicBezTo>
                    <a:pt x="455" y="111"/>
                    <a:pt x="453" y="112"/>
                    <a:pt x="452" y="112"/>
                  </a:cubicBezTo>
                  <a:cubicBezTo>
                    <a:pt x="450" y="112"/>
                    <a:pt x="448" y="112"/>
                    <a:pt x="447" y="112"/>
                  </a:cubicBezTo>
                  <a:cubicBezTo>
                    <a:pt x="446" y="111"/>
                    <a:pt x="446" y="111"/>
                    <a:pt x="445" y="111"/>
                  </a:cubicBezTo>
                  <a:cubicBezTo>
                    <a:pt x="445" y="111"/>
                    <a:pt x="444" y="111"/>
                    <a:pt x="444" y="110"/>
                  </a:cubicBezTo>
                  <a:cubicBezTo>
                    <a:pt x="444" y="110"/>
                    <a:pt x="445" y="110"/>
                    <a:pt x="445" y="110"/>
                  </a:cubicBezTo>
                  <a:cubicBezTo>
                    <a:pt x="445" y="110"/>
                    <a:pt x="444" y="110"/>
                    <a:pt x="444" y="110"/>
                  </a:cubicBezTo>
                  <a:cubicBezTo>
                    <a:pt x="445" y="110"/>
                    <a:pt x="446" y="110"/>
                    <a:pt x="447" y="109"/>
                  </a:cubicBezTo>
                  <a:cubicBezTo>
                    <a:pt x="447" y="109"/>
                    <a:pt x="447" y="109"/>
                    <a:pt x="447" y="108"/>
                  </a:cubicBezTo>
                  <a:cubicBezTo>
                    <a:pt x="447" y="108"/>
                    <a:pt x="447" y="108"/>
                    <a:pt x="447" y="108"/>
                  </a:cubicBezTo>
                  <a:cubicBezTo>
                    <a:pt x="447" y="108"/>
                    <a:pt x="446" y="108"/>
                    <a:pt x="446" y="108"/>
                  </a:cubicBezTo>
                  <a:cubicBezTo>
                    <a:pt x="446" y="108"/>
                    <a:pt x="446" y="109"/>
                    <a:pt x="446" y="109"/>
                  </a:cubicBezTo>
                  <a:cubicBezTo>
                    <a:pt x="446" y="109"/>
                    <a:pt x="444" y="110"/>
                    <a:pt x="443" y="110"/>
                  </a:cubicBezTo>
                  <a:cubicBezTo>
                    <a:pt x="443" y="110"/>
                    <a:pt x="442" y="109"/>
                    <a:pt x="442" y="109"/>
                  </a:cubicBezTo>
                  <a:cubicBezTo>
                    <a:pt x="442" y="109"/>
                    <a:pt x="441" y="109"/>
                    <a:pt x="441" y="109"/>
                  </a:cubicBezTo>
                  <a:cubicBezTo>
                    <a:pt x="440" y="109"/>
                    <a:pt x="439" y="109"/>
                    <a:pt x="438" y="108"/>
                  </a:cubicBezTo>
                  <a:cubicBezTo>
                    <a:pt x="435" y="108"/>
                    <a:pt x="433" y="109"/>
                    <a:pt x="431" y="109"/>
                  </a:cubicBezTo>
                  <a:cubicBezTo>
                    <a:pt x="429" y="109"/>
                    <a:pt x="428" y="109"/>
                    <a:pt x="427" y="109"/>
                  </a:cubicBezTo>
                  <a:cubicBezTo>
                    <a:pt x="427" y="109"/>
                    <a:pt x="426" y="109"/>
                    <a:pt x="426" y="109"/>
                  </a:cubicBezTo>
                  <a:cubicBezTo>
                    <a:pt x="426" y="109"/>
                    <a:pt x="426" y="109"/>
                    <a:pt x="425" y="109"/>
                  </a:cubicBezTo>
                  <a:cubicBezTo>
                    <a:pt x="426" y="109"/>
                    <a:pt x="426" y="109"/>
                    <a:pt x="426" y="109"/>
                  </a:cubicBezTo>
                  <a:cubicBezTo>
                    <a:pt x="426" y="109"/>
                    <a:pt x="426" y="108"/>
                    <a:pt x="425" y="108"/>
                  </a:cubicBezTo>
                  <a:cubicBezTo>
                    <a:pt x="426" y="107"/>
                    <a:pt x="426" y="107"/>
                    <a:pt x="426" y="107"/>
                  </a:cubicBezTo>
                  <a:cubicBezTo>
                    <a:pt x="426" y="107"/>
                    <a:pt x="425" y="107"/>
                    <a:pt x="425" y="107"/>
                  </a:cubicBezTo>
                  <a:cubicBezTo>
                    <a:pt x="424" y="107"/>
                    <a:pt x="424" y="108"/>
                    <a:pt x="424" y="107"/>
                  </a:cubicBezTo>
                  <a:cubicBezTo>
                    <a:pt x="424" y="107"/>
                    <a:pt x="423" y="108"/>
                    <a:pt x="423" y="107"/>
                  </a:cubicBezTo>
                  <a:cubicBezTo>
                    <a:pt x="423" y="107"/>
                    <a:pt x="423" y="106"/>
                    <a:pt x="423" y="106"/>
                  </a:cubicBezTo>
                  <a:cubicBezTo>
                    <a:pt x="423" y="106"/>
                    <a:pt x="422" y="106"/>
                    <a:pt x="422" y="106"/>
                  </a:cubicBezTo>
                  <a:cubicBezTo>
                    <a:pt x="422" y="106"/>
                    <a:pt x="423" y="105"/>
                    <a:pt x="423" y="105"/>
                  </a:cubicBezTo>
                  <a:cubicBezTo>
                    <a:pt x="424" y="105"/>
                    <a:pt x="425" y="105"/>
                    <a:pt x="425" y="104"/>
                  </a:cubicBezTo>
                  <a:cubicBezTo>
                    <a:pt x="425" y="104"/>
                    <a:pt x="424" y="105"/>
                    <a:pt x="424" y="104"/>
                  </a:cubicBezTo>
                  <a:cubicBezTo>
                    <a:pt x="424" y="104"/>
                    <a:pt x="425" y="104"/>
                    <a:pt x="425" y="104"/>
                  </a:cubicBezTo>
                  <a:cubicBezTo>
                    <a:pt x="426" y="104"/>
                    <a:pt x="426" y="103"/>
                    <a:pt x="426" y="103"/>
                  </a:cubicBezTo>
                  <a:cubicBezTo>
                    <a:pt x="427" y="103"/>
                    <a:pt x="427" y="103"/>
                    <a:pt x="428" y="103"/>
                  </a:cubicBezTo>
                  <a:cubicBezTo>
                    <a:pt x="428" y="102"/>
                    <a:pt x="429" y="102"/>
                    <a:pt x="429" y="102"/>
                  </a:cubicBezTo>
                  <a:cubicBezTo>
                    <a:pt x="428" y="102"/>
                    <a:pt x="426" y="103"/>
                    <a:pt x="425" y="103"/>
                  </a:cubicBezTo>
                  <a:cubicBezTo>
                    <a:pt x="424" y="104"/>
                    <a:pt x="423" y="104"/>
                    <a:pt x="421" y="105"/>
                  </a:cubicBezTo>
                  <a:cubicBezTo>
                    <a:pt x="421" y="106"/>
                    <a:pt x="419" y="106"/>
                    <a:pt x="419" y="105"/>
                  </a:cubicBezTo>
                  <a:cubicBezTo>
                    <a:pt x="418" y="104"/>
                    <a:pt x="416" y="104"/>
                    <a:pt x="416" y="105"/>
                  </a:cubicBezTo>
                  <a:cubicBezTo>
                    <a:pt x="416" y="104"/>
                    <a:pt x="418" y="104"/>
                    <a:pt x="419" y="104"/>
                  </a:cubicBezTo>
                  <a:cubicBezTo>
                    <a:pt x="419" y="103"/>
                    <a:pt x="420" y="103"/>
                    <a:pt x="421" y="102"/>
                  </a:cubicBezTo>
                  <a:cubicBezTo>
                    <a:pt x="420" y="102"/>
                    <a:pt x="419" y="103"/>
                    <a:pt x="418" y="103"/>
                  </a:cubicBezTo>
                  <a:cubicBezTo>
                    <a:pt x="419" y="103"/>
                    <a:pt x="419" y="103"/>
                    <a:pt x="419" y="103"/>
                  </a:cubicBezTo>
                  <a:cubicBezTo>
                    <a:pt x="419" y="103"/>
                    <a:pt x="419" y="103"/>
                    <a:pt x="419" y="103"/>
                  </a:cubicBezTo>
                  <a:cubicBezTo>
                    <a:pt x="419" y="102"/>
                    <a:pt x="419" y="102"/>
                    <a:pt x="419" y="102"/>
                  </a:cubicBezTo>
                  <a:cubicBezTo>
                    <a:pt x="419" y="102"/>
                    <a:pt x="418" y="103"/>
                    <a:pt x="417" y="103"/>
                  </a:cubicBezTo>
                  <a:cubicBezTo>
                    <a:pt x="418" y="102"/>
                    <a:pt x="418" y="102"/>
                    <a:pt x="419" y="102"/>
                  </a:cubicBezTo>
                  <a:cubicBezTo>
                    <a:pt x="418" y="102"/>
                    <a:pt x="416" y="103"/>
                    <a:pt x="416" y="103"/>
                  </a:cubicBezTo>
                  <a:cubicBezTo>
                    <a:pt x="416" y="103"/>
                    <a:pt x="417" y="102"/>
                    <a:pt x="417" y="102"/>
                  </a:cubicBezTo>
                  <a:cubicBezTo>
                    <a:pt x="418" y="102"/>
                    <a:pt x="418" y="102"/>
                    <a:pt x="419" y="101"/>
                  </a:cubicBezTo>
                  <a:cubicBezTo>
                    <a:pt x="419" y="101"/>
                    <a:pt x="418" y="102"/>
                    <a:pt x="418" y="102"/>
                  </a:cubicBezTo>
                  <a:cubicBezTo>
                    <a:pt x="418" y="102"/>
                    <a:pt x="417" y="102"/>
                    <a:pt x="417" y="102"/>
                  </a:cubicBezTo>
                  <a:cubicBezTo>
                    <a:pt x="417" y="102"/>
                    <a:pt x="416" y="102"/>
                    <a:pt x="416" y="102"/>
                  </a:cubicBezTo>
                  <a:cubicBezTo>
                    <a:pt x="416" y="102"/>
                    <a:pt x="417" y="102"/>
                    <a:pt x="417" y="101"/>
                  </a:cubicBezTo>
                  <a:cubicBezTo>
                    <a:pt x="416" y="101"/>
                    <a:pt x="415" y="102"/>
                    <a:pt x="415" y="102"/>
                  </a:cubicBezTo>
                  <a:cubicBezTo>
                    <a:pt x="415" y="102"/>
                    <a:pt x="413" y="102"/>
                    <a:pt x="413" y="102"/>
                  </a:cubicBezTo>
                  <a:cubicBezTo>
                    <a:pt x="413" y="101"/>
                    <a:pt x="415" y="102"/>
                    <a:pt x="415" y="101"/>
                  </a:cubicBezTo>
                  <a:cubicBezTo>
                    <a:pt x="415" y="101"/>
                    <a:pt x="416" y="101"/>
                    <a:pt x="416" y="101"/>
                  </a:cubicBezTo>
                  <a:cubicBezTo>
                    <a:pt x="417" y="101"/>
                    <a:pt x="417" y="101"/>
                    <a:pt x="418" y="101"/>
                  </a:cubicBezTo>
                  <a:cubicBezTo>
                    <a:pt x="417" y="101"/>
                    <a:pt x="419" y="101"/>
                    <a:pt x="419" y="101"/>
                  </a:cubicBezTo>
                  <a:cubicBezTo>
                    <a:pt x="418" y="100"/>
                    <a:pt x="417" y="101"/>
                    <a:pt x="416" y="101"/>
                  </a:cubicBezTo>
                  <a:cubicBezTo>
                    <a:pt x="417" y="101"/>
                    <a:pt x="417" y="101"/>
                    <a:pt x="417" y="101"/>
                  </a:cubicBezTo>
                  <a:cubicBezTo>
                    <a:pt x="416" y="101"/>
                    <a:pt x="415" y="101"/>
                    <a:pt x="415" y="101"/>
                  </a:cubicBezTo>
                  <a:cubicBezTo>
                    <a:pt x="415" y="101"/>
                    <a:pt x="415" y="101"/>
                    <a:pt x="415" y="101"/>
                  </a:cubicBezTo>
                  <a:cubicBezTo>
                    <a:pt x="415" y="101"/>
                    <a:pt x="415" y="101"/>
                    <a:pt x="415" y="100"/>
                  </a:cubicBezTo>
                  <a:cubicBezTo>
                    <a:pt x="415" y="100"/>
                    <a:pt x="415" y="100"/>
                    <a:pt x="415" y="100"/>
                  </a:cubicBezTo>
                  <a:cubicBezTo>
                    <a:pt x="415" y="100"/>
                    <a:pt x="415" y="100"/>
                    <a:pt x="415" y="100"/>
                  </a:cubicBezTo>
                  <a:cubicBezTo>
                    <a:pt x="415" y="100"/>
                    <a:pt x="416" y="100"/>
                    <a:pt x="416" y="100"/>
                  </a:cubicBezTo>
                  <a:cubicBezTo>
                    <a:pt x="416" y="100"/>
                    <a:pt x="416" y="99"/>
                    <a:pt x="416" y="99"/>
                  </a:cubicBezTo>
                  <a:cubicBezTo>
                    <a:pt x="416" y="99"/>
                    <a:pt x="418" y="99"/>
                    <a:pt x="418" y="99"/>
                  </a:cubicBezTo>
                  <a:cubicBezTo>
                    <a:pt x="417" y="98"/>
                    <a:pt x="418" y="98"/>
                    <a:pt x="419" y="98"/>
                  </a:cubicBezTo>
                  <a:cubicBezTo>
                    <a:pt x="419" y="98"/>
                    <a:pt x="420" y="99"/>
                    <a:pt x="421" y="98"/>
                  </a:cubicBezTo>
                  <a:cubicBezTo>
                    <a:pt x="421" y="98"/>
                    <a:pt x="420" y="98"/>
                    <a:pt x="420" y="98"/>
                  </a:cubicBezTo>
                  <a:cubicBezTo>
                    <a:pt x="419" y="98"/>
                    <a:pt x="418" y="98"/>
                    <a:pt x="418" y="98"/>
                  </a:cubicBezTo>
                  <a:cubicBezTo>
                    <a:pt x="417" y="98"/>
                    <a:pt x="416" y="99"/>
                    <a:pt x="416" y="99"/>
                  </a:cubicBezTo>
                  <a:cubicBezTo>
                    <a:pt x="415" y="99"/>
                    <a:pt x="414" y="100"/>
                    <a:pt x="413" y="100"/>
                  </a:cubicBezTo>
                  <a:cubicBezTo>
                    <a:pt x="413" y="99"/>
                    <a:pt x="414" y="99"/>
                    <a:pt x="414" y="99"/>
                  </a:cubicBezTo>
                  <a:cubicBezTo>
                    <a:pt x="414" y="99"/>
                    <a:pt x="414" y="99"/>
                    <a:pt x="413" y="99"/>
                  </a:cubicBezTo>
                  <a:cubicBezTo>
                    <a:pt x="413" y="99"/>
                    <a:pt x="413" y="99"/>
                    <a:pt x="414" y="99"/>
                  </a:cubicBezTo>
                  <a:cubicBezTo>
                    <a:pt x="413" y="99"/>
                    <a:pt x="412" y="100"/>
                    <a:pt x="412" y="100"/>
                  </a:cubicBezTo>
                  <a:cubicBezTo>
                    <a:pt x="412" y="99"/>
                    <a:pt x="413" y="99"/>
                    <a:pt x="412" y="99"/>
                  </a:cubicBezTo>
                  <a:cubicBezTo>
                    <a:pt x="412" y="99"/>
                    <a:pt x="412" y="99"/>
                    <a:pt x="411" y="100"/>
                  </a:cubicBezTo>
                  <a:cubicBezTo>
                    <a:pt x="411" y="100"/>
                    <a:pt x="410" y="100"/>
                    <a:pt x="410" y="100"/>
                  </a:cubicBezTo>
                  <a:cubicBezTo>
                    <a:pt x="410" y="100"/>
                    <a:pt x="410" y="100"/>
                    <a:pt x="409" y="100"/>
                  </a:cubicBezTo>
                  <a:cubicBezTo>
                    <a:pt x="410" y="100"/>
                    <a:pt x="410" y="100"/>
                    <a:pt x="411" y="99"/>
                  </a:cubicBezTo>
                  <a:cubicBezTo>
                    <a:pt x="410" y="99"/>
                    <a:pt x="410" y="99"/>
                    <a:pt x="410" y="100"/>
                  </a:cubicBezTo>
                  <a:cubicBezTo>
                    <a:pt x="410" y="99"/>
                    <a:pt x="410" y="99"/>
                    <a:pt x="411" y="99"/>
                  </a:cubicBezTo>
                  <a:cubicBezTo>
                    <a:pt x="410" y="99"/>
                    <a:pt x="409" y="100"/>
                    <a:pt x="409" y="100"/>
                  </a:cubicBezTo>
                  <a:cubicBezTo>
                    <a:pt x="409" y="100"/>
                    <a:pt x="410" y="99"/>
                    <a:pt x="410" y="99"/>
                  </a:cubicBezTo>
                  <a:cubicBezTo>
                    <a:pt x="411" y="99"/>
                    <a:pt x="411" y="99"/>
                    <a:pt x="411" y="98"/>
                  </a:cubicBezTo>
                  <a:cubicBezTo>
                    <a:pt x="411" y="98"/>
                    <a:pt x="411" y="98"/>
                    <a:pt x="412" y="98"/>
                  </a:cubicBezTo>
                  <a:cubicBezTo>
                    <a:pt x="411" y="98"/>
                    <a:pt x="411" y="98"/>
                    <a:pt x="411" y="98"/>
                  </a:cubicBezTo>
                  <a:cubicBezTo>
                    <a:pt x="410" y="99"/>
                    <a:pt x="410" y="99"/>
                    <a:pt x="409" y="99"/>
                  </a:cubicBezTo>
                  <a:cubicBezTo>
                    <a:pt x="410" y="99"/>
                    <a:pt x="409" y="100"/>
                    <a:pt x="408" y="100"/>
                  </a:cubicBezTo>
                  <a:cubicBezTo>
                    <a:pt x="408" y="100"/>
                    <a:pt x="408" y="101"/>
                    <a:pt x="407" y="101"/>
                  </a:cubicBezTo>
                  <a:cubicBezTo>
                    <a:pt x="407" y="100"/>
                    <a:pt x="407" y="100"/>
                    <a:pt x="408" y="100"/>
                  </a:cubicBezTo>
                  <a:cubicBezTo>
                    <a:pt x="407" y="100"/>
                    <a:pt x="407" y="100"/>
                    <a:pt x="407" y="100"/>
                  </a:cubicBezTo>
                  <a:cubicBezTo>
                    <a:pt x="407" y="100"/>
                    <a:pt x="408" y="100"/>
                    <a:pt x="408" y="100"/>
                  </a:cubicBezTo>
                  <a:cubicBezTo>
                    <a:pt x="407" y="100"/>
                    <a:pt x="407" y="100"/>
                    <a:pt x="406" y="100"/>
                  </a:cubicBezTo>
                  <a:cubicBezTo>
                    <a:pt x="406" y="101"/>
                    <a:pt x="406" y="101"/>
                    <a:pt x="406" y="101"/>
                  </a:cubicBezTo>
                  <a:cubicBezTo>
                    <a:pt x="405" y="101"/>
                    <a:pt x="405" y="101"/>
                    <a:pt x="405" y="100"/>
                  </a:cubicBezTo>
                  <a:cubicBezTo>
                    <a:pt x="406" y="100"/>
                    <a:pt x="405" y="100"/>
                    <a:pt x="405" y="100"/>
                  </a:cubicBezTo>
                  <a:cubicBezTo>
                    <a:pt x="406" y="99"/>
                    <a:pt x="407" y="99"/>
                    <a:pt x="408" y="98"/>
                  </a:cubicBezTo>
                  <a:cubicBezTo>
                    <a:pt x="409" y="98"/>
                    <a:pt x="411" y="98"/>
                    <a:pt x="411" y="97"/>
                  </a:cubicBezTo>
                  <a:cubicBezTo>
                    <a:pt x="411" y="97"/>
                    <a:pt x="411" y="97"/>
                    <a:pt x="411" y="97"/>
                  </a:cubicBezTo>
                  <a:cubicBezTo>
                    <a:pt x="411" y="97"/>
                    <a:pt x="411" y="97"/>
                    <a:pt x="412" y="96"/>
                  </a:cubicBezTo>
                  <a:cubicBezTo>
                    <a:pt x="410" y="97"/>
                    <a:pt x="410" y="97"/>
                    <a:pt x="409" y="98"/>
                  </a:cubicBezTo>
                  <a:cubicBezTo>
                    <a:pt x="408" y="98"/>
                    <a:pt x="407" y="99"/>
                    <a:pt x="406" y="99"/>
                  </a:cubicBezTo>
                  <a:cubicBezTo>
                    <a:pt x="406" y="99"/>
                    <a:pt x="406" y="98"/>
                    <a:pt x="406" y="98"/>
                  </a:cubicBezTo>
                  <a:cubicBezTo>
                    <a:pt x="406" y="98"/>
                    <a:pt x="405" y="98"/>
                    <a:pt x="405" y="98"/>
                  </a:cubicBezTo>
                  <a:cubicBezTo>
                    <a:pt x="405" y="98"/>
                    <a:pt x="404" y="99"/>
                    <a:pt x="404" y="99"/>
                  </a:cubicBezTo>
                  <a:cubicBezTo>
                    <a:pt x="404" y="99"/>
                    <a:pt x="403" y="99"/>
                    <a:pt x="403" y="99"/>
                  </a:cubicBezTo>
                  <a:cubicBezTo>
                    <a:pt x="404" y="99"/>
                    <a:pt x="405" y="98"/>
                    <a:pt x="406" y="99"/>
                  </a:cubicBezTo>
                  <a:cubicBezTo>
                    <a:pt x="405" y="99"/>
                    <a:pt x="404" y="100"/>
                    <a:pt x="403" y="100"/>
                  </a:cubicBezTo>
                  <a:cubicBezTo>
                    <a:pt x="404" y="100"/>
                    <a:pt x="402" y="101"/>
                    <a:pt x="401" y="101"/>
                  </a:cubicBezTo>
                  <a:cubicBezTo>
                    <a:pt x="402" y="101"/>
                    <a:pt x="401" y="101"/>
                    <a:pt x="401" y="101"/>
                  </a:cubicBezTo>
                  <a:cubicBezTo>
                    <a:pt x="400" y="101"/>
                    <a:pt x="399" y="101"/>
                    <a:pt x="398" y="101"/>
                  </a:cubicBezTo>
                  <a:cubicBezTo>
                    <a:pt x="399" y="101"/>
                    <a:pt x="400" y="101"/>
                    <a:pt x="400" y="101"/>
                  </a:cubicBezTo>
                  <a:cubicBezTo>
                    <a:pt x="400" y="101"/>
                    <a:pt x="400" y="101"/>
                    <a:pt x="399" y="101"/>
                  </a:cubicBezTo>
                  <a:cubicBezTo>
                    <a:pt x="398" y="102"/>
                    <a:pt x="398" y="102"/>
                    <a:pt x="397" y="102"/>
                  </a:cubicBezTo>
                  <a:cubicBezTo>
                    <a:pt x="398" y="103"/>
                    <a:pt x="399" y="101"/>
                    <a:pt x="401" y="101"/>
                  </a:cubicBezTo>
                  <a:cubicBezTo>
                    <a:pt x="400" y="102"/>
                    <a:pt x="399" y="102"/>
                    <a:pt x="399" y="103"/>
                  </a:cubicBezTo>
                  <a:cubicBezTo>
                    <a:pt x="400" y="103"/>
                    <a:pt x="401" y="102"/>
                    <a:pt x="402" y="102"/>
                  </a:cubicBezTo>
                  <a:cubicBezTo>
                    <a:pt x="401" y="102"/>
                    <a:pt x="401" y="102"/>
                    <a:pt x="401" y="102"/>
                  </a:cubicBezTo>
                  <a:cubicBezTo>
                    <a:pt x="401" y="103"/>
                    <a:pt x="400" y="103"/>
                    <a:pt x="400" y="103"/>
                  </a:cubicBezTo>
                  <a:cubicBezTo>
                    <a:pt x="400" y="103"/>
                    <a:pt x="399" y="103"/>
                    <a:pt x="399" y="104"/>
                  </a:cubicBezTo>
                  <a:cubicBezTo>
                    <a:pt x="399" y="104"/>
                    <a:pt x="398" y="104"/>
                    <a:pt x="398" y="104"/>
                  </a:cubicBezTo>
                  <a:cubicBezTo>
                    <a:pt x="398" y="104"/>
                    <a:pt x="398" y="104"/>
                    <a:pt x="398" y="103"/>
                  </a:cubicBezTo>
                  <a:cubicBezTo>
                    <a:pt x="397" y="103"/>
                    <a:pt x="395" y="104"/>
                    <a:pt x="395" y="105"/>
                  </a:cubicBezTo>
                  <a:cubicBezTo>
                    <a:pt x="395" y="105"/>
                    <a:pt x="396" y="104"/>
                    <a:pt x="397" y="104"/>
                  </a:cubicBezTo>
                  <a:cubicBezTo>
                    <a:pt x="397" y="104"/>
                    <a:pt x="398" y="104"/>
                    <a:pt x="397" y="104"/>
                  </a:cubicBezTo>
                  <a:cubicBezTo>
                    <a:pt x="398" y="104"/>
                    <a:pt x="398" y="104"/>
                    <a:pt x="398" y="104"/>
                  </a:cubicBezTo>
                  <a:cubicBezTo>
                    <a:pt x="398" y="104"/>
                    <a:pt x="398" y="105"/>
                    <a:pt x="398" y="105"/>
                  </a:cubicBezTo>
                  <a:cubicBezTo>
                    <a:pt x="398" y="105"/>
                    <a:pt x="399" y="104"/>
                    <a:pt x="400" y="104"/>
                  </a:cubicBezTo>
                  <a:cubicBezTo>
                    <a:pt x="399" y="104"/>
                    <a:pt x="399" y="104"/>
                    <a:pt x="399" y="104"/>
                  </a:cubicBezTo>
                  <a:cubicBezTo>
                    <a:pt x="400" y="104"/>
                    <a:pt x="400" y="103"/>
                    <a:pt x="401" y="103"/>
                  </a:cubicBezTo>
                  <a:cubicBezTo>
                    <a:pt x="401" y="103"/>
                    <a:pt x="401" y="104"/>
                    <a:pt x="400" y="104"/>
                  </a:cubicBezTo>
                  <a:cubicBezTo>
                    <a:pt x="401" y="103"/>
                    <a:pt x="400" y="104"/>
                    <a:pt x="400" y="105"/>
                  </a:cubicBezTo>
                  <a:cubicBezTo>
                    <a:pt x="401" y="104"/>
                    <a:pt x="400" y="105"/>
                    <a:pt x="399" y="105"/>
                  </a:cubicBezTo>
                  <a:cubicBezTo>
                    <a:pt x="399" y="105"/>
                    <a:pt x="398" y="105"/>
                    <a:pt x="398" y="105"/>
                  </a:cubicBezTo>
                  <a:cubicBezTo>
                    <a:pt x="398" y="105"/>
                    <a:pt x="398" y="105"/>
                    <a:pt x="398" y="106"/>
                  </a:cubicBezTo>
                  <a:cubicBezTo>
                    <a:pt x="397" y="106"/>
                    <a:pt x="397" y="105"/>
                    <a:pt x="397" y="106"/>
                  </a:cubicBezTo>
                  <a:cubicBezTo>
                    <a:pt x="397" y="106"/>
                    <a:pt x="397" y="106"/>
                    <a:pt x="397" y="106"/>
                  </a:cubicBezTo>
                  <a:cubicBezTo>
                    <a:pt x="396" y="106"/>
                    <a:pt x="396" y="106"/>
                    <a:pt x="395" y="107"/>
                  </a:cubicBezTo>
                  <a:cubicBezTo>
                    <a:pt x="395" y="107"/>
                    <a:pt x="395" y="106"/>
                    <a:pt x="395" y="106"/>
                  </a:cubicBezTo>
                  <a:cubicBezTo>
                    <a:pt x="395" y="106"/>
                    <a:pt x="395" y="107"/>
                    <a:pt x="395" y="107"/>
                  </a:cubicBezTo>
                  <a:cubicBezTo>
                    <a:pt x="394" y="107"/>
                    <a:pt x="394" y="107"/>
                    <a:pt x="393" y="107"/>
                  </a:cubicBezTo>
                  <a:cubicBezTo>
                    <a:pt x="394" y="108"/>
                    <a:pt x="395" y="106"/>
                    <a:pt x="396" y="107"/>
                  </a:cubicBezTo>
                  <a:cubicBezTo>
                    <a:pt x="396" y="107"/>
                    <a:pt x="395" y="107"/>
                    <a:pt x="395" y="107"/>
                  </a:cubicBezTo>
                  <a:cubicBezTo>
                    <a:pt x="396" y="107"/>
                    <a:pt x="395" y="108"/>
                    <a:pt x="395" y="108"/>
                  </a:cubicBezTo>
                  <a:cubicBezTo>
                    <a:pt x="395" y="108"/>
                    <a:pt x="396" y="107"/>
                    <a:pt x="396" y="107"/>
                  </a:cubicBezTo>
                  <a:cubicBezTo>
                    <a:pt x="396" y="107"/>
                    <a:pt x="395" y="108"/>
                    <a:pt x="395" y="108"/>
                  </a:cubicBezTo>
                  <a:cubicBezTo>
                    <a:pt x="395" y="108"/>
                    <a:pt x="394" y="108"/>
                    <a:pt x="394" y="108"/>
                  </a:cubicBezTo>
                  <a:cubicBezTo>
                    <a:pt x="394" y="108"/>
                    <a:pt x="394" y="108"/>
                    <a:pt x="394" y="108"/>
                  </a:cubicBezTo>
                  <a:cubicBezTo>
                    <a:pt x="394" y="107"/>
                    <a:pt x="392" y="109"/>
                    <a:pt x="391" y="109"/>
                  </a:cubicBezTo>
                  <a:cubicBezTo>
                    <a:pt x="392" y="109"/>
                    <a:pt x="391" y="110"/>
                    <a:pt x="391" y="110"/>
                  </a:cubicBezTo>
                  <a:cubicBezTo>
                    <a:pt x="390" y="110"/>
                    <a:pt x="391" y="109"/>
                    <a:pt x="391" y="109"/>
                  </a:cubicBezTo>
                  <a:cubicBezTo>
                    <a:pt x="390" y="109"/>
                    <a:pt x="389" y="110"/>
                    <a:pt x="389" y="110"/>
                  </a:cubicBezTo>
                  <a:cubicBezTo>
                    <a:pt x="389" y="109"/>
                    <a:pt x="387" y="110"/>
                    <a:pt x="387" y="110"/>
                  </a:cubicBezTo>
                  <a:cubicBezTo>
                    <a:pt x="387" y="110"/>
                    <a:pt x="387" y="110"/>
                    <a:pt x="387" y="109"/>
                  </a:cubicBezTo>
                  <a:cubicBezTo>
                    <a:pt x="387" y="109"/>
                    <a:pt x="386" y="110"/>
                    <a:pt x="386" y="109"/>
                  </a:cubicBezTo>
                  <a:cubicBezTo>
                    <a:pt x="386" y="110"/>
                    <a:pt x="386" y="110"/>
                    <a:pt x="386" y="110"/>
                  </a:cubicBezTo>
                  <a:cubicBezTo>
                    <a:pt x="386" y="109"/>
                    <a:pt x="387" y="109"/>
                    <a:pt x="387" y="109"/>
                  </a:cubicBezTo>
                  <a:cubicBezTo>
                    <a:pt x="386" y="108"/>
                    <a:pt x="384" y="110"/>
                    <a:pt x="383" y="110"/>
                  </a:cubicBezTo>
                  <a:cubicBezTo>
                    <a:pt x="384" y="110"/>
                    <a:pt x="384" y="110"/>
                    <a:pt x="385" y="109"/>
                  </a:cubicBezTo>
                  <a:cubicBezTo>
                    <a:pt x="385" y="109"/>
                    <a:pt x="385" y="109"/>
                    <a:pt x="385" y="109"/>
                  </a:cubicBezTo>
                  <a:cubicBezTo>
                    <a:pt x="385" y="109"/>
                    <a:pt x="385" y="108"/>
                    <a:pt x="385" y="108"/>
                  </a:cubicBezTo>
                  <a:cubicBezTo>
                    <a:pt x="385" y="108"/>
                    <a:pt x="383" y="109"/>
                    <a:pt x="383" y="110"/>
                  </a:cubicBezTo>
                  <a:cubicBezTo>
                    <a:pt x="382" y="110"/>
                    <a:pt x="380" y="110"/>
                    <a:pt x="380" y="111"/>
                  </a:cubicBezTo>
                  <a:cubicBezTo>
                    <a:pt x="380" y="111"/>
                    <a:pt x="380" y="111"/>
                    <a:pt x="380" y="111"/>
                  </a:cubicBezTo>
                  <a:cubicBezTo>
                    <a:pt x="380" y="112"/>
                    <a:pt x="380" y="112"/>
                    <a:pt x="379" y="112"/>
                  </a:cubicBezTo>
                  <a:cubicBezTo>
                    <a:pt x="379" y="112"/>
                    <a:pt x="379" y="111"/>
                    <a:pt x="380" y="111"/>
                  </a:cubicBezTo>
                  <a:cubicBezTo>
                    <a:pt x="380" y="111"/>
                    <a:pt x="381" y="110"/>
                    <a:pt x="381" y="110"/>
                  </a:cubicBezTo>
                  <a:cubicBezTo>
                    <a:pt x="381" y="109"/>
                    <a:pt x="380" y="110"/>
                    <a:pt x="379" y="111"/>
                  </a:cubicBezTo>
                  <a:cubicBezTo>
                    <a:pt x="379" y="111"/>
                    <a:pt x="378" y="111"/>
                    <a:pt x="378" y="111"/>
                  </a:cubicBezTo>
                  <a:cubicBezTo>
                    <a:pt x="378" y="111"/>
                    <a:pt x="377" y="113"/>
                    <a:pt x="377" y="113"/>
                  </a:cubicBezTo>
                  <a:cubicBezTo>
                    <a:pt x="377" y="112"/>
                    <a:pt x="377" y="112"/>
                    <a:pt x="377" y="112"/>
                  </a:cubicBezTo>
                  <a:cubicBezTo>
                    <a:pt x="377" y="112"/>
                    <a:pt x="377" y="111"/>
                    <a:pt x="376" y="111"/>
                  </a:cubicBezTo>
                  <a:cubicBezTo>
                    <a:pt x="376" y="112"/>
                    <a:pt x="377" y="112"/>
                    <a:pt x="376" y="112"/>
                  </a:cubicBezTo>
                  <a:cubicBezTo>
                    <a:pt x="376" y="113"/>
                    <a:pt x="375" y="113"/>
                    <a:pt x="374" y="113"/>
                  </a:cubicBezTo>
                  <a:cubicBezTo>
                    <a:pt x="375" y="112"/>
                    <a:pt x="375" y="112"/>
                    <a:pt x="374" y="113"/>
                  </a:cubicBezTo>
                  <a:cubicBezTo>
                    <a:pt x="374" y="113"/>
                    <a:pt x="374" y="113"/>
                    <a:pt x="373" y="113"/>
                  </a:cubicBezTo>
                  <a:cubicBezTo>
                    <a:pt x="373" y="114"/>
                    <a:pt x="373" y="113"/>
                    <a:pt x="373" y="113"/>
                  </a:cubicBezTo>
                  <a:cubicBezTo>
                    <a:pt x="372" y="114"/>
                    <a:pt x="372" y="114"/>
                    <a:pt x="372" y="114"/>
                  </a:cubicBezTo>
                  <a:cubicBezTo>
                    <a:pt x="371" y="114"/>
                    <a:pt x="371" y="115"/>
                    <a:pt x="370" y="115"/>
                  </a:cubicBezTo>
                  <a:cubicBezTo>
                    <a:pt x="371" y="114"/>
                    <a:pt x="373" y="113"/>
                    <a:pt x="374" y="112"/>
                  </a:cubicBezTo>
                  <a:cubicBezTo>
                    <a:pt x="372" y="112"/>
                    <a:pt x="371" y="114"/>
                    <a:pt x="369" y="115"/>
                  </a:cubicBezTo>
                  <a:cubicBezTo>
                    <a:pt x="369" y="114"/>
                    <a:pt x="369" y="114"/>
                    <a:pt x="369" y="114"/>
                  </a:cubicBezTo>
                  <a:cubicBezTo>
                    <a:pt x="369" y="114"/>
                    <a:pt x="370" y="114"/>
                    <a:pt x="370" y="113"/>
                  </a:cubicBezTo>
                  <a:cubicBezTo>
                    <a:pt x="370" y="113"/>
                    <a:pt x="369" y="114"/>
                    <a:pt x="369" y="114"/>
                  </a:cubicBezTo>
                  <a:cubicBezTo>
                    <a:pt x="369" y="115"/>
                    <a:pt x="367" y="115"/>
                    <a:pt x="367" y="115"/>
                  </a:cubicBezTo>
                  <a:cubicBezTo>
                    <a:pt x="366" y="115"/>
                    <a:pt x="364" y="116"/>
                    <a:pt x="364" y="116"/>
                  </a:cubicBezTo>
                  <a:cubicBezTo>
                    <a:pt x="364" y="116"/>
                    <a:pt x="362" y="117"/>
                    <a:pt x="362" y="117"/>
                  </a:cubicBezTo>
                  <a:cubicBezTo>
                    <a:pt x="362" y="117"/>
                    <a:pt x="363" y="117"/>
                    <a:pt x="363" y="116"/>
                  </a:cubicBezTo>
                  <a:cubicBezTo>
                    <a:pt x="362" y="116"/>
                    <a:pt x="361" y="116"/>
                    <a:pt x="361" y="117"/>
                  </a:cubicBezTo>
                  <a:cubicBezTo>
                    <a:pt x="362" y="117"/>
                    <a:pt x="361" y="117"/>
                    <a:pt x="360" y="117"/>
                  </a:cubicBezTo>
                  <a:cubicBezTo>
                    <a:pt x="359" y="117"/>
                    <a:pt x="359" y="117"/>
                    <a:pt x="358" y="117"/>
                  </a:cubicBezTo>
                  <a:cubicBezTo>
                    <a:pt x="359" y="117"/>
                    <a:pt x="357" y="117"/>
                    <a:pt x="357" y="117"/>
                  </a:cubicBezTo>
                  <a:cubicBezTo>
                    <a:pt x="357" y="118"/>
                    <a:pt x="357" y="118"/>
                    <a:pt x="357" y="118"/>
                  </a:cubicBezTo>
                  <a:cubicBezTo>
                    <a:pt x="356" y="118"/>
                    <a:pt x="356" y="118"/>
                    <a:pt x="356" y="118"/>
                  </a:cubicBezTo>
                  <a:cubicBezTo>
                    <a:pt x="356" y="117"/>
                    <a:pt x="356" y="117"/>
                    <a:pt x="356" y="117"/>
                  </a:cubicBezTo>
                  <a:cubicBezTo>
                    <a:pt x="356" y="117"/>
                    <a:pt x="355" y="117"/>
                    <a:pt x="355" y="117"/>
                  </a:cubicBezTo>
                  <a:cubicBezTo>
                    <a:pt x="355" y="117"/>
                    <a:pt x="355" y="117"/>
                    <a:pt x="356" y="117"/>
                  </a:cubicBezTo>
                  <a:cubicBezTo>
                    <a:pt x="354" y="117"/>
                    <a:pt x="357" y="116"/>
                    <a:pt x="357" y="116"/>
                  </a:cubicBezTo>
                  <a:cubicBezTo>
                    <a:pt x="357" y="116"/>
                    <a:pt x="357" y="116"/>
                    <a:pt x="357" y="115"/>
                  </a:cubicBezTo>
                  <a:cubicBezTo>
                    <a:pt x="357" y="115"/>
                    <a:pt x="357" y="115"/>
                    <a:pt x="358" y="115"/>
                  </a:cubicBezTo>
                  <a:cubicBezTo>
                    <a:pt x="358" y="115"/>
                    <a:pt x="359" y="115"/>
                    <a:pt x="360" y="114"/>
                  </a:cubicBezTo>
                  <a:cubicBezTo>
                    <a:pt x="361" y="114"/>
                    <a:pt x="362" y="115"/>
                    <a:pt x="362" y="114"/>
                  </a:cubicBezTo>
                  <a:cubicBezTo>
                    <a:pt x="362" y="113"/>
                    <a:pt x="365" y="114"/>
                    <a:pt x="365" y="113"/>
                  </a:cubicBezTo>
                  <a:cubicBezTo>
                    <a:pt x="366" y="112"/>
                    <a:pt x="368" y="112"/>
                    <a:pt x="369" y="111"/>
                  </a:cubicBezTo>
                  <a:cubicBezTo>
                    <a:pt x="368" y="111"/>
                    <a:pt x="367" y="112"/>
                    <a:pt x="366" y="112"/>
                  </a:cubicBezTo>
                  <a:cubicBezTo>
                    <a:pt x="365" y="112"/>
                    <a:pt x="363" y="112"/>
                    <a:pt x="363" y="113"/>
                  </a:cubicBezTo>
                  <a:cubicBezTo>
                    <a:pt x="363" y="113"/>
                    <a:pt x="362" y="113"/>
                    <a:pt x="361" y="112"/>
                  </a:cubicBezTo>
                  <a:cubicBezTo>
                    <a:pt x="361" y="111"/>
                    <a:pt x="363" y="111"/>
                    <a:pt x="364" y="110"/>
                  </a:cubicBezTo>
                  <a:cubicBezTo>
                    <a:pt x="366" y="109"/>
                    <a:pt x="367" y="108"/>
                    <a:pt x="369" y="108"/>
                  </a:cubicBezTo>
                  <a:cubicBezTo>
                    <a:pt x="370" y="107"/>
                    <a:pt x="370" y="107"/>
                    <a:pt x="371" y="107"/>
                  </a:cubicBezTo>
                  <a:cubicBezTo>
                    <a:pt x="372" y="106"/>
                    <a:pt x="372" y="106"/>
                    <a:pt x="373" y="105"/>
                  </a:cubicBezTo>
                  <a:cubicBezTo>
                    <a:pt x="375" y="105"/>
                    <a:pt x="375" y="103"/>
                    <a:pt x="376" y="102"/>
                  </a:cubicBezTo>
                  <a:cubicBezTo>
                    <a:pt x="377" y="101"/>
                    <a:pt x="379" y="101"/>
                    <a:pt x="380" y="101"/>
                  </a:cubicBezTo>
                  <a:cubicBezTo>
                    <a:pt x="381" y="101"/>
                    <a:pt x="383" y="100"/>
                    <a:pt x="384" y="100"/>
                  </a:cubicBezTo>
                  <a:cubicBezTo>
                    <a:pt x="385" y="99"/>
                    <a:pt x="388" y="98"/>
                    <a:pt x="389" y="99"/>
                  </a:cubicBezTo>
                  <a:cubicBezTo>
                    <a:pt x="388" y="100"/>
                    <a:pt x="389" y="100"/>
                    <a:pt x="390" y="100"/>
                  </a:cubicBezTo>
                  <a:cubicBezTo>
                    <a:pt x="390" y="100"/>
                    <a:pt x="391" y="100"/>
                    <a:pt x="392" y="100"/>
                  </a:cubicBezTo>
                  <a:cubicBezTo>
                    <a:pt x="392" y="99"/>
                    <a:pt x="392" y="99"/>
                    <a:pt x="393" y="100"/>
                  </a:cubicBezTo>
                  <a:cubicBezTo>
                    <a:pt x="393" y="100"/>
                    <a:pt x="393" y="100"/>
                    <a:pt x="393" y="100"/>
                  </a:cubicBezTo>
                  <a:cubicBezTo>
                    <a:pt x="394" y="100"/>
                    <a:pt x="395" y="101"/>
                    <a:pt x="397" y="101"/>
                  </a:cubicBezTo>
                  <a:cubicBezTo>
                    <a:pt x="397" y="101"/>
                    <a:pt x="397" y="100"/>
                    <a:pt x="396" y="100"/>
                  </a:cubicBezTo>
                  <a:cubicBezTo>
                    <a:pt x="396" y="100"/>
                    <a:pt x="395" y="100"/>
                    <a:pt x="395" y="100"/>
                  </a:cubicBezTo>
                  <a:cubicBezTo>
                    <a:pt x="395" y="100"/>
                    <a:pt x="395" y="99"/>
                    <a:pt x="394" y="99"/>
                  </a:cubicBezTo>
                  <a:cubicBezTo>
                    <a:pt x="393" y="99"/>
                    <a:pt x="393" y="98"/>
                    <a:pt x="392" y="98"/>
                  </a:cubicBezTo>
                  <a:cubicBezTo>
                    <a:pt x="392" y="97"/>
                    <a:pt x="394" y="97"/>
                    <a:pt x="394" y="97"/>
                  </a:cubicBezTo>
                  <a:cubicBezTo>
                    <a:pt x="396" y="96"/>
                    <a:pt x="397" y="96"/>
                    <a:pt x="398" y="95"/>
                  </a:cubicBezTo>
                  <a:cubicBezTo>
                    <a:pt x="399" y="95"/>
                    <a:pt x="400" y="95"/>
                    <a:pt x="401" y="95"/>
                  </a:cubicBezTo>
                  <a:cubicBezTo>
                    <a:pt x="401" y="95"/>
                    <a:pt x="402" y="95"/>
                    <a:pt x="402" y="94"/>
                  </a:cubicBezTo>
                  <a:cubicBezTo>
                    <a:pt x="400" y="94"/>
                    <a:pt x="398" y="95"/>
                    <a:pt x="396" y="95"/>
                  </a:cubicBezTo>
                  <a:cubicBezTo>
                    <a:pt x="395" y="96"/>
                    <a:pt x="395" y="97"/>
                    <a:pt x="394" y="97"/>
                  </a:cubicBezTo>
                  <a:cubicBezTo>
                    <a:pt x="393" y="97"/>
                    <a:pt x="392" y="97"/>
                    <a:pt x="392" y="96"/>
                  </a:cubicBezTo>
                  <a:cubicBezTo>
                    <a:pt x="391" y="97"/>
                    <a:pt x="391" y="97"/>
                    <a:pt x="390" y="97"/>
                  </a:cubicBezTo>
                  <a:cubicBezTo>
                    <a:pt x="390" y="96"/>
                    <a:pt x="391" y="96"/>
                    <a:pt x="391" y="96"/>
                  </a:cubicBezTo>
                  <a:cubicBezTo>
                    <a:pt x="391" y="96"/>
                    <a:pt x="390" y="96"/>
                    <a:pt x="390" y="96"/>
                  </a:cubicBezTo>
                  <a:cubicBezTo>
                    <a:pt x="390" y="96"/>
                    <a:pt x="390" y="96"/>
                    <a:pt x="389" y="96"/>
                  </a:cubicBezTo>
                  <a:cubicBezTo>
                    <a:pt x="388" y="97"/>
                    <a:pt x="386" y="97"/>
                    <a:pt x="385" y="97"/>
                  </a:cubicBezTo>
                  <a:cubicBezTo>
                    <a:pt x="384" y="98"/>
                    <a:pt x="384" y="98"/>
                    <a:pt x="383" y="98"/>
                  </a:cubicBezTo>
                  <a:cubicBezTo>
                    <a:pt x="382" y="99"/>
                    <a:pt x="382" y="99"/>
                    <a:pt x="381" y="99"/>
                  </a:cubicBezTo>
                  <a:cubicBezTo>
                    <a:pt x="379" y="99"/>
                    <a:pt x="378" y="100"/>
                    <a:pt x="376" y="100"/>
                  </a:cubicBezTo>
                  <a:cubicBezTo>
                    <a:pt x="376" y="100"/>
                    <a:pt x="375" y="100"/>
                    <a:pt x="375" y="101"/>
                  </a:cubicBezTo>
                  <a:cubicBezTo>
                    <a:pt x="375" y="101"/>
                    <a:pt x="375" y="102"/>
                    <a:pt x="374" y="102"/>
                  </a:cubicBezTo>
                  <a:cubicBezTo>
                    <a:pt x="374" y="102"/>
                    <a:pt x="374" y="102"/>
                    <a:pt x="373" y="102"/>
                  </a:cubicBezTo>
                  <a:cubicBezTo>
                    <a:pt x="373" y="102"/>
                    <a:pt x="372" y="102"/>
                    <a:pt x="371" y="102"/>
                  </a:cubicBezTo>
                  <a:cubicBezTo>
                    <a:pt x="370" y="103"/>
                    <a:pt x="369" y="103"/>
                    <a:pt x="368" y="104"/>
                  </a:cubicBezTo>
                  <a:cubicBezTo>
                    <a:pt x="367" y="104"/>
                    <a:pt x="365" y="105"/>
                    <a:pt x="366" y="105"/>
                  </a:cubicBezTo>
                  <a:cubicBezTo>
                    <a:pt x="366" y="106"/>
                    <a:pt x="365" y="105"/>
                    <a:pt x="365" y="106"/>
                  </a:cubicBezTo>
                  <a:cubicBezTo>
                    <a:pt x="364" y="106"/>
                    <a:pt x="364" y="106"/>
                    <a:pt x="363" y="106"/>
                  </a:cubicBezTo>
                  <a:cubicBezTo>
                    <a:pt x="363" y="107"/>
                    <a:pt x="362" y="107"/>
                    <a:pt x="361" y="107"/>
                  </a:cubicBezTo>
                  <a:cubicBezTo>
                    <a:pt x="361" y="107"/>
                    <a:pt x="360" y="107"/>
                    <a:pt x="360" y="107"/>
                  </a:cubicBezTo>
                  <a:cubicBezTo>
                    <a:pt x="360" y="107"/>
                    <a:pt x="360" y="107"/>
                    <a:pt x="360" y="107"/>
                  </a:cubicBezTo>
                  <a:cubicBezTo>
                    <a:pt x="360" y="106"/>
                    <a:pt x="360" y="106"/>
                    <a:pt x="360" y="107"/>
                  </a:cubicBezTo>
                  <a:cubicBezTo>
                    <a:pt x="361" y="106"/>
                    <a:pt x="359" y="106"/>
                    <a:pt x="358" y="106"/>
                  </a:cubicBezTo>
                  <a:cubicBezTo>
                    <a:pt x="358" y="106"/>
                    <a:pt x="360" y="106"/>
                    <a:pt x="360" y="106"/>
                  </a:cubicBezTo>
                  <a:cubicBezTo>
                    <a:pt x="360" y="107"/>
                    <a:pt x="359" y="107"/>
                    <a:pt x="359" y="107"/>
                  </a:cubicBezTo>
                  <a:cubicBezTo>
                    <a:pt x="359" y="107"/>
                    <a:pt x="360" y="107"/>
                    <a:pt x="360" y="108"/>
                  </a:cubicBezTo>
                  <a:cubicBezTo>
                    <a:pt x="360" y="108"/>
                    <a:pt x="360" y="108"/>
                    <a:pt x="359" y="109"/>
                  </a:cubicBezTo>
                  <a:cubicBezTo>
                    <a:pt x="359" y="109"/>
                    <a:pt x="358" y="110"/>
                    <a:pt x="357" y="110"/>
                  </a:cubicBezTo>
                  <a:cubicBezTo>
                    <a:pt x="355" y="111"/>
                    <a:pt x="353" y="110"/>
                    <a:pt x="351" y="111"/>
                  </a:cubicBezTo>
                  <a:cubicBezTo>
                    <a:pt x="352" y="111"/>
                    <a:pt x="353" y="111"/>
                    <a:pt x="354" y="111"/>
                  </a:cubicBezTo>
                  <a:cubicBezTo>
                    <a:pt x="353" y="112"/>
                    <a:pt x="351" y="113"/>
                    <a:pt x="350" y="113"/>
                  </a:cubicBezTo>
                  <a:cubicBezTo>
                    <a:pt x="350" y="113"/>
                    <a:pt x="350" y="113"/>
                    <a:pt x="350" y="112"/>
                  </a:cubicBezTo>
                  <a:cubicBezTo>
                    <a:pt x="349" y="113"/>
                    <a:pt x="349" y="113"/>
                    <a:pt x="348" y="113"/>
                  </a:cubicBezTo>
                  <a:cubicBezTo>
                    <a:pt x="349" y="113"/>
                    <a:pt x="349" y="112"/>
                    <a:pt x="350" y="112"/>
                  </a:cubicBezTo>
                  <a:cubicBezTo>
                    <a:pt x="350" y="112"/>
                    <a:pt x="350" y="112"/>
                    <a:pt x="350" y="111"/>
                  </a:cubicBezTo>
                  <a:cubicBezTo>
                    <a:pt x="349" y="112"/>
                    <a:pt x="348" y="113"/>
                    <a:pt x="347" y="113"/>
                  </a:cubicBezTo>
                  <a:cubicBezTo>
                    <a:pt x="347" y="113"/>
                    <a:pt x="347" y="113"/>
                    <a:pt x="347" y="112"/>
                  </a:cubicBezTo>
                  <a:cubicBezTo>
                    <a:pt x="347" y="112"/>
                    <a:pt x="346" y="113"/>
                    <a:pt x="346" y="113"/>
                  </a:cubicBezTo>
                  <a:cubicBezTo>
                    <a:pt x="347" y="113"/>
                    <a:pt x="347" y="113"/>
                    <a:pt x="346" y="114"/>
                  </a:cubicBezTo>
                  <a:cubicBezTo>
                    <a:pt x="345" y="114"/>
                    <a:pt x="344" y="113"/>
                    <a:pt x="344" y="114"/>
                  </a:cubicBezTo>
                  <a:cubicBezTo>
                    <a:pt x="344" y="114"/>
                    <a:pt x="344" y="114"/>
                    <a:pt x="344" y="114"/>
                  </a:cubicBezTo>
                  <a:cubicBezTo>
                    <a:pt x="343" y="115"/>
                    <a:pt x="343" y="115"/>
                    <a:pt x="342" y="115"/>
                  </a:cubicBezTo>
                  <a:cubicBezTo>
                    <a:pt x="342" y="115"/>
                    <a:pt x="340" y="116"/>
                    <a:pt x="339" y="116"/>
                  </a:cubicBezTo>
                  <a:cubicBezTo>
                    <a:pt x="340" y="116"/>
                    <a:pt x="340" y="116"/>
                    <a:pt x="341" y="116"/>
                  </a:cubicBezTo>
                  <a:cubicBezTo>
                    <a:pt x="340" y="116"/>
                    <a:pt x="339" y="116"/>
                    <a:pt x="338" y="116"/>
                  </a:cubicBezTo>
                  <a:cubicBezTo>
                    <a:pt x="338" y="117"/>
                    <a:pt x="338" y="117"/>
                    <a:pt x="337" y="117"/>
                  </a:cubicBezTo>
                  <a:cubicBezTo>
                    <a:pt x="337" y="117"/>
                    <a:pt x="336" y="117"/>
                    <a:pt x="336" y="118"/>
                  </a:cubicBezTo>
                  <a:cubicBezTo>
                    <a:pt x="336" y="118"/>
                    <a:pt x="336" y="118"/>
                    <a:pt x="336" y="118"/>
                  </a:cubicBezTo>
                  <a:cubicBezTo>
                    <a:pt x="336" y="118"/>
                    <a:pt x="335" y="119"/>
                    <a:pt x="335" y="119"/>
                  </a:cubicBezTo>
                  <a:cubicBezTo>
                    <a:pt x="335" y="119"/>
                    <a:pt x="336" y="119"/>
                    <a:pt x="336" y="119"/>
                  </a:cubicBezTo>
                  <a:cubicBezTo>
                    <a:pt x="336" y="119"/>
                    <a:pt x="337" y="118"/>
                    <a:pt x="338" y="119"/>
                  </a:cubicBezTo>
                  <a:cubicBezTo>
                    <a:pt x="338" y="119"/>
                    <a:pt x="339" y="118"/>
                    <a:pt x="339" y="119"/>
                  </a:cubicBezTo>
                  <a:cubicBezTo>
                    <a:pt x="339" y="120"/>
                    <a:pt x="340" y="119"/>
                    <a:pt x="340" y="119"/>
                  </a:cubicBezTo>
                  <a:cubicBezTo>
                    <a:pt x="340" y="119"/>
                    <a:pt x="340" y="120"/>
                    <a:pt x="340" y="120"/>
                  </a:cubicBezTo>
                  <a:cubicBezTo>
                    <a:pt x="340" y="120"/>
                    <a:pt x="340" y="121"/>
                    <a:pt x="340" y="121"/>
                  </a:cubicBezTo>
                  <a:cubicBezTo>
                    <a:pt x="340" y="121"/>
                    <a:pt x="340" y="121"/>
                    <a:pt x="340" y="121"/>
                  </a:cubicBezTo>
                  <a:cubicBezTo>
                    <a:pt x="340" y="121"/>
                    <a:pt x="340" y="121"/>
                    <a:pt x="339" y="121"/>
                  </a:cubicBezTo>
                  <a:cubicBezTo>
                    <a:pt x="339" y="121"/>
                    <a:pt x="339" y="121"/>
                    <a:pt x="338" y="122"/>
                  </a:cubicBezTo>
                  <a:cubicBezTo>
                    <a:pt x="337" y="122"/>
                    <a:pt x="336" y="122"/>
                    <a:pt x="336" y="123"/>
                  </a:cubicBezTo>
                  <a:cubicBezTo>
                    <a:pt x="335" y="123"/>
                    <a:pt x="334" y="123"/>
                    <a:pt x="333" y="123"/>
                  </a:cubicBezTo>
                  <a:cubicBezTo>
                    <a:pt x="332" y="123"/>
                    <a:pt x="332" y="124"/>
                    <a:pt x="331" y="124"/>
                  </a:cubicBezTo>
                  <a:cubicBezTo>
                    <a:pt x="331" y="124"/>
                    <a:pt x="330" y="125"/>
                    <a:pt x="330" y="125"/>
                  </a:cubicBezTo>
                  <a:cubicBezTo>
                    <a:pt x="329" y="125"/>
                    <a:pt x="329" y="125"/>
                    <a:pt x="329" y="125"/>
                  </a:cubicBezTo>
                  <a:cubicBezTo>
                    <a:pt x="329" y="125"/>
                    <a:pt x="329" y="125"/>
                    <a:pt x="329" y="125"/>
                  </a:cubicBezTo>
                  <a:cubicBezTo>
                    <a:pt x="329" y="126"/>
                    <a:pt x="327" y="126"/>
                    <a:pt x="327" y="126"/>
                  </a:cubicBezTo>
                  <a:cubicBezTo>
                    <a:pt x="326" y="126"/>
                    <a:pt x="325" y="126"/>
                    <a:pt x="324" y="127"/>
                  </a:cubicBezTo>
                  <a:cubicBezTo>
                    <a:pt x="325" y="127"/>
                    <a:pt x="326" y="126"/>
                    <a:pt x="327" y="126"/>
                  </a:cubicBezTo>
                  <a:cubicBezTo>
                    <a:pt x="327" y="127"/>
                    <a:pt x="326" y="127"/>
                    <a:pt x="325" y="127"/>
                  </a:cubicBezTo>
                  <a:cubicBezTo>
                    <a:pt x="326" y="127"/>
                    <a:pt x="326" y="127"/>
                    <a:pt x="326" y="127"/>
                  </a:cubicBezTo>
                  <a:cubicBezTo>
                    <a:pt x="326" y="127"/>
                    <a:pt x="324" y="128"/>
                    <a:pt x="324" y="128"/>
                  </a:cubicBezTo>
                  <a:cubicBezTo>
                    <a:pt x="324" y="128"/>
                    <a:pt x="324" y="128"/>
                    <a:pt x="324" y="128"/>
                  </a:cubicBezTo>
                  <a:cubicBezTo>
                    <a:pt x="323" y="128"/>
                    <a:pt x="323" y="129"/>
                    <a:pt x="323" y="129"/>
                  </a:cubicBezTo>
                  <a:cubicBezTo>
                    <a:pt x="322" y="129"/>
                    <a:pt x="323" y="128"/>
                    <a:pt x="323" y="128"/>
                  </a:cubicBezTo>
                  <a:cubicBezTo>
                    <a:pt x="323" y="128"/>
                    <a:pt x="322" y="128"/>
                    <a:pt x="322" y="128"/>
                  </a:cubicBezTo>
                  <a:cubicBezTo>
                    <a:pt x="322" y="129"/>
                    <a:pt x="322" y="129"/>
                    <a:pt x="321" y="128"/>
                  </a:cubicBezTo>
                  <a:cubicBezTo>
                    <a:pt x="321" y="128"/>
                    <a:pt x="321" y="129"/>
                    <a:pt x="321" y="129"/>
                  </a:cubicBezTo>
                  <a:cubicBezTo>
                    <a:pt x="321" y="129"/>
                    <a:pt x="320" y="129"/>
                    <a:pt x="320" y="129"/>
                  </a:cubicBezTo>
                  <a:cubicBezTo>
                    <a:pt x="320" y="129"/>
                    <a:pt x="320" y="129"/>
                    <a:pt x="320" y="129"/>
                  </a:cubicBezTo>
                  <a:cubicBezTo>
                    <a:pt x="319" y="129"/>
                    <a:pt x="319" y="129"/>
                    <a:pt x="318" y="129"/>
                  </a:cubicBezTo>
                  <a:cubicBezTo>
                    <a:pt x="318" y="129"/>
                    <a:pt x="317" y="129"/>
                    <a:pt x="317" y="129"/>
                  </a:cubicBezTo>
                  <a:cubicBezTo>
                    <a:pt x="316" y="129"/>
                    <a:pt x="316" y="130"/>
                    <a:pt x="315" y="130"/>
                  </a:cubicBezTo>
                  <a:cubicBezTo>
                    <a:pt x="315" y="130"/>
                    <a:pt x="315" y="130"/>
                    <a:pt x="314" y="131"/>
                  </a:cubicBezTo>
                  <a:cubicBezTo>
                    <a:pt x="314" y="131"/>
                    <a:pt x="313" y="131"/>
                    <a:pt x="313" y="131"/>
                  </a:cubicBezTo>
                  <a:cubicBezTo>
                    <a:pt x="313" y="131"/>
                    <a:pt x="313" y="131"/>
                    <a:pt x="312" y="131"/>
                  </a:cubicBezTo>
                  <a:cubicBezTo>
                    <a:pt x="312" y="131"/>
                    <a:pt x="312" y="131"/>
                    <a:pt x="312" y="131"/>
                  </a:cubicBezTo>
                  <a:cubicBezTo>
                    <a:pt x="312" y="132"/>
                    <a:pt x="311" y="131"/>
                    <a:pt x="311" y="132"/>
                  </a:cubicBezTo>
                  <a:cubicBezTo>
                    <a:pt x="311" y="132"/>
                    <a:pt x="310" y="132"/>
                    <a:pt x="310" y="132"/>
                  </a:cubicBezTo>
                  <a:cubicBezTo>
                    <a:pt x="310" y="132"/>
                    <a:pt x="309" y="132"/>
                    <a:pt x="309" y="132"/>
                  </a:cubicBezTo>
                  <a:cubicBezTo>
                    <a:pt x="309" y="132"/>
                    <a:pt x="308" y="132"/>
                    <a:pt x="308" y="133"/>
                  </a:cubicBezTo>
                  <a:cubicBezTo>
                    <a:pt x="308" y="133"/>
                    <a:pt x="307" y="133"/>
                    <a:pt x="306" y="133"/>
                  </a:cubicBezTo>
                  <a:cubicBezTo>
                    <a:pt x="306" y="133"/>
                    <a:pt x="306" y="134"/>
                    <a:pt x="305" y="134"/>
                  </a:cubicBezTo>
                  <a:cubicBezTo>
                    <a:pt x="305" y="134"/>
                    <a:pt x="305" y="134"/>
                    <a:pt x="305" y="134"/>
                  </a:cubicBezTo>
                  <a:cubicBezTo>
                    <a:pt x="305" y="134"/>
                    <a:pt x="304" y="134"/>
                    <a:pt x="304" y="134"/>
                  </a:cubicBezTo>
                  <a:cubicBezTo>
                    <a:pt x="304" y="134"/>
                    <a:pt x="304" y="134"/>
                    <a:pt x="303" y="134"/>
                  </a:cubicBezTo>
                  <a:cubicBezTo>
                    <a:pt x="303" y="134"/>
                    <a:pt x="303" y="134"/>
                    <a:pt x="303" y="134"/>
                  </a:cubicBezTo>
                  <a:cubicBezTo>
                    <a:pt x="303" y="134"/>
                    <a:pt x="302" y="134"/>
                    <a:pt x="302" y="134"/>
                  </a:cubicBezTo>
                  <a:cubicBezTo>
                    <a:pt x="302" y="134"/>
                    <a:pt x="302" y="134"/>
                    <a:pt x="302" y="134"/>
                  </a:cubicBezTo>
                  <a:cubicBezTo>
                    <a:pt x="302" y="135"/>
                    <a:pt x="301" y="136"/>
                    <a:pt x="301" y="135"/>
                  </a:cubicBezTo>
                  <a:cubicBezTo>
                    <a:pt x="301" y="134"/>
                    <a:pt x="300" y="135"/>
                    <a:pt x="300" y="135"/>
                  </a:cubicBezTo>
                  <a:cubicBezTo>
                    <a:pt x="298" y="136"/>
                    <a:pt x="297" y="136"/>
                    <a:pt x="296" y="137"/>
                  </a:cubicBezTo>
                  <a:cubicBezTo>
                    <a:pt x="296" y="137"/>
                    <a:pt x="297" y="136"/>
                    <a:pt x="298" y="137"/>
                  </a:cubicBezTo>
                  <a:cubicBezTo>
                    <a:pt x="297" y="137"/>
                    <a:pt x="296" y="137"/>
                    <a:pt x="296" y="137"/>
                  </a:cubicBezTo>
                  <a:cubicBezTo>
                    <a:pt x="297" y="138"/>
                    <a:pt x="295" y="138"/>
                    <a:pt x="294" y="139"/>
                  </a:cubicBezTo>
                  <a:cubicBezTo>
                    <a:pt x="294" y="139"/>
                    <a:pt x="293" y="139"/>
                    <a:pt x="293" y="139"/>
                  </a:cubicBezTo>
                  <a:cubicBezTo>
                    <a:pt x="293" y="139"/>
                    <a:pt x="293" y="139"/>
                    <a:pt x="292" y="139"/>
                  </a:cubicBezTo>
                  <a:cubicBezTo>
                    <a:pt x="292" y="139"/>
                    <a:pt x="292" y="140"/>
                    <a:pt x="292" y="140"/>
                  </a:cubicBezTo>
                  <a:cubicBezTo>
                    <a:pt x="291" y="140"/>
                    <a:pt x="292" y="139"/>
                    <a:pt x="291" y="139"/>
                  </a:cubicBezTo>
                  <a:cubicBezTo>
                    <a:pt x="291" y="139"/>
                    <a:pt x="289" y="141"/>
                    <a:pt x="289" y="141"/>
                  </a:cubicBezTo>
                  <a:cubicBezTo>
                    <a:pt x="289" y="139"/>
                    <a:pt x="288" y="141"/>
                    <a:pt x="288" y="141"/>
                  </a:cubicBezTo>
                  <a:cubicBezTo>
                    <a:pt x="287" y="141"/>
                    <a:pt x="287" y="141"/>
                    <a:pt x="286" y="141"/>
                  </a:cubicBezTo>
                  <a:cubicBezTo>
                    <a:pt x="286" y="141"/>
                    <a:pt x="286" y="141"/>
                    <a:pt x="286" y="141"/>
                  </a:cubicBezTo>
                  <a:cubicBezTo>
                    <a:pt x="285" y="142"/>
                    <a:pt x="285" y="142"/>
                    <a:pt x="284" y="142"/>
                  </a:cubicBezTo>
                  <a:cubicBezTo>
                    <a:pt x="284" y="142"/>
                    <a:pt x="285" y="141"/>
                    <a:pt x="284" y="141"/>
                  </a:cubicBezTo>
                  <a:cubicBezTo>
                    <a:pt x="283" y="141"/>
                    <a:pt x="283" y="141"/>
                    <a:pt x="283" y="142"/>
                  </a:cubicBezTo>
                  <a:cubicBezTo>
                    <a:pt x="283" y="142"/>
                    <a:pt x="282" y="142"/>
                    <a:pt x="282" y="142"/>
                  </a:cubicBezTo>
                  <a:cubicBezTo>
                    <a:pt x="282" y="142"/>
                    <a:pt x="281" y="142"/>
                    <a:pt x="281" y="143"/>
                  </a:cubicBezTo>
                  <a:cubicBezTo>
                    <a:pt x="280" y="143"/>
                    <a:pt x="281" y="143"/>
                    <a:pt x="281" y="143"/>
                  </a:cubicBezTo>
                  <a:cubicBezTo>
                    <a:pt x="281" y="144"/>
                    <a:pt x="279" y="144"/>
                    <a:pt x="279" y="144"/>
                  </a:cubicBezTo>
                  <a:cubicBezTo>
                    <a:pt x="279" y="144"/>
                    <a:pt x="279" y="143"/>
                    <a:pt x="279" y="143"/>
                  </a:cubicBezTo>
                  <a:cubicBezTo>
                    <a:pt x="279" y="143"/>
                    <a:pt x="278" y="143"/>
                    <a:pt x="278" y="143"/>
                  </a:cubicBezTo>
                  <a:cubicBezTo>
                    <a:pt x="277" y="144"/>
                    <a:pt x="275" y="144"/>
                    <a:pt x="274" y="145"/>
                  </a:cubicBezTo>
                  <a:cubicBezTo>
                    <a:pt x="275" y="145"/>
                    <a:pt x="276" y="144"/>
                    <a:pt x="277" y="144"/>
                  </a:cubicBezTo>
                  <a:cubicBezTo>
                    <a:pt x="277" y="145"/>
                    <a:pt x="276" y="145"/>
                    <a:pt x="275" y="145"/>
                  </a:cubicBezTo>
                  <a:cubicBezTo>
                    <a:pt x="275" y="145"/>
                    <a:pt x="275" y="145"/>
                    <a:pt x="274" y="145"/>
                  </a:cubicBezTo>
                  <a:cubicBezTo>
                    <a:pt x="274" y="145"/>
                    <a:pt x="273" y="145"/>
                    <a:pt x="274" y="145"/>
                  </a:cubicBezTo>
                  <a:cubicBezTo>
                    <a:pt x="273" y="146"/>
                    <a:pt x="272" y="145"/>
                    <a:pt x="271" y="145"/>
                  </a:cubicBezTo>
                  <a:cubicBezTo>
                    <a:pt x="270" y="146"/>
                    <a:pt x="269" y="146"/>
                    <a:pt x="269" y="147"/>
                  </a:cubicBezTo>
                  <a:cubicBezTo>
                    <a:pt x="268" y="147"/>
                    <a:pt x="267" y="147"/>
                    <a:pt x="267" y="147"/>
                  </a:cubicBezTo>
                  <a:cubicBezTo>
                    <a:pt x="267" y="148"/>
                    <a:pt x="269" y="146"/>
                    <a:pt x="269" y="146"/>
                  </a:cubicBezTo>
                  <a:cubicBezTo>
                    <a:pt x="269" y="147"/>
                    <a:pt x="270" y="146"/>
                    <a:pt x="269" y="147"/>
                  </a:cubicBezTo>
                  <a:cubicBezTo>
                    <a:pt x="270" y="147"/>
                    <a:pt x="270" y="147"/>
                    <a:pt x="271" y="147"/>
                  </a:cubicBezTo>
                  <a:cubicBezTo>
                    <a:pt x="270" y="148"/>
                    <a:pt x="269" y="147"/>
                    <a:pt x="268" y="148"/>
                  </a:cubicBezTo>
                  <a:cubicBezTo>
                    <a:pt x="268" y="148"/>
                    <a:pt x="269" y="148"/>
                    <a:pt x="269" y="148"/>
                  </a:cubicBezTo>
                  <a:cubicBezTo>
                    <a:pt x="269" y="148"/>
                    <a:pt x="269" y="148"/>
                    <a:pt x="269" y="148"/>
                  </a:cubicBezTo>
                  <a:cubicBezTo>
                    <a:pt x="269" y="148"/>
                    <a:pt x="270" y="148"/>
                    <a:pt x="271" y="148"/>
                  </a:cubicBezTo>
                  <a:cubicBezTo>
                    <a:pt x="270" y="148"/>
                    <a:pt x="269" y="148"/>
                    <a:pt x="269" y="148"/>
                  </a:cubicBezTo>
                  <a:cubicBezTo>
                    <a:pt x="268" y="148"/>
                    <a:pt x="267" y="149"/>
                    <a:pt x="268" y="148"/>
                  </a:cubicBezTo>
                  <a:cubicBezTo>
                    <a:pt x="267" y="148"/>
                    <a:pt x="267" y="149"/>
                    <a:pt x="267" y="149"/>
                  </a:cubicBezTo>
                  <a:cubicBezTo>
                    <a:pt x="267" y="149"/>
                    <a:pt x="267" y="149"/>
                    <a:pt x="267" y="149"/>
                  </a:cubicBezTo>
                  <a:cubicBezTo>
                    <a:pt x="266" y="149"/>
                    <a:pt x="265" y="150"/>
                    <a:pt x="266" y="150"/>
                  </a:cubicBezTo>
                  <a:cubicBezTo>
                    <a:pt x="266" y="150"/>
                    <a:pt x="266" y="150"/>
                    <a:pt x="266" y="150"/>
                  </a:cubicBezTo>
                  <a:cubicBezTo>
                    <a:pt x="266" y="150"/>
                    <a:pt x="266" y="150"/>
                    <a:pt x="266" y="150"/>
                  </a:cubicBezTo>
                  <a:cubicBezTo>
                    <a:pt x="266" y="150"/>
                    <a:pt x="266" y="150"/>
                    <a:pt x="266" y="150"/>
                  </a:cubicBezTo>
                  <a:cubicBezTo>
                    <a:pt x="265" y="150"/>
                    <a:pt x="265" y="150"/>
                    <a:pt x="265" y="150"/>
                  </a:cubicBezTo>
                  <a:cubicBezTo>
                    <a:pt x="265" y="150"/>
                    <a:pt x="265" y="150"/>
                    <a:pt x="266" y="149"/>
                  </a:cubicBezTo>
                  <a:cubicBezTo>
                    <a:pt x="265" y="150"/>
                    <a:pt x="265" y="150"/>
                    <a:pt x="265" y="150"/>
                  </a:cubicBezTo>
                  <a:cubicBezTo>
                    <a:pt x="265" y="149"/>
                    <a:pt x="267" y="148"/>
                    <a:pt x="267" y="148"/>
                  </a:cubicBezTo>
                  <a:cubicBezTo>
                    <a:pt x="267" y="148"/>
                    <a:pt x="266" y="148"/>
                    <a:pt x="266" y="148"/>
                  </a:cubicBezTo>
                  <a:cubicBezTo>
                    <a:pt x="266" y="148"/>
                    <a:pt x="266" y="149"/>
                    <a:pt x="265" y="149"/>
                  </a:cubicBezTo>
                  <a:cubicBezTo>
                    <a:pt x="265" y="149"/>
                    <a:pt x="265" y="149"/>
                    <a:pt x="265" y="149"/>
                  </a:cubicBezTo>
                  <a:cubicBezTo>
                    <a:pt x="265" y="149"/>
                    <a:pt x="265" y="149"/>
                    <a:pt x="265" y="149"/>
                  </a:cubicBezTo>
                  <a:cubicBezTo>
                    <a:pt x="264" y="149"/>
                    <a:pt x="264" y="149"/>
                    <a:pt x="264" y="150"/>
                  </a:cubicBezTo>
                  <a:cubicBezTo>
                    <a:pt x="265" y="150"/>
                    <a:pt x="263" y="151"/>
                    <a:pt x="263" y="150"/>
                  </a:cubicBezTo>
                  <a:cubicBezTo>
                    <a:pt x="263" y="150"/>
                    <a:pt x="263" y="150"/>
                    <a:pt x="263" y="150"/>
                  </a:cubicBezTo>
                  <a:cubicBezTo>
                    <a:pt x="263" y="149"/>
                    <a:pt x="260" y="151"/>
                    <a:pt x="260" y="151"/>
                  </a:cubicBezTo>
                  <a:cubicBezTo>
                    <a:pt x="260" y="151"/>
                    <a:pt x="260" y="151"/>
                    <a:pt x="260" y="151"/>
                  </a:cubicBezTo>
                  <a:cubicBezTo>
                    <a:pt x="260" y="151"/>
                    <a:pt x="259" y="151"/>
                    <a:pt x="259" y="151"/>
                  </a:cubicBezTo>
                  <a:cubicBezTo>
                    <a:pt x="258" y="151"/>
                    <a:pt x="258" y="151"/>
                    <a:pt x="257" y="151"/>
                  </a:cubicBezTo>
                  <a:cubicBezTo>
                    <a:pt x="257" y="151"/>
                    <a:pt x="255" y="152"/>
                    <a:pt x="255" y="152"/>
                  </a:cubicBezTo>
                  <a:cubicBezTo>
                    <a:pt x="255" y="152"/>
                    <a:pt x="256" y="151"/>
                    <a:pt x="256" y="151"/>
                  </a:cubicBezTo>
                  <a:cubicBezTo>
                    <a:pt x="255" y="151"/>
                    <a:pt x="254" y="152"/>
                    <a:pt x="254" y="153"/>
                  </a:cubicBezTo>
                  <a:cubicBezTo>
                    <a:pt x="253" y="153"/>
                    <a:pt x="252" y="155"/>
                    <a:pt x="250" y="154"/>
                  </a:cubicBezTo>
                  <a:cubicBezTo>
                    <a:pt x="250" y="154"/>
                    <a:pt x="251" y="154"/>
                    <a:pt x="250" y="154"/>
                  </a:cubicBezTo>
                  <a:cubicBezTo>
                    <a:pt x="251" y="154"/>
                    <a:pt x="251" y="154"/>
                    <a:pt x="252" y="154"/>
                  </a:cubicBezTo>
                  <a:cubicBezTo>
                    <a:pt x="252" y="154"/>
                    <a:pt x="252" y="154"/>
                    <a:pt x="252" y="153"/>
                  </a:cubicBezTo>
                  <a:cubicBezTo>
                    <a:pt x="252" y="153"/>
                    <a:pt x="254" y="152"/>
                    <a:pt x="254" y="152"/>
                  </a:cubicBezTo>
                  <a:cubicBezTo>
                    <a:pt x="253" y="151"/>
                    <a:pt x="252" y="152"/>
                    <a:pt x="252" y="152"/>
                  </a:cubicBezTo>
                  <a:cubicBezTo>
                    <a:pt x="252" y="152"/>
                    <a:pt x="251" y="152"/>
                    <a:pt x="251" y="152"/>
                  </a:cubicBezTo>
                  <a:cubicBezTo>
                    <a:pt x="251" y="152"/>
                    <a:pt x="251" y="152"/>
                    <a:pt x="251" y="152"/>
                  </a:cubicBezTo>
                  <a:cubicBezTo>
                    <a:pt x="250" y="152"/>
                    <a:pt x="250" y="152"/>
                    <a:pt x="250" y="153"/>
                  </a:cubicBezTo>
                  <a:cubicBezTo>
                    <a:pt x="250" y="153"/>
                    <a:pt x="249" y="153"/>
                    <a:pt x="249" y="153"/>
                  </a:cubicBezTo>
                  <a:cubicBezTo>
                    <a:pt x="249" y="153"/>
                    <a:pt x="249" y="153"/>
                    <a:pt x="249" y="153"/>
                  </a:cubicBezTo>
                  <a:cubicBezTo>
                    <a:pt x="248" y="153"/>
                    <a:pt x="248" y="153"/>
                    <a:pt x="248" y="154"/>
                  </a:cubicBezTo>
                  <a:cubicBezTo>
                    <a:pt x="247" y="154"/>
                    <a:pt x="247" y="154"/>
                    <a:pt x="246" y="154"/>
                  </a:cubicBezTo>
                  <a:cubicBezTo>
                    <a:pt x="245" y="154"/>
                    <a:pt x="246" y="154"/>
                    <a:pt x="245" y="154"/>
                  </a:cubicBezTo>
                  <a:cubicBezTo>
                    <a:pt x="244" y="154"/>
                    <a:pt x="243" y="156"/>
                    <a:pt x="243" y="155"/>
                  </a:cubicBezTo>
                  <a:cubicBezTo>
                    <a:pt x="242" y="155"/>
                    <a:pt x="244" y="154"/>
                    <a:pt x="244" y="154"/>
                  </a:cubicBezTo>
                  <a:cubicBezTo>
                    <a:pt x="243" y="154"/>
                    <a:pt x="243" y="154"/>
                    <a:pt x="243" y="154"/>
                  </a:cubicBezTo>
                  <a:cubicBezTo>
                    <a:pt x="242" y="155"/>
                    <a:pt x="242" y="155"/>
                    <a:pt x="242" y="155"/>
                  </a:cubicBezTo>
                  <a:cubicBezTo>
                    <a:pt x="241" y="155"/>
                    <a:pt x="242" y="155"/>
                    <a:pt x="242" y="155"/>
                  </a:cubicBezTo>
                  <a:cubicBezTo>
                    <a:pt x="242" y="155"/>
                    <a:pt x="241" y="155"/>
                    <a:pt x="241" y="156"/>
                  </a:cubicBezTo>
                  <a:cubicBezTo>
                    <a:pt x="241" y="156"/>
                    <a:pt x="241" y="156"/>
                    <a:pt x="241" y="156"/>
                  </a:cubicBezTo>
                  <a:cubicBezTo>
                    <a:pt x="239" y="156"/>
                    <a:pt x="241" y="155"/>
                    <a:pt x="241" y="155"/>
                  </a:cubicBezTo>
                  <a:cubicBezTo>
                    <a:pt x="240" y="155"/>
                    <a:pt x="239" y="155"/>
                    <a:pt x="239" y="155"/>
                  </a:cubicBezTo>
                  <a:cubicBezTo>
                    <a:pt x="238" y="156"/>
                    <a:pt x="237" y="156"/>
                    <a:pt x="236" y="156"/>
                  </a:cubicBezTo>
                  <a:cubicBezTo>
                    <a:pt x="236" y="157"/>
                    <a:pt x="235" y="157"/>
                    <a:pt x="235" y="156"/>
                  </a:cubicBezTo>
                  <a:cubicBezTo>
                    <a:pt x="235" y="156"/>
                    <a:pt x="234" y="157"/>
                    <a:pt x="234" y="157"/>
                  </a:cubicBezTo>
                  <a:cubicBezTo>
                    <a:pt x="233" y="156"/>
                    <a:pt x="237" y="154"/>
                    <a:pt x="237" y="154"/>
                  </a:cubicBezTo>
                  <a:cubicBezTo>
                    <a:pt x="237" y="154"/>
                    <a:pt x="237" y="155"/>
                    <a:pt x="237" y="155"/>
                  </a:cubicBezTo>
                  <a:cubicBezTo>
                    <a:pt x="238" y="155"/>
                    <a:pt x="238" y="155"/>
                    <a:pt x="238" y="155"/>
                  </a:cubicBezTo>
                  <a:cubicBezTo>
                    <a:pt x="238" y="155"/>
                    <a:pt x="237" y="154"/>
                    <a:pt x="237" y="154"/>
                  </a:cubicBezTo>
                  <a:cubicBezTo>
                    <a:pt x="236" y="154"/>
                    <a:pt x="235" y="154"/>
                    <a:pt x="234" y="155"/>
                  </a:cubicBezTo>
                  <a:cubicBezTo>
                    <a:pt x="233" y="155"/>
                    <a:pt x="232" y="156"/>
                    <a:pt x="231" y="157"/>
                  </a:cubicBezTo>
                  <a:cubicBezTo>
                    <a:pt x="231" y="157"/>
                    <a:pt x="229" y="158"/>
                    <a:pt x="228" y="158"/>
                  </a:cubicBezTo>
                  <a:cubicBezTo>
                    <a:pt x="229" y="158"/>
                    <a:pt x="228" y="158"/>
                    <a:pt x="228" y="158"/>
                  </a:cubicBezTo>
                  <a:cubicBezTo>
                    <a:pt x="227" y="158"/>
                    <a:pt x="227" y="158"/>
                    <a:pt x="227" y="159"/>
                  </a:cubicBezTo>
                  <a:cubicBezTo>
                    <a:pt x="228" y="159"/>
                    <a:pt x="224" y="160"/>
                    <a:pt x="226" y="159"/>
                  </a:cubicBezTo>
                  <a:cubicBezTo>
                    <a:pt x="226" y="159"/>
                    <a:pt x="225" y="159"/>
                    <a:pt x="224" y="160"/>
                  </a:cubicBezTo>
                  <a:cubicBezTo>
                    <a:pt x="224" y="160"/>
                    <a:pt x="223" y="160"/>
                    <a:pt x="223" y="160"/>
                  </a:cubicBezTo>
                  <a:cubicBezTo>
                    <a:pt x="223" y="160"/>
                    <a:pt x="222" y="160"/>
                    <a:pt x="222" y="160"/>
                  </a:cubicBezTo>
                  <a:cubicBezTo>
                    <a:pt x="222" y="159"/>
                    <a:pt x="223" y="160"/>
                    <a:pt x="223" y="159"/>
                  </a:cubicBezTo>
                  <a:cubicBezTo>
                    <a:pt x="223" y="159"/>
                    <a:pt x="224" y="158"/>
                    <a:pt x="224" y="158"/>
                  </a:cubicBezTo>
                  <a:cubicBezTo>
                    <a:pt x="224" y="158"/>
                    <a:pt x="224" y="157"/>
                    <a:pt x="224" y="157"/>
                  </a:cubicBezTo>
                  <a:cubicBezTo>
                    <a:pt x="224" y="157"/>
                    <a:pt x="222" y="158"/>
                    <a:pt x="222" y="158"/>
                  </a:cubicBezTo>
                  <a:cubicBezTo>
                    <a:pt x="222" y="158"/>
                    <a:pt x="222" y="159"/>
                    <a:pt x="222" y="159"/>
                  </a:cubicBezTo>
                  <a:cubicBezTo>
                    <a:pt x="222" y="159"/>
                    <a:pt x="221" y="159"/>
                    <a:pt x="221" y="160"/>
                  </a:cubicBezTo>
                  <a:cubicBezTo>
                    <a:pt x="221" y="160"/>
                    <a:pt x="221" y="160"/>
                    <a:pt x="221" y="160"/>
                  </a:cubicBezTo>
                  <a:cubicBezTo>
                    <a:pt x="221" y="160"/>
                    <a:pt x="220" y="161"/>
                    <a:pt x="220" y="161"/>
                  </a:cubicBezTo>
                  <a:cubicBezTo>
                    <a:pt x="220" y="160"/>
                    <a:pt x="221" y="160"/>
                    <a:pt x="221" y="160"/>
                  </a:cubicBezTo>
                  <a:cubicBezTo>
                    <a:pt x="221" y="160"/>
                    <a:pt x="220" y="160"/>
                    <a:pt x="220" y="160"/>
                  </a:cubicBezTo>
                  <a:cubicBezTo>
                    <a:pt x="219" y="161"/>
                    <a:pt x="218" y="161"/>
                    <a:pt x="218" y="161"/>
                  </a:cubicBezTo>
                  <a:cubicBezTo>
                    <a:pt x="217" y="161"/>
                    <a:pt x="218" y="160"/>
                    <a:pt x="218" y="160"/>
                  </a:cubicBezTo>
                  <a:cubicBezTo>
                    <a:pt x="218" y="160"/>
                    <a:pt x="218" y="160"/>
                    <a:pt x="218" y="160"/>
                  </a:cubicBezTo>
                  <a:cubicBezTo>
                    <a:pt x="218" y="159"/>
                    <a:pt x="217" y="159"/>
                    <a:pt x="217" y="159"/>
                  </a:cubicBezTo>
                  <a:cubicBezTo>
                    <a:pt x="217" y="159"/>
                    <a:pt x="217" y="159"/>
                    <a:pt x="218" y="159"/>
                  </a:cubicBezTo>
                  <a:cubicBezTo>
                    <a:pt x="217" y="159"/>
                    <a:pt x="216" y="159"/>
                    <a:pt x="216" y="160"/>
                  </a:cubicBezTo>
                  <a:cubicBezTo>
                    <a:pt x="216" y="160"/>
                    <a:pt x="216" y="160"/>
                    <a:pt x="216" y="160"/>
                  </a:cubicBezTo>
                  <a:cubicBezTo>
                    <a:pt x="216" y="161"/>
                    <a:pt x="216" y="161"/>
                    <a:pt x="216" y="161"/>
                  </a:cubicBezTo>
                  <a:cubicBezTo>
                    <a:pt x="215" y="161"/>
                    <a:pt x="213" y="163"/>
                    <a:pt x="212" y="162"/>
                  </a:cubicBezTo>
                  <a:cubicBezTo>
                    <a:pt x="213" y="162"/>
                    <a:pt x="213" y="161"/>
                    <a:pt x="214" y="161"/>
                  </a:cubicBezTo>
                  <a:cubicBezTo>
                    <a:pt x="214" y="161"/>
                    <a:pt x="214" y="161"/>
                    <a:pt x="213" y="161"/>
                  </a:cubicBezTo>
                  <a:cubicBezTo>
                    <a:pt x="214" y="160"/>
                    <a:pt x="214" y="161"/>
                    <a:pt x="215" y="161"/>
                  </a:cubicBezTo>
                  <a:cubicBezTo>
                    <a:pt x="215" y="161"/>
                    <a:pt x="215" y="160"/>
                    <a:pt x="216" y="159"/>
                  </a:cubicBezTo>
                  <a:cubicBezTo>
                    <a:pt x="216" y="159"/>
                    <a:pt x="217" y="159"/>
                    <a:pt x="218" y="159"/>
                  </a:cubicBezTo>
                  <a:cubicBezTo>
                    <a:pt x="218" y="158"/>
                    <a:pt x="219" y="158"/>
                    <a:pt x="220" y="158"/>
                  </a:cubicBezTo>
                  <a:cubicBezTo>
                    <a:pt x="220" y="158"/>
                    <a:pt x="219" y="158"/>
                    <a:pt x="219" y="159"/>
                  </a:cubicBezTo>
                  <a:cubicBezTo>
                    <a:pt x="219" y="159"/>
                    <a:pt x="220" y="159"/>
                    <a:pt x="220" y="158"/>
                  </a:cubicBezTo>
                  <a:cubicBezTo>
                    <a:pt x="220" y="158"/>
                    <a:pt x="222" y="158"/>
                    <a:pt x="221" y="158"/>
                  </a:cubicBezTo>
                  <a:cubicBezTo>
                    <a:pt x="221" y="157"/>
                    <a:pt x="222" y="157"/>
                    <a:pt x="222" y="157"/>
                  </a:cubicBezTo>
                  <a:cubicBezTo>
                    <a:pt x="223" y="157"/>
                    <a:pt x="224" y="157"/>
                    <a:pt x="224" y="157"/>
                  </a:cubicBezTo>
                  <a:cubicBezTo>
                    <a:pt x="224" y="157"/>
                    <a:pt x="226" y="156"/>
                    <a:pt x="226" y="156"/>
                  </a:cubicBezTo>
                  <a:cubicBezTo>
                    <a:pt x="226" y="156"/>
                    <a:pt x="226" y="156"/>
                    <a:pt x="225" y="156"/>
                  </a:cubicBezTo>
                  <a:cubicBezTo>
                    <a:pt x="228" y="154"/>
                    <a:pt x="231" y="153"/>
                    <a:pt x="234" y="152"/>
                  </a:cubicBezTo>
                  <a:cubicBezTo>
                    <a:pt x="237" y="151"/>
                    <a:pt x="241" y="150"/>
                    <a:pt x="244" y="150"/>
                  </a:cubicBezTo>
                  <a:cubicBezTo>
                    <a:pt x="243" y="150"/>
                    <a:pt x="242" y="150"/>
                    <a:pt x="242" y="150"/>
                  </a:cubicBezTo>
                  <a:cubicBezTo>
                    <a:pt x="242" y="151"/>
                    <a:pt x="243" y="151"/>
                    <a:pt x="244" y="150"/>
                  </a:cubicBezTo>
                  <a:cubicBezTo>
                    <a:pt x="245" y="150"/>
                    <a:pt x="245" y="150"/>
                    <a:pt x="246" y="150"/>
                  </a:cubicBezTo>
                  <a:cubicBezTo>
                    <a:pt x="246" y="150"/>
                    <a:pt x="246" y="150"/>
                    <a:pt x="246" y="150"/>
                  </a:cubicBezTo>
                  <a:cubicBezTo>
                    <a:pt x="245" y="151"/>
                    <a:pt x="245" y="151"/>
                    <a:pt x="245" y="151"/>
                  </a:cubicBezTo>
                  <a:cubicBezTo>
                    <a:pt x="244" y="151"/>
                    <a:pt x="243" y="152"/>
                    <a:pt x="244" y="151"/>
                  </a:cubicBezTo>
                  <a:cubicBezTo>
                    <a:pt x="243" y="152"/>
                    <a:pt x="244" y="152"/>
                    <a:pt x="243" y="153"/>
                  </a:cubicBezTo>
                  <a:cubicBezTo>
                    <a:pt x="243" y="153"/>
                    <a:pt x="244" y="152"/>
                    <a:pt x="244" y="153"/>
                  </a:cubicBezTo>
                  <a:cubicBezTo>
                    <a:pt x="244" y="153"/>
                    <a:pt x="244" y="153"/>
                    <a:pt x="244" y="153"/>
                  </a:cubicBezTo>
                  <a:cubicBezTo>
                    <a:pt x="245" y="153"/>
                    <a:pt x="244" y="152"/>
                    <a:pt x="244" y="152"/>
                  </a:cubicBezTo>
                  <a:cubicBezTo>
                    <a:pt x="245" y="151"/>
                    <a:pt x="247" y="151"/>
                    <a:pt x="247" y="151"/>
                  </a:cubicBezTo>
                  <a:cubicBezTo>
                    <a:pt x="247" y="151"/>
                    <a:pt x="247" y="152"/>
                    <a:pt x="247" y="152"/>
                  </a:cubicBezTo>
                  <a:cubicBezTo>
                    <a:pt x="247" y="152"/>
                    <a:pt x="247" y="152"/>
                    <a:pt x="248" y="152"/>
                  </a:cubicBezTo>
                  <a:cubicBezTo>
                    <a:pt x="247" y="152"/>
                    <a:pt x="248" y="152"/>
                    <a:pt x="248" y="152"/>
                  </a:cubicBezTo>
                  <a:cubicBezTo>
                    <a:pt x="248" y="152"/>
                    <a:pt x="249" y="152"/>
                    <a:pt x="249" y="152"/>
                  </a:cubicBezTo>
                  <a:cubicBezTo>
                    <a:pt x="249" y="151"/>
                    <a:pt x="248" y="150"/>
                    <a:pt x="248" y="151"/>
                  </a:cubicBezTo>
                  <a:cubicBezTo>
                    <a:pt x="248" y="151"/>
                    <a:pt x="249" y="150"/>
                    <a:pt x="248" y="150"/>
                  </a:cubicBezTo>
                  <a:cubicBezTo>
                    <a:pt x="249" y="149"/>
                    <a:pt x="251" y="149"/>
                    <a:pt x="252" y="148"/>
                  </a:cubicBezTo>
                  <a:cubicBezTo>
                    <a:pt x="253" y="147"/>
                    <a:pt x="254" y="147"/>
                    <a:pt x="256" y="146"/>
                  </a:cubicBezTo>
                  <a:cubicBezTo>
                    <a:pt x="259" y="145"/>
                    <a:pt x="261" y="144"/>
                    <a:pt x="264" y="143"/>
                  </a:cubicBezTo>
                  <a:cubicBezTo>
                    <a:pt x="264" y="143"/>
                    <a:pt x="264" y="144"/>
                    <a:pt x="264" y="144"/>
                  </a:cubicBezTo>
                  <a:cubicBezTo>
                    <a:pt x="265" y="143"/>
                    <a:pt x="267" y="143"/>
                    <a:pt x="268" y="143"/>
                  </a:cubicBezTo>
                  <a:cubicBezTo>
                    <a:pt x="267" y="143"/>
                    <a:pt x="268" y="142"/>
                    <a:pt x="268" y="142"/>
                  </a:cubicBezTo>
                  <a:cubicBezTo>
                    <a:pt x="268" y="142"/>
                    <a:pt x="269" y="142"/>
                    <a:pt x="270" y="142"/>
                  </a:cubicBezTo>
                  <a:cubicBezTo>
                    <a:pt x="270" y="142"/>
                    <a:pt x="270" y="142"/>
                    <a:pt x="271" y="142"/>
                  </a:cubicBezTo>
                  <a:cubicBezTo>
                    <a:pt x="271" y="142"/>
                    <a:pt x="270" y="142"/>
                    <a:pt x="270" y="142"/>
                  </a:cubicBezTo>
                  <a:cubicBezTo>
                    <a:pt x="270" y="142"/>
                    <a:pt x="271" y="141"/>
                    <a:pt x="271" y="141"/>
                  </a:cubicBezTo>
                  <a:cubicBezTo>
                    <a:pt x="271" y="141"/>
                    <a:pt x="272" y="142"/>
                    <a:pt x="272" y="142"/>
                  </a:cubicBezTo>
                  <a:cubicBezTo>
                    <a:pt x="273" y="142"/>
                    <a:pt x="273" y="142"/>
                    <a:pt x="273" y="142"/>
                  </a:cubicBezTo>
                  <a:cubicBezTo>
                    <a:pt x="274" y="141"/>
                    <a:pt x="274" y="141"/>
                    <a:pt x="274" y="141"/>
                  </a:cubicBezTo>
                  <a:cubicBezTo>
                    <a:pt x="274" y="141"/>
                    <a:pt x="275" y="140"/>
                    <a:pt x="275" y="140"/>
                  </a:cubicBezTo>
                  <a:cubicBezTo>
                    <a:pt x="276" y="139"/>
                    <a:pt x="278" y="138"/>
                    <a:pt x="280" y="138"/>
                  </a:cubicBezTo>
                  <a:cubicBezTo>
                    <a:pt x="280" y="137"/>
                    <a:pt x="281" y="137"/>
                    <a:pt x="282" y="136"/>
                  </a:cubicBezTo>
                  <a:cubicBezTo>
                    <a:pt x="283" y="136"/>
                    <a:pt x="284" y="136"/>
                    <a:pt x="285" y="136"/>
                  </a:cubicBezTo>
                  <a:cubicBezTo>
                    <a:pt x="284" y="136"/>
                    <a:pt x="285" y="136"/>
                    <a:pt x="285" y="135"/>
                  </a:cubicBezTo>
                  <a:cubicBezTo>
                    <a:pt x="286" y="135"/>
                    <a:pt x="286" y="135"/>
                    <a:pt x="287" y="135"/>
                  </a:cubicBezTo>
                  <a:cubicBezTo>
                    <a:pt x="288" y="134"/>
                    <a:pt x="289" y="134"/>
                    <a:pt x="290" y="134"/>
                  </a:cubicBezTo>
                  <a:cubicBezTo>
                    <a:pt x="290" y="134"/>
                    <a:pt x="290" y="135"/>
                    <a:pt x="289" y="135"/>
                  </a:cubicBezTo>
                  <a:cubicBezTo>
                    <a:pt x="290" y="135"/>
                    <a:pt x="290" y="135"/>
                    <a:pt x="291" y="135"/>
                  </a:cubicBezTo>
                  <a:cubicBezTo>
                    <a:pt x="291" y="135"/>
                    <a:pt x="291" y="135"/>
                    <a:pt x="291" y="135"/>
                  </a:cubicBezTo>
                  <a:cubicBezTo>
                    <a:pt x="291" y="135"/>
                    <a:pt x="290" y="135"/>
                    <a:pt x="290" y="135"/>
                  </a:cubicBezTo>
                  <a:cubicBezTo>
                    <a:pt x="290" y="135"/>
                    <a:pt x="291" y="133"/>
                    <a:pt x="291" y="133"/>
                  </a:cubicBezTo>
                  <a:cubicBezTo>
                    <a:pt x="291" y="133"/>
                    <a:pt x="291" y="133"/>
                    <a:pt x="291" y="133"/>
                  </a:cubicBezTo>
                  <a:cubicBezTo>
                    <a:pt x="290" y="133"/>
                    <a:pt x="291" y="133"/>
                    <a:pt x="291" y="133"/>
                  </a:cubicBezTo>
                  <a:cubicBezTo>
                    <a:pt x="293" y="132"/>
                    <a:pt x="294" y="131"/>
                    <a:pt x="295" y="130"/>
                  </a:cubicBezTo>
                  <a:cubicBezTo>
                    <a:pt x="296" y="129"/>
                    <a:pt x="297" y="128"/>
                    <a:pt x="299" y="128"/>
                  </a:cubicBezTo>
                  <a:cubicBezTo>
                    <a:pt x="299" y="128"/>
                    <a:pt x="300" y="127"/>
                    <a:pt x="301" y="127"/>
                  </a:cubicBezTo>
                  <a:cubicBezTo>
                    <a:pt x="301" y="127"/>
                    <a:pt x="302" y="128"/>
                    <a:pt x="301" y="128"/>
                  </a:cubicBezTo>
                  <a:cubicBezTo>
                    <a:pt x="302" y="128"/>
                    <a:pt x="301" y="127"/>
                    <a:pt x="300" y="127"/>
                  </a:cubicBezTo>
                  <a:cubicBezTo>
                    <a:pt x="299" y="128"/>
                    <a:pt x="300" y="126"/>
                    <a:pt x="301" y="126"/>
                  </a:cubicBezTo>
                  <a:cubicBezTo>
                    <a:pt x="302" y="125"/>
                    <a:pt x="304" y="124"/>
                    <a:pt x="305" y="124"/>
                  </a:cubicBezTo>
                  <a:cubicBezTo>
                    <a:pt x="306" y="123"/>
                    <a:pt x="307" y="123"/>
                    <a:pt x="308" y="123"/>
                  </a:cubicBezTo>
                  <a:cubicBezTo>
                    <a:pt x="308" y="122"/>
                    <a:pt x="309" y="122"/>
                    <a:pt x="310" y="122"/>
                  </a:cubicBezTo>
                  <a:cubicBezTo>
                    <a:pt x="310" y="122"/>
                    <a:pt x="309" y="122"/>
                    <a:pt x="309" y="122"/>
                  </a:cubicBezTo>
                  <a:cubicBezTo>
                    <a:pt x="309" y="122"/>
                    <a:pt x="312" y="120"/>
                    <a:pt x="312" y="120"/>
                  </a:cubicBezTo>
                  <a:cubicBezTo>
                    <a:pt x="313" y="119"/>
                    <a:pt x="315" y="119"/>
                    <a:pt x="316" y="118"/>
                  </a:cubicBezTo>
                  <a:cubicBezTo>
                    <a:pt x="315" y="118"/>
                    <a:pt x="314" y="119"/>
                    <a:pt x="313" y="119"/>
                  </a:cubicBezTo>
                  <a:cubicBezTo>
                    <a:pt x="312" y="120"/>
                    <a:pt x="311" y="120"/>
                    <a:pt x="310" y="121"/>
                  </a:cubicBezTo>
                  <a:cubicBezTo>
                    <a:pt x="307" y="121"/>
                    <a:pt x="304" y="122"/>
                    <a:pt x="302" y="123"/>
                  </a:cubicBezTo>
                  <a:cubicBezTo>
                    <a:pt x="301" y="123"/>
                    <a:pt x="299" y="123"/>
                    <a:pt x="298" y="123"/>
                  </a:cubicBezTo>
                  <a:cubicBezTo>
                    <a:pt x="297" y="123"/>
                    <a:pt x="299" y="122"/>
                    <a:pt x="299" y="122"/>
                  </a:cubicBezTo>
                  <a:cubicBezTo>
                    <a:pt x="299" y="122"/>
                    <a:pt x="298" y="122"/>
                    <a:pt x="298" y="122"/>
                  </a:cubicBezTo>
                  <a:cubicBezTo>
                    <a:pt x="298" y="121"/>
                    <a:pt x="298" y="121"/>
                    <a:pt x="299" y="121"/>
                  </a:cubicBezTo>
                  <a:cubicBezTo>
                    <a:pt x="299" y="121"/>
                    <a:pt x="300" y="120"/>
                    <a:pt x="300" y="120"/>
                  </a:cubicBezTo>
                  <a:cubicBezTo>
                    <a:pt x="300" y="120"/>
                    <a:pt x="301" y="120"/>
                    <a:pt x="301" y="119"/>
                  </a:cubicBezTo>
                  <a:cubicBezTo>
                    <a:pt x="301" y="119"/>
                    <a:pt x="301" y="119"/>
                    <a:pt x="301" y="119"/>
                  </a:cubicBezTo>
                  <a:cubicBezTo>
                    <a:pt x="301" y="119"/>
                    <a:pt x="303" y="119"/>
                    <a:pt x="303" y="119"/>
                  </a:cubicBezTo>
                  <a:cubicBezTo>
                    <a:pt x="304" y="119"/>
                    <a:pt x="303" y="120"/>
                    <a:pt x="303" y="121"/>
                  </a:cubicBezTo>
                  <a:cubicBezTo>
                    <a:pt x="303" y="120"/>
                    <a:pt x="303" y="120"/>
                    <a:pt x="304" y="120"/>
                  </a:cubicBezTo>
                  <a:cubicBezTo>
                    <a:pt x="303" y="120"/>
                    <a:pt x="304" y="120"/>
                    <a:pt x="304" y="120"/>
                  </a:cubicBezTo>
                  <a:cubicBezTo>
                    <a:pt x="304" y="119"/>
                    <a:pt x="304" y="119"/>
                    <a:pt x="304" y="119"/>
                  </a:cubicBezTo>
                  <a:cubicBezTo>
                    <a:pt x="303" y="119"/>
                    <a:pt x="302" y="118"/>
                    <a:pt x="303" y="118"/>
                  </a:cubicBezTo>
                  <a:cubicBezTo>
                    <a:pt x="302" y="118"/>
                    <a:pt x="302" y="118"/>
                    <a:pt x="302" y="118"/>
                  </a:cubicBezTo>
                  <a:cubicBezTo>
                    <a:pt x="302" y="119"/>
                    <a:pt x="301" y="119"/>
                    <a:pt x="301" y="119"/>
                  </a:cubicBezTo>
                  <a:cubicBezTo>
                    <a:pt x="300" y="120"/>
                    <a:pt x="299" y="120"/>
                    <a:pt x="297" y="121"/>
                  </a:cubicBezTo>
                  <a:cubicBezTo>
                    <a:pt x="298" y="120"/>
                    <a:pt x="298" y="120"/>
                    <a:pt x="299" y="119"/>
                  </a:cubicBezTo>
                  <a:cubicBezTo>
                    <a:pt x="298" y="120"/>
                    <a:pt x="297" y="120"/>
                    <a:pt x="297" y="121"/>
                  </a:cubicBezTo>
                  <a:cubicBezTo>
                    <a:pt x="297" y="121"/>
                    <a:pt x="295" y="122"/>
                    <a:pt x="295" y="122"/>
                  </a:cubicBezTo>
                  <a:cubicBezTo>
                    <a:pt x="295" y="122"/>
                    <a:pt x="296" y="121"/>
                    <a:pt x="296" y="121"/>
                  </a:cubicBezTo>
                  <a:cubicBezTo>
                    <a:pt x="295" y="121"/>
                    <a:pt x="294" y="122"/>
                    <a:pt x="294" y="122"/>
                  </a:cubicBezTo>
                  <a:cubicBezTo>
                    <a:pt x="294" y="123"/>
                    <a:pt x="294" y="123"/>
                    <a:pt x="293" y="124"/>
                  </a:cubicBezTo>
                  <a:cubicBezTo>
                    <a:pt x="293" y="124"/>
                    <a:pt x="293" y="124"/>
                    <a:pt x="293" y="124"/>
                  </a:cubicBezTo>
                  <a:cubicBezTo>
                    <a:pt x="293" y="125"/>
                    <a:pt x="292" y="125"/>
                    <a:pt x="291" y="125"/>
                  </a:cubicBezTo>
                  <a:cubicBezTo>
                    <a:pt x="291" y="126"/>
                    <a:pt x="289" y="125"/>
                    <a:pt x="290" y="125"/>
                  </a:cubicBezTo>
                  <a:cubicBezTo>
                    <a:pt x="290" y="125"/>
                    <a:pt x="290" y="125"/>
                    <a:pt x="290" y="125"/>
                  </a:cubicBezTo>
                  <a:cubicBezTo>
                    <a:pt x="290" y="125"/>
                    <a:pt x="291" y="123"/>
                    <a:pt x="291" y="123"/>
                  </a:cubicBezTo>
                  <a:cubicBezTo>
                    <a:pt x="291" y="122"/>
                    <a:pt x="291" y="122"/>
                    <a:pt x="291" y="121"/>
                  </a:cubicBezTo>
                  <a:cubicBezTo>
                    <a:pt x="291" y="121"/>
                    <a:pt x="290" y="121"/>
                    <a:pt x="290" y="121"/>
                  </a:cubicBezTo>
                  <a:cubicBezTo>
                    <a:pt x="290" y="120"/>
                    <a:pt x="291" y="120"/>
                    <a:pt x="291" y="120"/>
                  </a:cubicBezTo>
                  <a:cubicBezTo>
                    <a:pt x="291" y="120"/>
                    <a:pt x="290" y="120"/>
                    <a:pt x="289" y="121"/>
                  </a:cubicBezTo>
                  <a:cubicBezTo>
                    <a:pt x="289" y="121"/>
                    <a:pt x="289" y="121"/>
                    <a:pt x="288" y="121"/>
                  </a:cubicBezTo>
                  <a:cubicBezTo>
                    <a:pt x="288" y="121"/>
                    <a:pt x="287" y="122"/>
                    <a:pt x="287" y="122"/>
                  </a:cubicBezTo>
                  <a:cubicBezTo>
                    <a:pt x="287" y="121"/>
                    <a:pt x="288" y="121"/>
                    <a:pt x="287" y="120"/>
                  </a:cubicBezTo>
                  <a:cubicBezTo>
                    <a:pt x="287" y="120"/>
                    <a:pt x="286" y="121"/>
                    <a:pt x="287" y="120"/>
                  </a:cubicBezTo>
                  <a:cubicBezTo>
                    <a:pt x="287" y="120"/>
                    <a:pt x="286" y="120"/>
                    <a:pt x="286" y="120"/>
                  </a:cubicBezTo>
                  <a:cubicBezTo>
                    <a:pt x="286" y="120"/>
                    <a:pt x="286" y="120"/>
                    <a:pt x="286" y="120"/>
                  </a:cubicBezTo>
                  <a:cubicBezTo>
                    <a:pt x="286" y="120"/>
                    <a:pt x="286" y="120"/>
                    <a:pt x="286" y="120"/>
                  </a:cubicBezTo>
                  <a:cubicBezTo>
                    <a:pt x="286" y="120"/>
                    <a:pt x="287" y="120"/>
                    <a:pt x="287" y="120"/>
                  </a:cubicBezTo>
                  <a:cubicBezTo>
                    <a:pt x="287" y="119"/>
                    <a:pt x="287" y="119"/>
                    <a:pt x="287" y="119"/>
                  </a:cubicBezTo>
                  <a:cubicBezTo>
                    <a:pt x="286" y="118"/>
                    <a:pt x="285" y="119"/>
                    <a:pt x="284" y="119"/>
                  </a:cubicBezTo>
                  <a:cubicBezTo>
                    <a:pt x="283" y="120"/>
                    <a:pt x="282" y="120"/>
                    <a:pt x="281" y="121"/>
                  </a:cubicBezTo>
                  <a:cubicBezTo>
                    <a:pt x="281" y="120"/>
                    <a:pt x="280" y="121"/>
                    <a:pt x="279" y="121"/>
                  </a:cubicBezTo>
                  <a:cubicBezTo>
                    <a:pt x="279" y="121"/>
                    <a:pt x="279" y="121"/>
                    <a:pt x="278" y="121"/>
                  </a:cubicBezTo>
                  <a:cubicBezTo>
                    <a:pt x="278" y="121"/>
                    <a:pt x="276" y="122"/>
                    <a:pt x="277" y="121"/>
                  </a:cubicBezTo>
                  <a:cubicBezTo>
                    <a:pt x="276" y="121"/>
                    <a:pt x="276" y="122"/>
                    <a:pt x="277" y="122"/>
                  </a:cubicBezTo>
                  <a:cubicBezTo>
                    <a:pt x="276" y="122"/>
                    <a:pt x="275" y="122"/>
                    <a:pt x="274" y="123"/>
                  </a:cubicBezTo>
                  <a:cubicBezTo>
                    <a:pt x="274" y="123"/>
                    <a:pt x="275" y="123"/>
                    <a:pt x="275" y="123"/>
                  </a:cubicBezTo>
                  <a:cubicBezTo>
                    <a:pt x="274" y="123"/>
                    <a:pt x="273" y="123"/>
                    <a:pt x="272" y="123"/>
                  </a:cubicBezTo>
                  <a:cubicBezTo>
                    <a:pt x="271" y="124"/>
                    <a:pt x="271" y="124"/>
                    <a:pt x="270" y="124"/>
                  </a:cubicBezTo>
                  <a:cubicBezTo>
                    <a:pt x="270" y="124"/>
                    <a:pt x="271" y="123"/>
                    <a:pt x="271" y="123"/>
                  </a:cubicBezTo>
                  <a:cubicBezTo>
                    <a:pt x="271" y="123"/>
                    <a:pt x="271" y="123"/>
                    <a:pt x="270" y="123"/>
                  </a:cubicBezTo>
                  <a:cubicBezTo>
                    <a:pt x="271" y="123"/>
                    <a:pt x="268" y="123"/>
                    <a:pt x="268" y="123"/>
                  </a:cubicBezTo>
                  <a:cubicBezTo>
                    <a:pt x="268" y="123"/>
                    <a:pt x="270" y="122"/>
                    <a:pt x="270" y="123"/>
                  </a:cubicBezTo>
                  <a:cubicBezTo>
                    <a:pt x="271" y="123"/>
                    <a:pt x="272" y="122"/>
                    <a:pt x="273" y="122"/>
                  </a:cubicBezTo>
                  <a:cubicBezTo>
                    <a:pt x="273" y="122"/>
                    <a:pt x="274" y="121"/>
                    <a:pt x="274" y="121"/>
                  </a:cubicBezTo>
                  <a:cubicBezTo>
                    <a:pt x="273" y="121"/>
                    <a:pt x="273" y="121"/>
                    <a:pt x="273" y="121"/>
                  </a:cubicBezTo>
                  <a:cubicBezTo>
                    <a:pt x="273" y="121"/>
                    <a:pt x="274" y="120"/>
                    <a:pt x="274" y="120"/>
                  </a:cubicBezTo>
                  <a:cubicBezTo>
                    <a:pt x="275" y="120"/>
                    <a:pt x="275" y="119"/>
                    <a:pt x="275" y="119"/>
                  </a:cubicBezTo>
                  <a:cubicBezTo>
                    <a:pt x="275" y="119"/>
                    <a:pt x="276" y="119"/>
                    <a:pt x="277" y="119"/>
                  </a:cubicBezTo>
                  <a:cubicBezTo>
                    <a:pt x="277" y="119"/>
                    <a:pt x="278" y="118"/>
                    <a:pt x="278" y="118"/>
                  </a:cubicBezTo>
                  <a:cubicBezTo>
                    <a:pt x="278" y="118"/>
                    <a:pt x="278" y="118"/>
                    <a:pt x="278" y="118"/>
                  </a:cubicBezTo>
                  <a:cubicBezTo>
                    <a:pt x="278" y="118"/>
                    <a:pt x="278" y="118"/>
                    <a:pt x="278" y="118"/>
                  </a:cubicBezTo>
                  <a:cubicBezTo>
                    <a:pt x="278" y="118"/>
                    <a:pt x="276" y="118"/>
                    <a:pt x="275" y="119"/>
                  </a:cubicBezTo>
                  <a:cubicBezTo>
                    <a:pt x="275" y="119"/>
                    <a:pt x="275" y="118"/>
                    <a:pt x="275" y="118"/>
                  </a:cubicBezTo>
                  <a:cubicBezTo>
                    <a:pt x="275" y="118"/>
                    <a:pt x="276" y="117"/>
                    <a:pt x="276" y="117"/>
                  </a:cubicBezTo>
                  <a:cubicBezTo>
                    <a:pt x="276" y="117"/>
                    <a:pt x="278" y="116"/>
                    <a:pt x="278" y="116"/>
                  </a:cubicBezTo>
                  <a:cubicBezTo>
                    <a:pt x="279" y="116"/>
                    <a:pt x="279" y="115"/>
                    <a:pt x="280" y="115"/>
                  </a:cubicBezTo>
                  <a:cubicBezTo>
                    <a:pt x="281" y="115"/>
                    <a:pt x="281" y="115"/>
                    <a:pt x="281" y="114"/>
                  </a:cubicBezTo>
                  <a:cubicBezTo>
                    <a:pt x="282" y="114"/>
                    <a:pt x="282" y="114"/>
                    <a:pt x="282" y="113"/>
                  </a:cubicBezTo>
                  <a:cubicBezTo>
                    <a:pt x="283" y="113"/>
                    <a:pt x="283" y="112"/>
                    <a:pt x="283" y="112"/>
                  </a:cubicBezTo>
                  <a:cubicBezTo>
                    <a:pt x="284" y="111"/>
                    <a:pt x="284" y="111"/>
                    <a:pt x="284" y="110"/>
                  </a:cubicBezTo>
                  <a:cubicBezTo>
                    <a:pt x="284" y="110"/>
                    <a:pt x="284" y="110"/>
                    <a:pt x="285" y="110"/>
                  </a:cubicBezTo>
                  <a:cubicBezTo>
                    <a:pt x="285" y="109"/>
                    <a:pt x="285" y="109"/>
                    <a:pt x="285" y="109"/>
                  </a:cubicBezTo>
                  <a:cubicBezTo>
                    <a:pt x="286" y="108"/>
                    <a:pt x="287" y="107"/>
                    <a:pt x="288" y="107"/>
                  </a:cubicBezTo>
                  <a:cubicBezTo>
                    <a:pt x="287" y="107"/>
                    <a:pt x="287" y="107"/>
                    <a:pt x="287" y="107"/>
                  </a:cubicBezTo>
                  <a:cubicBezTo>
                    <a:pt x="287" y="107"/>
                    <a:pt x="287" y="107"/>
                    <a:pt x="287" y="107"/>
                  </a:cubicBezTo>
                  <a:cubicBezTo>
                    <a:pt x="287" y="107"/>
                    <a:pt x="285" y="108"/>
                    <a:pt x="285" y="108"/>
                  </a:cubicBezTo>
                  <a:cubicBezTo>
                    <a:pt x="285" y="108"/>
                    <a:pt x="285" y="107"/>
                    <a:pt x="286" y="107"/>
                  </a:cubicBezTo>
                  <a:cubicBezTo>
                    <a:pt x="286" y="107"/>
                    <a:pt x="286" y="107"/>
                    <a:pt x="286" y="107"/>
                  </a:cubicBezTo>
                  <a:cubicBezTo>
                    <a:pt x="286" y="106"/>
                    <a:pt x="288" y="105"/>
                    <a:pt x="289" y="105"/>
                  </a:cubicBezTo>
                  <a:cubicBezTo>
                    <a:pt x="290" y="104"/>
                    <a:pt x="291" y="104"/>
                    <a:pt x="292" y="103"/>
                  </a:cubicBezTo>
                  <a:cubicBezTo>
                    <a:pt x="293" y="103"/>
                    <a:pt x="295" y="103"/>
                    <a:pt x="296" y="102"/>
                  </a:cubicBezTo>
                  <a:cubicBezTo>
                    <a:pt x="295" y="102"/>
                    <a:pt x="294" y="102"/>
                    <a:pt x="294" y="103"/>
                  </a:cubicBezTo>
                  <a:cubicBezTo>
                    <a:pt x="294" y="102"/>
                    <a:pt x="294" y="102"/>
                    <a:pt x="294" y="102"/>
                  </a:cubicBezTo>
                  <a:cubicBezTo>
                    <a:pt x="294" y="102"/>
                    <a:pt x="294" y="102"/>
                    <a:pt x="294" y="102"/>
                  </a:cubicBezTo>
                  <a:cubicBezTo>
                    <a:pt x="294" y="103"/>
                    <a:pt x="293" y="103"/>
                    <a:pt x="293" y="103"/>
                  </a:cubicBezTo>
                  <a:cubicBezTo>
                    <a:pt x="292" y="103"/>
                    <a:pt x="292" y="103"/>
                    <a:pt x="291" y="104"/>
                  </a:cubicBezTo>
                  <a:cubicBezTo>
                    <a:pt x="290" y="104"/>
                    <a:pt x="289" y="104"/>
                    <a:pt x="289" y="105"/>
                  </a:cubicBezTo>
                  <a:cubicBezTo>
                    <a:pt x="288" y="105"/>
                    <a:pt x="288" y="105"/>
                    <a:pt x="287" y="105"/>
                  </a:cubicBezTo>
                  <a:cubicBezTo>
                    <a:pt x="288" y="105"/>
                    <a:pt x="287" y="106"/>
                    <a:pt x="287" y="106"/>
                  </a:cubicBezTo>
                  <a:cubicBezTo>
                    <a:pt x="286" y="106"/>
                    <a:pt x="286" y="106"/>
                    <a:pt x="285" y="106"/>
                  </a:cubicBezTo>
                  <a:cubicBezTo>
                    <a:pt x="286" y="106"/>
                    <a:pt x="286" y="106"/>
                    <a:pt x="286" y="106"/>
                  </a:cubicBezTo>
                  <a:cubicBezTo>
                    <a:pt x="285" y="106"/>
                    <a:pt x="285" y="106"/>
                    <a:pt x="285" y="106"/>
                  </a:cubicBezTo>
                  <a:cubicBezTo>
                    <a:pt x="286" y="107"/>
                    <a:pt x="284" y="107"/>
                    <a:pt x="284" y="107"/>
                  </a:cubicBezTo>
                  <a:cubicBezTo>
                    <a:pt x="284" y="107"/>
                    <a:pt x="286" y="107"/>
                    <a:pt x="285" y="108"/>
                  </a:cubicBezTo>
                  <a:cubicBezTo>
                    <a:pt x="284" y="108"/>
                    <a:pt x="283" y="108"/>
                    <a:pt x="283" y="109"/>
                  </a:cubicBezTo>
                  <a:cubicBezTo>
                    <a:pt x="282" y="109"/>
                    <a:pt x="281" y="109"/>
                    <a:pt x="280" y="109"/>
                  </a:cubicBezTo>
                  <a:cubicBezTo>
                    <a:pt x="280" y="109"/>
                    <a:pt x="279" y="110"/>
                    <a:pt x="279" y="110"/>
                  </a:cubicBezTo>
                  <a:cubicBezTo>
                    <a:pt x="278" y="110"/>
                    <a:pt x="278" y="110"/>
                    <a:pt x="277" y="110"/>
                  </a:cubicBezTo>
                  <a:cubicBezTo>
                    <a:pt x="276" y="111"/>
                    <a:pt x="274" y="111"/>
                    <a:pt x="273" y="111"/>
                  </a:cubicBezTo>
                  <a:cubicBezTo>
                    <a:pt x="272" y="111"/>
                    <a:pt x="271" y="111"/>
                    <a:pt x="270" y="111"/>
                  </a:cubicBezTo>
                  <a:cubicBezTo>
                    <a:pt x="269" y="111"/>
                    <a:pt x="267" y="111"/>
                    <a:pt x="268" y="110"/>
                  </a:cubicBezTo>
                  <a:cubicBezTo>
                    <a:pt x="268" y="110"/>
                    <a:pt x="269" y="110"/>
                    <a:pt x="270" y="109"/>
                  </a:cubicBezTo>
                  <a:cubicBezTo>
                    <a:pt x="269" y="109"/>
                    <a:pt x="268" y="108"/>
                    <a:pt x="269" y="107"/>
                  </a:cubicBezTo>
                  <a:cubicBezTo>
                    <a:pt x="269" y="107"/>
                    <a:pt x="269" y="107"/>
                    <a:pt x="269" y="107"/>
                  </a:cubicBezTo>
                  <a:cubicBezTo>
                    <a:pt x="269" y="106"/>
                    <a:pt x="269" y="106"/>
                    <a:pt x="270" y="106"/>
                  </a:cubicBezTo>
                  <a:cubicBezTo>
                    <a:pt x="269" y="106"/>
                    <a:pt x="268" y="107"/>
                    <a:pt x="267" y="106"/>
                  </a:cubicBezTo>
                  <a:cubicBezTo>
                    <a:pt x="267" y="105"/>
                    <a:pt x="267" y="105"/>
                    <a:pt x="268" y="105"/>
                  </a:cubicBezTo>
                  <a:cubicBezTo>
                    <a:pt x="269" y="104"/>
                    <a:pt x="269" y="104"/>
                    <a:pt x="270" y="104"/>
                  </a:cubicBezTo>
                  <a:cubicBezTo>
                    <a:pt x="270" y="104"/>
                    <a:pt x="269" y="104"/>
                    <a:pt x="268" y="104"/>
                  </a:cubicBezTo>
                  <a:cubicBezTo>
                    <a:pt x="267" y="104"/>
                    <a:pt x="266" y="104"/>
                    <a:pt x="267" y="103"/>
                  </a:cubicBezTo>
                  <a:cubicBezTo>
                    <a:pt x="269" y="103"/>
                    <a:pt x="270" y="103"/>
                    <a:pt x="271" y="102"/>
                  </a:cubicBezTo>
                  <a:cubicBezTo>
                    <a:pt x="272" y="102"/>
                    <a:pt x="272" y="102"/>
                    <a:pt x="272" y="102"/>
                  </a:cubicBezTo>
                  <a:cubicBezTo>
                    <a:pt x="273" y="101"/>
                    <a:pt x="273" y="101"/>
                    <a:pt x="274" y="101"/>
                  </a:cubicBezTo>
                  <a:cubicBezTo>
                    <a:pt x="274" y="101"/>
                    <a:pt x="275" y="101"/>
                    <a:pt x="275" y="100"/>
                  </a:cubicBezTo>
                  <a:cubicBezTo>
                    <a:pt x="275" y="100"/>
                    <a:pt x="275" y="100"/>
                    <a:pt x="275" y="100"/>
                  </a:cubicBezTo>
                  <a:cubicBezTo>
                    <a:pt x="275" y="101"/>
                    <a:pt x="277" y="100"/>
                    <a:pt x="277" y="100"/>
                  </a:cubicBezTo>
                  <a:cubicBezTo>
                    <a:pt x="277" y="100"/>
                    <a:pt x="275" y="101"/>
                    <a:pt x="276" y="101"/>
                  </a:cubicBezTo>
                  <a:cubicBezTo>
                    <a:pt x="277" y="101"/>
                    <a:pt x="278" y="101"/>
                    <a:pt x="278" y="101"/>
                  </a:cubicBezTo>
                  <a:cubicBezTo>
                    <a:pt x="278" y="102"/>
                    <a:pt x="277" y="102"/>
                    <a:pt x="277" y="102"/>
                  </a:cubicBezTo>
                  <a:cubicBezTo>
                    <a:pt x="276" y="103"/>
                    <a:pt x="275" y="103"/>
                    <a:pt x="274" y="104"/>
                  </a:cubicBezTo>
                  <a:cubicBezTo>
                    <a:pt x="275" y="104"/>
                    <a:pt x="276" y="103"/>
                    <a:pt x="276" y="103"/>
                  </a:cubicBezTo>
                  <a:cubicBezTo>
                    <a:pt x="277" y="103"/>
                    <a:pt x="277" y="103"/>
                    <a:pt x="278" y="103"/>
                  </a:cubicBezTo>
                  <a:cubicBezTo>
                    <a:pt x="278" y="102"/>
                    <a:pt x="279" y="102"/>
                    <a:pt x="279" y="102"/>
                  </a:cubicBezTo>
                  <a:cubicBezTo>
                    <a:pt x="279" y="102"/>
                    <a:pt x="280" y="102"/>
                    <a:pt x="281" y="101"/>
                  </a:cubicBezTo>
                  <a:cubicBezTo>
                    <a:pt x="281" y="101"/>
                    <a:pt x="282" y="101"/>
                    <a:pt x="281" y="102"/>
                  </a:cubicBezTo>
                  <a:cubicBezTo>
                    <a:pt x="281" y="102"/>
                    <a:pt x="279" y="104"/>
                    <a:pt x="280" y="103"/>
                  </a:cubicBezTo>
                  <a:cubicBezTo>
                    <a:pt x="281" y="103"/>
                    <a:pt x="282" y="103"/>
                    <a:pt x="283" y="103"/>
                  </a:cubicBezTo>
                  <a:cubicBezTo>
                    <a:pt x="283" y="103"/>
                    <a:pt x="283" y="102"/>
                    <a:pt x="284" y="102"/>
                  </a:cubicBezTo>
                  <a:cubicBezTo>
                    <a:pt x="284" y="102"/>
                    <a:pt x="284" y="102"/>
                    <a:pt x="285" y="102"/>
                  </a:cubicBezTo>
                  <a:cubicBezTo>
                    <a:pt x="284" y="101"/>
                    <a:pt x="284" y="101"/>
                    <a:pt x="284" y="101"/>
                  </a:cubicBezTo>
                  <a:cubicBezTo>
                    <a:pt x="283" y="101"/>
                    <a:pt x="283" y="101"/>
                    <a:pt x="282" y="101"/>
                  </a:cubicBezTo>
                  <a:cubicBezTo>
                    <a:pt x="283" y="100"/>
                    <a:pt x="283" y="100"/>
                    <a:pt x="284" y="100"/>
                  </a:cubicBezTo>
                  <a:cubicBezTo>
                    <a:pt x="284" y="100"/>
                    <a:pt x="286" y="100"/>
                    <a:pt x="285" y="100"/>
                  </a:cubicBezTo>
                  <a:cubicBezTo>
                    <a:pt x="285" y="100"/>
                    <a:pt x="285" y="100"/>
                    <a:pt x="285" y="100"/>
                  </a:cubicBezTo>
                  <a:cubicBezTo>
                    <a:pt x="284" y="100"/>
                    <a:pt x="286" y="99"/>
                    <a:pt x="286" y="99"/>
                  </a:cubicBezTo>
                  <a:cubicBezTo>
                    <a:pt x="284" y="99"/>
                    <a:pt x="283" y="100"/>
                    <a:pt x="282" y="100"/>
                  </a:cubicBezTo>
                  <a:cubicBezTo>
                    <a:pt x="281" y="101"/>
                    <a:pt x="280" y="100"/>
                    <a:pt x="279" y="100"/>
                  </a:cubicBezTo>
                  <a:cubicBezTo>
                    <a:pt x="279" y="100"/>
                    <a:pt x="277" y="101"/>
                    <a:pt x="277" y="101"/>
                  </a:cubicBezTo>
                  <a:cubicBezTo>
                    <a:pt x="277" y="100"/>
                    <a:pt x="278" y="100"/>
                    <a:pt x="277" y="100"/>
                  </a:cubicBezTo>
                  <a:cubicBezTo>
                    <a:pt x="277" y="100"/>
                    <a:pt x="276" y="100"/>
                    <a:pt x="276" y="100"/>
                  </a:cubicBezTo>
                  <a:cubicBezTo>
                    <a:pt x="277" y="99"/>
                    <a:pt x="274" y="100"/>
                    <a:pt x="274" y="100"/>
                  </a:cubicBezTo>
                  <a:cubicBezTo>
                    <a:pt x="273" y="99"/>
                    <a:pt x="276" y="99"/>
                    <a:pt x="276" y="99"/>
                  </a:cubicBezTo>
                  <a:cubicBezTo>
                    <a:pt x="277" y="99"/>
                    <a:pt x="277" y="98"/>
                    <a:pt x="277" y="98"/>
                  </a:cubicBezTo>
                  <a:cubicBezTo>
                    <a:pt x="278" y="98"/>
                    <a:pt x="279" y="98"/>
                    <a:pt x="279" y="98"/>
                  </a:cubicBezTo>
                  <a:cubicBezTo>
                    <a:pt x="278" y="98"/>
                    <a:pt x="277" y="98"/>
                    <a:pt x="277" y="98"/>
                  </a:cubicBezTo>
                  <a:cubicBezTo>
                    <a:pt x="276" y="99"/>
                    <a:pt x="276" y="99"/>
                    <a:pt x="276" y="98"/>
                  </a:cubicBezTo>
                  <a:cubicBezTo>
                    <a:pt x="276" y="98"/>
                    <a:pt x="276" y="98"/>
                    <a:pt x="276" y="98"/>
                  </a:cubicBezTo>
                  <a:cubicBezTo>
                    <a:pt x="276" y="98"/>
                    <a:pt x="276" y="97"/>
                    <a:pt x="275" y="97"/>
                  </a:cubicBezTo>
                  <a:cubicBezTo>
                    <a:pt x="276" y="97"/>
                    <a:pt x="277" y="97"/>
                    <a:pt x="277" y="97"/>
                  </a:cubicBezTo>
                  <a:cubicBezTo>
                    <a:pt x="277" y="97"/>
                    <a:pt x="279" y="96"/>
                    <a:pt x="278" y="96"/>
                  </a:cubicBezTo>
                  <a:cubicBezTo>
                    <a:pt x="279" y="96"/>
                    <a:pt x="279" y="95"/>
                    <a:pt x="280" y="95"/>
                  </a:cubicBezTo>
                  <a:cubicBezTo>
                    <a:pt x="281" y="95"/>
                    <a:pt x="282" y="94"/>
                    <a:pt x="282" y="94"/>
                  </a:cubicBezTo>
                  <a:cubicBezTo>
                    <a:pt x="283" y="94"/>
                    <a:pt x="284" y="94"/>
                    <a:pt x="284" y="94"/>
                  </a:cubicBezTo>
                  <a:cubicBezTo>
                    <a:pt x="285" y="94"/>
                    <a:pt x="286" y="93"/>
                    <a:pt x="286" y="93"/>
                  </a:cubicBezTo>
                  <a:cubicBezTo>
                    <a:pt x="286" y="93"/>
                    <a:pt x="285" y="93"/>
                    <a:pt x="284" y="93"/>
                  </a:cubicBezTo>
                  <a:cubicBezTo>
                    <a:pt x="284" y="94"/>
                    <a:pt x="283" y="94"/>
                    <a:pt x="282" y="94"/>
                  </a:cubicBezTo>
                  <a:cubicBezTo>
                    <a:pt x="281" y="95"/>
                    <a:pt x="281" y="95"/>
                    <a:pt x="281" y="95"/>
                  </a:cubicBezTo>
                  <a:cubicBezTo>
                    <a:pt x="280" y="95"/>
                    <a:pt x="280" y="95"/>
                    <a:pt x="279" y="95"/>
                  </a:cubicBezTo>
                  <a:cubicBezTo>
                    <a:pt x="279" y="95"/>
                    <a:pt x="277" y="96"/>
                    <a:pt x="278" y="96"/>
                  </a:cubicBezTo>
                  <a:cubicBezTo>
                    <a:pt x="277" y="96"/>
                    <a:pt x="276" y="97"/>
                    <a:pt x="275" y="97"/>
                  </a:cubicBezTo>
                  <a:cubicBezTo>
                    <a:pt x="275" y="97"/>
                    <a:pt x="275" y="98"/>
                    <a:pt x="275" y="98"/>
                  </a:cubicBezTo>
                  <a:cubicBezTo>
                    <a:pt x="275" y="98"/>
                    <a:pt x="274" y="98"/>
                    <a:pt x="274" y="98"/>
                  </a:cubicBezTo>
                  <a:cubicBezTo>
                    <a:pt x="274" y="98"/>
                    <a:pt x="272" y="99"/>
                    <a:pt x="273" y="98"/>
                  </a:cubicBezTo>
                  <a:cubicBezTo>
                    <a:pt x="273" y="97"/>
                    <a:pt x="274" y="97"/>
                    <a:pt x="275" y="96"/>
                  </a:cubicBezTo>
                  <a:cubicBezTo>
                    <a:pt x="274" y="96"/>
                    <a:pt x="273" y="96"/>
                    <a:pt x="273" y="96"/>
                  </a:cubicBezTo>
                  <a:cubicBezTo>
                    <a:pt x="273" y="95"/>
                    <a:pt x="275" y="95"/>
                    <a:pt x="276" y="95"/>
                  </a:cubicBezTo>
                  <a:cubicBezTo>
                    <a:pt x="276" y="94"/>
                    <a:pt x="277" y="94"/>
                    <a:pt x="276" y="94"/>
                  </a:cubicBezTo>
                  <a:cubicBezTo>
                    <a:pt x="275" y="94"/>
                    <a:pt x="275" y="94"/>
                    <a:pt x="274" y="94"/>
                  </a:cubicBezTo>
                  <a:cubicBezTo>
                    <a:pt x="274" y="94"/>
                    <a:pt x="274" y="94"/>
                    <a:pt x="274" y="94"/>
                  </a:cubicBezTo>
                  <a:cubicBezTo>
                    <a:pt x="274" y="93"/>
                    <a:pt x="275" y="92"/>
                    <a:pt x="276" y="92"/>
                  </a:cubicBezTo>
                  <a:cubicBezTo>
                    <a:pt x="276" y="92"/>
                    <a:pt x="276" y="92"/>
                    <a:pt x="275" y="93"/>
                  </a:cubicBezTo>
                  <a:cubicBezTo>
                    <a:pt x="276" y="93"/>
                    <a:pt x="278" y="93"/>
                    <a:pt x="279" y="92"/>
                  </a:cubicBezTo>
                  <a:cubicBezTo>
                    <a:pt x="278" y="92"/>
                    <a:pt x="277" y="92"/>
                    <a:pt x="278" y="92"/>
                  </a:cubicBezTo>
                  <a:cubicBezTo>
                    <a:pt x="278" y="91"/>
                    <a:pt x="279" y="91"/>
                    <a:pt x="280" y="91"/>
                  </a:cubicBezTo>
                  <a:cubicBezTo>
                    <a:pt x="280" y="91"/>
                    <a:pt x="282" y="91"/>
                    <a:pt x="282" y="90"/>
                  </a:cubicBezTo>
                  <a:cubicBezTo>
                    <a:pt x="283" y="90"/>
                    <a:pt x="282" y="90"/>
                    <a:pt x="283" y="89"/>
                  </a:cubicBezTo>
                  <a:cubicBezTo>
                    <a:pt x="283" y="89"/>
                    <a:pt x="283" y="89"/>
                    <a:pt x="284" y="89"/>
                  </a:cubicBezTo>
                  <a:cubicBezTo>
                    <a:pt x="286" y="87"/>
                    <a:pt x="288" y="87"/>
                    <a:pt x="290" y="86"/>
                  </a:cubicBezTo>
                  <a:cubicBezTo>
                    <a:pt x="292" y="85"/>
                    <a:pt x="294" y="84"/>
                    <a:pt x="297" y="84"/>
                  </a:cubicBezTo>
                  <a:cubicBezTo>
                    <a:pt x="297" y="84"/>
                    <a:pt x="296" y="84"/>
                    <a:pt x="296" y="85"/>
                  </a:cubicBezTo>
                  <a:cubicBezTo>
                    <a:pt x="296" y="85"/>
                    <a:pt x="297" y="84"/>
                    <a:pt x="297" y="85"/>
                  </a:cubicBezTo>
                  <a:cubicBezTo>
                    <a:pt x="297" y="85"/>
                    <a:pt x="297" y="85"/>
                    <a:pt x="297" y="85"/>
                  </a:cubicBezTo>
                  <a:cubicBezTo>
                    <a:pt x="297" y="85"/>
                    <a:pt x="296" y="85"/>
                    <a:pt x="296" y="86"/>
                  </a:cubicBezTo>
                  <a:cubicBezTo>
                    <a:pt x="296" y="85"/>
                    <a:pt x="298" y="85"/>
                    <a:pt x="298" y="85"/>
                  </a:cubicBezTo>
                  <a:cubicBezTo>
                    <a:pt x="298" y="85"/>
                    <a:pt x="297" y="85"/>
                    <a:pt x="297" y="85"/>
                  </a:cubicBezTo>
                  <a:cubicBezTo>
                    <a:pt x="298" y="84"/>
                    <a:pt x="298" y="84"/>
                    <a:pt x="298" y="84"/>
                  </a:cubicBezTo>
                  <a:cubicBezTo>
                    <a:pt x="298" y="84"/>
                    <a:pt x="298" y="84"/>
                    <a:pt x="297" y="84"/>
                  </a:cubicBezTo>
                  <a:cubicBezTo>
                    <a:pt x="297" y="85"/>
                    <a:pt x="297" y="84"/>
                    <a:pt x="296" y="84"/>
                  </a:cubicBezTo>
                  <a:cubicBezTo>
                    <a:pt x="297" y="84"/>
                    <a:pt x="297" y="84"/>
                    <a:pt x="297" y="84"/>
                  </a:cubicBezTo>
                  <a:cubicBezTo>
                    <a:pt x="297" y="84"/>
                    <a:pt x="299" y="83"/>
                    <a:pt x="299" y="83"/>
                  </a:cubicBezTo>
                  <a:cubicBezTo>
                    <a:pt x="300" y="83"/>
                    <a:pt x="302" y="82"/>
                    <a:pt x="303" y="82"/>
                  </a:cubicBezTo>
                  <a:cubicBezTo>
                    <a:pt x="301" y="82"/>
                    <a:pt x="300" y="83"/>
                    <a:pt x="298" y="83"/>
                  </a:cubicBezTo>
                  <a:cubicBezTo>
                    <a:pt x="299" y="83"/>
                    <a:pt x="299" y="82"/>
                    <a:pt x="299" y="82"/>
                  </a:cubicBezTo>
                  <a:cubicBezTo>
                    <a:pt x="300" y="82"/>
                    <a:pt x="300" y="81"/>
                    <a:pt x="300" y="81"/>
                  </a:cubicBezTo>
                  <a:cubicBezTo>
                    <a:pt x="300" y="81"/>
                    <a:pt x="301" y="82"/>
                    <a:pt x="301" y="81"/>
                  </a:cubicBezTo>
                  <a:cubicBezTo>
                    <a:pt x="300" y="81"/>
                    <a:pt x="301" y="81"/>
                    <a:pt x="301" y="81"/>
                  </a:cubicBezTo>
                  <a:cubicBezTo>
                    <a:pt x="302" y="80"/>
                    <a:pt x="303" y="80"/>
                    <a:pt x="304" y="79"/>
                  </a:cubicBezTo>
                  <a:cubicBezTo>
                    <a:pt x="305" y="79"/>
                    <a:pt x="305" y="79"/>
                    <a:pt x="306" y="79"/>
                  </a:cubicBezTo>
                  <a:cubicBezTo>
                    <a:pt x="307" y="79"/>
                    <a:pt x="308" y="79"/>
                    <a:pt x="308" y="79"/>
                  </a:cubicBezTo>
                  <a:cubicBezTo>
                    <a:pt x="307" y="79"/>
                    <a:pt x="307" y="78"/>
                    <a:pt x="307" y="78"/>
                  </a:cubicBezTo>
                  <a:cubicBezTo>
                    <a:pt x="307" y="78"/>
                    <a:pt x="307" y="78"/>
                    <a:pt x="307" y="78"/>
                  </a:cubicBezTo>
                  <a:cubicBezTo>
                    <a:pt x="307" y="78"/>
                    <a:pt x="307" y="78"/>
                    <a:pt x="308" y="78"/>
                  </a:cubicBezTo>
                  <a:cubicBezTo>
                    <a:pt x="308" y="77"/>
                    <a:pt x="309" y="77"/>
                    <a:pt x="310" y="77"/>
                  </a:cubicBezTo>
                  <a:cubicBezTo>
                    <a:pt x="311" y="77"/>
                    <a:pt x="313" y="77"/>
                    <a:pt x="314" y="77"/>
                  </a:cubicBezTo>
                  <a:cubicBezTo>
                    <a:pt x="314" y="78"/>
                    <a:pt x="314" y="78"/>
                    <a:pt x="314" y="78"/>
                  </a:cubicBezTo>
                  <a:cubicBezTo>
                    <a:pt x="314" y="78"/>
                    <a:pt x="314" y="78"/>
                    <a:pt x="315" y="78"/>
                  </a:cubicBezTo>
                  <a:cubicBezTo>
                    <a:pt x="314" y="78"/>
                    <a:pt x="314" y="78"/>
                    <a:pt x="314" y="78"/>
                  </a:cubicBezTo>
                  <a:cubicBezTo>
                    <a:pt x="314" y="78"/>
                    <a:pt x="314" y="78"/>
                    <a:pt x="314" y="78"/>
                  </a:cubicBezTo>
                  <a:cubicBezTo>
                    <a:pt x="314" y="78"/>
                    <a:pt x="315" y="78"/>
                    <a:pt x="315" y="78"/>
                  </a:cubicBezTo>
                  <a:cubicBezTo>
                    <a:pt x="315" y="79"/>
                    <a:pt x="315" y="79"/>
                    <a:pt x="315" y="79"/>
                  </a:cubicBezTo>
                  <a:cubicBezTo>
                    <a:pt x="315" y="80"/>
                    <a:pt x="319" y="78"/>
                    <a:pt x="319" y="78"/>
                  </a:cubicBezTo>
                  <a:cubicBezTo>
                    <a:pt x="321" y="78"/>
                    <a:pt x="322" y="77"/>
                    <a:pt x="323" y="77"/>
                  </a:cubicBezTo>
                  <a:cubicBezTo>
                    <a:pt x="325" y="76"/>
                    <a:pt x="326" y="75"/>
                    <a:pt x="328" y="75"/>
                  </a:cubicBezTo>
                  <a:cubicBezTo>
                    <a:pt x="328" y="75"/>
                    <a:pt x="331" y="73"/>
                    <a:pt x="331" y="75"/>
                  </a:cubicBezTo>
                  <a:cubicBezTo>
                    <a:pt x="330" y="75"/>
                    <a:pt x="330" y="75"/>
                    <a:pt x="329" y="75"/>
                  </a:cubicBezTo>
                  <a:cubicBezTo>
                    <a:pt x="331" y="75"/>
                    <a:pt x="334" y="75"/>
                    <a:pt x="336" y="75"/>
                  </a:cubicBezTo>
                  <a:cubicBezTo>
                    <a:pt x="338" y="74"/>
                    <a:pt x="340" y="73"/>
                    <a:pt x="342" y="73"/>
                  </a:cubicBezTo>
                  <a:cubicBezTo>
                    <a:pt x="343" y="72"/>
                    <a:pt x="344" y="72"/>
                    <a:pt x="344" y="71"/>
                  </a:cubicBezTo>
                  <a:cubicBezTo>
                    <a:pt x="345" y="71"/>
                    <a:pt x="346" y="70"/>
                    <a:pt x="346" y="69"/>
                  </a:cubicBezTo>
                  <a:cubicBezTo>
                    <a:pt x="347" y="68"/>
                    <a:pt x="348" y="68"/>
                    <a:pt x="348" y="68"/>
                  </a:cubicBezTo>
                  <a:cubicBezTo>
                    <a:pt x="349" y="67"/>
                    <a:pt x="349" y="67"/>
                    <a:pt x="349" y="66"/>
                  </a:cubicBezTo>
                  <a:cubicBezTo>
                    <a:pt x="348" y="66"/>
                    <a:pt x="349" y="66"/>
                    <a:pt x="349" y="66"/>
                  </a:cubicBezTo>
                  <a:cubicBezTo>
                    <a:pt x="349" y="66"/>
                    <a:pt x="349" y="66"/>
                    <a:pt x="349" y="65"/>
                  </a:cubicBezTo>
                  <a:cubicBezTo>
                    <a:pt x="348" y="65"/>
                    <a:pt x="347" y="66"/>
                    <a:pt x="346" y="66"/>
                  </a:cubicBezTo>
                  <a:cubicBezTo>
                    <a:pt x="347" y="65"/>
                    <a:pt x="348" y="65"/>
                    <a:pt x="349" y="64"/>
                  </a:cubicBezTo>
                  <a:cubicBezTo>
                    <a:pt x="350" y="64"/>
                    <a:pt x="351" y="65"/>
                    <a:pt x="352" y="64"/>
                  </a:cubicBezTo>
                  <a:cubicBezTo>
                    <a:pt x="352" y="64"/>
                    <a:pt x="352" y="64"/>
                    <a:pt x="352" y="64"/>
                  </a:cubicBezTo>
                  <a:cubicBezTo>
                    <a:pt x="352" y="64"/>
                    <a:pt x="352" y="64"/>
                    <a:pt x="353" y="64"/>
                  </a:cubicBezTo>
                  <a:cubicBezTo>
                    <a:pt x="353" y="64"/>
                    <a:pt x="354" y="64"/>
                    <a:pt x="354" y="64"/>
                  </a:cubicBezTo>
                  <a:cubicBezTo>
                    <a:pt x="355" y="63"/>
                    <a:pt x="356" y="63"/>
                    <a:pt x="356" y="62"/>
                  </a:cubicBezTo>
                  <a:cubicBezTo>
                    <a:pt x="356" y="62"/>
                    <a:pt x="357" y="62"/>
                    <a:pt x="357" y="62"/>
                  </a:cubicBezTo>
                  <a:cubicBezTo>
                    <a:pt x="357" y="61"/>
                    <a:pt x="356" y="61"/>
                    <a:pt x="356" y="61"/>
                  </a:cubicBezTo>
                  <a:cubicBezTo>
                    <a:pt x="356" y="60"/>
                    <a:pt x="357" y="61"/>
                    <a:pt x="358" y="60"/>
                  </a:cubicBezTo>
                  <a:cubicBezTo>
                    <a:pt x="355" y="60"/>
                    <a:pt x="353" y="62"/>
                    <a:pt x="351" y="62"/>
                  </a:cubicBezTo>
                  <a:cubicBezTo>
                    <a:pt x="351" y="62"/>
                    <a:pt x="350" y="62"/>
                    <a:pt x="350" y="62"/>
                  </a:cubicBezTo>
                  <a:cubicBezTo>
                    <a:pt x="350" y="62"/>
                    <a:pt x="350" y="62"/>
                    <a:pt x="350" y="62"/>
                  </a:cubicBezTo>
                  <a:cubicBezTo>
                    <a:pt x="349" y="62"/>
                    <a:pt x="348" y="62"/>
                    <a:pt x="348" y="63"/>
                  </a:cubicBezTo>
                  <a:cubicBezTo>
                    <a:pt x="348" y="63"/>
                    <a:pt x="349" y="62"/>
                    <a:pt x="349" y="62"/>
                  </a:cubicBezTo>
                  <a:cubicBezTo>
                    <a:pt x="349" y="62"/>
                    <a:pt x="348" y="63"/>
                    <a:pt x="347" y="63"/>
                  </a:cubicBezTo>
                  <a:cubicBezTo>
                    <a:pt x="347" y="63"/>
                    <a:pt x="346" y="62"/>
                    <a:pt x="346" y="63"/>
                  </a:cubicBezTo>
                  <a:cubicBezTo>
                    <a:pt x="346" y="63"/>
                    <a:pt x="345" y="63"/>
                    <a:pt x="344" y="64"/>
                  </a:cubicBezTo>
                  <a:cubicBezTo>
                    <a:pt x="343" y="64"/>
                    <a:pt x="342" y="64"/>
                    <a:pt x="341" y="64"/>
                  </a:cubicBezTo>
                  <a:cubicBezTo>
                    <a:pt x="340" y="65"/>
                    <a:pt x="338" y="66"/>
                    <a:pt x="336" y="66"/>
                  </a:cubicBezTo>
                  <a:cubicBezTo>
                    <a:pt x="337" y="66"/>
                    <a:pt x="338" y="65"/>
                    <a:pt x="338" y="65"/>
                  </a:cubicBezTo>
                  <a:cubicBezTo>
                    <a:pt x="338" y="65"/>
                    <a:pt x="338" y="64"/>
                    <a:pt x="337" y="64"/>
                  </a:cubicBezTo>
                  <a:cubicBezTo>
                    <a:pt x="338" y="64"/>
                    <a:pt x="337" y="63"/>
                    <a:pt x="338" y="63"/>
                  </a:cubicBezTo>
                  <a:cubicBezTo>
                    <a:pt x="337" y="63"/>
                    <a:pt x="336" y="64"/>
                    <a:pt x="335" y="64"/>
                  </a:cubicBezTo>
                  <a:cubicBezTo>
                    <a:pt x="335" y="64"/>
                    <a:pt x="336" y="64"/>
                    <a:pt x="336" y="64"/>
                  </a:cubicBezTo>
                  <a:cubicBezTo>
                    <a:pt x="336" y="64"/>
                    <a:pt x="336" y="64"/>
                    <a:pt x="336" y="64"/>
                  </a:cubicBezTo>
                  <a:cubicBezTo>
                    <a:pt x="336" y="65"/>
                    <a:pt x="337" y="64"/>
                    <a:pt x="337" y="64"/>
                  </a:cubicBezTo>
                  <a:cubicBezTo>
                    <a:pt x="336" y="65"/>
                    <a:pt x="335" y="65"/>
                    <a:pt x="335" y="65"/>
                  </a:cubicBezTo>
                  <a:cubicBezTo>
                    <a:pt x="334" y="66"/>
                    <a:pt x="335" y="65"/>
                    <a:pt x="335" y="65"/>
                  </a:cubicBezTo>
                  <a:cubicBezTo>
                    <a:pt x="335" y="65"/>
                    <a:pt x="334" y="64"/>
                    <a:pt x="334" y="64"/>
                  </a:cubicBezTo>
                  <a:cubicBezTo>
                    <a:pt x="333" y="64"/>
                    <a:pt x="333" y="64"/>
                    <a:pt x="332" y="64"/>
                  </a:cubicBezTo>
                  <a:cubicBezTo>
                    <a:pt x="331" y="64"/>
                    <a:pt x="331" y="64"/>
                    <a:pt x="330" y="64"/>
                  </a:cubicBezTo>
                  <a:cubicBezTo>
                    <a:pt x="329" y="64"/>
                    <a:pt x="328" y="64"/>
                    <a:pt x="328" y="64"/>
                  </a:cubicBezTo>
                  <a:cubicBezTo>
                    <a:pt x="328" y="64"/>
                    <a:pt x="328" y="64"/>
                    <a:pt x="329" y="64"/>
                  </a:cubicBezTo>
                  <a:cubicBezTo>
                    <a:pt x="327" y="64"/>
                    <a:pt x="325" y="65"/>
                    <a:pt x="324" y="65"/>
                  </a:cubicBezTo>
                  <a:cubicBezTo>
                    <a:pt x="324" y="65"/>
                    <a:pt x="325" y="65"/>
                    <a:pt x="325" y="64"/>
                  </a:cubicBezTo>
                  <a:cubicBezTo>
                    <a:pt x="324" y="64"/>
                    <a:pt x="323" y="65"/>
                    <a:pt x="323" y="65"/>
                  </a:cubicBezTo>
                  <a:cubicBezTo>
                    <a:pt x="323" y="65"/>
                    <a:pt x="323" y="65"/>
                    <a:pt x="323" y="64"/>
                  </a:cubicBezTo>
                  <a:cubicBezTo>
                    <a:pt x="323" y="65"/>
                    <a:pt x="322" y="65"/>
                    <a:pt x="322" y="65"/>
                  </a:cubicBezTo>
                  <a:cubicBezTo>
                    <a:pt x="323" y="65"/>
                    <a:pt x="323" y="65"/>
                    <a:pt x="323" y="65"/>
                  </a:cubicBezTo>
                  <a:cubicBezTo>
                    <a:pt x="322" y="66"/>
                    <a:pt x="320" y="65"/>
                    <a:pt x="319" y="65"/>
                  </a:cubicBezTo>
                  <a:cubicBezTo>
                    <a:pt x="317" y="64"/>
                    <a:pt x="315" y="64"/>
                    <a:pt x="314" y="64"/>
                  </a:cubicBezTo>
                  <a:cubicBezTo>
                    <a:pt x="313" y="63"/>
                    <a:pt x="315" y="62"/>
                    <a:pt x="315" y="62"/>
                  </a:cubicBezTo>
                  <a:cubicBezTo>
                    <a:pt x="316" y="62"/>
                    <a:pt x="316" y="61"/>
                    <a:pt x="316" y="61"/>
                  </a:cubicBezTo>
                  <a:cubicBezTo>
                    <a:pt x="317" y="61"/>
                    <a:pt x="317" y="61"/>
                    <a:pt x="317" y="61"/>
                  </a:cubicBezTo>
                  <a:cubicBezTo>
                    <a:pt x="317" y="60"/>
                    <a:pt x="317" y="60"/>
                    <a:pt x="317" y="61"/>
                  </a:cubicBezTo>
                  <a:cubicBezTo>
                    <a:pt x="317" y="60"/>
                    <a:pt x="316" y="60"/>
                    <a:pt x="316" y="60"/>
                  </a:cubicBezTo>
                  <a:cubicBezTo>
                    <a:pt x="317" y="59"/>
                    <a:pt x="316" y="59"/>
                    <a:pt x="316" y="59"/>
                  </a:cubicBezTo>
                  <a:cubicBezTo>
                    <a:pt x="317" y="58"/>
                    <a:pt x="318" y="57"/>
                    <a:pt x="319" y="57"/>
                  </a:cubicBezTo>
                  <a:cubicBezTo>
                    <a:pt x="318" y="58"/>
                    <a:pt x="317" y="58"/>
                    <a:pt x="317" y="58"/>
                  </a:cubicBezTo>
                  <a:cubicBezTo>
                    <a:pt x="318" y="59"/>
                    <a:pt x="319" y="59"/>
                    <a:pt x="321" y="58"/>
                  </a:cubicBezTo>
                  <a:cubicBezTo>
                    <a:pt x="322" y="57"/>
                    <a:pt x="322" y="57"/>
                    <a:pt x="324" y="57"/>
                  </a:cubicBezTo>
                  <a:cubicBezTo>
                    <a:pt x="325" y="58"/>
                    <a:pt x="324" y="57"/>
                    <a:pt x="323" y="57"/>
                  </a:cubicBezTo>
                  <a:cubicBezTo>
                    <a:pt x="323" y="57"/>
                    <a:pt x="322" y="56"/>
                    <a:pt x="322" y="56"/>
                  </a:cubicBezTo>
                  <a:cubicBezTo>
                    <a:pt x="321" y="56"/>
                    <a:pt x="320" y="56"/>
                    <a:pt x="320" y="56"/>
                  </a:cubicBezTo>
                  <a:cubicBezTo>
                    <a:pt x="320" y="56"/>
                    <a:pt x="321" y="56"/>
                    <a:pt x="321" y="57"/>
                  </a:cubicBezTo>
                  <a:cubicBezTo>
                    <a:pt x="320" y="56"/>
                    <a:pt x="319" y="56"/>
                    <a:pt x="317" y="56"/>
                  </a:cubicBezTo>
                  <a:cubicBezTo>
                    <a:pt x="316" y="56"/>
                    <a:pt x="316" y="55"/>
                    <a:pt x="315" y="54"/>
                  </a:cubicBezTo>
                  <a:cubicBezTo>
                    <a:pt x="315" y="54"/>
                    <a:pt x="314" y="54"/>
                    <a:pt x="314" y="54"/>
                  </a:cubicBezTo>
                  <a:cubicBezTo>
                    <a:pt x="314" y="54"/>
                    <a:pt x="315" y="53"/>
                    <a:pt x="315" y="53"/>
                  </a:cubicBezTo>
                  <a:cubicBezTo>
                    <a:pt x="316" y="53"/>
                    <a:pt x="317" y="53"/>
                    <a:pt x="318" y="53"/>
                  </a:cubicBezTo>
                  <a:cubicBezTo>
                    <a:pt x="317" y="53"/>
                    <a:pt x="316" y="53"/>
                    <a:pt x="315" y="54"/>
                  </a:cubicBezTo>
                  <a:cubicBezTo>
                    <a:pt x="316" y="54"/>
                    <a:pt x="317" y="53"/>
                    <a:pt x="317" y="53"/>
                  </a:cubicBezTo>
                  <a:cubicBezTo>
                    <a:pt x="318" y="53"/>
                    <a:pt x="319" y="53"/>
                    <a:pt x="319" y="53"/>
                  </a:cubicBezTo>
                  <a:cubicBezTo>
                    <a:pt x="320" y="53"/>
                    <a:pt x="321" y="53"/>
                    <a:pt x="321" y="52"/>
                  </a:cubicBezTo>
                  <a:cubicBezTo>
                    <a:pt x="321" y="52"/>
                    <a:pt x="322" y="52"/>
                    <a:pt x="322" y="52"/>
                  </a:cubicBezTo>
                  <a:cubicBezTo>
                    <a:pt x="321" y="52"/>
                    <a:pt x="323" y="52"/>
                    <a:pt x="323" y="51"/>
                  </a:cubicBezTo>
                  <a:cubicBezTo>
                    <a:pt x="323" y="51"/>
                    <a:pt x="324" y="51"/>
                    <a:pt x="324" y="51"/>
                  </a:cubicBezTo>
                  <a:cubicBezTo>
                    <a:pt x="324" y="52"/>
                    <a:pt x="326" y="51"/>
                    <a:pt x="326" y="51"/>
                  </a:cubicBezTo>
                  <a:cubicBezTo>
                    <a:pt x="327" y="51"/>
                    <a:pt x="328" y="51"/>
                    <a:pt x="328" y="51"/>
                  </a:cubicBezTo>
                  <a:cubicBezTo>
                    <a:pt x="328" y="50"/>
                    <a:pt x="329" y="50"/>
                    <a:pt x="329" y="50"/>
                  </a:cubicBezTo>
                  <a:cubicBezTo>
                    <a:pt x="329" y="50"/>
                    <a:pt x="329" y="50"/>
                    <a:pt x="329" y="50"/>
                  </a:cubicBezTo>
                  <a:cubicBezTo>
                    <a:pt x="329" y="50"/>
                    <a:pt x="330" y="50"/>
                    <a:pt x="330" y="50"/>
                  </a:cubicBezTo>
                  <a:cubicBezTo>
                    <a:pt x="331" y="50"/>
                    <a:pt x="331" y="49"/>
                    <a:pt x="332" y="49"/>
                  </a:cubicBezTo>
                  <a:cubicBezTo>
                    <a:pt x="333" y="49"/>
                    <a:pt x="333" y="49"/>
                    <a:pt x="334" y="49"/>
                  </a:cubicBezTo>
                  <a:cubicBezTo>
                    <a:pt x="335" y="49"/>
                    <a:pt x="336" y="48"/>
                    <a:pt x="337" y="49"/>
                  </a:cubicBezTo>
                  <a:cubicBezTo>
                    <a:pt x="337" y="49"/>
                    <a:pt x="336" y="49"/>
                    <a:pt x="336" y="49"/>
                  </a:cubicBezTo>
                  <a:cubicBezTo>
                    <a:pt x="336" y="49"/>
                    <a:pt x="338" y="49"/>
                    <a:pt x="338" y="49"/>
                  </a:cubicBezTo>
                  <a:cubicBezTo>
                    <a:pt x="339" y="49"/>
                    <a:pt x="341" y="49"/>
                    <a:pt x="341" y="49"/>
                  </a:cubicBezTo>
                  <a:cubicBezTo>
                    <a:pt x="341" y="48"/>
                    <a:pt x="339" y="48"/>
                    <a:pt x="339" y="48"/>
                  </a:cubicBezTo>
                  <a:cubicBezTo>
                    <a:pt x="339" y="48"/>
                    <a:pt x="342" y="47"/>
                    <a:pt x="342" y="47"/>
                  </a:cubicBezTo>
                  <a:cubicBezTo>
                    <a:pt x="343" y="47"/>
                    <a:pt x="344" y="46"/>
                    <a:pt x="346" y="46"/>
                  </a:cubicBezTo>
                  <a:cubicBezTo>
                    <a:pt x="346" y="46"/>
                    <a:pt x="347" y="46"/>
                    <a:pt x="347" y="46"/>
                  </a:cubicBezTo>
                  <a:cubicBezTo>
                    <a:pt x="348" y="46"/>
                    <a:pt x="348" y="46"/>
                    <a:pt x="348" y="46"/>
                  </a:cubicBezTo>
                  <a:cubicBezTo>
                    <a:pt x="348" y="46"/>
                    <a:pt x="349" y="46"/>
                    <a:pt x="349" y="46"/>
                  </a:cubicBezTo>
                  <a:cubicBezTo>
                    <a:pt x="350" y="46"/>
                    <a:pt x="350" y="45"/>
                    <a:pt x="351" y="45"/>
                  </a:cubicBezTo>
                  <a:cubicBezTo>
                    <a:pt x="352" y="45"/>
                    <a:pt x="353" y="45"/>
                    <a:pt x="355" y="45"/>
                  </a:cubicBezTo>
                  <a:cubicBezTo>
                    <a:pt x="356" y="44"/>
                    <a:pt x="359" y="44"/>
                    <a:pt x="360" y="45"/>
                  </a:cubicBezTo>
                  <a:cubicBezTo>
                    <a:pt x="360" y="45"/>
                    <a:pt x="359" y="44"/>
                    <a:pt x="358" y="45"/>
                  </a:cubicBezTo>
                  <a:cubicBezTo>
                    <a:pt x="358" y="45"/>
                    <a:pt x="359" y="45"/>
                    <a:pt x="359" y="45"/>
                  </a:cubicBezTo>
                  <a:cubicBezTo>
                    <a:pt x="359" y="45"/>
                    <a:pt x="358" y="45"/>
                    <a:pt x="358" y="45"/>
                  </a:cubicBezTo>
                  <a:cubicBezTo>
                    <a:pt x="358" y="46"/>
                    <a:pt x="357" y="46"/>
                    <a:pt x="356" y="47"/>
                  </a:cubicBezTo>
                  <a:cubicBezTo>
                    <a:pt x="355" y="47"/>
                    <a:pt x="354" y="48"/>
                    <a:pt x="353" y="48"/>
                  </a:cubicBezTo>
                  <a:cubicBezTo>
                    <a:pt x="353" y="48"/>
                    <a:pt x="352" y="48"/>
                    <a:pt x="351" y="48"/>
                  </a:cubicBezTo>
                  <a:cubicBezTo>
                    <a:pt x="352" y="48"/>
                    <a:pt x="352" y="48"/>
                    <a:pt x="353" y="48"/>
                  </a:cubicBezTo>
                  <a:cubicBezTo>
                    <a:pt x="352" y="49"/>
                    <a:pt x="353" y="48"/>
                    <a:pt x="353" y="48"/>
                  </a:cubicBezTo>
                  <a:cubicBezTo>
                    <a:pt x="353" y="48"/>
                    <a:pt x="352" y="50"/>
                    <a:pt x="354" y="50"/>
                  </a:cubicBezTo>
                  <a:cubicBezTo>
                    <a:pt x="355" y="49"/>
                    <a:pt x="356" y="50"/>
                    <a:pt x="357" y="50"/>
                  </a:cubicBezTo>
                  <a:cubicBezTo>
                    <a:pt x="358" y="49"/>
                    <a:pt x="359" y="49"/>
                    <a:pt x="360" y="49"/>
                  </a:cubicBezTo>
                  <a:cubicBezTo>
                    <a:pt x="361" y="49"/>
                    <a:pt x="360" y="50"/>
                    <a:pt x="360" y="50"/>
                  </a:cubicBezTo>
                  <a:cubicBezTo>
                    <a:pt x="360" y="50"/>
                    <a:pt x="361" y="50"/>
                    <a:pt x="362" y="50"/>
                  </a:cubicBezTo>
                  <a:cubicBezTo>
                    <a:pt x="363" y="50"/>
                    <a:pt x="364" y="49"/>
                    <a:pt x="365" y="50"/>
                  </a:cubicBezTo>
                  <a:cubicBezTo>
                    <a:pt x="365" y="50"/>
                    <a:pt x="365" y="50"/>
                    <a:pt x="365" y="50"/>
                  </a:cubicBezTo>
                  <a:cubicBezTo>
                    <a:pt x="365" y="50"/>
                    <a:pt x="365" y="50"/>
                    <a:pt x="365" y="50"/>
                  </a:cubicBezTo>
                  <a:cubicBezTo>
                    <a:pt x="365" y="50"/>
                    <a:pt x="365" y="50"/>
                    <a:pt x="365" y="50"/>
                  </a:cubicBezTo>
                  <a:cubicBezTo>
                    <a:pt x="365" y="50"/>
                    <a:pt x="365" y="50"/>
                    <a:pt x="366" y="50"/>
                  </a:cubicBezTo>
                  <a:cubicBezTo>
                    <a:pt x="365" y="50"/>
                    <a:pt x="366" y="50"/>
                    <a:pt x="367" y="50"/>
                  </a:cubicBezTo>
                  <a:cubicBezTo>
                    <a:pt x="367" y="50"/>
                    <a:pt x="368" y="49"/>
                    <a:pt x="367" y="49"/>
                  </a:cubicBezTo>
                  <a:cubicBezTo>
                    <a:pt x="368" y="49"/>
                    <a:pt x="369" y="49"/>
                    <a:pt x="370" y="48"/>
                  </a:cubicBezTo>
                  <a:cubicBezTo>
                    <a:pt x="370" y="48"/>
                    <a:pt x="371" y="47"/>
                    <a:pt x="373" y="48"/>
                  </a:cubicBezTo>
                  <a:cubicBezTo>
                    <a:pt x="372" y="48"/>
                    <a:pt x="374" y="48"/>
                    <a:pt x="374" y="48"/>
                  </a:cubicBezTo>
                  <a:cubicBezTo>
                    <a:pt x="374" y="48"/>
                    <a:pt x="373" y="49"/>
                    <a:pt x="372" y="49"/>
                  </a:cubicBezTo>
                  <a:cubicBezTo>
                    <a:pt x="373" y="50"/>
                    <a:pt x="377" y="47"/>
                    <a:pt x="374" y="47"/>
                  </a:cubicBezTo>
                  <a:cubicBezTo>
                    <a:pt x="373" y="46"/>
                    <a:pt x="372" y="46"/>
                    <a:pt x="371" y="47"/>
                  </a:cubicBezTo>
                  <a:cubicBezTo>
                    <a:pt x="370" y="47"/>
                    <a:pt x="370" y="47"/>
                    <a:pt x="370" y="47"/>
                  </a:cubicBezTo>
                  <a:cubicBezTo>
                    <a:pt x="369" y="47"/>
                    <a:pt x="369" y="48"/>
                    <a:pt x="369" y="48"/>
                  </a:cubicBezTo>
                  <a:cubicBezTo>
                    <a:pt x="370" y="47"/>
                    <a:pt x="371" y="46"/>
                    <a:pt x="372" y="46"/>
                  </a:cubicBezTo>
                  <a:cubicBezTo>
                    <a:pt x="372" y="45"/>
                    <a:pt x="373" y="44"/>
                    <a:pt x="372" y="43"/>
                  </a:cubicBezTo>
                  <a:cubicBezTo>
                    <a:pt x="372" y="43"/>
                    <a:pt x="371" y="43"/>
                    <a:pt x="371" y="43"/>
                  </a:cubicBezTo>
                  <a:cubicBezTo>
                    <a:pt x="371" y="43"/>
                    <a:pt x="371" y="43"/>
                    <a:pt x="371" y="43"/>
                  </a:cubicBezTo>
                  <a:cubicBezTo>
                    <a:pt x="372" y="42"/>
                    <a:pt x="372" y="42"/>
                    <a:pt x="372" y="42"/>
                  </a:cubicBezTo>
                  <a:cubicBezTo>
                    <a:pt x="372" y="42"/>
                    <a:pt x="372" y="41"/>
                    <a:pt x="373" y="41"/>
                  </a:cubicBezTo>
                  <a:cubicBezTo>
                    <a:pt x="373" y="41"/>
                    <a:pt x="373" y="41"/>
                    <a:pt x="374" y="41"/>
                  </a:cubicBezTo>
                  <a:cubicBezTo>
                    <a:pt x="373" y="42"/>
                    <a:pt x="375" y="41"/>
                    <a:pt x="375" y="41"/>
                  </a:cubicBezTo>
                  <a:cubicBezTo>
                    <a:pt x="375" y="42"/>
                    <a:pt x="374" y="43"/>
                    <a:pt x="375" y="43"/>
                  </a:cubicBezTo>
                  <a:cubicBezTo>
                    <a:pt x="374" y="43"/>
                    <a:pt x="373" y="43"/>
                    <a:pt x="373" y="44"/>
                  </a:cubicBezTo>
                  <a:cubicBezTo>
                    <a:pt x="372" y="44"/>
                    <a:pt x="372" y="45"/>
                    <a:pt x="373" y="46"/>
                  </a:cubicBezTo>
                  <a:cubicBezTo>
                    <a:pt x="374" y="47"/>
                    <a:pt x="376" y="45"/>
                    <a:pt x="377" y="45"/>
                  </a:cubicBezTo>
                  <a:cubicBezTo>
                    <a:pt x="377" y="45"/>
                    <a:pt x="378" y="46"/>
                    <a:pt x="378" y="46"/>
                  </a:cubicBezTo>
                  <a:cubicBezTo>
                    <a:pt x="378" y="47"/>
                    <a:pt x="380" y="47"/>
                    <a:pt x="381" y="47"/>
                  </a:cubicBezTo>
                  <a:cubicBezTo>
                    <a:pt x="382" y="47"/>
                    <a:pt x="383" y="46"/>
                    <a:pt x="384" y="46"/>
                  </a:cubicBezTo>
                  <a:cubicBezTo>
                    <a:pt x="385" y="45"/>
                    <a:pt x="385" y="44"/>
                    <a:pt x="386" y="44"/>
                  </a:cubicBezTo>
                  <a:cubicBezTo>
                    <a:pt x="385" y="44"/>
                    <a:pt x="385" y="44"/>
                    <a:pt x="385" y="44"/>
                  </a:cubicBezTo>
                  <a:cubicBezTo>
                    <a:pt x="384" y="44"/>
                    <a:pt x="384" y="44"/>
                    <a:pt x="383" y="45"/>
                  </a:cubicBezTo>
                  <a:cubicBezTo>
                    <a:pt x="383" y="45"/>
                    <a:pt x="382" y="45"/>
                    <a:pt x="382" y="44"/>
                  </a:cubicBezTo>
                  <a:cubicBezTo>
                    <a:pt x="382" y="44"/>
                    <a:pt x="381" y="44"/>
                    <a:pt x="381" y="44"/>
                  </a:cubicBezTo>
                  <a:cubicBezTo>
                    <a:pt x="380" y="44"/>
                    <a:pt x="380" y="44"/>
                    <a:pt x="379" y="44"/>
                  </a:cubicBezTo>
                  <a:cubicBezTo>
                    <a:pt x="378" y="44"/>
                    <a:pt x="378" y="45"/>
                    <a:pt x="377" y="45"/>
                  </a:cubicBezTo>
                  <a:cubicBezTo>
                    <a:pt x="377" y="45"/>
                    <a:pt x="374" y="45"/>
                    <a:pt x="376" y="45"/>
                  </a:cubicBezTo>
                  <a:cubicBezTo>
                    <a:pt x="375" y="44"/>
                    <a:pt x="375" y="44"/>
                    <a:pt x="375" y="44"/>
                  </a:cubicBezTo>
                  <a:cubicBezTo>
                    <a:pt x="375" y="43"/>
                    <a:pt x="376" y="43"/>
                    <a:pt x="376" y="43"/>
                  </a:cubicBezTo>
                  <a:cubicBezTo>
                    <a:pt x="377" y="42"/>
                    <a:pt x="379" y="41"/>
                    <a:pt x="380" y="41"/>
                  </a:cubicBezTo>
                  <a:cubicBezTo>
                    <a:pt x="380" y="41"/>
                    <a:pt x="381" y="41"/>
                    <a:pt x="381" y="41"/>
                  </a:cubicBezTo>
                  <a:cubicBezTo>
                    <a:pt x="381" y="40"/>
                    <a:pt x="380" y="41"/>
                    <a:pt x="380" y="41"/>
                  </a:cubicBezTo>
                  <a:cubicBezTo>
                    <a:pt x="380" y="40"/>
                    <a:pt x="380" y="40"/>
                    <a:pt x="380" y="40"/>
                  </a:cubicBezTo>
                  <a:cubicBezTo>
                    <a:pt x="380" y="40"/>
                    <a:pt x="379" y="40"/>
                    <a:pt x="379" y="40"/>
                  </a:cubicBezTo>
                  <a:cubicBezTo>
                    <a:pt x="378" y="40"/>
                    <a:pt x="377" y="41"/>
                    <a:pt x="376" y="41"/>
                  </a:cubicBezTo>
                  <a:cubicBezTo>
                    <a:pt x="376" y="40"/>
                    <a:pt x="377" y="40"/>
                    <a:pt x="377" y="40"/>
                  </a:cubicBezTo>
                  <a:cubicBezTo>
                    <a:pt x="376" y="40"/>
                    <a:pt x="375" y="41"/>
                    <a:pt x="374" y="41"/>
                  </a:cubicBezTo>
                  <a:cubicBezTo>
                    <a:pt x="375" y="40"/>
                    <a:pt x="377" y="40"/>
                    <a:pt x="378" y="39"/>
                  </a:cubicBezTo>
                  <a:cubicBezTo>
                    <a:pt x="377" y="39"/>
                    <a:pt x="377" y="40"/>
                    <a:pt x="376" y="40"/>
                  </a:cubicBezTo>
                  <a:cubicBezTo>
                    <a:pt x="375" y="40"/>
                    <a:pt x="374" y="41"/>
                    <a:pt x="373" y="41"/>
                  </a:cubicBezTo>
                  <a:cubicBezTo>
                    <a:pt x="373" y="41"/>
                    <a:pt x="373" y="40"/>
                    <a:pt x="373" y="40"/>
                  </a:cubicBezTo>
                  <a:cubicBezTo>
                    <a:pt x="372" y="40"/>
                    <a:pt x="371" y="40"/>
                    <a:pt x="372" y="41"/>
                  </a:cubicBezTo>
                  <a:cubicBezTo>
                    <a:pt x="371" y="41"/>
                    <a:pt x="370" y="40"/>
                    <a:pt x="370" y="40"/>
                  </a:cubicBezTo>
                  <a:cubicBezTo>
                    <a:pt x="369" y="40"/>
                    <a:pt x="368" y="40"/>
                    <a:pt x="368" y="40"/>
                  </a:cubicBezTo>
                  <a:cubicBezTo>
                    <a:pt x="367" y="40"/>
                    <a:pt x="367" y="39"/>
                    <a:pt x="368" y="39"/>
                  </a:cubicBezTo>
                  <a:cubicBezTo>
                    <a:pt x="368" y="38"/>
                    <a:pt x="369" y="38"/>
                    <a:pt x="370" y="37"/>
                  </a:cubicBezTo>
                  <a:cubicBezTo>
                    <a:pt x="370" y="37"/>
                    <a:pt x="371" y="36"/>
                    <a:pt x="371" y="35"/>
                  </a:cubicBezTo>
                  <a:cubicBezTo>
                    <a:pt x="371" y="35"/>
                    <a:pt x="370" y="35"/>
                    <a:pt x="370" y="34"/>
                  </a:cubicBezTo>
                  <a:cubicBezTo>
                    <a:pt x="370" y="34"/>
                    <a:pt x="370" y="34"/>
                    <a:pt x="370" y="33"/>
                  </a:cubicBezTo>
                  <a:cubicBezTo>
                    <a:pt x="370" y="33"/>
                    <a:pt x="369" y="32"/>
                    <a:pt x="369" y="33"/>
                  </a:cubicBezTo>
                  <a:cubicBezTo>
                    <a:pt x="369" y="32"/>
                    <a:pt x="369" y="31"/>
                    <a:pt x="368" y="31"/>
                  </a:cubicBezTo>
                  <a:cubicBezTo>
                    <a:pt x="367" y="30"/>
                    <a:pt x="366" y="31"/>
                    <a:pt x="366" y="30"/>
                  </a:cubicBezTo>
                  <a:cubicBezTo>
                    <a:pt x="365" y="30"/>
                    <a:pt x="365" y="30"/>
                    <a:pt x="366" y="29"/>
                  </a:cubicBezTo>
                  <a:cubicBezTo>
                    <a:pt x="366" y="29"/>
                    <a:pt x="365" y="28"/>
                    <a:pt x="365" y="28"/>
                  </a:cubicBezTo>
                  <a:cubicBezTo>
                    <a:pt x="364" y="28"/>
                    <a:pt x="363" y="28"/>
                    <a:pt x="362" y="28"/>
                  </a:cubicBezTo>
                  <a:cubicBezTo>
                    <a:pt x="363" y="28"/>
                    <a:pt x="363" y="28"/>
                    <a:pt x="364" y="28"/>
                  </a:cubicBezTo>
                  <a:cubicBezTo>
                    <a:pt x="363" y="28"/>
                    <a:pt x="363" y="28"/>
                    <a:pt x="363" y="28"/>
                  </a:cubicBezTo>
                  <a:cubicBezTo>
                    <a:pt x="364" y="28"/>
                    <a:pt x="366" y="28"/>
                    <a:pt x="366" y="27"/>
                  </a:cubicBezTo>
                  <a:cubicBezTo>
                    <a:pt x="368" y="26"/>
                    <a:pt x="370" y="26"/>
                    <a:pt x="371" y="25"/>
                  </a:cubicBezTo>
                  <a:cubicBezTo>
                    <a:pt x="372" y="24"/>
                    <a:pt x="373" y="23"/>
                    <a:pt x="375" y="23"/>
                  </a:cubicBezTo>
                  <a:cubicBezTo>
                    <a:pt x="377" y="23"/>
                    <a:pt x="379" y="23"/>
                    <a:pt x="381" y="23"/>
                  </a:cubicBezTo>
                  <a:cubicBezTo>
                    <a:pt x="385" y="23"/>
                    <a:pt x="389" y="23"/>
                    <a:pt x="393" y="22"/>
                  </a:cubicBezTo>
                  <a:cubicBezTo>
                    <a:pt x="395" y="21"/>
                    <a:pt x="396" y="21"/>
                    <a:pt x="398" y="20"/>
                  </a:cubicBezTo>
                  <a:cubicBezTo>
                    <a:pt x="399" y="20"/>
                    <a:pt x="400" y="19"/>
                    <a:pt x="401" y="19"/>
                  </a:cubicBezTo>
                  <a:cubicBezTo>
                    <a:pt x="401" y="19"/>
                    <a:pt x="402" y="18"/>
                    <a:pt x="403" y="18"/>
                  </a:cubicBezTo>
                  <a:cubicBezTo>
                    <a:pt x="402" y="19"/>
                    <a:pt x="402" y="19"/>
                    <a:pt x="401" y="19"/>
                  </a:cubicBezTo>
                  <a:cubicBezTo>
                    <a:pt x="402" y="19"/>
                    <a:pt x="403" y="19"/>
                    <a:pt x="403" y="18"/>
                  </a:cubicBezTo>
                  <a:cubicBezTo>
                    <a:pt x="404" y="18"/>
                    <a:pt x="405" y="17"/>
                    <a:pt x="406" y="17"/>
                  </a:cubicBezTo>
                  <a:cubicBezTo>
                    <a:pt x="406" y="16"/>
                    <a:pt x="407" y="16"/>
                    <a:pt x="407" y="16"/>
                  </a:cubicBezTo>
                  <a:cubicBezTo>
                    <a:pt x="408" y="16"/>
                    <a:pt x="410" y="15"/>
                    <a:pt x="409" y="15"/>
                  </a:cubicBezTo>
                  <a:cubicBezTo>
                    <a:pt x="410" y="14"/>
                    <a:pt x="411" y="14"/>
                    <a:pt x="412" y="14"/>
                  </a:cubicBezTo>
                  <a:cubicBezTo>
                    <a:pt x="413" y="14"/>
                    <a:pt x="414" y="14"/>
                    <a:pt x="415" y="13"/>
                  </a:cubicBezTo>
                  <a:cubicBezTo>
                    <a:pt x="415" y="13"/>
                    <a:pt x="416" y="13"/>
                    <a:pt x="417" y="12"/>
                  </a:cubicBezTo>
                  <a:cubicBezTo>
                    <a:pt x="418" y="12"/>
                    <a:pt x="420" y="11"/>
                    <a:pt x="421" y="11"/>
                  </a:cubicBezTo>
                  <a:cubicBezTo>
                    <a:pt x="422" y="11"/>
                    <a:pt x="424" y="10"/>
                    <a:pt x="425" y="10"/>
                  </a:cubicBezTo>
                  <a:cubicBezTo>
                    <a:pt x="425" y="10"/>
                    <a:pt x="425" y="10"/>
                    <a:pt x="425" y="10"/>
                  </a:cubicBezTo>
                  <a:cubicBezTo>
                    <a:pt x="425" y="10"/>
                    <a:pt x="425" y="10"/>
                    <a:pt x="425" y="10"/>
                  </a:cubicBezTo>
                  <a:cubicBezTo>
                    <a:pt x="425" y="11"/>
                    <a:pt x="424" y="10"/>
                    <a:pt x="424" y="10"/>
                  </a:cubicBezTo>
                  <a:cubicBezTo>
                    <a:pt x="424" y="11"/>
                    <a:pt x="424" y="11"/>
                    <a:pt x="425" y="11"/>
                  </a:cubicBezTo>
                  <a:cubicBezTo>
                    <a:pt x="423" y="11"/>
                    <a:pt x="422" y="11"/>
                    <a:pt x="421" y="11"/>
                  </a:cubicBezTo>
                  <a:cubicBezTo>
                    <a:pt x="422" y="11"/>
                    <a:pt x="423" y="11"/>
                    <a:pt x="423" y="11"/>
                  </a:cubicBezTo>
                  <a:cubicBezTo>
                    <a:pt x="424" y="11"/>
                    <a:pt x="425" y="11"/>
                    <a:pt x="425" y="10"/>
                  </a:cubicBezTo>
                  <a:cubicBezTo>
                    <a:pt x="426" y="10"/>
                    <a:pt x="427" y="10"/>
                    <a:pt x="428" y="10"/>
                  </a:cubicBezTo>
                  <a:cubicBezTo>
                    <a:pt x="429" y="10"/>
                    <a:pt x="430" y="10"/>
                    <a:pt x="431" y="10"/>
                  </a:cubicBezTo>
                  <a:cubicBezTo>
                    <a:pt x="431" y="10"/>
                    <a:pt x="431" y="10"/>
                    <a:pt x="431" y="10"/>
                  </a:cubicBezTo>
                  <a:cubicBezTo>
                    <a:pt x="432" y="10"/>
                    <a:pt x="432" y="10"/>
                    <a:pt x="433" y="9"/>
                  </a:cubicBezTo>
                  <a:cubicBezTo>
                    <a:pt x="434" y="9"/>
                    <a:pt x="434" y="9"/>
                    <a:pt x="435" y="9"/>
                  </a:cubicBezTo>
                  <a:cubicBezTo>
                    <a:pt x="435" y="9"/>
                    <a:pt x="434" y="9"/>
                    <a:pt x="433" y="9"/>
                  </a:cubicBezTo>
                  <a:cubicBezTo>
                    <a:pt x="436" y="8"/>
                    <a:pt x="438" y="8"/>
                    <a:pt x="441" y="7"/>
                  </a:cubicBezTo>
                  <a:cubicBezTo>
                    <a:pt x="441" y="8"/>
                    <a:pt x="442" y="7"/>
                    <a:pt x="442" y="7"/>
                  </a:cubicBezTo>
                  <a:cubicBezTo>
                    <a:pt x="442" y="8"/>
                    <a:pt x="440" y="8"/>
                    <a:pt x="439" y="8"/>
                  </a:cubicBezTo>
                  <a:cubicBezTo>
                    <a:pt x="440" y="9"/>
                    <a:pt x="440" y="8"/>
                    <a:pt x="441" y="8"/>
                  </a:cubicBezTo>
                  <a:cubicBezTo>
                    <a:pt x="440" y="9"/>
                    <a:pt x="438" y="9"/>
                    <a:pt x="437" y="10"/>
                  </a:cubicBezTo>
                  <a:cubicBezTo>
                    <a:pt x="437" y="10"/>
                    <a:pt x="439" y="9"/>
                    <a:pt x="439" y="10"/>
                  </a:cubicBezTo>
                  <a:cubicBezTo>
                    <a:pt x="439" y="10"/>
                    <a:pt x="439" y="10"/>
                    <a:pt x="438" y="10"/>
                  </a:cubicBezTo>
                  <a:cubicBezTo>
                    <a:pt x="438" y="10"/>
                    <a:pt x="438" y="11"/>
                    <a:pt x="438" y="11"/>
                  </a:cubicBezTo>
                  <a:cubicBezTo>
                    <a:pt x="438" y="11"/>
                    <a:pt x="438" y="11"/>
                    <a:pt x="438" y="10"/>
                  </a:cubicBezTo>
                  <a:cubicBezTo>
                    <a:pt x="439" y="10"/>
                    <a:pt x="439" y="10"/>
                    <a:pt x="439" y="10"/>
                  </a:cubicBezTo>
                  <a:cubicBezTo>
                    <a:pt x="440" y="9"/>
                    <a:pt x="441" y="8"/>
                    <a:pt x="442" y="8"/>
                  </a:cubicBezTo>
                  <a:cubicBezTo>
                    <a:pt x="442" y="9"/>
                    <a:pt x="443" y="8"/>
                    <a:pt x="443" y="8"/>
                  </a:cubicBezTo>
                  <a:cubicBezTo>
                    <a:pt x="444" y="8"/>
                    <a:pt x="445" y="8"/>
                    <a:pt x="446" y="8"/>
                  </a:cubicBezTo>
                  <a:cubicBezTo>
                    <a:pt x="445" y="8"/>
                    <a:pt x="445" y="8"/>
                    <a:pt x="444" y="8"/>
                  </a:cubicBezTo>
                  <a:cubicBezTo>
                    <a:pt x="444" y="8"/>
                    <a:pt x="443" y="8"/>
                    <a:pt x="442" y="8"/>
                  </a:cubicBezTo>
                  <a:cubicBezTo>
                    <a:pt x="442" y="8"/>
                    <a:pt x="443" y="7"/>
                    <a:pt x="443" y="7"/>
                  </a:cubicBezTo>
                  <a:cubicBezTo>
                    <a:pt x="442" y="7"/>
                    <a:pt x="442" y="7"/>
                    <a:pt x="441" y="7"/>
                  </a:cubicBezTo>
                  <a:cubicBezTo>
                    <a:pt x="443" y="6"/>
                    <a:pt x="444" y="6"/>
                    <a:pt x="446" y="6"/>
                  </a:cubicBezTo>
                  <a:cubicBezTo>
                    <a:pt x="447" y="6"/>
                    <a:pt x="448" y="5"/>
                    <a:pt x="449" y="5"/>
                  </a:cubicBezTo>
                  <a:cubicBezTo>
                    <a:pt x="450" y="5"/>
                    <a:pt x="451" y="5"/>
                    <a:pt x="452" y="5"/>
                  </a:cubicBezTo>
                  <a:cubicBezTo>
                    <a:pt x="451" y="5"/>
                    <a:pt x="450" y="5"/>
                    <a:pt x="450" y="5"/>
                  </a:cubicBezTo>
                  <a:cubicBezTo>
                    <a:pt x="450" y="5"/>
                    <a:pt x="451" y="5"/>
                    <a:pt x="451" y="5"/>
                  </a:cubicBezTo>
                  <a:cubicBezTo>
                    <a:pt x="451" y="6"/>
                    <a:pt x="449" y="5"/>
                    <a:pt x="448" y="6"/>
                  </a:cubicBezTo>
                  <a:cubicBezTo>
                    <a:pt x="449" y="6"/>
                    <a:pt x="449" y="6"/>
                    <a:pt x="449" y="6"/>
                  </a:cubicBezTo>
                  <a:cubicBezTo>
                    <a:pt x="449" y="6"/>
                    <a:pt x="449" y="6"/>
                    <a:pt x="449" y="6"/>
                  </a:cubicBezTo>
                  <a:cubicBezTo>
                    <a:pt x="449" y="6"/>
                    <a:pt x="450" y="6"/>
                    <a:pt x="450" y="6"/>
                  </a:cubicBezTo>
                  <a:cubicBezTo>
                    <a:pt x="450" y="6"/>
                    <a:pt x="452" y="6"/>
                    <a:pt x="452" y="5"/>
                  </a:cubicBezTo>
                  <a:cubicBezTo>
                    <a:pt x="452" y="5"/>
                    <a:pt x="451" y="5"/>
                    <a:pt x="451" y="5"/>
                  </a:cubicBezTo>
                  <a:cubicBezTo>
                    <a:pt x="452" y="5"/>
                    <a:pt x="453" y="5"/>
                    <a:pt x="453" y="5"/>
                  </a:cubicBezTo>
                  <a:cubicBezTo>
                    <a:pt x="454" y="6"/>
                    <a:pt x="456" y="5"/>
                    <a:pt x="456" y="5"/>
                  </a:cubicBezTo>
                  <a:cubicBezTo>
                    <a:pt x="456" y="5"/>
                    <a:pt x="456" y="5"/>
                    <a:pt x="456" y="5"/>
                  </a:cubicBezTo>
                  <a:cubicBezTo>
                    <a:pt x="456" y="5"/>
                    <a:pt x="457" y="5"/>
                    <a:pt x="457" y="5"/>
                  </a:cubicBezTo>
                  <a:cubicBezTo>
                    <a:pt x="458" y="5"/>
                    <a:pt x="459" y="5"/>
                    <a:pt x="460" y="5"/>
                  </a:cubicBezTo>
                  <a:cubicBezTo>
                    <a:pt x="462" y="5"/>
                    <a:pt x="464" y="4"/>
                    <a:pt x="466" y="3"/>
                  </a:cubicBezTo>
                  <a:cubicBezTo>
                    <a:pt x="468" y="3"/>
                    <a:pt x="470" y="2"/>
                    <a:pt x="472" y="2"/>
                  </a:cubicBezTo>
                  <a:cubicBezTo>
                    <a:pt x="474" y="1"/>
                    <a:pt x="476" y="1"/>
                    <a:pt x="478" y="0"/>
                  </a:cubicBezTo>
                  <a:cubicBezTo>
                    <a:pt x="478" y="0"/>
                    <a:pt x="478" y="0"/>
                    <a:pt x="478" y="0"/>
                  </a:cubicBezTo>
                  <a:cubicBezTo>
                    <a:pt x="477" y="0"/>
                    <a:pt x="476" y="0"/>
                    <a:pt x="476" y="1"/>
                  </a:cubicBezTo>
                  <a:cubicBezTo>
                    <a:pt x="476" y="1"/>
                    <a:pt x="476" y="1"/>
                    <a:pt x="476" y="1"/>
                  </a:cubicBezTo>
                  <a:cubicBezTo>
                    <a:pt x="477" y="1"/>
                    <a:pt x="477" y="1"/>
                    <a:pt x="478" y="1"/>
                  </a:cubicBezTo>
                  <a:cubicBezTo>
                    <a:pt x="478" y="2"/>
                    <a:pt x="477" y="2"/>
                    <a:pt x="477" y="2"/>
                  </a:cubicBezTo>
                  <a:cubicBezTo>
                    <a:pt x="478" y="2"/>
                    <a:pt x="478" y="2"/>
                    <a:pt x="479" y="2"/>
                  </a:cubicBezTo>
                  <a:cubicBezTo>
                    <a:pt x="479" y="2"/>
                    <a:pt x="479" y="2"/>
                    <a:pt x="479" y="2"/>
                  </a:cubicBezTo>
                  <a:cubicBezTo>
                    <a:pt x="480" y="2"/>
                    <a:pt x="481" y="2"/>
                    <a:pt x="480" y="2"/>
                  </a:cubicBezTo>
                  <a:cubicBezTo>
                    <a:pt x="480" y="3"/>
                    <a:pt x="479" y="3"/>
                    <a:pt x="478" y="3"/>
                  </a:cubicBezTo>
                  <a:cubicBezTo>
                    <a:pt x="477" y="4"/>
                    <a:pt x="475" y="4"/>
                    <a:pt x="474" y="4"/>
                  </a:cubicBezTo>
                  <a:cubicBezTo>
                    <a:pt x="474" y="4"/>
                    <a:pt x="474" y="4"/>
                    <a:pt x="474" y="4"/>
                  </a:cubicBezTo>
                  <a:cubicBezTo>
                    <a:pt x="474" y="4"/>
                    <a:pt x="473" y="4"/>
                    <a:pt x="473" y="4"/>
                  </a:cubicBezTo>
                  <a:cubicBezTo>
                    <a:pt x="473" y="4"/>
                    <a:pt x="474" y="4"/>
                    <a:pt x="473" y="4"/>
                  </a:cubicBezTo>
                  <a:cubicBezTo>
                    <a:pt x="474" y="4"/>
                    <a:pt x="474" y="4"/>
                    <a:pt x="474" y="4"/>
                  </a:cubicBezTo>
                  <a:cubicBezTo>
                    <a:pt x="473" y="5"/>
                    <a:pt x="473" y="5"/>
                    <a:pt x="472" y="6"/>
                  </a:cubicBezTo>
                  <a:cubicBezTo>
                    <a:pt x="473" y="6"/>
                    <a:pt x="473" y="5"/>
                    <a:pt x="474" y="5"/>
                  </a:cubicBezTo>
                  <a:cubicBezTo>
                    <a:pt x="475" y="5"/>
                    <a:pt x="475" y="5"/>
                    <a:pt x="476" y="5"/>
                  </a:cubicBezTo>
                  <a:cubicBezTo>
                    <a:pt x="478" y="5"/>
                    <a:pt x="479" y="3"/>
                    <a:pt x="481" y="3"/>
                  </a:cubicBezTo>
                  <a:cubicBezTo>
                    <a:pt x="481" y="3"/>
                    <a:pt x="481" y="3"/>
                    <a:pt x="481" y="4"/>
                  </a:cubicBezTo>
                  <a:cubicBezTo>
                    <a:pt x="481" y="4"/>
                    <a:pt x="481" y="3"/>
                    <a:pt x="481" y="3"/>
                  </a:cubicBezTo>
                  <a:cubicBezTo>
                    <a:pt x="482" y="3"/>
                    <a:pt x="481" y="3"/>
                    <a:pt x="482" y="3"/>
                  </a:cubicBezTo>
                  <a:cubicBezTo>
                    <a:pt x="482" y="3"/>
                    <a:pt x="482" y="3"/>
                    <a:pt x="482" y="3"/>
                  </a:cubicBezTo>
                  <a:cubicBezTo>
                    <a:pt x="483" y="2"/>
                    <a:pt x="482" y="3"/>
                    <a:pt x="483" y="3"/>
                  </a:cubicBezTo>
                  <a:cubicBezTo>
                    <a:pt x="483" y="3"/>
                    <a:pt x="483" y="2"/>
                    <a:pt x="484" y="2"/>
                  </a:cubicBezTo>
                  <a:cubicBezTo>
                    <a:pt x="483" y="3"/>
                    <a:pt x="482" y="3"/>
                    <a:pt x="482" y="3"/>
                  </a:cubicBezTo>
                  <a:cubicBezTo>
                    <a:pt x="483" y="4"/>
                    <a:pt x="483" y="3"/>
                    <a:pt x="484" y="3"/>
                  </a:cubicBezTo>
                  <a:cubicBezTo>
                    <a:pt x="484" y="3"/>
                    <a:pt x="485" y="3"/>
                    <a:pt x="485" y="4"/>
                  </a:cubicBezTo>
                  <a:cubicBezTo>
                    <a:pt x="484" y="4"/>
                    <a:pt x="483" y="4"/>
                    <a:pt x="482" y="5"/>
                  </a:cubicBezTo>
                  <a:cubicBezTo>
                    <a:pt x="482" y="5"/>
                    <a:pt x="483" y="5"/>
                    <a:pt x="483" y="5"/>
                  </a:cubicBezTo>
                  <a:cubicBezTo>
                    <a:pt x="483" y="5"/>
                    <a:pt x="483" y="5"/>
                    <a:pt x="482" y="5"/>
                  </a:cubicBezTo>
                  <a:cubicBezTo>
                    <a:pt x="483" y="5"/>
                    <a:pt x="485" y="5"/>
                    <a:pt x="484" y="6"/>
                  </a:cubicBezTo>
                  <a:cubicBezTo>
                    <a:pt x="486" y="6"/>
                    <a:pt x="488" y="5"/>
                    <a:pt x="489" y="5"/>
                  </a:cubicBezTo>
                  <a:cubicBezTo>
                    <a:pt x="490" y="4"/>
                    <a:pt x="491" y="5"/>
                    <a:pt x="492" y="4"/>
                  </a:cubicBezTo>
                  <a:cubicBezTo>
                    <a:pt x="493" y="4"/>
                    <a:pt x="494" y="4"/>
                    <a:pt x="495" y="4"/>
                  </a:cubicBezTo>
                  <a:cubicBezTo>
                    <a:pt x="494" y="5"/>
                    <a:pt x="495" y="5"/>
                    <a:pt x="496" y="5"/>
                  </a:cubicBezTo>
                  <a:cubicBezTo>
                    <a:pt x="496" y="5"/>
                    <a:pt x="496" y="5"/>
                    <a:pt x="495" y="5"/>
                  </a:cubicBezTo>
                  <a:cubicBezTo>
                    <a:pt x="496" y="5"/>
                    <a:pt x="497" y="5"/>
                    <a:pt x="496" y="5"/>
                  </a:cubicBezTo>
                  <a:cubicBezTo>
                    <a:pt x="497" y="4"/>
                    <a:pt x="498" y="5"/>
                    <a:pt x="499" y="5"/>
                  </a:cubicBezTo>
                  <a:cubicBezTo>
                    <a:pt x="499" y="5"/>
                    <a:pt x="497" y="6"/>
                    <a:pt x="497" y="6"/>
                  </a:cubicBezTo>
                  <a:cubicBezTo>
                    <a:pt x="497" y="6"/>
                    <a:pt x="494" y="6"/>
                    <a:pt x="495" y="7"/>
                  </a:cubicBezTo>
                  <a:cubicBezTo>
                    <a:pt x="495" y="7"/>
                    <a:pt x="496" y="7"/>
                    <a:pt x="497" y="7"/>
                  </a:cubicBezTo>
                  <a:cubicBezTo>
                    <a:pt x="497" y="7"/>
                    <a:pt x="496" y="8"/>
                    <a:pt x="496" y="8"/>
                  </a:cubicBezTo>
                  <a:cubicBezTo>
                    <a:pt x="497" y="7"/>
                    <a:pt x="498" y="7"/>
                    <a:pt x="499" y="8"/>
                  </a:cubicBezTo>
                  <a:cubicBezTo>
                    <a:pt x="498" y="8"/>
                    <a:pt x="498" y="8"/>
                    <a:pt x="497" y="8"/>
                  </a:cubicBezTo>
                  <a:cubicBezTo>
                    <a:pt x="498" y="8"/>
                    <a:pt x="497" y="8"/>
                    <a:pt x="497" y="8"/>
                  </a:cubicBezTo>
                  <a:cubicBezTo>
                    <a:pt x="496" y="8"/>
                    <a:pt x="496" y="8"/>
                    <a:pt x="496" y="9"/>
                  </a:cubicBezTo>
                  <a:cubicBezTo>
                    <a:pt x="497" y="9"/>
                    <a:pt x="498" y="9"/>
                    <a:pt x="499" y="9"/>
                  </a:cubicBezTo>
                  <a:cubicBezTo>
                    <a:pt x="499" y="9"/>
                    <a:pt x="500" y="9"/>
                    <a:pt x="500" y="9"/>
                  </a:cubicBezTo>
                  <a:cubicBezTo>
                    <a:pt x="500" y="9"/>
                    <a:pt x="501" y="9"/>
                    <a:pt x="501" y="9"/>
                  </a:cubicBezTo>
                  <a:cubicBezTo>
                    <a:pt x="502" y="8"/>
                    <a:pt x="503" y="9"/>
                    <a:pt x="504" y="8"/>
                  </a:cubicBezTo>
                  <a:cubicBezTo>
                    <a:pt x="505" y="8"/>
                    <a:pt x="505" y="8"/>
                    <a:pt x="505" y="8"/>
                  </a:cubicBezTo>
                  <a:cubicBezTo>
                    <a:pt x="505" y="8"/>
                    <a:pt x="507" y="8"/>
                    <a:pt x="506" y="8"/>
                  </a:cubicBezTo>
                  <a:cubicBezTo>
                    <a:pt x="507" y="8"/>
                    <a:pt x="507" y="8"/>
                    <a:pt x="507" y="8"/>
                  </a:cubicBezTo>
                  <a:cubicBezTo>
                    <a:pt x="507" y="9"/>
                    <a:pt x="506" y="9"/>
                    <a:pt x="506" y="9"/>
                  </a:cubicBezTo>
                  <a:cubicBezTo>
                    <a:pt x="508" y="9"/>
                    <a:pt x="509" y="8"/>
                    <a:pt x="510" y="8"/>
                  </a:cubicBezTo>
                  <a:cubicBezTo>
                    <a:pt x="511" y="8"/>
                    <a:pt x="512" y="8"/>
                    <a:pt x="512" y="8"/>
                  </a:cubicBezTo>
                  <a:cubicBezTo>
                    <a:pt x="512" y="8"/>
                    <a:pt x="513" y="8"/>
                    <a:pt x="513" y="8"/>
                  </a:cubicBezTo>
                  <a:cubicBezTo>
                    <a:pt x="513" y="8"/>
                    <a:pt x="514" y="8"/>
                    <a:pt x="514" y="8"/>
                  </a:cubicBezTo>
                  <a:cubicBezTo>
                    <a:pt x="514" y="8"/>
                    <a:pt x="516" y="8"/>
                    <a:pt x="516" y="9"/>
                  </a:cubicBezTo>
                  <a:cubicBezTo>
                    <a:pt x="517" y="9"/>
                    <a:pt x="519" y="9"/>
                    <a:pt x="518" y="10"/>
                  </a:cubicBezTo>
                  <a:cubicBezTo>
                    <a:pt x="518" y="10"/>
                    <a:pt x="521" y="9"/>
                    <a:pt x="521" y="10"/>
                  </a:cubicBezTo>
                  <a:cubicBezTo>
                    <a:pt x="521" y="10"/>
                    <a:pt x="522" y="10"/>
                    <a:pt x="521" y="10"/>
                  </a:cubicBezTo>
                  <a:cubicBezTo>
                    <a:pt x="522" y="10"/>
                    <a:pt x="522" y="10"/>
                    <a:pt x="522" y="10"/>
                  </a:cubicBezTo>
                  <a:cubicBezTo>
                    <a:pt x="522" y="10"/>
                    <a:pt x="522" y="10"/>
                    <a:pt x="522" y="11"/>
                  </a:cubicBezTo>
                  <a:cubicBezTo>
                    <a:pt x="522" y="11"/>
                    <a:pt x="524" y="11"/>
                    <a:pt x="525" y="11"/>
                  </a:cubicBezTo>
                  <a:cubicBezTo>
                    <a:pt x="526" y="11"/>
                    <a:pt x="528" y="11"/>
                    <a:pt x="529" y="11"/>
                  </a:cubicBezTo>
                  <a:cubicBezTo>
                    <a:pt x="531" y="11"/>
                    <a:pt x="532" y="11"/>
                    <a:pt x="533" y="11"/>
                  </a:cubicBezTo>
                  <a:cubicBezTo>
                    <a:pt x="533" y="11"/>
                    <a:pt x="534" y="11"/>
                    <a:pt x="534" y="11"/>
                  </a:cubicBezTo>
                  <a:cubicBezTo>
                    <a:pt x="535" y="11"/>
                    <a:pt x="535" y="12"/>
                    <a:pt x="535" y="12"/>
                  </a:cubicBezTo>
                  <a:cubicBezTo>
                    <a:pt x="535" y="12"/>
                    <a:pt x="536" y="12"/>
                    <a:pt x="536" y="12"/>
                  </a:cubicBezTo>
                  <a:cubicBezTo>
                    <a:pt x="536" y="12"/>
                    <a:pt x="537" y="12"/>
                    <a:pt x="537" y="12"/>
                  </a:cubicBezTo>
                  <a:cubicBezTo>
                    <a:pt x="537" y="12"/>
                    <a:pt x="536" y="13"/>
                    <a:pt x="536" y="13"/>
                  </a:cubicBezTo>
                  <a:cubicBezTo>
                    <a:pt x="538" y="13"/>
                    <a:pt x="540" y="13"/>
                    <a:pt x="541" y="13"/>
                  </a:cubicBezTo>
                  <a:cubicBezTo>
                    <a:pt x="542" y="13"/>
                    <a:pt x="543" y="12"/>
                    <a:pt x="543" y="12"/>
                  </a:cubicBezTo>
                  <a:cubicBezTo>
                    <a:pt x="544" y="12"/>
                    <a:pt x="545" y="12"/>
                    <a:pt x="545" y="12"/>
                  </a:cubicBezTo>
                  <a:cubicBezTo>
                    <a:pt x="545" y="12"/>
                    <a:pt x="545" y="13"/>
                    <a:pt x="545" y="13"/>
                  </a:cubicBezTo>
                  <a:cubicBezTo>
                    <a:pt x="545" y="13"/>
                    <a:pt x="545" y="12"/>
                    <a:pt x="546" y="12"/>
                  </a:cubicBezTo>
                  <a:cubicBezTo>
                    <a:pt x="546" y="12"/>
                    <a:pt x="547" y="12"/>
                    <a:pt x="548" y="12"/>
                  </a:cubicBezTo>
                  <a:cubicBezTo>
                    <a:pt x="548" y="12"/>
                    <a:pt x="549" y="12"/>
                    <a:pt x="550" y="12"/>
                  </a:cubicBezTo>
                  <a:cubicBezTo>
                    <a:pt x="550" y="12"/>
                    <a:pt x="551" y="12"/>
                    <a:pt x="551" y="12"/>
                  </a:cubicBezTo>
                  <a:cubicBezTo>
                    <a:pt x="551" y="12"/>
                    <a:pt x="551" y="12"/>
                    <a:pt x="551" y="12"/>
                  </a:cubicBezTo>
                  <a:cubicBezTo>
                    <a:pt x="551" y="12"/>
                    <a:pt x="551" y="12"/>
                    <a:pt x="551" y="12"/>
                  </a:cubicBezTo>
                  <a:cubicBezTo>
                    <a:pt x="552" y="11"/>
                    <a:pt x="552" y="12"/>
                    <a:pt x="552" y="12"/>
                  </a:cubicBezTo>
                  <a:cubicBezTo>
                    <a:pt x="553" y="12"/>
                    <a:pt x="553" y="12"/>
                    <a:pt x="553" y="12"/>
                  </a:cubicBezTo>
                  <a:cubicBezTo>
                    <a:pt x="553" y="12"/>
                    <a:pt x="554" y="12"/>
                    <a:pt x="554" y="12"/>
                  </a:cubicBezTo>
                  <a:cubicBezTo>
                    <a:pt x="554" y="12"/>
                    <a:pt x="555" y="12"/>
                    <a:pt x="555" y="13"/>
                  </a:cubicBezTo>
                  <a:cubicBezTo>
                    <a:pt x="555" y="13"/>
                    <a:pt x="555" y="13"/>
                    <a:pt x="555" y="13"/>
                  </a:cubicBezTo>
                  <a:cubicBezTo>
                    <a:pt x="555" y="13"/>
                    <a:pt x="555" y="13"/>
                    <a:pt x="555" y="13"/>
                  </a:cubicBezTo>
                  <a:cubicBezTo>
                    <a:pt x="555" y="13"/>
                    <a:pt x="555" y="13"/>
                    <a:pt x="555" y="13"/>
                  </a:cubicBezTo>
                  <a:cubicBezTo>
                    <a:pt x="555" y="14"/>
                    <a:pt x="555" y="14"/>
                    <a:pt x="556" y="14"/>
                  </a:cubicBezTo>
                  <a:cubicBezTo>
                    <a:pt x="556" y="14"/>
                    <a:pt x="556" y="14"/>
                    <a:pt x="556" y="14"/>
                  </a:cubicBezTo>
                  <a:cubicBezTo>
                    <a:pt x="557" y="14"/>
                    <a:pt x="556" y="14"/>
                    <a:pt x="556" y="14"/>
                  </a:cubicBezTo>
                  <a:cubicBezTo>
                    <a:pt x="557" y="15"/>
                    <a:pt x="557" y="14"/>
                    <a:pt x="557" y="14"/>
                  </a:cubicBezTo>
                  <a:cubicBezTo>
                    <a:pt x="558" y="15"/>
                    <a:pt x="558" y="15"/>
                    <a:pt x="559" y="15"/>
                  </a:cubicBezTo>
                  <a:cubicBezTo>
                    <a:pt x="559" y="15"/>
                    <a:pt x="559" y="16"/>
                    <a:pt x="559" y="16"/>
                  </a:cubicBezTo>
                  <a:cubicBezTo>
                    <a:pt x="559" y="16"/>
                    <a:pt x="560" y="16"/>
                    <a:pt x="560" y="16"/>
                  </a:cubicBezTo>
                  <a:cubicBezTo>
                    <a:pt x="560" y="16"/>
                    <a:pt x="560" y="16"/>
                    <a:pt x="560" y="16"/>
                  </a:cubicBezTo>
                  <a:cubicBezTo>
                    <a:pt x="561" y="15"/>
                    <a:pt x="561" y="16"/>
                    <a:pt x="562" y="16"/>
                  </a:cubicBezTo>
                  <a:cubicBezTo>
                    <a:pt x="535" y="36"/>
                    <a:pt x="509" y="57"/>
                    <a:pt x="484" y="78"/>
                  </a:cubicBezTo>
                  <a:cubicBezTo>
                    <a:pt x="478" y="84"/>
                    <a:pt x="472" y="89"/>
                    <a:pt x="465" y="94"/>
                  </a:cubicBezTo>
                  <a:cubicBezTo>
                    <a:pt x="462" y="97"/>
                    <a:pt x="460" y="100"/>
                    <a:pt x="457" y="102"/>
                  </a:cubicBezTo>
                  <a:cubicBezTo>
                    <a:pt x="456" y="103"/>
                    <a:pt x="455" y="103"/>
                    <a:pt x="454" y="104"/>
                  </a:cubicBezTo>
                  <a:cubicBezTo>
                    <a:pt x="454" y="105"/>
                    <a:pt x="453" y="105"/>
                    <a:pt x="453" y="106"/>
                  </a:cubicBezTo>
                  <a:close/>
                  <a:moveTo>
                    <a:pt x="493" y="8"/>
                  </a:moveTo>
                  <a:cubicBezTo>
                    <a:pt x="493" y="8"/>
                    <a:pt x="494" y="8"/>
                    <a:pt x="495" y="8"/>
                  </a:cubicBezTo>
                  <a:cubicBezTo>
                    <a:pt x="495" y="8"/>
                    <a:pt x="496" y="8"/>
                    <a:pt x="496" y="8"/>
                  </a:cubicBezTo>
                  <a:cubicBezTo>
                    <a:pt x="495" y="8"/>
                    <a:pt x="493" y="7"/>
                    <a:pt x="493" y="8"/>
                  </a:cubicBezTo>
                  <a:close/>
                  <a:moveTo>
                    <a:pt x="278" y="97"/>
                  </a:moveTo>
                  <a:cubicBezTo>
                    <a:pt x="278" y="97"/>
                    <a:pt x="277" y="97"/>
                    <a:pt x="277" y="98"/>
                  </a:cubicBezTo>
                  <a:cubicBezTo>
                    <a:pt x="277" y="97"/>
                    <a:pt x="278" y="97"/>
                    <a:pt x="278" y="97"/>
                  </a:cubicBezTo>
                  <a:close/>
                  <a:moveTo>
                    <a:pt x="314" y="79"/>
                  </a:moveTo>
                  <a:cubicBezTo>
                    <a:pt x="313" y="79"/>
                    <a:pt x="312" y="79"/>
                    <a:pt x="311" y="79"/>
                  </a:cubicBezTo>
                  <a:cubicBezTo>
                    <a:pt x="312" y="79"/>
                    <a:pt x="313" y="79"/>
                    <a:pt x="314" y="79"/>
                  </a:cubicBezTo>
                  <a:close/>
                  <a:moveTo>
                    <a:pt x="292" y="134"/>
                  </a:moveTo>
                  <a:cubicBezTo>
                    <a:pt x="292" y="134"/>
                    <a:pt x="292" y="134"/>
                    <a:pt x="291" y="135"/>
                  </a:cubicBezTo>
                  <a:cubicBezTo>
                    <a:pt x="292" y="134"/>
                    <a:pt x="292" y="134"/>
                    <a:pt x="292" y="13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42" name="United Kingdom">
              <a:extLst>
                <a:ext uri="{FF2B5EF4-FFF2-40B4-BE49-F238E27FC236}">
                  <a16:creationId xmlns:a16="http://schemas.microsoft.com/office/drawing/2014/main" id="{F62AF94D-DF9F-03A7-49FC-187FC60E999B}"/>
                </a:ext>
              </a:extLst>
            </p:cNvPr>
            <p:cNvSpPr>
              <a:spLocks noEditPoints="1"/>
            </p:cNvSpPr>
            <p:nvPr/>
          </p:nvSpPr>
          <p:spPr bwMode="auto">
            <a:xfrm>
              <a:off x="5375189" y="1704698"/>
              <a:ext cx="425391" cy="432252"/>
            </a:xfrm>
            <a:custGeom>
              <a:avLst/>
              <a:gdLst/>
              <a:ahLst/>
              <a:cxnLst>
                <a:cxn ang="0">
                  <a:pos x="88" y="21"/>
                </a:cxn>
                <a:cxn ang="0">
                  <a:pos x="59" y="40"/>
                </a:cxn>
                <a:cxn ang="0">
                  <a:pos x="102" y="9"/>
                </a:cxn>
                <a:cxn ang="0">
                  <a:pos x="103" y="5"/>
                </a:cxn>
                <a:cxn ang="0">
                  <a:pos x="101" y="4"/>
                </a:cxn>
                <a:cxn ang="0">
                  <a:pos x="93" y="105"/>
                </a:cxn>
                <a:cxn ang="0">
                  <a:pos x="115" y="93"/>
                </a:cxn>
                <a:cxn ang="0">
                  <a:pos x="111" y="98"/>
                </a:cxn>
                <a:cxn ang="0">
                  <a:pos x="98" y="105"/>
                </a:cxn>
                <a:cxn ang="0">
                  <a:pos x="87" y="106"/>
                </a:cxn>
                <a:cxn ang="0">
                  <a:pos x="74" y="110"/>
                </a:cxn>
                <a:cxn ang="0">
                  <a:pos x="63" y="111"/>
                </a:cxn>
                <a:cxn ang="0">
                  <a:pos x="62" y="108"/>
                </a:cxn>
                <a:cxn ang="0">
                  <a:pos x="80" y="100"/>
                </a:cxn>
                <a:cxn ang="0">
                  <a:pos x="70" y="96"/>
                </a:cxn>
                <a:cxn ang="0">
                  <a:pos x="63" y="95"/>
                </a:cxn>
                <a:cxn ang="0">
                  <a:pos x="72" y="86"/>
                </a:cxn>
                <a:cxn ang="0">
                  <a:pos x="74" y="79"/>
                </a:cxn>
                <a:cxn ang="0">
                  <a:pos x="82" y="72"/>
                </a:cxn>
                <a:cxn ang="0">
                  <a:pos x="79" y="63"/>
                </a:cxn>
                <a:cxn ang="0">
                  <a:pos x="75" y="63"/>
                </a:cxn>
                <a:cxn ang="0">
                  <a:pos x="67" y="60"/>
                </a:cxn>
                <a:cxn ang="0">
                  <a:pos x="69" y="48"/>
                </a:cxn>
                <a:cxn ang="0">
                  <a:pos x="64" y="50"/>
                </a:cxn>
                <a:cxn ang="0">
                  <a:pos x="62" y="51"/>
                </a:cxn>
                <a:cxn ang="0">
                  <a:pos x="65" y="45"/>
                </a:cxn>
                <a:cxn ang="0">
                  <a:pos x="62" y="43"/>
                </a:cxn>
                <a:cxn ang="0">
                  <a:pos x="63" y="40"/>
                </a:cxn>
                <a:cxn ang="0">
                  <a:pos x="65" y="36"/>
                </a:cxn>
                <a:cxn ang="0">
                  <a:pos x="66" y="31"/>
                </a:cxn>
                <a:cxn ang="0">
                  <a:pos x="70" y="27"/>
                </a:cxn>
                <a:cxn ang="0">
                  <a:pos x="75" y="24"/>
                </a:cxn>
                <a:cxn ang="0">
                  <a:pos x="77" y="30"/>
                </a:cxn>
                <a:cxn ang="0">
                  <a:pos x="76" y="34"/>
                </a:cxn>
                <a:cxn ang="0">
                  <a:pos x="93" y="33"/>
                </a:cxn>
                <a:cxn ang="0">
                  <a:pos x="86" y="45"/>
                </a:cxn>
                <a:cxn ang="0">
                  <a:pos x="87" y="50"/>
                </a:cxn>
                <a:cxn ang="0">
                  <a:pos x="104" y="68"/>
                </a:cxn>
                <a:cxn ang="0">
                  <a:pos x="106" y="75"/>
                </a:cxn>
                <a:cxn ang="0">
                  <a:pos x="120" y="88"/>
                </a:cxn>
                <a:cxn ang="0">
                  <a:pos x="61" y="65"/>
                </a:cxn>
                <a:cxn ang="0">
                  <a:pos x="59" y="60"/>
                </a:cxn>
                <a:cxn ang="0">
                  <a:pos x="43" y="65"/>
                </a:cxn>
                <a:cxn ang="0">
                  <a:pos x="51" y="67"/>
                </a:cxn>
                <a:cxn ang="0">
                  <a:pos x="65" y="56"/>
                </a:cxn>
                <a:cxn ang="0">
                  <a:pos x="51" y="36"/>
                </a:cxn>
                <a:cxn ang="0">
                  <a:pos x="60" y="36"/>
                </a:cxn>
                <a:cxn ang="0">
                  <a:pos x="57" y="36"/>
                </a:cxn>
                <a:cxn ang="0">
                  <a:pos x="58" y="44"/>
                </a:cxn>
                <a:cxn ang="0">
                  <a:pos x="62" y="46"/>
                </a:cxn>
                <a:cxn ang="0">
                  <a:pos x="57" y="29"/>
                </a:cxn>
                <a:cxn ang="0">
                  <a:pos x="60" y="27"/>
                </a:cxn>
                <a:cxn ang="0">
                  <a:pos x="54" y="29"/>
                </a:cxn>
                <a:cxn ang="0">
                  <a:pos x="59" y="53"/>
                </a:cxn>
                <a:cxn ang="0">
                  <a:pos x="56" y="31"/>
                </a:cxn>
                <a:cxn ang="0">
                  <a:pos x="53" y="33"/>
                </a:cxn>
                <a:cxn ang="0">
                  <a:pos x="105" y="2"/>
                </a:cxn>
                <a:cxn ang="0">
                  <a:pos x="52" y="35"/>
                </a:cxn>
                <a:cxn ang="0">
                  <a:pos x="54" y="44"/>
                </a:cxn>
                <a:cxn ang="0">
                  <a:pos x="70" y="67"/>
                </a:cxn>
              </a:cxnLst>
              <a:rect l="0" t="0" r="r" b="b"/>
              <a:pathLst>
                <a:path w="120" h="122">
                  <a:moveTo>
                    <a:pt x="1" y="34"/>
                  </a:moveTo>
                  <a:cubicBezTo>
                    <a:pt x="1" y="34"/>
                    <a:pt x="1" y="34"/>
                    <a:pt x="1" y="34"/>
                  </a:cubicBezTo>
                  <a:cubicBezTo>
                    <a:pt x="1" y="34"/>
                    <a:pt x="0" y="33"/>
                    <a:pt x="1" y="34"/>
                  </a:cubicBezTo>
                  <a:close/>
                  <a:moveTo>
                    <a:pt x="103" y="4"/>
                  </a:moveTo>
                  <a:cubicBezTo>
                    <a:pt x="103" y="4"/>
                    <a:pt x="103" y="4"/>
                    <a:pt x="103" y="4"/>
                  </a:cubicBezTo>
                  <a:cubicBezTo>
                    <a:pt x="103" y="5"/>
                    <a:pt x="104" y="3"/>
                    <a:pt x="103" y="3"/>
                  </a:cubicBezTo>
                  <a:cubicBezTo>
                    <a:pt x="104" y="3"/>
                    <a:pt x="103" y="3"/>
                    <a:pt x="103" y="3"/>
                  </a:cubicBezTo>
                  <a:cubicBezTo>
                    <a:pt x="104" y="3"/>
                    <a:pt x="104" y="2"/>
                    <a:pt x="104" y="2"/>
                  </a:cubicBezTo>
                  <a:cubicBezTo>
                    <a:pt x="103" y="1"/>
                    <a:pt x="103" y="3"/>
                    <a:pt x="103" y="3"/>
                  </a:cubicBezTo>
                  <a:cubicBezTo>
                    <a:pt x="102" y="2"/>
                    <a:pt x="102" y="4"/>
                    <a:pt x="103" y="4"/>
                  </a:cubicBezTo>
                  <a:close/>
                  <a:moveTo>
                    <a:pt x="85" y="19"/>
                  </a:moveTo>
                  <a:cubicBezTo>
                    <a:pt x="85" y="19"/>
                    <a:pt x="85" y="20"/>
                    <a:pt x="85" y="20"/>
                  </a:cubicBezTo>
                  <a:cubicBezTo>
                    <a:pt x="85" y="20"/>
                    <a:pt x="86" y="20"/>
                    <a:pt x="87" y="20"/>
                  </a:cubicBezTo>
                  <a:cubicBezTo>
                    <a:pt x="87" y="20"/>
                    <a:pt x="88" y="20"/>
                    <a:pt x="88" y="21"/>
                  </a:cubicBezTo>
                  <a:cubicBezTo>
                    <a:pt x="88" y="20"/>
                    <a:pt x="89" y="20"/>
                    <a:pt x="89" y="20"/>
                  </a:cubicBezTo>
                  <a:cubicBezTo>
                    <a:pt x="89" y="19"/>
                    <a:pt x="89" y="20"/>
                    <a:pt x="89" y="20"/>
                  </a:cubicBezTo>
                  <a:cubicBezTo>
                    <a:pt x="88" y="20"/>
                    <a:pt x="88" y="20"/>
                    <a:pt x="88" y="20"/>
                  </a:cubicBezTo>
                  <a:cubicBezTo>
                    <a:pt x="89" y="19"/>
                    <a:pt x="88" y="19"/>
                    <a:pt x="88" y="19"/>
                  </a:cubicBezTo>
                  <a:cubicBezTo>
                    <a:pt x="88" y="20"/>
                    <a:pt x="88" y="19"/>
                    <a:pt x="87" y="19"/>
                  </a:cubicBezTo>
                  <a:cubicBezTo>
                    <a:pt x="87" y="19"/>
                    <a:pt x="86" y="20"/>
                    <a:pt x="86" y="19"/>
                  </a:cubicBezTo>
                  <a:cubicBezTo>
                    <a:pt x="86" y="19"/>
                    <a:pt x="87" y="19"/>
                    <a:pt x="87" y="19"/>
                  </a:cubicBezTo>
                  <a:cubicBezTo>
                    <a:pt x="87" y="18"/>
                    <a:pt x="86" y="18"/>
                    <a:pt x="85" y="18"/>
                  </a:cubicBezTo>
                  <a:cubicBezTo>
                    <a:pt x="84" y="18"/>
                    <a:pt x="84" y="20"/>
                    <a:pt x="84" y="20"/>
                  </a:cubicBezTo>
                  <a:cubicBezTo>
                    <a:pt x="85" y="20"/>
                    <a:pt x="85" y="19"/>
                    <a:pt x="85" y="19"/>
                  </a:cubicBezTo>
                  <a:close/>
                  <a:moveTo>
                    <a:pt x="59" y="40"/>
                  </a:moveTo>
                  <a:cubicBezTo>
                    <a:pt x="59" y="39"/>
                    <a:pt x="58" y="39"/>
                    <a:pt x="58" y="39"/>
                  </a:cubicBezTo>
                  <a:cubicBezTo>
                    <a:pt x="57" y="39"/>
                    <a:pt x="58" y="40"/>
                    <a:pt x="58" y="40"/>
                  </a:cubicBezTo>
                  <a:cubicBezTo>
                    <a:pt x="59" y="40"/>
                    <a:pt x="59" y="40"/>
                    <a:pt x="59" y="40"/>
                  </a:cubicBezTo>
                  <a:close/>
                  <a:moveTo>
                    <a:pt x="100" y="7"/>
                  </a:moveTo>
                  <a:cubicBezTo>
                    <a:pt x="100" y="7"/>
                    <a:pt x="99" y="7"/>
                    <a:pt x="99" y="7"/>
                  </a:cubicBezTo>
                  <a:cubicBezTo>
                    <a:pt x="100" y="8"/>
                    <a:pt x="100" y="7"/>
                    <a:pt x="101" y="7"/>
                  </a:cubicBezTo>
                  <a:cubicBezTo>
                    <a:pt x="101" y="7"/>
                    <a:pt x="100" y="7"/>
                    <a:pt x="100" y="7"/>
                  </a:cubicBezTo>
                  <a:cubicBezTo>
                    <a:pt x="101" y="7"/>
                    <a:pt x="101" y="7"/>
                    <a:pt x="101" y="7"/>
                  </a:cubicBezTo>
                  <a:cubicBezTo>
                    <a:pt x="101" y="7"/>
                    <a:pt x="101" y="7"/>
                    <a:pt x="101" y="7"/>
                  </a:cubicBezTo>
                  <a:cubicBezTo>
                    <a:pt x="101" y="7"/>
                    <a:pt x="101" y="8"/>
                    <a:pt x="101" y="7"/>
                  </a:cubicBezTo>
                  <a:cubicBezTo>
                    <a:pt x="101" y="8"/>
                    <a:pt x="101" y="8"/>
                    <a:pt x="101" y="9"/>
                  </a:cubicBezTo>
                  <a:cubicBezTo>
                    <a:pt x="101" y="9"/>
                    <a:pt x="101" y="10"/>
                    <a:pt x="100" y="10"/>
                  </a:cubicBezTo>
                  <a:cubicBezTo>
                    <a:pt x="100" y="10"/>
                    <a:pt x="101" y="10"/>
                    <a:pt x="101" y="11"/>
                  </a:cubicBezTo>
                  <a:cubicBezTo>
                    <a:pt x="101" y="10"/>
                    <a:pt x="101" y="11"/>
                    <a:pt x="101" y="11"/>
                  </a:cubicBezTo>
                  <a:cubicBezTo>
                    <a:pt x="101" y="10"/>
                    <a:pt x="101" y="10"/>
                    <a:pt x="101" y="9"/>
                  </a:cubicBezTo>
                  <a:cubicBezTo>
                    <a:pt x="102" y="9"/>
                    <a:pt x="102" y="9"/>
                    <a:pt x="102" y="9"/>
                  </a:cubicBezTo>
                  <a:cubicBezTo>
                    <a:pt x="101" y="9"/>
                    <a:pt x="102" y="9"/>
                    <a:pt x="102" y="9"/>
                  </a:cubicBezTo>
                  <a:cubicBezTo>
                    <a:pt x="102" y="9"/>
                    <a:pt x="102" y="8"/>
                    <a:pt x="102" y="8"/>
                  </a:cubicBezTo>
                  <a:cubicBezTo>
                    <a:pt x="102" y="8"/>
                    <a:pt x="102" y="8"/>
                    <a:pt x="102" y="8"/>
                  </a:cubicBezTo>
                  <a:cubicBezTo>
                    <a:pt x="102" y="8"/>
                    <a:pt x="102" y="7"/>
                    <a:pt x="102" y="7"/>
                  </a:cubicBezTo>
                  <a:cubicBezTo>
                    <a:pt x="102" y="7"/>
                    <a:pt x="102" y="7"/>
                    <a:pt x="102" y="7"/>
                  </a:cubicBezTo>
                  <a:cubicBezTo>
                    <a:pt x="102" y="7"/>
                    <a:pt x="102" y="7"/>
                    <a:pt x="102" y="7"/>
                  </a:cubicBezTo>
                  <a:cubicBezTo>
                    <a:pt x="102" y="7"/>
                    <a:pt x="102" y="7"/>
                    <a:pt x="102" y="7"/>
                  </a:cubicBezTo>
                  <a:cubicBezTo>
                    <a:pt x="102" y="7"/>
                    <a:pt x="102" y="7"/>
                    <a:pt x="102" y="7"/>
                  </a:cubicBezTo>
                  <a:cubicBezTo>
                    <a:pt x="102" y="7"/>
                    <a:pt x="102" y="7"/>
                    <a:pt x="102" y="6"/>
                  </a:cubicBezTo>
                  <a:cubicBezTo>
                    <a:pt x="102" y="7"/>
                    <a:pt x="103" y="7"/>
                    <a:pt x="103" y="6"/>
                  </a:cubicBezTo>
                  <a:cubicBezTo>
                    <a:pt x="102" y="6"/>
                    <a:pt x="102" y="6"/>
                    <a:pt x="103" y="6"/>
                  </a:cubicBezTo>
                  <a:cubicBezTo>
                    <a:pt x="103" y="6"/>
                    <a:pt x="102" y="6"/>
                    <a:pt x="102" y="6"/>
                  </a:cubicBezTo>
                  <a:cubicBezTo>
                    <a:pt x="102" y="6"/>
                    <a:pt x="103" y="6"/>
                    <a:pt x="103" y="5"/>
                  </a:cubicBezTo>
                  <a:cubicBezTo>
                    <a:pt x="103" y="5"/>
                    <a:pt x="103" y="5"/>
                    <a:pt x="103" y="5"/>
                  </a:cubicBezTo>
                  <a:cubicBezTo>
                    <a:pt x="103" y="5"/>
                    <a:pt x="103" y="5"/>
                    <a:pt x="103" y="5"/>
                  </a:cubicBezTo>
                  <a:cubicBezTo>
                    <a:pt x="103" y="5"/>
                    <a:pt x="103" y="5"/>
                    <a:pt x="102" y="5"/>
                  </a:cubicBezTo>
                  <a:cubicBezTo>
                    <a:pt x="102" y="5"/>
                    <a:pt x="102" y="5"/>
                    <a:pt x="102" y="5"/>
                  </a:cubicBezTo>
                  <a:cubicBezTo>
                    <a:pt x="102" y="5"/>
                    <a:pt x="102" y="5"/>
                    <a:pt x="102" y="5"/>
                  </a:cubicBezTo>
                  <a:cubicBezTo>
                    <a:pt x="102" y="5"/>
                    <a:pt x="102" y="5"/>
                    <a:pt x="102" y="5"/>
                  </a:cubicBezTo>
                  <a:cubicBezTo>
                    <a:pt x="102" y="5"/>
                    <a:pt x="103" y="5"/>
                    <a:pt x="102" y="4"/>
                  </a:cubicBezTo>
                  <a:cubicBezTo>
                    <a:pt x="102" y="4"/>
                    <a:pt x="101" y="5"/>
                    <a:pt x="101" y="4"/>
                  </a:cubicBezTo>
                  <a:cubicBezTo>
                    <a:pt x="101" y="5"/>
                    <a:pt x="101" y="5"/>
                    <a:pt x="102" y="5"/>
                  </a:cubicBezTo>
                  <a:cubicBezTo>
                    <a:pt x="101" y="5"/>
                    <a:pt x="101" y="5"/>
                    <a:pt x="101" y="5"/>
                  </a:cubicBezTo>
                  <a:cubicBezTo>
                    <a:pt x="101" y="5"/>
                    <a:pt x="101" y="5"/>
                    <a:pt x="101" y="4"/>
                  </a:cubicBezTo>
                  <a:cubicBezTo>
                    <a:pt x="101" y="4"/>
                    <a:pt x="101" y="4"/>
                    <a:pt x="101" y="4"/>
                  </a:cubicBezTo>
                  <a:cubicBezTo>
                    <a:pt x="101" y="4"/>
                    <a:pt x="101" y="3"/>
                    <a:pt x="101" y="3"/>
                  </a:cubicBezTo>
                  <a:cubicBezTo>
                    <a:pt x="101" y="3"/>
                    <a:pt x="101" y="3"/>
                    <a:pt x="101" y="3"/>
                  </a:cubicBezTo>
                  <a:cubicBezTo>
                    <a:pt x="101" y="3"/>
                    <a:pt x="100" y="3"/>
                    <a:pt x="100" y="4"/>
                  </a:cubicBezTo>
                  <a:cubicBezTo>
                    <a:pt x="100" y="4"/>
                    <a:pt x="100" y="4"/>
                    <a:pt x="101" y="4"/>
                  </a:cubicBezTo>
                  <a:cubicBezTo>
                    <a:pt x="100" y="4"/>
                    <a:pt x="100" y="4"/>
                    <a:pt x="99" y="4"/>
                  </a:cubicBezTo>
                  <a:cubicBezTo>
                    <a:pt x="100" y="4"/>
                    <a:pt x="99" y="4"/>
                    <a:pt x="99" y="4"/>
                  </a:cubicBezTo>
                  <a:cubicBezTo>
                    <a:pt x="99" y="5"/>
                    <a:pt x="100" y="4"/>
                    <a:pt x="100" y="4"/>
                  </a:cubicBezTo>
                  <a:cubicBezTo>
                    <a:pt x="100" y="5"/>
                    <a:pt x="100" y="4"/>
                    <a:pt x="100" y="4"/>
                  </a:cubicBezTo>
                  <a:cubicBezTo>
                    <a:pt x="100" y="5"/>
                    <a:pt x="100" y="5"/>
                    <a:pt x="101" y="5"/>
                  </a:cubicBezTo>
                  <a:cubicBezTo>
                    <a:pt x="100" y="5"/>
                    <a:pt x="101" y="5"/>
                    <a:pt x="101" y="6"/>
                  </a:cubicBezTo>
                  <a:cubicBezTo>
                    <a:pt x="101" y="5"/>
                    <a:pt x="101" y="6"/>
                    <a:pt x="101" y="6"/>
                  </a:cubicBezTo>
                  <a:cubicBezTo>
                    <a:pt x="100" y="6"/>
                    <a:pt x="100" y="6"/>
                    <a:pt x="100" y="6"/>
                  </a:cubicBezTo>
                  <a:cubicBezTo>
                    <a:pt x="100" y="6"/>
                    <a:pt x="99" y="6"/>
                    <a:pt x="99" y="6"/>
                  </a:cubicBezTo>
                  <a:cubicBezTo>
                    <a:pt x="99" y="6"/>
                    <a:pt x="98" y="6"/>
                    <a:pt x="98" y="6"/>
                  </a:cubicBezTo>
                  <a:cubicBezTo>
                    <a:pt x="98" y="7"/>
                    <a:pt x="99" y="8"/>
                    <a:pt x="100" y="7"/>
                  </a:cubicBezTo>
                  <a:close/>
                  <a:moveTo>
                    <a:pt x="95" y="105"/>
                  </a:moveTo>
                  <a:cubicBezTo>
                    <a:pt x="94" y="105"/>
                    <a:pt x="94" y="105"/>
                    <a:pt x="94" y="105"/>
                  </a:cubicBezTo>
                  <a:cubicBezTo>
                    <a:pt x="93" y="105"/>
                    <a:pt x="93" y="105"/>
                    <a:pt x="93" y="105"/>
                  </a:cubicBezTo>
                  <a:cubicBezTo>
                    <a:pt x="93" y="105"/>
                    <a:pt x="92" y="105"/>
                    <a:pt x="92" y="106"/>
                  </a:cubicBezTo>
                  <a:cubicBezTo>
                    <a:pt x="92" y="106"/>
                    <a:pt x="93" y="107"/>
                    <a:pt x="94" y="107"/>
                  </a:cubicBezTo>
                  <a:cubicBezTo>
                    <a:pt x="95" y="107"/>
                    <a:pt x="95" y="106"/>
                    <a:pt x="95" y="106"/>
                  </a:cubicBezTo>
                  <a:cubicBezTo>
                    <a:pt x="96" y="105"/>
                    <a:pt x="95" y="105"/>
                    <a:pt x="95" y="105"/>
                  </a:cubicBezTo>
                  <a:close/>
                  <a:moveTo>
                    <a:pt x="120" y="88"/>
                  </a:moveTo>
                  <a:cubicBezTo>
                    <a:pt x="119" y="89"/>
                    <a:pt x="119" y="89"/>
                    <a:pt x="119" y="90"/>
                  </a:cubicBezTo>
                  <a:cubicBezTo>
                    <a:pt x="119" y="91"/>
                    <a:pt x="118" y="91"/>
                    <a:pt x="118" y="91"/>
                  </a:cubicBezTo>
                  <a:cubicBezTo>
                    <a:pt x="117" y="92"/>
                    <a:pt x="117" y="92"/>
                    <a:pt x="117" y="92"/>
                  </a:cubicBezTo>
                  <a:cubicBezTo>
                    <a:pt x="116" y="92"/>
                    <a:pt x="116" y="92"/>
                    <a:pt x="116" y="92"/>
                  </a:cubicBezTo>
                  <a:cubicBezTo>
                    <a:pt x="116" y="92"/>
                    <a:pt x="115" y="92"/>
                    <a:pt x="115" y="92"/>
                  </a:cubicBezTo>
                  <a:cubicBezTo>
                    <a:pt x="115" y="92"/>
                    <a:pt x="116" y="92"/>
                    <a:pt x="116" y="92"/>
                  </a:cubicBezTo>
                  <a:cubicBezTo>
                    <a:pt x="116" y="92"/>
                    <a:pt x="115" y="92"/>
                    <a:pt x="114" y="92"/>
                  </a:cubicBezTo>
                  <a:cubicBezTo>
                    <a:pt x="115" y="93"/>
                    <a:pt x="116" y="92"/>
                    <a:pt x="116" y="92"/>
                  </a:cubicBezTo>
                  <a:cubicBezTo>
                    <a:pt x="116" y="93"/>
                    <a:pt x="115" y="93"/>
                    <a:pt x="115" y="93"/>
                  </a:cubicBezTo>
                  <a:cubicBezTo>
                    <a:pt x="116" y="93"/>
                    <a:pt x="116" y="93"/>
                    <a:pt x="116" y="93"/>
                  </a:cubicBezTo>
                  <a:cubicBezTo>
                    <a:pt x="116" y="93"/>
                    <a:pt x="115" y="94"/>
                    <a:pt x="115" y="94"/>
                  </a:cubicBezTo>
                  <a:cubicBezTo>
                    <a:pt x="114" y="94"/>
                    <a:pt x="114" y="94"/>
                    <a:pt x="113" y="93"/>
                  </a:cubicBezTo>
                  <a:cubicBezTo>
                    <a:pt x="113" y="94"/>
                    <a:pt x="113" y="94"/>
                    <a:pt x="113" y="94"/>
                  </a:cubicBezTo>
                  <a:cubicBezTo>
                    <a:pt x="112" y="95"/>
                    <a:pt x="112" y="94"/>
                    <a:pt x="111" y="95"/>
                  </a:cubicBezTo>
                  <a:cubicBezTo>
                    <a:pt x="112" y="95"/>
                    <a:pt x="112" y="95"/>
                    <a:pt x="113" y="95"/>
                  </a:cubicBezTo>
                  <a:cubicBezTo>
                    <a:pt x="113" y="95"/>
                    <a:pt x="113" y="95"/>
                    <a:pt x="113" y="96"/>
                  </a:cubicBezTo>
                  <a:cubicBezTo>
                    <a:pt x="113" y="96"/>
                    <a:pt x="112" y="97"/>
                    <a:pt x="111" y="97"/>
                  </a:cubicBezTo>
                  <a:cubicBezTo>
                    <a:pt x="111" y="97"/>
                    <a:pt x="110" y="97"/>
                    <a:pt x="110" y="97"/>
                  </a:cubicBezTo>
                  <a:cubicBezTo>
                    <a:pt x="109" y="97"/>
                    <a:pt x="109" y="97"/>
                    <a:pt x="108" y="98"/>
                  </a:cubicBezTo>
                  <a:cubicBezTo>
                    <a:pt x="109" y="98"/>
                    <a:pt x="110" y="97"/>
                    <a:pt x="111" y="97"/>
                  </a:cubicBezTo>
                  <a:cubicBezTo>
                    <a:pt x="112" y="97"/>
                    <a:pt x="110" y="98"/>
                    <a:pt x="110" y="98"/>
                  </a:cubicBezTo>
                  <a:cubicBezTo>
                    <a:pt x="110" y="98"/>
                    <a:pt x="110" y="98"/>
                    <a:pt x="110" y="98"/>
                  </a:cubicBezTo>
                  <a:cubicBezTo>
                    <a:pt x="111" y="98"/>
                    <a:pt x="111" y="98"/>
                    <a:pt x="111" y="98"/>
                  </a:cubicBezTo>
                  <a:cubicBezTo>
                    <a:pt x="111" y="98"/>
                    <a:pt x="112" y="99"/>
                    <a:pt x="112" y="99"/>
                  </a:cubicBezTo>
                  <a:cubicBezTo>
                    <a:pt x="113" y="99"/>
                    <a:pt x="114" y="98"/>
                    <a:pt x="115" y="98"/>
                  </a:cubicBezTo>
                  <a:cubicBezTo>
                    <a:pt x="116" y="98"/>
                    <a:pt x="116" y="98"/>
                    <a:pt x="117" y="98"/>
                  </a:cubicBezTo>
                  <a:cubicBezTo>
                    <a:pt x="118" y="98"/>
                    <a:pt x="117" y="99"/>
                    <a:pt x="117" y="99"/>
                  </a:cubicBezTo>
                  <a:cubicBezTo>
                    <a:pt x="116" y="99"/>
                    <a:pt x="117" y="100"/>
                    <a:pt x="117" y="101"/>
                  </a:cubicBezTo>
                  <a:cubicBezTo>
                    <a:pt x="116" y="101"/>
                    <a:pt x="115" y="101"/>
                    <a:pt x="115" y="101"/>
                  </a:cubicBezTo>
                  <a:cubicBezTo>
                    <a:pt x="114" y="102"/>
                    <a:pt x="113" y="102"/>
                    <a:pt x="113" y="103"/>
                  </a:cubicBezTo>
                  <a:cubicBezTo>
                    <a:pt x="113" y="104"/>
                    <a:pt x="112" y="103"/>
                    <a:pt x="111" y="103"/>
                  </a:cubicBezTo>
                  <a:cubicBezTo>
                    <a:pt x="111" y="103"/>
                    <a:pt x="110" y="104"/>
                    <a:pt x="109" y="104"/>
                  </a:cubicBezTo>
                  <a:cubicBezTo>
                    <a:pt x="108" y="104"/>
                    <a:pt x="108" y="104"/>
                    <a:pt x="107" y="105"/>
                  </a:cubicBezTo>
                  <a:cubicBezTo>
                    <a:pt x="106" y="105"/>
                    <a:pt x="105" y="105"/>
                    <a:pt x="105" y="105"/>
                  </a:cubicBezTo>
                  <a:cubicBezTo>
                    <a:pt x="104" y="104"/>
                    <a:pt x="103" y="104"/>
                    <a:pt x="102" y="104"/>
                  </a:cubicBezTo>
                  <a:cubicBezTo>
                    <a:pt x="101" y="104"/>
                    <a:pt x="100" y="104"/>
                    <a:pt x="99" y="105"/>
                  </a:cubicBezTo>
                  <a:cubicBezTo>
                    <a:pt x="99" y="105"/>
                    <a:pt x="99" y="105"/>
                    <a:pt x="98" y="105"/>
                  </a:cubicBezTo>
                  <a:cubicBezTo>
                    <a:pt x="98" y="105"/>
                    <a:pt x="98" y="105"/>
                    <a:pt x="98" y="105"/>
                  </a:cubicBezTo>
                  <a:cubicBezTo>
                    <a:pt x="98" y="105"/>
                    <a:pt x="97" y="105"/>
                    <a:pt x="97" y="105"/>
                  </a:cubicBezTo>
                  <a:cubicBezTo>
                    <a:pt x="97" y="104"/>
                    <a:pt x="97" y="105"/>
                    <a:pt x="97" y="104"/>
                  </a:cubicBezTo>
                  <a:cubicBezTo>
                    <a:pt x="97" y="104"/>
                    <a:pt x="97" y="104"/>
                    <a:pt x="97" y="104"/>
                  </a:cubicBezTo>
                  <a:cubicBezTo>
                    <a:pt x="97" y="103"/>
                    <a:pt x="96" y="105"/>
                    <a:pt x="95" y="105"/>
                  </a:cubicBezTo>
                  <a:cubicBezTo>
                    <a:pt x="95" y="104"/>
                    <a:pt x="96" y="104"/>
                    <a:pt x="96" y="104"/>
                  </a:cubicBezTo>
                  <a:cubicBezTo>
                    <a:pt x="96" y="104"/>
                    <a:pt x="95" y="104"/>
                    <a:pt x="95" y="104"/>
                  </a:cubicBezTo>
                  <a:cubicBezTo>
                    <a:pt x="96" y="104"/>
                    <a:pt x="95" y="105"/>
                    <a:pt x="95" y="104"/>
                  </a:cubicBezTo>
                  <a:cubicBezTo>
                    <a:pt x="94" y="104"/>
                    <a:pt x="93" y="103"/>
                    <a:pt x="93" y="103"/>
                  </a:cubicBezTo>
                  <a:cubicBezTo>
                    <a:pt x="93" y="103"/>
                    <a:pt x="94" y="104"/>
                    <a:pt x="94" y="104"/>
                  </a:cubicBezTo>
                  <a:cubicBezTo>
                    <a:pt x="93" y="105"/>
                    <a:pt x="92" y="105"/>
                    <a:pt x="92" y="105"/>
                  </a:cubicBezTo>
                  <a:cubicBezTo>
                    <a:pt x="92" y="105"/>
                    <a:pt x="90" y="105"/>
                    <a:pt x="89" y="105"/>
                  </a:cubicBezTo>
                  <a:cubicBezTo>
                    <a:pt x="89" y="105"/>
                    <a:pt x="89" y="106"/>
                    <a:pt x="88" y="105"/>
                  </a:cubicBezTo>
                  <a:cubicBezTo>
                    <a:pt x="88" y="105"/>
                    <a:pt x="87" y="105"/>
                    <a:pt x="87" y="106"/>
                  </a:cubicBezTo>
                  <a:cubicBezTo>
                    <a:pt x="88" y="105"/>
                    <a:pt x="89" y="106"/>
                    <a:pt x="88" y="106"/>
                  </a:cubicBezTo>
                  <a:cubicBezTo>
                    <a:pt x="88" y="107"/>
                    <a:pt x="87" y="107"/>
                    <a:pt x="87" y="106"/>
                  </a:cubicBezTo>
                  <a:cubicBezTo>
                    <a:pt x="86" y="106"/>
                    <a:pt x="85" y="106"/>
                    <a:pt x="84" y="106"/>
                  </a:cubicBezTo>
                  <a:cubicBezTo>
                    <a:pt x="84" y="106"/>
                    <a:pt x="85" y="107"/>
                    <a:pt x="84" y="107"/>
                  </a:cubicBezTo>
                  <a:cubicBezTo>
                    <a:pt x="84" y="107"/>
                    <a:pt x="84" y="106"/>
                    <a:pt x="83" y="106"/>
                  </a:cubicBezTo>
                  <a:cubicBezTo>
                    <a:pt x="82" y="106"/>
                    <a:pt x="81" y="105"/>
                    <a:pt x="81" y="105"/>
                  </a:cubicBezTo>
                  <a:cubicBezTo>
                    <a:pt x="80" y="105"/>
                    <a:pt x="79" y="106"/>
                    <a:pt x="78" y="106"/>
                  </a:cubicBezTo>
                  <a:cubicBezTo>
                    <a:pt x="77" y="106"/>
                    <a:pt x="77" y="106"/>
                    <a:pt x="77" y="106"/>
                  </a:cubicBezTo>
                  <a:cubicBezTo>
                    <a:pt x="76" y="107"/>
                    <a:pt x="76" y="106"/>
                    <a:pt x="76" y="106"/>
                  </a:cubicBezTo>
                  <a:cubicBezTo>
                    <a:pt x="76" y="106"/>
                    <a:pt x="75" y="107"/>
                    <a:pt x="75" y="107"/>
                  </a:cubicBezTo>
                  <a:cubicBezTo>
                    <a:pt x="75" y="108"/>
                    <a:pt x="75" y="108"/>
                    <a:pt x="75" y="108"/>
                  </a:cubicBezTo>
                  <a:cubicBezTo>
                    <a:pt x="75" y="108"/>
                    <a:pt x="75" y="108"/>
                    <a:pt x="75" y="108"/>
                  </a:cubicBezTo>
                  <a:cubicBezTo>
                    <a:pt x="74" y="109"/>
                    <a:pt x="75" y="109"/>
                    <a:pt x="75" y="109"/>
                  </a:cubicBezTo>
                  <a:cubicBezTo>
                    <a:pt x="75" y="109"/>
                    <a:pt x="74" y="109"/>
                    <a:pt x="74" y="110"/>
                  </a:cubicBezTo>
                  <a:cubicBezTo>
                    <a:pt x="73" y="110"/>
                    <a:pt x="73" y="111"/>
                    <a:pt x="73" y="111"/>
                  </a:cubicBezTo>
                  <a:cubicBezTo>
                    <a:pt x="72" y="110"/>
                    <a:pt x="72" y="110"/>
                    <a:pt x="71" y="110"/>
                  </a:cubicBezTo>
                  <a:cubicBezTo>
                    <a:pt x="71" y="110"/>
                    <a:pt x="69" y="110"/>
                    <a:pt x="70" y="109"/>
                  </a:cubicBezTo>
                  <a:cubicBezTo>
                    <a:pt x="69" y="109"/>
                    <a:pt x="69" y="108"/>
                    <a:pt x="70" y="108"/>
                  </a:cubicBezTo>
                  <a:cubicBezTo>
                    <a:pt x="69" y="108"/>
                    <a:pt x="69" y="108"/>
                    <a:pt x="69" y="108"/>
                  </a:cubicBezTo>
                  <a:cubicBezTo>
                    <a:pt x="69" y="109"/>
                    <a:pt x="69" y="109"/>
                    <a:pt x="69" y="109"/>
                  </a:cubicBezTo>
                  <a:cubicBezTo>
                    <a:pt x="69" y="109"/>
                    <a:pt x="69" y="109"/>
                    <a:pt x="69" y="109"/>
                  </a:cubicBezTo>
                  <a:cubicBezTo>
                    <a:pt x="69" y="109"/>
                    <a:pt x="69" y="109"/>
                    <a:pt x="69" y="109"/>
                  </a:cubicBezTo>
                  <a:cubicBezTo>
                    <a:pt x="69" y="109"/>
                    <a:pt x="69" y="110"/>
                    <a:pt x="69" y="109"/>
                  </a:cubicBezTo>
                  <a:cubicBezTo>
                    <a:pt x="69" y="109"/>
                    <a:pt x="68" y="109"/>
                    <a:pt x="68" y="109"/>
                  </a:cubicBezTo>
                  <a:cubicBezTo>
                    <a:pt x="67" y="109"/>
                    <a:pt x="67" y="109"/>
                    <a:pt x="66" y="109"/>
                  </a:cubicBezTo>
                  <a:cubicBezTo>
                    <a:pt x="66" y="109"/>
                    <a:pt x="65" y="109"/>
                    <a:pt x="65" y="109"/>
                  </a:cubicBezTo>
                  <a:cubicBezTo>
                    <a:pt x="64" y="109"/>
                    <a:pt x="64" y="110"/>
                    <a:pt x="64" y="110"/>
                  </a:cubicBezTo>
                  <a:cubicBezTo>
                    <a:pt x="64" y="110"/>
                    <a:pt x="64" y="110"/>
                    <a:pt x="63" y="111"/>
                  </a:cubicBezTo>
                  <a:cubicBezTo>
                    <a:pt x="63" y="111"/>
                    <a:pt x="63" y="111"/>
                    <a:pt x="62" y="111"/>
                  </a:cubicBezTo>
                  <a:cubicBezTo>
                    <a:pt x="62" y="111"/>
                    <a:pt x="62" y="111"/>
                    <a:pt x="62" y="111"/>
                  </a:cubicBezTo>
                  <a:cubicBezTo>
                    <a:pt x="62" y="111"/>
                    <a:pt x="61" y="112"/>
                    <a:pt x="61" y="112"/>
                  </a:cubicBezTo>
                  <a:cubicBezTo>
                    <a:pt x="62" y="112"/>
                    <a:pt x="61" y="113"/>
                    <a:pt x="61" y="113"/>
                  </a:cubicBezTo>
                  <a:cubicBezTo>
                    <a:pt x="61" y="113"/>
                    <a:pt x="61" y="113"/>
                    <a:pt x="60" y="113"/>
                  </a:cubicBezTo>
                  <a:cubicBezTo>
                    <a:pt x="60" y="113"/>
                    <a:pt x="60" y="113"/>
                    <a:pt x="60" y="112"/>
                  </a:cubicBezTo>
                  <a:cubicBezTo>
                    <a:pt x="60" y="112"/>
                    <a:pt x="58" y="111"/>
                    <a:pt x="58" y="112"/>
                  </a:cubicBezTo>
                  <a:cubicBezTo>
                    <a:pt x="57" y="112"/>
                    <a:pt x="56" y="113"/>
                    <a:pt x="56" y="112"/>
                  </a:cubicBezTo>
                  <a:cubicBezTo>
                    <a:pt x="56" y="112"/>
                    <a:pt x="57" y="111"/>
                    <a:pt x="57" y="111"/>
                  </a:cubicBezTo>
                  <a:cubicBezTo>
                    <a:pt x="58" y="111"/>
                    <a:pt x="58" y="111"/>
                    <a:pt x="58" y="111"/>
                  </a:cubicBezTo>
                  <a:cubicBezTo>
                    <a:pt x="58" y="111"/>
                    <a:pt x="58" y="111"/>
                    <a:pt x="59" y="111"/>
                  </a:cubicBezTo>
                  <a:cubicBezTo>
                    <a:pt x="59" y="110"/>
                    <a:pt x="60" y="110"/>
                    <a:pt x="61" y="109"/>
                  </a:cubicBezTo>
                  <a:cubicBezTo>
                    <a:pt x="61" y="109"/>
                    <a:pt x="61" y="109"/>
                    <a:pt x="61" y="109"/>
                  </a:cubicBezTo>
                  <a:cubicBezTo>
                    <a:pt x="61" y="108"/>
                    <a:pt x="62" y="108"/>
                    <a:pt x="62" y="108"/>
                  </a:cubicBezTo>
                  <a:cubicBezTo>
                    <a:pt x="63" y="107"/>
                    <a:pt x="63" y="107"/>
                    <a:pt x="64" y="107"/>
                  </a:cubicBezTo>
                  <a:cubicBezTo>
                    <a:pt x="63" y="107"/>
                    <a:pt x="63" y="107"/>
                    <a:pt x="63" y="107"/>
                  </a:cubicBezTo>
                  <a:cubicBezTo>
                    <a:pt x="64" y="107"/>
                    <a:pt x="64" y="106"/>
                    <a:pt x="65" y="106"/>
                  </a:cubicBezTo>
                  <a:cubicBezTo>
                    <a:pt x="65" y="105"/>
                    <a:pt x="67" y="105"/>
                    <a:pt x="67" y="104"/>
                  </a:cubicBezTo>
                  <a:cubicBezTo>
                    <a:pt x="67" y="103"/>
                    <a:pt x="67" y="102"/>
                    <a:pt x="67" y="102"/>
                  </a:cubicBezTo>
                  <a:cubicBezTo>
                    <a:pt x="68" y="102"/>
                    <a:pt x="68" y="102"/>
                    <a:pt x="69" y="102"/>
                  </a:cubicBezTo>
                  <a:cubicBezTo>
                    <a:pt x="69" y="102"/>
                    <a:pt x="70" y="102"/>
                    <a:pt x="70" y="101"/>
                  </a:cubicBezTo>
                  <a:cubicBezTo>
                    <a:pt x="70" y="101"/>
                    <a:pt x="69" y="101"/>
                    <a:pt x="69" y="101"/>
                  </a:cubicBezTo>
                  <a:cubicBezTo>
                    <a:pt x="70" y="101"/>
                    <a:pt x="70" y="101"/>
                    <a:pt x="70" y="100"/>
                  </a:cubicBezTo>
                  <a:cubicBezTo>
                    <a:pt x="70" y="100"/>
                    <a:pt x="72" y="100"/>
                    <a:pt x="73" y="100"/>
                  </a:cubicBezTo>
                  <a:cubicBezTo>
                    <a:pt x="74" y="100"/>
                    <a:pt x="75" y="100"/>
                    <a:pt x="76" y="100"/>
                  </a:cubicBezTo>
                  <a:cubicBezTo>
                    <a:pt x="77" y="101"/>
                    <a:pt x="79" y="100"/>
                    <a:pt x="80" y="100"/>
                  </a:cubicBezTo>
                  <a:cubicBezTo>
                    <a:pt x="80" y="100"/>
                    <a:pt x="80" y="100"/>
                    <a:pt x="80" y="100"/>
                  </a:cubicBezTo>
                  <a:cubicBezTo>
                    <a:pt x="80" y="100"/>
                    <a:pt x="80" y="100"/>
                    <a:pt x="80" y="100"/>
                  </a:cubicBezTo>
                  <a:cubicBezTo>
                    <a:pt x="80" y="99"/>
                    <a:pt x="80" y="99"/>
                    <a:pt x="80" y="99"/>
                  </a:cubicBezTo>
                  <a:cubicBezTo>
                    <a:pt x="81" y="98"/>
                    <a:pt x="81" y="98"/>
                    <a:pt x="82" y="97"/>
                  </a:cubicBezTo>
                  <a:cubicBezTo>
                    <a:pt x="83" y="97"/>
                    <a:pt x="83" y="96"/>
                    <a:pt x="84" y="96"/>
                  </a:cubicBezTo>
                  <a:cubicBezTo>
                    <a:pt x="84" y="96"/>
                    <a:pt x="85" y="94"/>
                    <a:pt x="86" y="94"/>
                  </a:cubicBezTo>
                  <a:cubicBezTo>
                    <a:pt x="85" y="94"/>
                    <a:pt x="85" y="94"/>
                    <a:pt x="85" y="94"/>
                  </a:cubicBezTo>
                  <a:cubicBezTo>
                    <a:pt x="84" y="94"/>
                    <a:pt x="83" y="96"/>
                    <a:pt x="82" y="96"/>
                  </a:cubicBezTo>
                  <a:cubicBezTo>
                    <a:pt x="81" y="97"/>
                    <a:pt x="80" y="96"/>
                    <a:pt x="80" y="97"/>
                  </a:cubicBezTo>
                  <a:cubicBezTo>
                    <a:pt x="79" y="97"/>
                    <a:pt x="79" y="97"/>
                    <a:pt x="79" y="97"/>
                  </a:cubicBezTo>
                  <a:cubicBezTo>
                    <a:pt x="79" y="98"/>
                    <a:pt x="79" y="98"/>
                    <a:pt x="78" y="98"/>
                  </a:cubicBezTo>
                  <a:cubicBezTo>
                    <a:pt x="77" y="98"/>
                    <a:pt x="77" y="98"/>
                    <a:pt x="76" y="98"/>
                  </a:cubicBezTo>
                  <a:cubicBezTo>
                    <a:pt x="75" y="98"/>
                    <a:pt x="75" y="97"/>
                    <a:pt x="74" y="97"/>
                  </a:cubicBezTo>
                  <a:cubicBezTo>
                    <a:pt x="74" y="97"/>
                    <a:pt x="74" y="96"/>
                    <a:pt x="73" y="96"/>
                  </a:cubicBezTo>
                  <a:cubicBezTo>
                    <a:pt x="73" y="96"/>
                    <a:pt x="71" y="96"/>
                    <a:pt x="72" y="96"/>
                  </a:cubicBezTo>
                  <a:cubicBezTo>
                    <a:pt x="72" y="97"/>
                    <a:pt x="69" y="97"/>
                    <a:pt x="70" y="96"/>
                  </a:cubicBezTo>
                  <a:cubicBezTo>
                    <a:pt x="70" y="95"/>
                    <a:pt x="71" y="96"/>
                    <a:pt x="71" y="95"/>
                  </a:cubicBezTo>
                  <a:cubicBezTo>
                    <a:pt x="71" y="95"/>
                    <a:pt x="69" y="95"/>
                    <a:pt x="69" y="95"/>
                  </a:cubicBezTo>
                  <a:cubicBezTo>
                    <a:pt x="69" y="95"/>
                    <a:pt x="69" y="95"/>
                    <a:pt x="69" y="95"/>
                  </a:cubicBezTo>
                  <a:cubicBezTo>
                    <a:pt x="69" y="95"/>
                    <a:pt x="69" y="94"/>
                    <a:pt x="69" y="94"/>
                  </a:cubicBezTo>
                  <a:cubicBezTo>
                    <a:pt x="69" y="94"/>
                    <a:pt x="68" y="94"/>
                    <a:pt x="68" y="95"/>
                  </a:cubicBezTo>
                  <a:cubicBezTo>
                    <a:pt x="67" y="95"/>
                    <a:pt x="67" y="94"/>
                    <a:pt x="66" y="95"/>
                  </a:cubicBezTo>
                  <a:cubicBezTo>
                    <a:pt x="66" y="96"/>
                    <a:pt x="66" y="95"/>
                    <a:pt x="65" y="95"/>
                  </a:cubicBezTo>
                  <a:cubicBezTo>
                    <a:pt x="65" y="95"/>
                    <a:pt x="65" y="96"/>
                    <a:pt x="64" y="96"/>
                  </a:cubicBezTo>
                  <a:cubicBezTo>
                    <a:pt x="64" y="96"/>
                    <a:pt x="63" y="95"/>
                    <a:pt x="63" y="95"/>
                  </a:cubicBezTo>
                  <a:cubicBezTo>
                    <a:pt x="63" y="95"/>
                    <a:pt x="65" y="95"/>
                    <a:pt x="65" y="95"/>
                  </a:cubicBezTo>
                  <a:cubicBezTo>
                    <a:pt x="64" y="94"/>
                    <a:pt x="65" y="94"/>
                    <a:pt x="65" y="94"/>
                  </a:cubicBezTo>
                  <a:cubicBezTo>
                    <a:pt x="65" y="94"/>
                    <a:pt x="65" y="94"/>
                    <a:pt x="64" y="94"/>
                  </a:cubicBezTo>
                  <a:cubicBezTo>
                    <a:pt x="65" y="95"/>
                    <a:pt x="64" y="95"/>
                    <a:pt x="64" y="95"/>
                  </a:cubicBezTo>
                  <a:cubicBezTo>
                    <a:pt x="63" y="95"/>
                    <a:pt x="63" y="95"/>
                    <a:pt x="63" y="95"/>
                  </a:cubicBezTo>
                  <a:cubicBezTo>
                    <a:pt x="63" y="95"/>
                    <a:pt x="62" y="95"/>
                    <a:pt x="62" y="95"/>
                  </a:cubicBezTo>
                  <a:cubicBezTo>
                    <a:pt x="62" y="95"/>
                    <a:pt x="62" y="95"/>
                    <a:pt x="62" y="95"/>
                  </a:cubicBezTo>
                  <a:cubicBezTo>
                    <a:pt x="62" y="95"/>
                    <a:pt x="63" y="94"/>
                    <a:pt x="63" y="94"/>
                  </a:cubicBezTo>
                  <a:cubicBezTo>
                    <a:pt x="63" y="93"/>
                    <a:pt x="62" y="93"/>
                    <a:pt x="61" y="93"/>
                  </a:cubicBezTo>
                  <a:cubicBezTo>
                    <a:pt x="61" y="93"/>
                    <a:pt x="62" y="93"/>
                    <a:pt x="62" y="92"/>
                  </a:cubicBezTo>
                  <a:cubicBezTo>
                    <a:pt x="63" y="92"/>
                    <a:pt x="63" y="92"/>
                    <a:pt x="63" y="92"/>
                  </a:cubicBezTo>
                  <a:cubicBezTo>
                    <a:pt x="63" y="92"/>
                    <a:pt x="63" y="91"/>
                    <a:pt x="64" y="91"/>
                  </a:cubicBezTo>
                  <a:cubicBezTo>
                    <a:pt x="64" y="92"/>
                    <a:pt x="64" y="92"/>
                    <a:pt x="64" y="92"/>
                  </a:cubicBezTo>
                  <a:cubicBezTo>
                    <a:pt x="65" y="92"/>
                    <a:pt x="65" y="92"/>
                    <a:pt x="65" y="91"/>
                  </a:cubicBezTo>
                  <a:cubicBezTo>
                    <a:pt x="66" y="91"/>
                    <a:pt x="66" y="90"/>
                    <a:pt x="67" y="91"/>
                  </a:cubicBezTo>
                  <a:cubicBezTo>
                    <a:pt x="67" y="90"/>
                    <a:pt x="68" y="90"/>
                    <a:pt x="68" y="90"/>
                  </a:cubicBezTo>
                  <a:cubicBezTo>
                    <a:pt x="69" y="90"/>
                    <a:pt x="69" y="90"/>
                    <a:pt x="70" y="89"/>
                  </a:cubicBezTo>
                  <a:cubicBezTo>
                    <a:pt x="71" y="89"/>
                    <a:pt x="71" y="88"/>
                    <a:pt x="72" y="87"/>
                  </a:cubicBezTo>
                  <a:cubicBezTo>
                    <a:pt x="72" y="87"/>
                    <a:pt x="72" y="87"/>
                    <a:pt x="72" y="86"/>
                  </a:cubicBezTo>
                  <a:cubicBezTo>
                    <a:pt x="72" y="86"/>
                    <a:pt x="73" y="86"/>
                    <a:pt x="73" y="86"/>
                  </a:cubicBezTo>
                  <a:cubicBezTo>
                    <a:pt x="73" y="86"/>
                    <a:pt x="72" y="86"/>
                    <a:pt x="72" y="85"/>
                  </a:cubicBezTo>
                  <a:cubicBezTo>
                    <a:pt x="72" y="85"/>
                    <a:pt x="73" y="85"/>
                    <a:pt x="73" y="84"/>
                  </a:cubicBezTo>
                  <a:cubicBezTo>
                    <a:pt x="72" y="84"/>
                    <a:pt x="72" y="84"/>
                    <a:pt x="72" y="83"/>
                  </a:cubicBezTo>
                  <a:cubicBezTo>
                    <a:pt x="72" y="83"/>
                    <a:pt x="72" y="83"/>
                    <a:pt x="72" y="83"/>
                  </a:cubicBezTo>
                  <a:cubicBezTo>
                    <a:pt x="72" y="82"/>
                    <a:pt x="72" y="82"/>
                    <a:pt x="72" y="82"/>
                  </a:cubicBezTo>
                  <a:cubicBezTo>
                    <a:pt x="72" y="82"/>
                    <a:pt x="71" y="82"/>
                    <a:pt x="70" y="82"/>
                  </a:cubicBezTo>
                  <a:cubicBezTo>
                    <a:pt x="69" y="83"/>
                    <a:pt x="69" y="84"/>
                    <a:pt x="68" y="83"/>
                  </a:cubicBezTo>
                  <a:cubicBezTo>
                    <a:pt x="68" y="83"/>
                    <a:pt x="67" y="84"/>
                    <a:pt x="67" y="83"/>
                  </a:cubicBezTo>
                  <a:cubicBezTo>
                    <a:pt x="67" y="83"/>
                    <a:pt x="68" y="82"/>
                    <a:pt x="68" y="82"/>
                  </a:cubicBezTo>
                  <a:cubicBezTo>
                    <a:pt x="69" y="82"/>
                    <a:pt x="70" y="81"/>
                    <a:pt x="70" y="81"/>
                  </a:cubicBezTo>
                  <a:cubicBezTo>
                    <a:pt x="70" y="80"/>
                    <a:pt x="71" y="80"/>
                    <a:pt x="71" y="79"/>
                  </a:cubicBezTo>
                  <a:cubicBezTo>
                    <a:pt x="72" y="79"/>
                    <a:pt x="72" y="79"/>
                    <a:pt x="72" y="79"/>
                  </a:cubicBezTo>
                  <a:cubicBezTo>
                    <a:pt x="73" y="79"/>
                    <a:pt x="73" y="79"/>
                    <a:pt x="74" y="79"/>
                  </a:cubicBezTo>
                  <a:cubicBezTo>
                    <a:pt x="74" y="78"/>
                    <a:pt x="74" y="78"/>
                    <a:pt x="75" y="78"/>
                  </a:cubicBezTo>
                  <a:cubicBezTo>
                    <a:pt x="75" y="78"/>
                    <a:pt x="74" y="78"/>
                    <a:pt x="74" y="78"/>
                  </a:cubicBezTo>
                  <a:cubicBezTo>
                    <a:pt x="75" y="78"/>
                    <a:pt x="76" y="78"/>
                    <a:pt x="76" y="78"/>
                  </a:cubicBezTo>
                  <a:cubicBezTo>
                    <a:pt x="77" y="78"/>
                    <a:pt x="77" y="78"/>
                    <a:pt x="78" y="78"/>
                  </a:cubicBezTo>
                  <a:cubicBezTo>
                    <a:pt x="79" y="78"/>
                    <a:pt x="80" y="78"/>
                    <a:pt x="81" y="79"/>
                  </a:cubicBezTo>
                  <a:cubicBezTo>
                    <a:pt x="81" y="78"/>
                    <a:pt x="79" y="76"/>
                    <a:pt x="81" y="77"/>
                  </a:cubicBezTo>
                  <a:cubicBezTo>
                    <a:pt x="82" y="77"/>
                    <a:pt x="82" y="78"/>
                    <a:pt x="82" y="78"/>
                  </a:cubicBezTo>
                  <a:cubicBezTo>
                    <a:pt x="83" y="78"/>
                    <a:pt x="84" y="78"/>
                    <a:pt x="84" y="78"/>
                  </a:cubicBezTo>
                  <a:cubicBezTo>
                    <a:pt x="84" y="78"/>
                    <a:pt x="83" y="78"/>
                    <a:pt x="83" y="78"/>
                  </a:cubicBezTo>
                  <a:cubicBezTo>
                    <a:pt x="82" y="78"/>
                    <a:pt x="82" y="77"/>
                    <a:pt x="82" y="77"/>
                  </a:cubicBezTo>
                  <a:cubicBezTo>
                    <a:pt x="81" y="76"/>
                    <a:pt x="81" y="76"/>
                    <a:pt x="81" y="75"/>
                  </a:cubicBezTo>
                  <a:cubicBezTo>
                    <a:pt x="82" y="74"/>
                    <a:pt x="82" y="74"/>
                    <a:pt x="83" y="74"/>
                  </a:cubicBezTo>
                  <a:cubicBezTo>
                    <a:pt x="82" y="73"/>
                    <a:pt x="82" y="74"/>
                    <a:pt x="82" y="73"/>
                  </a:cubicBezTo>
                  <a:cubicBezTo>
                    <a:pt x="81" y="73"/>
                    <a:pt x="82" y="72"/>
                    <a:pt x="82" y="72"/>
                  </a:cubicBezTo>
                  <a:cubicBezTo>
                    <a:pt x="82" y="71"/>
                    <a:pt x="83" y="71"/>
                    <a:pt x="84" y="71"/>
                  </a:cubicBezTo>
                  <a:cubicBezTo>
                    <a:pt x="83" y="71"/>
                    <a:pt x="83" y="71"/>
                    <a:pt x="83" y="70"/>
                  </a:cubicBezTo>
                  <a:cubicBezTo>
                    <a:pt x="83" y="70"/>
                    <a:pt x="84" y="70"/>
                    <a:pt x="84" y="70"/>
                  </a:cubicBezTo>
                  <a:cubicBezTo>
                    <a:pt x="84" y="69"/>
                    <a:pt x="84" y="69"/>
                    <a:pt x="84" y="69"/>
                  </a:cubicBezTo>
                  <a:cubicBezTo>
                    <a:pt x="84" y="69"/>
                    <a:pt x="84" y="69"/>
                    <a:pt x="84" y="68"/>
                  </a:cubicBezTo>
                  <a:cubicBezTo>
                    <a:pt x="84" y="69"/>
                    <a:pt x="83" y="69"/>
                    <a:pt x="83" y="69"/>
                  </a:cubicBezTo>
                  <a:cubicBezTo>
                    <a:pt x="83" y="69"/>
                    <a:pt x="82" y="69"/>
                    <a:pt x="82" y="69"/>
                  </a:cubicBezTo>
                  <a:cubicBezTo>
                    <a:pt x="82" y="69"/>
                    <a:pt x="82" y="70"/>
                    <a:pt x="81" y="70"/>
                  </a:cubicBezTo>
                  <a:cubicBezTo>
                    <a:pt x="80" y="70"/>
                    <a:pt x="81" y="69"/>
                    <a:pt x="81" y="68"/>
                  </a:cubicBezTo>
                  <a:cubicBezTo>
                    <a:pt x="80" y="68"/>
                    <a:pt x="80" y="69"/>
                    <a:pt x="79" y="68"/>
                  </a:cubicBezTo>
                  <a:cubicBezTo>
                    <a:pt x="79" y="68"/>
                    <a:pt x="79" y="67"/>
                    <a:pt x="79" y="67"/>
                  </a:cubicBezTo>
                  <a:cubicBezTo>
                    <a:pt x="79" y="67"/>
                    <a:pt x="78" y="66"/>
                    <a:pt x="78" y="65"/>
                  </a:cubicBezTo>
                  <a:cubicBezTo>
                    <a:pt x="78" y="65"/>
                    <a:pt x="78" y="64"/>
                    <a:pt x="78" y="64"/>
                  </a:cubicBezTo>
                  <a:cubicBezTo>
                    <a:pt x="79" y="63"/>
                    <a:pt x="79" y="63"/>
                    <a:pt x="79" y="63"/>
                  </a:cubicBezTo>
                  <a:cubicBezTo>
                    <a:pt x="79" y="63"/>
                    <a:pt x="79" y="62"/>
                    <a:pt x="79" y="62"/>
                  </a:cubicBezTo>
                  <a:cubicBezTo>
                    <a:pt x="80" y="62"/>
                    <a:pt x="80" y="61"/>
                    <a:pt x="80" y="62"/>
                  </a:cubicBezTo>
                  <a:cubicBezTo>
                    <a:pt x="81" y="62"/>
                    <a:pt x="81" y="61"/>
                    <a:pt x="81" y="61"/>
                  </a:cubicBezTo>
                  <a:cubicBezTo>
                    <a:pt x="81" y="61"/>
                    <a:pt x="82" y="61"/>
                    <a:pt x="83" y="61"/>
                  </a:cubicBezTo>
                  <a:cubicBezTo>
                    <a:pt x="83" y="61"/>
                    <a:pt x="82" y="61"/>
                    <a:pt x="82" y="61"/>
                  </a:cubicBezTo>
                  <a:cubicBezTo>
                    <a:pt x="82" y="61"/>
                    <a:pt x="83" y="61"/>
                    <a:pt x="83" y="61"/>
                  </a:cubicBezTo>
                  <a:cubicBezTo>
                    <a:pt x="82" y="60"/>
                    <a:pt x="81" y="61"/>
                    <a:pt x="81" y="61"/>
                  </a:cubicBezTo>
                  <a:cubicBezTo>
                    <a:pt x="80" y="61"/>
                    <a:pt x="79" y="60"/>
                    <a:pt x="78" y="61"/>
                  </a:cubicBezTo>
                  <a:cubicBezTo>
                    <a:pt x="78" y="61"/>
                    <a:pt x="79" y="61"/>
                    <a:pt x="78" y="61"/>
                  </a:cubicBezTo>
                  <a:cubicBezTo>
                    <a:pt x="78" y="62"/>
                    <a:pt x="78" y="62"/>
                    <a:pt x="77" y="62"/>
                  </a:cubicBezTo>
                  <a:cubicBezTo>
                    <a:pt x="77" y="62"/>
                    <a:pt x="76" y="62"/>
                    <a:pt x="76" y="62"/>
                  </a:cubicBezTo>
                  <a:cubicBezTo>
                    <a:pt x="76" y="62"/>
                    <a:pt x="76" y="62"/>
                    <a:pt x="76" y="62"/>
                  </a:cubicBezTo>
                  <a:cubicBezTo>
                    <a:pt x="76" y="62"/>
                    <a:pt x="76" y="62"/>
                    <a:pt x="75" y="63"/>
                  </a:cubicBezTo>
                  <a:cubicBezTo>
                    <a:pt x="75" y="63"/>
                    <a:pt x="75" y="63"/>
                    <a:pt x="75" y="63"/>
                  </a:cubicBezTo>
                  <a:cubicBezTo>
                    <a:pt x="74" y="63"/>
                    <a:pt x="75" y="62"/>
                    <a:pt x="74" y="62"/>
                  </a:cubicBezTo>
                  <a:cubicBezTo>
                    <a:pt x="74" y="62"/>
                    <a:pt x="74" y="63"/>
                    <a:pt x="74" y="63"/>
                  </a:cubicBezTo>
                  <a:cubicBezTo>
                    <a:pt x="73" y="63"/>
                    <a:pt x="73" y="62"/>
                    <a:pt x="73" y="62"/>
                  </a:cubicBezTo>
                  <a:cubicBezTo>
                    <a:pt x="72" y="62"/>
                    <a:pt x="72" y="62"/>
                    <a:pt x="72" y="61"/>
                  </a:cubicBezTo>
                  <a:cubicBezTo>
                    <a:pt x="71" y="61"/>
                    <a:pt x="71" y="62"/>
                    <a:pt x="71" y="62"/>
                  </a:cubicBezTo>
                  <a:cubicBezTo>
                    <a:pt x="71" y="62"/>
                    <a:pt x="72" y="62"/>
                    <a:pt x="72" y="62"/>
                  </a:cubicBezTo>
                  <a:cubicBezTo>
                    <a:pt x="72" y="63"/>
                    <a:pt x="72" y="64"/>
                    <a:pt x="71" y="64"/>
                  </a:cubicBezTo>
                  <a:cubicBezTo>
                    <a:pt x="70" y="64"/>
                    <a:pt x="70" y="63"/>
                    <a:pt x="70" y="62"/>
                  </a:cubicBezTo>
                  <a:cubicBezTo>
                    <a:pt x="69" y="62"/>
                    <a:pt x="67" y="61"/>
                    <a:pt x="67" y="62"/>
                  </a:cubicBezTo>
                  <a:cubicBezTo>
                    <a:pt x="67" y="63"/>
                    <a:pt x="68" y="64"/>
                    <a:pt x="68" y="64"/>
                  </a:cubicBezTo>
                  <a:cubicBezTo>
                    <a:pt x="67" y="65"/>
                    <a:pt x="67" y="63"/>
                    <a:pt x="67" y="63"/>
                  </a:cubicBezTo>
                  <a:cubicBezTo>
                    <a:pt x="66" y="62"/>
                    <a:pt x="65" y="61"/>
                    <a:pt x="66" y="60"/>
                  </a:cubicBezTo>
                  <a:cubicBezTo>
                    <a:pt x="66" y="60"/>
                    <a:pt x="66" y="61"/>
                    <a:pt x="66" y="61"/>
                  </a:cubicBezTo>
                  <a:cubicBezTo>
                    <a:pt x="67" y="62"/>
                    <a:pt x="67" y="60"/>
                    <a:pt x="67" y="60"/>
                  </a:cubicBezTo>
                  <a:cubicBezTo>
                    <a:pt x="67" y="59"/>
                    <a:pt x="67" y="59"/>
                    <a:pt x="67" y="59"/>
                  </a:cubicBezTo>
                  <a:cubicBezTo>
                    <a:pt x="68" y="58"/>
                    <a:pt x="69" y="57"/>
                    <a:pt x="69" y="56"/>
                  </a:cubicBezTo>
                  <a:cubicBezTo>
                    <a:pt x="69" y="56"/>
                    <a:pt x="71" y="55"/>
                    <a:pt x="70" y="55"/>
                  </a:cubicBezTo>
                  <a:cubicBezTo>
                    <a:pt x="71" y="54"/>
                    <a:pt x="69" y="54"/>
                    <a:pt x="69" y="53"/>
                  </a:cubicBezTo>
                  <a:cubicBezTo>
                    <a:pt x="68" y="53"/>
                    <a:pt x="68" y="53"/>
                    <a:pt x="69" y="53"/>
                  </a:cubicBezTo>
                  <a:cubicBezTo>
                    <a:pt x="69" y="52"/>
                    <a:pt x="69" y="52"/>
                    <a:pt x="69" y="51"/>
                  </a:cubicBezTo>
                  <a:cubicBezTo>
                    <a:pt x="69" y="50"/>
                    <a:pt x="71" y="51"/>
                    <a:pt x="72" y="51"/>
                  </a:cubicBezTo>
                  <a:cubicBezTo>
                    <a:pt x="71" y="50"/>
                    <a:pt x="71" y="50"/>
                    <a:pt x="70" y="50"/>
                  </a:cubicBezTo>
                  <a:cubicBezTo>
                    <a:pt x="70" y="50"/>
                    <a:pt x="69" y="49"/>
                    <a:pt x="69" y="49"/>
                  </a:cubicBezTo>
                  <a:cubicBezTo>
                    <a:pt x="69" y="49"/>
                    <a:pt x="69" y="50"/>
                    <a:pt x="69" y="50"/>
                  </a:cubicBezTo>
                  <a:cubicBezTo>
                    <a:pt x="70" y="50"/>
                    <a:pt x="69" y="51"/>
                    <a:pt x="69" y="50"/>
                  </a:cubicBezTo>
                  <a:cubicBezTo>
                    <a:pt x="69" y="49"/>
                    <a:pt x="70" y="49"/>
                    <a:pt x="70" y="48"/>
                  </a:cubicBezTo>
                  <a:cubicBezTo>
                    <a:pt x="70" y="48"/>
                    <a:pt x="70" y="49"/>
                    <a:pt x="69" y="49"/>
                  </a:cubicBezTo>
                  <a:cubicBezTo>
                    <a:pt x="69" y="49"/>
                    <a:pt x="69" y="48"/>
                    <a:pt x="69" y="48"/>
                  </a:cubicBezTo>
                  <a:cubicBezTo>
                    <a:pt x="68" y="48"/>
                    <a:pt x="69" y="51"/>
                    <a:pt x="68" y="50"/>
                  </a:cubicBezTo>
                  <a:cubicBezTo>
                    <a:pt x="69" y="50"/>
                    <a:pt x="68" y="52"/>
                    <a:pt x="68" y="51"/>
                  </a:cubicBezTo>
                  <a:cubicBezTo>
                    <a:pt x="67" y="51"/>
                    <a:pt x="67" y="50"/>
                    <a:pt x="67" y="50"/>
                  </a:cubicBezTo>
                  <a:cubicBezTo>
                    <a:pt x="67" y="50"/>
                    <a:pt x="67" y="51"/>
                    <a:pt x="67" y="51"/>
                  </a:cubicBezTo>
                  <a:cubicBezTo>
                    <a:pt x="67" y="51"/>
                    <a:pt x="66" y="51"/>
                    <a:pt x="66" y="50"/>
                  </a:cubicBezTo>
                  <a:cubicBezTo>
                    <a:pt x="66" y="50"/>
                    <a:pt x="66" y="52"/>
                    <a:pt x="66" y="52"/>
                  </a:cubicBezTo>
                  <a:cubicBezTo>
                    <a:pt x="66" y="52"/>
                    <a:pt x="65" y="51"/>
                    <a:pt x="65" y="51"/>
                  </a:cubicBezTo>
                  <a:cubicBezTo>
                    <a:pt x="65" y="50"/>
                    <a:pt x="65" y="50"/>
                    <a:pt x="66" y="49"/>
                  </a:cubicBezTo>
                  <a:cubicBezTo>
                    <a:pt x="66" y="49"/>
                    <a:pt x="67" y="49"/>
                    <a:pt x="67" y="48"/>
                  </a:cubicBezTo>
                  <a:cubicBezTo>
                    <a:pt x="68" y="48"/>
                    <a:pt x="68" y="48"/>
                    <a:pt x="68" y="48"/>
                  </a:cubicBezTo>
                  <a:cubicBezTo>
                    <a:pt x="68" y="48"/>
                    <a:pt x="69" y="47"/>
                    <a:pt x="69" y="47"/>
                  </a:cubicBezTo>
                  <a:cubicBezTo>
                    <a:pt x="68" y="47"/>
                    <a:pt x="68" y="47"/>
                    <a:pt x="67" y="48"/>
                  </a:cubicBezTo>
                  <a:cubicBezTo>
                    <a:pt x="67" y="49"/>
                    <a:pt x="66" y="49"/>
                    <a:pt x="66" y="49"/>
                  </a:cubicBezTo>
                  <a:cubicBezTo>
                    <a:pt x="65" y="49"/>
                    <a:pt x="65" y="50"/>
                    <a:pt x="64" y="50"/>
                  </a:cubicBezTo>
                  <a:cubicBezTo>
                    <a:pt x="64" y="50"/>
                    <a:pt x="64" y="51"/>
                    <a:pt x="64" y="51"/>
                  </a:cubicBezTo>
                  <a:cubicBezTo>
                    <a:pt x="65" y="51"/>
                    <a:pt x="65" y="52"/>
                    <a:pt x="65" y="52"/>
                  </a:cubicBezTo>
                  <a:cubicBezTo>
                    <a:pt x="65" y="53"/>
                    <a:pt x="64" y="53"/>
                    <a:pt x="64" y="53"/>
                  </a:cubicBezTo>
                  <a:cubicBezTo>
                    <a:pt x="64" y="54"/>
                    <a:pt x="64" y="54"/>
                    <a:pt x="64" y="54"/>
                  </a:cubicBezTo>
                  <a:cubicBezTo>
                    <a:pt x="64" y="55"/>
                    <a:pt x="63" y="56"/>
                    <a:pt x="63" y="56"/>
                  </a:cubicBezTo>
                  <a:cubicBezTo>
                    <a:pt x="64" y="56"/>
                    <a:pt x="63" y="57"/>
                    <a:pt x="62" y="57"/>
                  </a:cubicBezTo>
                  <a:cubicBezTo>
                    <a:pt x="62" y="57"/>
                    <a:pt x="60" y="57"/>
                    <a:pt x="61" y="56"/>
                  </a:cubicBezTo>
                  <a:cubicBezTo>
                    <a:pt x="61" y="56"/>
                    <a:pt x="62" y="55"/>
                    <a:pt x="62" y="54"/>
                  </a:cubicBezTo>
                  <a:cubicBezTo>
                    <a:pt x="63" y="53"/>
                    <a:pt x="64" y="52"/>
                    <a:pt x="64" y="52"/>
                  </a:cubicBezTo>
                  <a:cubicBezTo>
                    <a:pt x="64" y="52"/>
                    <a:pt x="63" y="53"/>
                    <a:pt x="62" y="52"/>
                  </a:cubicBezTo>
                  <a:cubicBezTo>
                    <a:pt x="62" y="52"/>
                    <a:pt x="63" y="51"/>
                    <a:pt x="63" y="51"/>
                  </a:cubicBezTo>
                  <a:cubicBezTo>
                    <a:pt x="63" y="51"/>
                    <a:pt x="62" y="51"/>
                    <a:pt x="62" y="51"/>
                  </a:cubicBezTo>
                  <a:cubicBezTo>
                    <a:pt x="62" y="50"/>
                    <a:pt x="63" y="50"/>
                    <a:pt x="63" y="50"/>
                  </a:cubicBezTo>
                  <a:cubicBezTo>
                    <a:pt x="63" y="50"/>
                    <a:pt x="62" y="51"/>
                    <a:pt x="62" y="51"/>
                  </a:cubicBezTo>
                  <a:cubicBezTo>
                    <a:pt x="62" y="50"/>
                    <a:pt x="64" y="49"/>
                    <a:pt x="64" y="49"/>
                  </a:cubicBezTo>
                  <a:cubicBezTo>
                    <a:pt x="64" y="49"/>
                    <a:pt x="64" y="48"/>
                    <a:pt x="64" y="48"/>
                  </a:cubicBezTo>
                  <a:cubicBezTo>
                    <a:pt x="64" y="48"/>
                    <a:pt x="63" y="48"/>
                    <a:pt x="63" y="49"/>
                  </a:cubicBezTo>
                  <a:cubicBezTo>
                    <a:pt x="63" y="48"/>
                    <a:pt x="63" y="48"/>
                    <a:pt x="64" y="48"/>
                  </a:cubicBezTo>
                  <a:cubicBezTo>
                    <a:pt x="64" y="48"/>
                    <a:pt x="64" y="47"/>
                    <a:pt x="64" y="47"/>
                  </a:cubicBezTo>
                  <a:cubicBezTo>
                    <a:pt x="64" y="47"/>
                    <a:pt x="64" y="48"/>
                    <a:pt x="63" y="47"/>
                  </a:cubicBezTo>
                  <a:cubicBezTo>
                    <a:pt x="63" y="46"/>
                    <a:pt x="64" y="47"/>
                    <a:pt x="65" y="46"/>
                  </a:cubicBezTo>
                  <a:cubicBezTo>
                    <a:pt x="65" y="46"/>
                    <a:pt x="64" y="46"/>
                    <a:pt x="64" y="46"/>
                  </a:cubicBezTo>
                  <a:cubicBezTo>
                    <a:pt x="64" y="46"/>
                    <a:pt x="66" y="45"/>
                    <a:pt x="66" y="45"/>
                  </a:cubicBezTo>
                  <a:cubicBezTo>
                    <a:pt x="67" y="45"/>
                    <a:pt x="67" y="45"/>
                    <a:pt x="68" y="44"/>
                  </a:cubicBezTo>
                  <a:cubicBezTo>
                    <a:pt x="67" y="45"/>
                    <a:pt x="67" y="45"/>
                    <a:pt x="66" y="45"/>
                  </a:cubicBezTo>
                  <a:cubicBezTo>
                    <a:pt x="66" y="45"/>
                    <a:pt x="66" y="45"/>
                    <a:pt x="65" y="45"/>
                  </a:cubicBezTo>
                  <a:cubicBezTo>
                    <a:pt x="65" y="45"/>
                    <a:pt x="65" y="45"/>
                    <a:pt x="65" y="45"/>
                  </a:cubicBezTo>
                  <a:cubicBezTo>
                    <a:pt x="65" y="45"/>
                    <a:pt x="65" y="45"/>
                    <a:pt x="65" y="45"/>
                  </a:cubicBezTo>
                  <a:cubicBezTo>
                    <a:pt x="65" y="45"/>
                    <a:pt x="65" y="45"/>
                    <a:pt x="65" y="45"/>
                  </a:cubicBezTo>
                  <a:cubicBezTo>
                    <a:pt x="66" y="45"/>
                    <a:pt x="66" y="44"/>
                    <a:pt x="66" y="44"/>
                  </a:cubicBezTo>
                  <a:cubicBezTo>
                    <a:pt x="66" y="44"/>
                    <a:pt x="65" y="45"/>
                    <a:pt x="65" y="44"/>
                  </a:cubicBezTo>
                  <a:cubicBezTo>
                    <a:pt x="65" y="44"/>
                    <a:pt x="66" y="44"/>
                    <a:pt x="66" y="43"/>
                  </a:cubicBezTo>
                  <a:cubicBezTo>
                    <a:pt x="66" y="43"/>
                    <a:pt x="67" y="43"/>
                    <a:pt x="67" y="43"/>
                  </a:cubicBezTo>
                  <a:cubicBezTo>
                    <a:pt x="67" y="43"/>
                    <a:pt x="67" y="43"/>
                    <a:pt x="67" y="43"/>
                  </a:cubicBezTo>
                  <a:cubicBezTo>
                    <a:pt x="67" y="42"/>
                    <a:pt x="68" y="42"/>
                    <a:pt x="68" y="42"/>
                  </a:cubicBezTo>
                  <a:cubicBezTo>
                    <a:pt x="67" y="42"/>
                    <a:pt x="67" y="42"/>
                    <a:pt x="66" y="43"/>
                  </a:cubicBezTo>
                  <a:cubicBezTo>
                    <a:pt x="66" y="43"/>
                    <a:pt x="65" y="43"/>
                    <a:pt x="65" y="44"/>
                  </a:cubicBezTo>
                  <a:cubicBezTo>
                    <a:pt x="64" y="44"/>
                    <a:pt x="64" y="45"/>
                    <a:pt x="63" y="45"/>
                  </a:cubicBezTo>
                  <a:cubicBezTo>
                    <a:pt x="63" y="45"/>
                    <a:pt x="62" y="45"/>
                    <a:pt x="62" y="44"/>
                  </a:cubicBezTo>
                  <a:cubicBezTo>
                    <a:pt x="62" y="45"/>
                    <a:pt x="59" y="43"/>
                    <a:pt x="62" y="44"/>
                  </a:cubicBezTo>
                  <a:cubicBezTo>
                    <a:pt x="62" y="43"/>
                    <a:pt x="62" y="43"/>
                    <a:pt x="62" y="43"/>
                  </a:cubicBezTo>
                  <a:cubicBezTo>
                    <a:pt x="62" y="43"/>
                    <a:pt x="62" y="43"/>
                    <a:pt x="62" y="43"/>
                  </a:cubicBezTo>
                  <a:cubicBezTo>
                    <a:pt x="61" y="43"/>
                    <a:pt x="60" y="43"/>
                    <a:pt x="59" y="43"/>
                  </a:cubicBezTo>
                  <a:cubicBezTo>
                    <a:pt x="58" y="43"/>
                    <a:pt x="60" y="42"/>
                    <a:pt x="60" y="42"/>
                  </a:cubicBezTo>
                  <a:cubicBezTo>
                    <a:pt x="60" y="42"/>
                    <a:pt x="61" y="42"/>
                    <a:pt x="61" y="42"/>
                  </a:cubicBezTo>
                  <a:cubicBezTo>
                    <a:pt x="61" y="42"/>
                    <a:pt x="62" y="42"/>
                    <a:pt x="62" y="42"/>
                  </a:cubicBezTo>
                  <a:cubicBezTo>
                    <a:pt x="62" y="42"/>
                    <a:pt x="62" y="42"/>
                    <a:pt x="62" y="42"/>
                  </a:cubicBezTo>
                  <a:cubicBezTo>
                    <a:pt x="62" y="42"/>
                    <a:pt x="62" y="42"/>
                    <a:pt x="62" y="42"/>
                  </a:cubicBezTo>
                  <a:cubicBezTo>
                    <a:pt x="62" y="42"/>
                    <a:pt x="62" y="42"/>
                    <a:pt x="62" y="41"/>
                  </a:cubicBezTo>
                  <a:cubicBezTo>
                    <a:pt x="63" y="41"/>
                    <a:pt x="63" y="41"/>
                    <a:pt x="63" y="41"/>
                  </a:cubicBezTo>
                  <a:cubicBezTo>
                    <a:pt x="63" y="41"/>
                    <a:pt x="63" y="41"/>
                    <a:pt x="63" y="41"/>
                  </a:cubicBezTo>
                  <a:cubicBezTo>
                    <a:pt x="63" y="41"/>
                    <a:pt x="63" y="41"/>
                    <a:pt x="63" y="41"/>
                  </a:cubicBezTo>
                  <a:cubicBezTo>
                    <a:pt x="62" y="41"/>
                    <a:pt x="62" y="41"/>
                    <a:pt x="62" y="41"/>
                  </a:cubicBezTo>
                  <a:cubicBezTo>
                    <a:pt x="62" y="41"/>
                    <a:pt x="62" y="40"/>
                    <a:pt x="63" y="40"/>
                  </a:cubicBezTo>
                  <a:cubicBezTo>
                    <a:pt x="63" y="39"/>
                    <a:pt x="64" y="40"/>
                    <a:pt x="65" y="40"/>
                  </a:cubicBezTo>
                  <a:cubicBezTo>
                    <a:pt x="64" y="40"/>
                    <a:pt x="64" y="40"/>
                    <a:pt x="63" y="40"/>
                  </a:cubicBezTo>
                  <a:cubicBezTo>
                    <a:pt x="64" y="39"/>
                    <a:pt x="64" y="39"/>
                    <a:pt x="63" y="39"/>
                  </a:cubicBezTo>
                  <a:cubicBezTo>
                    <a:pt x="63" y="39"/>
                    <a:pt x="63" y="40"/>
                    <a:pt x="63" y="39"/>
                  </a:cubicBezTo>
                  <a:cubicBezTo>
                    <a:pt x="63" y="39"/>
                    <a:pt x="64" y="38"/>
                    <a:pt x="64" y="39"/>
                  </a:cubicBezTo>
                  <a:cubicBezTo>
                    <a:pt x="65" y="39"/>
                    <a:pt x="65" y="39"/>
                    <a:pt x="66" y="39"/>
                  </a:cubicBezTo>
                  <a:cubicBezTo>
                    <a:pt x="66" y="38"/>
                    <a:pt x="63" y="38"/>
                    <a:pt x="64" y="38"/>
                  </a:cubicBezTo>
                  <a:cubicBezTo>
                    <a:pt x="64" y="38"/>
                    <a:pt x="64" y="37"/>
                    <a:pt x="65" y="37"/>
                  </a:cubicBezTo>
                  <a:cubicBezTo>
                    <a:pt x="65" y="37"/>
                    <a:pt x="65" y="38"/>
                    <a:pt x="66" y="37"/>
                  </a:cubicBezTo>
                  <a:cubicBezTo>
                    <a:pt x="65" y="37"/>
                    <a:pt x="65" y="37"/>
                    <a:pt x="66" y="36"/>
                  </a:cubicBezTo>
                  <a:cubicBezTo>
                    <a:pt x="66" y="37"/>
                    <a:pt x="63" y="37"/>
                    <a:pt x="64" y="36"/>
                  </a:cubicBezTo>
                  <a:cubicBezTo>
                    <a:pt x="64" y="36"/>
                    <a:pt x="65" y="36"/>
                    <a:pt x="65" y="36"/>
                  </a:cubicBezTo>
                  <a:cubicBezTo>
                    <a:pt x="65" y="36"/>
                    <a:pt x="66" y="36"/>
                    <a:pt x="66" y="35"/>
                  </a:cubicBezTo>
                  <a:cubicBezTo>
                    <a:pt x="66" y="35"/>
                    <a:pt x="65" y="36"/>
                    <a:pt x="65" y="36"/>
                  </a:cubicBezTo>
                  <a:cubicBezTo>
                    <a:pt x="65" y="36"/>
                    <a:pt x="65" y="36"/>
                    <a:pt x="65" y="36"/>
                  </a:cubicBezTo>
                  <a:cubicBezTo>
                    <a:pt x="64" y="36"/>
                    <a:pt x="64" y="36"/>
                    <a:pt x="65" y="36"/>
                  </a:cubicBezTo>
                  <a:cubicBezTo>
                    <a:pt x="65" y="35"/>
                    <a:pt x="64" y="36"/>
                    <a:pt x="64" y="36"/>
                  </a:cubicBezTo>
                  <a:cubicBezTo>
                    <a:pt x="63" y="36"/>
                    <a:pt x="63" y="36"/>
                    <a:pt x="63" y="35"/>
                  </a:cubicBezTo>
                  <a:cubicBezTo>
                    <a:pt x="62" y="35"/>
                    <a:pt x="63" y="34"/>
                    <a:pt x="63" y="34"/>
                  </a:cubicBezTo>
                  <a:cubicBezTo>
                    <a:pt x="64" y="34"/>
                    <a:pt x="64" y="34"/>
                    <a:pt x="65" y="34"/>
                  </a:cubicBezTo>
                  <a:cubicBezTo>
                    <a:pt x="65" y="34"/>
                    <a:pt x="65" y="34"/>
                    <a:pt x="65" y="34"/>
                  </a:cubicBezTo>
                  <a:cubicBezTo>
                    <a:pt x="65" y="34"/>
                    <a:pt x="65" y="34"/>
                    <a:pt x="64" y="34"/>
                  </a:cubicBezTo>
                  <a:cubicBezTo>
                    <a:pt x="64" y="34"/>
                    <a:pt x="64" y="34"/>
                    <a:pt x="64" y="33"/>
                  </a:cubicBezTo>
                  <a:cubicBezTo>
                    <a:pt x="63" y="33"/>
                    <a:pt x="63" y="33"/>
                    <a:pt x="63" y="33"/>
                  </a:cubicBezTo>
                  <a:cubicBezTo>
                    <a:pt x="64" y="32"/>
                    <a:pt x="64" y="33"/>
                    <a:pt x="64" y="33"/>
                  </a:cubicBezTo>
                  <a:cubicBezTo>
                    <a:pt x="64" y="32"/>
                    <a:pt x="63" y="32"/>
                    <a:pt x="64" y="31"/>
                  </a:cubicBezTo>
                  <a:cubicBezTo>
                    <a:pt x="64" y="30"/>
                    <a:pt x="64" y="32"/>
                    <a:pt x="65" y="32"/>
                  </a:cubicBezTo>
                  <a:cubicBezTo>
                    <a:pt x="65" y="32"/>
                    <a:pt x="65" y="31"/>
                    <a:pt x="65" y="31"/>
                  </a:cubicBezTo>
                  <a:cubicBezTo>
                    <a:pt x="65" y="31"/>
                    <a:pt x="65" y="30"/>
                    <a:pt x="65" y="31"/>
                  </a:cubicBezTo>
                  <a:cubicBezTo>
                    <a:pt x="66" y="31"/>
                    <a:pt x="66" y="31"/>
                    <a:pt x="66" y="31"/>
                  </a:cubicBezTo>
                  <a:cubicBezTo>
                    <a:pt x="67" y="30"/>
                    <a:pt x="68" y="31"/>
                    <a:pt x="68" y="31"/>
                  </a:cubicBezTo>
                  <a:cubicBezTo>
                    <a:pt x="68" y="31"/>
                    <a:pt x="67" y="31"/>
                    <a:pt x="67" y="30"/>
                  </a:cubicBezTo>
                  <a:cubicBezTo>
                    <a:pt x="67" y="30"/>
                    <a:pt x="66" y="30"/>
                    <a:pt x="67" y="30"/>
                  </a:cubicBezTo>
                  <a:cubicBezTo>
                    <a:pt x="68" y="30"/>
                    <a:pt x="69" y="31"/>
                    <a:pt x="69" y="31"/>
                  </a:cubicBezTo>
                  <a:cubicBezTo>
                    <a:pt x="69" y="31"/>
                    <a:pt x="69" y="31"/>
                    <a:pt x="68" y="30"/>
                  </a:cubicBezTo>
                  <a:cubicBezTo>
                    <a:pt x="69" y="30"/>
                    <a:pt x="67" y="29"/>
                    <a:pt x="67" y="29"/>
                  </a:cubicBezTo>
                  <a:cubicBezTo>
                    <a:pt x="66" y="29"/>
                    <a:pt x="67" y="28"/>
                    <a:pt x="67" y="29"/>
                  </a:cubicBezTo>
                  <a:cubicBezTo>
                    <a:pt x="67" y="29"/>
                    <a:pt x="67" y="29"/>
                    <a:pt x="67" y="29"/>
                  </a:cubicBezTo>
                  <a:cubicBezTo>
                    <a:pt x="68" y="29"/>
                    <a:pt x="68" y="28"/>
                    <a:pt x="68" y="28"/>
                  </a:cubicBezTo>
                  <a:cubicBezTo>
                    <a:pt x="68" y="28"/>
                    <a:pt x="67" y="27"/>
                    <a:pt x="67" y="27"/>
                  </a:cubicBezTo>
                  <a:cubicBezTo>
                    <a:pt x="67" y="27"/>
                    <a:pt x="68" y="27"/>
                    <a:pt x="68" y="27"/>
                  </a:cubicBezTo>
                  <a:cubicBezTo>
                    <a:pt x="69" y="27"/>
                    <a:pt x="69" y="27"/>
                    <a:pt x="70" y="27"/>
                  </a:cubicBezTo>
                  <a:cubicBezTo>
                    <a:pt x="70" y="27"/>
                    <a:pt x="70" y="27"/>
                    <a:pt x="71" y="27"/>
                  </a:cubicBezTo>
                  <a:cubicBezTo>
                    <a:pt x="71" y="27"/>
                    <a:pt x="71" y="27"/>
                    <a:pt x="70" y="27"/>
                  </a:cubicBezTo>
                  <a:cubicBezTo>
                    <a:pt x="71" y="27"/>
                    <a:pt x="71" y="27"/>
                    <a:pt x="71" y="27"/>
                  </a:cubicBezTo>
                  <a:cubicBezTo>
                    <a:pt x="70" y="27"/>
                    <a:pt x="69" y="27"/>
                    <a:pt x="69" y="26"/>
                  </a:cubicBezTo>
                  <a:cubicBezTo>
                    <a:pt x="69" y="25"/>
                    <a:pt x="70" y="26"/>
                    <a:pt x="70" y="26"/>
                  </a:cubicBezTo>
                  <a:cubicBezTo>
                    <a:pt x="70" y="25"/>
                    <a:pt x="70" y="25"/>
                    <a:pt x="70" y="25"/>
                  </a:cubicBezTo>
                  <a:cubicBezTo>
                    <a:pt x="70" y="25"/>
                    <a:pt x="70" y="25"/>
                    <a:pt x="70" y="25"/>
                  </a:cubicBezTo>
                  <a:cubicBezTo>
                    <a:pt x="70" y="25"/>
                    <a:pt x="69" y="24"/>
                    <a:pt x="70" y="24"/>
                  </a:cubicBezTo>
                  <a:cubicBezTo>
                    <a:pt x="70" y="24"/>
                    <a:pt x="70" y="24"/>
                    <a:pt x="71" y="23"/>
                  </a:cubicBezTo>
                  <a:cubicBezTo>
                    <a:pt x="71" y="23"/>
                    <a:pt x="72" y="23"/>
                    <a:pt x="72" y="24"/>
                  </a:cubicBezTo>
                  <a:cubicBezTo>
                    <a:pt x="72" y="24"/>
                    <a:pt x="72" y="24"/>
                    <a:pt x="72" y="23"/>
                  </a:cubicBezTo>
                  <a:cubicBezTo>
                    <a:pt x="73" y="24"/>
                    <a:pt x="73" y="24"/>
                    <a:pt x="73" y="24"/>
                  </a:cubicBezTo>
                  <a:cubicBezTo>
                    <a:pt x="73" y="24"/>
                    <a:pt x="73" y="25"/>
                    <a:pt x="72" y="25"/>
                  </a:cubicBezTo>
                  <a:cubicBezTo>
                    <a:pt x="73" y="25"/>
                    <a:pt x="74" y="24"/>
                    <a:pt x="74" y="24"/>
                  </a:cubicBezTo>
                  <a:cubicBezTo>
                    <a:pt x="75" y="24"/>
                    <a:pt x="75" y="24"/>
                    <a:pt x="74" y="25"/>
                  </a:cubicBezTo>
                  <a:cubicBezTo>
                    <a:pt x="75" y="25"/>
                    <a:pt x="75" y="24"/>
                    <a:pt x="75" y="24"/>
                  </a:cubicBezTo>
                  <a:cubicBezTo>
                    <a:pt x="76" y="24"/>
                    <a:pt x="76" y="24"/>
                    <a:pt x="76" y="24"/>
                  </a:cubicBezTo>
                  <a:cubicBezTo>
                    <a:pt x="77" y="24"/>
                    <a:pt x="78" y="24"/>
                    <a:pt x="78" y="23"/>
                  </a:cubicBezTo>
                  <a:cubicBezTo>
                    <a:pt x="78" y="24"/>
                    <a:pt x="80" y="24"/>
                    <a:pt x="81" y="23"/>
                  </a:cubicBezTo>
                  <a:cubicBezTo>
                    <a:pt x="81" y="23"/>
                    <a:pt x="82" y="23"/>
                    <a:pt x="82" y="23"/>
                  </a:cubicBezTo>
                  <a:cubicBezTo>
                    <a:pt x="83" y="23"/>
                    <a:pt x="83" y="23"/>
                    <a:pt x="84" y="23"/>
                  </a:cubicBezTo>
                  <a:cubicBezTo>
                    <a:pt x="84" y="23"/>
                    <a:pt x="83" y="23"/>
                    <a:pt x="83" y="23"/>
                  </a:cubicBezTo>
                  <a:cubicBezTo>
                    <a:pt x="83" y="23"/>
                    <a:pt x="84" y="23"/>
                    <a:pt x="84" y="23"/>
                  </a:cubicBezTo>
                  <a:cubicBezTo>
                    <a:pt x="85" y="23"/>
                    <a:pt x="86" y="23"/>
                    <a:pt x="86" y="23"/>
                  </a:cubicBezTo>
                  <a:cubicBezTo>
                    <a:pt x="86" y="23"/>
                    <a:pt x="85" y="24"/>
                    <a:pt x="85" y="25"/>
                  </a:cubicBezTo>
                  <a:cubicBezTo>
                    <a:pt x="86" y="25"/>
                    <a:pt x="85" y="25"/>
                    <a:pt x="85" y="26"/>
                  </a:cubicBezTo>
                  <a:cubicBezTo>
                    <a:pt x="84" y="26"/>
                    <a:pt x="84" y="26"/>
                    <a:pt x="83" y="27"/>
                  </a:cubicBezTo>
                  <a:cubicBezTo>
                    <a:pt x="82" y="27"/>
                    <a:pt x="81" y="28"/>
                    <a:pt x="81" y="28"/>
                  </a:cubicBezTo>
                  <a:cubicBezTo>
                    <a:pt x="80" y="29"/>
                    <a:pt x="79" y="29"/>
                    <a:pt x="78" y="30"/>
                  </a:cubicBezTo>
                  <a:cubicBezTo>
                    <a:pt x="78" y="30"/>
                    <a:pt x="77" y="30"/>
                    <a:pt x="77" y="30"/>
                  </a:cubicBezTo>
                  <a:cubicBezTo>
                    <a:pt x="77" y="30"/>
                    <a:pt x="78" y="30"/>
                    <a:pt x="78" y="30"/>
                  </a:cubicBezTo>
                  <a:cubicBezTo>
                    <a:pt x="78" y="31"/>
                    <a:pt x="77" y="31"/>
                    <a:pt x="77" y="31"/>
                  </a:cubicBezTo>
                  <a:cubicBezTo>
                    <a:pt x="77" y="31"/>
                    <a:pt x="76" y="31"/>
                    <a:pt x="76" y="31"/>
                  </a:cubicBezTo>
                  <a:cubicBezTo>
                    <a:pt x="75" y="31"/>
                    <a:pt x="75" y="31"/>
                    <a:pt x="75" y="30"/>
                  </a:cubicBezTo>
                  <a:cubicBezTo>
                    <a:pt x="75" y="31"/>
                    <a:pt x="77" y="31"/>
                    <a:pt x="78" y="31"/>
                  </a:cubicBezTo>
                  <a:cubicBezTo>
                    <a:pt x="78" y="31"/>
                    <a:pt x="78" y="31"/>
                    <a:pt x="79" y="31"/>
                  </a:cubicBezTo>
                  <a:cubicBezTo>
                    <a:pt x="79" y="31"/>
                    <a:pt x="79" y="31"/>
                    <a:pt x="79" y="31"/>
                  </a:cubicBezTo>
                  <a:cubicBezTo>
                    <a:pt x="80" y="31"/>
                    <a:pt x="78" y="33"/>
                    <a:pt x="77" y="32"/>
                  </a:cubicBezTo>
                  <a:cubicBezTo>
                    <a:pt x="77" y="32"/>
                    <a:pt x="74" y="33"/>
                    <a:pt x="74" y="34"/>
                  </a:cubicBezTo>
                  <a:cubicBezTo>
                    <a:pt x="75" y="34"/>
                    <a:pt x="75" y="33"/>
                    <a:pt x="76" y="33"/>
                  </a:cubicBezTo>
                  <a:cubicBezTo>
                    <a:pt x="76" y="33"/>
                    <a:pt x="76" y="33"/>
                    <a:pt x="77" y="33"/>
                  </a:cubicBezTo>
                  <a:cubicBezTo>
                    <a:pt x="77" y="33"/>
                    <a:pt x="77" y="33"/>
                    <a:pt x="77" y="33"/>
                  </a:cubicBezTo>
                  <a:cubicBezTo>
                    <a:pt x="78" y="33"/>
                    <a:pt x="77" y="33"/>
                    <a:pt x="77" y="34"/>
                  </a:cubicBezTo>
                  <a:cubicBezTo>
                    <a:pt x="76" y="34"/>
                    <a:pt x="77" y="34"/>
                    <a:pt x="76" y="34"/>
                  </a:cubicBezTo>
                  <a:cubicBezTo>
                    <a:pt x="76" y="34"/>
                    <a:pt x="76" y="34"/>
                    <a:pt x="75" y="34"/>
                  </a:cubicBezTo>
                  <a:cubicBezTo>
                    <a:pt x="76" y="34"/>
                    <a:pt x="75" y="35"/>
                    <a:pt x="76" y="34"/>
                  </a:cubicBezTo>
                  <a:cubicBezTo>
                    <a:pt x="76" y="34"/>
                    <a:pt x="78" y="34"/>
                    <a:pt x="77" y="34"/>
                  </a:cubicBezTo>
                  <a:cubicBezTo>
                    <a:pt x="78" y="33"/>
                    <a:pt x="78" y="34"/>
                    <a:pt x="79" y="33"/>
                  </a:cubicBezTo>
                  <a:cubicBezTo>
                    <a:pt x="80" y="33"/>
                    <a:pt x="80" y="33"/>
                    <a:pt x="80" y="33"/>
                  </a:cubicBezTo>
                  <a:cubicBezTo>
                    <a:pt x="81" y="33"/>
                    <a:pt x="80" y="33"/>
                    <a:pt x="81" y="33"/>
                  </a:cubicBezTo>
                  <a:cubicBezTo>
                    <a:pt x="81" y="33"/>
                    <a:pt x="81" y="33"/>
                    <a:pt x="82" y="33"/>
                  </a:cubicBezTo>
                  <a:cubicBezTo>
                    <a:pt x="82" y="32"/>
                    <a:pt x="82" y="32"/>
                    <a:pt x="83" y="32"/>
                  </a:cubicBezTo>
                  <a:cubicBezTo>
                    <a:pt x="83" y="32"/>
                    <a:pt x="84" y="32"/>
                    <a:pt x="84" y="33"/>
                  </a:cubicBezTo>
                  <a:cubicBezTo>
                    <a:pt x="85" y="33"/>
                    <a:pt x="85" y="33"/>
                    <a:pt x="86" y="33"/>
                  </a:cubicBezTo>
                  <a:cubicBezTo>
                    <a:pt x="87" y="33"/>
                    <a:pt x="87" y="33"/>
                    <a:pt x="88" y="33"/>
                  </a:cubicBezTo>
                  <a:cubicBezTo>
                    <a:pt x="88" y="33"/>
                    <a:pt x="89" y="33"/>
                    <a:pt x="90" y="33"/>
                  </a:cubicBezTo>
                  <a:cubicBezTo>
                    <a:pt x="90" y="33"/>
                    <a:pt x="91" y="33"/>
                    <a:pt x="92" y="33"/>
                  </a:cubicBezTo>
                  <a:cubicBezTo>
                    <a:pt x="92" y="33"/>
                    <a:pt x="93" y="33"/>
                    <a:pt x="93" y="33"/>
                  </a:cubicBezTo>
                  <a:cubicBezTo>
                    <a:pt x="94" y="33"/>
                    <a:pt x="95" y="34"/>
                    <a:pt x="95" y="34"/>
                  </a:cubicBezTo>
                  <a:cubicBezTo>
                    <a:pt x="95" y="35"/>
                    <a:pt x="93" y="36"/>
                    <a:pt x="93" y="37"/>
                  </a:cubicBezTo>
                  <a:cubicBezTo>
                    <a:pt x="92" y="38"/>
                    <a:pt x="93" y="38"/>
                    <a:pt x="92" y="39"/>
                  </a:cubicBezTo>
                  <a:cubicBezTo>
                    <a:pt x="92" y="39"/>
                    <a:pt x="92" y="39"/>
                    <a:pt x="91" y="40"/>
                  </a:cubicBezTo>
                  <a:cubicBezTo>
                    <a:pt x="91" y="41"/>
                    <a:pt x="91" y="41"/>
                    <a:pt x="91" y="41"/>
                  </a:cubicBezTo>
                  <a:cubicBezTo>
                    <a:pt x="90" y="42"/>
                    <a:pt x="90" y="42"/>
                    <a:pt x="90" y="42"/>
                  </a:cubicBezTo>
                  <a:cubicBezTo>
                    <a:pt x="89" y="42"/>
                    <a:pt x="89" y="43"/>
                    <a:pt x="89" y="43"/>
                  </a:cubicBezTo>
                  <a:cubicBezTo>
                    <a:pt x="89" y="43"/>
                    <a:pt x="89" y="43"/>
                    <a:pt x="89" y="43"/>
                  </a:cubicBezTo>
                  <a:cubicBezTo>
                    <a:pt x="89" y="43"/>
                    <a:pt x="89" y="44"/>
                    <a:pt x="88" y="44"/>
                  </a:cubicBezTo>
                  <a:cubicBezTo>
                    <a:pt x="88" y="44"/>
                    <a:pt x="87" y="45"/>
                    <a:pt x="86" y="45"/>
                  </a:cubicBezTo>
                  <a:cubicBezTo>
                    <a:pt x="86" y="45"/>
                    <a:pt x="85" y="45"/>
                    <a:pt x="84" y="45"/>
                  </a:cubicBezTo>
                  <a:cubicBezTo>
                    <a:pt x="83" y="45"/>
                    <a:pt x="83" y="46"/>
                    <a:pt x="82" y="46"/>
                  </a:cubicBezTo>
                  <a:cubicBezTo>
                    <a:pt x="82" y="47"/>
                    <a:pt x="83" y="46"/>
                    <a:pt x="83" y="46"/>
                  </a:cubicBezTo>
                  <a:cubicBezTo>
                    <a:pt x="84" y="46"/>
                    <a:pt x="85" y="45"/>
                    <a:pt x="86" y="45"/>
                  </a:cubicBezTo>
                  <a:cubicBezTo>
                    <a:pt x="86" y="45"/>
                    <a:pt x="86" y="46"/>
                    <a:pt x="86" y="46"/>
                  </a:cubicBezTo>
                  <a:cubicBezTo>
                    <a:pt x="86" y="46"/>
                    <a:pt x="86" y="46"/>
                    <a:pt x="87" y="47"/>
                  </a:cubicBezTo>
                  <a:cubicBezTo>
                    <a:pt x="88" y="47"/>
                    <a:pt x="88" y="47"/>
                    <a:pt x="87" y="48"/>
                  </a:cubicBezTo>
                  <a:cubicBezTo>
                    <a:pt x="86" y="48"/>
                    <a:pt x="85" y="48"/>
                    <a:pt x="84" y="48"/>
                  </a:cubicBezTo>
                  <a:cubicBezTo>
                    <a:pt x="84" y="48"/>
                    <a:pt x="83" y="49"/>
                    <a:pt x="82" y="49"/>
                  </a:cubicBezTo>
                  <a:cubicBezTo>
                    <a:pt x="82" y="50"/>
                    <a:pt x="81" y="50"/>
                    <a:pt x="81" y="50"/>
                  </a:cubicBezTo>
                  <a:cubicBezTo>
                    <a:pt x="80" y="50"/>
                    <a:pt x="80" y="50"/>
                    <a:pt x="80" y="49"/>
                  </a:cubicBezTo>
                  <a:cubicBezTo>
                    <a:pt x="79" y="49"/>
                    <a:pt x="79" y="50"/>
                    <a:pt x="78" y="49"/>
                  </a:cubicBezTo>
                  <a:cubicBezTo>
                    <a:pt x="78" y="49"/>
                    <a:pt x="78" y="49"/>
                    <a:pt x="77" y="49"/>
                  </a:cubicBezTo>
                  <a:cubicBezTo>
                    <a:pt x="78" y="49"/>
                    <a:pt x="78" y="50"/>
                    <a:pt x="79" y="50"/>
                  </a:cubicBezTo>
                  <a:cubicBezTo>
                    <a:pt x="79" y="50"/>
                    <a:pt x="80" y="50"/>
                    <a:pt x="81" y="50"/>
                  </a:cubicBezTo>
                  <a:cubicBezTo>
                    <a:pt x="82" y="50"/>
                    <a:pt x="83" y="51"/>
                    <a:pt x="84" y="50"/>
                  </a:cubicBezTo>
                  <a:cubicBezTo>
                    <a:pt x="85" y="50"/>
                    <a:pt x="85" y="50"/>
                    <a:pt x="86" y="49"/>
                  </a:cubicBezTo>
                  <a:cubicBezTo>
                    <a:pt x="86" y="49"/>
                    <a:pt x="88" y="49"/>
                    <a:pt x="87" y="50"/>
                  </a:cubicBezTo>
                  <a:cubicBezTo>
                    <a:pt x="88" y="50"/>
                    <a:pt x="90" y="51"/>
                    <a:pt x="91" y="51"/>
                  </a:cubicBezTo>
                  <a:cubicBezTo>
                    <a:pt x="92" y="52"/>
                    <a:pt x="92" y="53"/>
                    <a:pt x="93" y="53"/>
                  </a:cubicBezTo>
                  <a:cubicBezTo>
                    <a:pt x="93" y="53"/>
                    <a:pt x="94" y="54"/>
                    <a:pt x="94" y="54"/>
                  </a:cubicBezTo>
                  <a:cubicBezTo>
                    <a:pt x="95" y="54"/>
                    <a:pt x="95" y="55"/>
                    <a:pt x="95" y="56"/>
                  </a:cubicBezTo>
                  <a:cubicBezTo>
                    <a:pt x="95" y="56"/>
                    <a:pt x="95" y="56"/>
                    <a:pt x="95" y="56"/>
                  </a:cubicBezTo>
                  <a:cubicBezTo>
                    <a:pt x="95" y="57"/>
                    <a:pt x="95" y="57"/>
                    <a:pt x="95" y="57"/>
                  </a:cubicBezTo>
                  <a:cubicBezTo>
                    <a:pt x="95" y="58"/>
                    <a:pt x="95" y="58"/>
                    <a:pt x="95" y="59"/>
                  </a:cubicBezTo>
                  <a:cubicBezTo>
                    <a:pt x="96" y="60"/>
                    <a:pt x="96" y="61"/>
                    <a:pt x="97" y="62"/>
                  </a:cubicBezTo>
                  <a:cubicBezTo>
                    <a:pt x="97" y="63"/>
                    <a:pt x="97" y="63"/>
                    <a:pt x="97" y="63"/>
                  </a:cubicBezTo>
                  <a:cubicBezTo>
                    <a:pt x="98" y="64"/>
                    <a:pt x="98" y="64"/>
                    <a:pt x="97" y="64"/>
                  </a:cubicBezTo>
                  <a:cubicBezTo>
                    <a:pt x="98" y="64"/>
                    <a:pt x="98" y="64"/>
                    <a:pt x="98" y="64"/>
                  </a:cubicBezTo>
                  <a:cubicBezTo>
                    <a:pt x="99" y="64"/>
                    <a:pt x="99" y="65"/>
                    <a:pt x="100" y="65"/>
                  </a:cubicBezTo>
                  <a:cubicBezTo>
                    <a:pt x="101" y="65"/>
                    <a:pt x="102" y="65"/>
                    <a:pt x="103" y="66"/>
                  </a:cubicBezTo>
                  <a:cubicBezTo>
                    <a:pt x="103" y="67"/>
                    <a:pt x="103" y="68"/>
                    <a:pt x="104" y="68"/>
                  </a:cubicBezTo>
                  <a:cubicBezTo>
                    <a:pt x="104" y="68"/>
                    <a:pt x="104" y="68"/>
                    <a:pt x="105" y="68"/>
                  </a:cubicBezTo>
                  <a:cubicBezTo>
                    <a:pt x="105" y="69"/>
                    <a:pt x="105" y="69"/>
                    <a:pt x="105" y="69"/>
                  </a:cubicBezTo>
                  <a:cubicBezTo>
                    <a:pt x="105" y="69"/>
                    <a:pt x="106" y="69"/>
                    <a:pt x="106" y="70"/>
                  </a:cubicBezTo>
                  <a:cubicBezTo>
                    <a:pt x="106" y="69"/>
                    <a:pt x="105" y="70"/>
                    <a:pt x="105" y="71"/>
                  </a:cubicBezTo>
                  <a:cubicBezTo>
                    <a:pt x="105" y="71"/>
                    <a:pt x="106" y="72"/>
                    <a:pt x="106" y="73"/>
                  </a:cubicBezTo>
                  <a:cubicBezTo>
                    <a:pt x="106" y="73"/>
                    <a:pt x="108" y="75"/>
                    <a:pt x="107" y="75"/>
                  </a:cubicBezTo>
                  <a:cubicBezTo>
                    <a:pt x="108" y="75"/>
                    <a:pt x="107" y="75"/>
                    <a:pt x="106" y="75"/>
                  </a:cubicBezTo>
                  <a:cubicBezTo>
                    <a:pt x="106" y="75"/>
                    <a:pt x="105" y="74"/>
                    <a:pt x="105" y="74"/>
                  </a:cubicBezTo>
                  <a:cubicBezTo>
                    <a:pt x="104" y="73"/>
                    <a:pt x="103" y="74"/>
                    <a:pt x="103" y="74"/>
                  </a:cubicBezTo>
                  <a:cubicBezTo>
                    <a:pt x="102" y="74"/>
                    <a:pt x="101" y="73"/>
                    <a:pt x="101" y="74"/>
                  </a:cubicBezTo>
                  <a:cubicBezTo>
                    <a:pt x="101" y="74"/>
                    <a:pt x="101" y="74"/>
                    <a:pt x="101" y="74"/>
                  </a:cubicBezTo>
                  <a:cubicBezTo>
                    <a:pt x="102" y="74"/>
                    <a:pt x="102" y="74"/>
                    <a:pt x="102" y="74"/>
                  </a:cubicBezTo>
                  <a:cubicBezTo>
                    <a:pt x="103" y="74"/>
                    <a:pt x="103" y="74"/>
                    <a:pt x="104" y="74"/>
                  </a:cubicBezTo>
                  <a:cubicBezTo>
                    <a:pt x="105" y="74"/>
                    <a:pt x="105" y="75"/>
                    <a:pt x="106" y="75"/>
                  </a:cubicBezTo>
                  <a:cubicBezTo>
                    <a:pt x="106" y="75"/>
                    <a:pt x="107" y="76"/>
                    <a:pt x="107" y="76"/>
                  </a:cubicBezTo>
                  <a:cubicBezTo>
                    <a:pt x="108" y="77"/>
                    <a:pt x="109" y="78"/>
                    <a:pt x="109" y="79"/>
                  </a:cubicBezTo>
                  <a:cubicBezTo>
                    <a:pt x="109" y="81"/>
                    <a:pt x="107" y="81"/>
                    <a:pt x="106" y="82"/>
                  </a:cubicBezTo>
                  <a:cubicBezTo>
                    <a:pt x="107" y="82"/>
                    <a:pt x="107" y="82"/>
                    <a:pt x="108" y="83"/>
                  </a:cubicBezTo>
                  <a:cubicBezTo>
                    <a:pt x="108" y="84"/>
                    <a:pt x="109" y="83"/>
                    <a:pt x="109" y="84"/>
                  </a:cubicBezTo>
                  <a:cubicBezTo>
                    <a:pt x="109" y="83"/>
                    <a:pt x="110" y="82"/>
                    <a:pt x="111" y="82"/>
                  </a:cubicBezTo>
                  <a:cubicBezTo>
                    <a:pt x="111" y="81"/>
                    <a:pt x="112" y="82"/>
                    <a:pt x="113" y="82"/>
                  </a:cubicBezTo>
                  <a:cubicBezTo>
                    <a:pt x="113" y="82"/>
                    <a:pt x="113" y="82"/>
                    <a:pt x="114" y="82"/>
                  </a:cubicBezTo>
                  <a:cubicBezTo>
                    <a:pt x="114" y="82"/>
                    <a:pt x="115" y="82"/>
                    <a:pt x="114" y="82"/>
                  </a:cubicBezTo>
                  <a:cubicBezTo>
                    <a:pt x="115" y="81"/>
                    <a:pt x="116" y="82"/>
                    <a:pt x="116" y="82"/>
                  </a:cubicBezTo>
                  <a:cubicBezTo>
                    <a:pt x="117" y="82"/>
                    <a:pt x="117" y="82"/>
                    <a:pt x="118" y="82"/>
                  </a:cubicBezTo>
                  <a:cubicBezTo>
                    <a:pt x="118" y="83"/>
                    <a:pt x="118" y="83"/>
                    <a:pt x="119" y="83"/>
                  </a:cubicBezTo>
                  <a:cubicBezTo>
                    <a:pt x="120" y="84"/>
                    <a:pt x="120" y="84"/>
                    <a:pt x="120" y="85"/>
                  </a:cubicBezTo>
                  <a:cubicBezTo>
                    <a:pt x="120" y="86"/>
                    <a:pt x="120" y="87"/>
                    <a:pt x="120" y="88"/>
                  </a:cubicBezTo>
                  <a:close/>
                  <a:moveTo>
                    <a:pt x="64" y="43"/>
                  </a:moveTo>
                  <a:cubicBezTo>
                    <a:pt x="64" y="43"/>
                    <a:pt x="63" y="43"/>
                    <a:pt x="62" y="43"/>
                  </a:cubicBezTo>
                  <a:cubicBezTo>
                    <a:pt x="63" y="43"/>
                    <a:pt x="64" y="43"/>
                    <a:pt x="64" y="43"/>
                  </a:cubicBezTo>
                  <a:close/>
                  <a:moveTo>
                    <a:pt x="51" y="114"/>
                  </a:moveTo>
                  <a:cubicBezTo>
                    <a:pt x="51" y="114"/>
                    <a:pt x="51" y="114"/>
                    <a:pt x="51" y="114"/>
                  </a:cubicBezTo>
                  <a:cubicBezTo>
                    <a:pt x="51" y="114"/>
                    <a:pt x="51" y="114"/>
                    <a:pt x="51" y="114"/>
                  </a:cubicBezTo>
                  <a:close/>
                  <a:moveTo>
                    <a:pt x="57" y="70"/>
                  </a:moveTo>
                  <a:cubicBezTo>
                    <a:pt x="58" y="71"/>
                    <a:pt x="58" y="70"/>
                    <a:pt x="59" y="69"/>
                  </a:cubicBezTo>
                  <a:cubicBezTo>
                    <a:pt x="59" y="69"/>
                    <a:pt x="59" y="68"/>
                    <a:pt x="60" y="68"/>
                  </a:cubicBezTo>
                  <a:cubicBezTo>
                    <a:pt x="61" y="68"/>
                    <a:pt x="62" y="68"/>
                    <a:pt x="62" y="67"/>
                  </a:cubicBezTo>
                  <a:cubicBezTo>
                    <a:pt x="62" y="67"/>
                    <a:pt x="61" y="67"/>
                    <a:pt x="60" y="67"/>
                  </a:cubicBezTo>
                  <a:cubicBezTo>
                    <a:pt x="61" y="67"/>
                    <a:pt x="62" y="66"/>
                    <a:pt x="61" y="66"/>
                  </a:cubicBezTo>
                  <a:cubicBezTo>
                    <a:pt x="61" y="65"/>
                    <a:pt x="61" y="65"/>
                    <a:pt x="61" y="65"/>
                  </a:cubicBezTo>
                  <a:cubicBezTo>
                    <a:pt x="61" y="65"/>
                    <a:pt x="61" y="65"/>
                    <a:pt x="61" y="65"/>
                  </a:cubicBezTo>
                  <a:cubicBezTo>
                    <a:pt x="61" y="64"/>
                    <a:pt x="62" y="65"/>
                    <a:pt x="62" y="66"/>
                  </a:cubicBezTo>
                  <a:cubicBezTo>
                    <a:pt x="62" y="66"/>
                    <a:pt x="61" y="67"/>
                    <a:pt x="62" y="67"/>
                  </a:cubicBezTo>
                  <a:cubicBezTo>
                    <a:pt x="62" y="67"/>
                    <a:pt x="63" y="66"/>
                    <a:pt x="63" y="66"/>
                  </a:cubicBezTo>
                  <a:cubicBezTo>
                    <a:pt x="62" y="65"/>
                    <a:pt x="63" y="64"/>
                    <a:pt x="62" y="64"/>
                  </a:cubicBezTo>
                  <a:cubicBezTo>
                    <a:pt x="61" y="63"/>
                    <a:pt x="60" y="64"/>
                    <a:pt x="59" y="64"/>
                  </a:cubicBezTo>
                  <a:cubicBezTo>
                    <a:pt x="59" y="65"/>
                    <a:pt x="59" y="64"/>
                    <a:pt x="59" y="64"/>
                  </a:cubicBezTo>
                  <a:cubicBezTo>
                    <a:pt x="59" y="64"/>
                    <a:pt x="59" y="64"/>
                    <a:pt x="60" y="63"/>
                  </a:cubicBezTo>
                  <a:cubicBezTo>
                    <a:pt x="60" y="63"/>
                    <a:pt x="61" y="63"/>
                    <a:pt x="61" y="62"/>
                  </a:cubicBezTo>
                  <a:cubicBezTo>
                    <a:pt x="61" y="62"/>
                    <a:pt x="60" y="62"/>
                    <a:pt x="60" y="62"/>
                  </a:cubicBezTo>
                  <a:cubicBezTo>
                    <a:pt x="60" y="62"/>
                    <a:pt x="61" y="62"/>
                    <a:pt x="61" y="63"/>
                  </a:cubicBezTo>
                  <a:cubicBezTo>
                    <a:pt x="61" y="62"/>
                    <a:pt x="60" y="62"/>
                    <a:pt x="60" y="62"/>
                  </a:cubicBezTo>
                  <a:cubicBezTo>
                    <a:pt x="60" y="62"/>
                    <a:pt x="60" y="62"/>
                    <a:pt x="60" y="62"/>
                  </a:cubicBezTo>
                  <a:cubicBezTo>
                    <a:pt x="60" y="61"/>
                    <a:pt x="59" y="61"/>
                    <a:pt x="59" y="61"/>
                  </a:cubicBezTo>
                  <a:cubicBezTo>
                    <a:pt x="59" y="60"/>
                    <a:pt x="59" y="60"/>
                    <a:pt x="59" y="60"/>
                  </a:cubicBezTo>
                  <a:cubicBezTo>
                    <a:pt x="59" y="60"/>
                    <a:pt x="58" y="60"/>
                    <a:pt x="58" y="60"/>
                  </a:cubicBezTo>
                  <a:cubicBezTo>
                    <a:pt x="58" y="59"/>
                    <a:pt x="59" y="59"/>
                    <a:pt x="58" y="58"/>
                  </a:cubicBezTo>
                  <a:cubicBezTo>
                    <a:pt x="58" y="58"/>
                    <a:pt x="58" y="58"/>
                    <a:pt x="57" y="58"/>
                  </a:cubicBezTo>
                  <a:cubicBezTo>
                    <a:pt x="56" y="58"/>
                    <a:pt x="55" y="57"/>
                    <a:pt x="55" y="58"/>
                  </a:cubicBezTo>
                  <a:cubicBezTo>
                    <a:pt x="54" y="58"/>
                    <a:pt x="53" y="59"/>
                    <a:pt x="52" y="59"/>
                  </a:cubicBezTo>
                  <a:cubicBezTo>
                    <a:pt x="51" y="58"/>
                    <a:pt x="51" y="59"/>
                    <a:pt x="51" y="60"/>
                  </a:cubicBezTo>
                  <a:cubicBezTo>
                    <a:pt x="50" y="60"/>
                    <a:pt x="49" y="60"/>
                    <a:pt x="49" y="60"/>
                  </a:cubicBezTo>
                  <a:cubicBezTo>
                    <a:pt x="48" y="59"/>
                    <a:pt x="48" y="60"/>
                    <a:pt x="47" y="61"/>
                  </a:cubicBezTo>
                  <a:cubicBezTo>
                    <a:pt x="47" y="61"/>
                    <a:pt x="47" y="62"/>
                    <a:pt x="47" y="62"/>
                  </a:cubicBezTo>
                  <a:cubicBezTo>
                    <a:pt x="46" y="62"/>
                    <a:pt x="46" y="62"/>
                    <a:pt x="46" y="63"/>
                  </a:cubicBezTo>
                  <a:cubicBezTo>
                    <a:pt x="46" y="63"/>
                    <a:pt x="45" y="63"/>
                    <a:pt x="44" y="63"/>
                  </a:cubicBezTo>
                  <a:cubicBezTo>
                    <a:pt x="44" y="63"/>
                    <a:pt x="43" y="63"/>
                    <a:pt x="43" y="64"/>
                  </a:cubicBezTo>
                  <a:cubicBezTo>
                    <a:pt x="43" y="64"/>
                    <a:pt x="44" y="65"/>
                    <a:pt x="44" y="64"/>
                  </a:cubicBezTo>
                  <a:cubicBezTo>
                    <a:pt x="45" y="65"/>
                    <a:pt x="43" y="65"/>
                    <a:pt x="43" y="65"/>
                  </a:cubicBezTo>
                  <a:cubicBezTo>
                    <a:pt x="42" y="65"/>
                    <a:pt x="42" y="65"/>
                    <a:pt x="42" y="65"/>
                  </a:cubicBezTo>
                  <a:cubicBezTo>
                    <a:pt x="41" y="66"/>
                    <a:pt x="41" y="66"/>
                    <a:pt x="41" y="66"/>
                  </a:cubicBezTo>
                  <a:cubicBezTo>
                    <a:pt x="41" y="67"/>
                    <a:pt x="42" y="67"/>
                    <a:pt x="43" y="68"/>
                  </a:cubicBezTo>
                  <a:cubicBezTo>
                    <a:pt x="43" y="68"/>
                    <a:pt x="43" y="68"/>
                    <a:pt x="43" y="68"/>
                  </a:cubicBezTo>
                  <a:cubicBezTo>
                    <a:pt x="43" y="69"/>
                    <a:pt x="44" y="69"/>
                    <a:pt x="44" y="69"/>
                  </a:cubicBezTo>
                  <a:cubicBezTo>
                    <a:pt x="44" y="69"/>
                    <a:pt x="45" y="69"/>
                    <a:pt x="45" y="69"/>
                  </a:cubicBezTo>
                  <a:cubicBezTo>
                    <a:pt x="46" y="69"/>
                    <a:pt x="46" y="69"/>
                    <a:pt x="46" y="69"/>
                  </a:cubicBezTo>
                  <a:cubicBezTo>
                    <a:pt x="46" y="69"/>
                    <a:pt x="47" y="70"/>
                    <a:pt x="47" y="69"/>
                  </a:cubicBezTo>
                  <a:cubicBezTo>
                    <a:pt x="47" y="69"/>
                    <a:pt x="47" y="69"/>
                    <a:pt x="47" y="69"/>
                  </a:cubicBezTo>
                  <a:cubicBezTo>
                    <a:pt x="47" y="69"/>
                    <a:pt x="47" y="69"/>
                    <a:pt x="47" y="69"/>
                  </a:cubicBezTo>
                  <a:cubicBezTo>
                    <a:pt x="48" y="69"/>
                    <a:pt x="48" y="69"/>
                    <a:pt x="48" y="69"/>
                  </a:cubicBezTo>
                  <a:cubicBezTo>
                    <a:pt x="48" y="69"/>
                    <a:pt x="49" y="68"/>
                    <a:pt x="49" y="68"/>
                  </a:cubicBezTo>
                  <a:cubicBezTo>
                    <a:pt x="48" y="67"/>
                    <a:pt x="48" y="67"/>
                    <a:pt x="49" y="67"/>
                  </a:cubicBezTo>
                  <a:cubicBezTo>
                    <a:pt x="49" y="67"/>
                    <a:pt x="50" y="66"/>
                    <a:pt x="51" y="67"/>
                  </a:cubicBezTo>
                  <a:cubicBezTo>
                    <a:pt x="51" y="67"/>
                    <a:pt x="51" y="67"/>
                    <a:pt x="51" y="68"/>
                  </a:cubicBezTo>
                  <a:cubicBezTo>
                    <a:pt x="51" y="68"/>
                    <a:pt x="51" y="68"/>
                    <a:pt x="51" y="69"/>
                  </a:cubicBezTo>
                  <a:cubicBezTo>
                    <a:pt x="52" y="69"/>
                    <a:pt x="53" y="69"/>
                    <a:pt x="53" y="69"/>
                  </a:cubicBezTo>
                  <a:cubicBezTo>
                    <a:pt x="52" y="70"/>
                    <a:pt x="53" y="70"/>
                    <a:pt x="54" y="70"/>
                  </a:cubicBezTo>
                  <a:cubicBezTo>
                    <a:pt x="54" y="70"/>
                    <a:pt x="54" y="70"/>
                    <a:pt x="55" y="70"/>
                  </a:cubicBezTo>
                  <a:cubicBezTo>
                    <a:pt x="55" y="70"/>
                    <a:pt x="55" y="69"/>
                    <a:pt x="55" y="70"/>
                  </a:cubicBezTo>
                  <a:cubicBezTo>
                    <a:pt x="56" y="70"/>
                    <a:pt x="56" y="70"/>
                    <a:pt x="57" y="70"/>
                  </a:cubicBezTo>
                  <a:cubicBezTo>
                    <a:pt x="57" y="70"/>
                    <a:pt x="57" y="70"/>
                    <a:pt x="57" y="70"/>
                  </a:cubicBezTo>
                  <a:close/>
                  <a:moveTo>
                    <a:pt x="67" y="55"/>
                  </a:moveTo>
                  <a:cubicBezTo>
                    <a:pt x="67" y="55"/>
                    <a:pt x="67" y="54"/>
                    <a:pt x="66" y="54"/>
                  </a:cubicBezTo>
                  <a:cubicBezTo>
                    <a:pt x="66" y="54"/>
                    <a:pt x="66" y="54"/>
                    <a:pt x="66" y="54"/>
                  </a:cubicBezTo>
                  <a:cubicBezTo>
                    <a:pt x="66" y="53"/>
                    <a:pt x="66" y="53"/>
                    <a:pt x="65" y="53"/>
                  </a:cubicBezTo>
                  <a:cubicBezTo>
                    <a:pt x="64" y="53"/>
                    <a:pt x="64" y="54"/>
                    <a:pt x="65" y="55"/>
                  </a:cubicBezTo>
                  <a:cubicBezTo>
                    <a:pt x="65" y="55"/>
                    <a:pt x="64" y="55"/>
                    <a:pt x="65" y="56"/>
                  </a:cubicBezTo>
                  <a:cubicBezTo>
                    <a:pt x="65" y="56"/>
                    <a:pt x="66" y="56"/>
                    <a:pt x="66" y="56"/>
                  </a:cubicBezTo>
                  <a:cubicBezTo>
                    <a:pt x="66" y="56"/>
                    <a:pt x="67" y="56"/>
                    <a:pt x="67" y="55"/>
                  </a:cubicBezTo>
                  <a:cubicBezTo>
                    <a:pt x="67" y="55"/>
                    <a:pt x="67" y="55"/>
                    <a:pt x="67" y="55"/>
                  </a:cubicBezTo>
                  <a:cubicBezTo>
                    <a:pt x="67" y="55"/>
                    <a:pt x="67" y="54"/>
                    <a:pt x="67" y="55"/>
                  </a:cubicBezTo>
                  <a:close/>
                  <a:moveTo>
                    <a:pt x="51" y="37"/>
                  </a:moveTo>
                  <a:cubicBezTo>
                    <a:pt x="51" y="37"/>
                    <a:pt x="51" y="37"/>
                    <a:pt x="51" y="38"/>
                  </a:cubicBezTo>
                  <a:cubicBezTo>
                    <a:pt x="51" y="38"/>
                    <a:pt x="51" y="38"/>
                    <a:pt x="50" y="38"/>
                  </a:cubicBezTo>
                  <a:cubicBezTo>
                    <a:pt x="51" y="38"/>
                    <a:pt x="52" y="38"/>
                    <a:pt x="51" y="39"/>
                  </a:cubicBezTo>
                  <a:cubicBezTo>
                    <a:pt x="51" y="38"/>
                    <a:pt x="50" y="38"/>
                    <a:pt x="50" y="37"/>
                  </a:cubicBezTo>
                  <a:cubicBezTo>
                    <a:pt x="50" y="37"/>
                    <a:pt x="50" y="37"/>
                    <a:pt x="50" y="36"/>
                  </a:cubicBezTo>
                  <a:cubicBezTo>
                    <a:pt x="50" y="35"/>
                    <a:pt x="51" y="36"/>
                    <a:pt x="51" y="36"/>
                  </a:cubicBezTo>
                  <a:cubicBezTo>
                    <a:pt x="51" y="36"/>
                    <a:pt x="51" y="36"/>
                    <a:pt x="51" y="36"/>
                  </a:cubicBezTo>
                  <a:cubicBezTo>
                    <a:pt x="51" y="36"/>
                    <a:pt x="51" y="36"/>
                    <a:pt x="52" y="36"/>
                  </a:cubicBezTo>
                  <a:cubicBezTo>
                    <a:pt x="52" y="36"/>
                    <a:pt x="51" y="36"/>
                    <a:pt x="51" y="36"/>
                  </a:cubicBezTo>
                  <a:cubicBezTo>
                    <a:pt x="51" y="36"/>
                    <a:pt x="52" y="36"/>
                    <a:pt x="52" y="37"/>
                  </a:cubicBezTo>
                  <a:cubicBezTo>
                    <a:pt x="52" y="37"/>
                    <a:pt x="51" y="37"/>
                    <a:pt x="51" y="37"/>
                  </a:cubicBezTo>
                  <a:close/>
                  <a:moveTo>
                    <a:pt x="51" y="36"/>
                  </a:moveTo>
                  <a:cubicBezTo>
                    <a:pt x="51" y="36"/>
                    <a:pt x="51" y="36"/>
                    <a:pt x="50" y="36"/>
                  </a:cubicBezTo>
                  <a:cubicBezTo>
                    <a:pt x="50" y="36"/>
                    <a:pt x="51" y="36"/>
                    <a:pt x="51" y="36"/>
                  </a:cubicBezTo>
                  <a:close/>
                  <a:moveTo>
                    <a:pt x="61" y="39"/>
                  </a:moveTo>
                  <a:cubicBezTo>
                    <a:pt x="61" y="39"/>
                    <a:pt x="62" y="39"/>
                    <a:pt x="62" y="39"/>
                  </a:cubicBezTo>
                  <a:cubicBezTo>
                    <a:pt x="63" y="39"/>
                    <a:pt x="63" y="38"/>
                    <a:pt x="63" y="38"/>
                  </a:cubicBezTo>
                  <a:cubicBezTo>
                    <a:pt x="63" y="38"/>
                    <a:pt x="64" y="38"/>
                    <a:pt x="64" y="37"/>
                  </a:cubicBezTo>
                  <a:cubicBezTo>
                    <a:pt x="64" y="37"/>
                    <a:pt x="63" y="37"/>
                    <a:pt x="62" y="37"/>
                  </a:cubicBezTo>
                  <a:cubicBezTo>
                    <a:pt x="62" y="37"/>
                    <a:pt x="61" y="37"/>
                    <a:pt x="61" y="37"/>
                  </a:cubicBezTo>
                  <a:cubicBezTo>
                    <a:pt x="61" y="37"/>
                    <a:pt x="61" y="37"/>
                    <a:pt x="61" y="37"/>
                  </a:cubicBezTo>
                  <a:cubicBezTo>
                    <a:pt x="61" y="36"/>
                    <a:pt x="60" y="37"/>
                    <a:pt x="60" y="37"/>
                  </a:cubicBezTo>
                  <a:cubicBezTo>
                    <a:pt x="60" y="36"/>
                    <a:pt x="61" y="35"/>
                    <a:pt x="60" y="36"/>
                  </a:cubicBezTo>
                  <a:cubicBezTo>
                    <a:pt x="61" y="35"/>
                    <a:pt x="60" y="32"/>
                    <a:pt x="59" y="33"/>
                  </a:cubicBezTo>
                  <a:cubicBezTo>
                    <a:pt x="58" y="33"/>
                    <a:pt x="59" y="34"/>
                    <a:pt x="59" y="34"/>
                  </a:cubicBezTo>
                  <a:cubicBezTo>
                    <a:pt x="58" y="34"/>
                    <a:pt x="59" y="35"/>
                    <a:pt x="59" y="35"/>
                  </a:cubicBezTo>
                  <a:cubicBezTo>
                    <a:pt x="59" y="35"/>
                    <a:pt x="58" y="34"/>
                    <a:pt x="58" y="35"/>
                  </a:cubicBezTo>
                  <a:cubicBezTo>
                    <a:pt x="58" y="34"/>
                    <a:pt x="58" y="35"/>
                    <a:pt x="58" y="34"/>
                  </a:cubicBezTo>
                  <a:cubicBezTo>
                    <a:pt x="58" y="34"/>
                    <a:pt x="57" y="34"/>
                    <a:pt x="57" y="34"/>
                  </a:cubicBezTo>
                  <a:cubicBezTo>
                    <a:pt x="57" y="33"/>
                    <a:pt x="57" y="34"/>
                    <a:pt x="56" y="34"/>
                  </a:cubicBezTo>
                  <a:cubicBezTo>
                    <a:pt x="57" y="34"/>
                    <a:pt x="57" y="34"/>
                    <a:pt x="57" y="35"/>
                  </a:cubicBezTo>
                  <a:cubicBezTo>
                    <a:pt x="56" y="34"/>
                    <a:pt x="57" y="35"/>
                    <a:pt x="57" y="35"/>
                  </a:cubicBezTo>
                  <a:cubicBezTo>
                    <a:pt x="56" y="35"/>
                    <a:pt x="56" y="34"/>
                    <a:pt x="56" y="34"/>
                  </a:cubicBezTo>
                  <a:cubicBezTo>
                    <a:pt x="56" y="34"/>
                    <a:pt x="56" y="35"/>
                    <a:pt x="56" y="35"/>
                  </a:cubicBezTo>
                  <a:cubicBezTo>
                    <a:pt x="55" y="35"/>
                    <a:pt x="56" y="36"/>
                    <a:pt x="56" y="36"/>
                  </a:cubicBezTo>
                  <a:cubicBezTo>
                    <a:pt x="57" y="36"/>
                    <a:pt x="57" y="36"/>
                    <a:pt x="57" y="36"/>
                  </a:cubicBezTo>
                  <a:cubicBezTo>
                    <a:pt x="57" y="36"/>
                    <a:pt x="57" y="35"/>
                    <a:pt x="57" y="36"/>
                  </a:cubicBezTo>
                  <a:cubicBezTo>
                    <a:pt x="57" y="36"/>
                    <a:pt x="57" y="36"/>
                    <a:pt x="58" y="36"/>
                  </a:cubicBezTo>
                  <a:cubicBezTo>
                    <a:pt x="58" y="36"/>
                    <a:pt x="58" y="36"/>
                    <a:pt x="59" y="37"/>
                  </a:cubicBezTo>
                  <a:cubicBezTo>
                    <a:pt x="58" y="37"/>
                    <a:pt x="58" y="36"/>
                    <a:pt x="58" y="37"/>
                  </a:cubicBezTo>
                  <a:cubicBezTo>
                    <a:pt x="57" y="37"/>
                    <a:pt x="58" y="37"/>
                    <a:pt x="58" y="37"/>
                  </a:cubicBezTo>
                  <a:cubicBezTo>
                    <a:pt x="58" y="38"/>
                    <a:pt x="59" y="37"/>
                    <a:pt x="59" y="38"/>
                  </a:cubicBezTo>
                  <a:cubicBezTo>
                    <a:pt x="59" y="38"/>
                    <a:pt x="60" y="37"/>
                    <a:pt x="60" y="38"/>
                  </a:cubicBezTo>
                  <a:cubicBezTo>
                    <a:pt x="60" y="39"/>
                    <a:pt x="61" y="38"/>
                    <a:pt x="61" y="37"/>
                  </a:cubicBezTo>
                  <a:cubicBezTo>
                    <a:pt x="61" y="38"/>
                    <a:pt x="61" y="38"/>
                    <a:pt x="62" y="38"/>
                  </a:cubicBezTo>
                  <a:cubicBezTo>
                    <a:pt x="62" y="38"/>
                    <a:pt x="62" y="38"/>
                    <a:pt x="62" y="38"/>
                  </a:cubicBezTo>
                  <a:cubicBezTo>
                    <a:pt x="62" y="38"/>
                    <a:pt x="60" y="39"/>
                    <a:pt x="61" y="39"/>
                  </a:cubicBezTo>
                  <a:close/>
                  <a:moveTo>
                    <a:pt x="62" y="45"/>
                  </a:moveTo>
                  <a:cubicBezTo>
                    <a:pt x="61" y="45"/>
                    <a:pt x="61" y="45"/>
                    <a:pt x="61" y="44"/>
                  </a:cubicBezTo>
                  <a:cubicBezTo>
                    <a:pt x="60" y="44"/>
                    <a:pt x="60" y="43"/>
                    <a:pt x="59" y="43"/>
                  </a:cubicBezTo>
                  <a:cubicBezTo>
                    <a:pt x="59" y="43"/>
                    <a:pt x="58" y="44"/>
                    <a:pt x="58" y="44"/>
                  </a:cubicBezTo>
                  <a:cubicBezTo>
                    <a:pt x="58" y="44"/>
                    <a:pt x="58" y="44"/>
                    <a:pt x="58" y="44"/>
                  </a:cubicBezTo>
                  <a:cubicBezTo>
                    <a:pt x="58" y="44"/>
                    <a:pt x="58" y="44"/>
                    <a:pt x="58" y="45"/>
                  </a:cubicBezTo>
                  <a:cubicBezTo>
                    <a:pt x="59" y="45"/>
                    <a:pt x="59" y="45"/>
                    <a:pt x="59" y="45"/>
                  </a:cubicBezTo>
                  <a:cubicBezTo>
                    <a:pt x="60" y="45"/>
                    <a:pt x="61" y="45"/>
                    <a:pt x="60" y="45"/>
                  </a:cubicBezTo>
                  <a:cubicBezTo>
                    <a:pt x="60" y="45"/>
                    <a:pt x="59" y="45"/>
                    <a:pt x="59" y="46"/>
                  </a:cubicBezTo>
                  <a:cubicBezTo>
                    <a:pt x="58" y="46"/>
                    <a:pt x="60" y="46"/>
                    <a:pt x="60" y="46"/>
                  </a:cubicBezTo>
                  <a:cubicBezTo>
                    <a:pt x="60" y="46"/>
                    <a:pt x="59" y="46"/>
                    <a:pt x="59" y="47"/>
                  </a:cubicBezTo>
                  <a:cubicBezTo>
                    <a:pt x="58" y="47"/>
                    <a:pt x="58" y="47"/>
                    <a:pt x="58" y="47"/>
                  </a:cubicBezTo>
                  <a:cubicBezTo>
                    <a:pt x="58" y="47"/>
                    <a:pt x="57" y="46"/>
                    <a:pt x="57" y="47"/>
                  </a:cubicBezTo>
                  <a:cubicBezTo>
                    <a:pt x="57" y="47"/>
                    <a:pt x="58" y="47"/>
                    <a:pt x="58" y="47"/>
                  </a:cubicBezTo>
                  <a:cubicBezTo>
                    <a:pt x="58" y="47"/>
                    <a:pt x="59" y="47"/>
                    <a:pt x="60" y="47"/>
                  </a:cubicBezTo>
                  <a:cubicBezTo>
                    <a:pt x="60" y="47"/>
                    <a:pt x="61" y="46"/>
                    <a:pt x="61" y="47"/>
                  </a:cubicBezTo>
                  <a:cubicBezTo>
                    <a:pt x="61" y="47"/>
                    <a:pt x="61" y="47"/>
                    <a:pt x="61" y="47"/>
                  </a:cubicBezTo>
                  <a:cubicBezTo>
                    <a:pt x="62" y="47"/>
                    <a:pt x="63" y="46"/>
                    <a:pt x="62" y="46"/>
                  </a:cubicBezTo>
                  <a:cubicBezTo>
                    <a:pt x="62" y="46"/>
                    <a:pt x="63" y="46"/>
                    <a:pt x="63" y="46"/>
                  </a:cubicBezTo>
                  <a:cubicBezTo>
                    <a:pt x="64" y="45"/>
                    <a:pt x="62" y="45"/>
                    <a:pt x="62" y="45"/>
                  </a:cubicBezTo>
                  <a:close/>
                  <a:moveTo>
                    <a:pt x="62" y="50"/>
                  </a:moveTo>
                  <a:cubicBezTo>
                    <a:pt x="62" y="50"/>
                    <a:pt x="63" y="49"/>
                    <a:pt x="62" y="49"/>
                  </a:cubicBezTo>
                  <a:cubicBezTo>
                    <a:pt x="62" y="49"/>
                    <a:pt x="61" y="49"/>
                    <a:pt x="61" y="49"/>
                  </a:cubicBezTo>
                  <a:cubicBezTo>
                    <a:pt x="60" y="50"/>
                    <a:pt x="60" y="50"/>
                    <a:pt x="61" y="50"/>
                  </a:cubicBezTo>
                  <a:cubicBezTo>
                    <a:pt x="60" y="51"/>
                    <a:pt x="59" y="50"/>
                    <a:pt x="59" y="51"/>
                  </a:cubicBezTo>
                  <a:cubicBezTo>
                    <a:pt x="59" y="52"/>
                    <a:pt x="59" y="52"/>
                    <a:pt x="60" y="52"/>
                  </a:cubicBezTo>
                  <a:cubicBezTo>
                    <a:pt x="60" y="51"/>
                    <a:pt x="61" y="51"/>
                    <a:pt x="62" y="50"/>
                  </a:cubicBezTo>
                  <a:close/>
                  <a:moveTo>
                    <a:pt x="55" y="30"/>
                  </a:moveTo>
                  <a:cubicBezTo>
                    <a:pt x="55" y="30"/>
                    <a:pt x="55" y="30"/>
                    <a:pt x="56" y="30"/>
                  </a:cubicBezTo>
                  <a:cubicBezTo>
                    <a:pt x="56" y="31"/>
                    <a:pt x="56" y="31"/>
                    <a:pt x="57" y="31"/>
                  </a:cubicBezTo>
                  <a:cubicBezTo>
                    <a:pt x="57" y="30"/>
                    <a:pt x="56" y="30"/>
                    <a:pt x="56" y="30"/>
                  </a:cubicBezTo>
                  <a:cubicBezTo>
                    <a:pt x="56" y="29"/>
                    <a:pt x="57" y="29"/>
                    <a:pt x="57" y="29"/>
                  </a:cubicBezTo>
                  <a:cubicBezTo>
                    <a:pt x="57" y="29"/>
                    <a:pt x="56" y="29"/>
                    <a:pt x="57" y="30"/>
                  </a:cubicBezTo>
                  <a:cubicBezTo>
                    <a:pt x="57" y="30"/>
                    <a:pt x="57" y="31"/>
                    <a:pt x="57" y="30"/>
                  </a:cubicBezTo>
                  <a:cubicBezTo>
                    <a:pt x="57" y="30"/>
                    <a:pt x="58" y="31"/>
                    <a:pt x="58" y="30"/>
                  </a:cubicBezTo>
                  <a:cubicBezTo>
                    <a:pt x="58" y="30"/>
                    <a:pt x="58" y="30"/>
                    <a:pt x="58" y="30"/>
                  </a:cubicBezTo>
                  <a:cubicBezTo>
                    <a:pt x="58" y="29"/>
                    <a:pt x="58" y="29"/>
                    <a:pt x="58" y="29"/>
                  </a:cubicBezTo>
                  <a:cubicBezTo>
                    <a:pt x="58" y="29"/>
                    <a:pt x="59" y="29"/>
                    <a:pt x="59" y="29"/>
                  </a:cubicBezTo>
                  <a:cubicBezTo>
                    <a:pt x="59" y="29"/>
                    <a:pt x="60" y="29"/>
                    <a:pt x="59" y="29"/>
                  </a:cubicBezTo>
                  <a:cubicBezTo>
                    <a:pt x="60" y="29"/>
                    <a:pt x="59" y="28"/>
                    <a:pt x="59" y="28"/>
                  </a:cubicBezTo>
                  <a:cubicBezTo>
                    <a:pt x="58" y="29"/>
                    <a:pt x="58" y="29"/>
                    <a:pt x="57" y="29"/>
                  </a:cubicBezTo>
                  <a:cubicBezTo>
                    <a:pt x="58" y="29"/>
                    <a:pt x="59" y="28"/>
                    <a:pt x="59" y="28"/>
                  </a:cubicBezTo>
                  <a:cubicBezTo>
                    <a:pt x="59" y="27"/>
                    <a:pt x="59" y="27"/>
                    <a:pt x="60" y="28"/>
                  </a:cubicBezTo>
                  <a:cubicBezTo>
                    <a:pt x="60" y="28"/>
                    <a:pt x="61" y="28"/>
                    <a:pt x="61" y="27"/>
                  </a:cubicBezTo>
                  <a:cubicBezTo>
                    <a:pt x="61" y="27"/>
                    <a:pt x="61" y="27"/>
                    <a:pt x="61" y="27"/>
                  </a:cubicBezTo>
                  <a:cubicBezTo>
                    <a:pt x="61" y="27"/>
                    <a:pt x="61" y="27"/>
                    <a:pt x="60" y="27"/>
                  </a:cubicBezTo>
                  <a:cubicBezTo>
                    <a:pt x="60" y="27"/>
                    <a:pt x="60" y="27"/>
                    <a:pt x="60" y="27"/>
                  </a:cubicBezTo>
                  <a:cubicBezTo>
                    <a:pt x="60" y="27"/>
                    <a:pt x="61" y="26"/>
                    <a:pt x="61" y="26"/>
                  </a:cubicBezTo>
                  <a:cubicBezTo>
                    <a:pt x="61" y="26"/>
                    <a:pt x="61" y="25"/>
                    <a:pt x="61" y="25"/>
                  </a:cubicBezTo>
                  <a:cubicBezTo>
                    <a:pt x="61" y="24"/>
                    <a:pt x="60" y="25"/>
                    <a:pt x="59" y="25"/>
                  </a:cubicBezTo>
                  <a:cubicBezTo>
                    <a:pt x="59" y="25"/>
                    <a:pt x="58" y="26"/>
                    <a:pt x="57" y="26"/>
                  </a:cubicBezTo>
                  <a:cubicBezTo>
                    <a:pt x="57" y="26"/>
                    <a:pt x="56" y="26"/>
                    <a:pt x="56" y="27"/>
                  </a:cubicBezTo>
                  <a:cubicBezTo>
                    <a:pt x="56" y="27"/>
                    <a:pt x="57" y="28"/>
                    <a:pt x="57" y="28"/>
                  </a:cubicBezTo>
                  <a:cubicBezTo>
                    <a:pt x="56" y="28"/>
                    <a:pt x="56" y="27"/>
                    <a:pt x="56" y="27"/>
                  </a:cubicBezTo>
                  <a:cubicBezTo>
                    <a:pt x="55" y="27"/>
                    <a:pt x="55" y="28"/>
                    <a:pt x="55" y="28"/>
                  </a:cubicBezTo>
                  <a:cubicBezTo>
                    <a:pt x="55" y="28"/>
                    <a:pt x="55" y="27"/>
                    <a:pt x="55" y="27"/>
                  </a:cubicBezTo>
                  <a:cubicBezTo>
                    <a:pt x="55" y="27"/>
                    <a:pt x="54" y="27"/>
                    <a:pt x="54" y="28"/>
                  </a:cubicBezTo>
                  <a:cubicBezTo>
                    <a:pt x="54" y="28"/>
                    <a:pt x="53" y="28"/>
                    <a:pt x="53" y="28"/>
                  </a:cubicBezTo>
                  <a:cubicBezTo>
                    <a:pt x="53" y="28"/>
                    <a:pt x="54" y="29"/>
                    <a:pt x="54" y="29"/>
                  </a:cubicBezTo>
                  <a:cubicBezTo>
                    <a:pt x="54" y="29"/>
                    <a:pt x="54" y="29"/>
                    <a:pt x="54" y="29"/>
                  </a:cubicBezTo>
                  <a:cubicBezTo>
                    <a:pt x="54" y="29"/>
                    <a:pt x="54" y="29"/>
                    <a:pt x="55" y="29"/>
                  </a:cubicBezTo>
                  <a:cubicBezTo>
                    <a:pt x="54" y="29"/>
                    <a:pt x="54" y="29"/>
                    <a:pt x="53" y="30"/>
                  </a:cubicBezTo>
                  <a:cubicBezTo>
                    <a:pt x="54" y="30"/>
                    <a:pt x="55" y="30"/>
                    <a:pt x="55" y="30"/>
                  </a:cubicBezTo>
                  <a:close/>
                  <a:moveTo>
                    <a:pt x="70" y="80"/>
                  </a:moveTo>
                  <a:cubicBezTo>
                    <a:pt x="70" y="80"/>
                    <a:pt x="71" y="79"/>
                    <a:pt x="72" y="79"/>
                  </a:cubicBezTo>
                  <a:cubicBezTo>
                    <a:pt x="72" y="79"/>
                    <a:pt x="72" y="79"/>
                    <a:pt x="73" y="79"/>
                  </a:cubicBezTo>
                  <a:cubicBezTo>
                    <a:pt x="73" y="78"/>
                    <a:pt x="73" y="78"/>
                    <a:pt x="73" y="78"/>
                  </a:cubicBezTo>
                  <a:cubicBezTo>
                    <a:pt x="72" y="78"/>
                    <a:pt x="72" y="79"/>
                    <a:pt x="71" y="78"/>
                  </a:cubicBezTo>
                  <a:cubicBezTo>
                    <a:pt x="71" y="77"/>
                    <a:pt x="70" y="77"/>
                    <a:pt x="70" y="77"/>
                  </a:cubicBezTo>
                  <a:cubicBezTo>
                    <a:pt x="68" y="77"/>
                    <a:pt x="69" y="80"/>
                    <a:pt x="70" y="79"/>
                  </a:cubicBezTo>
                  <a:cubicBezTo>
                    <a:pt x="70" y="80"/>
                    <a:pt x="70" y="80"/>
                    <a:pt x="70" y="80"/>
                  </a:cubicBezTo>
                  <a:close/>
                  <a:moveTo>
                    <a:pt x="57" y="54"/>
                  </a:moveTo>
                  <a:cubicBezTo>
                    <a:pt x="58" y="54"/>
                    <a:pt x="58" y="54"/>
                    <a:pt x="58" y="54"/>
                  </a:cubicBezTo>
                  <a:cubicBezTo>
                    <a:pt x="59" y="54"/>
                    <a:pt x="59" y="54"/>
                    <a:pt x="59" y="53"/>
                  </a:cubicBezTo>
                  <a:cubicBezTo>
                    <a:pt x="60" y="53"/>
                    <a:pt x="59" y="52"/>
                    <a:pt x="59" y="52"/>
                  </a:cubicBezTo>
                  <a:cubicBezTo>
                    <a:pt x="59" y="51"/>
                    <a:pt x="59" y="50"/>
                    <a:pt x="58" y="51"/>
                  </a:cubicBezTo>
                  <a:cubicBezTo>
                    <a:pt x="58" y="51"/>
                    <a:pt x="57" y="51"/>
                    <a:pt x="57" y="52"/>
                  </a:cubicBezTo>
                  <a:cubicBezTo>
                    <a:pt x="57" y="52"/>
                    <a:pt x="57" y="51"/>
                    <a:pt x="57" y="51"/>
                  </a:cubicBezTo>
                  <a:cubicBezTo>
                    <a:pt x="57" y="51"/>
                    <a:pt x="56" y="51"/>
                    <a:pt x="56" y="52"/>
                  </a:cubicBezTo>
                  <a:cubicBezTo>
                    <a:pt x="56" y="53"/>
                    <a:pt x="56" y="53"/>
                    <a:pt x="55" y="53"/>
                  </a:cubicBezTo>
                  <a:cubicBezTo>
                    <a:pt x="55" y="54"/>
                    <a:pt x="56" y="53"/>
                    <a:pt x="56" y="53"/>
                  </a:cubicBezTo>
                  <a:cubicBezTo>
                    <a:pt x="56" y="53"/>
                    <a:pt x="58" y="52"/>
                    <a:pt x="58" y="52"/>
                  </a:cubicBezTo>
                  <a:cubicBezTo>
                    <a:pt x="57" y="53"/>
                    <a:pt x="57" y="53"/>
                    <a:pt x="57" y="53"/>
                  </a:cubicBezTo>
                  <a:cubicBezTo>
                    <a:pt x="57" y="53"/>
                    <a:pt x="57" y="53"/>
                    <a:pt x="57" y="53"/>
                  </a:cubicBezTo>
                  <a:cubicBezTo>
                    <a:pt x="57" y="54"/>
                    <a:pt x="56" y="54"/>
                    <a:pt x="57" y="54"/>
                  </a:cubicBezTo>
                  <a:close/>
                  <a:moveTo>
                    <a:pt x="54" y="32"/>
                  </a:moveTo>
                  <a:cubicBezTo>
                    <a:pt x="54" y="32"/>
                    <a:pt x="55" y="32"/>
                    <a:pt x="55" y="31"/>
                  </a:cubicBezTo>
                  <a:cubicBezTo>
                    <a:pt x="55" y="31"/>
                    <a:pt x="56" y="31"/>
                    <a:pt x="56" y="31"/>
                  </a:cubicBezTo>
                  <a:cubicBezTo>
                    <a:pt x="56" y="31"/>
                    <a:pt x="56" y="31"/>
                    <a:pt x="56" y="31"/>
                  </a:cubicBezTo>
                  <a:cubicBezTo>
                    <a:pt x="55" y="30"/>
                    <a:pt x="54" y="30"/>
                    <a:pt x="54" y="31"/>
                  </a:cubicBezTo>
                  <a:cubicBezTo>
                    <a:pt x="54" y="31"/>
                    <a:pt x="55" y="31"/>
                    <a:pt x="55" y="31"/>
                  </a:cubicBezTo>
                  <a:cubicBezTo>
                    <a:pt x="54" y="31"/>
                    <a:pt x="54" y="31"/>
                    <a:pt x="53" y="31"/>
                  </a:cubicBezTo>
                  <a:cubicBezTo>
                    <a:pt x="53" y="31"/>
                    <a:pt x="53" y="31"/>
                    <a:pt x="53" y="31"/>
                  </a:cubicBezTo>
                  <a:cubicBezTo>
                    <a:pt x="53" y="31"/>
                    <a:pt x="54" y="32"/>
                    <a:pt x="54" y="32"/>
                  </a:cubicBezTo>
                  <a:close/>
                  <a:moveTo>
                    <a:pt x="42" y="31"/>
                  </a:moveTo>
                  <a:cubicBezTo>
                    <a:pt x="42" y="31"/>
                    <a:pt x="41" y="31"/>
                    <a:pt x="41" y="31"/>
                  </a:cubicBezTo>
                  <a:cubicBezTo>
                    <a:pt x="41" y="31"/>
                    <a:pt x="41" y="31"/>
                    <a:pt x="42" y="32"/>
                  </a:cubicBezTo>
                  <a:cubicBezTo>
                    <a:pt x="42" y="31"/>
                    <a:pt x="42" y="31"/>
                    <a:pt x="42" y="31"/>
                  </a:cubicBezTo>
                  <a:close/>
                  <a:moveTo>
                    <a:pt x="52" y="34"/>
                  </a:moveTo>
                  <a:cubicBezTo>
                    <a:pt x="53" y="34"/>
                    <a:pt x="51" y="34"/>
                    <a:pt x="51" y="34"/>
                  </a:cubicBezTo>
                  <a:cubicBezTo>
                    <a:pt x="52" y="34"/>
                    <a:pt x="54" y="34"/>
                    <a:pt x="52" y="33"/>
                  </a:cubicBezTo>
                  <a:cubicBezTo>
                    <a:pt x="52" y="33"/>
                    <a:pt x="53" y="34"/>
                    <a:pt x="53" y="33"/>
                  </a:cubicBezTo>
                  <a:cubicBezTo>
                    <a:pt x="53" y="33"/>
                    <a:pt x="52" y="33"/>
                    <a:pt x="52" y="33"/>
                  </a:cubicBezTo>
                  <a:cubicBezTo>
                    <a:pt x="53" y="32"/>
                    <a:pt x="51" y="33"/>
                    <a:pt x="51" y="33"/>
                  </a:cubicBezTo>
                  <a:cubicBezTo>
                    <a:pt x="51" y="33"/>
                    <a:pt x="51" y="33"/>
                    <a:pt x="51" y="33"/>
                  </a:cubicBezTo>
                  <a:cubicBezTo>
                    <a:pt x="51" y="33"/>
                    <a:pt x="50" y="33"/>
                    <a:pt x="50" y="33"/>
                  </a:cubicBezTo>
                  <a:cubicBezTo>
                    <a:pt x="49" y="34"/>
                    <a:pt x="50" y="34"/>
                    <a:pt x="51" y="34"/>
                  </a:cubicBezTo>
                  <a:cubicBezTo>
                    <a:pt x="51" y="35"/>
                    <a:pt x="52" y="35"/>
                    <a:pt x="52" y="34"/>
                  </a:cubicBezTo>
                  <a:close/>
                  <a:moveTo>
                    <a:pt x="111" y="98"/>
                  </a:moveTo>
                  <a:cubicBezTo>
                    <a:pt x="111" y="98"/>
                    <a:pt x="112" y="98"/>
                    <a:pt x="113" y="98"/>
                  </a:cubicBezTo>
                  <a:cubicBezTo>
                    <a:pt x="113" y="98"/>
                    <a:pt x="112" y="97"/>
                    <a:pt x="111" y="98"/>
                  </a:cubicBezTo>
                  <a:close/>
                  <a:moveTo>
                    <a:pt x="106" y="1"/>
                  </a:moveTo>
                  <a:cubicBezTo>
                    <a:pt x="106" y="0"/>
                    <a:pt x="105" y="1"/>
                    <a:pt x="105" y="1"/>
                  </a:cubicBezTo>
                  <a:cubicBezTo>
                    <a:pt x="105" y="1"/>
                    <a:pt x="105" y="1"/>
                    <a:pt x="105" y="1"/>
                  </a:cubicBezTo>
                  <a:cubicBezTo>
                    <a:pt x="105" y="0"/>
                    <a:pt x="104" y="2"/>
                    <a:pt x="104" y="2"/>
                  </a:cubicBezTo>
                  <a:cubicBezTo>
                    <a:pt x="104" y="3"/>
                    <a:pt x="105" y="2"/>
                    <a:pt x="105" y="2"/>
                  </a:cubicBezTo>
                  <a:cubicBezTo>
                    <a:pt x="105" y="2"/>
                    <a:pt x="106" y="1"/>
                    <a:pt x="106" y="1"/>
                  </a:cubicBezTo>
                  <a:close/>
                  <a:moveTo>
                    <a:pt x="57" y="43"/>
                  </a:moveTo>
                  <a:cubicBezTo>
                    <a:pt x="57" y="43"/>
                    <a:pt x="55" y="44"/>
                    <a:pt x="55" y="44"/>
                  </a:cubicBezTo>
                  <a:cubicBezTo>
                    <a:pt x="55" y="44"/>
                    <a:pt x="57" y="44"/>
                    <a:pt x="57" y="43"/>
                  </a:cubicBezTo>
                  <a:close/>
                  <a:moveTo>
                    <a:pt x="85" y="22"/>
                  </a:moveTo>
                  <a:cubicBezTo>
                    <a:pt x="85" y="22"/>
                    <a:pt x="85" y="22"/>
                    <a:pt x="85" y="21"/>
                  </a:cubicBezTo>
                  <a:cubicBezTo>
                    <a:pt x="85" y="21"/>
                    <a:pt x="85" y="21"/>
                    <a:pt x="85" y="21"/>
                  </a:cubicBezTo>
                  <a:cubicBezTo>
                    <a:pt x="85" y="21"/>
                    <a:pt x="85" y="21"/>
                    <a:pt x="85" y="21"/>
                  </a:cubicBezTo>
                  <a:cubicBezTo>
                    <a:pt x="85" y="21"/>
                    <a:pt x="84" y="19"/>
                    <a:pt x="83" y="20"/>
                  </a:cubicBezTo>
                  <a:cubicBezTo>
                    <a:pt x="83" y="21"/>
                    <a:pt x="84" y="21"/>
                    <a:pt x="84" y="21"/>
                  </a:cubicBezTo>
                  <a:cubicBezTo>
                    <a:pt x="84" y="21"/>
                    <a:pt x="84" y="22"/>
                    <a:pt x="85" y="22"/>
                  </a:cubicBezTo>
                  <a:close/>
                  <a:moveTo>
                    <a:pt x="51" y="36"/>
                  </a:moveTo>
                  <a:cubicBezTo>
                    <a:pt x="51" y="36"/>
                    <a:pt x="52" y="36"/>
                    <a:pt x="52" y="35"/>
                  </a:cubicBezTo>
                  <a:cubicBezTo>
                    <a:pt x="52" y="35"/>
                    <a:pt x="52" y="35"/>
                    <a:pt x="52" y="35"/>
                  </a:cubicBezTo>
                  <a:cubicBezTo>
                    <a:pt x="52" y="35"/>
                    <a:pt x="52" y="35"/>
                    <a:pt x="52" y="35"/>
                  </a:cubicBezTo>
                  <a:cubicBezTo>
                    <a:pt x="51" y="34"/>
                    <a:pt x="50" y="35"/>
                    <a:pt x="51" y="36"/>
                  </a:cubicBezTo>
                  <a:close/>
                  <a:moveTo>
                    <a:pt x="59" y="49"/>
                  </a:moveTo>
                  <a:cubicBezTo>
                    <a:pt x="58" y="49"/>
                    <a:pt x="58" y="49"/>
                    <a:pt x="58" y="50"/>
                  </a:cubicBezTo>
                  <a:cubicBezTo>
                    <a:pt x="58" y="50"/>
                    <a:pt x="58" y="50"/>
                    <a:pt x="58" y="50"/>
                  </a:cubicBezTo>
                  <a:cubicBezTo>
                    <a:pt x="59" y="49"/>
                    <a:pt x="59" y="49"/>
                    <a:pt x="59" y="49"/>
                  </a:cubicBezTo>
                  <a:close/>
                  <a:moveTo>
                    <a:pt x="50" y="40"/>
                  </a:moveTo>
                  <a:cubicBezTo>
                    <a:pt x="50" y="39"/>
                    <a:pt x="50" y="39"/>
                    <a:pt x="49" y="40"/>
                  </a:cubicBezTo>
                  <a:cubicBezTo>
                    <a:pt x="49" y="40"/>
                    <a:pt x="48" y="40"/>
                    <a:pt x="49" y="40"/>
                  </a:cubicBezTo>
                  <a:cubicBezTo>
                    <a:pt x="49" y="40"/>
                    <a:pt x="50" y="40"/>
                    <a:pt x="50" y="40"/>
                  </a:cubicBezTo>
                  <a:close/>
                  <a:moveTo>
                    <a:pt x="53" y="45"/>
                  </a:moveTo>
                  <a:cubicBezTo>
                    <a:pt x="52" y="45"/>
                    <a:pt x="53" y="45"/>
                    <a:pt x="53" y="45"/>
                  </a:cubicBezTo>
                  <a:cubicBezTo>
                    <a:pt x="53" y="45"/>
                    <a:pt x="54" y="45"/>
                    <a:pt x="54" y="45"/>
                  </a:cubicBezTo>
                  <a:cubicBezTo>
                    <a:pt x="55" y="45"/>
                    <a:pt x="55" y="44"/>
                    <a:pt x="54" y="44"/>
                  </a:cubicBezTo>
                  <a:cubicBezTo>
                    <a:pt x="54" y="45"/>
                    <a:pt x="53" y="44"/>
                    <a:pt x="53" y="45"/>
                  </a:cubicBezTo>
                  <a:close/>
                  <a:moveTo>
                    <a:pt x="86" y="121"/>
                  </a:moveTo>
                  <a:cubicBezTo>
                    <a:pt x="86" y="121"/>
                    <a:pt x="85" y="121"/>
                    <a:pt x="85" y="121"/>
                  </a:cubicBezTo>
                  <a:cubicBezTo>
                    <a:pt x="85" y="121"/>
                    <a:pt x="85" y="121"/>
                    <a:pt x="85" y="122"/>
                  </a:cubicBezTo>
                  <a:cubicBezTo>
                    <a:pt x="85" y="121"/>
                    <a:pt x="86" y="122"/>
                    <a:pt x="86" y="122"/>
                  </a:cubicBezTo>
                  <a:cubicBezTo>
                    <a:pt x="87" y="122"/>
                    <a:pt x="87" y="121"/>
                    <a:pt x="86" y="121"/>
                  </a:cubicBezTo>
                  <a:close/>
                  <a:moveTo>
                    <a:pt x="70" y="67"/>
                  </a:moveTo>
                  <a:cubicBezTo>
                    <a:pt x="70" y="67"/>
                    <a:pt x="70" y="68"/>
                    <a:pt x="69" y="68"/>
                  </a:cubicBezTo>
                  <a:cubicBezTo>
                    <a:pt x="69" y="68"/>
                    <a:pt x="69" y="68"/>
                    <a:pt x="68" y="69"/>
                  </a:cubicBezTo>
                  <a:cubicBezTo>
                    <a:pt x="68" y="69"/>
                    <a:pt x="68" y="70"/>
                    <a:pt x="68" y="70"/>
                  </a:cubicBezTo>
                  <a:cubicBezTo>
                    <a:pt x="68" y="70"/>
                    <a:pt x="69" y="70"/>
                    <a:pt x="69" y="70"/>
                  </a:cubicBezTo>
                  <a:cubicBezTo>
                    <a:pt x="70" y="69"/>
                    <a:pt x="71" y="69"/>
                    <a:pt x="71" y="68"/>
                  </a:cubicBezTo>
                  <a:cubicBezTo>
                    <a:pt x="72" y="68"/>
                    <a:pt x="71" y="67"/>
                    <a:pt x="72" y="67"/>
                  </a:cubicBezTo>
                  <a:cubicBezTo>
                    <a:pt x="72" y="66"/>
                    <a:pt x="70" y="67"/>
                    <a:pt x="70" y="67"/>
                  </a:cubicBezTo>
                  <a:close/>
                  <a:moveTo>
                    <a:pt x="81" y="119"/>
                  </a:moveTo>
                  <a:cubicBezTo>
                    <a:pt x="82" y="119"/>
                    <a:pt x="82" y="119"/>
                    <a:pt x="82" y="119"/>
                  </a:cubicBezTo>
                  <a:cubicBezTo>
                    <a:pt x="82" y="119"/>
                    <a:pt x="83" y="118"/>
                    <a:pt x="83" y="118"/>
                  </a:cubicBezTo>
                  <a:cubicBezTo>
                    <a:pt x="82" y="118"/>
                    <a:pt x="81" y="119"/>
                    <a:pt x="81" y="119"/>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43" name="United Arab Emirates">
              <a:extLst>
                <a:ext uri="{FF2B5EF4-FFF2-40B4-BE49-F238E27FC236}">
                  <a16:creationId xmlns:a16="http://schemas.microsoft.com/office/drawing/2014/main" id="{C0F03ADD-5FF6-1EA5-1322-DF044669E57D}"/>
                </a:ext>
              </a:extLst>
            </p:cNvPr>
            <p:cNvSpPr>
              <a:spLocks noEditPoints="1"/>
            </p:cNvSpPr>
            <p:nvPr/>
          </p:nvSpPr>
          <p:spPr bwMode="auto">
            <a:xfrm>
              <a:off x="7432555" y="3026938"/>
              <a:ext cx="155847" cy="134283"/>
            </a:xfrm>
            <a:custGeom>
              <a:avLst/>
              <a:gdLst/>
              <a:ahLst/>
              <a:cxnLst>
                <a:cxn ang="0">
                  <a:pos x="44" y="9"/>
                </a:cxn>
                <a:cxn ang="0">
                  <a:pos x="42" y="5"/>
                </a:cxn>
                <a:cxn ang="0">
                  <a:pos x="42" y="3"/>
                </a:cxn>
                <a:cxn ang="0">
                  <a:pos x="42" y="1"/>
                </a:cxn>
                <a:cxn ang="0">
                  <a:pos x="40" y="4"/>
                </a:cxn>
                <a:cxn ang="0">
                  <a:pos x="39" y="5"/>
                </a:cxn>
                <a:cxn ang="0">
                  <a:pos x="37" y="7"/>
                </a:cxn>
                <a:cxn ang="0">
                  <a:pos x="36" y="8"/>
                </a:cxn>
                <a:cxn ang="0">
                  <a:pos x="34" y="9"/>
                </a:cxn>
                <a:cxn ang="0">
                  <a:pos x="34" y="10"/>
                </a:cxn>
                <a:cxn ang="0">
                  <a:pos x="31" y="13"/>
                </a:cxn>
                <a:cxn ang="0">
                  <a:pos x="29" y="15"/>
                </a:cxn>
                <a:cxn ang="0">
                  <a:pos x="28" y="16"/>
                </a:cxn>
                <a:cxn ang="0">
                  <a:pos x="28" y="18"/>
                </a:cxn>
                <a:cxn ang="0">
                  <a:pos x="26" y="21"/>
                </a:cxn>
                <a:cxn ang="0">
                  <a:pos x="23" y="20"/>
                </a:cxn>
                <a:cxn ang="0">
                  <a:pos x="23" y="22"/>
                </a:cxn>
                <a:cxn ang="0">
                  <a:pos x="16" y="22"/>
                </a:cxn>
                <a:cxn ang="0">
                  <a:pos x="13" y="22"/>
                </a:cxn>
                <a:cxn ang="0">
                  <a:pos x="10" y="22"/>
                </a:cxn>
                <a:cxn ang="0">
                  <a:pos x="9" y="22"/>
                </a:cxn>
                <a:cxn ang="0">
                  <a:pos x="3" y="24"/>
                </a:cxn>
                <a:cxn ang="0">
                  <a:pos x="2" y="22"/>
                </a:cxn>
                <a:cxn ang="0">
                  <a:pos x="1" y="21"/>
                </a:cxn>
                <a:cxn ang="0">
                  <a:pos x="0" y="20"/>
                </a:cxn>
                <a:cxn ang="0">
                  <a:pos x="0" y="21"/>
                </a:cxn>
                <a:cxn ang="0">
                  <a:pos x="4" y="27"/>
                </a:cxn>
                <a:cxn ang="0">
                  <a:pos x="11" y="35"/>
                </a:cxn>
                <a:cxn ang="0">
                  <a:pos x="21" y="37"/>
                </a:cxn>
                <a:cxn ang="0">
                  <a:pos x="33" y="38"/>
                </a:cxn>
                <a:cxn ang="0">
                  <a:pos x="35" y="36"/>
                </a:cxn>
                <a:cxn ang="0">
                  <a:pos x="36" y="32"/>
                </a:cxn>
                <a:cxn ang="0">
                  <a:pos x="37" y="28"/>
                </a:cxn>
                <a:cxn ang="0">
                  <a:pos x="38" y="25"/>
                </a:cxn>
                <a:cxn ang="0">
                  <a:pos x="40" y="23"/>
                </a:cxn>
                <a:cxn ang="0">
                  <a:pos x="41" y="21"/>
                </a:cxn>
                <a:cxn ang="0">
                  <a:pos x="40" y="20"/>
                </a:cxn>
                <a:cxn ang="0">
                  <a:pos x="39" y="15"/>
                </a:cxn>
                <a:cxn ang="0">
                  <a:pos x="41" y="13"/>
                </a:cxn>
                <a:cxn ang="0">
                  <a:pos x="41" y="14"/>
                </a:cxn>
                <a:cxn ang="0">
                  <a:pos x="43" y="14"/>
                </a:cxn>
                <a:cxn ang="0">
                  <a:pos x="44" y="12"/>
                </a:cxn>
                <a:cxn ang="0">
                  <a:pos x="43" y="10"/>
                </a:cxn>
                <a:cxn ang="0">
                  <a:pos x="27" y="18"/>
                </a:cxn>
                <a:cxn ang="0">
                  <a:pos x="27" y="18"/>
                </a:cxn>
                <a:cxn ang="0">
                  <a:pos x="27" y="17"/>
                </a:cxn>
                <a:cxn ang="0">
                  <a:pos x="16" y="21"/>
                </a:cxn>
                <a:cxn ang="0">
                  <a:pos x="16" y="20"/>
                </a:cxn>
                <a:cxn ang="0">
                  <a:pos x="21" y="22"/>
                </a:cxn>
                <a:cxn ang="0">
                  <a:pos x="20" y="21"/>
                </a:cxn>
                <a:cxn ang="0">
                  <a:pos x="22" y="22"/>
                </a:cxn>
                <a:cxn ang="0">
                  <a:pos x="21" y="22"/>
                </a:cxn>
              </a:cxnLst>
              <a:rect l="0" t="0" r="r" b="b"/>
              <a:pathLst>
                <a:path w="44" h="38">
                  <a:moveTo>
                    <a:pt x="44" y="12"/>
                  </a:moveTo>
                  <a:cubicBezTo>
                    <a:pt x="44" y="11"/>
                    <a:pt x="44" y="10"/>
                    <a:pt x="44" y="9"/>
                  </a:cubicBezTo>
                  <a:cubicBezTo>
                    <a:pt x="44" y="8"/>
                    <a:pt x="44" y="7"/>
                    <a:pt x="44" y="6"/>
                  </a:cubicBezTo>
                  <a:cubicBezTo>
                    <a:pt x="43" y="6"/>
                    <a:pt x="42" y="6"/>
                    <a:pt x="42" y="5"/>
                  </a:cubicBezTo>
                  <a:cubicBezTo>
                    <a:pt x="42" y="5"/>
                    <a:pt x="42" y="5"/>
                    <a:pt x="42" y="5"/>
                  </a:cubicBezTo>
                  <a:cubicBezTo>
                    <a:pt x="42" y="4"/>
                    <a:pt x="42" y="4"/>
                    <a:pt x="42" y="3"/>
                  </a:cubicBezTo>
                  <a:cubicBezTo>
                    <a:pt x="41" y="3"/>
                    <a:pt x="42" y="3"/>
                    <a:pt x="42" y="2"/>
                  </a:cubicBezTo>
                  <a:cubicBezTo>
                    <a:pt x="42" y="2"/>
                    <a:pt x="42" y="1"/>
                    <a:pt x="42" y="1"/>
                  </a:cubicBezTo>
                  <a:cubicBezTo>
                    <a:pt x="41" y="0"/>
                    <a:pt x="41" y="1"/>
                    <a:pt x="41" y="1"/>
                  </a:cubicBezTo>
                  <a:cubicBezTo>
                    <a:pt x="41" y="2"/>
                    <a:pt x="40" y="3"/>
                    <a:pt x="40" y="4"/>
                  </a:cubicBezTo>
                  <a:cubicBezTo>
                    <a:pt x="40" y="3"/>
                    <a:pt x="39" y="4"/>
                    <a:pt x="39" y="4"/>
                  </a:cubicBezTo>
                  <a:cubicBezTo>
                    <a:pt x="39" y="4"/>
                    <a:pt x="39" y="5"/>
                    <a:pt x="39" y="5"/>
                  </a:cubicBezTo>
                  <a:cubicBezTo>
                    <a:pt x="38" y="5"/>
                    <a:pt x="38" y="5"/>
                    <a:pt x="37" y="6"/>
                  </a:cubicBezTo>
                  <a:cubicBezTo>
                    <a:pt x="37" y="6"/>
                    <a:pt x="37" y="7"/>
                    <a:pt x="37" y="7"/>
                  </a:cubicBezTo>
                  <a:cubicBezTo>
                    <a:pt x="36" y="7"/>
                    <a:pt x="36" y="7"/>
                    <a:pt x="36" y="6"/>
                  </a:cubicBezTo>
                  <a:cubicBezTo>
                    <a:pt x="36" y="6"/>
                    <a:pt x="36" y="7"/>
                    <a:pt x="36" y="8"/>
                  </a:cubicBezTo>
                  <a:cubicBezTo>
                    <a:pt x="35" y="8"/>
                    <a:pt x="35" y="8"/>
                    <a:pt x="35" y="8"/>
                  </a:cubicBezTo>
                  <a:cubicBezTo>
                    <a:pt x="35" y="9"/>
                    <a:pt x="34" y="9"/>
                    <a:pt x="34" y="9"/>
                  </a:cubicBezTo>
                  <a:cubicBezTo>
                    <a:pt x="34" y="10"/>
                    <a:pt x="35" y="10"/>
                    <a:pt x="34" y="10"/>
                  </a:cubicBezTo>
                  <a:cubicBezTo>
                    <a:pt x="34" y="10"/>
                    <a:pt x="34" y="10"/>
                    <a:pt x="34" y="10"/>
                  </a:cubicBezTo>
                  <a:cubicBezTo>
                    <a:pt x="34" y="10"/>
                    <a:pt x="34" y="10"/>
                    <a:pt x="33" y="11"/>
                  </a:cubicBezTo>
                  <a:cubicBezTo>
                    <a:pt x="33" y="12"/>
                    <a:pt x="32" y="12"/>
                    <a:pt x="31" y="13"/>
                  </a:cubicBezTo>
                  <a:cubicBezTo>
                    <a:pt x="30" y="13"/>
                    <a:pt x="30" y="14"/>
                    <a:pt x="29" y="15"/>
                  </a:cubicBezTo>
                  <a:cubicBezTo>
                    <a:pt x="29" y="15"/>
                    <a:pt x="29" y="15"/>
                    <a:pt x="29" y="15"/>
                  </a:cubicBezTo>
                  <a:cubicBezTo>
                    <a:pt x="29" y="15"/>
                    <a:pt x="28" y="15"/>
                    <a:pt x="28" y="16"/>
                  </a:cubicBezTo>
                  <a:cubicBezTo>
                    <a:pt x="28" y="16"/>
                    <a:pt x="29" y="16"/>
                    <a:pt x="28" y="16"/>
                  </a:cubicBezTo>
                  <a:cubicBezTo>
                    <a:pt x="28" y="17"/>
                    <a:pt x="28" y="17"/>
                    <a:pt x="28" y="17"/>
                  </a:cubicBezTo>
                  <a:cubicBezTo>
                    <a:pt x="28" y="18"/>
                    <a:pt x="27" y="18"/>
                    <a:pt x="28" y="18"/>
                  </a:cubicBezTo>
                  <a:cubicBezTo>
                    <a:pt x="28" y="19"/>
                    <a:pt x="27" y="19"/>
                    <a:pt x="27" y="19"/>
                  </a:cubicBezTo>
                  <a:cubicBezTo>
                    <a:pt x="27" y="19"/>
                    <a:pt x="27" y="21"/>
                    <a:pt x="26" y="21"/>
                  </a:cubicBezTo>
                  <a:cubicBezTo>
                    <a:pt x="26" y="21"/>
                    <a:pt x="25" y="21"/>
                    <a:pt x="25" y="21"/>
                  </a:cubicBezTo>
                  <a:cubicBezTo>
                    <a:pt x="24" y="21"/>
                    <a:pt x="24" y="19"/>
                    <a:pt x="23" y="20"/>
                  </a:cubicBezTo>
                  <a:cubicBezTo>
                    <a:pt x="23" y="21"/>
                    <a:pt x="24" y="21"/>
                    <a:pt x="24" y="21"/>
                  </a:cubicBezTo>
                  <a:cubicBezTo>
                    <a:pt x="25" y="22"/>
                    <a:pt x="24" y="22"/>
                    <a:pt x="23" y="22"/>
                  </a:cubicBezTo>
                  <a:cubicBezTo>
                    <a:pt x="22" y="23"/>
                    <a:pt x="20" y="23"/>
                    <a:pt x="18" y="22"/>
                  </a:cubicBezTo>
                  <a:cubicBezTo>
                    <a:pt x="17" y="22"/>
                    <a:pt x="16" y="23"/>
                    <a:pt x="16" y="22"/>
                  </a:cubicBezTo>
                  <a:cubicBezTo>
                    <a:pt x="15" y="22"/>
                    <a:pt x="15" y="21"/>
                    <a:pt x="15" y="22"/>
                  </a:cubicBezTo>
                  <a:cubicBezTo>
                    <a:pt x="14" y="22"/>
                    <a:pt x="14" y="22"/>
                    <a:pt x="13" y="22"/>
                  </a:cubicBezTo>
                  <a:cubicBezTo>
                    <a:pt x="13" y="22"/>
                    <a:pt x="12" y="22"/>
                    <a:pt x="11" y="22"/>
                  </a:cubicBezTo>
                  <a:cubicBezTo>
                    <a:pt x="11" y="22"/>
                    <a:pt x="11" y="22"/>
                    <a:pt x="10" y="22"/>
                  </a:cubicBezTo>
                  <a:cubicBezTo>
                    <a:pt x="10" y="22"/>
                    <a:pt x="10" y="21"/>
                    <a:pt x="10" y="21"/>
                  </a:cubicBezTo>
                  <a:cubicBezTo>
                    <a:pt x="9" y="21"/>
                    <a:pt x="9" y="22"/>
                    <a:pt x="9" y="22"/>
                  </a:cubicBezTo>
                  <a:cubicBezTo>
                    <a:pt x="8" y="23"/>
                    <a:pt x="7" y="24"/>
                    <a:pt x="6" y="24"/>
                  </a:cubicBezTo>
                  <a:cubicBezTo>
                    <a:pt x="5" y="24"/>
                    <a:pt x="3" y="23"/>
                    <a:pt x="3" y="24"/>
                  </a:cubicBezTo>
                  <a:cubicBezTo>
                    <a:pt x="3" y="23"/>
                    <a:pt x="2" y="24"/>
                    <a:pt x="2" y="23"/>
                  </a:cubicBezTo>
                  <a:cubicBezTo>
                    <a:pt x="2" y="22"/>
                    <a:pt x="2" y="22"/>
                    <a:pt x="2" y="22"/>
                  </a:cubicBezTo>
                  <a:cubicBezTo>
                    <a:pt x="2" y="21"/>
                    <a:pt x="2" y="21"/>
                    <a:pt x="2" y="20"/>
                  </a:cubicBezTo>
                  <a:cubicBezTo>
                    <a:pt x="1" y="20"/>
                    <a:pt x="1" y="21"/>
                    <a:pt x="1" y="21"/>
                  </a:cubicBezTo>
                  <a:cubicBezTo>
                    <a:pt x="1" y="21"/>
                    <a:pt x="1" y="21"/>
                    <a:pt x="1" y="21"/>
                  </a:cubicBezTo>
                  <a:cubicBezTo>
                    <a:pt x="1" y="21"/>
                    <a:pt x="0" y="21"/>
                    <a:pt x="0" y="20"/>
                  </a:cubicBezTo>
                  <a:cubicBezTo>
                    <a:pt x="0" y="20"/>
                    <a:pt x="0" y="19"/>
                    <a:pt x="0" y="19"/>
                  </a:cubicBezTo>
                  <a:cubicBezTo>
                    <a:pt x="0" y="20"/>
                    <a:pt x="0" y="21"/>
                    <a:pt x="0" y="21"/>
                  </a:cubicBezTo>
                  <a:cubicBezTo>
                    <a:pt x="0" y="22"/>
                    <a:pt x="0" y="23"/>
                    <a:pt x="1" y="23"/>
                  </a:cubicBezTo>
                  <a:cubicBezTo>
                    <a:pt x="2" y="24"/>
                    <a:pt x="3" y="26"/>
                    <a:pt x="4" y="27"/>
                  </a:cubicBezTo>
                  <a:cubicBezTo>
                    <a:pt x="5" y="28"/>
                    <a:pt x="6" y="30"/>
                    <a:pt x="8" y="32"/>
                  </a:cubicBezTo>
                  <a:cubicBezTo>
                    <a:pt x="9" y="33"/>
                    <a:pt x="10" y="34"/>
                    <a:pt x="11" y="35"/>
                  </a:cubicBezTo>
                  <a:cubicBezTo>
                    <a:pt x="12" y="36"/>
                    <a:pt x="14" y="36"/>
                    <a:pt x="16" y="36"/>
                  </a:cubicBezTo>
                  <a:cubicBezTo>
                    <a:pt x="17" y="36"/>
                    <a:pt x="19" y="36"/>
                    <a:pt x="21" y="37"/>
                  </a:cubicBezTo>
                  <a:cubicBezTo>
                    <a:pt x="22" y="37"/>
                    <a:pt x="24" y="37"/>
                    <a:pt x="25" y="37"/>
                  </a:cubicBezTo>
                  <a:cubicBezTo>
                    <a:pt x="28" y="37"/>
                    <a:pt x="30" y="38"/>
                    <a:pt x="33" y="38"/>
                  </a:cubicBezTo>
                  <a:cubicBezTo>
                    <a:pt x="34" y="38"/>
                    <a:pt x="35" y="38"/>
                    <a:pt x="35" y="38"/>
                  </a:cubicBezTo>
                  <a:cubicBezTo>
                    <a:pt x="36" y="37"/>
                    <a:pt x="35" y="37"/>
                    <a:pt x="35" y="36"/>
                  </a:cubicBezTo>
                  <a:cubicBezTo>
                    <a:pt x="35" y="36"/>
                    <a:pt x="35" y="35"/>
                    <a:pt x="35" y="34"/>
                  </a:cubicBezTo>
                  <a:cubicBezTo>
                    <a:pt x="35" y="33"/>
                    <a:pt x="36" y="33"/>
                    <a:pt x="36" y="32"/>
                  </a:cubicBezTo>
                  <a:cubicBezTo>
                    <a:pt x="36" y="31"/>
                    <a:pt x="36" y="30"/>
                    <a:pt x="37" y="29"/>
                  </a:cubicBezTo>
                  <a:cubicBezTo>
                    <a:pt x="37" y="29"/>
                    <a:pt x="37" y="28"/>
                    <a:pt x="37" y="28"/>
                  </a:cubicBezTo>
                  <a:cubicBezTo>
                    <a:pt x="37" y="27"/>
                    <a:pt x="38" y="26"/>
                    <a:pt x="38" y="25"/>
                  </a:cubicBezTo>
                  <a:cubicBezTo>
                    <a:pt x="38" y="25"/>
                    <a:pt x="38" y="25"/>
                    <a:pt x="38" y="25"/>
                  </a:cubicBezTo>
                  <a:cubicBezTo>
                    <a:pt x="37" y="24"/>
                    <a:pt x="37" y="24"/>
                    <a:pt x="37" y="24"/>
                  </a:cubicBezTo>
                  <a:cubicBezTo>
                    <a:pt x="37" y="23"/>
                    <a:pt x="40" y="23"/>
                    <a:pt x="40" y="23"/>
                  </a:cubicBezTo>
                  <a:cubicBezTo>
                    <a:pt x="41" y="24"/>
                    <a:pt x="42" y="23"/>
                    <a:pt x="42" y="22"/>
                  </a:cubicBezTo>
                  <a:cubicBezTo>
                    <a:pt x="41" y="22"/>
                    <a:pt x="41" y="21"/>
                    <a:pt x="41" y="21"/>
                  </a:cubicBezTo>
                  <a:cubicBezTo>
                    <a:pt x="41" y="21"/>
                    <a:pt x="40" y="21"/>
                    <a:pt x="40" y="21"/>
                  </a:cubicBezTo>
                  <a:cubicBezTo>
                    <a:pt x="39" y="21"/>
                    <a:pt x="40" y="20"/>
                    <a:pt x="40" y="20"/>
                  </a:cubicBezTo>
                  <a:cubicBezTo>
                    <a:pt x="40" y="19"/>
                    <a:pt x="39" y="18"/>
                    <a:pt x="39" y="18"/>
                  </a:cubicBezTo>
                  <a:cubicBezTo>
                    <a:pt x="39" y="17"/>
                    <a:pt x="40" y="16"/>
                    <a:pt x="39" y="15"/>
                  </a:cubicBezTo>
                  <a:cubicBezTo>
                    <a:pt x="39" y="15"/>
                    <a:pt x="39" y="14"/>
                    <a:pt x="39" y="14"/>
                  </a:cubicBezTo>
                  <a:cubicBezTo>
                    <a:pt x="40" y="13"/>
                    <a:pt x="40" y="12"/>
                    <a:pt x="41" y="13"/>
                  </a:cubicBezTo>
                  <a:cubicBezTo>
                    <a:pt x="41" y="13"/>
                    <a:pt x="41" y="14"/>
                    <a:pt x="42" y="14"/>
                  </a:cubicBezTo>
                  <a:cubicBezTo>
                    <a:pt x="42" y="14"/>
                    <a:pt x="41" y="14"/>
                    <a:pt x="41" y="14"/>
                  </a:cubicBezTo>
                  <a:cubicBezTo>
                    <a:pt x="41" y="14"/>
                    <a:pt x="42" y="16"/>
                    <a:pt x="42" y="15"/>
                  </a:cubicBezTo>
                  <a:cubicBezTo>
                    <a:pt x="43" y="15"/>
                    <a:pt x="43" y="15"/>
                    <a:pt x="43" y="14"/>
                  </a:cubicBezTo>
                  <a:cubicBezTo>
                    <a:pt x="43" y="14"/>
                    <a:pt x="44" y="14"/>
                    <a:pt x="44" y="14"/>
                  </a:cubicBezTo>
                  <a:cubicBezTo>
                    <a:pt x="44" y="13"/>
                    <a:pt x="44" y="12"/>
                    <a:pt x="44" y="12"/>
                  </a:cubicBezTo>
                  <a:close/>
                  <a:moveTo>
                    <a:pt x="43" y="10"/>
                  </a:moveTo>
                  <a:cubicBezTo>
                    <a:pt x="43" y="8"/>
                    <a:pt x="44" y="10"/>
                    <a:pt x="43" y="10"/>
                  </a:cubicBezTo>
                  <a:close/>
                  <a:moveTo>
                    <a:pt x="27" y="18"/>
                  </a:moveTo>
                  <a:cubicBezTo>
                    <a:pt x="28" y="18"/>
                    <a:pt x="27" y="18"/>
                    <a:pt x="27" y="18"/>
                  </a:cubicBezTo>
                  <a:cubicBezTo>
                    <a:pt x="27" y="18"/>
                    <a:pt x="27" y="18"/>
                    <a:pt x="27" y="18"/>
                  </a:cubicBezTo>
                  <a:cubicBezTo>
                    <a:pt x="27" y="18"/>
                    <a:pt x="27" y="18"/>
                    <a:pt x="27" y="18"/>
                  </a:cubicBezTo>
                  <a:close/>
                  <a:moveTo>
                    <a:pt x="27" y="18"/>
                  </a:moveTo>
                  <a:cubicBezTo>
                    <a:pt x="26" y="18"/>
                    <a:pt x="27" y="17"/>
                    <a:pt x="27" y="17"/>
                  </a:cubicBezTo>
                  <a:cubicBezTo>
                    <a:pt x="27" y="17"/>
                    <a:pt x="27" y="18"/>
                    <a:pt x="27" y="18"/>
                  </a:cubicBezTo>
                  <a:close/>
                  <a:moveTo>
                    <a:pt x="16" y="21"/>
                  </a:moveTo>
                  <a:cubicBezTo>
                    <a:pt x="16" y="21"/>
                    <a:pt x="15" y="20"/>
                    <a:pt x="15" y="20"/>
                  </a:cubicBezTo>
                  <a:cubicBezTo>
                    <a:pt x="16" y="20"/>
                    <a:pt x="16" y="20"/>
                    <a:pt x="16" y="20"/>
                  </a:cubicBezTo>
                  <a:cubicBezTo>
                    <a:pt x="17" y="20"/>
                    <a:pt x="16" y="21"/>
                    <a:pt x="16" y="21"/>
                  </a:cubicBezTo>
                  <a:close/>
                  <a:moveTo>
                    <a:pt x="21" y="22"/>
                  </a:moveTo>
                  <a:cubicBezTo>
                    <a:pt x="21" y="22"/>
                    <a:pt x="19" y="22"/>
                    <a:pt x="19" y="22"/>
                  </a:cubicBezTo>
                  <a:cubicBezTo>
                    <a:pt x="19" y="22"/>
                    <a:pt x="20" y="21"/>
                    <a:pt x="20" y="21"/>
                  </a:cubicBezTo>
                  <a:cubicBezTo>
                    <a:pt x="21" y="21"/>
                    <a:pt x="21" y="21"/>
                    <a:pt x="21" y="21"/>
                  </a:cubicBezTo>
                  <a:cubicBezTo>
                    <a:pt x="21" y="21"/>
                    <a:pt x="23" y="21"/>
                    <a:pt x="22" y="22"/>
                  </a:cubicBezTo>
                  <a:cubicBezTo>
                    <a:pt x="22" y="22"/>
                    <a:pt x="22" y="22"/>
                    <a:pt x="21" y="22"/>
                  </a:cubicBezTo>
                  <a:cubicBezTo>
                    <a:pt x="21" y="21"/>
                    <a:pt x="21" y="22"/>
                    <a:pt x="21" y="2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44" name="Ukraine">
              <a:extLst>
                <a:ext uri="{FF2B5EF4-FFF2-40B4-BE49-F238E27FC236}">
                  <a16:creationId xmlns:a16="http://schemas.microsoft.com/office/drawing/2014/main" id="{E0A2D1A5-100C-C5FF-FF98-52E29D967C3E}"/>
                </a:ext>
              </a:extLst>
            </p:cNvPr>
            <p:cNvSpPr/>
            <p:nvPr/>
          </p:nvSpPr>
          <p:spPr>
            <a:xfrm>
              <a:off x="6405341" y="2015220"/>
              <a:ext cx="542922" cy="271138"/>
            </a:xfrm>
            <a:custGeom>
              <a:avLst/>
              <a:gdLst>
                <a:gd name="connsiteX0" fmla="*/ 707695 w 1492886"/>
                <a:gd name="connsiteY0" fmla="*/ 635314 h 745554"/>
                <a:gd name="connsiteX1" fmla="*/ 688002 w 1492886"/>
                <a:gd name="connsiteY1" fmla="*/ 625595 h 745554"/>
                <a:gd name="connsiteX2" fmla="*/ 678027 w 1492886"/>
                <a:gd name="connsiteY2" fmla="*/ 625595 h 745554"/>
                <a:gd name="connsiteX3" fmla="*/ 668308 w 1492886"/>
                <a:gd name="connsiteY3" fmla="*/ 625595 h 745554"/>
                <a:gd name="connsiteX4" fmla="*/ 658589 w 1492886"/>
                <a:gd name="connsiteY4" fmla="*/ 615876 h 745554"/>
                <a:gd name="connsiteX5" fmla="*/ 648870 w 1492886"/>
                <a:gd name="connsiteY5" fmla="*/ 615876 h 745554"/>
                <a:gd name="connsiteX6" fmla="*/ 648870 w 1492886"/>
                <a:gd name="connsiteY6" fmla="*/ 625595 h 745554"/>
                <a:gd name="connsiteX7" fmla="*/ 639151 w 1492886"/>
                <a:gd name="connsiteY7" fmla="*/ 615876 h 745554"/>
                <a:gd name="connsiteX8" fmla="*/ 629432 w 1492886"/>
                <a:gd name="connsiteY8" fmla="*/ 615876 h 745554"/>
                <a:gd name="connsiteX9" fmla="*/ 619457 w 1492886"/>
                <a:gd name="connsiteY9" fmla="*/ 615876 h 745554"/>
                <a:gd name="connsiteX10" fmla="*/ 609738 w 1492886"/>
                <a:gd name="connsiteY10" fmla="*/ 625595 h 745554"/>
                <a:gd name="connsiteX11" fmla="*/ 609738 w 1492886"/>
                <a:gd name="connsiteY11" fmla="*/ 605902 h 745554"/>
                <a:gd name="connsiteX12" fmla="*/ 600019 w 1492886"/>
                <a:gd name="connsiteY12" fmla="*/ 605902 h 745554"/>
                <a:gd name="connsiteX13" fmla="*/ 600019 w 1492886"/>
                <a:gd name="connsiteY13" fmla="*/ 635314 h 745554"/>
                <a:gd name="connsiteX14" fmla="*/ 590300 w 1492886"/>
                <a:gd name="connsiteY14" fmla="*/ 655008 h 745554"/>
                <a:gd name="connsiteX15" fmla="*/ 590300 w 1492886"/>
                <a:gd name="connsiteY15" fmla="*/ 664727 h 745554"/>
                <a:gd name="connsiteX16" fmla="*/ 576489 w 1492886"/>
                <a:gd name="connsiteY16" fmla="*/ 668308 h 745554"/>
                <a:gd name="connsiteX17" fmla="*/ 580581 w 1492886"/>
                <a:gd name="connsiteY17" fmla="*/ 674702 h 745554"/>
                <a:gd name="connsiteX18" fmla="*/ 570862 w 1492886"/>
                <a:gd name="connsiteY18" fmla="*/ 684421 h 745554"/>
                <a:gd name="connsiteX19" fmla="*/ 561143 w 1492886"/>
                <a:gd name="connsiteY19" fmla="*/ 684421 h 745554"/>
                <a:gd name="connsiteX20" fmla="*/ 561143 w 1492886"/>
                <a:gd name="connsiteY20" fmla="*/ 694140 h 745554"/>
                <a:gd name="connsiteX21" fmla="*/ 561143 w 1492886"/>
                <a:gd name="connsiteY21" fmla="*/ 703859 h 745554"/>
                <a:gd name="connsiteX22" fmla="*/ 551424 w 1492886"/>
                <a:gd name="connsiteY22" fmla="*/ 713578 h 745554"/>
                <a:gd name="connsiteX23" fmla="*/ 541705 w 1492886"/>
                <a:gd name="connsiteY23" fmla="*/ 713578 h 745554"/>
                <a:gd name="connsiteX24" fmla="*/ 541705 w 1492886"/>
                <a:gd name="connsiteY24" fmla="*/ 723297 h 745554"/>
                <a:gd name="connsiteX25" fmla="*/ 551424 w 1492886"/>
                <a:gd name="connsiteY25" fmla="*/ 733016 h 745554"/>
                <a:gd name="connsiteX26" fmla="*/ 590812 w 1492886"/>
                <a:gd name="connsiteY26" fmla="*/ 742735 h 745554"/>
                <a:gd name="connsiteX27" fmla="*/ 590812 w 1492886"/>
                <a:gd name="connsiteY27" fmla="*/ 733016 h 745554"/>
                <a:gd name="connsiteX28" fmla="*/ 597973 w 1492886"/>
                <a:gd name="connsiteY28" fmla="*/ 737364 h 745554"/>
                <a:gd name="connsiteX29" fmla="*/ 600531 w 1492886"/>
                <a:gd name="connsiteY29" fmla="*/ 733016 h 745554"/>
                <a:gd name="connsiteX30" fmla="*/ 620225 w 1492886"/>
                <a:gd name="connsiteY30" fmla="*/ 733016 h 745554"/>
                <a:gd name="connsiteX31" fmla="*/ 630199 w 1492886"/>
                <a:gd name="connsiteY31" fmla="*/ 723297 h 745554"/>
                <a:gd name="connsiteX32" fmla="*/ 639918 w 1492886"/>
                <a:gd name="connsiteY32" fmla="*/ 723297 h 745554"/>
                <a:gd name="connsiteX33" fmla="*/ 659612 w 1492886"/>
                <a:gd name="connsiteY33" fmla="*/ 742990 h 745554"/>
                <a:gd name="connsiteX34" fmla="*/ 669331 w 1492886"/>
                <a:gd name="connsiteY34" fmla="*/ 723297 h 745554"/>
                <a:gd name="connsiteX35" fmla="*/ 659612 w 1492886"/>
                <a:gd name="connsiteY35" fmla="*/ 723297 h 745554"/>
                <a:gd name="connsiteX36" fmla="*/ 659612 w 1492886"/>
                <a:gd name="connsiteY36" fmla="*/ 713578 h 745554"/>
                <a:gd name="connsiteX37" fmla="*/ 659612 w 1492886"/>
                <a:gd name="connsiteY37" fmla="*/ 703859 h 745554"/>
                <a:gd name="connsiteX38" fmla="*/ 649893 w 1492886"/>
                <a:gd name="connsiteY38" fmla="*/ 694140 h 745554"/>
                <a:gd name="connsiteX39" fmla="*/ 653985 w 1492886"/>
                <a:gd name="connsiteY39" fmla="*/ 685700 h 745554"/>
                <a:gd name="connsiteX40" fmla="*/ 669587 w 1492886"/>
                <a:gd name="connsiteY40" fmla="*/ 704114 h 745554"/>
                <a:gd name="connsiteX41" fmla="*/ 698999 w 1492886"/>
                <a:gd name="connsiteY41" fmla="*/ 684421 h 745554"/>
                <a:gd name="connsiteX42" fmla="*/ 688002 w 1492886"/>
                <a:gd name="connsiteY42" fmla="*/ 684421 h 745554"/>
                <a:gd name="connsiteX43" fmla="*/ 678027 w 1492886"/>
                <a:gd name="connsiteY43" fmla="*/ 694140 h 745554"/>
                <a:gd name="connsiteX44" fmla="*/ 678027 w 1492886"/>
                <a:gd name="connsiteY44" fmla="*/ 684421 h 745554"/>
                <a:gd name="connsiteX45" fmla="*/ 682886 w 1492886"/>
                <a:gd name="connsiteY45" fmla="*/ 680840 h 745554"/>
                <a:gd name="connsiteX46" fmla="*/ 687746 w 1492886"/>
                <a:gd name="connsiteY46" fmla="*/ 684421 h 745554"/>
                <a:gd name="connsiteX47" fmla="*/ 697465 w 1492886"/>
                <a:gd name="connsiteY47" fmla="*/ 674702 h 745554"/>
                <a:gd name="connsiteX48" fmla="*/ 697465 w 1492886"/>
                <a:gd name="connsiteY48" fmla="*/ 684421 h 745554"/>
                <a:gd name="connsiteX49" fmla="*/ 707184 w 1492886"/>
                <a:gd name="connsiteY49" fmla="*/ 664727 h 745554"/>
                <a:gd name="connsiteX50" fmla="*/ 716903 w 1492886"/>
                <a:gd name="connsiteY50" fmla="*/ 655008 h 745554"/>
                <a:gd name="connsiteX51" fmla="*/ 707695 w 1492886"/>
                <a:gd name="connsiteY51" fmla="*/ 635314 h 745554"/>
                <a:gd name="connsiteX52" fmla="*/ 669075 w 1492886"/>
                <a:gd name="connsiteY52" fmla="*/ 703091 h 745554"/>
                <a:gd name="connsiteX53" fmla="*/ 668308 w 1492886"/>
                <a:gd name="connsiteY53" fmla="*/ 693884 h 745554"/>
                <a:gd name="connsiteX54" fmla="*/ 678027 w 1492886"/>
                <a:gd name="connsiteY54" fmla="*/ 693884 h 745554"/>
                <a:gd name="connsiteX55" fmla="*/ 669075 w 1492886"/>
                <a:gd name="connsiteY55" fmla="*/ 703091 h 745554"/>
                <a:gd name="connsiteX56" fmla="*/ 726366 w 1492886"/>
                <a:gd name="connsiteY56" fmla="*/ 650148 h 745554"/>
                <a:gd name="connsiteX57" fmla="*/ 717414 w 1492886"/>
                <a:gd name="connsiteY57" fmla="*/ 654752 h 745554"/>
                <a:gd name="connsiteX58" fmla="*/ 727389 w 1492886"/>
                <a:gd name="connsiteY58" fmla="*/ 654752 h 745554"/>
                <a:gd name="connsiteX59" fmla="*/ 726366 w 1492886"/>
                <a:gd name="connsiteY59" fmla="*/ 650148 h 745554"/>
                <a:gd name="connsiteX60" fmla="*/ 835321 w 1492886"/>
                <a:gd name="connsiteY60" fmla="*/ 625340 h 745554"/>
                <a:gd name="connsiteX61" fmla="*/ 825602 w 1492886"/>
                <a:gd name="connsiteY61" fmla="*/ 625340 h 745554"/>
                <a:gd name="connsiteX62" fmla="*/ 835321 w 1492886"/>
                <a:gd name="connsiteY62" fmla="*/ 625340 h 745554"/>
                <a:gd name="connsiteX63" fmla="*/ 1110522 w 1492886"/>
                <a:gd name="connsiteY63" fmla="*/ 654752 h 745554"/>
                <a:gd name="connsiteX64" fmla="*/ 1110777 w 1492886"/>
                <a:gd name="connsiteY64" fmla="*/ 652195 h 745554"/>
                <a:gd name="connsiteX65" fmla="*/ 1110522 w 1492886"/>
                <a:gd name="connsiteY65" fmla="*/ 654752 h 745554"/>
                <a:gd name="connsiteX66" fmla="*/ 1110777 w 1492886"/>
                <a:gd name="connsiteY66" fmla="*/ 652195 h 745554"/>
                <a:gd name="connsiteX67" fmla="*/ 1120241 w 1492886"/>
                <a:gd name="connsiteY67" fmla="*/ 645033 h 745554"/>
                <a:gd name="connsiteX68" fmla="*/ 1110777 w 1492886"/>
                <a:gd name="connsiteY68" fmla="*/ 652195 h 745554"/>
                <a:gd name="connsiteX69" fmla="*/ 1357588 w 1492886"/>
                <a:gd name="connsiteY69" fmla="*/ 551424 h 745554"/>
                <a:gd name="connsiteX70" fmla="*/ 1356309 w 1492886"/>
                <a:gd name="connsiteY70" fmla="*/ 556795 h 745554"/>
                <a:gd name="connsiteX71" fmla="*/ 1357588 w 1492886"/>
                <a:gd name="connsiteY71" fmla="*/ 551424 h 745554"/>
                <a:gd name="connsiteX72" fmla="*/ 992615 w 1492886"/>
                <a:gd name="connsiteY72" fmla="*/ 635314 h 745554"/>
                <a:gd name="connsiteX73" fmla="*/ 1012309 w 1492886"/>
                <a:gd name="connsiteY73" fmla="*/ 635314 h 745554"/>
                <a:gd name="connsiteX74" fmla="*/ 1032002 w 1492886"/>
                <a:gd name="connsiteY74" fmla="*/ 645033 h 745554"/>
                <a:gd name="connsiteX75" fmla="*/ 1032002 w 1492886"/>
                <a:gd name="connsiteY75" fmla="*/ 635314 h 745554"/>
                <a:gd name="connsiteX76" fmla="*/ 1051696 w 1492886"/>
                <a:gd name="connsiteY76" fmla="*/ 655008 h 745554"/>
                <a:gd name="connsiteX77" fmla="*/ 1051696 w 1492886"/>
                <a:gd name="connsiteY77" fmla="*/ 635314 h 745554"/>
                <a:gd name="connsiteX78" fmla="*/ 1061671 w 1492886"/>
                <a:gd name="connsiteY78" fmla="*/ 645033 h 745554"/>
                <a:gd name="connsiteX79" fmla="*/ 1070623 w 1492886"/>
                <a:gd name="connsiteY79" fmla="*/ 644522 h 745554"/>
                <a:gd name="connsiteX80" fmla="*/ 1061927 w 1492886"/>
                <a:gd name="connsiteY80" fmla="*/ 650916 h 745554"/>
                <a:gd name="connsiteX81" fmla="*/ 1061927 w 1492886"/>
                <a:gd name="connsiteY81" fmla="*/ 654752 h 745554"/>
                <a:gd name="connsiteX82" fmla="*/ 1061927 w 1492886"/>
                <a:gd name="connsiteY82" fmla="*/ 664471 h 745554"/>
                <a:gd name="connsiteX83" fmla="*/ 1071646 w 1492886"/>
                <a:gd name="connsiteY83" fmla="*/ 654752 h 745554"/>
                <a:gd name="connsiteX84" fmla="*/ 1071646 w 1492886"/>
                <a:gd name="connsiteY84" fmla="*/ 644522 h 745554"/>
                <a:gd name="connsiteX85" fmla="*/ 1081365 w 1492886"/>
                <a:gd name="connsiteY85" fmla="*/ 645033 h 745554"/>
                <a:gd name="connsiteX86" fmla="*/ 1091339 w 1492886"/>
                <a:gd name="connsiteY86" fmla="*/ 653985 h 745554"/>
                <a:gd name="connsiteX87" fmla="*/ 1081365 w 1492886"/>
                <a:gd name="connsiteY87" fmla="*/ 655008 h 745554"/>
                <a:gd name="connsiteX88" fmla="*/ 1091084 w 1492886"/>
                <a:gd name="connsiteY88" fmla="*/ 655519 h 745554"/>
                <a:gd name="connsiteX89" fmla="*/ 1091084 w 1492886"/>
                <a:gd name="connsiteY89" fmla="*/ 672400 h 745554"/>
                <a:gd name="connsiteX90" fmla="*/ 1091595 w 1492886"/>
                <a:gd name="connsiteY90" fmla="*/ 682375 h 745554"/>
                <a:gd name="connsiteX91" fmla="*/ 1100803 w 1492886"/>
                <a:gd name="connsiteY91" fmla="*/ 684421 h 745554"/>
                <a:gd name="connsiteX92" fmla="*/ 1102337 w 1492886"/>
                <a:gd name="connsiteY92" fmla="*/ 685188 h 745554"/>
                <a:gd name="connsiteX93" fmla="*/ 1109498 w 1492886"/>
                <a:gd name="connsiteY93" fmla="*/ 685188 h 745554"/>
                <a:gd name="connsiteX94" fmla="*/ 1100803 w 1492886"/>
                <a:gd name="connsiteY94" fmla="*/ 674702 h 745554"/>
                <a:gd name="connsiteX95" fmla="*/ 1090828 w 1492886"/>
                <a:gd name="connsiteY95" fmla="*/ 645289 h 745554"/>
                <a:gd name="connsiteX96" fmla="*/ 1090828 w 1492886"/>
                <a:gd name="connsiteY96" fmla="*/ 635570 h 745554"/>
                <a:gd name="connsiteX97" fmla="*/ 1100803 w 1492886"/>
                <a:gd name="connsiteY97" fmla="*/ 635570 h 745554"/>
                <a:gd name="connsiteX98" fmla="*/ 1110522 w 1492886"/>
                <a:gd name="connsiteY98" fmla="*/ 625851 h 745554"/>
                <a:gd name="connsiteX99" fmla="*/ 1120241 w 1492886"/>
                <a:gd name="connsiteY99" fmla="*/ 616132 h 745554"/>
                <a:gd name="connsiteX100" fmla="*/ 1120241 w 1492886"/>
                <a:gd name="connsiteY100" fmla="*/ 606413 h 745554"/>
                <a:gd name="connsiteX101" fmla="*/ 1129960 w 1492886"/>
                <a:gd name="connsiteY101" fmla="*/ 626107 h 745554"/>
                <a:gd name="connsiteX102" fmla="*/ 1125100 w 1492886"/>
                <a:gd name="connsiteY102" fmla="*/ 632245 h 745554"/>
                <a:gd name="connsiteX103" fmla="*/ 1120241 w 1492886"/>
                <a:gd name="connsiteY103" fmla="*/ 645801 h 745554"/>
                <a:gd name="connsiteX104" fmla="*/ 1129960 w 1492886"/>
                <a:gd name="connsiteY104" fmla="*/ 636082 h 745554"/>
                <a:gd name="connsiteX105" fmla="*/ 1149653 w 1492886"/>
                <a:gd name="connsiteY105" fmla="*/ 616388 h 745554"/>
                <a:gd name="connsiteX106" fmla="*/ 1169347 w 1492886"/>
                <a:gd name="connsiteY106" fmla="*/ 596694 h 745554"/>
                <a:gd name="connsiteX107" fmla="*/ 1208734 w 1492886"/>
                <a:gd name="connsiteY107" fmla="*/ 596694 h 745554"/>
                <a:gd name="connsiteX108" fmla="*/ 1214873 w 1492886"/>
                <a:gd name="connsiteY108" fmla="*/ 586975 h 745554"/>
                <a:gd name="connsiteX109" fmla="*/ 1228428 w 1492886"/>
                <a:gd name="connsiteY109" fmla="*/ 577256 h 745554"/>
                <a:gd name="connsiteX110" fmla="*/ 1248122 w 1492886"/>
                <a:gd name="connsiteY110" fmla="*/ 586975 h 745554"/>
                <a:gd name="connsiteX111" fmla="*/ 1267816 w 1492886"/>
                <a:gd name="connsiteY111" fmla="*/ 577256 h 745554"/>
                <a:gd name="connsiteX112" fmla="*/ 1287509 w 1492886"/>
                <a:gd name="connsiteY112" fmla="*/ 567537 h 745554"/>
                <a:gd name="connsiteX113" fmla="*/ 1297228 w 1492886"/>
                <a:gd name="connsiteY113" fmla="*/ 567537 h 745554"/>
                <a:gd name="connsiteX114" fmla="*/ 1306947 w 1492886"/>
                <a:gd name="connsiteY114" fmla="*/ 547843 h 745554"/>
                <a:gd name="connsiteX115" fmla="*/ 1316666 w 1492886"/>
                <a:gd name="connsiteY115" fmla="*/ 547843 h 745554"/>
                <a:gd name="connsiteX116" fmla="*/ 1326385 w 1492886"/>
                <a:gd name="connsiteY116" fmla="*/ 547843 h 745554"/>
                <a:gd name="connsiteX117" fmla="*/ 1357077 w 1492886"/>
                <a:gd name="connsiteY117" fmla="*/ 552447 h 745554"/>
                <a:gd name="connsiteX118" fmla="*/ 1365517 w 1492886"/>
                <a:gd name="connsiteY118" fmla="*/ 547843 h 745554"/>
                <a:gd name="connsiteX119" fmla="*/ 1365517 w 1492886"/>
                <a:gd name="connsiteY119" fmla="*/ 538124 h 745554"/>
                <a:gd name="connsiteX120" fmla="*/ 1365517 w 1492886"/>
                <a:gd name="connsiteY120" fmla="*/ 518431 h 745554"/>
                <a:gd name="connsiteX121" fmla="*/ 1365517 w 1492886"/>
                <a:gd name="connsiteY121" fmla="*/ 498737 h 745554"/>
                <a:gd name="connsiteX122" fmla="*/ 1375236 w 1492886"/>
                <a:gd name="connsiteY122" fmla="*/ 489018 h 745554"/>
                <a:gd name="connsiteX123" fmla="*/ 1384955 w 1492886"/>
                <a:gd name="connsiteY123" fmla="*/ 489018 h 745554"/>
                <a:gd name="connsiteX124" fmla="*/ 1404649 w 1492886"/>
                <a:gd name="connsiteY124" fmla="*/ 489018 h 745554"/>
                <a:gd name="connsiteX125" fmla="*/ 1404649 w 1492886"/>
                <a:gd name="connsiteY125" fmla="*/ 469324 h 745554"/>
                <a:gd name="connsiteX126" fmla="*/ 1414368 w 1492886"/>
                <a:gd name="connsiteY126" fmla="*/ 469324 h 745554"/>
                <a:gd name="connsiteX127" fmla="*/ 1434061 w 1492886"/>
                <a:gd name="connsiteY127" fmla="*/ 469324 h 745554"/>
                <a:gd name="connsiteX128" fmla="*/ 1453755 w 1492886"/>
                <a:gd name="connsiteY128" fmla="*/ 469324 h 745554"/>
                <a:gd name="connsiteX129" fmla="*/ 1473449 w 1492886"/>
                <a:gd name="connsiteY129" fmla="*/ 469324 h 745554"/>
                <a:gd name="connsiteX130" fmla="*/ 1483168 w 1492886"/>
                <a:gd name="connsiteY130" fmla="*/ 459605 h 745554"/>
                <a:gd name="connsiteX131" fmla="*/ 1483168 w 1492886"/>
                <a:gd name="connsiteY131" fmla="*/ 449886 h 745554"/>
                <a:gd name="connsiteX132" fmla="*/ 1492887 w 1492886"/>
                <a:gd name="connsiteY132" fmla="*/ 430193 h 745554"/>
                <a:gd name="connsiteX133" fmla="*/ 1492887 w 1492886"/>
                <a:gd name="connsiteY133" fmla="*/ 420474 h 745554"/>
                <a:gd name="connsiteX134" fmla="*/ 1483168 w 1492886"/>
                <a:gd name="connsiteY134" fmla="*/ 420474 h 745554"/>
                <a:gd name="connsiteX135" fmla="*/ 1483168 w 1492886"/>
                <a:gd name="connsiteY135" fmla="*/ 400780 h 745554"/>
                <a:gd name="connsiteX136" fmla="*/ 1473449 w 1492886"/>
                <a:gd name="connsiteY136" fmla="*/ 391061 h 745554"/>
                <a:gd name="connsiteX137" fmla="*/ 1463474 w 1492886"/>
                <a:gd name="connsiteY137" fmla="*/ 391061 h 745554"/>
                <a:gd name="connsiteX138" fmla="*/ 1463474 w 1492886"/>
                <a:gd name="connsiteY138" fmla="*/ 371367 h 745554"/>
                <a:gd name="connsiteX139" fmla="*/ 1483168 w 1492886"/>
                <a:gd name="connsiteY139" fmla="*/ 371367 h 745554"/>
                <a:gd name="connsiteX140" fmla="*/ 1492887 w 1492886"/>
                <a:gd name="connsiteY140" fmla="*/ 361648 h 745554"/>
                <a:gd name="connsiteX141" fmla="*/ 1483168 w 1492886"/>
                <a:gd name="connsiteY141" fmla="*/ 361648 h 745554"/>
                <a:gd name="connsiteX142" fmla="*/ 1453755 w 1492886"/>
                <a:gd name="connsiteY142" fmla="*/ 351929 h 745554"/>
                <a:gd name="connsiteX143" fmla="*/ 1473449 w 1492886"/>
                <a:gd name="connsiteY143" fmla="*/ 342210 h 745554"/>
                <a:gd name="connsiteX144" fmla="*/ 1483168 w 1492886"/>
                <a:gd name="connsiteY144" fmla="*/ 332491 h 745554"/>
                <a:gd name="connsiteX145" fmla="*/ 1483168 w 1492886"/>
                <a:gd name="connsiteY145" fmla="*/ 322772 h 745554"/>
                <a:gd name="connsiteX146" fmla="*/ 1483168 w 1492886"/>
                <a:gd name="connsiteY146" fmla="*/ 303079 h 745554"/>
                <a:gd name="connsiteX147" fmla="*/ 1483168 w 1492886"/>
                <a:gd name="connsiteY147" fmla="*/ 283385 h 745554"/>
                <a:gd name="connsiteX148" fmla="*/ 1463474 w 1492886"/>
                <a:gd name="connsiteY148" fmla="*/ 293104 h 745554"/>
                <a:gd name="connsiteX149" fmla="*/ 1443780 w 1492886"/>
                <a:gd name="connsiteY149" fmla="*/ 273410 h 745554"/>
                <a:gd name="connsiteX150" fmla="*/ 1414368 w 1492886"/>
                <a:gd name="connsiteY150" fmla="*/ 273410 h 745554"/>
                <a:gd name="connsiteX151" fmla="*/ 1394674 w 1492886"/>
                <a:gd name="connsiteY151" fmla="*/ 253716 h 745554"/>
                <a:gd name="connsiteX152" fmla="*/ 1374980 w 1492886"/>
                <a:gd name="connsiteY152" fmla="*/ 263435 h 745554"/>
                <a:gd name="connsiteX153" fmla="*/ 1365261 w 1492886"/>
                <a:gd name="connsiteY153" fmla="*/ 253716 h 745554"/>
                <a:gd name="connsiteX154" fmla="*/ 1355542 w 1492886"/>
                <a:gd name="connsiteY154" fmla="*/ 243998 h 745554"/>
                <a:gd name="connsiteX155" fmla="*/ 1335848 w 1492886"/>
                <a:gd name="connsiteY155" fmla="*/ 243998 h 745554"/>
                <a:gd name="connsiteX156" fmla="*/ 1325874 w 1492886"/>
                <a:gd name="connsiteY156" fmla="*/ 234279 h 745554"/>
                <a:gd name="connsiteX157" fmla="*/ 1316155 w 1492886"/>
                <a:gd name="connsiteY157" fmla="*/ 243998 h 745554"/>
                <a:gd name="connsiteX158" fmla="*/ 1306436 w 1492886"/>
                <a:gd name="connsiteY158" fmla="*/ 253716 h 745554"/>
                <a:gd name="connsiteX159" fmla="*/ 1296717 w 1492886"/>
                <a:gd name="connsiteY159" fmla="*/ 243998 h 745554"/>
                <a:gd name="connsiteX160" fmla="*/ 1277023 w 1492886"/>
                <a:gd name="connsiteY160" fmla="*/ 234279 h 745554"/>
                <a:gd name="connsiteX161" fmla="*/ 1267304 w 1492886"/>
                <a:gd name="connsiteY161" fmla="*/ 214585 h 745554"/>
                <a:gd name="connsiteX162" fmla="*/ 1257585 w 1492886"/>
                <a:gd name="connsiteY162" fmla="*/ 204866 h 745554"/>
                <a:gd name="connsiteX163" fmla="*/ 1247866 w 1492886"/>
                <a:gd name="connsiteY163" fmla="*/ 195147 h 745554"/>
                <a:gd name="connsiteX164" fmla="*/ 1228172 w 1492886"/>
                <a:gd name="connsiteY164" fmla="*/ 204866 h 745554"/>
                <a:gd name="connsiteX165" fmla="*/ 1208479 w 1492886"/>
                <a:gd name="connsiteY165" fmla="*/ 204866 h 745554"/>
                <a:gd name="connsiteX166" fmla="*/ 1188785 w 1492886"/>
                <a:gd name="connsiteY166" fmla="*/ 224560 h 745554"/>
                <a:gd name="connsiteX167" fmla="*/ 1178810 w 1492886"/>
                <a:gd name="connsiteY167" fmla="*/ 214841 h 745554"/>
                <a:gd name="connsiteX168" fmla="*/ 1149397 w 1492886"/>
                <a:gd name="connsiteY168" fmla="*/ 205122 h 745554"/>
                <a:gd name="connsiteX169" fmla="*/ 1110010 w 1492886"/>
                <a:gd name="connsiteY169" fmla="*/ 205122 h 745554"/>
                <a:gd name="connsiteX170" fmla="*/ 1090316 w 1492886"/>
                <a:gd name="connsiteY170" fmla="*/ 195403 h 745554"/>
                <a:gd name="connsiteX171" fmla="*/ 1080597 w 1492886"/>
                <a:gd name="connsiteY171" fmla="*/ 175709 h 745554"/>
                <a:gd name="connsiteX172" fmla="*/ 1080597 w 1492886"/>
                <a:gd name="connsiteY172" fmla="*/ 165990 h 745554"/>
                <a:gd name="connsiteX173" fmla="*/ 1070878 w 1492886"/>
                <a:gd name="connsiteY173" fmla="*/ 156271 h 745554"/>
                <a:gd name="connsiteX174" fmla="*/ 1061159 w 1492886"/>
                <a:gd name="connsiteY174" fmla="*/ 146552 h 745554"/>
                <a:gd name="connsiteX175" fmla="*/ 1061159 w 1492886"/>
                <a:gd name="connsiteY175" fmla="*/ 136833 h 745554"/>
                <a:gd name="connsiteX176" fmla="*/ 1051185 w 1492886"/>
                <a:gd name="connsiteY176" fmla="*/ 136833 h 745554"/>
                <a:gd name="connsiteX177" fmla="*/ 1031491 w 1492886"/>
                <a:gd name="connsiteY177" fmla="*/ 117139 h 745554"/>
                <a:gd name="connsiteX178" fmla="*/ 1011797 w 1492886"/>
                <a:gd name="connsiteY178" fmla="*/ 117139 h 745554"/>
                <a:gd name="connsiteX179" fmla="*/ 1002078 w 1492886"/>
                <a:gd name="connsiteY179" fmla="*/ 117139 h 745554"/>
                <a:gd name="connsiteX180" fmla="*/ 982384 w 1492886"/>
                <a:gd name="connsiteY180" fmla="*/ 117139 h 745554"/>
                <a:gd name="connsiteX181" fmla="*/ 972665 w 1492886"/>
                <a:gd name="connsiteY181" fmla="*/ 117139 h 745554"/>
                <a:gd name="connsiteX182" fmla="*/ 972665 w 1492886"/>
                <a:gd name="connsiteY182" fmla="*/ 97446 h 745554"/>
                <a:gd name="connsiteX183" fmla="*/ 962946 w 1492886"/>
                <a:gd name="connsiteY183" fmla="*/ 87727 h 745554"/>
                <a:gd name="connsiteX184" fmla="*/ 962946 w 1492886"/>
                <a:gd name="connsiteY184" fmla="*/ 78008 h 745554"/>
                <a:gd name="connsiteX185" fmla="*/ 952972 w 1492886"/>
                <a:gd name="connsiteY185" fmla="*/ 68289 h 745554"/>
                <a:gd name="connsiteX186" fmla="*/ 972665 w 1492886"/>
                <a:gd name="connsiteY186" fmla="*/ 58570 h 745554"/>
                <a:gd name="connsiteX187" fmla="*/ 962946 w 1492886"/>
                <a:gd name="connsiteY187" fmla="*/ 48851 h 745554"/>
                <a:gd name="connsiteX188" fmla="*/ 952972 w 1492886"/>
                <a:gd name="connsiteY188" fmla="*/ 39132 h 745554"/>
                <a:gd name="connsiteX189" fmla="*/ 943253 w 1492886"/>
                <a:gd name="connsiteY189" fmla="*/ 29413 h 745554"/>
                <a:gd name="connsiteX190" fmla="*/ 943253 w 1492886"/>
                <a:gd name="connsiteY190" fmla="*/ 9719 h 745554"/>
                <a:gd name="connsiteX191" fmla="*/ 913840 w 1492886"/>
                <a:gd name="connsiteY191" fmla="*/ 0 h 745554"/>
                <a:gd name="connsiteX192" fmla="*/ 894146 w 1492886"/>
                <a:gd name="connsiteY192" fmla="*/ 9719 h 745554"/>
                <a:gd name="connsiteX193" fmla="*/ 894146 w 1492886"/>
                <a:gd name="connsiteY193" fmla="*/ 0 h 745554"/>
                <a:gd name="connsiteX194" fmla="*/ 884427 w 1492886"/>
                <a:gd name="connsiteY194" fmla="*/ 0 h 745554"/>
                <a:gd name="connsiteX195" fmla="*/ 864734 w 1492886"/>
                <a:gd name="connsiteY195" fmla="*/ 0 h 745554"/>
                <a:gd name="connsiteX196" fmla="*/ 855015 w 1492886"/>
                <a:gd name="connsiteY196" fmla="*/ 9719 h 745554"/>
                <a:gd name="connsiteX197" fmla="*/ 825602 w 1492886"/>
                <a:gd name="connsiteY197" fmla="*/ 0 h 745554"/>
                <a:gd name="connsiteX198" fmla="*/ 805908 w 1492886"/>
                <a:gd name="connsiteY198" fmla="*/ 9719 h 745554"/>
                <a:gd name="connsiteX199" fmla="*/ 796189 w 1492886"/>
                <a:gd name="connsiteY199" fmla="*/ 29413 h 745554"/>
                <a:gd name="connsiteX200" fmla="*/ 776496 w 1492886"/>
                <a:gd name="connsiteY200" fmla="*/ 29413 h 745554"/>
                <a:gd name="connsiteX201" fmla="*/ 766521 w 1492886"/>
                <a:gd name="connsiteY201" fmla="*/ 29413 h 745554"/>
                <a:gd name="connsiteX202" fmla="*/ 756802 w 1492886"/>
                <a:gd name="connsiteY202" fmla="*/ 29413 h 745554"/>
                <a:gd name="connsiteX203" fmla="*/ 717414 w 1492886"/>
                <a:gd name="connsiteY203" fmla="*/ 29413 h 745554"/>
                <a:gd name="connsiteX204" fmla="*/ 688002 w 1492886"/>
                <a:gd name="connsiteY204" fmla="*/ 29413 h 745554"/>
                <a:gd name="connsiteX205" fmla="*/ 688002 w 1492886"/>
                <a:gd name="connsiteY205" fmla="*/ 39132 h 745554"/>
                <a:gd name="connsiteX206" fmla="*/ 678027 w 1492886"/>
                <a:gd name="connsiteY206" fmla="*/ 48851 h 745554"/>
                <a:gd name="connsiteX207" fmla="*/ 668308 w 1492886"/>
                <a:gd name="connsiteY207" fmla="*/ 58570 h 745554"/>
                <a:gd name="connsiteX208" fmla="*/ 668308 w 1492886"/>
                <a:gd name="connsiteY208" fmla="*/ 68289 h 745554"/>
                <a:gd name="connsiteX209" fmla="*/ 659612 w 1492886"/>
                <a:gd name="connsiteY209" fmla="*/ 76985 h 745554"/>
                <a:gd name="connsiteX210" fmla="*/ 658333 w 1492886"/>
                <a:gd name="connsiteY210" fmla="*/ 78263 h 745554"/>
                <a:gd name="connsiteX211" fmla="*/ 668052 w 1492886"/>
                <a:gd name="connsiteY211" fmla="*/ 87982 h 745554"/>
                <a:gd name="connsiteX212" fmla="*/ 668052 w 1492886"/>
                <a:gd name="connsiteY212" fmla="*/ 97701 h 745554"/>
                <a:gd name="connsiteX213" fmla="*/ 677771 w 1492886"/>
                <a:gd name="connsiteY213" fmla="*/ 107420 h 745554"/>
                <a:gd name="connsiteX214" fmla="*/ 668052 w 1492886"/>
                <a:gd name="connsiteY214" fmla="*/ 117139 h 745554"/>
                <a:gd name="connsiteX215" fmla="*/ 648358 w 1492886"/>
                <a:gd name="connsiteY215" fmla="*/ 97446 h 745554"/>
                <a:gd name="connsiteX216" fmla="*/ 638639 w 1492886"/>
                <a:gd name="connsiteY216" fmla="*/ 87727 h 745554"/>
                <a:gd name="connsiteX217" fmla="*/ 609227 w 1492886"/>
                <a:gd name="connsiteY217" fmla="*/ 87727 h 745554"/>
                <a:gd name="connsiteX218" fmla="*/ 599508 w 1492886"/>
                <a:gd name="connsiteY218" fmla="*/ 97446 h 745554"/>
                <a:gd name="connsiteX219" fmla="*/ 599508 w 1492886"/>
                <a:gd name="connsiteY219" fmla="*/ 87727 h 745554"/>
                <a:gd name="connsiteX220" fmla="*/ 579814 w 1492886"/>
                <a:gd name="connsiteY220" fmla="*/ 97446 h 745554"/>
                <a:gd name="connsiteX221" fmla="*/ 570095 w 1492886"/>
                <a:gd name="connsiteY221" fmla="*/ 97446 h 745554"/>
                <a:gd name="connsiteX222" fmla="*/ 560376 w 1492886"/>
                <a:gd name="connsiteY222" fmla="*/ 87727 h 745554"/>
                <a:gd name="connsiteX223" fmla="*/ 560376 w 1492886"/>
                <a:gd name="connsiteY223" fmla="*/ 78008 h 745554"/>
                <a:gd name="connsiteX224" fmla="*/ 550657 w 1492886"/>
                <a:gd name="connsiteY224" fmla="*/ 78008 h 745554"/>
                <a:gd name="connsiteX225" fmla="*/ 540938 w 1492886"/>
                <a:gd name="connsiteY225" fmla="*/ 78008 h 745554"/>
                <a:gd name="connsiteX226" fmla="*/ 527383 w 1492886"/>
                <a:gd name="connsiteY226" fmla="*/ 79286 h 745554"/>
                <a:gd name="connsiteX227" fmla="*/ 521244 w 1492886"/>
                <a:gd name="connsiteY227" fmla="*/ 87982 h 745554"/>
                <a:gd name="connsiteX228" fmla="*/ 521244 w 1492886"/>
                <a:gd name="connsiteY228" fmla="*/ 97701 h 745554"/>
                <a:gd name="connsiteX229" fmla="*/ 511525 w 1492886"/>
                <a:gd name="connsiteY229" fmla="*/ 87982 h 745554"/>
                <a:gd name="connsiteX230" fmla="*/ 501806 w 1492886"/>
                <a:gd name="connsiteY230" fmla="*/ 78263 h 745554"/>
                <a:gd name="connsiteX231" fmla="*/ 482113 w 1492886"/>
                <a:gd name="connsiteY231" fmla="*/ 78263 h 745554"/>
                <a:gd name="connsiteX232" fmla="*/ 472394 w 1492886"/>
                <a:gd name="connsiteY232" fmla="*/ 68544 h 745554"/>
                <a:gd name="connsiteX233" fmla="*/ 472394 w 1492886"/>
                <a:gd name="connsiteY233" fmla="*/ 78263 h 745554"/>
                <a:gd name="connsiteX234" fmla="*/ 452700 w 1492886"/>
                <a:gd name="connsiteY234" fmla="*/ 78263 h 745554"/>
                <a:gd name="connsiteX235" fmla="*/ 442981 w 1492886"/>
                <a:gd name="connsiteY235" fmla="*/ 87982 h 745554"/>
                <a:gd name="connsiteX236" fmla="*/ 433006 w 1492886"/>
                <a:gd name="connsiteY236" fmla="*/ 87982 h 745554"/>
                <a:gd name="connsiteX237" fmla="*/ 433006 w 1492886"/>
                <a:gd name="connsiteY237" fmla="*/ 78263 h 745554"/>
                <a:gd name="connsiteX238" fmla="*/ 413313 w 1492886"/>
                <a:gd name="connsiteY238" fmla="*/ 78263 h 745554"/>
                <a:gd name="connsiteX239" fmla="*/ 393619 w 1492886"/>
                <a:gd name="connsiteY239" fmla="*/ 78263 h 745554"/>
                <a:gd name="connsiteX240" fmla="*/ 393619 w 1492886"/>
                <a:gd name="connsiteY240" fmla="*/ 68544 h 745554"/>
                <a:gd name="connsiteX241" fmla="*/ 388759 w 1492886"/>
                <a:gd name="connsiteY241" fmla="*/ 63685 h 745554"/>
                <a:gd name="connsiteX242" fmla="*/ 383900 w 1492886"/>
                <a:gd name="connsiteY242" fmla="*/ 58825 h 745554"/>
                <a:gd name="connsiteX243" fmla="*/ 364206 w 1492886"/>
                <a:gd name="connsiteY243" fmla="*/ 58825 h 745554"/>
                <a:gd name="connsiteX244" fmla="*/ 344512 w 1492886"/>
                <a:gd name="connsiteY244" fmla="*/ 58825 h 745554"/>
                <a:gd name="connsiteX245" fmla="*/ 324819 w 1492886"/>
                <a:gd name="connsiteY245" fmla="*/ 49106 h 745554"/>
                <a:gd name="connsiteX246" fmla="*/ 305125 w 1492886"/>
                <a:gd name="connsiteY246" fmla="*/ 49106 h 745554"/>
                <a:gd name="connsiteX247" fmla="*/ 285431 w 1492886"/>
                <a:gd name="connsiteY247" fmla="*/ 49106 h 745554"/>
                <a:gd name="connsiteX248" fmla="*/ 265737 w 1492886"/>
                <a:gd name="connsiteY248" fmla="*/ 39387 h 745554"/>
                <a:gd name="connsiteX249" fmla="*/ 236325 w 1492886"/>
                <a:gd name="connsiteY249" fmla="*/ 39387 h 745554"/>
                <a:gd name="connsiteX250" fmla="*/ 216631 w 1492886"/>
                <a:gd name="connsiteY250" fmla="*/ 39387 h 745554"/>
                <a:gd name="connsiteX251" fmla="*/ 187218 w 1492886"/>
                <a:gd name="connsiteY251" fmla="*/ 49106 h 745554"/>
                <a:gd name="connsiteX252" fmla="*/ 167525 w 1492886"/>
                <a:gd name="connsiteY252" fmla="*/ 49106 h 745554"/>
                <a:gd name="connsiteX253" fmla="*/ 157550 w 1492886"/>
                <a:gd name="connsiteY253" fmla="*/ 58825 h 745554"/>
                <a:gd name="connsiteX254" fmla="*/ 137856 w 1492886"/>
                <a:gd name="connsiteY254" fmla="*/ 68544 h 745554"/>
                <a:gd name="connsiteX255" fmla="*/ 118162 w 1492886"/>
                <a:gd name="connsiteY255" fmla="*/ 78263 h 745554"/>
                <a:gd name="connsiteX256" fmla="*/ 108443 w 1492886"/>
                <a:gd name="connsiteY256" fmla="*/ 68544 h 745554"/>
                <a:gd name="connsiteX257" fmla="*/ 98724 w 1492886"/>
                <a:gd name="connsiteY257" fmla="*/ 78263 h 745554"/>
                <a:gd name="connsiteX258" fmla="*/ 98724 w 1492886"/>
                <a:gd name="connsiteY258" fmla="*/ 87982 h 745554"/>
                <a:gd name="connsiteX259" fmla="*/ 98724 w 1492886"/>
                <a:gd name="connsiteY259" fmla="*/ 97701 h 745554"/>
                <a:gd name="connsiteX260" fmla="*/ 108443 w 1492886"/>
                <a:gd name="connsiteY260" fmla="*/ 117395 h 745554"/>
                <a:gd name="connsiteX261" fmla="*/ 118162 w 1492886"/>
                <a:gd name="connsiteY261" fmla="*/ 127114 h 745554"/>
                <a:gd name="connsiteX262" fmla="*/ 128137 w 1492886"/>
                <a:gd name="connsiteY262" fmla="*/ 136833 h 745554"/>
                <a:gd name="connsiteX263" fmla="*/ 137856 w 1492886"/>
                <a:gd name="connsiteY263" fmla="*/ 146552 h 745554"/>
                <a:gd name="connsiteX264" fmla="*/ 137856 w 1492886"/>
                <a:gd name="connsiteY264" fmla="*/ 156271 h 745554"/>
                <a:gd name="connsiteX265" fmla="*/ 137856 w 1492886"/>
                <a:gd name="connsiteY265" fmla="*/ 165990 h 745554"/>
                <a:gd name="connsiteX266" fmla="*/ 147575 w 1492886"/>
                <a:gd name="connsiteY266" fmla="*/ 185684 h 745554"/>
                <a:gd name="connsiteX267" fmla="*/ 127881 w 1492886"/>
                <a:gd name="connsiteY267" fmla="*/ 205377 h 745554"/>
                <a:gd name="connsiteX268" fmla="*/ 108188 w 1492886"/>
                <a:gd name="connsiteY268" fmla="*/ 215096 h 745554"/>
                <a:gd name="connsiteX269" fmla="*/ 88494 w 1492886"/>
                <a:gd name="connsiteY269" fmla="*/ 234790 h 745554"/>
                <a:gd name="connsiteX270" fmla="*/ 59081 w 1492886"/>
                <a:gd name="connsiteY270" fmla="*/ 254484 h 745554"/>
                <a:gd name="connsiteX271" fmla="*/ 39387 w 1492886"/>
                <a:gd name="connsiteY271" fmla="*/ 283896 h 745554"/>
                <a:gd name="connsiteX272" fmla="*/ 39387 w 1492886"/>
                <a:gd name="connsiteY272" fmla="*/ 303590 h 745554"/>
                <a:gd name="connsiteX273" fmla="*/ 39387 w 1492886"/>
                <a:gd name="connsiteY273" fmla="*/ 323284 h 745554"/>
                <a:gd name="connsiteX274" fmla="*/ 49106 w 1492886"/>
                <a:gd name="connsiteY274" fmla="*/ 333003 h 745554"/>
                <a:gd name="connsiteX275" fmla="*/ 58825 w 1492886"/>
                <a:gd name="connsiteY275" fmla="*/ 342722 h 745554"/>
                <a:gd name="connsiteX276" fmla="*/ 39132 w 1492886"/>
                <a:gd name="connsiteY276" fmla="*/ 342722 h 745554"/>
                <a:gd name="connsiteX277" fmla="*/ 29413 w 1492886"/>
                <a:gd name="connsiteY277" fmla="*/ 342722 h 745554"/>
                <a:gd name="connsiteX278" fmla="*/ 29413 w 1492886"/>
                <a:gd name="connsiteY278" fmla="*/ 352441 h 745554"/>
                <a:gd name="connsiteX279" fmla="*/ 19438 w 1492886"/>
                <a:gd name="connsiteY279" fmla="*/ 362160 h 745554"/>
                <a:gd name="connsiteX280" fmla="*/ 9719 w 1492886"/>
                <a:gd name="connsiteY280" fmla="*/ 381854 h 745554"/>
                <a:gd name="connsiteX281" fmla="*/ 0 w 1492886"/>
                <a:gd name="connsiteY281" fmla="*/ 391573 h 745554"/>
                <a:gd name="connsiteX282" fmla="*/ 0 w 1492886"/>
                <a:gd name="connsiteY282" fmla="*/ 411266 h 745554"/>
                <a:gd name="connsiteX283" fmla="*/ 9719 w 1492886"/>
                <a:gd name="connsiteY283" fmla="*/ 411266 h 745554"/>
                <a:gd name="connsiteX284" fmla="*/ 9719 w 1492886"/>
                <a:gd name="connsiteY284" fmla="*/ 420985 h 745554"/>
                <a:gd name="connsiteX285" fmla="*/ 29413 w 1492886"/>
                <a:gd name="connsiteY285" fmla="*/ 430704 h 745554"/>
                <a:gd name="connsiteX286" fmla="*/ 39132 w 1492886"/>
                <a:gd name="connsiteY286" fmla="*/ 440423 h 745554"/>
                <a:gd name="connsiteX287" fmla="*/ 58825 w 1492886"/>
                <a:gd name="connsiteY287" fmla="*/ 440423 h 745554"/>
                <a:gd name="connsiteX288" fmla="*/ 58825 w 1492886"/>
                <a:gd name="connsiteY288" fmla="*/ 460117 h 745554"/>
                <a:gd name="connsiteX289" fmla="*/ 68800 w 1492886"/>
                <a:gd name="connsiteY289" fmla="*/ 450398 h 745554"/>
                <a:gd name="connsiteX290" fmla="*/ 78519 w 1492886"/>
                <a:gd name="connsiteY290" fmla="*/ 450398 h 745554"/>
                <a:gd name="connsiteX291" fmla="*/ 98213 w 1492886"/>
                <a:gd name="connsiteY291" fmla="*/ 440679 h 745554"/>
                <a:gd name="connsiteX292" fmla="*/ 107932 w 1492886"/>
                <a:gd name="connsiteY292" fmla="*/ 450398 h 745554"/>
                <a:gd name="connsiteX293" fmla="*/ 127626 w 1492886"/>
                <a:gd name="connsiteY293" fmla="*/ 450398 h 745554"/>
                <a:gd name="connsiteX294" fmla="*/ 147319 w 1492886"/>
                <a:gd name="connsiteY294" fmla="*/ 460117 h 745554"/>
                <a:gd name="connsiteX295" fmla="*/ 157038 w 1492886"/>
                <a:gd name="connsiteY295" fmla="*/ 460117 h 745554"/>
                <a:gd name="connsiteX296" fmla="*/ 176732 w 1492886"/>
                <a:gd name="connsiteY296" fmla="*/ 460117 h 745554"/>
                <a:gd name="connsiteX297" fmla="*/ 196426 w 1492886"/>
                <a:gd name="connsiteY297" fmla="*/ 460117 h 745554"/>
                <a:gd name="connsiteX298" fmla="*/ 216119 w 1492886"/>
                <a:gd name="connsiteY298" fmla="*/ 460117 h 745554"/>
                <a:gd name="connsiteX299" fmla="*/ 225838 w 1492886"/>
                <a:gd name="connsiteY299" fmla="*/ 469836 h 745554"/>
                <a:gd name="connsiteX300" fmla="*/ 245532 w 1492886"/>
                <a:gd name="connsiteY300" fmla="*/ 479555 h 745554"/>
                <a:gd name="connsiteX301" fmla="*/ 255507 w 1492886"/>
                <a:gd name="connsiteY301" fmla="*/ 469836 h 745554"/>
                <a:gd name="connsiteX302" fmla="*/ 284920 w 1492886"/>
                <a:gd name="connsiteY302" fmla="*/ 460117 h 745554"/>
                <a:gd name="connsiteX303" fmla="*/ 304613 w 1492886"/>
                <a:gd name="connsiteY303" fmla="*/ 460117 h 745554"/>
                <a:gd name="connsiteX304" fmla="*/ 324307 w 1492886"/>
                <a:gd name="connsiteY304" fmla="*/ 450398 h 745554"/>
                <a:gd name="connsiteX305" fmla="*/ 344001 w 1492886"/>
                <a:gd name="connsiteY305" fmla="*/ 450398 h 745554"/>
                <a:gd name="connsiteX306" fmla="*/ 353976 w 1492886"/>
                <a:gd name="connsiteY306" fmla="*/ 430704 h 745554"/>
                <a:gd name="connsiteX307" fmla="*/ 363695 w 1492886"/>
                <a:gd name="connsiteY307" fmla="*/ 430704 h 745554"/>
                <a:gd name="connsiteX308" fmla="*/ 383388 w 1492886"/>
                <a:gd name="connsiteY308" fmla="*/ 420985 h 745554"/>
                <a:gd name="connsiteX309" fmla="*/ 393107 w 1492886"/>
                <a:gd name="connsiteY309" fmla="*/ 420985 h 745554"/>
                <a:gd name="connsiteX310" fmla="*/ 393107 w 1492886"/>
                <a:gd name="connsiteY310" fmla="*/ 411266 h 745554"/>
                <a:gd name="connsiteX311" fmla="*/ 412801 w 1492886"/>
                <a:gd name="connsiteY311" fmla="*/ 411266 h 745554"/>
                <a:gd name="connsiteX312" fmla="*/ 422520 w 1492886"/>
                <a:gd name="connsiteY312" fmla="*/ 411266 h 745554"/>
                <a:gd name="connsiteX313" fmla="*/ 432239 w 1492886"/>
                <a:gd name="connsiteY313" fmla="*/ 411266 h 745554"/>
                <a:gd name="connsiteX314" fmla="*/ 442214 w 1492886"/>
                <a:gd name="connsiteY314" fmla="*/ 401547 h 745554"/>
                <a:gd name="connsiteX315" fmla="*/ 451933 w 1492886"/>
                <a:gd name="connsiteY315" fmla="*/ 401547 h 745554"/>
                <a:gd name="connsiteX316" fmla="*/ 471626 w 1492886"/>
                <a:gd name="connsiteY316" fmla="*/ 411266 h 745554"/>
                <a:gd name="connsiteX317" fmla="*/ 481345 w 1492886"/>
                <a:gd name="connsiteY317" fmla="*/ 411266 h 745554"/>
                <a:gd name="connsiteX318" fmla="*/ 501039 w 1492886"/>
                <a:gd name="connsiteY318" fmla="*/ 430960 h 745554"/>
                <a:gd name="connsiteX319" fmla="*/ 510758 w 1492886"/>
                <a:gd name="connsiteY319" fmla="*/ 430960 h 745554"/>
                <a:gd name="connsiteX320" fmla="*/ 520477 w 1492886"/>
                <a:gd name="connsiteY320" fmla="*/ 430960 h 745554"/>
                <a:gd name="connsiteX321" fmla="*/ 520477 w 1492886"/>
                <a:gd name="connsiteY321" fmla="*/ 440679 h 745554"/>
                <a:gd name="connsiteX322" fmla="*/ 530196 w 1492886"/>
                <a:gd name="connsiteY322" fmla="*/ 440679 h 745554"/>
                <a:gd name="connsiteX323" fmla="*/ 535056 w 1492886"/>
                <a:gd name="connsiteY323" fmla="*/ 439400 h 745554"/>
                <a:gd name="connsiteX324" fmla="*/ 539915 w 1492886"/>
                <a:gd name="connsiteY324" fmla="*/ 430704 h 745554"/>
                <a:gd name="connsiteX325" fmla="*/ 559609 w 1492886"/>
                <a:gd name="connsiteY325" fmla="*/ 440423 h 745554"/>
                <a:gd name="connsiteX326" fmla="*/ 579302 w 1492886"/>
                <a:gd name="connsiteY326" fmla="*/ 460117 h 745554"/>
                <a:gd name="connsiteX327" fmla="*/ 598996 w 1492886"/>
                <a:gd name="connsiteY327" fmla="*/ 469836 h 745554"/>
                <a:gd name="connsiteX328" fmla="*/ 598996 w 1492886"/>
                <a:gd name="connsiteY328" fmla="*/ 479555 h 745554"/>
                <a:gd name="connsiteX329" fmla="*/ 598996 w 1492886"/>
                <a:gd name="connsiteY329" fmla="*/ 489274 h 745554"/>
                <a:gd name="connsiteX330" fmla="*/ 589277 w 1492886"/>
                <a:gd name="connsiteY330" fmla="*/ 498993 h 745554"/>
                <a:gd name="connsiteX331" fmla="*/ 598996 w 1492886"/>
                <a:gd name="connsiteY331" fmla="*/ 508712 h 745554"/>
                <a:gd name="connsiteX332" fmla="*/ 618690 w 1492886"/>
                <a:gd name="connsiteY332" fmla="*/ 528406 h 745554"/>
                <a:gd name="connsiteX333" fmla="*/ 628665 w 1492886"/>
                <a:gd name="connsiteY333" fmla="*/ 518687 h 745554"/>
                <a:gd name="connsiteX334" fmla="*/ 638384 w 1492886"/>
                <a:gd name="connsiteY334" fmla="*/ 528406 h 745554"/>
                <a:gd name="connsiteX335" fmla="*/ 628665 w 1492886"/>
                <a:gd name="connsiteY335" fmla="*/ 538124 h 745554"/>
                <a:gd name="connsiteX336" fmla="*/ 628665 w 1492886"/>
                <a:gd name="connsiteY336" fmla="*/ 547843 h 745554"/>
                <a:gd name="connsiteX337" fmla="*/ 638384 w 1492886"/>
                <a:gd name="connsiteY337" fmla="*/ 547843 h 745554"/>
                <a:gd name="connsiteX338" fmla="*/ 638384 w 1492886"/>
                <a:gd name="connsiteY338" fmla="*/ 557562 h 745554"/>
                <a:gd name="connsiteX339" fmla="*/ 648103 w 1492886"/>
                <a:gd name="connsiteY339" fmla="*/ 567281 h 745554"/>
                <a:gd name="connsiteX340" fmla="*/ 657822 w 1492886"/>
                <a:gd name="connsiteY340" fmla="*/ 567281 h 745554"/>
                <a:gd name="connsiteX341" fmla="*/ 667541 w 1492886"/>
                <a:gd name="connsiteY341" fmla="*/ 577000 h 745554"/>
                <a:gd name="connsiteX342" fmla="*/ 677260 w 1492886"/>
                <a:gd name="connsiteY342" fmla="*/ 606413 h 745554"/>
                <a:gd name="connsiteX343" fmla="*/ 687234 w 1492886"/>
                <a:gd name="connsiteY343" fmla="*/ 616132 h 745554"/>
                <a:gd name="connsiteX344" fmla="*/ 687234 w 1492886"/>
                <a:gd name="connsiteY344" fmla="*/ 625851 h 745554"/>
                <a:gd name="connsiteX345" fmla="*/ 696953 w 1492886"/>
                <a:gd name="connsiteY345" fmla="*/ 625851 h 745554"/>
                <a:gd name="connsiteX346" fmla="*/ 706672 w 1492886"/>
                <a:gd name="connsiteY346" fmla="*/ 625851 h 745554"/>
                <a:gd name="connsiteX347" fmla="*/ 716391 w 1492886"/>
                <a:gd name="connsiteY347" fmla="*/ 635570 h 745554"/>
                <a:gd name="connsiteX348" fmla="*/ 716391 w 1492886"/>
                <a:gd name="connsiteY348" fmla="*/ 645289 h 745554"/>
                <a:gd name="connsiteX349" fmla="*/ 725343 w 1492886"/>
                <a:gd name="connsiteY349" fmla="*/ 650404 h 745554"/>
                <a:gd name="connsiteX350" fmla="*/ 736085 w 1492886"/>
                <a:gd name="connsiteY350" fmla="*/ 635314 h 745554"/>
                <a:gd name="connsiteX351" fmla="*/ 736085 w 1492886"/>
                <a:gd name="connsiteY351" fmla="*/ 625595 h 745554"/>
                <a:gd name="connsiteX352" fmla="*/ 744781 w 1492886"/>
                <a:gd name="connsiteY352" fmla="*/ 620736 h 745554"/>
                <a:gd name="connsiteX353" fmla="*/ 746060 w 1492886"/>
                <a:gd name="connsiteY353" fmla="*/ 615876 h 745554"/>
                <a:gd name="connsiteX354" fmla="*/ 755779 w 1492886"/>
                <a:gd name="connsiteY354" fmla="*/ 596183 h 745554"/>
                <a:gd name="connsiteX355" fmla="*/ 795166 w 1492886"/>
                <a:gd name="connsiteY355" fmla="*/ 596183 h 745554"/>
                <a:gd name="connsiteX356" fmla="*/ 804885 w 1492886"/>
                <a:gd name="connsiteY356" fmla="*/ 596183 h 745554"/>
                <a:gd name="connsiteX357" fmla="*/ 814860 w 1492886"/>
                <a:gd name="connsiteY357" fmla="*/ 596183 h 745554"/>
                <a:gd name="connsiteX358" fmla="*/ 834554 w 1492886"/>
                <a:gd name="connsiteY358" fmla="*/ 586464 h 745554"/>
                <a:gd name="connsiteX359" fmla="*/ 834554 w 1492886"/>
                <a:gd name="connsiteY359" fmla="*/ 576745 h 745554"/>
                <a:gd name="connsiteX360" fmla="*/ 844273 w 1492886"/>
                <a:gd name="connsiteY360" fmla="*/ 596438 h 745554"/>
                <a:gd name="connsiteX361" fmla="*/ 853992 w 1492886"/>
                <a:gd name="connsiteY361" fmla="*/ 606157 h 745554"/>
                <a:gd name="connsiteX362" fmla="*/ 883404 w 1492886"/>
                <a:gd name="connsiteY362" fmla="*/ 606157 h 745554"/>
                <a:gd name="connsiteX363" fmla="*/ 863711 w 1492886"/>
                <a:gd name="connsiteY363" fmla="*/ 606157 h 745554"/>
                <a:gd name="connsiteX364" fmla="*/ 804885 w 1492886"/>
                <a:gd name="connsiteY364" fmla="*/ 606157 h 745554"/>
                <a:gd name="connsiteX365" fmla="*/ 814860 w 1492886"/>
                <a:gd name="connsiteY365" fmla="*/ 615876 h 745554"/>
                <a:gd name="connsiteX366" fmla="*/ 834554 w 1492886"/>
                <a:gd name="connsiteY366" fmla="*/ 615876 h 745554"/>
                <a:gd name="connsiteX367" fmla="*/ 844273 w 1492886"/>
                <a:gd name="connsiteY367" fmla="*/ 615876 h 745554"/>
                <a:gd name="connsiteX368" fmla="*/ 853992 w 1492886"/>
                <a:gd name="connsiteY368" fmla="*/ 625595 h 745554"/>
                <a:gd name="connsiteX369" fmla="*/ 834298 w 1492886"/>
                <a:gd name="connsiteY369" fmla="*/ 625595 h 745554"/>
                <a:gd name="connsiteX370" fmla="*/ 844017 w 1492886"/>
                <a:gd name="connsiteY370" fmla="*/ 635314 h 745554"/>
                <a:gd name="connsiteX371" fmla="*/ 853736 w 1492886"/>
                <a:gd name="connsiteY371" fmla="*/ 635314 h 745554"/>
                <a:gd name="connsiteX372" fmla="*/ 873430 w 1492886"/>
                <a:gd name="connsiteY372" fmla="*/ 645033 h 745554"/>
                <a:gd name="connsiteX373" fmla="*/ 883149 w 1492886"/>
                <a:gd name="connsiteY373" fmla="*/ 654752 h 745554"/>
                <a:gd name="connsiteX374" fmla="*/ 902842 w 1492886"/>
                <a:gd name="connsiteY374" fmla="*/ 645033 h 745554"/>
                <a:gd name="connsiteX375" fmla="*/ 932255 w 1492886"/>
                <a:gd name="connsiteY375" fmla="*/ 645033 h 745554"/>
                <a:gd name="connsiteX376" fmla="*/ 941974 w 1492886"/>
                <a:gd name="connsiteY376" fmla="*/ 645033 h 745554"/>
                <a:gd name="connsiteX377" fmla="*/ 951693 w 1492886"/>
                <a:gd name="connsiteY377" fmla="*/ 635314 h 745554"/>
                <a:gd name="connsiteX378" fmla="*/ 951693 w 1492886"/>
                <a:gd name="connsiteY378" fmla="*/ 645033 h 745554"/>
                <a:gd name="connsiteX379" fmla="*/ 961668 w 1492886"/>
                <a:gd name="connsiteY379" fmla="*/ 654752 h 745554"/>
                <a:gd name="connsiteX380" fmla="*/ 971387 w 1492886"/>
                <a:gd name="connsiteY380" fmla="*/ 654752 h 745554"/>
                <a:gd name="connsiteX381" fmla="*/ 981106 w 1492886"/>
                <a:gd name="connsiteY381" fmla="*/ 654752 h 745554"/>
                <a:gd name="connsiteX382" fmla="*/ 981873 w 1492886"/>
                <a:gd name="connsiteY382" fmla="*/ 643754 h 745554"/>
                <a:gd name="connsiteX383" fmla="*/ 984431 w 1492886"/>
                <a:gd name="connsiteY383" fmla="*/ 630966 h 745554"/>
                <a:gd name="connsiteX384" fmla="*/ 992615 w 1492886"/>
                <a:gd name="connsiteY384" fmla="*/ 635314 h 745554"/>
                <a:gd name="connsiteX385" fmla="*/ 801816 w 1492886"/>
                <a:gd name="connsiteY385" fmla="*/ 585441 h 745554"/>
                <a:gd name="connsiteX386" fmla="*/ 796189 w 1492886"/>
                <a:gd name="connsiteY386" fmla="*/ 577512 h 745554"/>
                <a:gd name="connsiteX387" fmla="*/ 805908 w 1492886"/>
                <a:gd name="connsiteY387" fmla="*/ 576489 h 745554"/>
                <a:gd name="connsiteX388" fmla="*/ 808722 w 1492886"/>
                <a:gd name="connsiteY388" fmla="*/ 577512 h 745554"/>
                <a:gd name="connsiteX389" fmla="*/ 801816 w 1492886"/>
                <a:gd name="connsiteY389" fmla="*/ 585441 h 745554"/>
                <a:gd name="connsiteX390" fmla="*/ 825602 w 1492886"/>
                <a:gd name="connsiteY390" fmla="*/ 556795 h 745554"/>
                <a:gd name="connsiteX391" fmla="*/ 825602 w 1492886"/>
                <a:gd name="connsiteY391" fmla="*/ 547076 h 745554"/>
                <a:gd name="connsiteX392" fmla="*/ 824323 w 1492886"/>
                <a:gd name="connsiteY392" fmla="*/ 538380 h 745554"/>
                <a:gd name="connsiteX393" fmla="*/ 815627 w 1492886"/>
                <a:gd name="connsiteY393" fmla="*/ 537101 h 745554"/>
                <a:gd name="connsiteX394" fmla="*/ 825346 w 1492886"/>
                <a:gd name="connsiteY394" fmla="*/ 537101 h 745554"/>
                <a:gd name="connsiteX395" fmla="*/ 835065 w 1492886"/>
                <a:gd name="connsiteY395" fmla="*/ 546820 h 745554"/>
                <a:gd name="connsiteX396" fmla="*/ 833786 w 1492886"/>
                <a:gd name="connsiteY396" fmla="*/ 556539 h 745554"/>
                <a:gd name="connsiteX397" fmla="*/ 825602 w 1492886"/>
                <a:gd name="connsiteY397" fmla="*/ 556539 h 745554"/>
                <a:gd name="connsiteX398" fmla="*/ 835832 w 1492886"/>
                <a:gd name="connsiteY398" fmla="*/ 575977 h 745554"/>
                <a:gd name="connsiteX399" fmla="*/ 835321 w 1492886"/>
                <a:gd name="connsiteY399" fmla="*/ 566514 h 745554"/>
                <a:gd name="connsiteX400" fmla="*/ 830973 w 1492886"/>
                <a:gd name="connsiteY400" fmla="*/ 563957 h 745554"/>
                <a:gd name="connsiteX401" fmla="*/ 835321 w 1492886"/>
                <a:gd name="connsiteY401" fmla="*/ 556795 h 745554"/>
                <a:gd name="connsiteX402" fmla="*/ 835321 w 1492886"/>
                <a:gd name="connsiteY402" fmla="*/ 566514 h 745554"/>
                <a:gd name="connsiteX403" fmla="*/ 835832 w 1492886"/>
                <a:gd name="connsiteY403" fmla="*/ 575977 h 745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Lst>
              <a:rect l="l" t="t" r="r" b="b"/>
              <a:pathLst>
                <a:path w="1492886" h="745554">
                  <a:moveTo>
                    <a:pt x="707695" y="635314"/>
                  </a:moveTo>
                  <a:cubicBezTo>
                    <a:pt x="697976" y="635314"/>
                    <a:pt x="688002" y="635314"/>
                    <a:pt x="688002" y="625595"/>
                  </a:cubicBezTo>
                  <a:lnTo>
                    <a:pt x="678027" y="625595"/>
                  </a:lnTo>
                  <a:cubicBezTo>
                    <a:pt x="668308" y="625595"/>
                    <a:pt x="668308" y="625595"/>
                    <a:pt x="668308" y="625595"/>
                  </a:cubicBezTo>
                  <a:lnTo>
                    <a:pt x="658589" y="615876"/>
                  </a:lnTo>
                  <a:lnTo>
                    <a:pt x="648870" y="615876"/>
                  </a:lnTo>
                  <a:lnTo>
                    <a:pt x="648870" y="625595"/>
                  </a:lnTo>
                  <a:cubicBezTo>
                    <a:pt x="639151" y="615876"/>
                    <a:pt x="639151" y="615876"/>
                    <a:pt x="639151" y="615876"/>
                  </a:cubicBezTo>
                  <a:cubicBezTo>
                    <a:pt x="629432" y="606157"/>
                    <a:pt x="629432" y="615876"/>
                    <a:pt x="629432" y="615876"/>
                  </a:cubicBezTo>
                  <a:cubicBezTo>
                    <a:pt x="619457" y="615876"/>
                    <a:pt x="619457" y="615876"/>
                    <a:pt x="619457" y="615876"/>
                  </a:cubicBezTo>
                  <a:lnTo>
                    <a:pt x="609738" y="625595"/>
                  </a:lnTo>
                  <a:lnTo>
                    <a:pt x="609738" y="605902"/>
                  </a:lnTo>
                  <a:lnTo>
                    <a:pt x="600019" y="605902"/>
                  </a:lnTo>
                  <a:cubicBezTo>
                    <a:pt x="590300" y="615621"/>
                    <a:pt x="590300" y="635314"/>
                    <a:pt x="600019" y="635314"/>
                  </a:cubicBezTo>
                  <a:cubicBezTo>
                    <a:pt x="600019" y="645033"/>
                    <a:pt x="590300" y="645033"/>
                    <a:pt x="590300" y="655008"/>
                  </a:cubicBezTo>
                  <a:cubicBezTo>
                    <a:pt x="590300" y="655008"/>
                    <a:pt x="600019" y="655008"/>
                    <a:pt x="590300" y="664727"/>
                  </a:cubicBezTo>
                  <a:cubicBezTo>
                    <a:pt x="583395" y="664727"/>
                    <a:pt x="576489" y="664727"/>
                    <a:pt x="576489" y="668308"/>
                  </a:cubicBezTo>
                  <a:cubicBezTo>
                    <a:pt x="576489" y="669842"/>
                    <a:pt x="577768" y="671888"/>
                    <a:pt x="580581" y="674702"/>
                  </a:cubicBezTo>
                  <a:lnTo>
                    <a:pt x="570862" y="684421"/>
                  </a:lnTo>
                  <a:lnTo>
                    <a:pt x="561143" y="684421"/>
                  </a:lnTo>
                  <a:cubicBezTo>
                    <a:pt x="570862" y="694140"/>
                    <a:pt x="561143" y="694140"/>
                    <a:pt x="561143" y="694140"/>
                  </a:cubicBezTo>
                  <a:cubicBezTo>
                    <a:pt x="551424" y="694140"/>
                    <a:pt x="570862" y="703859"/>
                    <a:pt x="561143" y="703859"/>
                  </a:cubicBezTo>
                  <a:cubicBezTo>
                    <a:pt x="561143" y="703859"/>
                    <a:pt x="561143" y="713578"/>
                    <a:pt x="551424" y="713578"/>
                  </a:cubicBezTo>
                  <a:cubicBezTo>
                    <a:pt x="551424" y="713578"/>
                    <a:pt x="551424" y="713578"/>
                    <a:pt x="541705" y="713578"/>
                  </a:cubicBezTo>
                  <a:cubicBezTo>
                    <a:pt x="541705" y="713578"/>
                    <a:pt x="531731" y="723297"/>
                    <a:pt x="541705" y="723297"/>
                  </a:cubicBezTo>
                  <a:cubicBezTo>
                    <a:pt x="541705" y="723297"/>
                    <a:pt x="541705" y="733016"/>
                    <a:pt x="551424" y="733016"/>
                  </a:cubicBezTo>
                  <a:cubicBezTo>
                    <a:pt x="551424" y="733016"/>
                    <a:pt x="580837" y="752709"/>
                    <a:pt x="590812" y="742735"/>
                  </a:cubicBezTo>
                  <a:cubicBezTo>
                    <a:pt x="590812" y="742735"/>
                    <a:pt x="590812" y="742735"/>
                    <a:pt x="590812" y="733016"/>
                  </a:cubicBezTo>
                  <a:cubicBezTo>
                    <a:pt x="590812" y="733016"/>
                    <a:pt x="595160" y="737364"/>
                    <a:pt x="597973" y="737364"/>
                  </a:cubicBezTo>
                  <a:cubicBezTo>
                    <a:pt x="599508" y="737364"/>
                    <a:pt x="600531" y="736340"/>
                    <a:pt x="600531" y="733016"/>
                  </a:cubicBezTo>
                  <a:cubicBezTo>
                    <a:pt x="600531" y="733016"/>
                    <a:pt x="610250" y="733016"/>
                    <a:pt x="620225" y="733016"/>
                  </a:cubicBezTo>
                  <a:cubicBezTo>
                    <a:pt x="620225" y="723297"/>
                    <a:pt x="620225" y="723297"/>
                    <a:pt x="630199" y="723297"/>
                  </a:cubicBezTo>
                  <a:lnTo>
                    <a:pt x="639918" y="723297"/>
                  </a:lnTo>
                  <a:cubicBezTo>
                    <a:pt x="659612" y="723297"/>
                    <a:pt x="659612" y="733016"/>
                    <a:pt x="659612" y="742990"/>
                  </a:cubicBezTo>
                  <a:cubicBezTo>
                    <a:pt x="669331" y="742990"/>
                    <a:pt x="669331" y="723297"/>
                    <a:pt x="669331" y="723297"/>
                  </a:cubicBezTo>
                  <a:cubicBezTo>
                    <a:pt x="669331" y="713578"/>
                    <a:pt x="659612" y="713578"/>
                    <a:pt x="659612" y="723297"/>
                  </a:cubicBezTo>
                  <a:lnTo>
                    <a:pt x="659612" y="713578"/>
                  </a:lnTo>
                  <a:cubicBezTo>
                    <a:pt x="659612" y="713578"/>
                    <a:pt x="659612" y="713578"/>
                    <a:pt x="659612" y="703859"/>
                  </a:cubicBezTo>
                  <a:cubicBezTo>
                    <a:pt x="659612" y="713578"/>
                    <a:pt x="649893" y="703859"/>
                    <a:pt x="649893" y="694140"/>
                  </a:cubicBezTo>
                  <a:cubicBezTo>
                    <a:pt x="649893" y="694140"/>
                    <a:pt x="655776" y="688257"/>
                    <a:pt x="653985" y="685700"/>
                  </a:cubicBezTo>
                  <a:cubicBezTo>
                    <a:pt x="660124" y="690047"/>
                    <a:pt x="661402" y="704114"/>
                    <a:pt x="669587" y="704114"/>
                  </a:cubicBezTo>
                  <a:cubicBezTo>
                    <a:pt x="679306" y="704114"/>
                    <a:pt x="689280" y="684421"/>
                    <a:pt x="698999" y="684421"/>
                  </a:cubicBezTo>
                  <a:lnTo>
                    <a:pt x="688002" y="684421"/>
                  </a:lnTo>
                  <a:cubicBezTo>
                    <a:pt x="684677" y="687746"/>
                    <a:pt x="681096" y="691326"/>
                    <a:pt x="678027" y="694140"/>
                  </a:cubicBezTo>
                  <a:cubicBezTo>
                    <a:pt x="678027" y="684421"/>
                    <a:pt x="678027" y="684421"/>
                    <a:pt x="678027" y="684421"/>
                  </a:cubicBezTo>
                  <a:cubicBezTo>
                    <a:pt x="682886" y="684421"/>
                    <a:pt x="682886" y="681863"/>
                    <a:pt x="682886" y="680840"/>
                  </a:cubicBezTo>
                  <a:cubicBezTo>
                    <a:pt x="682886" y="679561"/>
                    <a:pt x="682886" y="679561"/>
                    <a:pt x="687746" y="684421"/>
                  </a:cubicBezTo>
                  <a:cubicBezTo>
                    <a:pt x="687746" y="684421"/>
                    <a:pt x="687746" y="674702"/>
                    <a:pt x="697465" y="674702"/>
                  </a:cubicBezTo>
                  <a:lnTo>
                    <a:pt x="697465" y="684421"/>
                  </a:lnTo>
                  <a:cubicBezTo>
                    <a:pt x="697465" y="674702"/>
                    <a:pt x="707184" y="674702"/>
                    <a:pt x="707184" y="664727"/>
                  </a:cubicBezTo>
                  <a:lnTo>
                    <a:pt x="716903" y="655008"/>
                  </a:lnTo>
                  <a:cubicBezTo>
                    <a:pt x="717414" y="645033"/>
                    <a:pt x="707695" y="645033"/>
                    <a:pt x="707695" y="635314"/>
                  </a:cubicBezTo>
                  <a:close/>
                  <a:moveTo>
                    <a:pt x="669075" y="703091"/>
                  </a:moveTo>
                  <a:cubicBezTo>
                    <a:pt x="677771" y="693884"/>
                    <a:pt x="668308" y="693884"/>
                    <a:pt x="668308" y="693884"/>
                  </a:cubicBezTo>
                  <a:cubicBezTo>
                    <a:pt x="668308" y="684165"/>
                    <a:pt x="678027" y="693884"/>
                    <a:pt x="678027" y="693884"/>
                  </a:cubicBezTo>
                  <a:cubicBezTo>
                    <a:pt x="673935" y="698232"/>
                    <a:pt x="670610" y="701813"/>
                    <a:pt x="669075" y="703091"/>
                  </a:cubicBezTo>
                  <a:close/>
                  <a:moveTo>
                    <a:pt x="726366" y="650148"/>
                  </a:moveTo>
                  <a:cubicBezTo>
                    <a:pt x="723553" y="652706"/>
                    <a:pt x="720484" y="654752"/>
                    <a:pt x="717414" y="654752"/>
                  </a:cubicBezTo>
                  <a:lnTo>
                    <a:pt x="727389" y="654752"/>
                  </a:lnTo>
                  <a:cubicBezTo>
                    <a:pt x="727389" y="652962"/>
                    <a:pt x="726878" y="651427"/>
                    <a:pt x="726366" y="650148"/>
                  </a:cubicBezTo>
                  <a:close/>
                  <a:moveTo>
                    <a:pt x="835321" y="625340"/>
                  </a:moveTo>
                  <a:cubicBezTo>
                    <a:pt x="829694" y="625340"/>
                    <a:pt x="825602" y="625340"/>
                    <a:pt x="825602" y="625340"/>
                  </a:cubicBezTo>
                  <a:cubicBezTo>
                    <a:pt x="835321" y="635314"/>
                    <a:pt x="845296" y="635314"/>
                    <a:pt x="835321" y="625340"/>
                  </a:cubicBezTo>
                  <a:close/>
                  <a:moveTo>
                    <a:pt x="1110522" y="654752"/>
                  </a:moveTo>
                  <a:cubicBezTo>
                    <a:pt x="1110522" y="653729"/>
                    <a:pt x="1110522" y="652962"/>
                    <a:pt x="1110777" y="652195"/>
                  </a:cubicBezTo>
                  <a:cubicBezTo>
                    <a:pt x="1106174" y="654752"/>
                    <a:pt x="1104128" y="654752"/>
                    <a:pt x="1110522" y="654752"/>
                  </a:cubicBezTo>
                  <a:close/>
                  <a:moveTo>
                    <a:pt x="1110777" y="652195"/>
                  </a:moveTo>
                  <a:cubicBezTo>
                    <a:pt x="1113335" y="650660"/>
                    <a:pt x="1116916" y="648614"/>
                    <a:pt x="1120241" y="645033"/>
                  </a:cubicBezTo>
                  <a:cubicBezTo>
                    <a:pt x="1120496" y="645033"/>
                    <a:pt x="1112568" y="645033"/>
                    <a:pt x="1110777" y="652195"/>
                  </a:cubicBezTo>
                  <a:close/>
                  <a:moveTo>
                    <a:pt x="1357588" y="551424"/>
                  </a:moveTo>
                  <a:cubicBezTo>
                    <a:pt x="1356821" y="552703"/>
                    <a:pt x="1356309" y="554493"/>
                    <a:pt x="1356309" y="556795"/>
                  </a:cubicBezTo>
                  <a:cubicBezTo>
                    <a:pt x="1358356" y="554493"/>
                    <a:pt x="1358611" y="552703"/>
                    <a:pt x="1357588" y="551424"/>
                  </a:cubicBezTo>
                  <a:close/>
                  <a:moveTo>
                    <a:pt x="992615" y="635314"/>
                  </a:moveTo>
                  <a:lnTo>
                    <a:pt x="1012309" y="635314"/>
                  </a:lnTo>
                  <a:cubicBezTo>
                    <a:pt x="1022028" y="645033"/>
                    <a:pt x="1022028" y="655008"/>
                    <a:pt x="1032002" y="645033"/>
                  </a:cubicBezTo>
                  <a:lnTo>
                    <a:pt x="1032002" y="635314"/>
                  </a:lnTo>
                  <a:cubicBezTo>
                    <a:pt x="1041721" y="635314"/>
                    <a:pt x="1051696" y="655008"/>
                    <a:pt x="1051696" y="655008"/>
                  </a:cubicBezTo>
                  <a:cubicBezTo>
                    <a:pt x="1051696" y="645289"/>
                    <a:pt x="1041977" y="645289"/>
                    <a:pt x="1051696" y="635314"/>
                  </a:cubicBezTo>
                  <a:lnTo>
                    <a:pt x="1061671" y="645033"/>
                  </a:lnTo>
                  <a:cubicBezTo>
                    <a:pt x="1061671" y="645033"/>
                    <a:pt x="1070623" y="634803"/>
                    <a:pt x="1070623" y="644522"/>
                  </a:cubicBezTo>
                  <a:cubicBezTo>
                    <a:pt x="1070623" y="654241"/>
                    <a:pt x="1065252" y="650660"/>
                    <a:pt x="1061927" y="650916"/>
                  </a:cubicBezTo>
                  <a:cubicBezTo>
                    <a:pt x="1060648" y="650916"/>
                    <a:pt x="1061927" y="654752"/>
                    <a:pt x="1061927" y="654752"/>
                  </a:cubicBezTo>
                  <a:cubicBezTo>
                    <a:pt x="1061927" y="654752"/>
                    <a:pt x="1051952" y="654752"/>
                    <a:pt x="1061927" y="664471"/>
                  </a:cubicBezTo>
                  <a:cubicBezTo>
                    <a:pt x="1071646" y="664471"/>
                    <a:pt x="1071646" y="664471"/>
                    <a:pt x="1071646" y="654752"/>
                  </a:cubicBezTo>
                  <a:lnTo>
                    <a:pt x="1071646" y="644522"/>
                  </a:lnTo>
                  <a:cubicBezTo>
                    <a:pt x="1081365" y="644522"/>
                    <a:pt x="1081365" y="645033"/>
                    <a:pt x="1081365" y="645033"/>
                  </a:cubicBezTo>
                  <a:cubicBezTo>
                    <a:pt x="1081365" y="645033"/>
                    <a:pt x="1091339" y="644010"/>
                    <a:pt x="1091339" y="653985"/>
                  </a:cubicBezTo>
                  <a:lnTo>
                    <a:pt x="1081365" y="655008"/>
                  </a:lnTo>
                  <a:cubicBezTo>
                    <a:pt x="1091084" y="665494"/>
                    <a:pt x="1081365" y="655519"/>
                    <a:pt x="1091084" y="655519"/>
                  </a:cubicBezTo>
                  <a:lnTo>
                    <a:pt x="1091084" y="672400"/>
                  </a:lnTo>
                  <a:lnTo>
                    <a:pt x="1091595" y="682375"/>
                  </a:lnTo>
                  <a:cubicBezTo>
                    <a:pt x="1099268" y="682630"/>
                    <a:pt x="1091084" y="674702"/>
                    <a:pt x="1100803" y="684421"/>
                  </a:cubicBezTo>
                  <a:cubicBezTo>
                    <a:pt x="1100803" y="684421"/>
                    <a:pt x="1100803" y="684165"/>
                    <a:pt x="1102337" y="685188"/>
                  </a:cubicBezTo>
                  <a:lnTo>
                    <a:pt x="1109498" y="685188"/>
                  </a:lnTo>
                  <a:cubicBezTo>
                    <a:pt x="1106685" y="681096"/>
                    <a:pt x="1103872" y="677515"/>
                    <a:pt x="1100803" y="674702"/>
                  </a:cubicBezTo>
                  <a:cubicBezTo>
                    <a:pt x="1090828" y="664983"/>
                    <a:pt x="1090828" y="655008"/>
                    <a:pt x="1090828" y="645289"/>
                  </a:cubicBezTo>
                  <a:lnTo>
                    <a:pt x="1090828" y="635570"/>
                  </a:lnTo>
                  <a:lnTo>
                    <a:pt x="1100803" y="635570"/>
                  </a:lnTo>
                  <a:cubicBezTo>
                    <a:pt x="1100803" y="635570"/>
                    <a:pt x="1110522" y="635570"/>
                    <a:pt x="1110522" y="625851"/>
                  </a:cubicBezTo>
                  <a:cubicBezTo>
                    <a:pt x="1120241" y="625851"/>
                    <a:pt x="1120241" y="625851"/>
                    <a:pt x="1120241" y="616132"/>
                  </a:cubicBezTo>
                  <a:cubicBezTo>
                    <a:pt x="1120241" y="616132"/>
                    <a:pt x="1110522" y="616132"/>
                    <a:pt x="1120241" y="606413"/>
                  </a:cubicBezTo>
                  <a:cubicBezTo>
                    <a:pt x="1120241" y="616132"/>
                    <a:pt x="1120241" y="616132"/>
                    <a:pt x="1129960" y="626107"/>
                  </a:cubicBezTo>
                  <a:cubicBezTo>
                    <a:pt x="1129960" y="626107"/>
                    <a:pt x="1127402" y="628664"/>
                    <a:pt x="1125100" y="632245"/>
                  </a:cubicBezTo>
                  <a:cubicBezTo>
                    <a:pt x="1122542" y="635826"/>
                    <a:pt x="1120241" y="640941"/>
                    <a:pt x="1120241" y="645801"/>
                  </a:cubicBezTo>
                  <a:lnTo>
                    <a:pt x="1129960" y="636082"/>
                  </a:lnTo>
                  <a:cubicBezTo>
                    <a:pt x="1129960" y="626363"/>
                    <a:pt x="1139679" y="616388"/>
                    <a:pt x="1149653" y="616388"/>
                  </a:cubicBezTo>
                  <a:cubicBezTo>
                    <a:pt x="1159372" y="606669"/>
                    <a:pt x="1159372" y="606669"/>
                    <a:pt x="1169347" y="596694"/>
                  </a:cubicBezTo>
                  <a:cubicBezTo>
                    <a:pt x="1169347" y="596694"/>
                    <a:pt x="1198760" y="586975"/>
                    <a:pt x="1208734" y="596694"/>
                  </a:cubicBezTo>
                  <a:cubicBezTo>
                    <a:pt x="1208734" y="591835"/>
                    <a:pt x="1211292" y="589277"/>
                    <a:pt x="1214873" y="586975"/>
                  </a:cubicBezTo>
                  <a:cubicBezTo>
                    <a:pt x="1218453" y="584673"/>
                    <a:pt x="1223569" y="582116"/>
                    <a:pt x="1228428" y="577256"/>
                  </a:cubicBezTo>
                  <a:cubicBezTo>
                    <a:pt x="1238147" y="577256"/>
                    <a:pt x="1248122" y="577256"/>
                    <a:pt x="1248122" y="586975"/>
                  </a:cubicBezTo>
                  <a:cubicBezTo>
                    <a:pt x="1257841" y="577256"/>
                    <a:pt x="1257841" y="577256"/>
                    <a:pt x="1267816" y="577256"/>
                  </a:cubicBezTo>
                  <a:cubicBezTo>
                    <a:pt x="1267816" y="567537"/>
                    <a:pt x="1277535" y="567537"/>
                    <a:pt x="1287509" y="567537"/>
                  </a:cubicBezTo>
                  <a:cubicBezTo>
                    <a:pt x="1287509" y="567537"/>
                    <a:pt x="1287509" y="577256"/>
                    <a:pt x="1297228" y="567537"/>
                  </a:cubicBezTo>
                  <a:cubicBezTo>
                    <a:pt x="1297228" y="557818"/>
                    <a:pt x="1306947" y="547843"/>
                    <a:pt x="1306947" y="547843"/>
                  </a:cubicBezTo>
                  <a:cubicBezTo>
                    <a:pt x="1316666" y="547843"/>
                    <a:pt x="1316666" y="547843"/>
                    <a:pt x="1316666" y="547843"/>
                  </a:cubicBezTo>
                  <a:cubicBezTo>
                    <a:pt x="1326385" y="547843"/>
                    <a:pt x="1326385" y="547843"/>
                    <a:pt x="1326385" y="547843"/>
                  </a:cubicBezTo>
                  <a:cubicBezTo>
                    <a:pt x="1334058" y="547843"/>
                    <a:pt x="1353240" y="547843"/>
                    <a:pt x="1357077" y="552447"/>
                  </a:cubicBezTo>
                  <a:cubicBezTo>
                    <a:pt x="1359634" y="547843"/>
                    <a:pt x="1365517" y="547843"/>
                    <a:pt x="1365517" y="547843"/>
                  </a:cubicBezTo>
                  <a:cubicBezTo>
                    <a:pt x="1365517" y="538124"/>
                    <a:pt x="1365517" y="538124"/>
                    <a:pt x="1365517" y="538124"/>
                  </a:cubicBezTo>
                  <a:cubicBezTo>
                    <a:pt x="1375236" y="528406"/>
                    <a:pt x="1355798" y="528406"/>
                    <a:pt x="1365517" y="518431"/>
                  </a:cubicBezTo>
                  <a:cubicBezTo>
                    <a:pt x="1365517" y="518431"/>
                    <a:pt x="1365517" y="508712"/>
                    <a:pt x="1365517" y="498737"/>
                  </a:cubicBezTo>
                  <a:cubicBezTo>
                    <a:pt x="1365517" y="498737"/>
                    <a:pt x="1365517" y="498737"/>
                    <a:pt x="1375236" y="489018"/>
                  </a:cubicBezTo>
                  <a:lnTo>
                    <a:pt x="1384955" y="489018"/>
                  </a:lnTo>
                  <a:cubicBezTo>
                    <a:pt x="1394674" y="489018"/>
                    <a:pt x="1394674" y="489018"/>
                    <a:pt x="1404649" y="489018"/>
                  </a:cubicBezTo>
                  <a:cubicBezTo>
                    <a:pt x="1404649" y="479299"/>
                    <a:pt x="1404649" y="469324"/>
                    <a:pt x="1404649" y="469324"/>
                  </a:cubicBezTo>
                  <a:lnTo>
                    <a:pt x="1414368" y="469324"/>
                  </a:lnTo>
                  <a:cubicBezTo>
                    <a:pt x="1424087" y="469324"/>
                    <a:pt x="1424087" y="469324"/>
                    <a:pt x="1434061" y="469324"/>
                  </a:cubicBezTo>
                  <a:cubicBezTo>
                    <a:pt x="1443780" y="469324"/>
                    <a:pt x="1443780" y="469324"/>
                    <a:pt x="1453755" y="469324"/>
                  </a:cubicBezTo>
                  <a:cubicBezTo>
                    <a:pt x="1463474" y="469324"/>
                    <a:pt x="1473449" y="469324"/>
                    <a:pt x="1473449" y="469324"/>
                  </a:cubicBezTo>
                  <a:cubicBezTo>
                    <a:pt x="1483168" y="469324"/>
                    <a:pt x="1483168" y="469324"/>
                    <a:pt x="1483168" y="459605"/>
                  </a:cubicBezTo>
                  <a:cubicBezTo>
                    <a:pt x="1483168" y="459605"/>
                    <a:pt x="1473449" y="449886"/>
                    <a:pt x="1483168" y="449886"/>
                  </a:cubicBezTo>
                  <a:cubicBezTo>
                    <a:pt x="1483168" y="440167"/>
                    <a:pt x="1483168" y="440167"/>
                    <a:pt x="1492887" y="430193"/>
                  </a:cubicBezTo>
                  <a:cubicBezTo>
                    <a:pt x="1492887" y="430193"/>
                    <a:pt x="1492887" y="430193"/>
                    <a:pt x="1492887" y="420474"/>
                  </a:cubicBezTo>
                  <a:cubicBezTo>
                    <a:pt x="1492887" y="420474"/>
                    <a:pt x="1492887" y="420474"/>
                    <a:pt x="1483168" y="420474"/>
                  </a:cubicBezTo>
                  <a:lnTo>
                    <a:pt x="1483168" y="400780"/>
                  </a:lnTo>
                  <a:cubicBezTo>
                    <a:pt x="1473449" y="400780"/>
                    <a:pt x="1483168" y="391061"/>
                    <a:pt x="1473449" y="391061"/>
                  </a:cubicBezTo>
                  <a:cubicBezTo>
                    <a:pt x="1473449" y="391061"/>
                    <a:pt x="1473449" y="391061"/>
                    <a:pt x="1463474" y="391061"/>
                  </a:cubicBezTo>
                  <a:cubicBezTo>
                    <a:pt x="1453755" y="391061"/>
                    <a:pt x="1463474" y="381342"/>
                    <a:pt x="1463474" y="371367"/>
                  </a:cubicBezTo>
                  <a:cubicBezTo>
                    <a:pt x="1473449" y="361648"/>
                    <a:pt x="1473449" y="371367"/>
                    <a:pt x="1483168" y="371367"/>
                  </a:cubicBezTo>
                  <a:cubicBezTo>
                    <a:pt x="1492887" y="371367"/>
                    <a:pt x="1492887" y="361648"/>
                    <a:pt x="1492887" y="361648"/>
                  </a:cubicBezTo>
                  <a:cubicBezTo>
                    <a:pt x="1483168" y="351929"/>
                    <a:pt x="1483168" y="361648"/>
                    <a:pt x="1483168" y="361648"/>
                  </a:cubicBezTo>
                  <a:cubicBezTo>
                    <a:pt x="1473449" y="361648"/>
                    <a:pt x="1463474" y="361648"/>
                    <a:pt x="1453755" y="351929"/>
                  </a:cubicBezTo>
                  <a:cubicBezTo>
                    <a:pt x="1453755" y="342210"/>
                    <a:pt x="1473449" y="342210"/>
                    <a:pt x="1473449" y="342210"/>
                  </a:cubicBezTo>
                  <a:cubicBezTo>
                    <a:pt x="1473449" y="342210"/>
                    <a:pt x="1473449" y="332491"/>
                    <a:pt x="1483168" y="332491"/>
                  </a:cubicBezTo>
                  <a:cubicBezTo>
                    <a:pt x="1483168" y="332491"/>
                    <a:pt x="1483168" y="332491"/>
                    <a:pt x="1483168" y="322772"/>
                  </a:cubicBezTo>
                  <a:cubicBezTo>
                    <a:pt x="1492887" y="313053"/>
                    <a:pt x="1492887" y="313053"/>
                    <a:pt x="1483168" y="303079"/>
                  </a:cubicBezTo>
                  <a:cubicBezTo>
                    <a:pt x="1473449" y="293360"/>
                    <a:pt x="1492887" y="293360"/>
                    <a:pt x="1483168" y="283385"/>
                  </a:cubicBezTo>
                  <a:cubicBezTo>
                    <a:pt x="1473449" y="273666"/>
                    <a:pt x="1463474" y="293104"/>
                    <a:pt x="1463474" y="293104"/>
                  </a:cubicBezTo>
                  <a:cubicBezTo>
                    <a:pt x="1453755" y="293104"/>
                    <a:pt x="1443780" y="283385"/>
                    <a:pt x="1443780" y="273410"/>
                  </a:cubicBezTo>
                  <a:cubicBezTo>
                    <a:pt x="1434061" y="263691"/>
                    <a:pt x="1424087" y="273410"/>
                    <a:pt x="1414368" y="273410"/>
                  </a:cubicBezTo>
                  <a:cubicBezTo>
                    <a:pt x="1404649" y="273410"/>
                    <a:pt x="1404649" y="253716"/>
                    <a:pt x="1394674" y="253716"/>
                  </a:cubicBezTo>
                  <a:cubicBezTo>
                    <a:pt x="1394674" y="253716"/>
                    <a:pt x="1384955" y="273410"/>
                    <a:pt x="1374980" y="263435"/>
                  </a:cubicBezTo>
                  <a:cubicBezTo>
                    <a:pt x="1374980" y="253716"/>
                    <a:pt x="1365261" y="253716"/>
                    <a:pt x="1365261" y="253716"/>
                  </a:cubicBezTo>
                  <a:cubicBezTo>
                    <a:pt x="1365261" y="253716"/>
                    <a:pt x="1365261" y="253716"/>
                    <a:pt x="1355542" y="243998"/>
                  </a:cubicBezTo>
                  <a:lnTo>
                    <a:pt x="1335848" y="243998"/>
                  </a:lnTo>
                  <a:cubicBezTo>
                    <a:pt x="1325874" y="243998"/>
                    <a:pt x="1325874" y="234279"/>
                    <a:pt x="1325874" y="234279"/>
                  </a:cubicBezTo>
                  <a:cubicBezTo>
                    <a:pt x="1316155" y="234279"/>
                    <a:pt x="1316155" y="234279"/>
                    <a:pt x="1316155" y="243998"/>
                  </a:cubicBezTo>
                  <a:cubicBezTo>
                    <a:pt x="1316155" y="253716"/>
                    <a:pt x="1306436" y="243998"/>
                    <a:pt x="1306436" y="253716"/>
                  </a:cubicBezTo>
                  <a:lnTo>
                    <a:pt x="1296717" y="243998"/>
                  </a:lnTo>
                  <a:cubicBezTo>
                    <a:pt x="1286998" y="234279"/>
                    <a:pt x="1286998" y="234279"/>
                    <a:pt x="1277023" y="234279"/>
                  </a:cubicBezTo>
                  <a:cubicBezTo>
                    <a:pt x="1277023" y="234279"/>
                    <a:pt x="1267304" y="224560"/>
                    <a:pt x="1267304" y="214585"/>
                  </a:cubicBezTo>
                  <a:cubicBezTo>
                    <a:pt x="1267304" y="214585"/>
                    <a:pt x="1267304" y="214585"/>
                    <a:pt x="1257585" y="204866"/>
                  </a:cubicBezTo>
                  <a:lnTo>
                    <a:pt x="1247866" y="195147"/>
                  </a:lnTo>
                  <a:cubicBezTo>
                    <a:pt x="1237891" y="195147"/>
                    <a:pt x="1228172" y="204866"/>
                    <a:pt x="1228172" y="204866"/>
                  </a:cubicBezTo>
                  <a:cubicBezTo>
                    <a:pt x="1218453" y="204866"/>
                    <a:pt x="1208479" y="204866"/>
                    <a:pt x="1208479" y="204866"/>
                  </a:cubicBezTo>
                  <a:cubicBezTo>
                    <a:pt x="1198760" y="214585"/>
                    <a:pt x="1188785" y="214585"/>
                    <a:pt x="1188785" y="224560"/>
                  </a:cubicBezTo>
                  <a:cubicBezTo>
                    <a:pt x="1178810" y="224560"/>
                    <a:pt x="1178810" y="214841"/>
                    <a:pt x="1178810" y="214841"/>
                  </a:cubicBezTo>
                  <a:cubicBezTo>
                    <a:pt x="1169091" y="205122"/>
                    <a:pt x="1159117" y="214841"/>
                    <a:pt x="1149397" y="205122"/>
                  </a:cubicBezTo>
                  <a:cubicBezTo>
                    <a:pt x="1139423" y="195403"/>
                    <a:pt x="1119985" y="195403"/>
                    <a:pt x="1110010" y="205122"/>
                  </a:cubicBezTo>
                  <a:cubicBezTo>
                    <a:pt x="1100291" y="214841"/>
                    <a:pt x="1100291" y="195403"/>
                    <a:pt x="1090316" y="195403"/>
                  </a:cubicBezTo>
                  <a:cubicBezTo>
                    <a:pt x="1080597" y="195403"/>
                    <a:pt x="1080597" y="185684"/>
                    <a:pt x="1080597" y="175709"/>
                  </a:cubicBezTo>
                  <a:cubicBezTo>
                    <a:pt x="1080597" y="165990"/>
                    <a:pt x="1080597" y="165990"/>
                    <a:pt x="1080597" y="165990"/>
                  </a:cubicBezTo>
                  <a:cubicBezTo>
                    <a:pt x="1080597" y="156271"/>
                    <a:pt x="1070878" y="165990"/>
                    <a:pt x="1070878" y="156271"/>
                  </a:cubicBezTo>
                  <a:cubicBezTo>
                    <a:pt x="1070878" y="156271"/>
                    <a:pt x="1070878" y="146552"/>
                    <a:pt x="1061159" y="146552"/>
                  </a:cubicBezTo>
                  <a:lnTo>
                    <a:pt x="1061159" y="136833"/>
                  </a:lnTo>
                  <a:lnTo>
                    <a:pt x="1051185" y="136833"/>
                  </a:lnTo>
                  <a:cubicBezTo>
                    <a:pt x="1041466" y="127114"/>
                    <a:pt x="1051185" y="117139"/>
                    <a:pt x="1031491" y="117139"/>
                  </a:cubicBezTo>
                  <a:cubicBezTo>
                    <a:pt x="1031491" y="117139"/>
                    <a:pt x="1021772" y="117139"/>
                    <a:pt x="1011797" y="117139"/>
                  </a:cubicBezTo>
                  <a:cubicBezTo>
                    <a:pt x="1011797" y="126858"/>
                    <a:pt x="1011797" y="117139"/>
                    <a:pt x="1002078" y="117139"/>
                  </a:cubicBezTo>
                  <a:cubicBezTo>
                    <a:pt x="1002078" y="117139"/>
                    <a:pt x="992103" y="117139"/>
                    <a:pt x="982384" y="117139"/>
                  </a:cubicBezTo>
                  <a:lnTo>
                    <a:pt x="972665" y="117139"/>
                  </a:lnTo>
                  <a:cubicBezTo>
                    <a:pt x="972665" y="107420"/>
                    <a:pt x="982384" y="107420"/>
                    <a:pt x="972665" y="97446"/>
                  </a:cubicBezTo>
                  <a:cubicBezTo>
                    <a:pt x="962946" y="97446"/>
                    <a:pt x="962946" y="97446"/>
                    <a:pt x="962946" y="87727"/>
                  </a:cubicBezTo>
                  <a:cubicBezTo>
                    <a:pt x="972665" y="87727"/>
                    <a:pt x="962946" y="78008"/>
                    <a:pt x="962946" y="78008"/>
                  </a:cubicBezTo>
                  <a:lnTo>
                    <a:pt x="952972" y="68289"/>
                  </a:lnTo>
                  <a:cubicBezTo>
                    <a:pt x="962946" y="68289"/>
                    <a:pt x="992359" y="68289"/>
                    <a:pt x="972665" y="58570"/>
                  </a:cubicBezTo>
                  <a:cubicBezTo>
                    <a:pt x="972665" y="48851"/>
                    <a:pt x="972665" y="48851"/>
                    <a:pt x="962946" y="48851"/>
                  </a:cubicBezTo>
                  <a:cubicBezTo>
                    <a:pt x="962946" y="48851"/>
                    <a:pt x="962946" y="39132"/>
                    <a:pt x="952972" y="39132"/>
                  </a:cubicBezTo>
                  <a:lnTo>
                    <a:pt x="943253" y="29413"/>
                  </a:lnTo>
                  <a:cubicBezTo>
                    <a:pt x="943253" y="19694"/>
                    <a:pt x="943253" y="19694"/>
                    <a:pt x="943253" y="9719"/>
                  </a:cubicBezTo>
                  <a:cubicBezTo>
                    <a:pt x="923559" y="9719"/>
                    <a:pt x="923559" y="0"/>
                    <a:pt x="913840" y="0"/>
                  </a:cubicBezTo>
                  <a:cubicBezTo>
                    <a:pt x="903865" y="0"/>
                    <a:pt x="903865" y="9719"/>
                    <a:pt x="894146" y="9719"/>
                  </a:cubicBezTo>
                  <a:cubicBezTo>
                    <a:pt x="894146" y="0"/>
                    <a:pt x="894146" y="0"/>
                    <a:pt x="894146" y="0"/>
                  </a:cubicBezTo>
                  <a:cubicBezTo>
                    <a:pt x="894146" y="0"/>
                    <a:pt x="894146" y="0"/>
                    <a:pt x="884427" y="0"/>
                  </a:cubicBezTo>
                  <a:cubicBezTo>
                    <a:pt x="884427" y="0"/>
                    <a:pt x="874708" y="0"/>
                    <a:pt x="864734" y="0"/>
                  </a:cubicBezTo>
                  <a:cubicBezTo>
                    <a:pt x="864734" y="0"/>
                    <a:pt x="855015" y="0"/>
                    <a:pt x="855015" y="9719"/>
                  </a:cubicBezTo>
                  <a:cubicBezTo>
                    <a:pt x="845296" y="9719"/>
                    <a:pt x="835321" y="9719"/>
                    <a:pt x="825602" y="0"/>
                  </a:cubicBezTo>
                  <a:cubicBezTo>
                    <a:pt x="815883" y="0"/>
                    <a:pt x="805908" y="0"/>
                    <a:pt x="805908" y="9719"/>
                  </a:cubicBezTo>
                  <a:cubicBezTo>
                    <a:pt x="805908" y="9719"/>
                    <a:pt x="805908" y="29413"/>
                    <a:pt x="796189" y="29413"/>
                  </a:cubicBezTo>
                  <a:cubicBezTo>
                    <a:pt x="786470" y="29413"/>
                    <a:pt x="776496" y="29413"/>
                    <a:pt x="776496" y="29413"/>
                  </a:cubicBezTo>
                  <a:cubicBezTo>
                    <a:pt x="766521" y="29413"/>
                    <a:pt x="766521" y="29413"/>
                    <a:pt x="766521" y="29413"/>
                  </a:cubicBezTo>
                  <a:cubicBezTo>
                    <a:pt x="766521" y="19694"/>
                    <a:pt x="756802" y="29413"/>
                    <a:pt x="756802" y="29413"/>
                  </a:cubicBezTo>
                  <a:cubicBezTo>
                    <a:pt x="747083" y="29413"/>
                    <a:pt x="727389" y="19694"/>
                    <a:pt x="717414" y="29413"/>
                  </a:cubicBezTo>
                  <a:lnTo>
                    <a:pt x="688002" y="29413"/>
                  </a:lnTo>
                  <a:cubicBezTo>
                    <a:pt x="688002" y="29413"/>
                    <a:pt x="697721" y="29413"/>
                    <a:pt x="688002" y="39132"/>
                  </a:cubicBezTo>
                  <a:cubicBezTo>
                    <a:pt x="678027" y="39132"/>
                    <a:pt x="678027" y="39132"/>
                    <a:pt x="678027" y="48851"/>
                  </a:cubicBezTo>
                  <a:cubicBezTo>
                    <a:pt x="678027" y="48851"/>
                    <a:pt x="678027" y="48851"/>
                    <a:pt x="668308" y="58570"/>
                  </a:cubicBezTo>
                  <a:lnTo>
                    <a:pt x="668308" y="68289"/>
                  </a:lnTo>
                  <a:cubicBezTo>
                    <a:pt x="663448" y="73148"/>
                    <a:pt x="660891" y="75706"/>
                    <a:pt x="659612" y="76985"/>
                  </a:cubicBezTo>
                  <a:cubicBezTo>
                    <a:pt x="658333" y="78263"/>
                    <a:pt x="658333" y="78263"/>
                    <a:pt x="658333" y="78263"/>
                  </a:cubicBezTo>
                  <a:cubicBezTo>
                    <a:pt x="668052" y="87982"/>
                    <a:pt x="668052" y="78263"/>
                    <a:pt x="668052" y="87982"/>
                  </a:cubicBezTo>
                  <a:lnTo>
                    <a:pt x="668052" y="97701"/>
                  </a:lnTo>
                  <a:cubicBezTo>
                    <a:pt x="677771" y="97701"/>
                    <a:pt x="677771" y="107420"/>
                    <a:pt x="677771" y="107420"/>
                  </a:cubicBezTo>
                  <a:cubicBezTo>
                    <a:pt x="668052" y="107420"/>
                    <a:pt x="668052" y="107420"/>
                    <a:pt x="668052" y="117139"/>
                  </a:cubicBezTo>
                  <a:cubicBezTo>
                    <a:pt x="658333" y="107420"/>
                    <a:pt x="648358" y="107420"/>
                    <a:pt x="648358" y="97446"/>
                  </a:cubicBezTo>
                  <a:lnTo>
                    <a:pt x="638639" y="87727"/>
                  </a:lnTo>
                  <a:lnTo>
                    <a:pt x="609227" y="87727"/>
                  </a:lnTo>
                  <a:cubicBezTo>
                    <a:pt x="609227" y="87727"/>
                    <a:pt x="609227" y="97446"/>
                    <a:pt x="599508" y="97446"/>
                  </a:cubicBezTo>
                  <a:cubicBezTo>
                    <a:pt x="599508" y="87727"/>
                    <a:pt x="599508" y="87727"/>
                    <a:pt x="599508" y="87727"/>
                  </a:cubicBezTo>
                  <a:cubicBezTo>
                    <a:pt x="589789" y="87727"/>
                    <a:pt x="579814" y="97446"/>
                    <a:pt x="579814" y="97446"/>
                  </a:cubicBezTo>
                  <a:lnTo>
                    <a:pt x="570095" y="97446"/>
                  </a:lnTo>
                  <a:cubicBezTo>
                    <a:pt x="570095" y="97446"/>
                    <a:pt x="560376" y="97446"/>
                    <a:pt x="560376" y="87727"/>
                  </a:cubicBezTo>
                  <a:cubicBezTo>
                    <a:pt x="560376" y="87727"/>
                    <a:pt x="560376" y="87727"/>
                    <a:pt x="560376" y="78008"/>
                  </a:cubicBezTo>
                  <a:cubicBezTo>
                    <a:pt x="550657" y="78008"/>
                    <a:pt x="550657" y="78008"/>
                    <a:pt x="550657" y="78008"/>
                  </a:cubicBezTo>
                  <a:cubicBezTo>
                    <a:pt x="550657" y="68289"/>
                    <a:pt x="540938" y="68289"/>
                    <a:pt x="540938" y="78008"/>
                  </a:cubicBezTo>
                  <a:cubicBezTo>
                    <a:pt x="536079" y="78008"/>
                    <a:pt x="530963" y="78008"/>
                    <a:pt x="527383" y="79286"/>
                  </a:cubicBezTo>
                  <a:cubicBezTo>
                    <a:pt x="523802" y="80565"/>
                    <a:pt x="521244" y="82867"/>
                    <a:pt x="521244" y="87982"/>
                  </a:cubicBezTo>
                  <a:lnTo>
                    <a:pt x="521244" y="97701"/>
                  </a:lnTo>
                  <a:cubicBezTo>
                    <a:pt x="521244" y="87982"/>
                    <a:pt x="511525" y="97701"/>
                    <a:pt x="511525" y="87982"/>
                  </a:cubicBezTo>
                  <a:cubicBezTo>
                    <a:pt x="511525" y="78263"/>
                    <a:pt x="501806" y="78263"/>
                    <a:pt x="501806" y="78263"/>
                  </a:cubicBezTo>
                  <a:cubicBezTo>
                    <a:pt x="491832" y="78263"/>
                    <a:pt x="482113" y="87982"/>
                    <a:pt x="482113" y="78263"/>
                  </a:cubicBezTo>
                  <a:cubicBezTo>
                    <a:pt x="482113" y="78263"/>
                    <a:pt x="472394" y="78263"/>
                    <a:pt x="472394" y="68544"/>
                  </a:cubicBezTo>
                  <a:lnTo>
                    <a:pt x="472394" y="78263"/>
                  </a:lnTo>
                  <a:cubicBezTo>
                    <a:pt x="462675" y="87982"/>
                    <a:pt x="452700" y="78263"/>
                    <a:pt x="452700" y="78263"/>
                  </a:cubicBezTo>
                  <a:cubicBezTo>
                    <a:pt x="442981" y="68544"/>
                    <a:pt x="442981" y="78263"/>
                    <a:pt x="442981" y="87982"/>
                  </a:cubicBezTo>
                  <a:cubicBezTo>
                    <a:pt x="442981" y="87982"/>
                    <a:pt x="433006" y="97701"/>
                    <a:pt x="433006" y="87982"/>
                  </a:cubicBezTo>
                  <a:lnTo>
                    <a:pt x="433006" y="78263"/>
                  </a:lnTo>
                  <a:cubicBezTo>
                    <a:pt x="423287" y="78263"/>
                    <a:pt x="413313" y="68544"/>
                    <a:pt x="413313" y="78263"/>
                  </a:cubicBezTo>
                  <a:cubicBezTo>
                    <a:pt x="413313" y="78263"/>
                    <a:pt x="403594" y="78263"/>
                    <a:pt x="393619" y="78263"/>
                  </a:cubicBezTo>
                  <a:cubicBezTo>
                    <a:pt x="393619" y="78263"/>
                    <a:pt x="403594" y="78263"/>
                    <a:pt x="393619" y="68544"/>
                  </a:cubicBezTo>
                  <a:cubicBezTo>
                    <a:pt x="388759" y="68544"/>
                    <a:pt x="388759" y="65987"/>
                    <a:pt x="388759" y="63685"/>
                  </a:cubicBezTo>
                  <a:cubicBezTo>
                    <a:pt x="388759" y="61383"/>
                    <a:pt x="388759" y="58825"/>
                    <a:pt x="383900" y="58825"/>
                  </a:cubicBezTo>
                  <a:cubicBezTo>
                    <a:pt x="383900" y="58825"/>
                    <a:pt x="374181" y="58825"/>
                    <a:pt x="364206" y="58825"/>
                  </a:cubicBezTo>
                  <a:cubicBezTo>
                    <a:pt x="364206" y="58825"/>
                    <a:pt x="354487" y="58825"/>
                    <a:pt x="344512" y="58825"/>
                  </a:cubicBezTo>
                  <a:cubicBezTo>
                    <a:pt x="344512" y="58825"/>
                    <a:pt x="324819" y="58825"/>
                    <a:pt x="324819" y="49106"/>
                  </a:cubicBezTo>
                  <a:cubicBezTo>
                    <a:pt x="324819" y="49106"/>
                    <a:pt x="315100" y="49106"/>
                    <a:pt x="305125" y="49106"/>
                  </a:cubicBezTo>
                  <a:cubicBezTo>
                    <a:pt x="305125" y="49106"/>
                    <a:pt x="295406" y="49106"/>
                    <a:pt x="285431" y="49106"/>
                  </a:cubicBezTo>
                  <a:cubicBezTo>
                    <a:pt x="285431" y="49106"/>
                    <a:pt x="275712" y="39387"/>
                    <a:pt x="265737" y="39387"/>
                  </a:cubicBezTo>
                  <a:cubicBezTo>
                    <a:pt x="256018" y="39387"/>
                    <a:pt x="246044" y="49106"/>
                    <a:pt x="236325" y="39387"/>
                  </a:cubicBezTo>
                  <a:cubicBezTo>
                    <a:pt x="226606" y="39387"/>
                    <a:pt x="226606" y="39387"/>
                    <a:pt x="216631" y="39387"/>
                  </a:cubicBezTo>
                  <a:cubicBezTo>
                    <a:pt x="206656" y="49106"/>
                    <a:pt x="196937" y="49106"/>
                    <a:pt x="187218" y="49106"/>
                  </a:cubicBezTo>
                  <a:cubicBezTo>
                    <a:pt x="177499" y="49106"/>
                    <a:pt x="177499" y="49106"/>
                    <a:pt x="167525" y="49106"/>
                  </a:cubicBezTo>
                  <a:cubicBezTo>
                    <a:pt x="157550" y="49106"/>
                    <a:pt x="157550" y="49106"/>
                    <a:pt x="157550" y="58825"/>
                  </a:cubicBezTo>
                  <a:cubicBezTo>
                    <a:pt x="147831" y="58825"/>
                    <a:pt x="147831" y="68544"/>
                    <a:pt x="137856" y="68544"/>
                  </a:cubicBezTo>
                  <a:cubicBezTo>
                    <a:pt x="137856" y="78263"/>
                    <a:pt x="128137" y="78263"/>
                    <a:pt x="118162" y="78263"/>
                  </a:cubicBezTo>
                  <a:cubicBezTo>
                    <a:pt x="118162" y="68544"/>
                    <a:pt x="108443" y="68544"/>
                    <a:pt x="108443" y="68544"/>
                  </a:cubicBezTo>
                  <a:cubicBezTo>
                    <a:pt x="108443" y="68544"/>
                    <a:pt x="98724" y="68544"/>
                    <a:pt x="98724" y="78263"/>
                  </a:cubicBezTo>
                  <a:lnTo>
                    <a:pt x="98724" y="87982"/>
                  </a:lnTo>
                  <a:cubicBezTo>
                    <a:pt x="98724" y="87982"/>
                    <a:pt x="108443" y="97701"/>
                    <a:pt x="98724" y="97701"/>
                  </a:cubicBezTo>
                  <a:cubicBezTo>
                    <a:pt x="98724" y="107420"/>
                    <a:pt x="108443" y="107420"/>
                    <a:pt x="108443" y="117395"/>
                  </a:cubicBezTo>
                  <a:cubicBezTo>
                    <a:pt x="108443" y="117395"/>
                    <a:pt x="118162" y="117395"/>
                    <a:pt x="118162" y="127114"/>
                  </a:cubicBezTo>
                  <a:cubicBezTo>
                    <a:pt x="118162" y="127114"/>
                    <a:pt x="128137" y="127114"/>
                    <a:pt x="128137" y="136833"/>
                  </a:cubicBezTo>
                  <a:cubicBezTo>
                    <a:pt x="128137" y="146552"/>
                    <a:pt x="137856" y="146552"/>
                    <a:pt x="137856" y="146552"/>
                  </a:cubicBezTo>
                  <a:cubicBezTo>
                    <a:pt x="147575" y="156271"/>
                    <a:pt x="147575" y="156271"/>
                    <a:pt x="137856" y="156271"/>
                  </a:cubicBezTo>
                  <a:cubicBezTo>
                    <a:pt x="128137" y="156271"/>
                    <a:pt x="137856" y="165990"/>
                    <a:pt x="137856" y="165990"/>
                  </a:cubicBezTo>
                  <a:cubicBezTo>
                    <a:pt x="147575" y="175709"/>
                    <a:pt x="147575" y="185684"/>
                    <a:pt x="147575" y="185684"/>
                  </a:cubicBezTo>
                  <a:cubicBezTo>
                    <a:pt x="137856" y="195403"/>
                    <a:pt x="147575" y="205377"/>
                    <a:pt x="127881" y="205377"/>
                  </a:cubicBezTo>
                  <a:cubicBezTo>
                    <a:pt x="117907" y="205377"/>
                    <a:pt x="117907" y="205377"/>
                    <a:pt x="108188" y="215096"/>
                  </a:cubicBezTo>
                  <a:cubicBezTo>
                    <a:pt x="98469" y="215096"/>
                    <a:pt x="88494" y="224815"/>
                    <a:pt x="88494" y="234790"/>
                  </a:cubicBezTo>
                  <a:cubicBezTo>
                    <a:pt x="78775" y="244509"/>
                    <a:pt x="68800" y="244509"/>
                    <a:pt x="59081" y="254484"/>
                  </a:cubicBezTo>
                  <a:cubicBezTo>
                    <a:pt x="59081" y="264203"/>
                    <a:pt x="49362" y="274177"/>
                    <a:pt x="39387" y="283896"/>
                  </a:cubicBezTo>
                  <a:cubicBezTo>
                    <a:pt x="29668" y="283896"/>
                    <a:pt x="39387" y="293615"/>
                    <a:pt x="39387" y="303590"/>
                  </a:cubicBezTo>
                  <a:cubicBezTo>
                    <a:pt x="39387" y="313309"/>
                    <a:pt x="39387" y="313309"/>
                    <a:pt x="39387" y="323284"/>
                  </a:cubicBezTo>
                  <a:cubicBezTo>
                    <a:pt x="39387" y="333003"/>
                    <a:pt x="49106" y="333003"/>
                    <a:pt x="49106" y="333003"/>
                  </a:cubicBezTo>
                  <a:lnTo>
                    <a:pt x="58825" y="342722"/>
                  </a:lnTo>
                  <a:cubicBezTo>
                    <a:pt x="49106" y="352441"/>
                    <a:pt x="49106" y="342722"/>
                    <a:pt x="39132" y="342722"/>
                  </a:cubicBezTo>
                  <a:cubicBezTo>
                    <a:pt x="39132" y="342722"/>
                    <a:pt x="39132" y="342722"/>
                    <a:pt x="29413" y="342722"/>
                  </a:cubicBezTo>
                  <a:cubicBezTo>
                    <a:pt x="29413" y="342722"/>
                    <a:pt x="29413" y="342722"/>
                    <a:pt x="29413" y="352441"/>
                  </a:cubicBezTo>
                  <a:cubicBezTo>
                    <a:pt x="19438" y="352441"/>
                    <a:pt x="19438" y="362160"/>
                    <a:pt x="19438" y="362160"/>
                  </a:cubicBezTo>
                  <a:cubicBezTo>
                    <a:pt x="9719" y="371879"/>
                    <a:pt x="19438" y="371879"/>
                    <a:pt x="9719" y="381854"/>
                  </a:cubicBezTo>
                  <a:cubicBezTo>
                    <a:pt x="9719" y="381854"/>
                    <a:pt x="0" y="381854"/>
                    <a:pt x="0" y="391573"/>
                  </a:cubicBezTo>
                  <a:cubicBezTo>
                    <a:pt x="0" y="391573"/>
                    <a:pt x="0" y="401291"/>
                    <a:pt x="0" y="411266"/>
                  </a:cubicBezTo>
                  <a:cubicBezTo>
                    <a:pt x="0" y="411266"/>
                    <a:pt x="0" y="401547"/>
                    <a:pt x="9719" y="411266"/>
                  </a:cubicBezTo>
                  <a:cubicBezTo>
                    <a:pt x="9719" y="411266"/>
                    <a:pt x="9719" y="411266"/>
                    <a:pt x="9719" y="420985"/>
                  </a:cubicBezTo>
                  <a:cubicBezTo>
                    <a:pt x="19438" y="420985"/>
                    <a:pt x="19438" y="430704"/>
                    <a:pt x="29413" y="430704"/>
                  </a:cubicBezTo>
                  <a:cubicBezTo>
                    <a:pt x="29413" y="430704"/>
                    <a:pt x="39132" y="430704"/>
                    <a:pt x="39132" y="440423"/>
                  </a:cubicBezTo>
                  <a:cubicBezTo>
                    <a:pt x="39132" y="440423"/>
                    <a:pt x="48851" y="440423"/>
                    <a:pt x="58825" y="440423"/>
                  </a:cubicBezTo>
                  <a:cubicBezTo>
                    <a:pt x="68800" y="440423"/>
                    <a:pt x="58825" y="450142"/>
                    <a:pt x="58825" y="460117"/>
                  </a:cubicBezTo>
                  <a:cubicBezTo>
                    <a:pt x="68800" y="460117"/>
                    <a:pt x="68800" y="450398"/>
                    <a:pt x="68800" y="450398"/>
                  </a:cubicBezTo>
                  <a:cubicBezTo>
                    <a:pt x="78519" y="450398"/>
                    <a:pt x="78519" y="460117"/>
                    <a:pt x="78519" y="450398"/>
                  </a:cubicBezTo>
                  <a:cubicBezTo>
                    <a:pt x="88238" y="440679"/>
                    <a:pt x="88238" y="440679"/>
                    <a:pt x="98213" y="440679"/>
                  </a:cubicBezTo>
                  <a:cubicBezTo>
                    <a:pt x="98213" y="450398"/>
                    <a:pt x="98213" y="450398"/>
                    <a:pt x="107932" y="450398"/>
                  </a:cubicBezTo>
                  <a:cubicBezTo>
                    <a:pt x="117651" y="450398"/>
                    <a:pt x="117651" y="450398"/>
                    <a:pt x="127626" y="450398"/>
                  </a:cubicBezTo>
                  <a:cubicBezTo>
                    <a:pt x="127626" y="450398"/>
                    <a:pt x="137345" y="450398"/>
                    <a:pt x="147319" y="460117"/>
                  </a:cubicBezTo>
                  <a:lnTo>
                    <a:pt x="157038" y="460117"/>
                  </a:lnTo>
                  <a:cubicBezTo>
                    <a:pt x="167013" y="460117"/>
                    <a:pt x="167013" y="460117"/>
                    <a:pt x="176732" y="460117"/>
                  </a:cubicBezTo>
                  <a:cubicBezTo>
                    <a:pt x="186451" y="460117"/>
                    <a:pt x="186451" y="460117"/>
                    <a:pt x="196426" y="460117"/>
                  </a:cubicBezTo>
                  <a:cubicBezTo>
                    <a:pt x="206145" y="460117"/>
                    <a:pt x="206145" y="460117"/>
                    <a:pt x="216119" y="460117"/>
                  </a:cubicBezTo>
                  <a:cubicBezTo>
                    <a:pt x="216119" y="469836"/>
                    <a:pt x="225838" y="469836"/>
                    <a:pt x="225838" y="469836"/>
                  </a:cubicBezTo>
                  <a:cubicBezTo>
                    <a:pt x="235557" y="479555"/>
                    <a:pt x="235557" y="479555"/>
                    <a:pt x="245532" y="479555"/>
                  </a:cubicBezTo>
                  <a:cubicBezTo>
                    <a:pt x="255507" y="479555"/>
                    <a:pt x="255507" y="469836"/>
                    <a:pt x="255507" y="469836"/>
                  </a:cubicBezTo>
                  <a:cubicBezTo>
                    <a:pt x="265226" y="460117"/>
                    <a:pt x="275201" y="460117"/>
                    <a:pt x="284920" y="460117"/>
                  </a:cubicBezTo>
                  <a:cubicBezTo>
                    <a:pt x="284920" y="460117"/>
                    <a:pt x="294639" y="460117"/>
                    <a:pt x="304613" y="460117"/>
                  </a:cubicBezTo>
                  <a:cubicBezTo>
                    <a:pt x="304613" y="460117"/>
                    <a:pt x="314588" y="450398"/>
                    <a:pt x="324307" y="450398"/>
                  </a:cubicBezTo>
                  <a:cubicBezTo>
                    <a:pt x="334026" y="450398"/>
                    <a:pt x="344001" y="450398"/>
                    <a:pt x="344001" y="450398"/>
                  </a:cubicBezTo>
                  <a:cubicBezTo>
                    <a:pt x="344001" y="440679"/>
                    <a:pt x="344001" y="430704"/>
                    <a:pt x="353976" y="430704"/>
                  </a:cubicBezTo>
                  <a:lnTo>
                    <a:pt x="363695" y="430704"/>
                  </a:lnTo>
                  <a:cubicBezTo>
                    <a:pt x="373414" y="430704"/>
                    <a:pt x="373414" y="420985"/>
                    <a:pt x="383388" y="420985"/>
                  </a:cubicBezTo>
                  <a:cubicBezTo>
                    <a:pt x="383388" y="411266"/>
                    <a:pt x="393107" y="430704"/>
                    <a:pt x="393107" y="420985"/>
                  </a:cubicBezTo>
                  <a:cubicBezTo>
                    <a:pt x="393107" y="411266"/>
                    <a:pt x="383388" y="411266"/>
                    <a:pt x="393107" y="411266"/>
                  </a:cubicBezTo>
                  <a:cubicBezTo>
                    <a:pt x="393107" y="411266"/>
                    <a:pt x="412801" y="420985"/>
                    <a:pt x="412801" y="411266"/>
                  </a:cubicBezTo>
                  <a:lnTo>
                    <a:pt x="422520" y="411266"/>
                  </a:lnTo>
                  <a:cubicBezTo>
                    <a:pt x="432239" y="411266"/>
                    <a:pt x="432239" y="411266"/>
                    <a:pt x="432239" y="411266"/>
                  </a:cubicBezTo>
                  <a:cubicBezTo>
                    <a:pt x="442214" y="401547"/>
                    <a:pt x="442214" y="411266"/>
                    <a:pt x="442214" y="401547"/>
                  </a:cubicBezTo>
                  <a:cubicBezTo>
                    <a:pt x="451933" y="401547"/>
                    <a:pt x="451933" y="401547"/>
                    <a:pt x="451933" y="401547"/>
                  </a:cubicBezTo>
                  <a:cubicBezTo>
                    <a:pt x="461652" y="411266"/>
                    <a:pt x="461652" y="401547"/>
                    <a:pt x="471626" y="411266"/>
                  </a:cubicBezTo>
                  <a:lnTo>
                    <a:pt x="481345" y="411266"/>
                  </a:lnTo>
                  <a:cubicBezTo>
                    <a:pt x="491064" y="420985"/>
                    <a:pt x="501039" y="420985"/>
                    <a:pt x="501039" y="430960"/>
                  </a:cubicBezTo>
                  <a:cubicBezTo>
                    <a:pt x="510758" y="430960"/>
                    <a:pt x="510758" y="430960"/>
                    <a:pt x="510758" y="430960"/>
                  </a:cubicBezTo>
                  <a:cubicBezTo>
                    <a:pt x="510758" y="430960"/>
                    <a:pt x="520477" y="421241"/>
                    <a:pt x="520477" y="430960"/>
                  </a:cubicBezTo>
                  <a:cubicBezTo>
                    <a:pt x="520477" y="440679"/>
                    <a:pt x="520477" y="440679"/>
                    <a:pt x="520477" y="440679"/>
                  </a:cubicBezTo>
                  <a:cubicBezTo>
                    <a:pt x="530196" y="430960"/>
                    <a:pt x="530196" y="450398"/>
                    <a:pt x="530196" y="440679"/>
                  </a:cubicBezTo>
                  <a:cubicBezTo>
                    <a:pt x="530196" y="440679"/>
                    <a:pt x="532754" y="440679"/>
                    <a:pt x="535056" y="439400"/>
                  </a:cubicBezTo>
                  <a:cubicBezTo>
                    <a:pt x="537613" y="438121"/>
                    <a:pt x="539915" y="435819"/>
                    <a:pt x="539915" y="430704"/>
                  </a:cubicBezTo>
                  <a:cubicBezTo>
                    <a:pt x="539915" y="430704"/>
                    <a:pt x="549634" y="440423"/>
                    <a:pt x="559609" y="440423"/>
                  </a:cubicBezTo>
                  <a:cubicBezTo>
                    <a:pt x="559609" y="440423"/>
                    <a:pt x="579302" y="469836"/>
                    <a:pt x="579302" y="460117"/>
                  </a:cubicBezTo>
                  <a:cubicBezTo>
                    <a:pt x="589277" y="450398"/>
                    <a:pt x="598996" y="469836"/>
                    <a:pt x="598996" y="469836"/>
                  </a:cubicBezTo>
                  <a:cubicBezTo>
                    <a:pt x="589277" y="469836"/>
                    <a:pt x="598996" y="479555"/>
                    <a:pt x="598996" y="479555"/>
                  </a:cubicBezTo>
                  <a:lnTo>
                    <a:pt x="598996" y="489274"/>
                  </a:lnTo>
                  <a:cubicBezTo>
                    <a:pt x="598996" y="498993"/>
                    <a:pt x="589277" y="498993"/>
                    <a:pt x="589277" y="498993"/>
                  </a:cubicBezTo>
                  <a:cubicBezTo>
                    <a:pt x="598996" y="508712"/>
                    <a:pt x="598996" y="508712"/>
                    <a:pt x="598996" y="508712"/>
                  </a:cubicBezTo>
                  <a:cubicBezTo>
                    <a:pt x="608715" y="508712"/>
                    <a:pt x="618690" y="528406"/>
                    <a:pt x="618690" y="528406"/>
                  </a:cubicBezTo>
                  <a:cubicBezTo>
                    <a:pt x="628665" y="528406"/>
                    <a:pt x="628665" y="518687"/>
                    <a:pt x="628665" y="518687"/>
                  </a:cubicBezTo>
                  <a:lnTo>
                    <a:pt x="638384" y="528406"/>
                  </a:lnTo>
                  <a:cubicBezTo>
                    <a:pt x="638384" y="528406"/>
                    <a:pt x="628665" y="528406"/>
                    <a:pt x="628665" y="538124"/>
                  </a:cubicBezTo>
                  <a:cubicBezTo>
                    <a:pt x="628665" y="538124"/>
                    <a:pt x="638384" y="547843"/>
                    <a:pt x="628665" y="547843"/>
                  </a:cubicBezTo>
                  <a:lnTo>
                    <a:pt x="638384" y="547843"/>
                  </a:lnTo>
                  <a:cubicBezTo>
                    <a:pt x="638384" y="557562"/>
                    <a:pt x="638384" y="557562"/>
                    <a:pt x="638384" y="557562"/>
                  </a:cubicBezTo>
                  <a:cubicBezTo>
                    <a:pt x="638384" y="567281"/>
                    <a:pt x="648103" y="567281"/>
                    <a:pt x="648103" y="567281"/>
                  </a:cubicBezTo>
                  <a:cubicBezTo>
                    <a:pt x="648103" y="567281"/>
                    <a:pt x="648103" y="567281"/>
                    <a:pt x="657822" y="567281"/>
                  </a:cubicBezTo>
                  <a:lnTo>
                    <a:pt x="667541" y="577000"/>
                  </a:lnTo>
                  <a:cubicBezTo>
                    <a:pt x="667541" y="586719"/>
                    <a:pt x="677260" y="596694"/>
                    <a:pt x="677260" y="606413"/>
                  </a:cubicBezTo>
                  <a:cubicBezTo>
                    <a:pt x="677260" y="616132"/>
                    <a:pt x="677260" y="616132"/>
                    <a:pt x="687234" y="616132"/>
                  </a:cubicBezTo>
                  <a:cubicBezTo>
                    <a:pt x="687234" y="616132"/>
                    <a:pt x="687234" y="616132"/>
                    <a:pt x="687234" y="625851"/>
                  </a:cubicBezTo>
                  <a:cubicBezTo>
                    <a:pt x="687234" y="625851"/>
                    <a:pt x="696953" y="616132"/>
                    <a:pt x="696953" y="625851"/>
                  </a:cubicBezTo>
                  <a:cubicBezTo>
                    <a:pt x="696953" y="625851"/>
                    <a:pt x="706672" y="635570"/>
                    <a:pt x="706672" y="625851"/>
                  </a:cubicBezTo>
                  <a:cubicBezTo>
                    <a:pt x="706672" y="625851"/>
                    <a:pt x="706672" y="635570"/>
                    <a:pt x="716391" y="635570"/>
                  </a:cubicBezTo>
                  <a:lnTo>
                    <a:pt x="716391" y="645289"/>
                  </a:lnTo>
                  <a:cubicBezTo>
                    <a:pt x="716391" y="645289"/>
                    <a:pt x="722785" y="645289"/>
                    <a:pt x="725343" y="650404"/>
                  </a:cubicBezTo>
                  <a:cubicBezTo>
                    <a:pt x="731481" y="644522"/>
                    <a:pt x="736085" y="635314"/>
                    <a:pt x="736085" y="635314"/>
                  </a:cubicBezTo>
                  <a:lnTo>
                    <a:pt x="736085" y="625595"/>
                  </a:lnTo>
                  <a:cubicBezTo>
                    <a:pt x="740945" y="625595"/>
                    <a:pt x="743502" y="623038"/>
                    <a:pt x="744781" y="620736"/>
                  </a:cubicBezTo>
                  <a:cubicBezTo>
                    <a:pt x="746060" y="618178"/>
                    <a:pt x="746060" y="615876"/>
                    <a:pt x="746060" y="615876"/>
                  </a:cubicBezTo>
                  <a:cubicBezTo>
                    <a:pt x="736341" y="606157"/>
                    <a:pt x="746060" y="606157"/>
                    <a:pt x="755779" y="596183"/>
                  </a:cubicBezTo>
                  <a:lnTo>
                    <a:pt x="795166" y="596183"/>
                  </a:lnTo>
                  <a:cubicBezTo>
                    <a:pt x="804885" y="596183"/>
                    <a:pt x="804885" y="596183"/>
                    <a:pt x="804885" y="596183"/>
                  </a:cubicBezTo>
                  <a:cubicBezTo>
                    <a:pt x="814860" y="596183"/>
                    <a:pt x="814860" y="596183"/>
                    <a:pt x="814860" y="596183"/>
                  </a:cubicBezTo>
                  <a:cubicBezTo>
                    <a:pt x="814860" y="596183"/>
                    <a:pt x="834554" y="605902"/>
                    <a:pt x="834554" y="586464"/>
                  </a:cubicBezTo>
                  <a:cubicBezTo>
                    <a:pt x="834554" y="586464"/>
                    <a:pt x="824835" y="576745"/>
                    <a:pt x="834554" y="576745"/>
                  </a:cubicBezTo>
                  <a:cubicBezTo>
                    <a:pt x="834554" y="586464"/>
                    <a:pt x="844273" y="596438"/>
                    <a:pt x="844273" y="596438"/>
                  </a:cubicBezTo>
                  <a:cubicBezTo>
                    <a:pt x="853992" y="596438"/>
                    <a:pt x="853992" y="606157"/>
                    <a:pt x="853992" y="606157"/>
                  </a:cubicBezTo>
                  <a:cubicBezTo>
                    <a:pt x="863711" y="596438"/>
                    <a:pt x="873685" y="606157"/>
                    <a:pt x="883404" y="606157"/>
                  </a:cubicBezTo>
                  <a:cubicBezTo>
                    <a:pt x="883404" y="615876"/>
                    <a:pt x="863711" y="615876"/>
                    <a:pt x="863711" y="606157"/>
                  </a:cubicBezTo>
                  <a:lnTo>
                    <a:pt x="804885" y="606157"/>
                  </a:lnTo>
                  <a:cubicBezTo>
                    <a:pt x="804885" y="606157"/>
                    <a:pt x="814860" y="606157"/>
                    <a:pt x="814860" y="615876"/>
                  </a:cubicBezTo>
                  <a:cubicBezTo>
                    <a:pt x="814860" y="606157"/>
                    <a:pt x="824579" y="606157"/>
                    <a:pt x="834554" y="615876"/>
                  </a:cubicBezTo>
                  <a:lnTo>
                    <a:pt x="844273" y="615876"/>
                  </a:lnTo>
                  <a:cubicBezTo>
                    <a:pt x="844273" y="615876"/>
                    <a:pt x="853992" y="615876"/>
                    <a:pt x="853992" y="625595"/>
                  </a:cubicBezTo>
                  <a:lnTo>
                    <a:pt x="834298" y="625595"/>
                  </a:lnTo>
                  <a:cubicBezTo>
                    <a:pt x="844017" y="625595"/>
                    <a:pt x="844017" y="635314"/>
                    <a:pt x="844017" y="635314"/>
                  </a:cubicBezTo>
                  <a:lnTo>
                    <a:pt x="853736" y="635314"/>
                  </a:lnTo>
                  <a:cubicBezTo>
                    <a:pt x="863455" y="635314"/>
                    <a:pt x="863455" y="645033"/>
                    <a:pt x="873430" y="645033"/>
                  </a:cubicBezTo>
                  <a:cubicBezTo>
                    <a:pt x="863455" y="645033"/>
                    <a:pt x="873430" y="654752"/>
                    <a:pt x="883149" y="654752"/>
                  </a:cubicBezTo>
                  <a:cubicBezTo>
                    <a:pt x="892868" y="654752"/>
                    <a:pt x="892868" y="654752"/>
                    <a:pt x="902842" y="645033"/>
                  </a:cubicBezTo>
                  <a:cubicBezTo>
                    <a:pt x="912817" y="645033"/>
                    <a:pt x="942230" y="654752"/>
                    <a:pt x="932255" y="645033"/>
                  </a:cubicBezTo>
                  <a:cubicBezTo>
                    <a:pt x="941974" y="645033"/>
                    <a:pt x="941974" y="645033"/>
                    <a:pt x="941974" y="645033"/>
                  </a:cubicBezTo>
                  <a:cubicBezTo>
                    <a:pt x="951693" y="645033"/>
                    <a:pt x="951693" y="645033"/>
                    <a:pt x="951693" y="635314"/>
                  </a:cubicBezTo>
                  <a:cubicBezTo>
                    <a:pt x="951693" y="645033"/>
                    <a:pt x="951693" y="645033"/>
                    <a:pt x="951693" y="645033"/>
                  </a:cubicBezTo>
                  <a:cubicBezTo>
                    <a:pt x="951693" y="645033"/>
                    <a:pt x="961668" y="645033"/>
                    <a:pt x="961668" y="654752"/>
                  </a:cubicBezTo>
                  <a:cubicBezTo>
                    <a:pt x="961668" y="645033"/>
                    <a:pt x="961668" y="654752"/>
                    <a:pt x="971387" y="654752"/>
                  </a:cubicBezTo>
                  <a:cubicBezTo>
                    <a:pt x="971387" y="654752"/>
                    <a:pt x="971387" y="654752"/>
                    <a:pt x="981106" y="654752"/>
                  </a:cubicBezTo>
                  <a:cubicBezTo>
                    <a:pt x="976246" y="650148"/>
                    <a:pt x="978548" y="645289"/>
                    <a:pt x="981873" y="643754"/>
                  </a:cubicBezTo>
                  <a:lnTo>
                    <a:pt x="984431" y="630966"/>
                  </a:lnTo>
                  <a:lnTo>
                    <a:pt x="992615" y="635314"/>
                  </a:lnTo>
                  <a:close/>
                  <a:moveTo>
                    <a:pt x="801816" y="585441"/>
                  </a:moveTo>
                  <a:cubicBezTo>
                    <a:pt x="799258" y="584418"/>
                    <a:pt x="796445" y="582116"/>
                    <a:pt x="796189" y="577512"/>
                  </a:cubicBezTo>
                  <a:cubicBezTo>
                    <a:pt x="796445" y="579814"/>
                    <a:pt x="797980" y="584418"/>
                    <a:pt x="805908" y="576489"/>
                  </a:cubicBezTo>
                  <a:cubicBezTo>
                    <a:pt x="807954" y="576489"/>
                    <a:pt x="808722" y="576745"/>
                    <a:pt x="808722" y="577512"/>
                  </a:cubicBezTo>
                  <a:cubicBezTo>
                    <a:pt x="808722" y="579046"/>
                    <a:pt x="805141" y="581860"/>
                    <a:pt x="801816" y="585441"/>
                  </a:cubicBezTo>
                  <a:close/>
                  <a:moveTo>
                    <a:pt x="825602" y="556795"/>
                  </a:moveTo>
                  <a:lnTo>
                    <a:pt x="825602" y="547076"/>
                  </a:lnTo>
                  <a:cubicBezTo>
                    <a:pt x="825602" y="542217"/>
                    <a:pt x="825602" y="539659"/>
                    <a:pt x="824323" y="538380"/>
                  </a:cubicBezTo>
                  <a:cubicBezTo>
                    <a:pt x="823044" y="537101"/>
                    <a:pt x="820742" y="537101"/>
                    <a:pt x="815627" y="537101"/>
                  </a:cubicBezTo>
                  <a:cubicBezTo>
                    <a:pt x="825346" y="537101"/>
                    <a:pt x="825346" y="537101"/>
                    <a:pt x="825346" y="537101"/>
                  </a:cubicBezTo>
                  <a:cubicBezTo>
                    <a:pt x="825346" y="546820"/>
                    <a:pt x="835065" y="546820"/>
                    <a:pt x="835065" y="546820"/>
                  </a:cubicBezTo>
                  <a:cubicBezTo>
                    <a:pt x="825602" y="556284"/>
                    <a:pt x="825346" y="556539"/>
                    <a:pt x="833786" y="556539"/>
                  </a:cubicBezTo>
                  <a:lnTo>
                    <a:pt x="825602" y="556539"/>
                  </a:lnTo>
                  <a:close/>
                  <a:moveTo>
                    <a:pt x="835832" y="575977"/>
                  </a:moveTo>
                  <a:cubicBezTo>
                    <a:pt x="837623" y="574187"/>
                    <a:pt x="844017" y="566514"/>
                    <a:pt x="835321" y="566514"/>
                  </a:cubicBezTo>
                  <a:cubicBezTo>
                    <a:pt x="831996" y="566514"/>
                    <a:pt x="830973" y="565491"/>
                    <a:pt x="830973" y="563957"/>
                  </a:cubicBezTo>
                  <a:cubicBezTo>
                    <a:pt x="830973" y="561143"/>
                    <a:pt x="835321" y="556795"/>
                    <a:pt x="835321" y="556795"/>
                  </a:cubicBezTo>
                  <a:cubicBezTo>
                    <a:pt x="845040" y="556795"/>
                    <a:pt x="835321" y="566514"/>
                    <a:pt x="835321" y="566514"/>
                  </a:cubicBezTo>
                  <a:cubicBezTo>
                    <a:pt x="845040" y="566514"/>
                    <a:pt x="845296" y="566514"/>
                    <a:pt x="835832" y="57597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45" name="Uganda">
              <a:extLst>
                <a:ext uri="{FF2B5EF4-FFF2-40B4-BE49-F238E27FC236}">
                  <a16:creationId xmlns:a16="http://schemas.microsoft.com/office/drawing/2014/main" id="{7599AA54-052A-80D7-808C-EC05BE330DA7}"/>
                </a:ext>
              </a:extLst>
            </p:cNvPr>
            <p:cNvSpPr>
              <a:spLocks/>
            </p:cNvSpPr>
            <p:nvPr/>
          </p:nvSpPr>
          <p:spPr bwMode="auto">
            <a:xfrm>
              <a:off x="6710173" y="3880664"/>
              <a:ext cx="187211" cy="220537"/>
            </a:xfrm>
            <a:custGeom>
              <a:avLst/>
              <a:gdLst/>
              <a:ahLst/>
              <a:cxnLst>
                <a:cxn ang="0">
                  <a:pos x="52" y="22"/>
                </a:cxn>
                <a:cxn ang="0">
                  <a:pos x="52" y="18"/>
                </a:cxn>
                <a:cxn ang="0">
                  <a:pos x="50" y="15"/>
                </a:cxn>
                <a:cxn ang="0">
                  <a:pos x="47" y="10"/>
                </a:cxn>
                <a:cxn ang="0">
                  <a:pos x="47" y="5"/>
                </a:cxn>
                <a:cxn ang="0">
                  <a:pos x="45" y="4"/>
                </a:cxn>
                <a:cxn ang="0">
                  <a:pos x="44" y="2"/>
                </a:cxn>
                <a:cxn ang="0">
                  <a:pos x="39" y="5"/>
                </a:cxn>
                <a:cxn ang="0">
                  <a:pos x="32" y="4"/>
                </a:cxn>
                <a:cxn ang="0">
                  <a:pos x="25" y="7"/>
                </a:cxn>
                <a:cxn ang="0">
                  <a:pos x="21" y="5"/>
                </a:cxn>
                <a:cxn ang="0">
                  <a:pos x="13" y="8"/>
                </a:cxn>
                <a:cxn ang="0">
                  <a:pos x="12" y="13"/>
                </a:cxn>
                <a:cxn ang="0">
                  <a:pos x="12" y="19"/>
                </a:cxn>
                <a:cxn ang="0">
                  <a:pos x="14" y="20"/>
                </a:cxn>
                <a:cxn ang="0">
                  <a:pos x="17" y="23"/>
                </a:cxn>
                <a:cxn ang="0">
                  <a:pos x="8" y="33"/>
                </a:cxn>
                <a:cxn ang="0">
                  <a:pos x="7" y="35"/>
                </a:cxn>
                <a:cxn ang="0">
                  <a:pos x="3" y="43"/>
                </a:cxn>
                <a:cxn ang="0">
                  <a:pos x="1" y="50"/>
                </a:cxn>
                <a:cxn ang="0">
                  <a:pos x="1" y="55"/>
                </a:cxn>
                <a:cxn ang="0">
                  <a:pos x="1" y="61"/>
                </a:cxn>
                <a:cxn ang="0">
                  <a:pos x="4" y="62"/>
                </a:cxn>
                <a:cxn ang="0">
                  <a:pos x="7" y="60"/>
                </a:cxn>
                <a:cxn ang="0">
                  <a:pos x="9" y="58"/>
                </a:cxn>
                <a:cxn ang="0">
                  <a:pos x="22" y="57"/>
                </a:cxn>
                <a:cxn ang="0">
                  <a:pos x="22" y="53"/>
                </a:cxn>
                <a:cxn ang="0">
                  <a:pos x="24" y="50"/>
                </a:cxn>
                <a:cxn ang="0">
                  <a:pos x="24" y="47"/>
                </a:cxn>
                <a:cxn ang="0">
                  <a:pos x="27" y="47"/>
                </a:cxn>
                <a:cxn ang="0">
                  <a:pos x="28" y="47"/>
                </a:cxn>
                <a:cxn ang="0">
                  <a:pos x="28" y="46"/>
                </a:cxn>
                <a:cxn ang="0">
                  <a:pos x="30" y="46"/>
                </a:cxn>
                <a:cxn ang="0">
                  <a:pos x="30" y="44"/>
                </a:cxn>
                <a:cxn ang="0">
                  <a:pos x="31" y="44"/>
                </a:cxn>
                <a:cxn ang="0">
                  <a:pos x="31" y="45"/>
                </a:cxn>
                <a:cxn ang="0">
                  <a:pos x="33" y="44"/>
                </a:cxn>
                <a:cxn ang="0">
                  <a:pos x="34" y="44"/>
                </a:cxn>
                <a:cxn ang="0">
                  <a:pos x="36" y="42"/>
                </a:cxn>
                <a:cxn ang="0">
                  <a:pos x="37" y="41"/>
                </a:cxn>
                <a:cxn ang="0">
                  <a:pos x="37" y="42"/>
                </a:cxn>
                <a:cxn ang="0">
                  <a:pos x="38" y="43"/>
                </a:cxn>
                <a:cxn ang="0">
                  <a:pos x="39" y="44"/>
                </a:cxn>
                <a:cxn ang="0">
                  <a:pos x="40" y="43"/>
                </a:cxn>
                <a:cxn ang="0">
                  <a:pos x="41" y="44"/>
                </a:cxn>
                <a:cxn ang="0">
                  <a:pos x="42" y="44"/>
                </a:cxn>
                <a:cxn ang="0">
                  <a:pos x="45" y="41"/>
                </a:cxn>
                <a:cxn ang="0">
                  <a:pos x="46" y="38"/>
                </a:cxn>
                <a:cxn ang="0">
                  <a:pos x="50" y="33"/>
                </a:cxn>
                <a:cxn ang="0">
                  <a:pos x="52" y="31"/>
                </a:cxn>
                <a:cxn ang="0">
                  <a:pos x="53" y="27"/>
                </a:cxn>
              </a:cxnLst>
              <a:rect l="0" t="0" r="r" b="b"/>
              <a:pathLst>
                <a:path w="53" h="62">
                  <a:moveTo>
                    <a:pt x="53" y="25"/>
                  </a:moveTo>
                  <a:cubicBezTo>
                    <a:pt x="53" y="24"/>
                    <a:pt x="53" y="24"/>
                    <a:pt x="53" y="23"/>
                  </a:cubicBezTo>
                  <a:cubicBezTo>
                    <a:pt x="53" y="23"/>
                    <a:pt x="53" y="22"/>
                    <a:pt x="52" y="22"/>
                  </a:cubicBezTo>
                  <a:cubicBezTo>
                    <a:pt x="52" y="21"/>
                    <a:pt x="52" y="20"/>
                    <a:pt x="52" y="19"/>
                  </a:cubicBezTo>
                  <a:cubicBezTo>
                    <a:pt x="53" y="19"/>
                    <a:pt x="52" y="19"/>
                    <a:pt x="52" y="19"/>
                  </a:cubicBezTo>
                  <a:cubicBezTo>
                    <a:pt x="52" y="18"/>
                    <a:pt x="52" y="18"/>
                    <a:pt x="52" y="18"/>
                  </a:cubicBezTo>
                  <a:cubicBezTo>
                    <a:pt x="52" y="18"/>
                    <a:pt x="52" y="18"/>
                    <a:pt x="52" y="18"/>
                  </a:cubicBezTo>
                  <a:cubicBezTo>
                    <a:pt x="51" y="17"/>
                    <a:pt x="51" y="16"/>
                    <a:pt x="51" y="15"/>
                  </a:cubicBezTo>
                  <a:cubicBezTo>
                    <a:pt x="51" y="15"/>
                    <a:pt x="50" y="15"/>
                    <a:pt x="50" y="15"/>
                  </a:cubicBezTo>
                  <a:cubicBezTo>
                    <a:pt x="50" y="15"/>
                    <a:pt x="49" y="14"/>
                    <a:pt x="49" y="14"/>
                  </a:cubicBezTo>
                  <a:cubicBezTo>
                    <a:pt x="49" y="13"/>
                    <a:pt x="49" y="12"/>
                    <a:pt x="48" y="12"/>
                  </a:cubicBezTo>
                  <a:cubicBezTo>
                    <a:pt x="48" y="11"/>
                    <a:pt x="48" y="11"/>
                    <a:pt x="47" y="10"/>
                  </a:cubicBezTo>
                  <a:cubicBezTo>
                    <a:pt x="47" y="9"/>
                    <a:pt x="47" y="8"/>
                    <a:pt x="48" y="8"/>
                  </a:cubicBezTo>
                  <a:cubicBezTo>
                    <a:pt x="48" y="7"/>
                    <a:pt x="48" y="6"/>
                    <a:pt x="47" y="6"/>
                  </a:cubicBezTo>
                  <a:cubicBezTo>
                    <a:pt x="47" y="6"/>
                    <a:pt x="47" y="5"/>
                    <a:pt x="47" y="5"/>
                  </a:cubicBezTo>
                  <a:cubicBezTo>
                    <a:pt x="47" y="5"/>
                    <a:pt x="46" y="6"/>
                    <a:pt x="46" y="5"/>
                  </a:cubicBezTo>
                  <a:cubicBezTo>
                    <a:pt x="46" y="5"/>
                    <a:pt x="45" y="4"/>
                    <a:pt x="45" y="5"/>
                  </a:cubicBezTo>
                  <a:cubicBezTo>
                    <a:pt x="45" y="5"/>
                    <a:pt x="45" y="4"/>
                    <a:pt x="45" y="4"/>
                  </a:cubicBezTo>
                  <a:cubicBezTo>
                    <a:pt x="45" y="4"/>
                    <a:pt x="46" y="4"/>
                    <a:pt x="45" y="4"/>
                  </a:cubicBezTo>
                  <a:cubicBezTo>
                    <a:pt x="45" y="4"/>
                    <a:pt x="44" y="4"/>
                    <a:pt x="44" y="3"/>
                  </a:cubicBezTo>
                  <a:cubicBezTo>
                    <a:pt x="44" y="3"/>
                    <a:pt x="44" y="2"/>
                    <a:pt x="44" y="2"/>
                  </a:cubicBezTo>
                  <a:cubicBezTo>
                    <a:pt x="44" y="1"/>
                    <a:pt x="44" y="0"/>
                    <a:pt x="43" y="0"/>
                  </a:cubicBezTo>
                  <a:cubicBezTo>
                    <a:pt x="42" y="1"/>
                    <a:pt x="41" y="2"/>
                    <a:pt x="41" y="3"/>
                  </a:cubicBezTo>
                  <a:cubicBezTo>
                    <a:pt x="40" y="3"/>
                    <a:pt x="39" y="4"/>
                    <a:pt x="39" y="5"/>
                  </a:cubicBezTo>
                  <a:cubicBezTo>
                    <a:pt x="38" y="5"/>
                    <a:pt x="37" y="5"/>
                    <a:pt x="37" y="5"/>
                  </a:cubicBezTo>
                  <a:cubicBezTo>
                    <a:pt x="36" y="5"/>
                    <a:pt x="35" y="5"/>
                    <a:pt x="34" y="4"/>
                  </a:cubicBezTo>
                  <a:cubicBezTo>
                    <a:pt x="34" y="3"/>
                    <a:pt x="33" y="4"/>
                    <a:pt x="32" y="4"/>
                  </a:cubicBezTo>
                  <a:cubicBezTo>
                    <a:pt x="31" y="5"/>
                    <a:pt x="30" y="5"/>
                    <a:pt x="29" y="5"/>
                  </a:cubicBezTo>
                  <a:cubicBezTo>
                    <a:pt x="28" y="5"/>
                    <a:pt x="26" y="6"/>
                    <a:pt x="26" y="7"/>
                  </a:cubicBezTo>
                  <a:cubicBezTo>
                    <a:pt x="26" y="8"/>
                    <a:pt x="25" y="7"/>
                    <a:pt x="25" y="7"/>
                  </a:cubicBezTo>
                  <a:cubicBezTo>
                    <a:pt x="24" y="6"/>
                    <a:pt x="23" y="7"/>
                    <a:pt x="23" y="6"/>
                  </a:cubicBezTo>
                  <a:cubicBezTo>
                    <a:pt x="23" y="6"/>
                    <a:pt x="23" y="5"/>
                    <a:pt x="22" y="4"/>
                  </a:cubicBezTo>
                  <a:cubicBezTo>
                    <a:pt x="22" y="4"/>
                    <a:pt x="21" y="5"/>
                    <a:pt x="21" y="5"/>
                  </a:cubicBezTo>
                  <a:cubicBezTo>
                    <a:pt x="20" y="6"/>
                    <a:pt x="20" y="6"/>
                    <a:pt x="19" y="6"/>
                  </a:cubicBezTo>
                  <a:cubicBezTo>
                    <a:pt x="18" y="5"/>
                    <a:pt x="17" y="5"/>
                    <a:pt x="17" y="5"/>
                  </a:cubicBezTo>
                  <a:cubicBezTo>
                    <a:pt x="15" y="4"/>
                    <a:pt x="13" y="6"/>
                    <a:pt x="13" y="8"/>
                  </a:cubicBezTo>
                  <a:cubicBezTo>
                    <a:pt x="13" y="8"/>
                    <a:pt x="13" y="8"/>
                    <a:pt x="13" y="8"/>
                  </a:cubicBezTo>
                  <a:cubicBezTo>
                    <a:pt x="14" y="8"/>
                    <a:pt x="13" y="10"/>
                    <a:pt x="13" y="10"/>
                  </a:cubicBezTo>
                  <a:cubicBezTo>
                    <a:pt x="12" y="11"/>
                    <a:pt x="12" y="12"/>
                    <a:pt x="12" y="13"/>
                  </a:cubicBezTo>
                  <a:cubicBezTo>
                    <a:pt x="12" y="13"/>
                    <a:pt x="13" y="14"/>
                    <a:pt x="13" y="14"/>
                  </a:cubicBezTo>
                  <a:cubicBezTo>
                    <a:pt x="13" y="15"/>
                    <a:pt x="13" y="16"/>
                    <a:pt x="12" y="17"/>
                  </a:cubicBezTo>
                  <a:cubicBezTo>
                    <a:pt x="12" y="17"/>
                    <a:pt x="12" y="18"/>
                    <a:pt x="12" y="19"/>
                  </a:cubicBezTo>
                  <a:cubicBezTo>
                    <a:pt x="11" y="20"/>
                    <a:pt x="12" y="19"/>
                    <a:pt x="13" y="20"/>
                  </a:cubicBezTo>
                  <a:cubicBezTo>
                    <a:pt x="13" y="20"/>
                    <a:pt x="13" y="21"/>
                    <a:pt x="13" y="21"/>
                  </a:cubicBezTo>
                  <a:cubicBezTo>
                    <a:pt x="14" y="20"/>
                    <a:pt x="14" y="20"/>
                    <a:pt x="14" y="20"/>
                  </a:cubicBezTo>
                  <a:cubicBezTo>
                    <a:pt x="15" y="20"/>
                    <a:pt x="15" y="21"/>
                    <a:pt x="16" y="21"/>
                  </a:cubicBezTo>
                  <a:cubicBezTo>
                    <a:pt x="16" y="21"/>
                    <a:pt x="16" y="22"/>
                    <a:pt x="17" y="22"/>
                  </a:cubicBezTo>
                  <a:cubicBezTo>
                    <a:pt x="17" y="22"/>
                    <a:pt x="17" y="22"/>
                    <a:pt x="17" y="23"/>
                  </a:cubicBezTo>
                  <a:cubicBezTo>
                    <a:pt x="17" y="24"/>
                    <a:pt x="16" y="25"/>
                    <a:pt x="15" y="26"/>
                  </a:cubicBezTo>
                  <a:cubicBezTo>
                    <a:pt x="14" y="28"/>
                    <a:pt x="12" y="29"/>
                    <a:pt x="11" y="30"/>
                  </a:cubicBezTo>
                  <a:cubicBezTo>
                    <a:pt x="10" y="31"/>
                    <a:pt x="10" y="33"/>
                    <a:pt x="8" y="33"/>
                  </a:cubicBezTo>
                  <a:cubicBezTo>
                    <a:pt x="8" y="33"/>
                    <a:pt x="8" y="33"/>
                    <a:pt x="8" y="34"/>
                  </a:cubicBezTo>
                  <a:cubicBezTo>
                    <a:pt x="8" y="34"/>
                    <a:pt x="7" y="33"/>
                    <a:pt x="7" y="33"/>
                  </a:cubicBezTo>
                  <a:cubicBezTo>
                    <a:pt x="7" y="34"/>
                    <a:pt x="7" y="35"/>
                    <a:pt x="7" y="35"/>
                  </a:cubicBezTo>
                  <a:cubicBezTo>
                    <a:pt x="7" y="37"/>
                    <a:pt x="5" y="36"/>
                    <a:pt x="4" y="37"/>
                  </a:cubicBezTo>
                  <a:cubicBezTo>
                    <a:pt x="4" y="39"/>
                    <a:pt x="5" y="40"/>
                    <a:pt x="4" y="42"/>
                  </a:cubicBezTo>
                  <a:cubicBezTo>
                    <a:pt x="3" y="42"/>
                    <a:pt x="3" y="43"/>
                    <a:pt x="3" y="43"/>
                  </a:cubicBezTo>
                  <a:cubicBezTo>
                    <a:pt x="3" y="44"/>
                    <a:pt x="3" y="44"/>
                    <a:pt x="2" y="45"/>
                  </a:cubicBezTo>
                  <a:cubicBezTo>
                    <a:pt x="2" y="45"/>
                    <a:pt x="2" y="46"/>
                    <a:pt x="2" y="47"/>
                  </a:cubicBezTo>
                  <a:cubicBezTo>
                    <a:pt x="2" y="48"/>
                    <a:pt x="1" y="49"/>
                    <a:pt x="1" y="50"/>
                  </a:cubicBezTo>
                  <a:cubicBezTo>
                    <a:pt x="1" y="50"/>
                    <a:pt x="1" y="51"/>
                    <a:pt x="1" y="52"/>
                  </a:cubicBezTo>
                  <a:cubicBezTo>
                    <a:pt x="1" y="52"/>
                    <a:pt x="1" y="53"/>
                    <a:pt x="1" y="53"/>
                  </a:cubicBezTo>
                  <a:cubicBezTo>
                    <a:pt x="1" y="54"/>
                    <a:pt x="1" y="55"/>
                    <a:pt x="1" y="55"/>
                  </a:cubicBezTo>
                  <a:cubicBezTo>
                    <a:pt x="1" y="55"/>
                    <a:pt x="1" y="56"/>
                    <a:pt x="1" y="56"/>
                  </a:cubicBezTo>
                  <a:cubicBezTo>
                    <a:pt x="1" y="56"/>
                    <a:pt x="1" y="56"/>
                    <a:pt x="0" y="56"/>
                  </a:cubicBezTo>
                  <a:cubicBezTo>
                    <a:pt x="0" y="58"/>
                    <a:pt x="1" y="60"/>
                    <a:pt x="1" y="61"/>
                  </a:cubicBezTo>
                  <a:cubicBezTo>
                    <a:pt x="1" y="61"/>
                    <a:pt x="2" y="61"/>
                    <a:pt x="2" y="61"/>
                  </a:cubicBezTo>
                  <a:cubicBezTo>
                    <a:pt x="3" y="61"/>
                    <a:pt x="3" y="61"/>
                    <a:pt x="3" y="61"/>
                  </a:cubicBezTo>
                  <a:cubicBezTo>
                    <a:pt x="4" y="61"/>
                    <a:pt x="3" y="62"/>
                    <a:pt x="4" y="62"/>
                  </a:cubicBezTo>
                  <a:cubicBezTo>
                    <a:pt x="5" y="62"/>
                    <a:pt x="5" y="62"/>
                    <a:pt x="5" y="62"/>
                  </a:cubicBezTo>
                  <a:cubicBezTo>
                    <a:pt x="6" y="61"/>
                    <a:pt x="6" y="61"/>
                    <a:pt x="6" y="61"/>
                  </a:cubicBezTo>
                  <a:cubicBezTo>
                    <a:pt x="6" y="61"/>
                    <a:pt x="6" y="60"/>
                    <a:pt x="7" y="60"/>
                  </a:cubicBezTo>
                  <a:cubicBezTo>
                    <a:pt x="7" y="60"/>
                    <a:pt x="7" y="60"/>
                    <a:pt x="7" y="60"/>
                  </a:cubicBezTo>
                  <a:cubicBezTo>
                    <a:pt x="7" y="60"/>
                    <a:pt x="8" y="59"/>
                    <a:pt x="8" y="59"/>
                  </a:cubicBezTo>
                  <a:cubicBezTo>
                    <a:pt x="8" y="59"/>
                    <a:pt x="8" y="58"/>
                    <a:pt x="9" y="58"/>
                  </a:cubicBezTo>
                  <a:cubicBezTo>
                    <a:pt x="9" y="58"/>
                    <a:pt x="9" y="58"/>
                    <a:pt x="10" y="58"/>
                  </a:cubicBezTo>
                  <a:cubicBezTo>
                    <a:pt x="11" y="58"/>
                    <a:pt x="11" y="57"/>
                    <a:pt x="13" y="57"/>
                  </a:cubicBezTo>
                  <a:cubicBezTo>
                    <a:pt x="16" y="57"/>
                    <a:pt x="19" y="57"/>
                    <a:pt x="22" y="57"/>
                  </a:cubicBezTo>
                  <a:cubicBezTo>
                    <a:pt x="22" y="57"/>
                    <a:pt x="22" y="56"/>
                    <a:pt x="22" y="56"/>
                  </a:cubicBezTo>
                  <a:cubicBezTo>
                    <a:pt x="21" y="56"/>
                    <a:pt x="21" y="56"/>
                    <a:pt x="21" y="55"/>
                  </a:cubicBezTo>
                  <a:cubicBezTo>
                    <a:pt x="21" y="55"/>
                    <a:pt x="22" y="54"/>
                    <a:pt x="22" y="53"/>
                  </a:cubicBezTo>
                  <a:cubicBezTo>
                    <a:pt x="22" y="53"/>
                    <a:pt x="22" y="52"/>
                    <a:pt x="22" y="52"/>
                  </a:cubicBezTo>
                  <a:cubicBezTo>
                    <a:pt x="23" y="52"/>
                    <a:pt x="23" y="51"/>
                    <a:pt x="23" y="51"/>
                  </a:cubicBezTo>
                  <a:cubicBezTo>
                    <a:pt x="23" y="51"/>
                    <a:pt x="24" y="49"/>
                    <a:pt x="24" y="50"/>
                  </a:cubicBezTo>
                  <a:cubicBezTo>
                    <a:pt x="24" y="49"/>
                    <a:pt x="24" y="48"/>
                    <a:pt x="23" y="48"/>
                  </a:cubicBezTo>
                  <a:cubicBezTo>
                    <a:pt x="24" y="47"/>
                    <a:pt x="24" y="47"/>
                    <a:pt x="25" y="47"/>
                  </a:cubicBezTo>
                  <a:cubicBezTo>
                    <a:pt x="25" y="47"/>
                    <a:pt x="24" y="47"/>
                    <a:pt x="24" y="47"/>
                  </a:cubicBezTo>
                  <a:cubicBezTo>
                    <a:pt x="25" y="46"/>
                    <a:pt x="25" y="47"/>
                    <a:pt x="26" y="47"/>
                  </a:cubicBezTo>
                  <a:cubicBezTo>
                    <a:pt x="26" y="47"/>
                    <a:pt x="26" y="46"/>
                    <a:pt x="26" y="46"/>
                  </a:cubicBezTo>
                  <a:cubicBezTo>
                    <a:pt x="26" y="46"/>
                    <a:pt x="26" y="47"/>
                    <a:pt x="27" y="47"/>
                  </a:cubicBezTo>
                  <a:cubicBezTo>
                    <a:pt x="27" y="47"/>
                    <a:pt x="27" y="46"/>
                    <a:pt x="27" y="46"/>
                  </a:cubicBezTo>
                  <a:cubicBezTo>
                    <a:pt x="27" y="46"/>
                    <a:pt x="27" y="46"/>
                    <a:pt x="27" y="46"/>
                  </a:cubicBezTo>
                  <a:cubicBezTo>
                    <a:pt x="27" y="46"/>
                    <a:pt x="28" y="46"/>
                    <a:pt x="28" y="47"/>
                  </a:cubicBezTo>
                  <a:cubicBezTo>
                    <a:pt x="28" y="46"/>
                    <a:pt x="28" y="46"/>
                    <a:pt x="28" y="46"/>
                  </a:cubicBezTo>
                  <a:cubicBezTo>
                    <a:pt x="28" y="45"/>
                    <a:pt x="28" y="45"/>
                    <a:pt x="28" y="45"/>
                  </a:cubicBezTo>
                  <a:cubicBezTo>
                    <a:pt x="29" y="45"/>
                    <a:pt x="28" y="46"/>
                    <a:pt x="28" y="46"/>
                  </a:cubicBezTo>
                  <a:cubicBezTo>
                    <a:pt x="29" y="46"/>
                    <a:pt x="29" y="45"/>
                    <a:pt x="29" y="45"/>
                  </a:cubicBezTo>
                  <a:cubicBezTo>
                    <a:pt x="29" y="45"/>
                    <a:pt x="29" y="46"/>
                    <a:pt x="29" y="46"/>
                  </a:cubicBezTo>
                  <a:cubicBezTo>
                    <a:pt x="29" y="45"/>
                    <a:pt x="30" y="46"/>
                    <a:pt x="30" y="46"/>
                  </a:cubicBezTo>
                  <a:cubicBezTo>
                    <a:pt x="30" y="45"/>
                    <a:pt x="29" y="45"/>
                    <a:pt x="29" y="45"/>
                  </a:cubicBezTo>
                  <a:cubicBezTo>
                    <a:pt x="29" y="45"/>
                    <a:pt x="30" y="45"/>
                    <a:pt x="30" y="45"/>
                  </a:cubicBezTo>
                  <a:cubicBezTo>
                    <a:pt x="30" y="45"/>
                    <a:pt x="29" y="44"/>
                    <a:pt x="30" y="44"/>
                  </a:cubicBezTo>
                  <a:cubicBezTo>
                    <a:pt x="30" y="44"/>
                    <a:pt x="30" y="43"/>
                    <a:pt x="30" y="43"/>
                  </a:cubicBezTo>
                  <a:cubicBezTo>
                    <a:pt x="31" y="43"/>
                    <a:pt x="30" y="44"/>
                    <a:pt x="30" y="44"/>
                  </a:cubicBezTo>
                  <a:cubicBezTo>
                    <a:pt x="30" y="44"/>
                    <a:pt x="30" y="44"/>
                    <a:pt x="31" y="44"/>
                  </a:cubicBezTo>
                  <a:cubicBezTo>
                    <a:pt x="31" y="44"/>
                    <a:pt x="31" y="45"/>
                    <a:pt x="31" y="44"/>
                  </a:cubicBezTo>
                  <a:cubicBezTo>
                    <a:pt x="32" y="45"/>
                    <a:pt x="31" y="45"/>
                    <a:pt x="31" y="45"/>
                  </a:cubicBezTo>
                  <a:cubicBezTo>
                    <a:pt x="30" y="46"/>
                    <a:pt x="31" y="45"/>
                    <a:pt x="31" y="45"/>
                  </a:cubicBezTo>
                  <a:cubicBezTo>
                    <a:pt x="31" y="45"/>
                    <a:pt x="32" y="45"/>
                    <a:pt x="32" y="45"/>
                  </a:cubicBezTo>
                  <a:cubicBezTo>
                    <a:pt x="32" y="45"/>
                    <a:pt x="32" y="45"/>
                    <a:pt x="32" y="45"/>
                  </a:cubicBezTo>
                  <a:cubicBezTo>
                    <a:pt x="32" y="45"/>
                    <a:pt x="33" y="45"/>
                    <a:pt x="33" y="44"/>
                  </a:cubicBezTo>
                  <a:cubicBezTo>
                    <a:pt x="33" y="45"/>
                    <a:pt x="32" y="45"/>
                    <a:pt x="33" y="45"/>
                  </a:cubicBezTo>
                  <a:cubicBezTo>
                    <a:pt x="34" y="45"/>
                    <a:pt x="34" y="45"/>
                    <a:pt x="34" y="45"/>
                  </a:cubicBezTo>
                  <a:cubicBezTo>
                    <a:pt x="35" y="44"/>
                    <a:pt x="34" y="44"/>
                    <a:pt x="34" y="44"/>
                  </a:cubicBezTo>
                  <a:cubicBezTo>
                    <a:pt x="35" y="43"/>
                    <a:pt x="35" y="44"/>
                    <a:pt x="35" y="44"/>
                  </a:cubicBezTo>
                  <a:cubicBezTo>
                    <a:pt x="35" y="44"/>
                    <a:pt x="35" y="43"/>
                    <a:pt x="35" y="43"/>
                  </a:cubicBezTo>
                  <a:cubicBezTo>
                    <a:pt x="35" y="43"/>
                    <a:pt x="36" y="43"/>
                    <a:pt x="36" y="42"/>
                  </a:cubicBezTo>
                  <a:cubicBezTo>
                    <a:pt x="37" y="42"/>
                    <a:pt x="36" y="42"/>
                    <a:pt x="36" y="42"/>
                  </a:cubicBezTo>
                  <a:cubicBezTo>
                    <a:pt x="36" y="42"/>
                    <a:pt x="36" y="41"/>
                    <a:pt x="36" y="41"/>
                  </a:cubicBezTo>
                  <a:cubicBezTo>
                    <a:pt x="37" y="41"/>
                    <a:pt x="37" y="42"/>
                    <a:pt x="37" y="41"/>
                  </a:cubicBezTo>
                  <a:cubicBezTo>
                    <a:pt x="37" y="41"/>
                    <a:pt x="37" y="41"/>
                    <a:pt x="37" y="41"/>
                  </a:cubicBezTo>
                  <a:cubicBezTo>
                    <a:pt x="37" y="41"/>
                    <a:pt x="37" y="42"/>
                    <a:pt x="37" y="42"/>
                  </a:cubicBezTo>
                  <a:cubicBezTo>
                    <a:pt x="37" y="42"/>
                    <a:pt x="37" y="42"/>
                    <a:pt x="37" y="42"/>
                  </a:cubicBezTo>
                  <a:cubicBezTo>
                    <a:pt x="37" y="42"/>
                    <a:pt x="38" y="43"/>
                    <a:pt x="38" y="43"/>
                  </a:cubicBezTo>
                  <a:cubicBezTo>
                    <a:pt x="38" y="42"/>
                    <a:pt x="39" y="43"/>
                    <a:pt x="39" y="43"/>
                  </a:cubicBezTo>
                  <a:cubicBezTo>
                    <a:pt x="39" y="43"/>
                    <a:pt x="38" y="43"/>
                    <a:pt x="38" y="43"/>
                  </a:cubicBezTo>
                  <a:cubicBezTo>
                    <a:pt x="38" y="43"/>
                    <a:pt x="38" y="43"/>
                    <a:pt x="38" y="44"/>
                  </a:cubicBezTo>
                  <a:cubicBezTo>
                    <a:pt x="38" y="44"/>
                    <a:pt x="38" y="44"/>
                    <a:pt x="39" y="44"/>
                  </a:cubicBezTo>
                  <a:cubicBezTo>
                    <a:pt x="38" y="44"/>
                    <a:pt x="38" y="44"/>
                    <a:pt x="39" y="44"/>
                  </a:cubicBezTo>
                  <a:cubicBezTo>
                    <a:pt x="39" y="44"/>
                    <a:pt x="39" y="44"/>
                    <a:pt x="39" y="44"/>
                  </a:cubicBezTo>
                  <a:cubicBezTo>
                    <a:pt x="39" y="44"/>
                    <a:pt x="39" y="44"/>
                    <a:pt x="39" y="44"/>
                  </a:cubicBezTo>
                  <a:cubicBezTo>
                    <a:pt x="39" y="45"/>
                    <a:pt x="40" y="44"/>
                    <a:pt x="40" y="43"/>
                  </a:cubicBezTo>
                  <a:cubicBezTo>
                    <a:pt x="40" y="43"/>
                    <a:pt x="40" y="43"/>
                    <a:pt x="41" y="43"/>
                  </a:cubicBezTo>
                  <a:cubicBezTo>
                    <a:pt x="41" y="43"/>
                    <a:pt x="40" y="43"/>
                    <a:pt x="41" y="43"/>
                  </a:cubicBezTo>
                  <a:cubicBezTo>
                    <a:pt x="41" y="44"/>
                    <a:pt x="41" y="44"/>
                    <a:pt x="41" y="44"/>
                  </a:cubicBezTo>
                  <a:cubicBezTo>
                    <a:pt x="41" y="44"/>
                    <a:pt x="41" y="44"/>
                    <a:pt x="41" y="44"/>
                  </a:cubicBezTo>
                  <a:cubicBezTo>
                    <a:pt x="42" y="44"/>
                    <a:pt x="41" y="44"/>
                    <a:pt x="42" y="45"/>
                  </a:cubicBezTo>
                  <a:cubicBezTo>
                    <a:pt x="42" y="45"/>
                    <a:pt x="42" y="44"/>
                    <a:pt x="42" y="44"/>
                  </a:cubicBezTo>
                  <a:cubicBezTo>
                    <a:pt x="42" y="44"/>
                    <a:pt x="42" y="45"/>
                    <a:pt x="43" y="44"/>
                  </a:cubicBezTo>
                  <a:cubicBezTo>
                    <a:pt x="43" y="44"/>
                    <a:pt x="43" y="43"/>
                    <a:pt x="43" y="44"/>
                  </a:cubicBezTo>
                  <a:cubicBezTo>
                    <a:pt x="44" y="43"/>
                    <a:pt x="44" y="42"/>
                    <a:pt x="45" y="41"/>
                  </a:cubicBezTo>
                  <a:cubicBezTo>
                    <a:pt x="45" y="41"/>
                    <a:pt x="45" y="40"/>
                    <a:pt x="45" y="40"/>
                  </a:cubicBezTo>
                  <a:cubicBezTo>
                    <a:pt x="45" y="39"/>
                    <a:pt x="46" y="39"/>
                    <a:pt x="46" y="39"/>
                  </a:cubicBezTo>
                  <a:cubicBezTo>
                    <a:pt x="46" y="39"/>
                    <a:pt x="46" y="38"/>
                    <a:pt x="46" y="38"/>
                  </a:cubicBezTo>
                  <a:cubicBezTo>
                    <a:pt x="47" y="38"/>
                    <a:pt x="47" y="38"/>
                    <a:pt x="47" y="37"/>
                  </a:cubicBezTo>
                  <a:cubicBezTo>
                    <a:pt x="48" y="36"/>
                    <a:pt x="48" y="35"/>
                    <a:pt x="49" y="34"/>
                  </a:cubicBezTo>
                  <a:cubicBezTo>
                    <a:pt x="49" y="35"/>
                    <a:pt x="49" y="34"/>
                    <a:pt x="50" y="33"/>
                  </a:cubicBezTo>
                  <a:cubicBezTo>
                    <a:pt x="50" y="33"/>
                    <a:pt x="50" y="33"/>
                    <a:pt x="51" y="33"/>
                  </a:cubicBezTo>
                  <a:cubicBezTo>
                    <a:pt x="51" y="33"/>
                    <a:pt x="52" y="32"/>
                    <a:pt x="51" y="32"/>
                  </a:cubicBezTo>
                  <a:cubicBezTo>
                    <a:pt x="51" y="31"/>
                    <a:pt x="51" y="31"/>
                    <a:pt x="52" y="31"/>
                  </a:cubicBezTo>
                  <a:cubicBezTo>
                    <a:pt x="52" y="30"/>
                    <a:pt x="52" y="30"/>
                    <a:pt x="52" y="29"/>
                  </a:cubicBezTo>
                  <a:cubicBezTo>
                    <a:pt x="52" y="29"/>
                    <a:pt x="53" y="29"/>
                    <a:pt x="53" y="29"/>
                  </a:cubicBezTo>
                  <a:cubicBezTo>
                    <a:pt x="53" y="28"/>
                    <a:pt x="53" y="28"/>
                    <a:pt x="53" y="27"/>
                  </a:cubicBezTo>
                  <a:cubicBezTo>
                    <a:pt x="53" y="26"/>
                    <a:pt x="53" y="25"/>
                    <a:pt x="53" y="2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46" name="Tuvalu">
              <a:extLst>
                <a:ext uri="{FF2B5EF4-FFF2-40B4-BE49-F238E27FC236}">
                  <a16:creationId xmlns:a16="http://schemas.microsoft.com/office/drawing/2014/main" id="{DBEE7673-7010-EFBC-2EB0-0F2BE3723F89}"/>
                </a:ext>
              </a:extLst>
            </p:cNvPr>
            <p:cNvSpPr>
              <a:spLocks noEditPoints="1"/>
            </p:cNvSpPr>
            <p:nvPr/>
          </p:nvSpPr>
          <p:spPr bwMode="auto">
            <a:xfrm>
              <a:off x="11362033" y="4458958"/>
              <a:ext cx="39207" cy="42147"/>
            </a:xfrm>
            <a:custGeom>
              <a:avLst/>
              <a:gdLst/>
              <a:ahLst/>
              <a:cxnLst>
                <a:cxn ang="0">
                  <a:pos x="3" y="1"/>
                </a:cxn>
                <a:cxn ang="0">
                  <a:pos x="2" y="1"/>
                </a:cxn>
                <a:cxn ang="0">
                  <a:pos x="1" y="2"/>
                </a:cxn>
                <a:cxn ang="0">
                  <a:pos x="1" y="1"/>
                </a:cxn>
                <a:cxn ang="0">
                  <a:pos x="1" y="2"/>
                </a:cxn>
                <a:cxn ang="0">
                  <a:pos x="2" y="3"/>
                </a:cxn>
                <a:cxn ang="0">
                  <a:pos x="2" y="2"/>
                </a:cxn>
                <a:cxn ang="0">
                  <a:pos x="3" y="2"/>
                </a:cxn>
                <a:cxn ang="0">
                  <a:pos x="4" y="1"/>
                </a:cxn>
                <a:cxn ang="0">
                  <a:pos x="4" y="1"/>
                </a:cxn>
                <a:cxn ang="0">
                  <a:pos x="3" y="1"/>
                </a:cxn>
                <a:cxn ang="0">
                  <a:pos x="7" y="7"/>
                </a:cxn>
                <a:cxn ang="0">
                  <a:pos x="7" y="7"/>
                </a:cxn>
                <a:cxn ang="0">
                  <a:pos x="7" y="8"/>
                </a:cxn>
                <a:cxn ang="0">
                  <a:pos x="7" y="7"/>
                </a:cxn>
                <a:cxn ang="0">
                  <a:pos x="10" y="10"/>
                </a:cxn>
                <a:cxn ang="0">
                  <a:pos x="9" y="11"/>
                </a:cxn>
                <a:cxn ang="0">
                  <a:pos x="10" y="12"/>
                </a:cxn>
                <a:cxn ang="0">
                  <a:pos x="10" y="11"/>
                </a:cxn>
                <a:cxn ang="0">
                  <a:pos x="10" y="10"/>
                </a:cxn>
              </a:cxnLst>
              <a:rect l="0" t="0" r="r" b="b"/>
              <a:pathLst>
                <a:path w="11" h="12">
                  <a:moveTo>
                    <a:pt x="3" y="1"/>
                  </a:moveTo>
                  <a:cubicBezTo>
                    <a:pt x="3" y="0"/>
                    <a:pt x="2" y="0"/>
                    <a:pt x="2" y="1"/>
                  </a:cubicBezTo>
                  <a:cubicBezTo>
                    <a:pt x="2" y="1"/>
                    <a:pt x="1" y="2"/>
                    <a:pt x="1" y="2"/>
                  </a:cubicBezTo>
                  <a:cubicBezTo>
                    <a:pt x="1" y="2"/>
                    <a:pt x="1" y="1"/>
                    <a:pt x="1" y="1"/>
                  </a:cubicBezTo>
                  <a:cubicBezTo>
                    <a:pt x="0" y="2"/>
                    <a:pt x="1" y="3"/>
                    <a:pt x="1" y="2"/>
                  </a:cubicBezTo>
                  <a:cubicBezTo>
                    <a:pt x="2" y="2"/>
                    <a:pt x="2" y="3"/>
                    <a:pt x="2" y="3"/>
                  </a:cubicBezTo>
                  <a:cubicBezTo>
                    <a:pt x="2" y="2"/>
                    <a:pt x="2" y="2"/>
                    <a:pt x="2" y="2"/>
                  </a:cubicBezTo>
                  <a:cubicBezTo>
                    <a:pt x="3" y="2"/>
                    <a:pt x="3" y="2"/>
                    <a:pt x="3" y="2"/>
                  </a:cubicBezTo>
                  <a:cubicBezTo>
                    <a:pt x="3" y="2"/>
                    <a:pt x="4" y="2"/>
                    <a:pt x="4" y="1"/>
                  </a:cubicBezTo>
                  <a:cubicBezTo>
                    <a:pt x="3" y="2"/>
                    <a:pt x="5" y="1"/>
                    <a:pt x="4" y="1"/>
                  </a:cubicBezTo>
                  <a:cubicBezTo>
                    <a:pt x="4" y="0"/>
                    <a:pt x="3" y="1"/>
                    <a:pt x="3" y="1"/>
                  </a:cubicBezTo>
                  <a:close/>
                  <a:moveTo>
                    <a:pt x="7" y="7"/>
                  </a:moveTo>
                  <a:cubicBezTo>
                    <a:pt x="7" y="8"/>
                    <a:pt x="7" y="8"/>
                    <a:pt x="7" y="7"/>
                  </a:cubicBezTo>
                  <a:cubicBezTo>
                    <a:pt x="7" y="8"/>
                    <a:pt x="7" y="8"/>
                    <a:pt x="7" y="8"/>
                  </a:cubicBezTo>
                  <a:cubicBezTo>
                    <a:pt x="9" y="8"/>
                    <a:pt x="7" y="7"/>
                    <a:pt x="7" y="7"/>
                  </a:cubicBezTo>
                  <a:close/>
                  <a:moveTo>
                    <a:pt x="10" y="10"/>
                  </a:moveTo>
                  <a:cubicBezTo>
                    <a:pt x="10" y="10"/>
                    <a:pt x="9" y="10"/>
                    <a:pt x="9" y="11"/>
                  </a:cubicBezTo>
                  <a:cubicBezTo>
                    <a:pt x="9" y="11"/>
                    <a:pt x="9" y="12"/>
                    <a:pt x="10" y="12"/>
                  </a:cubicBezTo>
                  <a:cubicBezTo>
                    <a:pt x="10" y="12"/>
                    <a:pt x="11" y="11"/>
                    <a:pt x="10" y="11"/>
                  </a:cubicBezTo>
                  <a:cubicBezTo>
                    <a:pt x="10" y="11"/>
                    <a:pt x="10" y="11"/>
                    <a:pt x="10" y="1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47" name="Turks and Caicos Islands (U.K.)">
              <a:extLst>
                <a:ext uri="{FF2B5EF4-FFF2-40B4-BE49-F238E27FC236}">
                  <a16:creationId xmlns:a16="http://schemas.microsoft.com/office/drawing/2014/main" id="{68A02F35-A033-DBE9-4189-31C06CFDE5EA}"/>
                </a:ext>
              </a:extLst>
            </p:cNvPr>
            <p:cNvSpPr>
              <a:spLocks noEditPoints="1"/>
            </p:cNvSpPr>
            <p:nvPr/>
          </p:nvSpPr>
          <p:spPr bwMode="auto">
            <a:xfrm>
              <a:off x="3267838" y="3189645"/>
              <a:ext cx="28425" cy="10781"/>
            </a:xfrm>
            <a:custGeom>
              <a:avLst/>
              <a:gdLst/>
              <a:ahLst/>
              <a:cxnLst>
                <a:cxn ang="0">
                  <a:pos x="4" y="1"/>
                </a:cxn>
                <a:cxn ang="0">
                  <a:pos x="4" y="1"/>
                </a:cxn>
                <a:cxn ang="0">
                  <a:pos x="4" y="1"/>
                </a:cxn>
                <a:cxn ang="0">
                  <a:pos x="4" y="0"/>
                </a:cxn>
                <a:cxn ang="0">
                  <a:pos x="4" y="0"/>
                </a:cxn>
                <a:cxn ang="0">
                  <a:pos x="4" y="1"/>
                </a:cxn>
                <a:cxn ang="0">
                  <a:pos x="1" y="1"/>
                </a:cxn>
                <a:cxn ang="0">
                  <a:pos x="1" y="2"/>
                </a:cxn>
                <a:cxn ang="0">
                  <a:pos x="0" y="1"/>
                </a:cxn>
                <a:cxn ang="0">
                  <a:pos x="0" y="1"/>
                </a:cxn>
                <a:cxn ang="0">
                  <a:pos x="0" y="2"/>
                </a:cxn>
                <a:cxn ang="0">
                  <a:pos x="0" y="2"/>
                </a:cxn>
                <a:cxn ang="0">
                  <a:pos x="0" y="2"/>
                </a:cxn>
                <a:cxn ang="0">
                  <a:pos x="0" y="2"/>
                </a:cxn>
                <a:cxn ang="0">
                  <a:pos x="0" y="2"/>
                </a:cxn>
                <a:cxn ang="0">
                  <a:pos x="0" y="2"/>
                </a:cxn>
                <a:cxn ang="0">
                  <a:pos x="1" y="2"/>
                </a:cxn>
                <a:cxn ang="0">
                  <a:pos x="1" y="1"/>
                </a:cxn>
                <a:cxn ang="0">
                  <a:pos x="8" y="2"/>
                </a:cxn>
                <a:cxn ang="0">
                  <a:pos x="7" y="2"/>
                </a:cxn>
                <a:cxn ang="0">
                  <a:pos x="7" y="3"/>
                </a:cxn>
                <a:cxn ang="0">
                  <a:pos x="8" y="3"/>
                </a:cxn>
                <a:cxn ang="0">
                  <a:pos x="8" y="2"/>
                </a:cxn>
                <a:cxn ang="0">
                  <a:pos x="6" y="2"/>
                </a:cxn>
                <a:cxn ang="0">
                  <a:pos x="6" y="2"/>
                </a:cxn>
                <a:cxn ang="0">
                  <a:pos x="6" y="2"/>
                </a:cxn>
                <a:cxn ang="0">
                  <a:pos x="6" y="2"/>
                </a:cxn>
                <a:cxn ang="0">
                  <a:pos x="6" y="2"/>
                </a:cxn>
                <a:cxn ang="0">
                  <a:pos x="6" y="2"/>
                </a:cxn>
                <a:cxn ang="0">
                  <a:pos x="6" y="2"/>
                </a:cxn>
                <a:cxn ang="0">
                  <a:pos x="5" y="1"/>
                </a:cxn>
                <a:cxn ang="0">
                  <a:pos x="5" y="2"/>
                </a:cxn>
                <a:cxn ang="0">
                  <a:pos x="6" y="2"/>
                </a:cxn>
                <a:cxn ang="0">
                  <a:pos x="6" y="2"/>
                </a:cxn>
                <a:cxn ang="0">
                  <a:pos x="5" y="1"/>
                </a:cxn>
                <a:cxn ang="0">
                  <a:pos x="5" y="1"/>
                </a:cxn>
              </a:cxnLst>
              <a:rect l="0" t="0" r="r" b="b"/>
              <a:pathLst>
                <a:path w="8" h="3">
                  <a:moveTo>
                    <a:pt x="4" y="1"/>
                  </a:moveTo>
                  <a:cubicBezTo>
                    <a:pt x="4" y="1"/>
                    <a:pt x="4" y="1"/>
                    <a:pt x="4" y="1"/>
                  </a:cubicBezTo>
                  <a:cubicBezTo>
                    <a:pt x="4" y="1"/>
                    <a:pt x="4" y="1"/>
                    <a:pt x="4" y="1"/>
                  </a:cubicBezTo>
                  <a:cubicBezTo>
                    <a:pt x="4" y="1"/>
                    <a:pt x="4" y="1"/>
                    <a:pt x="4" y="0"/>
                  </a:cubicBezTo>
                  <a:cubicBezTo>
                    <a:pt x="3" y="1"/>
                    <a:pt x="3" y="0"/>
                    <a:pt x="4" y="0"/>
                  </a:cubicBezTo>
                  <a:cubicBezTo>
                    <a:pt x="4" y="0"/>
                    <a:pt x="4" y="1"/>
                    <a:pt x="4" y="1"/>
                  </a:cubicBezTo>
                  <a:close/>
                  <a:moveTo>
                    <a:pt x="1" y="1"/>
                  </a:moveTo>
                  <a:cubicBezTo>
                    <a:pt x="1" y="2"/>
                    <a:pt x="1" y="2"/>
                    <a:pt x="1" y="2"/>
                  </a:cubicBezTo>
                  <a:cubicBezTo>
                    <a:pt x="1" y="2"/>
                    <a:pt x="0" y="2"/>
                    <a:pt x="0" y="1"/>
                  </a:cubicBezTo>
                  <a:cubicBezTo>
                    <a:pt x="0" y="1"/>
                    <a:pt x="0" y="1"/>
                    <a:pt x="0" y="1"/>
                  </a:cubicBezTo>
                  <a:cubicBezTo>
                    <a:pt x="0" y="1"/>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1" y="2"/>
                    <a:pt x="1" y="2"/>
                  </a:cubicBezTo>
                  <a:cubicBezTo>
                    <a:pt x="2" y="2"/>
                    <a:pt x="2" y="1"/>
                    <a:pt x="1" y="1"/>
                  </a:cubicBezTo>
                  <a:close/>
                  <a:moveTo>
                    <a:pt x="8" y="2"/>
                  </a:moveTo>
                  <a:cubicBezTo>
                    <a:pt x="7" y="2"/>
                    <a:pt x="7" y="2"/>
                    <a:pt x="7" y="2"/>
                  </a:cubicBezTo>
                  <a:cubicBezTo>
                    <a:pt x="7" y="2"/>
                    <a:pt x="7" y="2"/>
                    <a:pt x="7" y="3"/>
                  </a:cubicBezTo>
                  <a:cubicBezTo>
                    <a:pt x="8" y="3"/>
                    <a:pt x="8" y="3"/>
                    <a:pt x="8" y="3"/>
                  </a:cubicBezTo>
                  <a:cubicBezTo>
                    <a:pt x="8" y="3"/>
                    <a:pt x="8" y="3"/>
                    <a:pt x="8" y="2"/>
                  </a:cubicBezTo>
                  <a:close/>
                  <a:moveTo>
                    <a:pt x="6" y="2"/>
                  </a:moveTo>
                  <a:cubicBezTo>
                    <a:pt x="6" y="2"/>
                    <a:pt x="6" y="2"/>
                    <a:pt x="6" y="2"/>
                  </a:cubicBezTo>
                  <a:cubicBezTo>
                    <a:pt x="6" y="2"/>
                    <a:pt x="6" y="2"/>
                    <a:pt x="6" y="2"/>
                  </a:cubicBezTo>
                  <a:cubicBezTo>
                    <a:pt x="6" y="2"/>
                    <a:pt x="6" y="2"/>
                    <a:pt x="6" y="2"/>
                  </a:cubicBezTo>
                  <a:close/>
                  <a:moveTo>
                    <a:pt x="6" y="2"/>
                  </a:moveTo>
                  <a:cubicBezTo>
                    <a:pt x="6" y="2"/>
                    <a:pt x="6" y="2"/>
                    <a:pt x="6" y="2"/>
                  </a:cubicBezTo>
                  <a:cubicBezTo>
                    <a:pt x="6" y="2"/>
                    <a:pt x="6" y="2"/>
                    <a:pt x="6" y="2"/>
                  </a:cubicBezTo>
                  <a:close/>
                  <a:moveTo>
                    <a:pt x="5" y="1"/>
                  </a:moveTo>
                  <a:cubicBezTo>
                    <a:pt x="4" y="1"/>
                    <a:pt x="5" y="2"/>
                    <a:pt x="5" y="2"/>
                  </a:cubicBezTo>
                  <a:cubicBezTo>
                    <a:pt x="5" y="2"/>
                    <a:pt x="6" y="2"/>
                    <a:pt x="6" y="2"/>
                  </a:cubicBezTo>
                  <a:cubicBezTo>
                    <a:pt x="6" y="2"/>
                    <a:pt x="6" y="2"/>
                    <a:pt x="6" y="2"/>
                  </a:cubicBezTo>
                  <a:cubicBezTo>
                    <a:pt x="6" y="1"/>
                    <a:pt x="6" y="1"/>
                    <a:pt x="5" y="1"/>
                  </a:cubicBezTo>
                  <a:cubicBezTo>
                    <a:pt x="5" y="1"/>
                    <a:pt x="5" y="1"/>
                    <a:pt x="5"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48" name="Turkmenistan">
              <a:extLst>
                <a:ext uri="{FF2B5EF4-FFF2-40B4-BE49-F238E27FC236}">
                  <a16:creationId xmlns:a16="http://schemas.microsoft.com/office/drawing/2014/main" id="{E22B1BF8-F160-F626-C3F9-4F2A70FDD8A9}"/>
                </a:ext>
              </a:extLst>
            </p:cNvPr>
            <p:cNvSpPr>
              <a:spLocks noEditPoints="1"/>
            </p:cNvSpPr>
            <p:nvPr/>
          </p:nvSpPr>
          <p:spPr bwMode="auto">
            <a:xfrm>
              <a:off x="7371785" y="2378070"/>
              <a:ext cx="482241" cy="297970"/>
            </a:xfrm>
            <a:custGeom>
              <a:avLst/>
              <a:gdLst/>
              <a:ahLst/>
              <a:cxnLst>
                <a:cxn ang="0">
                  <a:pos x="11" y="41"/>
                </a:cxn>
                <a:cxn ang="0">
                  <a:pos x="135" y="53"/>
                </a:cxn>
                <a:cxn ang="0">
                  <a:pos x="122" y="48"/>
                </a:cxn>
                <a:cxn ang="0">
                  <a:pos x="105" y="38"/>
                </a:cxn>
                <a:cxn ang="0">
                  <a:pos x="91" y="27"/>
                </a:cxn>
                <a:cxn ang="0">
                  <a:pos x="83" y="17"/>
                </a:cxn>
                <a:cxn ang="0">
                  <a:pos x="77" y="17"/>
                </a:cxn>
                <a:cxn ang="0">
                  <a:pos x="69" y="13"/>
                </a:cxn>
                <a:cxn ang="0">
                  <a:pos x="66" y="8"/>
                </a:cxn>
                <a:cxn ang="0">
                  <a:pos x="59" y="5"/>
                </a:cxn>
                <a:cxn ang="0">
                  <a:pos x="52" y="2"/>
                </a:cxn>
                <a:cxn ang="0">
                  <a:pos x="52" y="6"/>
                </a:cxn>
                <a:cxn ang="0">
                  <a:pos x="47" y="4"/>
                </a:cxn>
                <a:cxn ang="0">
                  <a:pos x="41" y="9"/>
                </a:cxn>
                <a:cxn ang="0">
                  <a:pos x="41" y="15"/>
                </a:cxn>
                <a:cxn ang="0">
                  <a:pos x="38" y="17"/>
                </a:cxn>
                <a:cxn ang="0">
                  <a:pos x="22" y="11"/>
                </a:cxn>
                <a:cxn ang="0">
                  <a:pos x="4" y="8"/>
                </a:cxn>
                <a:cxn ang="0">
                  <a:pos x="5" y="18"/>
                </a:cxn>
                <a:cxn ang="0">
                  <a:pos x="4" y="13"/>
                </a:cxn>
                <a:cxn ang="0">
                  <a:pos x="11" y="8"/>
                </a:cxn>
                <a:cxn ang="0">
                  <a:pos x="20" y="18"/>
                </a:cxn>
                <a:cxn ang="0">
                  <a:pos x="22" y="21"/>
                </a:cxn>
                <a:cxn ang="0">
                  <a:pos x="18" y="22"/>
                </a:cxn>
                <a:cxn ang="0">
                  <a:pos x="16" y="23"/>
                </a:cxn>
                <a:cxn ang="0">
                  <a:pos x="12" y="21"/>
                </a:cxn>
                <a:cxn ang="0">
                  <a:pos x="8" y="23"/>
                </a:cxn>
                <a:cxn ang="0">
                  <a:pos x="5" y="23"/>
                </a:cxn>
                <a:cxn ang="0">
                  <a:pos x="6" y="30"/>
                </a:cxn>
                <a:cxn ang="0">
                  <a:pos x="8" y="31"/>
                </a:cxn>
                <a:cxn ang="0">
                  <a:pos x="13" y="32"/>
                </a:cxn>
                <a:cxn ang="0">
                  <a:pos x="14" y="34"/>
                </a:cxn>
                <a:cxn ang="0">
                  <a:pos x="15" y="36"/>
                </a:cxn>
                <a:cxn ang="0">
                  <a:pos x="14" y="35"/>
                </a:cxn>
                <a:cxn ang="0">
                  <a:pos x="12" y="34"/>
                </a:cxn>
                <a:cxn ang="0">
                  <a:pos x="13" y="38"/>
                </a:cxn>
                <a:cxn ang="0">
                  <a:pos x="16" y="41"/>
                </a:cxn>
                <a:cxn ang="0">
                  <a:pos x="19" y="42"/>
                </a:cxn>
                <a:cxn ang="0">
                  <a:pos x="21" y="60"/>
                </a:cxn>
                <a:cxn ang="0">
                  <a:pos x="30" y="54"/>
                </a:cxn>
                <a:cxn ang="0">
                  <a:pos x="41" y="52"/>
                </a:cxn>
                <a:cxn ang="0">
                  <a:pos x="48" y="50"/>
                </a:cxn>
                <a:cxn ang="0">
                  <a:pos x="56" y="54"/>
                </a:cxn>
                <a:cxn ang="0">
                  <a:pos x="63" y="56"/>
                </a:cxn>
                <a:cxn ang="0">
                  <a:pos x="71" y="60"/>
                </a:cxn>
                <a:cxn ang="0">
                  <a:pos x="75" y="62"/>
                </a:cxn>
                <a:cxn ang="0">
                  <a:pos x="84" y="68"/>
                </a:cxn>
                <a:cxn ang="0">
                  <a:pos x="90" y="74"/>
                </a:cxn>
                <a:cxn ang="0">
                  <a:pos x="94" y="80"/>
                </a:cxn>
                <a:cxn ang="0">
                  <a:pos x="104" y="83"/>
                </a:cxn>
                <a:cxn ang="0">
                  <a:pos x="108" y="76"/>
                </a:cxn>
                <a:cxn ang="0">
                  <a:pos x="115" y="74"/>
                </a:cxn>
                <a:cxn ang="0">
                  <a:pos x="120" y="69"/>
                </a:cxn>
                <a:cxn ang="0">
                  <a:pos x="125" y="61"/>
                </a:cxn>
                <a:cxn ang="0">
                  <a:pos x="129" y="58"/>
                </a:cxn>
                <a:cxn ang="0">
                  <a:pos x="134" y="60"/>
                </a:cxn>
              </a:cxnLst>
              <a:rect l="0" t="0" r="r" b="b"/>
              <a:pathLst>
                <a:path w="136" h="84">
                  <a:moveTo>
                    <a:pt x="11" y="44"/>
                  </a:moveTo>
                  <a:cubicBezTo>
                    <a:pt x="11" y="44"/>
                    <a:pt x="11" y="43"/>
                    <a:pt x="11" y="43"/>
                  </a:cubicBezTo>
                  <a:cubicBezTo>
                    <a:pt x="11" y="43"/>
                    <a:pt x="11" y="42"/>
                    <a:pt x="10" y="42"/>
                  </a:cubicBezTo>
                  <a:cubicBezTo>
                    <a:pt x="10" y="42"/>
                    <a:pt x="10" y="42"/>
                    <a:pt x="10" y="41"/>
                  </a:cubicBezTo>
                  <a:cubicBezTo>
                    <a:pt x="10" y="41"/>
                    <a:pt x="11" y="41"/>
                    <a:pt x="11" y="41"/>
                  </a:cubicBezTo>
                  <a:cubicBezTo>
                    <a:pt x="10" y="42"/>
                    <a:pt x="11" y="43"/>
                    <a:pt x="11" y="44"/>
                  </a:cubicBezTo>
                  <a:close/>
                  <a:moveTo>
                    <a:pt x="135" y="58"/>
                  </a:moveTo>
                  <a:cubicBezTo>
                    <a:pt x="135" y="57"/>
                    <a:pt x="135" y="57"/>
                    <a:pt x="135" y="56"/>
                  </a:cubicBezTo>
                  <a:cubicBezTo>
                    <a:pt x="135" y="55"/>
                    <a:pt x="135" y="55"/>
                    <a:pt x="135" y="54"/>
                  </a:cubicBezTo>
                  <a:cubicBezTo>
                    <a:pt x="135" y="53"/>
                    <a:pt x="135" y="53"/>
                    <a:pt x="135" y="53"/>
                  </a:cubicBezTo>
                  <a:cubicBezTo>
                    <a:pt x="134" y="52"/>
                    <a:pt x="133" y="52"/>
                    <a:pt x="133" y="52"/>
                  </a:cubicBezTo>
                  <a:cubicBezTo>
                    <a:pt x="132" y="52"/>
                    <a:pt x="131" y="51"/>
                    <a:pt x="131" y="51"/>
                  </a:cubicBezTo>
                  <a:cubicBezTo>
                    <a:pt x="130" y="50"/>
                    <a:pt x="128" y="49"/>
                    <a:pt x="127" y="50"/>
                  </a:cubicBezTo>
                  <a:cubicBezTo>
                    <a:pt x="126" y="50"/>
                    <a:pt x="126" y="50"/>
                    <a:pt x="125" y="50"/>
                  </a:cubicBezTo>
                  <a:cubicBezTo>
                    <a:pt x="124" y="49"/>
                    <a:pt x="123" y="48"/>
                    <a:pt x="122" y="48"/>
                  </a:cubicBezTo>
                  <a:cubicBezTo>
                    <a:pt x="120" y="47"/>
                    <a:pt x="119" y="46"/>
                    <a:pt x="117" y="45"/>
                  </a:cubicBezTo>
                  <a:cubicBezTo>
                    <a:pt x="116" y="45"/>
                    <a:pt x="114" y="44"/>
                    <a:pt x="113" y="43"/>
                  </a:cubicBezTo>
                  <a:cubicBezTo>
                    <a:pt x="113" y="42"/>
                    <a:pt x="112" y="42"/>
                    <a:pt x="112" y="42"/>
                  </a:cubicBezTo>
                  <a:cubicBezTo>
                    <a:pt x="111" y="42"/>
                    <a:pt x="110" y="42"/>
                    <a:pt x="110" y="42"/>
                  </a:cubicBezTo>
                  <a:cubicBezTo>
                    <a:pt x="108" y="41"/>
                    <a:pt x="106" y="40"/>
                    <a:pt x="105" y="38"/>
                  </a:cubicBezTo>
                  <a:cubicBezTo>
                    <a:pt x="104" y="37"/>
                    <a:pt x="102" y="37"/>
                    <a:pt x="101" y="36"/>
                  </a:cubicBezTo>
                  <a:cubicBezTo>
                    <a:pt x="99" y="35"/>
                    <a:pt x="98" y="34"/>
                    <a:pt x="96" y="33"/>
                  </a:cubicBezTo>
                  <a:cubicBezTo>
                    <a:pt x="95" y="32"/>
                    <a:pt x="93" y="32"/>
                    <a:pt x="93" y="31"/>
                  </a:cubicBezTo>
                  <a:cubicBezTo>
                    <a:pt x="92" y="30"/>
                    <a:pt x="92" y="29"/>
                    <a:pt x="92" y="29"/>
                  </a:cubicBezTo>
                  <a:cubicBezTo>
                    <a:pt x="92" y="28"/>
                    <a:pt x="91" y="27"/>
                    <a:pt x="91" y="27"/>
                  </a:cubicBezTo>
                  <a:cubicBezTo>
                    <a:pt x="91" y="26"/>
                    <a:pt x="90" y="26"/>
                    <a:pt x="90" y="26"/>
                  </a:cubicBezTo>
                  <a:cubicBezTo>
                    <a:pt x="89" y="25"/>
                    <a:pt x="89" y="25"/>
                    <a:pt x="88" y="24"/>
                  </a:cubicBezTo>
                  <a:cubicBezTo>
                    <a:pt x="88" y="24"/>
                    <a:pt x="87" y="23"/>
                    <a:pt x="87" y="22"/>
                  </a:cubicBezTo>
                  <a:cubicBezTo>
                    <a:pt x="86" y="21"/>
                    <a:pt x="86" y="20"/>
                    <a:pt x="86" y="20"/>
                  </a:cubicBezTo>
                  <a:cubicBezTo>
                    <a:pt x="85" y="19"/>
                    <a:pt x="84" y="18"/>
                    <a:pt x="83" y="17"/>
                  </a:cubicBezTo>
                  <a:cubicBezTo>
                    <a:pt x="82" y="17"/>
                    <a:pt x="81" y="17"/>
                    <a:pt x="81" y="17"/>
                  </a:cubicBezTo>
                  <a:cubicBezTo>
                    <a:pt x="80" y="17"/>
                    <a:pt x="80" y="17"/>
                    <a:pt x="80" y="18"/>
                  </a:cubicBezTo>
                  <a:cubicBezTo>
                    <a:pt x="80" y="18"/>
                    <a:pt x="79" y="18"/>
                    <a:pt x="79" y="18"/>
                  </a:cubicBezTo>
                  <a:cubicBezTo>
                    <a:pt x="78" y="18"/>
                    <a:pt x="78" y="17"/>
                    <a:pt x="78" y="17"/>
                  </a:cubicBezTo>
                  <a:cubicBezTo>
                    <a:pt x="77" y="17"/>
                    <a:pt x="77" y="18"/>
                    <a:pt x="77" y="17"/>
                  </a:cubicBezTo>
                  <a:cubicBezTo>
                    <a:pt x="77" y="17"/>
                    <a:pt x="77" y="18"/>
                    <a:pt x="77" y="18"/>
                  </a:cubicBezTo>
                  <a:cubicBezTo>
                    <a:pt x="76" y="17"/>
                    <a:pt x="74" y="17"/>
                    <a:pt x="73" y="17"/>
                  </a:cubicBezTo>
                  <a:cubicBezTo>
                    <a:pt x="72" y="18"/>
                    <a:pt x="71" y="17"/>
                    <a:pt x="69" y="16"/>
                  </a:cubicBezTo>
                  <a:cubicBezTo>
                    <a:pt x="69" y="16"/>
                    <a:pt x="68" y="15"/>
                    <a:pt x="68" y="15"/>
                  </a:cubicBezTo>
                  <a:cubicBezTo>
                    <a:pt x="68" y="14"/>
                    <a:pt x="69" y="14"/>
                    <a:pt x="69" y="13"/>
                  </a:cubicBezTo>
                  <a:cubicBezTo>
                    <a:pt x="69" y="13"/>
                    <a:pt x="66" y="12"/>
                    <a:pt x="68" y="11"/>
                  </a:cubicBezTo>
                  <a:cubicBezTo>
                    <a:pt x="68" y="11"/>
                    <a:pt x="70" y="12"/>
                    <a:pt x="68" y="11"/>
                  </a:cubicBezTo>
                  <a:cubicBezTo>
                    <a:pt x="68" y="10"/>
                    <a:pt x="67" y="10"/>
                    <a:pt x="66" y="10"/>
                  </a:cubicBezTo>
                  <a:cubicBezTo>
                    <a:pt x="65" y="9"/>
                    <a:pt x="66" y="9"/>
                    <a:pt x="66" y="9"/>
                  </a:cubicBezTo>
                  <a:cubicBezTo>
                    <a:pt x="67" y="9"/>
                    <a:pt x="66" y="8"/>
                    <a:pt x="66" y="8"/>
                  </a:cubicBezTo>
                  <a:cubicBezTo>
                    <a:pt x="66" y="7"/>
                    <a:pt x="66" y="7"/>
                    <a:pt x="66" y="7"/>
                  </a:cubicBezTo>
                  <a:cubicBezTo>
                    <a:pt x="66" y="7"/>
                    <a:pt x="65" y="7"/>
                    <a:pt x="65" y="6"/>
                  </a:cubicBezTo>
                  <a:cubicBezTo>
                    <a:pt x="65" y="6"/>
                    <a:pt x="65" y="6"/>
                    <a:pt x="65" y="6"/>
                  </a:cubicBezTo>
                  <a:cubicBezTo>
                    <a:pt x="63" y="5"/>
                    <a:pt x="62" y="6"/>
                    <a:pt x="60" y="6"/>
                  </a:cubicBezTo>
                  <a:cubicBezTo>
                    <a:pt x="60" y="6"/>
                    <a:pt x="59" y="5"/>
                    <a:pt x="59" y="5"/>
                  </a:cubicBezTo>
                  <a:cubicBezTo>
                    <a:pt x="58" y="4"/>
                    <a:pt x="58" y="4"/>
                    <a:pt x="58" y="3"/>
                  </a:cubicBezTo>
                  <a:cubicBezTo>
                    <a:pt x="57" y="3"/>
                    <a:pt x="57" y="3"/>
                    <a:pt x="56" y="3"/>
                  </a:cubicBezTo>
                  <a:cubicBezTo>
                    <a:pt x="55" y="3"/>
                    <a:pt x="54" y="2"/>
                    <a:pt x="54" y="2"/>
                  </a:cubicBezTo>
                  <a:cubicBezTo>
                    <a:pt x="53" y="2"/>
                    <a:pt x="52" y="0"/>
                    <a:pt x="52" y="0"/>
                  </a:cubicBezTo>
                  <a:cubicBezTo>
                    <a:pt x="51" y="1"/>
                    <a:pt x="52" y="2"/>
                    <a:pt x="52" y="2"/>
                  </a:cubicBezTo>
                  <a:cubicBezTo>
                    <a:pt x="51" y="2"/>
                    <a:pt x="50" y="2"/>
                    <a:pt x="50" y="2"/>
                  </a:cubicBezTo>
                  <a:cubicBezTo>
                    <a:pt x="49" y="1"/>
                    <a:pt x="48" y="1"/>
                    <a:pt x="48" y="2"/>
                  </a:cubicBezTo>
                  <a:cubicBezTo>
                    <a:pt x="48" y="3"/>
                    <a:pt x="49" y="3"/>
                    <a:pt x="50" y="3"/>
                  </a:cubicBezTo>
                  <a:cubicBezTo>
                    <a:pt x="50" y="3"/>
                    <a:pt x="51" y="4"/>
                    <a:pt x="51" y="5"/>
                  </a:cubicBezTo>
                  <a:cubicBezTo>
                    <a:pt x="52" y="5"/>
                    <a:pt x="53" y="6"/>
                    <a:pt x="52" y="6"/>
                  </a:cubicBezTo>
                  <a:cubicBezTo>
                    <a:pt x="51" y="6"/>
                    <a:pt x="51" y="5"/>
                    <a:pt x="51" y="5"/>
                  </a:cubicBezTo>
                  <a:cubicBezTo>
                    <a:pt x="51" y="4"/>
                    <a:pt x="50" y="4"/>
                    <a:pt x="50" y="4"/>
                  </a:cubicBezTo>
                  <a:cubicBezTo>
                    <a:pt x="49" y="4"/>
                    <a:pt x="49" y="4"/>
                    <a:pt x="48" y="4"/>
                  </a:cubicBezTo>
                  <a:cubicBezTo>
                    <a:pt x="48" y="4"/>
                    <a:pt x="48" y="3"/>
                    <a:pt x="48" y="4"/>
                  </a:cubicBezTo>
                  <a:cubicBezTo>
                    <a:pt x="47" y="4"/>
                    <a:pt x="47" y="4"/>
                    <a:pt x="47" y="4"/>
                  </a:cubicBezTo>
                  <a:cubicBezTo>
                    <a:pt x="47" y="5"/>
                    <a:pt x="47" y="5"/>
                    <a:pt x="47" y="6"/>
                  </a:cubicBezTo>
                  <a:cubicBezTo>
                    <a:pt x="47" y="6"/>
                    <a:pt x="46" y="6"/>
                    <a:pt x="47" y="7"/>
                  </a:cubicBezTo>
                  <a:cubicBezTo>
                    <a:pt x="47" y="7"/>
                    <a:pt x="45" y="7"/>
                    <a:pt x="45" y="7"/>
                  </a:cubicBezTo>
                  <a:cubicBezTo>
                    <a:pt x="45" y="7"/>
                    <a:pt x="44" y="7"/>
                    <a:pt x="44" y="7"/>
                  </a:cubicBezTo>
                  <a:cubicBezTo>
                    <a:pt x="43" y="7"/>
                    <a:pt x="42" y="8"/>
                    <a:pt x="41" y="9"/>
                  </a:cubicBezTo>
                  <a:cubicBezTo>
                    <a:pt x="41" y="10"/>
                    <a:pt x="40" y="10"/>
                    <a:pt x="40" y="10"/>
                  </a:cubicBezTo>
                  <a:cubicBezTo>
                    <a:pt x="39" y="11"/>
                    <a:pt x="40" y="11"/>
                    <a:pt x="40" y="11"/>
                  </a:cubicBezTo>
                  <a:cubicBezTo>
                    <a:pt x="40" y="12"/>
                    <a:pt x="40" y="12"/>
                    <a:pt x="40" y="13"/>
                  </a:cubicBezTo>
                  <a:cubicBezTo>
                    <a:pt x="40" y="13"/>
                    <a:pt x="41" y="13"/>
                    <a:pt x="41" y="14"/>
                  </a:cubicBezTo>
                  <a:cubicBezTo>
                    <a:pt x="41" y="14"/>
                    <a:pt x="41" y="15"/>
                    <a:pt x="41" y="15"/>
                  </a:cubicBezTo>
                  <a:cubicBezTo>
                    <a:pt x="41" y="15"/>
                    <a:pt x="43" y="16"/>
                    <a:pt x="43" y="16"/>
                  </a:cubicBezTo>
                  <a:cubicBezTo>
                    <a:pt x="43" y="16"/>
                    <a:pt x="42" y="16"/>
                    <a:pt x="42" y="17"/>
                  </a:cubicBezTo>
                  <a:cubicBezTo>
                    <a:pt x="42" y="17"/>
                    <a:pt x="42" y="17"/>
                    <a:pt x="41" y="17"/>
                  </a:cubicBezTo>
                  <a:cubicBezTo>
                    <a:pt x="41" y="17"/>
                    <a:pt x="40" y="17"/>
                    <a:pt x="40" y="17"/>
                  </a:cubicBezTo>
                  <a:cubicBezTo>
                    <a:pt x="39" y="17"/>
                    <a:pt x="39" y="17"/>
                    <a:pt x="38" y="17"/>
                  </a:cubicBezTo>
                  <a:cubicBezTo>
                    <a:pt x="36" y="17"/>
                    <a:pt x="35" y="15"/>
                    <a:pt x="31" y="16"/>
                  </a:cubicBezTo>
                  <a:cubicBezTo>
                    <a:pt x="30" y="17"/>
                    <a:pt x="29" y="17"/>
                    <a:pt x="28" y="17"/>
                  </a:cubicBezTo>
                  <a:cubicBezTo>
                    <a:pt x="27" y="17"/>
                    <a:pt x="27" y="16"/>
                    <a:pt x="26" y="15"/>
                  </a:cubicBezTo>
                  <a:cubicBezTo>
                    <a:pt x="25" y="15"/>
                    <a:pt x="24" y="14"/>
                    <a:pt x="24" y="13"/>
                  </a:cubicBezTo>
                  <a:cubicBezTo>
                    <a:pt x="23" y="12"/>
                    <a:pt x="22" y="12"/>
                    <a:pt x="22" y="11"/>
                  </a:cubicBezTo>
                  <a:cubicBezTo>
                    <a:pt x="21" y="10"/>
                    <a:pt x="21" y="9"/>
                    <a:pt x="20" y="9"/>
                  </a:cubicBezTo>
                  <a:cubicBezTo>
                    <a:pt x="19" y="8"/>
                    <a:pt x="18" y="8"/>
                    <a:pt x="17" y="7"/>
                  </a:cubicBezTo>
                  <a:cubicBezTo>
                    <a:pt x="16" y="7"/>
                    <a:pt x="15" y="6"/>
                    <a:pt x="14" y="5"/>
                  </a:cubicBezTo>
                  <a:cubicBezTo>
                    <a:pt x="13" y="5"/>
                    <a:pt x="12" y="5"/>
                    <a:pt x="11" y="6"/>
                  </a:cubicBezTo>
                  <a:cubicBezTo>
                    <a:pt x="8" y="6"/>
                    <a:pt x="6" y="6"/>
                    <a:pt x="4" y="8"/>
                  </a:cubicBezTo>
                  <a:cubicBezTo>
                    <a:pt x="2" y="9"/>
                    <a:pt x="1" y="10"/>
                    <a:pt x="0" y="12"/>
                  </a:cubicBezTo>
                  <a:cubicBezTo>
                    <a:pt x="0" y="12"/>
                    <a:pt x="1" y="13"/>
                    <a:pt x="1" y="13"/>
                  </a:cubicBezTo>
                  <a:cubicBezTo>
                    <a:pt x="1" y="14"/>
                    <a:pt x="1" y="14"/>
                    <a:pt x="2" y="15"/>
                  </a:cubicBezTo>
                  <a:cubicBezTo>
                    <a:pt x="3" y="15"/>
                    <a:pt x="3" y="16"/>
                    <a:pt x="4" y="17"/>
                  </a:cubicBezTo>
                  <a:cubicBezTo>
                    <a:pt x="4" y="17"/>
                    <a:pt x="4" y="18"/>
                    <a:pt x="5" y="18"/>
                  </a:cubicBezTo>
                  <a:cubicBezTo>
                    <a:pt x="5" y="19"/>
                    <a:pt x="5" y="19"/>
                    <a:pt x="5" y="19"/>
                  </a:cubicBezTo>
                  <a:cubicBezTo>
                    <a:pt x="5" y="20"/>
                    <a:pt x="5" y="19"/>
                    <a:pt x="5" y="19"/>
                  </a:cubicBezTo>
                  <a:cubicBezTo>
                    <a:pt x="5" y="18"/>
                    <a:pt x="5" y="18"/>
                    <a:pt x="4" y="18"/>
                  </a:cubicBezTo>
                  <a:cubicBezTo>
                    <a:pt x="4" y="17"/>
                    <a:pt x="4" y="16"/>
                    <a:pt x="4" y="15"/>
                  </a:cubicBezTo>
                  <a:cubicBezTo>
                    <a:pt x="4" y="14"/>
                    <a:pt x="4" y="13"/>
                    <a:pt x="4" y="13"/>
                  </a:cubicBezTo>
                  <a:cubicBezTo>
                    <a:pt x="4" y="12"/>
                    <a:pt x="3" y="13"/>
                    <a:pt x="3" y="13"/>
                  </a:cubicBezTo>
                  <a:cubicBezTo>
                    <a:pt x="2" y="12"/>
                    <a:pt x="4" y="9"/>
                    <a:pt x="4" y="9"/>
                  </a:cubicBezTo>
                  <a:cubicBezTo>
                    <a:pt x="4" y="9"/>
                    <a:pt x="5" y="8"/>
                    <a:pt x="5" y="8"/>
                  </a:cubicBezTo>
                  <a:cubicBezTo>
                    <a:pt x="5" y="8"/>
                    <a:pt x="6" y="8"/>
                    <a:pt x="7" y="8"/>
                  </a:cubicBezTo>
                  <a:cubicBezTo>
                    <a:pt x="8" y="8"/>
                    <a:pt x="10" y="7"/>
                    <a:pt x="11" y="8"/>
                  </a:cubicBezTo>
                  <a:cubicBezTo>
                    <a:pt x="12" y="8"/>
                    <a:pt x="12" y="9"/>
                    <a:pt x="12" y="10"/>
                  </a:cubicBezTo>
                  <a:cubicBezTo>
                    <a:pt x="13" y="11"/>
                    <a:pt x="13" y="11"/>
                    <a:pt x="14" y="12"/>
                  </a:cubicBezTo>
                  <a:cubicBezTo>
                    <a:pt x="14" y="12"/>
                    <a:pt x="14" y="13"/>
                    <a:pt x="14" y="14"/>
                  </a:cubicBezTo>
                  <a:cubicBezTo>
                    <a:pt x="14" y="15"/>
                    <a:pt x="16" y="15"/>
                    <a:pt x="17" y="16"/>
                  </a:cubicBezTo>
                  <a:cubicBezTo>
                    <a:pt x="18" y="17"/>
                    <a:pt x="20" y="17"/>
                    <a:pt x="20" y="18"/>
                  </a:cubicBezTo>
                  <a:cubicBezTo>
                    <a:pt x="21" y="19"/>
                    <a:pt x="21" y="19"/>
                    <a:pt x="21" y="19"/>
                  </a:cubicBezTo>
                  <a:cubicBezTo>
                    <a:pt x="21" y="19"/>
                    <a:pt x="21" y="19"/>
                    <a:pt x="21" y="19"/>
                  </a:cubicBezTo>
                  <a:cubicBezTo>
                    <a:pt x="21" y="19"/>
                    <a:pt x="22" y="19"/>
                    <a:pt x="22" y="19"/>
                  </a:cubicBezTo>
                  <a:cubicBezTo>
                    <a:pt x="22" y="19"/>
                    <a:pt x="21" y="19"/>
                    <a:pt x="21" y="19"/>
                  </a:cubicBezTo>
                  <a:cubicBezTo>
                    <a:pt x="21" y="20"/>
                    <a:pt x="22" y="20"/>
                    <a:pt x="22" y="21"/>
                  </a:cubicBezTo>
                  <a:cubicBezTo>
                    <a:pt x="21" y="21"/>
                    <a:pt x="21" y="22"/>
                    <a:pt x="21" y="22"/>
                  </a:cubicBezTo>
                  <a:cubicBezTo>
                    <a:pt x="20" y="22"/>
                    <a:pt x="19" y="22"/>
                    <a:pt x="19" y="22"/>
                  </a:cubicBezTo>
                  <a:cubicBezTo>
                    <a:pt x="19" y="22"/>
                    <a:pt x="20" y="21"/>
                    <a:pt x="19" y="21"/>
                  </a:cubicBezTo>
                  <a:cubicBezTo>
                    <a:pt x="19" y="21"/>
                    <a:pt x="18" y="21"/>
                    <a:pt x="18" y="21"/>
                  </a:cubicBezTo>
                  <a:cubicBezTo>
                    <a:pt x="17" y="21"/>
                    <a:pt x="18" y="22"/>
                    <a:pt x="18" y="22"/>
                  </a:cubicBezTo>
                  <a:cubicBezTo>
                    <a:pt x="18" y="22"/>
                    <a:pt x="18" y="23"/>
                    <a:pt x="19" y="23"/>
                  </a:cubicBezTo>
                  <a:cubicBezTo>
                    <a:pt x="19" y="23"/>
                    <a:pt x="20" y="23"/>
                    <a:pt x="19" y="23"/>
                  </a:cubicBezTo>
                  <a:cubicBezTo>
                    <a:pt x="19" y="23"/>
                    <a:pt x="19" y="23"/>
                    <a:pt x="19" y="23"/>
                  </a:cubicBezTo>
                  <a:cubicBezTo>
                    <a:pt x="19" y="24"/>
                    <a:pt x="18" y="24"/>
                    <a:pt x="18" y="23"/>
                  </a:cubicBezTo>
                  <a:cubicBezTo>
                    <a:pt x="18" y="23"/>
                    <a:pt x="16" y="23"/>
                    <a:pt x="16" y="23"/>
                  </a:cubicBezTo>
                  <a:cubicBezTo>
                    <a:pt x="17" y="23"/>
                    <a:pt x="15" y="24"/>
                    <a:pt x="15" y="24"/>
                  </a:cubicBezTo>
                  <a:cubicBezTo>
                    <a:pt x="15" y="24"/>
                    <a:pt x="14" y="24"/>
                    <a:pt x="13" y="24"/>
                  </a:cubicBezTo>
                  <a:cubicBezTo>
                    <a:pt x="13" y="24"/>
                    <a:pt x="13" y="23"/>
                    <a:pt x="13" y="23"/>
                  </a:cubicBezTo>
                  <a:cubicBezTo>
                    <a:pt x="13" y="23"/>
                    <a:pt x="13" y="23"/>
                    <a:pt x="13" y="23"/>
                  </a:cubicBezTo>
                  <a:cubicBezTo>
                    <a:pt x="12" y="22"/>
                    <a:pt x="12" y="21"/>
                    <a:pt x="12" y="21"/>
                  </a:cubicBezTo>
                  <a:cubicBezTo>
                    <a:pt x="11" y="21"/>
                    <a:pt x="12" y="24"/>
                    <a:pt x="10" y="22"/>
                  </a:cubicBezTo>
                  <a:cubicBezTo>
                    <a:pt x="10" y="22"/>
                    <a:pt x="10" y="21"/>
                    <a:pt x="10" y="22"/>
                  </a:cubicBezTo>
                  <a:cubicBezTo>
                    <a:pt x="10" y="22"/>
                    <a:pt x="9" y="23"/>
                    <a:pt x="9" y="23"/>
                  </a:cubicBezTo>
                  <a:cubicBezTo>
                    <a:pt x="9" y="22"/>
                    <a:pt x="9" y="22"/>
                    <a:pt x="9" y="22"/>
                  </a:cubicBezTo>
                  <a:cubicBezTo>
                    <a:pt x="8" y="22"/>
                    <a:pt x="8" y="23"/>
                    <a:pt x="8" y="23"/>
                  </a:cubicBezTo>
                  <a:cubicBezTo>
                    <a:pt x="7" y="22"/>
                    <a:pt x="7" y="22"/>
                    <a:pt x="8" y="21"/>
                  </a:cubicBezTo>
                  <a:cubicBezTo>
                    <a:pt x="6" y="22"/>
                    <a:pt x="6" y="19"/>
                    <a:pt x="5" y="19"/>
                  </a:cubicBezTo>
                  <a:cubicBezTo>
                    <a:pt x="5" y="20"/>
                    <a:pt x="6" y="21"/>
                    <a:pt x="6" y="21"/>
                  </a:cubicBezTo>
                  <a:cubicBezTo>
                    <a:pt x="5" y="22"/>
                    <a:pt x="6" y="22"/>
                    <a:pt x="5" y="23"/>
                  </a:cubicBezTo>
                  <a:cubicBezTo>
                    <a:pt x="5" y="23"/>
                    <a:pt x="5" y="22"/>
                    <a:pt x="5" y="23"/>
                  </a:cubicBezTo>
                  <a:cubicBezTo>
                    <a:pt x="5" y="23"/>
                    <a:pt x="6" y="23"/>
                    <a:pt x="6" y="24"/>
                  </a:cubicBezTo>
                  <a:cubicBezTo>
                    <a:pt x="6" y="24"/>
                    <a:pt x="5" y="24"/>
                    <a:pt x="5" y="24"/>
                  </a:cubicBezTo>
                  <a:cubicBezTo>
                    <a:pt x="5" y="25"/>
                    <a:pt x="5" y="25"/>
                    <a:pt x="5" y="26"/>
                  </a:cubicBezTo>
                  <a:cubicBezTo>
                    <a:pt x="5" y="27"/>
                    <a:pt x="5" y="28"/>
                    <a:pt x="5" y="28"/>
                  </a:cubicBezTo>
                  <a:cubicBezTo>
                    <a:pt x="6" y="29"/>
                    <a:pt x="6" y="29"/>
                    <a:pt x="6" y="30"/>
                  </a:cubicBezTo>
                  <a:cubicBezTo>
                    <a:pt x="6" y="31"/>
                    <a:pt x="6" y="31"/>
                    <a:pt x="7" y="31"/>
                  </a:cubicBezTo>
                  <a:cubicBezTo>
                    <a:pt x="7" y="31"/>
                    <a:pt x="7" y="32"/>
                    <a:pt x="8" y="32"/>
                  </a:cubicBezTo>
                  <a:cubicBezTo>
                    <a:pt x="8" y="32"/>
                    <a:pt x="7" y="30"/>
                    <a:pt x="7" y="30"/>
                  </a:cubicBezTo>
                  <a:cubicBezTo>
                    <a:pt x="7" y="30"/>
                    <a:pt x="7" y="31"/>
                    <a:pt x="7" y="31"/>
                  </a:cubicBezTo>
                  <a:cubicBezTo>
                    <a:pt x="8" y="31"/>
                    <a:pt x="8" y="31"/>
                    <a:pt x="8" y="31"/>
                  </a:cubicBezTo>
                  <a:cubicBezTo>
                    <a:pt x="9" y="31"/>
                    <a:pt x="9" y="31"/>
                    <a:pt x="9" y="31"/>
                  </a:cubicBezTo>
                  <a:cubicBezTo>
                    <a:pt x="10" y="31"/>
                    <a:pt x="10" y="31"/>
                    <a:pt x="11" y="31"/>
                  </a:cubicBezTo>
                  <a:cubicBezTo>
                    <a:pt x="11" y="31"/>
                    <a:pt x="11" y="31"/>
                    <a:pt x="12" y="31"/>
                  </a:cubicBezTo>
                  <a:cubicBezTo>
                    <a:pt x="12" y="31"/>
                    <a:pt x="12" y="31"/>
                    <a:pt x="12" y="31"/>
                  </a:cubicBezTo>
                  <a:cubicBezTo>
                    <a:pt x="12" y="31"/>
                    <a:pt x="13" y="31"/>
                    <a:pt x="13" y="32"/>
                  </a:cubicBezTo>
                  <a:cubicBezTo>
                    <a:pt x="13" y="32"/>
                    <a:pt x="13" y="33"/>
                    <a:pt x="12" y="33"/>
                  </a:cubicBezTo>
                  <a:cubicBezTo>
                    <a:pt x="12" y="33"/>
                    <a:pt x="12" y="34"/>
                    <a:pt x="12" y="33"/>
                  </a:cubicBezTo>
                  <a:cubicBezTo>
                    <a:pt x="13" y="34"/>
                    <a:pt x="13" y="34"/>
                    <a:pt x="14" y="35"/>
                  </a:cubicBezTo>
                  <a:cubicBezTo>
                    <a:pt x="13" y="34"/>
                    <a:pt x="13" y="34"/>
                    <a:pt x="13" y="34"/>
                  </a:cubicBezTo>
                  <a:cubicBezTo>
                    <a:pt x="14" y="34"/>
                    <a:pt x="14" y="35"/>
                    <a:pt x="14" y="34"/>
                  </a:cubicBezTo>
                  <a:cubicBezTo>
                    <a:pt x="14" y="34"/>
                    <a:pt x="14" y="35"/>
                    <a:pt x="14" y="35"/>
                  </a:cubicBezTo>
                  <a:cubicBezTo>
                    <a:pt x="15" y="35"/>
                    <a:pt x="14" y="35"/>
                    <a:pt x="14" y="35"/>
                  </a:cubicBezTo>
                  <a:cubicBezTo>
                    <a:pt x="14" y="35"/>
                    <a:pt x="14" y="35"/>
                    <a:pt x="14" y="35"/>
                  </a:cubicBezTo>
                  <a:cubicBezTo>
                    <a:pt x="14" y="36"/>
                    <a:pt x="15" y="35"/>
                    <a:pt x="15" y="35"/>
                  </a:cubicBezTo>
                  <a:cubicBezTo>
                    <a:pt x="15" y="35"/>
                    <a:pt x="15" y="35"/>
                    <a:pt x="15" y="36"/>
                  </a:cubicBezTo>
                  <a:cubicBezTo>
                    <a:pt x="15" y="36"/>
                    <a:pt x="15" y="36"/>
                    <a:pt x="15" y="36"/>
                  </a:cubicBezTo>
                  <a:cubicBezTo>
                    <a:pt x="15" y="36"/>
                    <a:pt x="15" y="36"/>
                    <a:pt x="15" y="36"/>
                  </a:cubicBezTo>
                  <a:cubicBezTo>
                    <a:pt x="14" y="35"/>
                    <a:pt x="14" y="36"/>
                    <a:pt x="14" y="36"/>
                  </a:cubicBezTo>
                  <a:cubicBezTo>
                    <a:pt x="14" y="36"/>
                    <a:pt x="14" y="36"/>
                    <a:pt x="14" y="35"/>
                  </a:cubicBezTo>
                  <a:cubicBezTo>
                    <a:pt x="14" y="35"/>
                    <a:pt x="14" y="35"/>
                    <a:pt x="14" y="35"/>
                  </a:cubicBezTo>
                  <a:cubicBezTo>
                    <a:pt x="14" y="35"/>
                    <a:pt x="14" y="35"/>
                    <a:pt x="14" y="35"/>
                  </a:cubicBezTo>
                  <a:cubicBezTo>
                    <a:pt x="13" y="35"/>
                    <a:pt x="13" y="35"/>
                    <a:pt x="13" y="35"/>
                  </a:cubicBezTo>
                  <a:cubicBezTo>
                    <a:pt x="13" y="35"/>
                    <a:pt x="14" y="35"/>
                    <a:pt x="13" y="36"/>
                  </a:cubicBezTo>
                  <a:cubicBezTo>
                    <a:pt x="13" y="35"/>
                    <a:pt x="12" y="36"/>
                    <a:pt x="11" y="36"/>
                  </a:cubicBezTo>
                  <a:cubicBezTo>
                    <a:pt x="11" y="35"/>
                    <a:pt x="12" y="34"/>
                    <a:pt x="12" y="34"/>
                  </a:cubicBezTo>
                  <a:cubicBezTo>
                    <a:pt x="11" y="34"/>
                    <a:pt x="11" y="36"/>
                    <a:pt x="10" y="36"/>
                  </a:cubicBezTo>
                  <a:cubicBezTo>
                    <a:pt x="10" y="37"/>
                    <a:pt x="10" y="37"/>
                    <a:pt x="11" y="38"/>
                  </a:cubicBezTo>
                  <a:cubicBezTo>
                    <a:pt x="11" y="38"/>
                    <a:pt x="11" y="39"/>
                    <a:pt x="11" y="39"/>
                  </a:cubicBezTo>
                  <a:cubicBezTo>
                    <a:pt x="11" y="39"/>
                    <a:pt x="11" y="38"/>
                    <a:pt x="11" y="38"/>
                  </a:cubicBezTo>
                  <a:cubicBezTo>
                    <a:pt x="11" y="37"/>
                    <a:pt x="13" y="38"/>
                    <a:pt x="13" y="38"/>
                  </a:cubicBezTo>
                  <a:cubicBezTo>
                    <a:pt x="13" y="38"/>
                    <a:pt x="14" y="39"/>
                    <a:pt x="14" y="38"/>
                  </a:cubicBezTo>
                  <a:cubicBezTo>
                    <a:pt x="14" y="39"/>
                    <a:pt x="15" y="39"/>
                    <a:pt x="15" y="39"/>
                  </a:cubicBezTo>
                  <a:cubicBezTo>
                    <a:pt x="15" y="39"/>
                    <a:pt x="15" y="39"/>
                    <a:pt x="15" y="40"/>
                  </a:cubicBezTo>
                  <a:cubicBezTo>
                    <a:pt x="15" y="39"/>
                    <a:pt x="15" y="40"/>
                    <a:pt x="15" y="40"/>
                  </a:cubicBezTo>
                  <a:cubicBezTo>
                    <a:pt x="15" y="40"/>
                    <a:pt x="16" y="41"/>
                    <a:pt x="16" y="41"/>
                  </a:cubicBezTo>
                  <a:cubicBezTo>
                    <a:pt x="16" y="41"/>
                    <a:pt x="16" y="39"/>
                    <a:pt x="16" y="40"/>
                  </a:cubicBezTo>
                  <a:cubicBezTo>
                    <a:pt x="16" y="40"/>
                    <a:pt x="16" y="41"/>
                    <a:pt x="17" y="41"/>
                  </a:cubicBezTo>
                  <a:cubicBezTo>
                    <a:pt x="17" y="41"/>
                    <a:pt x="18" y="41"/>
                    <a:pt x="18" y="42"/>
                  </a:cubicBezTo>
                  <a:cubicBezTo>
                    <a:pt x="18" y="42"/>
                    <a:pt x="19" y="42"/>
                    <a:pt x="19" y="43"/>
                  </a:cubicBezTo>
                  <a:cubicBezTo>
                    <a:pt x="19" y="43"/>
                    <a:pt x="19" y="43"/>
                    <a:pt x="19" y="42"/>
                  </a:cubicBezTo>
                  <a:cubicBezTo>
                    <a:pt x="19" y="44"/>
                    <a:pt x="19" y="45"/>
                    <a:pt x="18" y="46"/>
                  </a:cubicBezTo>
                  <a:cubicBezTo>
                    <a:pt x="18" y="47"/>
                    <a:pt x="19" y="48"/>
                    <a:pt x="19" y="49"/>
                  </a:cubicBezTo>
                  <a:cubicBezTo>
                    <a:pt x="19" y="50"/>
                    <a:pt x="19" y="52"/>
                    <a:pt x="19" y="53"/>
                  </a:cubicBezTo>
                  <a:cubicBezTo>
                    <a:pt x="19" y="54"/>
                    <a:pt x="20" y="56"/>
                    <a:pt x="20" y="57"/>
                  </a:cubicBezTo>
                  <a:cubicBezTo>
                    <a:pt x="21" y="58"/>
                    <a:pt x="21" y="59"/>
                    <a:pt x="21" y="60"/>
                  </a:cubicBezTo>
                  <a:cubicBezTo>
                    <a:pt x="22" y="60"/>
                    <a:pt x="24" y="60"/>
                    <a:pt x="24" y="60"/>
                  </a:cubicBezTo>
                  <a:cubicBezTo>
                    <a:pt x="25" y="60"/>
                    <a:pt x="26" y="59"/>
                    <a:pt x="27" y="59"/>
                  </a:cubicBezTo>
                  <a:cubicBezTo>
                    <a:pt x="28" y="59"/>
                    <a:pt x="28" y="59"/>
                    <a:pt x="29" y="58"/>
                  </a:cubicBezTo>
                  <a:cubicBezTo>
                    <a:pt x="29" y="57"/>
                    <a:pt x="28" y="56"/>
                    <a:pt x="29" y="55"/>
                  </a:cubicBezTo>
                  <a:cubicBezTo>
                    <a:pt x="29" y="55"/>
                    <a:pt x="30" y="55"/>
                    <a:pt x="30" y="54"/>
                  </a:cubicBezTo>
                  <a:cubicBezTo>
                    <a:pt x="31" y="54"/>
                    <a:pt x="31" y="54"/>
                    <a:pt x="31" y="53"/>
                  </a:cubicBezTo>
                  <a:cubicBezTo>
                    <a:pt x="32" y="53"/>
                    <a:pt x="32" y="53"/>
                    <a:pt x="33" y="52"/>
                  </a:cubicBezTo>
                  <a:cubicBezTo>
                    <a:pt x="33" y="52"/>
                    <a:pt x="34" y="52"/>
                    <a:pt x="34" y="52"/>
                  </a:cubicBezTo>
                  <a:cubicBezTo>
                    <a:pt x="35" y="51"/>
                    <a:pt x="37" y="51"/>
                    <a:pt x="38" y="52"/>
                  </a:cubicBezTo>
                  <a:cubicBezTo>
                    <a:pt x="39" y="52"/>
                    <a:pt x="40" y="52"/>
                    <a:pt x="41" y="52"/>
                  </a:cubicBezTo>
                  <a:cubicBezTo>
                    <a:pt x="41" y="52"/>
                    <a:pt x="42" y="52"/>
                    <a:pt x="42" y="51"/>
                  </a:cubicBezTo>
                  <a:cubicBezTo>
                    <a:pt x="41" y="50"/>
                    <a:pt x="43" y="50"/>
                    <a:pt x="44" y="50"/>
                  </a:cubicBezTo>
                  <a:cubicBezTo>
                    <a:pt x="44" y="50"/>
                    <a:pt x="45" y="50"/>
                    <a:pt x="45" y="50"/>
                  </a:cubicBezTo>
                  <a:cubicBezTo>
                    <a:pt x="45" y="50"/>
                    <a:pt x="46" y="50"/>
                    <a:pt x="46" y="50"/>
                  </a:cubicBezTo>
                  <a:cubicBezTo>
                    <a:pt x="47" y="50"/>
                    <a:pt x="48" y="51"/>
                    <a:pt x="48" y="50"/>
                  </a:cubicBezTo>
                  <a:cubicBezTo>
                    <a:pt x="49" y="50"/>
                    <a:pt x="49" y="50"/>
                    <a:pt x="49" y="50"/>
                  </a:cubicBezTo>
                  <a:cubicBezTo>
                    <a:pt x="50" y="50"/>
                    <a:pt x="50" y="51"/>
                    <a:pt x="50" y="51"/>
                  </a:cubicBezTo>
                  <a:cubicBezTo>
                    <a:pt x="51" y="51"/>
                    <a:pt x="51" y="51"/>
                    <a:pt x="51" y="52"/>
                  </a:cubicBezTo>
                  <a:cubicBezTo>
                    <a:pt x="51" y="53"/>
                    <a:pt x="53" y="54"/>
                    <a:pt x="54" y="54"/>
                  </a:cubicBezTo>
                  <a:cubicBezTo>
                    <a:pt x="55" y="53"/>
                    <a:pt x="56" y="54"/>
                    <a:pt x="56" y="54"/>
                  </a:cubicBezTo>
                  <a:cubicBezTo>
                    <a:pt x="57" y="54"/>
                    <a:pt x="58" y="55"/>
                    <a:pt x="59" y="55"/>
                  </a:cubicBezTo>
                  <a:cubicBezTo>
                    <a:pt x="59" y="55"/>
                    <a:pt x="59" y="55"/>
                    <a:pt x="60" y="56"/>
                  </a:cubicBezTo>
                  <a:cubicBezTo>
                    <a:pt x="60" y="56"/>
                    <a:pt x="60" y="56"/>
                    <a:pt x="61" y="56"/>
                  </a:cubicBezTo>
                  <a:cubicBezTo>
                    <a:pt x="61" y="57"/>
                    <a:pt x="62" y="57"/>
                    <a:pt x="62" y="57"/>
                  </a:cubicBezTo>
                  <a:cubicBezTo>
                    <a:pt x="63" y="56"/>
                    <a:pt x="62" y="56"/>
                    <a:pt x="63" y="56"/>
                  </a:cubicBezTo>
                  <a:cubicBezTo>
                    <a:pt x="64" y="56"/>
                    <a:pt x="64" y="56"/>
                    <a:pt x="65" y="56"/>
                  </a:cubicBezTo>
                  <a:cubicBezTo>
                    <a:pt x="65" y="56"/>
                    <a:pt x="65" y="56"/>
                    <a:pt x="66" y="56"/>
                  </a:cubicBezTo>
                  <a:cubicBezTo>
                    <a:pt x="66" y="56"/>
                    <a:pt x="67" y="57"/>
                    <a:pt x="68" y="57"/>
                  </a:cubicBezTo>
                  <a:cubicBezTo>
                    <a:pt x="68" y="57"/>
                    <a:pt x="69" y="58"/>
                    <a:pt x="70" y="58"/>
                  </a:cubicBezTo>
                  <a:cubicBezTo>
                    <a:pt x="71" y="58"/>
                    <a:pt x="70" y="60"/>
                    <a:pt x="71" y="60"/>
                  </a:cubicBezTo>
                  <a:cubicBezTo>
                    <a:pt x="72" y="60"/>
                    <a:pt x="72" y="61"/>
                    <a:pt x="72" y="61"/>
                  </a:cubicBezTo>
                  <a:cubicBezTo>
                    <a:pt x="72" y="61"/>
                    <a:pt x="72" y="61"/>
                    <a:pt x="72" y="61"/>
                  </a:cubicBezTo>
                  <a:cubicBezTo>
                    <a:pt x="73" y="62"/>
                    <a:pt x="73" y="61"/>
                    <a:pt x="73" y="62"/>
                  </a:cubicBezTo>
                  <a:cubicBezTo>
                    <a:pt x="73" y="62"/>
                    <a:pt x="74" y="62"/>
                    <a:pt x="74" y="62"/>
                  </a:cubicBezTo>
                  <a:cubicBezTo>
                    <a:pt x="75" y="62"/>
                    <a:pt x="75" y="62"/>
                    <a:pt x="75" y="62"/>
                  </a:cubicBezTo>
                  <a:cubicBezTo>
                    <a:pt x="76" y="63"/>
                    <a:pt x="77" y="63"/>
                    <a:pt x="77" y="63"/>
                  </a:cubicBezTo>
                  <a:cubicBezTo>
                    <a:pt x="78" y="64"/>
                    <a:pt x="78" y="64"/>
                    <a:pt x="78" y="65"/>
                  </a:cubicBezTo>
                  <a:cubicBezTo>
                    <a:pt x="79" y="65"/>
                    <a:pt x="80" y="66"/>
                    <a:pt x="80" y="66"/>
                  </a:cubicBezTo>
                  <a:cubicBezTo>
                    <a:pt x="81" y="67"/>
                    <a:pt x="81" y="67"/>
                    <a:pt x="82" y="68"/>
                  </a:cubicBezTo>
                  <a:cubicBezTo>
                    <a:pt x="82" y="68"/>
                    <a:pt x="83" y="68"/>
                    <a:pt x="84" y="68"/>
                  </a:cubicBezTo>
                  <a:cubicBezTo>
                    <a:pt x="85" y="68"/>
                    <a:pt x="86" y="68"/>
                    <a:pt x="87" y="68"/>
                  </a:cubicBezTo>
                  <a:cubicBezTo>
                    <a:pt x="87" y="67"/>
                    <a:pt x="88" y="67"/>
                    <a:pt x="88" y="67"/>
                  </a:cubicBezTo>
                  <a:cubicBezTo>
                    <a:pt x="89" y="68"/>
                    <a:pt x="89" y="68"/>
                    <a:pt x="89" y="69"/>
                  </a:cubicBezTo>
                  <a:cubicBezTo>
                    <a:pt x="89" y="70"/>
                    <a:pt x="89" y="71"/>
                    <a:pt x="89" y="71"/>
                  </a:cubicBezTo>
                  <a:cubicBezTo>
                    <a:pt x="90" y="72"/>
                    <a:pt x="90" y="73"/>
                    <a:pt x="90" y="74"/>
                  </a:cubicBezTo>
                  <a:cubicBezTo>
                    <a:pt x="90" y="74"/>
                    <a:pt x="90" y="75"/>
                    <a:pt x="89" y="75"/>
                  </a:cubicBezTo>
                  <a:cubicBezTo>
                    <a:pt x="90" y="75"/>
                    <a:pt x="90" y="75"/>
                    <a:pt x="91" y="76"/>
                  </a:cubicBezTo>
                  <a:cubicBezTo>
                    <a:pt x="91" y="76"/>
                    <a:pt x="91" y="77"/>
                    <a:pt x="91" y="77"/>
                  </a:cubicBezTo>
                  <a:cubicBezTo>
                    <a:pt x="91" y="78"/>
                    <a:pt x="91" y="78"/>
                    <a:pt x="92" y="79"/>
                  </a:cubicBezTo>
                  <a:cubicBezTo>
                    <a:pt x="92" y="78"/>
                    <a:pt x="94" y="80"/>
                    <a:pt x="94" y="80"/>
                  </a:cubicBezTo>
                  <a:cubicBezTo>
                    <a:pt x="95" y="81"/>
                    <a:pt x="96" y="81"/>
                    <a:pt x="98" y="81"/>
                  </a:cubicBezTo>
                  <a:cubicBezTo>
                    <a:pt x="99" y="80"/>
                    <a:pt x="99" y="82"/>
                    <a:pt x="100" y="82"/>
                  </a:cubicBezTo>
                  <a:cubicBezTo>
                    <a:pt x="101" y="82"/>
                    <a:pt x="101" y="82"/>
                    <a:pt x="101" y="83"/>
                  </a:cubicBezTo>
                  <a:cubicBezTo>
                    <a:pt x="101" y="83"/>
                    <a:pt x="102" y="84"/>
                    <a:pt x="102" y="84"/>
                  </a:cubicBezTo>
                  <a:cubicBezTo>
                    <a:pt x="103" y="84"/>
                    <a:pt x="102" y="82"/>
                    <a:pt x="104" y="83"/>
                  </a:cubicBezTo>
                  <a:cubicBezTo>
                    <a:pt x="105" y="84"/>
                    <a:pt x="106" y="82"/>
                    <a:pt x="107" y="82"/>
                  </a:cubicBezTo>
                  <a:cubicBezTo>
                    <a:pt x="108" y="81"/>
                    <a:pt x="109" y="81"/>
                    <a:pt x="109" y="80"/>
                  </a:cubicBezTo>
                  <a:cubicBezTo>
                    <a:pt x="108" y="79"/>
                    <a:pt x="108" y="79"/>
                    <a:pt x="108" y="79"/>
                  </a:cubicBezTo>
                  <a:cubicBezTo>
                    <a:pt x="108" y="79"/>
                    <a:pt x="109" y="78"/>
                    <a:pt x="109" y="78"/>
                  </a:cubicBezTo>
                  <a:cubicBezTo>
                    <a:pt x="109" y="78"/>
                    <a:pt x="108" y="76"/>
                    <a:pt x="108" y="76"/>
                  </a:cubicBezTo>
                  <a:cubicBezTo>
                    <a:pt x="108" y="76"/>
                    <a:pt x="109" y="76"/>
                    <a:pt x="109" y="76"/>
                  </a:cubicBezTo>
                  <a:cubicBezTo>
                    <a:pt x="110" y="76"/>
                    <a:pt x="110" y="76"/>
                    <a:pt x="111" y="76"/>
                  </a:cubicBezTo>
                  <a:cubicBezTo>
                    <a:pt x="111" y="76"/>
                    <a:pt x="112" y="76"/>
                    <a:pt x="112" y="75"/>
                  </a:cubicBezTo>
                  <a:cubicBezTo>
                    <a:pt x="112" y="75"/>
                    <a:pt x="113" y="75"/>
                    <a:pt x="113" y="75"/>
                  </a:cubicBezTo>
                  <a:cubicBezTo>
                    <a:pt x="114" y="75"/>
                    <a:pt x="114" y="74"/>
                    <a:pt x="115" y="74"/>
                  </a:cubicBezTo>
                  <a:cubicBezTo>
                    <a:pt x="115" y="74"/>
                    <a:pt x="116" y="74"/>
                    <a:pt x="116" y="75"/>
                  </a:cubicBezTo>
                  <a:cubicBezTo>
                    <a:pt x="116" y="73"/>
                    <a:pt x="117" y="73"/>
                    <a:pt x="118" y="73"/>
                  </a:cubicBezTo>
                  <a:cubicBezTo>
                    <a:pt x="118" y="73"/>
                    <a:pt x="118" y="72"/>
                    <a:pt x="119" y="72"/>
                  </a:cubicBezTo>
                  <a:cubicBezTo>
                    <a:pt x="119" y="72"/>
                    <a:pt x="120" y="72"/>
                    <a:pt x="120" y="71"/>
                  </a:cubicBezTo>
                  <a:cubicBezTo>
                    <a:pt x="120" y="70"/>
                    <a:pt x="120" y="70"/>
                    <a:pt x="120" y="69"/>
                  </a:cubicBezTo>
                  <a:cubicBezTo>
                    <a:pt x="120" y="68"/>
                    <a:pt x="120" y="68"/>
                    <a:pt x="120" y="67"/>
                  </a:cubicBezTo>
                  <a:cubicBezTo>
                    <a:pt x="120" y="66"/>
                    <a:pt x="121" y="65"/>
                    <a:pt x="121" y="64"/>
                  </a:cubicBezTo>
                  <a:cubicBezTo>
                    <a:pt x="120" y="63"/>
                    <a:pt x="120" y="62"/>
                    <a:pt x="121" y="62"/>
                  </a:cubicBezTo>
                  <a:cubicBezTo>
                    <a:pt x="121" y="62"/>
                    <a:pt x="122" y="61"/>
                    <a:pt x="122" y="61"/>
                  </a:cubicBezTo>
                  <a:cubicBezTo>
                    <a:pt x="123" y="61"/>
                    <a:pt x="124" y="61"/>
                    <a:pt x="125" y="61"/>
                  </a:cubicBezTo>
                  <a:cubicBezTo>
                    <a:pt x="125" y="61"/>
                    <a:pt x="125" y="61"/>
                    <a:pt x="126" y="61"/>
                  </a:cubicBezTo>
                  <a:cubicBezTo>
                    <a:pt x="127" y="61"/>
                    <a:pt x="128" y="61"/>
                    <a:pt x="128" y="60"/>
                  </a:cubicBezTo>
                  <a:cubicBezTo>
                    <a:pt x="128" y="59"/>
                    <a:pt x="127" y="58"/>
                    <a:pt x="128" y="58"/>
                  </a:cubicBezTo>
                  <a:cubicBezTo>
                    <a:pt x="128" y="58"/>
                    <a:pt x="128" y="58"/>
                    <a:pt x="128" y="58"/>
                  </a:cubicBezTo>
                  <a:cubicBezTo>
                    <a:pt x="129" y="57"/>
                    <a:pt x="129" y="58"/>
                    <a:pt x="129" y="58"/>
                  </a:cubicBezTo>
                  <a:cubicBezTo>
                    <a:pt x="129" y="58"/>
                    <a:pt x="130" y="58"/>
                    <a:pt x="130" y="58"/>
                  </a:cubicBezTo>
                  <a:cubicBezTo>
                    <a:pt x="131" y="59"/>
                    <a:pt x="131" y="59"/>
                    <a:pt x="131" y="59"/>
                  </a:cubicBezTo>
                  <a:cubicBezTo>
                    <a:pt x="132" y="59"/>
                    <a:pt x="132" y="59"/>
                    <a:pt x="132" y="59"/>
                  </a:cubicBezTo>
                  <a:cubicBezTo>
                    <a:pt x="133" y="60"/>
                    <a:pt x="133" y="60"/>
                    <a:pt x="133" y="60"/>
                  </a:cubicBezTo>
                  <a:cubicBezTo>
                    <a:pt x="133" y="60"/>
                    <a:pt x="134" y="60"/>
                    <a:pt x="134" y="60"/>
                  </a:cubicBezTo>
                  <a:cubicBezTo>
                    <a:pt x="134" y="60"/>
                    <a:pt x="135" y="60"/>
                    <a:pt x="135" y="60"/>
                  </a:cubicBezTo>
                  <a:cubicBezTo>
                    <a:pt x="135" y="60"/>
                    <a:pt x="135" y="60"/>
                    <a:pt x="136" y="60"/>
                  </a:cubicBezTo>
                  <a:cubicBezTo>
                    <a:pt x="135" y="59"/>
                    <a:pt x="136" y="59"/>
                    <a:pt x="135" y="5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49" name="Turkey">
              <a:extLst>
                <a:ext uri="{FF2B5EF4-FFF2-40B4-BE49-F238E27FC236}">
                  <a16:creationId xmlns:a16="http://schemas.microsoft.com/office/drawing/2014/main" id="{7A02ED4D-9F1F-CA08-8A66-688482B115C1}"/>
                </a:ext>
              </a:extLst>
            </p:cNvPr>
            <p:cNvSpPr>
              <a:spLocks noEditPoints="1"/>
            </p:cNvSpPr>
            <p:nvPr/>
          </p:nvSpPr>
          <p:spPr bwMode="auto">
            <a:xfrm>
              <a:off x="6532764" y="2406495"/>
              <a:ext cx="623386" cy="244060"/>
            </a:xfrm>
            <a:custGeom>
              <a:avLst/>
              <a:gdLst/>
              <a:ahLst/>
              <a:cxnLst>
                <a:cxn ang="0">
                  <a:pos x="6" y="9"/>
                </a:cxn>
                <a:cxn ang="0">
                  <a:pos x="9" y="1"/>
                </a:cxn>
                <a:cxn ang="0">
                  <a:pos x="18" y="1"/>
                </a:cxn>
                <a:cxn ang="0">
                  <a:pos x="29" y="9"/>
                </a:cxn>
                <a:cxn ang="0">
                  <a:pos x="24" y="11"/>
                </a:cxn>
                <a:cxn ang="0">
                  <a:pos x="9" y="18"/>
                </a:cxn>
                <a:cxn ang="0">
                  <a:pos x="5" y="19"/>
                </a:cxn>
                <a:cxn ang="0">
                  <a:pos x="2" y="20"/>
                </a:cxn>
                <a:cxn ang="0">
                  <a:pos x="174" y="50"/>
                </a:cxn>
                <a:cxn ang="0">
                  <a:pos x="170" y="44"/>
                </a:cxn>
                <a:cxn ang="0">
                  <a:pos x="167" y="32"/>
                </a:cxn>
                <a:cxn ang="0">
                  <a:pos x="170" y="24"/>
                </a:cxn>
                <a:cxn ang="0">
                  <a:pos x="161" y="17"/>
                </a:cxn>
                <a:cxn ang="0">
                  <a:pos x="152" y="7"/>
                </a:cxn>
                <a:cxn ang="0">
                  <a:pos x="140" y="7"/>
                </a:cxn>
                <a:cxn ang="0">
                  <a:pos x="125" y="12"/>
                </a:cxn>
                <a:cxn ang="0">
                  <a:pos x="113" y="13"/>
                </a:cxn>
                <a:cxn ang="0">
                  <a:pos x="101" y="10"/>
                </a:cxn>
                <a:cxn ang="0">
                  <a:pos x="92" y="5"/>
                </a:cxn>
                <a:cxn ang="0">
                  <a:pos x="82" y="0"/>
                </a:cxn>
                <a:cxn ang="0">
                  <a:pos x="62" y="3"/>
                </a:cxn>
                <a:cxn ang="0">
                  <a:pos x="51" y="9"/>
                </a:cxn>
                <a:cxn ang="0">
                  <a:pos x="30" y="10"/>
                </a:cxn>
                <a:cxn ang="0">
                  <a:pos x="36" y="15"/>
                </a:cxn>
                <a:cxn ang="0">
                  <a:pos x="31" y="19"/>
                </a:cxn>
                <a:cxn ang="0">
                  <a:pos x="20" y="18"/>
                </a:cxn>
                <a:cxn ang="0">
                  <a:pos x="14" y="18"/>
                </a:cxn>
                <a:cxn ang="0">
                  <a:pos x="5" y="27"/>
                </a:cxn>
                <a:cxn ang="0">
                  <a:pos x="10" y="31"/>
                </a:cxn>
                <a:cxn ang="0">
                  <a:pos x="13" y="36"/>
                </a:cxn>
                <a:cxn ang="0">
                  <a:pos x="15" y="40"/>
                </a:cxn>
                <a:cxn ang="0">
                  <a:pos x="8" y="38"/>
                </a:cxn>
                <a:cxn ang="0">
                  <a:pos x="7" y="42"/>
                </a:cxn>
                <a:cxn ang="0">
                  <a:pos x="13" y="44"/>
                </a:cxn>
                <a:cxn ang="0">
                  <a:pos x="16" y="51"/>
                </a:cxn>
                <a:cxn ang="0">
                  <a:pos x="20" y="54"/>
                </a:cxn>
                <a:cxn ang="0">
                  <a:pos x="20" y="56"/>
                </a:cxn>
                <a:cxn ang="0">
                  <a:pos x="24" y="57"/>
                </a:cxn>
                <a:cxn ang="0">
                  <a:pos x="21" y="59"/>
                </a:cxn>
                <a:cxn ang="0">
                  <a:pos x="24" y="60"/>
                </a:cxn>
                <a:cxn ang="0">
                  <a:pos x="27" y="57"/>
                </a:cxn>
                <a:cxn ang="0">
                  <a:pos x="32" y="59"/>
                </a:cxn>
                <a:cxn ang="0">
                  <a:pos x="36" y="63"/>
                </a:cxn>
                <a:cxn ang="0">
                  <a:pos x="42" y="64"/>
                </a:cxn>
                <a:cxn ang="0">
                  <a:pos x="47" y="61"/>
                </a:cxn>
                <a:cxn ang="0">
                  <a:pos x="63" y="64"/>
                </a:cxn>
                <a:cxn ang="0">
                  <a:pos x="76" y="65"/>
                </a:cxn>
                <a:cxn ang="0">
                  <a:pos x="82" y="60"/>
                </a:cxn>
                <a:cxn ang="0">
                  <a:pos x="94" y="59"/>
                </a:cxn>
                <a:cxn ang="0">
                  <a:pos x="99" y="59"/>
                </a:cxn>
                <a:cxn ang="0">
                  <a:pos x="99" y="69"/>
                </a:cxn>
                <a:cxn ang="0">
                  <a:pos x="103" y="63"/>
                </a:cxn>
                <a:cxn ang="0">
                  <a:pos x="107" y="59"/>
                </a:cxn>
                <a:cxn ang="0">
                  <a:pos x="135" y="57"/>
                </a:cxn>
                <a:cxn ang="0">
                  <a:pos x="154" y="54"/>
                </a:cxn>
                <a:cxn ang="0">
                  <a:pos x="165" y="53"/>
                </a:cxn>
                <a:cxn ang="0">
                  <a:pos x="176" y="54"/>
                </a:cxn>
              </a:cxnLst>
              <a:rect l="0" t="0" r="r" b="b"/>
              <a:pathLst>
                <a:path w="176" h="69">
                  <a:moveTo>
                    <a:pt x="5" y="16"/>
                  </a:moveTo>
                  <a:cubicBezTo>
                    <a:pt x="5" y="16"/>
                    <a:pt x="4" y="16"/>
                    <a:pt x="4" y="16"/>
                  </a:cubicBezTo>
                  <a:cubicBezTo>
                    <a:pt x="4" y="16"/>
                    <a:pt x="4" y="15"/>
                    <a:pt x="3" y="15"/>
                  </a:cubicBezTo>
                  <a:cubicBezTo>
                    <a:pt x="4" y="15"/>
                    <a:pt x="5" y="14"/>
                    <a:pt x="5" y="13"/>
                  </a:cubicBezTo>
                  <a:cubicBezTo>
                    <a:pt x="5" y="13"/>
                    <a:pt x="6" y="13"/>
                    <a:pt x="6" y="12"/>
                  </a:cubicBezTo>
                  <a:cubicBezTo>
                    <a:pt x="6" y="12"/>
                    <a:pt x="6" y="12"/>
                    <a:pt x="6" y="12"/>
                  </a:cubicBezTo>
                  <a:cubicBezTo>
                    <a:pt x="6" y="12"/>
                    <a:pt x="6" y="12"/>
                    <a:pt x="6" y="12"/>
                  </a:cubicBezTo>
                  <a:cubicBezTo>
                    <a:pt x="6" y="11"/>
                    <a:pt x="5" y="10"/>
                    <a:pt x="6" y="9"/>
                  </a:cubicBezTo>
                  <a:cubicBezTo>
                    <a:pt x="6" y="9"/>
                    <a:pt x="6" y="9"/>
                    <a:pt x="7" y="9"/>
                  </a:cubicBezTo>
                  <a:cubicBezTo>
                    <a:pt x="7" y="8"/>
                    <a:pt x="7" y="8"/>
                    <a:pt x="8" y="8"/>
                  </a:cubicBezTo>
                  <a:cubicBezTo>
                    <a:pt x="9" y="9"/>
                    <a:pt x="8" y="6"/>
                    <a:pt x="8" y="6"/>
                  </a:cubicBezTo>
                  <a:cubicBezTo>
                    <a:pt x="8" y="5"/>
                    <a:pt x="7" y="5"/>
                    <a:pt x="6" y="4"/>
                  </a:cubicBezTo>
                  <a:cubicBezTo>
                    <a:pt x="5" y="4"/>
                    <a:pt x="5" y="4"/>
                    <a:pt x="5" y="3"/>
                  </a:cubicBezTo>
                  <a:cubicBezTo>
                    <a:pt x="6" y="3"/>
                    <a:pt x="6" y="3"/>
                    <a:pt x="7" y="3"/>
                  </a:cubicBezTo>
                  <a:cubicBezTo>
                    <a:pt x="8" y="3"/>
                    <a:pt x="7" y="1"/>
                    <a:pt x="8" y="1"/>
                  </a:cubicBezTo>
                  <a:cubicBezTo>
                    <a:pt x="8" y="1"/>
                    <a:pt x="9" y="1"/>
                    <a:pt x="9" y="1"/>
                  </a:cubicBezTo>
                  <a:cubicBezTo>
                    <a:pt x="10" y="1"/>
                    <a:pt x="10" y="1"/>
                    <a:pt x="11" y="1"/>
                  </a:cubicBezTo>
                  <a:cubicBezTo>
                    <a:pt x="11" y="0"/>
                    <a:pt x="11" y="0"/>
                    <a:pt x="12" y="0"/>
                  </a:cubicBezTo>
                  <a:cubicBezTo>
                    <a:pt x="12" y="0"/>
                    <a:pt x="13" y="0"/>
                    <a:pt x="13" y="0"/>
                  </a:cubicBezTo>
                  <a:cubicBezTo>
                    <a:pt x="14" y="0"/>
                    <a:pt x="14" y="1"/>
                    <a:pt x="15" y="1"/>
                  </a:cubicBezTo>
                  <a:cubicBezTo>
                    <a:pt x="15" y="1"/>
                    <a:pt x="16" y="2"/>
                    <a:pt x="16" y="2"/>
                  </a:cubicBezTo>
                  <a:cubicBezTo>
                    <a:pt x="16" y="2"/>
                    <a:pt x="17" y="1"/>
                    <a:pt x="18" y="1"/>
                  </a:cubicBezTo>
                  <a:cubicBezTo>
                    <a:pt x="18" y="1"/>
                    <a:pt x="18" y="2"/>
                    <a:pt x="18" y="2"/>
                  </a:cubicBezTo>
                  <a:cubicBezTo>
                    <a:pt x="19" y="1"/>
                    <a:pt x="18" y="1"/>
                    <a:pt x="18" y="1"/>
                  </a:cubicBezTo>
                  <a:cubicBezTo>
                    <a:pt x="19" y="1"/>
                    <a:pt x="21" y="1"/>
                    <a:pt x="20" y="2"/>
                  </a:cubicBezTo>
                  <a:cubicBezTo>
                    <a:pt x="20" y="3"/>
                    <a:pt x="20" y="2"/>
                    <a:pt x="20" y="2"/>
                  </a:cubicBezTo>
                  <a:cubicBezTo>
                    <a:pt x="20" y="3"/>
                    <a:pt x="20" y="3"/>
                    <a:pt x="20" y="4"/>
                  </a:cubicBezTo>
                  <a:cubicBezTo>
                    <a:pt x="21" y="4"/>
                    <a:pt x="21" y="5"/>
                    <a:pt x="22" y="6"/>
                  </a:cubicBezTo>
                  <a:cubicBezTo>
                    <a:pt x="22" y="6"/>
                    <a:pt x="23" y="7"/>
                    <a:pt x="24" y="7"/>
                  </a:cubicBezTo>
                  <a:cubicBezTo>
                    <a:pt x="24" y="7"/>
                    <a:pt x="25" y="7"/>
                    <a:pt x="25" y="8"/>
                  </a:cubicBezTo>
                  <a:cubicBezTo>
                    <a:pt x="26" y="8"/>
                    <a:pt x="27" y="9"/>
                    <a:pt x="28" y="9"/>
                  </a:cubicBezTo>
                  <a:cubicBezTo>
                    <a:pt x="28" y="9"/>
                    <a:pt x="29" y="9"/>
                    <a:pt x="29" y="9"/>
                  </a:cubicBezTo>
                  <a:cubicBezTo>
                    <a:pt x="29" y="9"/>
                    <a:pt x="30" y="9"/>
                    <a:pt x="30" y="9"/>
                  </a:cubicBezTo>
                  <a:cubicBezTo>
                    <a:pt x="31" y="9"/>
                    <a:pt x="30" y="10"/>
                    <a:pt x="30" y="10"/>
                  </a:cubicBezTo>
                  <a:cubicBezTo>
                    <a:pt x="30" y="10"/>
                    <a:pt x="30" y="11"/>
                    <a:pt x="30" y="11"/>
                  </a:cubicBezTo>
                  <a:cubicBezTo>
                    <a:pt x="30" y="12"/>
                    <a:pt x="28" y="12"/>
                    <a:pt x="27" y="12"/>
                  </a:cubicBezTo>
                  <a:cubicBezTo>
                    <a:pt x="27" y="12"/>
                    <a:pt x="26" y="12"/>
                    <a:pt x="26" y="12"/>
                  </a:cubicBezTo>
                  <a:cubicBezTo>
                    <a:pt x="26" y="12"/>
                    <a:pt x="26" y="11"/>
                    <a:pt x="25" y="11"/>
                  </a:cubicBezTo>
                  <a:cubicBezTo>
                    <a:pt x="26" y="11"/>
                    <a:pt x="26" y="12"/>
                    <a:pt x="26" y="12"/>
                  </a:cubicBezTo>
                  <a:cubicBezTo>
                    <a:pt x="25" y="12"/>
                    <a:pt x="25" y="12"/>
                    <a:pt x="24" y="11"/>
                  </a:cubicBezTo>
                  <a:cubicBezTo>
                    <a:pt x="23" y="11"/>
                    <a:pt x="22" y="11"/>
                    <a:pt x="21" y="12"/>
                  </a:cubicBezTo>
                  <a:cubicBezTo>
                    <a:pt x="21" y="12"/>
                    <a:pt x="20" y="12"/>
                    <a:pt x="20" y="12"/>
                  </a:cubicBezTo>
                  <a:cubicBezTo>
                    <a:pt x="19" y="12"/>
                    <a:pt x="19" y="12"/>
                    <a:pt x="19" y="12"/>
                  </a:cubicBezTo>
                  <a:cubicBezTo>
                    <a:pt x="18" y="12"/>
                    <a:pt x="17" y="12"/>
                    <a:pt x="16" y="12"/>
                  </a:cubicBezTo>
                  <a:cubicBezTo>
                    <a:pt x="16" y="13"/>
                    <a:pt x="16" y="13"/>
                    <a:pt x="16" y="14"/>
                  </a:cubicBezTo>
                  <a:cubicBezTo>
                    <a:pt x="16" y="14"/>
                    <a:pt x="15" y="14"/>
                    <a:pt x="15" y="15"/>
                  </a:cubicBezTo>
                  <a:cubicBezTo>
                    <a:pt x="14" y="16"/>
                    <a:pt x="13" y="16"/>
                    <a:pt x="12" y="17"/>
                  </a:cubicBezTo>
                  <a:cubicBezTo>
                    <a:pt x="11" y="17"/>
                    <a:pt x="10" y="17"/>
                    <a:pt x="9" y="18"/>
                  </a:cubicBezTo>
                  <a:cubicBezTo>
                    <a:pt x="9" y="18"/>
                    <a:pt x="9" y="19"/>
                    <a:pt x="9" y="19"/>
                  </a:cubicBezTo>
                  <a:cubicBezTo>
                    <a:pt x="8" y="19"/>
                    <a:pt x="8" y="20"/>
                    <a:pt x="7" y="20"/>
                  </a:cubicBezTo>
                  <a:cubicBezTo>
                    <a:pt x="7" y="20"/>
                    <a:pt x="7" y="21"/>
                    <a:pt x="7" y="21"/>
                  </a:cubicBezTo>
                  <a:cubicBezTo>
                    <a:pt x="7" y="21"/>
                    <a:pt x="7" y="21"/>
                    <a:pt x="7" y="21"/>
                  </a:cubicBezTo>
                  <a:cubicBezTo>
                    <a:pt x="7" y="21"/>
                    <a:pt x="6" y="22"/>
                    <a:pt x="6" y="22"/>
                  </a:cubicBezTo>
                  <a:cubicBezTo>
                    <a:pt x="6" y="22"/>
                    <a:pt x="4" y="23"/>
                    <a:pt x="5" y="22"/>
                  </a:cubicBezTo>
                  <a:cubicBezTo>
                    <a:pt x="5" y="21"/>
                    <a:pt x="6" y="21"/>
                    <a:pt x="6" y="20"/>
                  </a:cubicBezTo>
                  <a:cubicBezTo>
                    <a:pt x="6" y="20"/>
                    <a:pt x="5" y="20"/>
                    <a:pt x="5" y="19"/>
                  </a:cubicBezTo>
                  <a:cubicBezTo>
                    <a:pt x="5" y="19"/>
                    <a:pt x="8" y="18"/>
                    <a:pt x="8" y="18"/>
                  </a:cubicBezTo>
                  <a:cubicBezTo>
                    <a:pt x="9" y="17"/>
                    <a:pt x="10" y="17"/>
                    <a:pt x="10" y="17"/>
                  </a:cubicBezTo>
                  <a:cubicBezTo>
                    <a:pt x="11" y="15"/>
                    <a:pt x="9" y="16"/>
                    <a:pt x="8" y="16"/>
                  </a:cubicBezTo>
                  <a:cubicBezTo>
                    <a:pt x="8" y="16"/>
                    <a:pt x="7" y="16"/>
                    <a:pt x="7" y="16"/>
                  </a:cubicBezTo>
                  <a:cubicBezTo>
                    <a:pt x="6" y="16"/>
                    <a:pt x="6" y="16"/>
                    <a:pt x="5" y="16"/>
                  </a:cubicBezTo>
                  <a:close/>
                  <a:moveTo>
                    <a:pt x="3" y="21"/>
                  </a:moveTo>
                  <a:cubicBezTo>
                    <a:pt x="3" y="21"/>
                    <a:pt x="3" y="21"/>
                    <a:pt x="3" y="20"/>
                  </a:cubicBezTo>
                  <a:cubicBezTo>
                    <a:pt x="3" y="20"/>
                    <a:pt x="2" y="20"/>
                    <a:pt x="2" y="20"/>
                  </a:cubicBezTo>
                  <a:cubicBezTo>
                    <a:pt x="1" y="21"/>
                    <a:pt x="1" y="21"/>
                    <a:pt x="1" y="21"/>
                  </a:cubicBezTo>
                  <a:cubicBezTo>
                    <a:pt x="0" y="22"/>
                    <a:pt x="1" y="22"/>
                    <a:pt x="2" y="22"/>
                  </a:cubicBezTo>
                  <a:cubicBezTo>
                    <a:pt x="2" y="22"/>
                    <a:pt x="3" y="22"/>
                    <a:pt x="4" y="21"/>
                  </a:cubicBezTo>
                  <a:cubicBezTo>
                    <a:pt x="3" y="21"/>
                    <a:pt x="3" y="21"/>
                    <a:pt x="3" y="21"/>
                  </a:cubicBezTo>
                  <a:close/>
                  <a:moveTo>
                    <a:pt x="176" y="53"/>
                  </a:moveTo>
                  <a:cubicBezTo>
                    <a:pt x="176" y="52"/>
                    <a:pt x="176" y="52"/>
                    <a:pt x="175" y="52"/>
                  </a:cubicBezTo>
                  <a:cubicBezTo>
                    <a:pt x="175" y="52"/>
                    <a:pt x="174" y="51"/>
                    <a:pt x="174" y="51"/>
                  </a:cubicBezTo>
                  <a:cubicBezTo>
                    <a:pt x="174" y="51"/>
                    <a:pt x="174" y="50"/>
                    <a:pt x="174" y="50"/>
                  </a:cubicBezTo>
                  <a:cubicBezTo>
                    <a:pt x="174" y="49"/>
                    <a:pt x="174" y="49"/>
                    <a:pt x="174" y="49"/>
                  </a:cubicBezTo>
                  <a:cubicBezTo>
                    <a:pt x="173" y="49"/>
                    <a:pt x="173" y="49"/>
                    <a:pt x="173" y="48"/>
                  </a:cubicBezTo>
                  <a:cubicBezTo>
                    <a:pt x="173" y="48"/>
                    <a:pt x="174" y="48"/>
                    <a:pt x="173" y="48"/>
                  </a:cubicBezTo>
                  <a:cubicBezTo>
                    <a:pt x="173" y="47"/>
                    <a:pt x="173" y="47"/>
                    <a:pt x="172" y="47"/>
                  </a:cubicBezTo>
                  <a:cubicBezTo>
                    <a:pt x="172" y="47"/>
                    <a:pt x="172" y="47"/>
                    <a:pt x="172" y="47"/>
                  </a:cubicBezTo>
                  <a:cubicBezTo>
                    <a:pt x="171" y="46"/>
                    <a:pt x="171" y="46"/>
                    <a:pt x="171" y="46"/>
                  </a:cubicBezTo>
                  <a:cubicBezTo>
                    <a:pt x="170" y="46"/>
                    <a:pt x="170" y="46"/>
                    <a:pt x="170" y="46"/>
                  </a:cubicBezTo>
                  <a:cubicBezTo>
                    <a:pt x="170" y="45"/>
                    <a:pt x="170" y="45"/>
                    <a:pt x="170" y="44"/>
                  </a:cubicBezTo>
                  <a:cubicBezTo>
                    <a:pt x="170" y="44"/>
                    <a:pt x="171" y="43"/>
                    <a:pt x="171" y="43"/>
                  </a:cubicBezTo>
                  <a:cubicBezTo>
                    <a:pt x="171" y="42"/>
                    <a:pt x="171" y="42"/>
                    <a:pt x="171" y="41"/>
                  </a:cubicBezTo>
                  <a:cubicBezTo>
                    <a:pt x="172" y="41"/>
                    <a:pt x="171" y="40"/>
                    <a:pt x="171" y="41"/>
                  </a:cubicBezTo>
                  <a:cubicBezTo>
                    <a:pt x="169" y="41"/>
                    <a:pt x="170" y="40"/>
                    <a:pt x="170" y="39"/>
                  </a:cubicBezTo>
                  <a:cubicBezTo>
                    <a:pt x="170" y="38"/>
                    <a:pt x="169" y="37"/>
                    <a:pt x="169" y="36"/>
                  </a:cubicBezTo>
                  <a:cubicBezTo>
                    <a:pt x="169" y="35"/>
                    <a:pt x="168" y="35"/>
                    <a:pt x="168" y="34"/>
                  </a:cubicBezTo>
                  <a:cubicBezTo>
                    <a:pt x="168" y="34"/>
                    <a:pt x="168" y="33"/>
                    <a:pt x="168" y="33"/>
                  </a:cubicBezTo>
                  <a:cubicBezTo>
                    <a:pt x="168" y="32"/>
                    <a:pt x="168" y="32"/>
                    <a:pt x="167" y="32"/>
                  </a:cubicBezTo>
                  <a:cubicBezTo>
                    <a:pt x="167" y="31"/>
                    <a:pt x="167" y="31"/>
                    <a:pt x="166" y="30"/>
                  </a:cubicBezTo>
                  <a:cubicBezTo>
                    <a:pt x="165" y="29"/>
                    <a:pt x="168" y="29"/>
                    <a:pt x="168" y="29"/>
                  </a:cubicBezTo>
                  <a:cubicBezTo>
                    <a:pt x="170" y="30"/>
                    <a:pt x="169" y="29"/>
                    <a:pt x="169" y="28"/>
                  </a:cubicBezTo>
                  <a:cubicBezTo>
                    <a:pt x="169" y="27"/>
                    <a:pt x="169" y="27"/>
                    <a:pt x="169" y="27"/>
                  </a:cubicBezTo>
                  <a:cubicBezTo>
                    <a:pt x="170" y="26"/>
                    <a:pt x="169" y="26"/>
                    <a:pt x="169" y="26"/>
                  </a:cubicBezTo>
                  <a:cubicBezTo>
                    <a:pt x="170" y="26"/>
                    <a:pt x="170" y="25"/>
                    <a:pt x="170" y="25"/>
                  </a:cubicBezTo>
                  <a:cubicBezTo>
                    <a:pt x="171" y="25"/>
                    <a:pt x="172" y="26"/>
                    <a:pt x="173" y="27"/>
                  </a:cubicBezTo>
                  <a:cubicBezTo>
                    <a:pt x="172" y="25"/>
                    <a:pt x="171" y="25"/>
                    <a:pt x="170" y="24"/>
                  </a:cubicBezTo>
                  <a:cubicBezTo>
                    <a:pt x="169" y="23"/>
                    <a:pt x="167" y="22"/>
                    <a:pt x="166" y="23"/>
                  </a:cubicBezTo>
                  <a:cubicBezTo>
                    <a:pt x="164" y="23"/>
                    <a:pt x="162" y="22"/>
                    <a:pt x="161" y="22"/>
                  </a:cubicBezTo>
                  <a:cubicBezTo>
                    <a:pt x="161" y="21"/>
                    <a:pt x="161" y="21"/>
                    <a:pt x="162" y="21"/>
                  </a:cubicBezTo>
                  <a:cubicBezTo>
                    <a:pt x="162" y="21"/>
                    <a:pt x="162" y="21"/>
                    <a:pt x="162" y="21"/>
                  </a:cubicBezTo>
                  <a:cubicBezTo>
                    <a:pt x="161" y="20"/>
                    <a:pt x="161" y="20"/>
                    <a:pt x="161" y="19"/>
                  </a:cubicBezTo>
                  <a:cubicBezTo>
                    <a:pt x="161" y="19"/>
                    <a:pt x="161" y="18"/>
                    <a:pt x="161" y="18"/>
                  </a:cubicBezTo>
                  <a:cubicBezTo>
                    <a:pt x="160" y="18"/>
                    <a:pt x="160" y="18"/>
                    <a:pt x="160" y="18"/>
                  </a:cubicBezTo>
                  <a:cubicBezTo>
                    <a:pt x="160" y="18"/>
                    <a:pt x="161" y="17"/>
                    <a:pt x="161" y="17"/>
                  </a:cubicBezTo>
                  <a:cubicBezTo>
                    <a:pt x="162" y="15"/>
                    <a:pt x="161" y="14"/>
                    <a:pt x="160" y="13"/>
                  </a:cubicBezTo>
                  <a:cubicBezTo>
                    <a:pt x="160" y="12"/>
                    <a:pt x="159" y="12"/>
                    <a:pt x="158" y="11"/>
                  </a:cubicBezTo>
                  <a:cubicBezTo>
                    <a:pt x="158" y="11"/>
                    <a:pt x="158" y="10"/>
                    <a:pt x="158" y="10"/>
                  </a:cubicBezTo>
                  <a:cubicBezTo>
                    <a:pt x="157" y="10"/>
                    <a:pt x="156" y="10"/>
                    <a:pt x="156" y="10"/>
                  </a:cubicBezTo>
                  <a:cubicBezTo>
                    <a:pt x="156" y="10"/>
                    <a:pt x="155" y="9"/>
                    <a:pt x="155" y="9"/>
                  </a:cubicBezTo>
                  <a:cubicBezTo>
                    <a:pt x="155" y="9"/>
                    <a:pt x="155" y="9"/>
                    <a:pt x="155" y="9"/>
                  </a:cubicBezTo>
                  <a:cubicBezTo>
                    <a:pt x="155" y="9"/>
                    <a:pt x="153" y="7"/>
                    <a:pt x="153" y="7"/>
                  </a:cubicBezTo>
                  <a:cubicBezTo>
                    <a:pt x="152" y="6"/>
                    <a:pt x="152" y="7"/>
                    <a:pt x="152" y="7"/>
                  </a:cubicBezTo>
                  <a:cubicBezTo>
                    <a:pt x="151" y="7"/>
                    <a:pt x="152" y="6"/>
                    <a:pt x="152" y="6"/>
                  </a:cubicBezTo>
                  <a:cubicBezTo>
                    <a:pt x="152" y="5"/>
                    <a:pt x="151" y="5"/>
                    <a:pt x="150" y="5"/>
                  </a:cubicBezTo>
                  <a:cubicBezTo>
                    <a:pt x="149" y="6"/>
                    <a:pt x="150" y="6"/>
                    <a:pt x="149" y="7"/>
                  </a:cubicBezTo>
                  <a:cubicBezTo>
                    <a:pt x="149" y="8"/>
                    <a:pt x="147" y="7"/>
                    <a:pt x="146" y="6"/>
                  </a:cubicBezTo>
                  <a:cubicBezTo>
                    <a:pt x="145" y="6"/>
                    <a:pt x="144" y="6"/>
                    <a:pt x="143" y="7"/>
                  </a:cubicBezTo>
                  <a:cubicBezTo>
                    <a:pt x="143" y="7"/>
                    <a:pt x="142" y="7"/>
                    <a:pt x="142" y="7"/>
                  </a:cubicBezTo>
                  <a:cubicBezTo>
                    <a:pt x="141" y="6"/>
                    <a:pt x="141" y="6"/>
                    <a:pt x="140" y="6"/>
                  </a:cubicBezTo>
                  <a:cubicBezTo>
                    <a:pt x="140" y="6"/>
                    <a:pt x="140" y="7"/>
                    <a:pt x="140" y="7"/>
                  </a:cubicBezTo>
                  <a:cubicBezTo>
                    <a:pt x="139" y="8"/>
                    <a:pt x="139" y="8"/>
                    <a:pt x="139" y="8"/>
                  </a:cubicBezTo>
                  <a:cubicBezTo>
                    <a:pt x="138" y="8"/>
                    <a:pt x="137" y="9"/>
                    <a:pt x="137" y="9"/>
                  </a:cubicBezTo>
                  <a:cubicBezTo>
                    <a:pt x="136" y="9"/>
                    <a:pt x="135" y="10"/>
                    <a:pt x="135" y="10"/>
                  </a:cubicBezTo>
                  <a:cubicBezTo>
                    <a:pt x="134" y="10"/>
                    <a:pt x="134" y="11"/>
                    <a:pt x="133" y="11"/>
                  </a:cubicBezTo>
                  <a:cubicBezTo>
                    <a:pt x="133" y="11"/>
                    <a:pt x="132" y="11"/>
                    <a:pt x="132" y="12"/>
                  </a:cubicBezTo>
                  <a:cubicBezTo>
                    <a:pt x="130" y="12"/>
                    <a:pt x="129" y="13"/>
                    <a:pt x="128" y="12"/>
                  </a:cubicBezTo>
                  <a:cubicBezTo>
                    <a:pt x="127" y="12"/>
                    <a:pt x="127" y="12"/>
                    <a:pt x="126" y="12"/>
                  </a:cubicBezTo>
                  <a:cubicBezTo>
                    <a:pt x="126" y="12"/>
                    <a:pt x="126" y="12"/>
                    <a:pt x="125" y="12"/>
                  </a:cubicBezTo>
                  <a:cubicBezTo>
                    <a:pt x="125" y="12"/>
                    <a:pt x="125" y="12"/>
                    <a:pt x="124" y="12"/>
                  </a:cubicBezTo>
                  <a:cubicBezTo>
                    <a:pt x="124" y="12"/>
                    <a:pt x="123" y="11"/>
                    <a:pt x="122" y="11"/>
                  </a:cubicBezTo>
                  <a:cubicBezTo>
                    <a:pt x="122" y="11"/>
                    <a:pt x="121" y="12"/>
                    <a:pt x="121" y="11"/>
                  </a:cubicBezTo>
                  <a:cubicBezTo>
                    <a:pt x="120" y="11"/>
                    <a:pt x="120" y="11"/>
                    <a:pt x="119" y="11"/>
                  </a:cubicBezTo>
                  <a:cubicBezTo>
                    <a:pt x="118" y="12"/>
                    <a:pt x="118" y="12"/>
                    <a:pt x="117" y="12"/>
                  </a:cubicBezTo>
                  <a:cubicBezTo>
                    <a:pt x="117" y="12"/>
                    <a:pt x="116" y="13"/>
                    <a:pt x="116" y="12"/>
                  </a:cubicBezTo>
                  <a:cubicBezTo>
                    <a:pt x="116" y="12"/>
                    <a:pt x="116" y="12"/>
                    <a:pt x="115" y="12"/>
                  </a:cubicBezTo>
                  <a:cubicBezTo>
                    <a:pt x="115" y="12"/>
                    <a:pt x="114" y="13"/>
                    <a:pt x="113" y="13"/>
                  </a:cubicBezTo>
                  <a:cubicBezTo>
                    <a:pt x="113" y="13"/>
                    <a:pt x="112" y="12"/>
                    <a:pt x="112" y="12"/>
                  </a:cubicBezTo>
                  <a:cubicBezTo>
                    <a:pt x="111" y="13"/>
                    <a:pt x="110" y="12"/>
                    <a:pt x="109" y="12"/>
                  </a:cubicBezTo>
                  <a:cubicBezTo>
                    <a:pt x="109" y="12"/>
                    <a:pt x="108" y="12"/>
                    <a:pt x="108" y="12"/>
                  </a:cubicBezTo>
                  <a:cubicBezTo>
                    <a:pt x="108" y="11"/>
                    <a:pt x="108" y="11"/>
                    <a:pt x="108" y="11"/>
                  </a:cubicBezTo>
                  <a:cubicBezTo>
                    <a:pt x="107" y="11"/>
                    <a:pt x="107" y="10"/>
                    <a:pt x="107" y="11"/>
                  </a:cubicBezTo>
                  <a:cubicBezTo>
                    <a:pt x="106" y="11"/>
                    <a:pt x="106" y="12"/>
                    <a:pt x="105" y="11"/>
                  </a:cubicBezTo>
                  <a:cubicBezTo>
                    <a:pt x="105" y="11"/>
                    <a:pt x="104" y="11"/>
                    <a:pt x="103" y="10"/>
                  </a:cubicBezTo>
                  <a:cubicBezTo>
                    <a:pt x="102" y="10"/>
                    <a:pt x="101" y="10"/>
                    <a:pt x="101" y="10"/>
                  </a:cubicBezTo>
                  <a:cubicBezTo>
                    <a:pt x="101" y="9"/>
                    <a:pt x="101" y="9"/>
                    <a:pt x="100" y="9"/>
                  </a:cubicBezTo>
                  <a:cubicBezTo>
                    <a:pt x="100" y="8"/>
                    <a:pt x="99" y="8"/>
                    <a:pt x="99" y="8"/>
                  </a:cubicBezTo>
                  <a:cubicBezTo>
                    <a:pt x="98" y="8"/>
                    <a:pt x="98" y="8"/>
                    <a:pt x="97" y="8"/>
                  </a:cubicBezTo>
                  <a:cubicBezTo>
                    <a:pt x="97" y="8"/>
                    <a:pt x="97" y="8"/>
                    <a:pt x="97" y="8"/>
                  </a:cubicBezTo>
                  <a:cubicBezTo>
                    <a:pt x="96" y="9"/>
                    <a:pt x="96" y="9"/>
                    <a:pt x="95" y="9"/>
                  </a:cubicBezTo>
                  <a:cubicBezTo>
                    <a:pt x="95" y="9"/>
                    <a:pt x="95" y="9"/>
                    <a:pt x="94" y="8"/>
                  </a:cubicBezTo>
                  <a:cubicBezTo>
                    <a:pt x="94" y="8"/>
                    <a:pt x="93" y="7"/>
                    <a:pt x="92" y="7"/>
                  </a:cubicBezTo>
                  <a:cubicBezTo>
                    <a:pt x="92" y="6"/>
                    <a:pt x="92" y="6"/>
                    <a:pt x="92" y="5"/>
                  </a:cubicBezTo>
                  <a:cubicBezTo>
                    <a:pt x="92" y="4"/>
                    <a:pt x="90" y="4"/>
                    <a:pt x="90" y="5"/>
                  </a:cubicBezTo>
                  <a:cubicBezTo>
                    <a:pt x="90" y="5"/>
                    <a:pt x="90" y="4"/>
                    <a:pt x="91" y="4"/>
                  </a:cubicBezTo>
                  <a:cubicBezTo>
                    <a:pt x="89" y="4"/>
                    <a:pt x="88" y="5"/>
                    <a:pt x="87" y="5"/>
                  </a:cubicBezTo>
                  <a:cubicBezTo>
                    <a:pt x="86" y="5"/>
                    <a:pt x="86" y="4"/>
                    <a:pt x="85" y="4"/>
                  </a:cubicBezTo>
                  <a:cubicBezTo>
                    <a:pt x="85" y="4"/>
                    <a:pt x="84" y="4"/>
                    <a:pt x="84" y="4"/>
                  </a:cubicBezTo>
                  <a:cubicBezTo>
                    <a:pt x="84" y="3"/>
                    <a:pt x="82" y="1"/>
                    <a:pt x="84" y="1"/>
                  </a:cubicBezTo>
                  <a:cubicBezTo>
                    <a:pt x="83" y="0"/>
                    <a:pt x="83" y="1"/>
                    <a:pt x="83" y="1"/>
                  </a:cubicBezTo>
                  <a:cubicBezTo>
                    <a:pt x="82" y="1"/>
                    <a:pt x="82" y="1"/>
                    <a:pt x="82" y="0"/>
                  </a:cubicBezTo>
                  <a:cubicBezTo>
                    <a:pt x="81" y="0"/>
                    <a:pt x="81" y="1"/>
                    <a:pt x="81" y="1"/>
                  </a:cubicBezTo>
                  <a:cubicBezTo>
                    <a:pt x="80" y="1"/>
                    <a:pt x="80" y="2"/>
                    <a:pt x="79" y="2"/>
                  </a:cubicBezTo>
                  <a:cubicBezTo>
                    <a:pt x="78" y="2"/>
                    <a:pt x="78" y="1"/>
                    <a:pt x="77" y="1"/>
                  </a:cubicBezTo>
                  <a:cubicBezTo>
                    <a:pt x="77" y="1"/>
                    <a:pt x="76" y="2"/>
                    <a:pt x="75" y="2"/>
                  </a:cubicBezTo>
                  <a:cubicBezTo>
                    <a:pt x="75" y="1"/>
                    <a:pt x="74" y="1"/>
                    <a:pt x="73" y="1"/>
                  </a:cubicBezTo>
                  <a:cubicBezTo>
                    <a:pt x="71" y="1"/>
                    <a:pt x="70" y="1"/>
                    <a:pt x="68" y="1"/>
                  </a:cubicBezTo>
                  <a:cubicBezTo>
                    <a:pt x="67" y="0"/>
                    <a:pt x="66" y="1"/>
                    <a:pt x="65" y="2"/>
                  </a:cubicBezTo>
                  <a:cubicBezTo>
                    <a:pt x="64" y="2"/>
                    <a:pt x="63" y="2"/>
                    <a:pt x="62" y="3"/>
                  </a:cubicBezTo>
                  <a:cubicBezTo>
                    <a:pt x="61" y="3"/>
                    <a:pt x="61" y="3"/>
                    <a:pt x="60" y="3"/>
                  </a:cubicBezTo>
                  <a:cubicBezTo>
                    <a:pt x="59" y="4"/>
                    <a:pt x="59" y="4"/>
                    <a:pt x="58" y="4"/>
                  </a:cubicBezTo>
                  <a:cubicBezTo>
                    <a:pt x="58" y="4"/>
                    <a:pt x="58" y="5"/>
                    <a:pt x="57" y="5"/>
                  </a:cubicBezTo>
                  <a:cubicBezTo>
                    <a:pt x="57" y="6"/>
                    <a:pt x="56" y="6"/>
                    <a:pt x="56" y="6"/>
                  </a:cubicBezTo>
                  <a:cubicBezTo>
                    <a:pt x="55" y="6"/>
                    <a:pt x="55" y="6"/>
                    <a:pt x="54" y="7"/>
                  </a:cubicBezTo>
                  <a:cubicBezTo>
                    <a:pt x="54" y="7"/>
                    <a:pt x="53" y="8"/>
                    <a:pt x="52" y="8"/>
                  </a:cubicBezTo>
                  <a:cubicBezTo>
                    <a:pt x="52" y="8"/>
                    <a:pt x="51" y="8"/>
                    <a:pt x="51" y="8"/>
                  </a:cubicBezTo>
                  <a:cubicBezTo>
                    <a:pt x="50" y="9"/>
                    <a:pt x="51" y="9"/>
                    <a:pt x="51" y="9"/>
                  </a:cubicBezTo>
                  <a:cubicBezTo>
                    <a:pt x="51" y="10"/>
                    <a:pt x="50" y="11"/>
                    <a:pt x="50" y="11"/>
                  </a:cubicBezTo>
                  <a:cubicBezTo>
                    <a:pt x="49" y="11"/>
                    <a:pt x="47" y="11"/>
                    <a:pt x="46" y="11"/>
                  </a:cubicBezTo>
                  <a:cubicBezTo>
                    <a:pt x="45" y="11"/>
                    <a:pt x="44" y="11"/>
                    <a:pt x="44" y="10"/>
                  </a:cubicBezTo>
                  <a:cubicBezTo>
                    <a:pt x="43" y="10"/>
                    <a:pt x="42" y="10"/>
                    <a:pt x="41" y="10"/>
                  </a:cubicBezTo>
                  <a:cubicBezTo>
                    <a:pt x="41" y="10"/>
                    <a:pt x="40" y="10"/>
                    <a:pt x="40" y="10"/>
                  </a:cubicBezTo>
                  <a:cubicBezTo>
                    <a:pt x="39" y="10"/>
                    <a:pt x="39" y="10"/>
                    <a:pt x="38" y="10"/>
                  </a:cubicBezTo>
                  <a:cubicBezTo>
                    <a:pt x="36" y="10"/>
                    <a:pt x="35" y="10"/>
                    <a:pt x="33" y="10"/>
                  </a:cubicBezTo>
                  <a:cubicBezTo>
                    <a:pt x="33" y="9"/>
                    <a:pt x="30" y="9"/>
                    <a:pt x="30" y="10"/>
                  </a:cubicBezTo>
                  <a:cubicBezTo>
                    <a:pt x="30" y="11"/>
                    <a:pt x="29" y="12"/>
                    <a:pt x="30" y="12"/>
                  </a:cubicBezTo>
                  <a:cubicBezTo>
                    <a:pt x="31" y="13"/>
                    <a:pt x="33" y="14"/>
                    <a:pt x="32" y="14"/>
                  </a:cubicBezTo>
                  <a:cubicBezTo>
                    <a:pt x="32" y="14"/>
                    <a:pt x="33" y="14"/>
                    <a:pt x="33" y="14"/>
                  </a:cubicBezTo>
                  <a:cubicBezTo>
                    <a:pt x="33" y="14"/>
                    <a:pt x="33" y="15"/>
                    <a:pt x="33" y="15"/>
                  </a:cubicBezTo>
                  <a:cubicBezTo>
                    <a:pt x="34" y="15"/>
                    <a:pt x="34" y="14"/>
                    <a:pt x="35" y="14"/>
                  </a:cubicBezTo>
                  <a:cubicBezTo>
                    <a:pt x="36" y="14"/>
                    <a:pt x="36" y="15"/>
                    <a:pt x="37" y="15"/>
                  </a:cubicBezTo>
                  <a:cubicBezTo>
                    <a:pt x="37" y="15"/>
                    <a:pt x="38" y="14"/>
                    <a:pt x="38" y="15"/>
                  </a:cubicBezTo>
                  <a:cubicBezTo>
                    <a:pt x="38" y="15"/>
                    <a:pt x="37" y="15"/>
                    <a:pt x="36" y="15"/>
                  </a:cubicBezTo>
                  <a:cubicBezTo>
                    <a:pt x="36" y="15"/>
                    <a:pt x="35" y="16"/>
                    <a:pt x="35" y="15"/>
                  </a:cubicBezTo>
                  <a:cubicBezTo>
                    <a:pt x="34" y="15"/>
                    <a:pt x="33" y="15"/>
                    <a:pt x="33" y="15"/>
                  </a:cubicBezTo>
                  <a:cubicBezTo>
                    <a:pt x="32" y="16"/>
                    <a:pt x="32" y="16"/>
                    <a:pt x="31" y="16"/>
                  </a:cubicBezTo>
                  <a:cubicBezTo>
                    <a:pt x="30" y="16"/>
                    <a:pt x="30" y="16"/>
                    <a:pt x="29" y="16"/>
                  </a:cubicBezTo>
                  <a:cubicBezTo>
                    <a:pt x="28" y="17"/>
                    <a:pt x="28" y="17"/>
                    <a:pt x="28" y="17"/>
                  </a:cubicBezTo>
                  <a:cubicBezTo>
                    <a:pt x="29" y="18"/>
                    <a:pt x="29" y="18"/>
                    <a:pt x="30" y="18"/>
                  </a:cubicBezTo>
                  <a:cubicBezTo>
                    <a:pt x="30" y="18"/>
                    <a:pt x="31" y="18"/>
                    <a:pt x="31" y="18"/>
                  </a:cubicBezTo>
                  <a:cubicBezTo>
                    <a:pt x="32" y="18"/>
                    <a:pt x="31" y="18"/>
                    <a:pt x="31" y="19"/>
                  </a:cubicBezTo>
                  <a:cubicBezTo>
                    <a:pt x="30" y="19"/>
                    <a:pt x="31" y="19"/>
                    <a:pt x="30" y="19"/>
                  </a:cubicBezTo>
                  <a:cubicBezTo>
                    <a:pt x="30" y="19"/>
                    <a:pt x="30" y="19"/>
                    <a:pt x="29" y="19"/>
                  </a:cubicBezTo>
                  <a:cubicBezTo>
                    <a:pt x="29" y="19"/>
                    <a:pt x="28" y="19"/>
                    <a:pt x="27" y="19"/>
                  </a:cubicBezTo>
                  <a:cubicBezTo>
                    <a:pt x="27" y="19"/>
                    <a:pt x="26" y="18"/>
                    <a:pt x="25" y="19"/>
                  </a:cubicBezTo>
                  <a:cubicBezTo>
                    <a:pt x="26" y="18"/>
                    <a:pt x="24" y="18"/>
                    <a:pt x="24" y="18"/>
                  </a:cubicBezTo>
                  <a:cubicBezTo>
                    <a:pt x="24" y="18"/>
                    <a:pt x="23" y="18"/>
                    <a:pt x="23" y="19"/>
                  </a:cubicBezTo>
                  <a:cubicBezTo>
                    <a:pt x="22" y="19"/>
                    <a:pt x="22" y="19"/>
                    <a:pt x="21" y="19"/>
                  </a:cubicBezTo>
                  <a:cubicBezTo>
                    <a:pt x="21" y="19"/>
                    <a:pt x="20" y="19"/>
                    <a:pt x="20" y="18"/>
                  </a:cubicBezTo>
                  <a:cubicBezTo>
                    <a:pt x="21" y="18"/>
                    <a:pt x="22" y="18"/>
                    <a:pt x="21" y="18"/>
                  </a:cubicBezTo>
                  <a:cubicBezTo>
                    <a:pt x="21" y="17"/>
                    <a:pt x="19" y="17"/>
                    <a:pt x="19" y="17"/>
                  </a:cubicBezTo>
                  <a:cubicBezTo>
                    <a:pt x="19" y="17"/>
                    <a:pt x="18" y="17"/>
                    <a:pt x="18" y="18"/>
                  </a:cubicBezTo>
                  <a:cubicBezTo>
                    <a:pt x="18" y="18"/>
                    <a:pt x="19" y="18"/>
                    <a:pt x="19" y="18"/>
                  </a:cubicBezTo>
                  <a:cubicBezTo>
                    <a:pt x="19" y="18"/>
                    <a:pt x="19" y="18"/>
                    <a:pt x="19" y="19"/>
                  </a:cubicBezTo>
                  <a:cubicBezTo>
                    <a:pt x="20" y="19"/>
                    <a:pt x="20" y="19"/>
                    <a:pt x="20" y="19"/>
                  </a:cubicBezTo>
                  <a:cubicBezTo>
                    <a:pt x="19" y="20"/>
                    <a:pt x="15" y="20"/>
                    <a:pt x="15" y="18"/>
                  </a:cubicBezTo>
                  <a:cubicBezTo>
                    <a:pt x="15" y="18"/>
                    <a:pt x="15" y="18"/>
                    <a:pt x="14" y="18"/>
                  </a:cubicBezTo>
                  <a:cubicBezTo>
                    <a:pt x="14" y="18"/>
                    <a:pt x="13" y="18"/>
                    <a:pt x="13" y="18"/>
                  </a:cubicBezTo>
                  <a:cubicBezTo>
                    <a:pt x="12" y="19"/>
                    <a:pt x="11" y="18"/>
                    <a:pt x="10" y="18"/>
                  </a:cubicBezTo>
                  <a:cubicBezTo>
                    <a:pt x="10" y="18"/>
                    <a:pt x="9" y="19"/>
                    <a:pt x="9" y="20"/>
                  </a:cubicBezTo>
                  <a:cubicBezTo>
                    <a:pt x="8" y="20"/>
                    <a:pt x="8" y="20"/>
                    <a:pt x="7" y="21"/>
                  </a:cubicBezTo>
                  <a:cubicBezTo>
                    <a:pt x="7" y="21"/>
                    <a:pt x="7" y="22"/>
                    <a:pt x="7" y="23"/>
                  </a:cubicBezTo>
                  <a:cubicBezTo>
                    <a:pt x="6" y="23"/>
                    <a:pt x="5" y="23"/>
                    <a:pt x="5" y="23"/>
                  </a:cubicBezTo>
                  <a:cubicBezTo>
                    <a:pt x="5" y="24"/>
                    <a:pt x="5" y="24"/>
                    <a:pt x="5" y="25"/>
                  </a:cubicBezTo>
                  <a:cubicBezTo>
                    <a:pt x="5" y="26"/>
                    <a:pt x="5" y="27"/>
                    <a:pt x="5" y="27"/>
                  </a:cubicBezTo>
                  <a:cubicBezTo>
                    <a:pt x="5" y="28"/>
                    <a:pt x="4" y="29"/>
                    <a:pt x="5" y="29"/>
                  </a:cubicBezTo>
                  <a:cubicBezTo>
                    <a:pt x="7" y="29"/>
                    <a:pt x="8" y="28"/>
                    <a:pt x="10" y="28"/>
                  </a:cubicBezTo>
                  <a:cubicBezTo>
                    <a:pt x="11" y="28"/>
                    <a:pt x="13" y="27"/>
                    <a:pt x="12" y="29"/>
                  </a:cubicBezTo>
                  <a:cubicBezTo>
                    <a:pt x="12" y="29"/>
                    <a:pt x="11" y="29"/>
                    <a:pt x="11" y="29"/>
                  </a:cubicBezTo>
                  <a:cubicBezTo>
                    <a:pt x="11" y="30"/>
                    <a:pt x="10" y="30"/>
                    <a:pt x="10" y="31"/>
                  </a:cubicBezTo>
                  <a:cubicBezTo>
                    <a:pt x="10" y="31"/>
                    <a:pt x="10" y="31"/>
                    <a:pt x="10" y="30"/>
                  </a:cubicBezTo>
                  <a:cubicBezTo>
                    <a:pt x="10" y="30"/>
                    <a:pt x="10" y="31"/>
                    <a:pt x="10" y="31"/>
                  </a:cubicBezTo>
                  <a:cubicBezTo>
                    <a:pt x="10" y="31"/>
                    <a:pt x="10" y="31"/>
                    <a:pt x="10" y="31"/>
                  </a:cubicBezTo>
                  <a:cubicBezTo>
                    <a:pt x="11" y="31"/>
                    <a:pt x="11" y="32"/>
                    <a:pt x="11" y="32"/>
                  </a:cubicBezTo>
                  <a:cubicBezTo>
                    <a:pt x="12" y="32"/>
                    <a:pt x="12" y="33"/>
                    <a:pt x="12" y="33"/>
                  </a:cubicBezTo>
                  <a:cubicBezTo>
                    <a:pt x="12" y="34"/>
                    <a:pt x="11" y="33"/>
                    <a:pt x="12" y="34"/>
                  </a:cubicBezTo>
                  <a:cubicBezTo>
                    <a:pt x="12" y="35"/>
                    <a:pt x="12" y="35"/>
                    <a:pt x="13" y="35"/>
                  </a:cubicBezTo>
                  <a:cubicBezTo>
                    <a:pt x="13" y="35"/>
                    <a:pt x="14" y="35"/>
                    <a:pt x="14" y="35"/>
                  </a:cubicBezTo>
                  <a:cubicBezTo>
                    <a:pt x="14" y="35"/>
                    <a:pt x="13" y="35"/>
                    <a:pt x="13" y="35"/>
                  </a:cubicBezTo>
                  <a:cubicBezTo>
                    <a:pt x="13" y="36"/>
                    <a:pt x="13" y="36"/>
                    <a:pt x="13" y="36"/>
                  </a:cubicBezTo>
                  <a:cubicBezTo>
                    <a:pt x="13" y="36"/>
                    <a:pt x="13" y="36"/>
                    <a:pt x="13" y="36"/>
                  </a:cubicBezTo>
                  <a:cubicBezTo>
                    <a:pt x="12" y="36"/>
                    <a:pt x="13" y="37"/>
                    <a:pt x="12" y="37"/>
                  </a:cubicBezTo>
                  <a:cubicBezTo>
                    <a:pt x="12" y="37"/>
                    <a:pt x="11" y="36"/>
                    <a:pt x="11" y="37"/>
                  </a:cubicBezTo>
                  <a:cubicBezTo>
                    <a:pt x="11" y="37"/>
                    <a:pt x="12" y="39"/>
                    <a:pt x="12" y="38"/>
                  </a:cubicBezTo>
                  <a:cubicBezTo>
                    <a:pt x="12" y="38"/>
                    <a:pt x="12" y="38"/>
                    <a:pt x="12" y="38"/>
                  </a:cubicBezTo>
                  <a:cubicBezTo>
                    <a:pt x="12" y="39"/>
                    <a:pt x="13" y="39"/>
                    <a:pt x="13" y="39"/>
                  </a:cubicBezTo>
                  <a:cubicBezTo>
                    <a:pt x="12" y="39"/>
                    <a:pt x="12" y="39"/>
                    <a:pt x="12" y="39"/>
                  </a:cubicBezTo>
                  <a:cubicBezTo>
                    <a:pt x="12" y="39"/>
                    <a:pt x="13" y="40"/>
                    <a:pt x="14" y="40"/>
                  </a:cubicBezTo>
                  <a:cubicBezTo>
                    <a:pt x="14" y="40"/>
                    <a:pt x="15" y="40"/>
                    <a:pt x="15" y="40"/>
                  </a:cubicBezTo>
                  <a:cubicBezTo>
                    <a:pt x="15" y="40"/>
                    <a:pt x="15" y="40"/>
                    <a:pt x="15" y="40"/>
                  </a:cubicBezTo>
                  <a:cubicBezTo>
                    <a:pt x="14" y="40"/>
                    <a:pt x="14" y="40"/>
                    <a:pt x="14" y="40"/>
                  </a:cubicBezTo>
                  <a:cubicBezTo>
                    <a:pt x="13" y="40"/>
                    <a:pt x="12" y="41"/>
                    <a:pt x="12" y="41"/>
                  </a:cubicBezTo>
                  <a:cubicBezTo>
                    <a:pt x="11" y="39"/>
                    <a:pt x="11" y="41"/>
                    <a:pt x="11" y="41"/>
                  </a:cubicBezTo>
                  <a:cubicBezTo>
                    <a:pt x="10" y="41"/>
                    <a:pt x="10" y="40"/>
                    <a:pt x="10" y="40"/>
                  </a:cubicBezTo>
                  <a:cubicBezTo>
                    <a:pt x="10" y="39"/>
                    <a:pt x="10" y="40"/>
                    <a:pt x="10" y="39"/>
                  </a:cubicBezTo>
                  <a:cubicBezTo>
                    <a:pt x="11" y="39"/>
                    <a:pt x="10" y="39"/>
                    <a:pt x="10" y="38"/>
                  </a:cubicBezTo>
                  <a:cubicBezTo>
                    <a:pt x="9" y="38"/>
                    <a:pt x="8" y="37"/>
                    <a:pt x="8" y="38"/>
                  </a:cubicBezTo>
                  <a:cubicBezTo>
                    <a:pt x="8" y="38"/>
                    <a:pt x="8" y="39"/>
                    <a:pt x="8" y="40"/>
                  </a:cubicBezTo>
                  <a:cubicBezTo>
                    <a:pt x="8" y="40"/>
                    <a:pt x="9" y="40"/>
                    <a:pt x="9" y="40"/>
                  </a:cubicBezTo>
                  <a:cubicBezTo>
                    <a:pt x="9" y="40"/>
                    <a:pt x="9" y="40"/>
                    <a:pt x="9" y="40"/>
                  </a:cubicBezTo>
                  <a:cubicBezTo>
                    <a:pt x="9" y="40"/>
                    <a:pt x="9" y="41"/>
                    <a:pt x="8" y="41"/>
                  </a:cubicBezTo>
                  <a:cubicBezTo>
                    <a:pt x="8" y="42"/>
                    <a:pt x="8" y="41"/>
                    <a:pt x="8" y="41"/>
                  </a:cubicBezTo>
                  <a:cubicBezTo>
                    <a:pt x="8" y="41"/>
                    <a:pt x="7" y="41"/>
                    <a:pt x="7" y="41"/>
                  </a:cubicBezTo>
                  <a:cubicBezTo>
                    <a:pt x="7" y="41"/>
                    <a:pt x="8" y="41"/>
                    <a:pt x="7" y="42"/>
                  </a:cubicBezTo>
                  <a:cubicBezTo>
                    <a:pt x="7" y="42"/>
                    <a:pt x="7" y="42"/>
                    <a:pt x="7" y="42"/>
                  </a:cubicBezTo>
                  <a:cubicBezTo>
                    <a:pt x="8" y="42"/>
                    <a:pt x="8" y="43"/>
                    <a:pt x="8" y="42"/>
                  </a:cubicBezTo>
                  <a:cubicBezTo>
                    <a:pt x="8" y="43"/>
                    <a:pt x="9" y="42"/>
                    <a:pt x="10" y="43"/>
                  </a:cubicBezTo>
                  <a:cubicBezTo>
                    <a:pt x="10" y="43"/>
                    <a:pt x="10" y="44"/>
                    <a:pt x="10" y="43"/>
                  </a:cubicBezTo>
                  <a:cubicBezTo>
                    <a:pt x="10" y="43"/>
                    <a:pt x="10" y="44"/>
                    <a:pt x="10" y="44"/>
                  </a:cubicBezTo>
                  <a:cubicBezTo>
                    <a:pt x="11" y="44"/>
                    <a:pt x="11" y="43"/>
                    <a:pt x="11" y="43"/>
                  </a:cubicBezTo>
                  <a:cubicBezTo>
                    <a:pt x="11" y="42"/>
                    <a:pt x="11" y="43"/>
                    <a:pt x="12" y="42"/>
                  </a:cubicBezTo>
                  <a:cubicBezTo>
                    <a:pt x="12" y="42"/>
                    <a:pt x="13" y="44"/>
                    <a:pt x="13" y="44"/>
                  </a:cubicBezTo>
                  <a:cubicBezTo>
                    <a:pt x="13" y="44"/>
                    <a:pt x="13" y="44"/>
                    <a:pt x="13" y="44"/>
                  </a:cubicBezTo>
                  <a:cubicBezTo>
                    <a:pt x="14" y="44"/>
                    <a:pt x="14" y="44"/>
                    <a:pt x="14" y="44"/>
                  </a:cubicBezTo>
                  <a:cubicBezTo>
                    <a:pt x="15" y="45"/>
                    <a:pt x="16" y="45"/>
                    <a:pt x="16" y="45"/>
                  </a:cubicBezTo>
                  <a:cubicBezTo>
                    <a:pt x="17" y="46"/>
                    <a:pt x="16" y="46"/>
                    <a:pt x="16" y="47"/>
                  </a:cubicBezTo>
                  <a:cubicBezTo>
                    <a:pt x="16" y="47"/>
                    <a:pt x="17" y="47"/>
                    <a:pt x="16" y="48"/>
                  </a:cubicBezTo>
                  <a:cubicBezTo>
                    <a:pt x="16" y="48"/>
                    <a:pt x="15" y="48"/>
                    <a:pt x="15" y="48"/>
                  </a:cubicBezTo>
                  <a:cubicBezTo>
                    <a:pt x="14" y="49"/>
                    <a:pt x="16" y="49"/>
                    <a:pt x="16" y="49"/>
                  </a:cubicBezTo>
                  <a:cubicBezTo>
                    <a:pt x="16" y="49"/>
                    <a:pt x="16" y="50"/>
                    <a:pt x="16" y="50"/>
                  </a:cubicBezTo>
                  <a:cubicBezTo>
                    <a:pt x="16" y="50"/>
                    <a:pt x="16" y="50"/>
                    <a:pt x="16" y="51"/>
                  </a:cubicBezTo>
                  <a:cubicBezTo>
                    <a:pt x="17" y="50"/>
                    <a:pt x="16" y="51"/>
                    <a:pt x="16" y="52"/>
                  </a:cubicBezTo>
                  <a:cubicBezTo>
                    <a:pt x="16" y="52"/>
                    <a:pt x="17" y="52"/>
                    <a:pt x="18" y="52"/>
                  </a:cubicBezTo>
                  <a:cubicBezTo>
                    <a:pt x="18" y="51"/>
                    <a:pt x="19" y="51"/>
                    <a:pt x="18" y="52"/>
                  </a:cubicBezTo>
                  <a:cubicBezTo>
                    <a:pt x="18" y="52"/>
                    <a:pt x="19" y="52"/>
                    <a:pt x="19" y="52"/>
                  </a:cubicBezTo>
                  <a:cubicBezTo>
                    <a:pt x="19" y="52"/>
                    <a:pt x="19" y="52"/>
                    <a:pt x="19" y="53"/>
                  </a:cubicBezTo>
                  <a:cubicBezTo>
                    <a:pt x="19" y="53"/>
                    <a:pt x="20" y="52"/>
                    <a:pt x="19" y="53"/>
                  </a:cubicBezTo>
                  <a:cubicBezTo>
                    <a:pt x="19" y="53"/>
                    <a:pt x="20" y="52"/>
                    <a:pt x="20" y="53"/>
                  </a:cubicBezTo>
                  <a:cubicBezTo>
                    <a:pt x="20" y="53"/>
                    <a:pt x="20" y="54"/>
                    <a:pt x="20" y="54"/>
                  </a:cubicBezTo>
                  <a:cubicBezTo>
                    <a:pt x="20" y="53"/>
                    <a:pt x="19" y="54"/>
                    <a:pt x="20" y="54"/>
                  </a:cubicBezTo>
                  <a:cubicBezTo>
                    <a:pt x="19" y="54"/>
                    <a:pt x="19" y="55"/>
                    <a:pt x="18" y="54"/>
                  </a:cubicBezTo>
                  <a:cubicBezTo>
                    <a:pt x="18" y="54"/>
                    <a:pt x="18" y="54"/>
                    <a:pt x="18" y="54"/>
                  </a:cubicBezTo>
                  <a:cubicBezTo>
                    <a:pt x="18" y="55"/>
                    <a:pt x="17" y="54"/>
                    <a:pt x="17" y="54"/>
                  </a:cubicBezTo>
                  <a:cubicBezTo>
                    <a:pt x="17" y="54"/>
                    <a:pt x="17" y="55"/>
                    <a:pt x="17" y="55"/>
                  </a:cubicBezTo>
                  <a:cubicBezTo>
                    <a:pt x="17" y="55"/>
                    <a:pt x="17" y="56"/>
                    <a:pt x="17" y="56"/>
                  </a:cubicBezTo>
                  <a:cubicBezTo>
                    <a:pt x="18" y="57"/>
                    <a:pt x="18" y="55"/>
                    <a:pt x="18" y="56"/>
                  </a:cubicBezTo>
                  <a:cubicBezTo>
                    <a:pt x="18" y="55"/>
                    <a:pt x="19" y="56"/>
                    <a:pt x="20" y="56"/>
                  </a:cubicBezTo>
                  <a:cubicBezTo>
                    <a:pt x="20" y="56"/>
                    <a:pt x="21" y="56"/>
                    <a:pt x="21" y="56"/>
                  </a:cubicBezTo>
                  <a:cubicBezTo>
                    <a:pt x="22" y="56"/>
                    <a:pt x="24" y="55"/>
                    <a:pt x="25" y="56"/>
                  </a:cubicBezTo>
                  <a:cubicBezTo>
                    <a:pt x="25" y="55"/>
                    <a:pt x="27" y="55"/>
                    <a:pt x="27" y="55"/>
                  </a:cubicBezTo>
                  <a:cubicBezTo>
                    <a:pt x="27" y="56"/>
                    <a:pt x="25" y="56"/>
                    <a:pt x="25" y="57"/>
                  </a:cubicBezTo>
                  <a:cubicBezTo>
                    <a:pt x="25" y="56"/>
                    <a:pt x="25" y="56"/>
                    <a:pt x="24" y="56"/>
                  </a:cubicBezTo>
                  <a:cubicBezTo>
                    <a:pt x="24" y="56"/>
                    <a:pt x="24" y="56"/>
                    <a:pt x="24" y="56"/>
                  </a:cubicBezTo>
                  <a:cubicBezTo>
                    <a:pt x="24" y="57"/>
                    <a:pt x="24" y="57"/>
                    <a:pt x="24" y="57"/>
                  </a:cubicBezTo>
                  <a:cubicBezTo>
                    <a:pt x="24" y="57"/>
                    <a:pt x="24" y="57"/>
                    <a:pt x="24" y="57"/>
                  </a:cubicBezTo>
                  <a:cubicBezTo>
                    <a:pt x="25" y="58"/>
                    <a:pt x="23" y="58"/>
                    <a:pt x="22" y="58"/>
                  </a:cubicBezTo>
                  <a:cubicBezTo>
                    <a:pt x="22" y="58"/>
                    <a:pt x="22" y="58"/>
                    <a:pt x="21" y="58"/>
                  </a:cubicBezTo>
                  <a:cubicBezTo>
                    <a:pt x="21" y="58"/>
                    <a:pt x="20" y="58"/>
                    <a:pt x="20" y="58"/>
                  </a:cubicBezTo>
                  <a:cubicBezTo>
                    <a:pt x="20" y="59"/>
                    <a:pt x="19" y="58"/>
                    <a:pt x="19" y="59"/>
                  </a:cubicBezTo>
                  <a:cubicBezTo>
                    <a:pt x="18" y="59"/>
                    <a:pt x="19" y="59"/>
                    <a:pt x="18" y="59"/>
                  </a:cubicBezTo>
                  <a:cubicBezTo>
                    <a:pt x="18" y="60"/>
                    <a:pt x="20" y="59"/>
                    <a:pt x="20" y="59"/>
                  </a:cubicBezTo>
                  <a:cubicBezTo>
                    <a:pt x="20" y="59"/>
                    <a:pt x="21" y="60"/>
                    <a:pt x="21" y="59"/>
                  </a:cubicBezTo>
                  <a:cubicBezTo>
                    <a:pt x="21" y="59"/>
                    <a:pt x="21" y="59"/>
                    <a:pt x="21" y="59"/>
                  </a:cubicBezTo>
                  <a:cubicBezTo>
                    <a:pt x="22" y="58"/>
                    <a:pt x="24" y="58"/>
                    <a:pt x="24" y="58"/>
                  </a:cubicBezTo>
                  <a:cubicBezTo>
                    <a:pt x="25" y="58"/>
                    <a:pt x="25" y="58"/>
                    <a:pt x="25" y="58"/>
                  </a:cubicBezTo>
                  <a:cubicBezTo>
                    <a:pt x="25" y="58"/>
                    <a:pt x="25" y="58"/>
                    <a:pt x="25" y="58"/>
                  </a:cubicBezTo>
                  <a:cubicBezTo>
                    <a:pt x="25" y="58"/>
                    <a:pt x="25" y="59"/>
                    <a:pt x="25" y="59"/>
                  </a:cubicBezTo>
                  <a:cubicBezTo>
                    <a:pt x="25" y="59"/>
                    <a:pt x="24" y="59"/>
                    <a:pt x="24" y="59"/>
                  </a:cubicBezTo>
                  <a:cubicBezTo>
                    <a:pt x="24" y="60"/>
                    <a:pt x="25" y="59"/>
                    <a:pt x="25" y="60"/>
                  </a:cubicBezTo>
                  <a:cubicBezTo>
                    <a:pt x="25" y="59"/>
                    <a:pt x="25" y="60"/>
                    <a:pt x="24" y="60"/>
                  </a:cubicBezTo>
                  <a:cubicBezTo>
                    <a:pt x="24" y="60"/>
                    <a:pt x="24" y="60"/>
                    <a:pt x="24" y="60"/>
                  </a:cubicBezTo>
                  <a:cubicBezTo>
                    <a:pt x="24" y="60"/>
                    <a:pt x="24" y="60"/>
                    <a:pt x="24" y="60"/>
                  </a:cubicBezTo>
                  <a:cubicBezTo>
                    <a:pt x="25" y="60"/>
                    <a:pt x="25" y="60"/>
                    <a:pt x="25" y="60"/>
                  </a:cubicBezTo>
                  <a:cubicBezTo>
                    <a:pt x="25" y="59"/>
                    <a:pt x="26" y="58"/>
                    <a:pt x="27" y="59"/>
                  </a:cubicBezTo>
                  <a:cubicBezTo>
                    <a:pt x="27" y="58"/>
                    <a:pt x="26" y="58"/>
                    <a:pt x="26" y="58"/>
                  </a:cubicBezTo>
                  <a:cubicBezTo>
                    <a:pt x="26" y="58"/>
                    <a:pt x="26" y="57"/>
                    <a:pt x="27" y="58"/>
                  </a:cubicBezTo>
                  <a:cubicBezTo>
                    <a:pt x="26" y="58"/>
                    <a:pt x="27" y="58"/>
                    <a:pt x="27" y="58"/>
                  </a:cubicBezTo>
                  <a:cubicBezTo>
                    <a:pt x="27" y="58"/>
                    <a:pt x="27" y="58"/>
                    <a:pt x="28" y="58"/>
                  </a:cubicBezTo>
                  <a:cubicBezTo>
                    <a:pt x="28" y="58"/>
                    <a:pt x="27" y="57"/>
                    <a:pt x="27" y="57"/>
                  </a:cubicBezTo>
                  <a:cubicBezTo>
                    <a:pt x="27" y="57"/>
                    <a:pt x="28" y="57"/>
                    <a:pt x="28" y="57"/>
                  </a:cubicBezTo>
                  <a:cubicBezTo>
                    <a:pt x="28" y="57"/>
                    <a:pt x="28" y="58"/>
                    <a:pt x="29" y="58"/>
                  </a:cubicBezTo>
                  <a:cubicBezTo>
                    <a:pt x="28" y="57"/>
                    <a:pt x="29" y="58"/>
                    <a:pt x="29" y="58"/>
                  </a:cubicBezTo>
                  <a:cubicBezTo>
                    <a:pt x="30" y="58"/>
                    <a:pt x="29" y="59"/>
                    <a:pt x="30" y="59"/>
                  </a:cubicBezTo>
                  <a:cubicBezTo>
                    <a:pt x="30" y="58"/>
                    <a:pt x="31" y="59"/>
                    <a:pt x="32" y="60"/>
                  </a:cubicBezTo>
                  <a:cubicBezTo>
                    <a:pt x="31" y="60"/>
                    <a:pt x="32" y="60"/>
                    <a:pt x="32" y="60"/>
                  </a:cubicBezTo>
                  <a:cubicBezTo>
                    <a:pt x="32" y="60"/>
                    <a:pt x="32" y="59"/>
                    <a:pt x="32" y="59"/>
                  </a:cubicBezTo>
                  <a:cubicBezTo>
                    <a:pt x="32" y="60"/>
                    <a:pt x="32" y="59"/>
                    <a:pt x="32" y="59"/>
                  </a:cubicBezTo>
                  <a:cubicBezTo>
                    <a:pt x="32" y="59"/>
                    <a:pt x="32" y="59"/>
                    <a:pt x="32" y="58"/>
                  </a:cubicBezTo>
                  <a:cubicBezTo>
                    <a:pt x="33" y="59"/>
                    <a:pt x="34" y="59"/>
                    <a:pt x="34" y="60"/>
                  </a:cubicBezTo>
                  <a:cubicBezTo>
                    <a:pt x="34" y="60"/>
                    <a:pt x="34" y="60"/>
                    <a:pt x="34" y="60"/>
                  </a:cubicBezTo>
                  <a:cubicBezTo>
                    <a:pt x="33" y="60"/>
                    <a:pt x="34" y="60"/>
                    <a:pt x="33" y="61"/>
                  </a:cubicBezTo>
                  <a:cubicBezTo>
                    <a:pt x="34" y="61"/>
                    <a:pt x="34" y="60"/>
                    <a:pt x="34" y="61"/>
                  </a:cubicBezTo>
                  <a:cubicBezTo>
                    <a:pt x="34" y="61"/>
                    <a:pt x="34" y="61"/>
                    <a:pt x="34" y="62"/>
                  </a:cubicBezTo>
                  <a:cubicBezTo>
                    <a:pt x="35" y="62"/>
                    <a:pt x="34" y="62"/>
                    <a:pt x="34" y="62"/>
                  </a:cubicBezTo>
                  <a:cubicBezTo>
                    <a:pt x="35" y="63"/>
                    <a:pt x="35" y="63"/>
                    <a:pt x="36" y="63"/>
                  </a:cubicBezTo>
                  <a:cubicBezTo>
                    <a:pt x="36" y="63"/>
                    <a:pt x="36" y="64"/>
                    <a:pt x="37" y="64"/>
                  </a:cubicBezTo>
                  <a:cubicBezTo>
                    <a:pt x="37" y="64"/>
                    <a:pt x="37" y="63"/>
                    <a:pt x="37" y="64"/>
                  </a:cubicBezTo>
                  <a:cubicBezTo>
                    <a:pt x="38" y="64"/>
                    <a:pt x="38" y="64"/>
                    <a:pt x="38" y="64"/>
                  </a:cubicBezTo>
                  <a:cubicBezTo>
                    <a:pt x="39" y="64"/>
                    <a:pt x="40" y="64"/>
                    <a:pt x="39" y="65"/>
                  </a:cubicBezTo>
                  <a:cubicBezTo>
                    <a:pt x="39" y="65"/>
                    <a:pt x="39" y="65"/>
                    <a:pt x="39" y="65"/>
                  </a:cubicBezTo>
                  <a:cubicBezTo>
                    <a:pt x="39" y="65"/>
                    <a:pt x="40" y="65"/>
                    <a:pt x="40" y="65"/>
                  </a:cubicBezTo>
                  <a:cubicBezTo>
                    <a:pt x="40" y="65"/>
                    <a:pt x="41" y="65"/>
                    <a:pt x="40" y="65"/>
                  </a:cubicBezTo>
                  <a:cubicBezTo>
                    <a:pt x="41" y="65"/>
                    <a:pt x="41" y="64"/>
                    <a:pt x="42" y="64"/>
                  </a:cubicBezTo>
                  <a:cubicBezTo>
                    <a:pt x="42" y="64"/>
                    <a:pt x="43" y="64"/>
                    <a:pt x="43" y="64"/>
                  </a:cubicBezTo>
                  <a:cubicBezTo>
                    <a:pt x="43" y="64"/>
                    <a:pt x="44" y="64"/>
                    <a:pt x="44" y="64"/>
                  </a:cubicBezTo>
                  <a:cubicBezTo>
                    <a:pt x="44" y="63"/>
                    <a:pt x="45" y="63"/>
                    <a:pt x="45" y="63"/>
                  </a:cubicBezTo>
                  <a:cubicBezTo>
                    <a:pt x="46" y="64"/>
                    <a:pt x="46" y="64"/>
                    <a:pt x="46" y="64"/>
                  </a:cubicBezTo>
                  <a:cubicBezTo>
                    <a:pt x="46" y="64"/>
                    <a:pt x="46" y="64"/>
                    <a:pt x="46" y="64"/>
                  </a:cubicBezTo>
                  <a:cubicBezTo>
                    <a:pt x="46" y="64"/>
                    <a:pt x="47" y="63"/>
                    <a:pt x="47" y="63"/>
                  </a:cubicBezTo>
                  <a:cubicBezTo>
                    <a:pt x="47" y="63"/>
                    <a:pt x="47" y="62"/>
                    <a:pt x="47" y="62"/>
                  </a:cubicBezTo>
                  <a:cubicBezTo>
                    <a:pt x="47" y="62"/>
                    <a:pt x="47" y="61"/>
                    <a:pt x="47" y="61"/>
                  </a:cubicBezTo>
                  <a:cubicBezTo>
                    <a:pt x="48" y="60"/>
                    <a:pt x="47" y="56"/>
                    <a:pt x="48" y="57"/>
                  </a:cubicBezTo>
                  <a:cubicBezTo>
                    <a:pt x="49" y="58"/>
                    <a:pt x="50" y="57"/>
                    <a:pt x="51" y="57"/>
                  </a:cubicBezTo>
                  <a:cubicBezTo>
                    <a:pt x="52" y="57"/>
                    <a:pt x="52" y="57"/>
                    <a:pt x="53" y="58"/>
                  </a:cubicBezTo>
                  <a:cubicBezTo>
                    <a:pt x="53" y="58"/>
                    <a:pt x="54" y="58"/>
                    <a:pt x="54" y="58"/>
                  </a:cubicBezTo>
                  <a:cubicBezTo>
                    <a:pt x="55" y="58"/>
                    <a:pt x="56" y="59"/>
                    <a:pt x="57" y="59"/>
                  </a:cubicBezTo>
                  <a:cubicBezTo>
                    <a:pt x="57" y="59"/>
                    <a:pt x="58" y="60"/>
                    <a:pt x="59" y="60"/>
                  </a:cubicBezTo>
                  <a:cubicBezTo>
                    <a:pt x="60" y="61"/>
                    <a:pt x="61" y="61"/>
                    <a:pt x="62" y="62"/>
                  </a:cubicBezTo>
                  <a:cubicBezTo>
                    <a:pt x="62" y="62"/>
                    <a:pt x="63" y="63"/>
                    <a:pt x="63" y="64"/>
                  </a:cubicBezTo>
                  <a:cubicBezTo>
                    <a:pt x="65" y="65"/>
                    <a:pt x="67" y="67"/>
                    <a:pt x="69" y="66"/>
                  </a:cubicBezTo>
                  <a:cubicBezTo>
                    <a:pt x="69" y="66"/>
                    <a:pt x="69" y="66"/>
                    <a:pt x="70" y="66"/>
                  </a:cubicBezTo>
                  <a:cubicBezTo>
                    <a:pt x="70" y="66"/>
                    <a:pt x="71" y="66"/>
                    <a:pt x="71" y="66"/>
                  </a:cubicBezTo>
                  <a:cubicBezTo>
                    <a:pt x="71" y="66"/>
                    <a:pt x="71" y="65"/>
                    <a:pt x="71" y="65"/>
                  </a:cubicBezTo>
                  <a:cubicBezTo>
                    <a:pt x="72" y="65"/>
                    <a:pt x="72" y="65"/>
                    <a:pt x="72" y="65"/>
                  </a:cubicBezTo>
                  <a:cubicBezTo>
                    <a:pt x="72" y="65"/>
                    <a:pt x="75" y="65"/>
                    <a:pt x="75" y="65"/>
                  </a:cubicBezTo>
                  <a:cubicBezTo>
                    <a:pt x="75" y="65"/>
                    <a:pt x="75" y="65"/>
                    <a:pt x="76" y="65"/>
                  </a:cubicBezTo>
                  <a:cubicBezTo>
                    <a:pt x="76" y="64"/>
                    <a:pt x="76" y="65"/>
                    <a:pt x="76" y="65"/>
                  </a:cubicBezTo>
                  <a:cubicBezTo>
                    <a:pt x="76" y="65"/>
                    <a:pt x="77" y="64"/>
                    <a:pt x="77" y="64"/>
                  </a:cubicBezTo>
                  <a:cubicBezTo>
                    <a:pt x="77" y="64"/>
                    <a:pt x="77" y="64"/>
                    <a:pt x="77" y="64"/>
                  </a:cubicBezTo>
                  <a:cubicBezTo>
                    <a:pt x="78" y="63"/>
                    <a:pt x="79" y="64"/>
                    <a:pt x="78" y="64"/>
                  </a:cubicBezTo>
                  <a:cubicBezTo>
                    <a:pt x="79" y="64"/>
                    <a:pt x="79" y="64"/>
                    <a:pt x="79" y="63"/>
                  </a:cubicBezTo>
                  <a:cubicBezTo>
                    <a:pt x="79" y="64"/>
                    <a:pt x="79" y="64"/>
                    <a:pt x="79" y="64"/>
                  </a:cubicBezTo>
                  <a:cubicBezTo>
                    <a:pt x="79" y="63"/>
                    <a:pt x="79" y="63"/>
                    <a:pt x="79" y="63"/>
                  </a:cubicBezTo>
                  <a:cubicBezTo>
                    <a:pt x="80" y="63"/>
                    <a:pt x="80" y="62"/>
                    <a:pt x="80" y="62"/>
                  </a:cubicBezTo>
                  <a:cubicBezTo>
                    <a:pt x="81" y="61"/>
                    <a:pt x="81" y="60"/>
                    <a:pt x="82" y="60"/>
                  </a:cubicBezTo>
                  <a:cubicBezTo>
                    <a:pt x="83" y="59"/>
                    <a:pt x="84" y="58"/>
                    <a:pt x="85" y="58"/>
                  </a:cubicBezTo>
                  <a:cubicBezTo>
                    <a:pt x="86" y="58"/>
                    <a:pt x="87" y="58"/>
                    <a:pt x="87" y="59"/>
                  </a:cubicBezTo>
                  <a:cubicBezTo>
                    <a:pt x="88" y="58"/>
                    <a:pt x="90" y="60"/>
                    <a:pt x="91" y="60"/>
                  </a:cubicBezTo>
                  <a:cubicBezTo>
                    <a:pt x="91" y="61"/>
                    <a:pt x="91" y="60"/>
                    <a:pt x="92" y="60"/>
                  </a:cubicBezTo>
                  <a:cubicBezTo>
                    <a:pt x="92" y="60"/>
                    <a:pt x="92" y="60"/>
                    <a:pt x="93" y="60"/>
                  </a:cubicBezTo>
                  <a:cubicBezTo>
                    <a:pt x="94" y="60"/>
                    <a:pt x="93" y="59"/>
                    <a:pt x="94" y="59"/>
                  </a:cubicBezTo>
                  <a:cubicBezTo>
                    <a:pt x="94" y="59"/>
                    <a:pt x="94" y="59"/>
                    <a:pt x="93" y="60"/>
                  </a:cubicBezTo>
                  <a:cubicBezTo>
                    <a:pt x="93" y="59"/>
                    <a:pt x="94" y="59"/>
                    <a:pt x="94" y="59"/>
                  </a:cubicBezTo>
                  <a:cubicBezTo>
                    <a:pt x="94" y="59"/>
                    <a:pt x="94" y="59"/>
                    <a:pt x="93" y="59"/>
                  </a:cubicBezTo>
                  <a:cubicBezTo>
                    <a:pt x="93" y="59"/>
                    <a:pt x="93" y="59"/>
                    <a:pt x="93" y="59"/>
                  </a:cubicBezTo>
                  <a:cubicBezTo>
                    <a:pt x="93" y="59"/>
                    <a:pt x="93" y="58"/>
                    <a:pt x="93" y="59"/>
                  </a:cubicBezTo>
                  <a:cubicBezTo>
                    <a:pt x="93" y="58"/>
                    <a:pt x="95" y="58"/>
                    <a:pt x="95" y="58"/>
                  </a:cubicBezTo>
                  <a:cubicBezTo>
                    <a:pt x="96" y="58"/>
                    <a:pt x="96" y="57"/>
                    <a:pt x="96" y="57"/>
                  </a:cubicBezTo>
                  <a:cubicBezTo>
                    <a:pt x="97" y="56"/>
                    <a:pt x="98" y="57"/>
                    <a:pt x="98" y="58"/>
                  </a:cubicBezTo>
                  <a:cubicBezTo>
                    <a:pt x="98" y="58"/>
                    <a:pt x="99" y="58"/>
                    <a:pt x="99" y="59"/>
                  </a:cubicBezTo>
                  <a:cubicBezTo>
                    <a:pt x="98" y="59"/>
                    <a:pt x="99" y="59"/>
                    <a:pt x="99" y="59"/>
                  </a:cubicBezTo>
                  <a:cubicBezTo>
                    <a:pt x="99" y="60"/>
                    <a:pt x="97" y="61"/>
                    <a:pt x="97" y="61"/>
                  </a:cubicBezTo>
                  <a:cubicBezTo>
                    <a:pt x="96" y="62"/>
                    <a:pt x="95" y="63"/>
                    <a:pt x="95" y="63"/>
                  </a:cubicBezTo>
                  <a:cubicBezTo>
                    <a:pt x="95" y="64"/>
                    <a:pt x="96" y="65"/>
                    <a:pt x="97" y="65"/>
                  </a:cubicBezTo>
                  <a:cubicBezTo>
                    <a:pt x="97" y="66"/>
                    <a:pt x="97" y="67"/>
                    <a:pt x="97" y="67"/>
                  </a:cubicBezTo>
                  <a:cubicBezTo>
                    <a:pt x="97" y="67"/>
                    <a:pt x="97" y="67"/>
                    <a:pt x="97" y="67"/>
                  </a:cubicBezTo>
                  <a:cubicBezTo>
                    <a:pt x="98" y="68"/>
                    <a:pt x="98" y="68"/>
                    <a:pt x="98" y="68"/>
                  </a:cubicBezTo>
                  <a:cubicBezTo>
                    <a:pt x="98" y="68"/>
                    <a:pt x="98" y="68"/>
                    <a:pt x="99" y="68"/>
                  </a:cubicBezTo>
                  <a:cubicBezTo>
                    <a:pt x="99" y="68"/>
                    <a:pt x="99" y="68"/>
                    <a:pt x="99" y="69"/>
                  </a:cubicBezTo>
                  <a:cubicBezTo>
                    <a:pt x="99" y="69"/>
                    <a:pt x="99" y="68"/>
                    <a:pt x="99" y="67"/>
                  </a:cubicBezTo>
                  <a:cubicBezTo>
                    <a:pt x="100" y="67"/>
                    <a:pt x="100" y="67"/>
                    <a:pt x="100" y="67"/>
                  </a:cubicBezTo>
                  <a:cubicBezTo>
                    <a:pt x="100" y="67"/>
                    <a:pt x="100" y="67"/>
                    <a:pt x="100" y="67"/>
                  </a:cubicBezTo>
                  <a:cubicBezTo>
                    <a:pt x="101" y="67"/>
                    <a:pt x="101" y="67"/>
                    <a:pt x="101" y="66"/>
                  </a:cubicBezTo>
                  <a:cubicBezTo>
                    <a:pt x="101" y="66"/>
                    <a:pt x="101" y="64"/>
                    <a:pt x="101" y="64"/>
                  </a:cubicBezTo>
                  <a:cubicBezTo>
                    <a:pt x="101" y="64"/>
                    <a:pt x="101" y="64"/>
                    <a:pt x="102" y="64"/>
                  </a:cubicBezTo>
                  <a:cubicBezTo>
                    <a:pt x="102" y="64"/>
                    <a:pt x="103" y="64"/>
                    <a:pt x="103" y="64"/>
                  </a:cubicBezTo>
                  <a:cubicBezTo>
                    <a:pt x="104" y="63"/>
                    <a:pt x="103" y="63"/>
                    <a:pt x="103" y="63"/>
                  </a:cubicBezTo>
                  <a:cubicBezTo>
                    <a:pt x="103" y="62"/>
                    <a:pt x="102" y="62"/>
                    <a:pt x="102" y="62"/>
                  </a:cubicBezTo>
                  <a:cubicBezTo>
                    <a:pt x="102" y="61"/>
                    <a:pt x="102" y="61"/>
                    <a:pt x="102" y="60"/>
                  </a:cubicBezTo>
                  <a:cubicBezTo>
                    <a:pt x="102" y="60"/>
                    <a:pt x="102" y="60"/>
                    <a:pt x="102" y="60"/>
                  </a:cubicBezTo>
                  <a:cubicBezTo>
                    <a:pt x="102" y="59"/>
                    <a:pt x="102" y="59"/>
                    <a:pt x="102" y="59"/>
                  </a:cubicBezTo>
                  <a:cubicBezTo>
                    <a:pt x="102" y="58"/>
                    <a:pt x="103" y="58"/>
                    <a:pt x="103" y="57"/>
                  </a:cubicBezTo>
                  <a:cubicBezTo>
                    <a:pt x="103" y="58"/>
                    <a:pt x="104" y="58"/>
                    <a:pt x="105" y="58"/>
                  </a:cubicBezTo>
                  <a:cubicBezTo>
                    <a:pt x="105" y="58"/>
                    <a:pt x="106" y="58"/>
                    <a:pt x="106" y="59"/>
                  </a:cubicBezTo>
                  <a:cubicBezTo>
                    <a:pt x="106" y="59"/>
                    <a:pt x="106" y="60"/>
                    <a:pt x="107" y="59"/>
                  </a:cubicBezTo>
                  <a:cubicBezTo>
                    <a:pt x="108" y="59"/>
                    <a:pt x="109" y="60"/>
                    <a:pt x="110" y="60"/>
                  </a:cubicBezTo>
                  <a:cubicBezTo>
                    <a:pt x="111" y="59"/>
                    <a:pt x="111" y="59"/>
                    <a:pt x="112" y="59"/>
                  </a:cubicBezTo>
                  <a:cubicBezTo>
                    <a:pt x="112" y="58"/>
                    <a:pt x="113" y="58"/>
                    <a:pt x="114" y="58"/>
                  </a:cubicBezTo>
                  <a:cubicBezTo>
                    <a:pt x="115" y="58"/>
                    <a:pt x="116" y="57"/>
                    <a:pt x="117" y="57"/>
                  </a:cubicBezTo>
                  <a:cubicBezTo>
                    <a:pt x="118" y="57"/>
                    <a:pt x="119" y="57"/>
                    <a:pt x="120" y="58"/>
                  </a:cubicBezTo>
                  <a:cubicBezTo>
                    <a:pt x="121" y="59"/>
                    <a:pt x="122" y="59"/>
                    <a:pt x="123" y="59"/>
                  </a:cubicBezTo>
                  <a:cubicBezTo>
                    <a:pt x="124" y="59"/>
                    <a:pt x="126" y="59"/>
                    <a:pt x="127" y="59"/>
                  </a:cubicBezTo>
                  <a:cubicBezTo>
                    <a:pt x="130" y="59"/>
                    <a:pt x="133" y="58"/>
                    <a:pt x="135" y="57"/>
                  </a:cubicBezTo>
                  <a:cubicBezTo>
                    <a:pt x="137" y="55"/>
                    <a:pt x="140" y="54"/>
                    <a:pt x="143" y="55"/>
                  </a:cubicBezTo>
                  <a:cubicBezTo>
                    <a:pt x="144" y="55"/>
                    <a:pt x="145" y="55"/>
                    <a:pt x="147" y="55"/>
                  </a:cubicBezTo>
                  <a:cubicBezTo>
                    <a:pt x="148" y="54"/>
                    <a:pt x="149" y="54"/>
                    <a:pt x="150" y="54"/>
                  </a:cubicBezTo>
                  <a:cubicBezTo>
                    <a:pt x="151" y="54"/>
                    <a:pt x="152" y="53"/>
                    <a:pt x="152" y="53"/>
                  </a:cubicBezTo>
                  <a:cubicBezTo>
                    <a:pt x="153" y="52"/>
                    <a:pt x="153" y="52"/>
                    <a:pt x="153" y="52"/>
                  </a:cubicBezTo>
                  <a:cubicBezTo>
                    <a:pt x="153" y="53"/>
                    <a:pt x="153" y="53"/>
                    <a:pt x="154" y="53"/>
                  </a:cubicBezTo>
                  <a:cubicBezTo>
                    <a:pt x="154" y="53"/>
                    <a:pt x="154" y="54"/>
                    <a:pt x="154" y="54"/>
                  </a:cubicBezTo>
                  <a:cubicBezTo>
                    <a:pt x="154" y="54"/>
                    <a:pt x="154" y="54"/>
                    <a:pt x="154" y="54"/>
                  </a:cubicBezTo>
                  <a:cubicBezTo>
                    <a:pt x="155" y="54"/>
                    <a:pt x="156" y="54"/>
                    <a:pt x="156" y="54"/>
                  </a:cubicBezTo>
                  <a:cubicBezTo>
                    <a:pt x="156" y="53"/>
                    <a:pt x="157" y="52"/>
                    <a:pt x="157" y="52"/>
                  </a:cubicBezTo>
                  <a:cubicBezTo>
                    <a:pt x="157" y="51"/>
                    <a:pt x="158" y="52"/>
                    <a:pt x="158" y="52"/>
                  </a:cubicBezTo>
                  <a:cubicBezTo>
                    <a:pt x="159" y="52"/>
                    <a:pt x="159" y="52"/>
                    <a:pt x="160" y="52"/>
                  </a:cubicBezTo>
                  <a:cubicBezTo>
                    <a:pt x="161" y="51"/>
                    <a:pt x="161" y="52"/>
                    <a:pt x="162" y="52"/>
                  </a:cubicBezTo>
                  <a:cubicBezTo>
                    <a:pt x="163" y="53"/>
                    <a:pt x="162" y="52"/>
                    <a:pt x="163" y="52"/>
                  </a:cubicBezTo>
                  <a:cubicBezTo>
                    <a:pt x="163" y="52"/>
                    <a:pt x="163" y="52"/>
                    <a:pt x="163" y="53"/>
                  </a:cubicBezTo>
                  <a:cubicBezTo>
                    <a:pt x="164" y="53"/>
                    <a:pt x="165" y="53"/>
                    <a:pt x="165" y="53"/>
                  </a:cubicBezTo>
                  <a:cubicBezTo>
                    <a:pt x="166" y="53"/>
                    <a:pt x="167" y="53"/>
                    <a:pt x="167" y="53"/>
                  </a:cubicBezTo>
                  <a:cubicBezTo>
                    <a:pt x="168" y="53"/>
                    <a:pt x="168" y="52"/>
                    <a:pt x="169" y="52"/>
                  </a:cubicBezTo>
                  <a:cubicBezTo>
                    <a:pt x="169" y="52"/>
                    <a:pt x="170" y="52"/>
                    <a:pt x="170" y="52"/>
                  </a:cubicBezTo>
                  <a:cubicBezTo>
                    <a:pt x="172" y="53"/>
                    <a:pt x="170" y="54"/>
                    <a:pt x="171" y="55"/>
                  </a:cubicBezTo>
                  <a:cubicBezTo>
                    <a:pt x="171" y="56"/>
                    <a:pt x="172" y="56"/>
                    <a:pt x="172" y="56"/>
                  </a:cubicBezTo>
                  <a:cubicBezTo>
                    <a:pt x="172" y="55"/>
                    <a:pt x="173" y="55"/>
                    <a:pt x="173" y="55"/>
                  </a:cubicBezTo>
                  <a:cubicBezTo>
                    <a:pt x="173" y="55"/>
                    <a:pt x="174" y="54"/>
                    <a:pt x="175" y="54"/>
                  </a:cubicBezTo>
                  <a:cubicBezTo>
                    <a:pt x="175" y="54"/>
                    <a:pt x="176" y="54"/>
                    <a:pt x="176" y="54"/>
                  </a:cubicBezTo>
                  <a:cubicBezTo>
                    <a:pt x="176" y="54"/>
                    <a:pt x="176" y="53"/>
                    <a:pt x="176" y="53"/>
                  </a:cubicBezTo>
                  <a:cubicBezTo>
                    <a:pt x="176" y="53"/>
                    <a:pt x="176" y="53"/>
                    <a:pt x="176" y="5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50" name="Tunisia">
              <a:extLst>
                <a:ext uri="{FF2B5EF4-FFF2-40B4-BE49-F238E27FC236}">
                  <a16:creationId xmlns:a16="http://schemas.microsoft.com/office/drawing/2014/main" id="{DE93F92F-CB68-099B-E43F-C4748CABC1DD}"/>
                </a:ext>
              </a:extLst>
            </p:cNvPr>
            <p:cNvSpPr>
              <a:spLocks noEditPoints="1"/>
            </p:cNvSpPr>
            <p:nvPr/>
          </p:nvSpPr>
          <p:spPr bwMode="auto">
            <a:xfrm>
              <a:off x="5955447" y="2579985"/>
              <a:ext cx="135263" cy="287189"/>
            </a:xfrm>
            <a:custGeom>
              <a:avLst/>
              <a:gdLst/>
              <a:ahLst/>
              <a:cxnLst>
                <a:cxn ang="0">
                  <a:pos x="35" y="31"/>
                </a:cxn>
                <a:cxn ang="0">
                  <a:pos x="34" y="32"/>
                </a:cxn>
                <a:cxn ang="0">
                  <a:pos x="14" y="1"/>
                </a:cxn>
                <a:cxn ang="0">
                  <a:pos x="38" y="55"/>
                </a:cxn>
                <a:cxn ang="0">
                  <a:pos x="38" y="49"/>
                </a:cxn>
                <a:cxn ang="0">
                  <a:pos x="37" y="48"/>
                </a:cxn>
                <a:cxn ang="0">
                  <a:pos x="34" y="47"/>
                </a:cxn>
                <a:cxn ang="0">
                  <a:pos x="34" y="47"/>
                </a:cxn>
                <a:cxn ang="0">
                  <a:pos x="33" y="44"/>
                </a:cxn>
                <a:cxn ang="0">
                  <a:pos x="32" y="44"/>
                </a:cxn>
                <a:cxn ang="0">
                  <a:pos x="30" y="43"/>
                </a:cxn>
                <a:cxn ang="0">
                  <a:pos x="25" y="42"/>
                </a:cxn>
                <a:cxn ang="0">
                  <a:pos x="27" y="35"/>
                </a:cxn>
                <a:cxn ang="0">
                  <a:pos x="29" y="33"/>
                </a:cxn>
                <a:cxn ang="0">
                  <a:pos x="32" y="30"/>
                </a:cxn>
                <a:cxn ang="0">
                  <a:pos x="33" y="28"/>
                </a:cxn>
                <a:cxn ang="0">
                  <a:pos x="33" y="24"/>
                </a:cxn>
                <a:cxn ang="0">
                  <a:pos x="33" y="22"/>
                </a:cxn>
                <a:cxn ang="0">
                  <a:pos x="31" y="20"/>
                </a:cxn>
                <a:cxn ang="0">
                  <a:pos x="28" y="17"/>
                </a:cxn>
                <a:cxn ang="0">
                  <a:pos x="31" y="11"/>
                </a:cxn>
                <a:cxn ang="0">
                  <a:pos x="33" y="7"/>
                </a:cxn>
                <a:cxn ang="0">
                  <a:pos x="32" y="6"/>
                </a:cxn>
                <a:cxn ang="0">
                  <a:pos x="31" y="7"/>
                </a:cxn>
                <a:cxn ang="0">
                  <a:pos x="29" y="8"/>
                </a:cxn>
                <a:cxn ang="0">
                  <a:pos x="26" y="9"/>
                </a:cxn>
                <a:cxn ang="0">
                  <a:pos x="25" y="9"/>
                </a:cxn>
                <a:cxn ang="0">
                  <a:pos x="26" y="9"/>
                </a:cxn>
                <a:cxn ang="0">
                  <a:pos x="26" y="7"/>
                </a:cxn>
                <a:cxn ang="0">
                  <a:pos x="25" y="5"/>
                </a:cxn>
                <a:cxn ang="0">
                  <a:pos x="26" y="5"/>
                </a:cxn>
                <a:cxn ang="0">
                  <a:pos x="22" y="4"/>
                </a:cxn>
                <a:cxn ang="0">
                  <a:pos x="22" y="5"/>
                </a:cxn>
                <a:cxn ang="0">
                  <a:pos x="21" y="3"/>
                </a:cxn>
                <a:cxn ang="0">
                  <a:pos x="17" y="4"/>
                </a:cxn>
                <a:cxn ang="0">
                  <a:pos x="13" y="7"/>
                </a:cxn>
                <a:cxn ang="0">
                  <a:pos x="10" y="9"/>
                </a:cxn>
                <a:cxn ang="0">
                  <a:pos x="7" y="12"/>
                </a:cxn>
                <a:cxn ang="0">
                  <a:pos x="8" y="14"/>
                </a:cxn>
                <a:cxn ang="0">
                  <a:pos x="8" y="20"/>
                </a:cxn>
                <a:cxn ang="0">
                  <a:pos x="8" y="24"/>
                </a:cxn>
                <a:cxn ang="0">
                  <a:pos x="9" y="26"/>
                </a:cxn>
                <a:cxn ang="0">
                  <a:pos x="7" y="33"/>
                </a:cxn>
                <a:cxn ang="0">
                  <a:pos x="4" y="35"/>
                </a:cxn>
                <a:cxn ang="0">
                  <a:pos x="1" y="38"/>
                </a:cxn>
                <a:cxn ang="0">
                  <a:pos x="2" y="45"/>
                </a:cxn>
                <a:cxn ang="0">
                  <a:pos x="3" y="48"/>
                </a:cxn>
                <a:cxn ang="0">
                  <a:pos x="8" y="52"/>
                </a:cxn>
                <a:cxn ang="0">
                  <a:pos x="13" y="59"/>
                </a:cxn>
                <a:cxn ang="0">
                  <a:pos x="17" y="69"/>
                </a:cxn>
                <a:cxn ang="0">
                  <a:pos x="22" y="80"/>
                </a:cxn>
                <a:cxn ang="0">
                  <a:pos x="26" y="72"/>
                </a:cxn>
                <a:cxn ang="0">
                  <a:pos x="27" y="65"/>
                </a:cxn>
                <a:cxn ang="0">
                  <a:pos x="30" y="62"/>
                </a:cxn>
                <a:cxn ang="0">
                  <a:pos x="34" y="59"/>
                </a:cxn>
                <a:cxn ang="0">
                  <a:pos x="38" y="55"/>
                </a:cxn>
                <a:cxn ang="0">
                  <a:pos x="30" y="43"/>
                </a:cxn>
                <a:cxn ang="0">
                  <a:pos x="32" y="43"/>
                </a:cxn>
                <a:cxn ang="0">
                  <a:pos x="32" y="41"/>
                </a:cxn>
              </a:cxnLst>
              <a:rect l="0" t="0" r="r" b="b"/>
              <a:pathLst>
                <a:path w="38" h="81">
                  <a:moveTo>
                    <a:pt x="34" y="31"/>
                  </a:moveTo>
                  <a:cubicBezTo>
                    <a:pt x="35" y="31"/>
                    <a:pt x="35" y="30"/>
                    <a:pt x="35" y="31"/>
                  </a:cubicBezTo>
                  <a:cubicBezTo>
                    <a:pt x="35" y="31"/>
                    <a:pt x="35" y="31"/>
                    <a:pt x="35" y="31"/>
                  </a:cubicBezTo>
                  <a:cubicBezTo>
                    <a:pt x="35" y="32"/>
                    <a:pt x="34" y="32"/>
                    <a:pt x="34" y="32"/>
                  </a:cubicBezTo>
                  <a:cubicBezTo>
                    <a:pt x="33" y="32"/>
                    <a:pt x="34" y="32"/>
                    <a:pt x="34" y="31"/>
                  </a:cubicBezTo>
                  <a:close/>
                  <a:moveTo>
                    <a:pt x="14" y="1"/>
                  </a:moveTo>
                  <a:cubicBezTo>
                    <a:pt x="14" y="1"/>
                    <a:pt x="13" y="0"/>
                    <a:pt x="14" y="1"/>
                  </a:cubicBezTo>
                  <a:close/>
                  <a:moveTo>
                    <a:pt x="38" y="55"/>
                  </a:moveTo>
                  <a:cubicBezTo>
                    <a:pt x="37" y="54"/>
                    <a:pt x="37" y="54"/>
                    <a:pt x="37" y="53"/>
                  </a:cubicBezTo>
                  <a:cubicBezTo>
                    <a:pt x="37" y="51"/>
                    <a:pt x="37" y="50"/>
                    <a:pt x="38" y="49"/>
                  </a:cubicBezTo>
                  <a:cubicBezTo>
                    <a:pt x="38" y="49"/>
                    <a:pt x="37" y="48"/>
                    <a:pt x="36" y="48"/>
                  </a:cubicBezTo>
                  <a:cubicBezTo>
                    <a:pt x="36" y="48"/>
                    <a:pt x="36" y="48"/>
                    <a:pt x="37" y="48"/>
                  </a:cubicBezTo>
                  <a:cubicBezTo>
                    <a:pt x="36" y="49"/>
                    <a:pt x="35" y="48"/>
                    <a:pt x="34" y="48"/>
                  </a:cubicBezTo>
                  <a:cubicBezTo>
                    <a:pt x="34" y="48"/>
                    <a:pt x="34" y="48"/>
                    <a:pt x="34" y="47"/>
                  </a:cubicBezTo>
                  <a:cubicBezTo>
                    <a:pt x="34" y="47"/>
                    <a:pt x="35" y="48"/>
                    <a:pt x="35" y="47"/>
                  </a:cubicBezTo>
                  <a:cubicBezTo>
                    <a:pt x="35" y="47"/>
                    <a:pt x="34" y="47"/>
                    <a:pt x="34" y="47"/>
                  </a:cubicBezTo>
                  <a:cubicBezTo>
                    <a:pt x="34" y="46"/>
                    <a:pt x="34" y="47"/>
                    <a:pt x="34" y="46"/>
                  </a:cubicBezTo>
                  <a:cubicBezTo>
                    <a:pt x="34" y="45"/>
                    <a:pt x="34" y="44"/>
                    <a:pt x="33" y="44"/>
                  </a:cubicBezTo>
                  <a:cubicBezTo>
                    <a:pt x="33" y="44"/>
                    <a:pt x="32" y="44"/>
                    <a:pt x="32" y="44"/>
                  </a:cubicBezTo>
                  <a:cubicBezTo>
                    <a:pt x="32" y="44"/>
                    <a:pt x="32" y="44"/>
                    <a:pt x="32" y="44"/>
                  </a:cubicBezTo>
                  <a:cubicBezTo>
                    <a:pt x="32" y="45"/>
                    <a:pt x="31" y="45"/>
                    <a:pt x="30" y="45"/>
                  </a:cubicBezTo>
                  <a:cubicBezTo>
                    <a:pt x="29" y="45"/>
                    <a:pt x="31" y="43"/>
                    <a:pt x="30" y="43"/>
                  </a:cubicBezTo>
                  <a:cubicBezTo>
                    <a:pt x="29" y="43"/>
                    <a:pt x="29" y="44"/>
                    <a:pt x="28" y="43"/>
                  </a:cubicBezTo>
                  <a:cubicBezTo>
                    <a:pt x="27" y="43"/>
                    <a:pt x="26" y="42"/>
                    <a:pt x="25" y="42"/>
                  </a:cubicBezTo>
                  <a:cubicBezTo>
                    <a:pt x="24" y="40"/>
                    <a:pt x="23" y="38"/>
                    <a:pt x="24" y="36"/>
                  </a:cubicBezTo>
                  <a:cubicBezTo>
                    <a:pt x="25" y="36"/>
                    <a:pt x="26" y="36"/>
                    <a:pt x="27" y="35"/>
                  </a:cubicBezTo>
                  <a:cubicBezTo>
                    <a:pt x="27" y="35"/>
                    <a:pt x="27" y="34"/>
                    <a:pt x="28" y="34"/>
                  </a:cubicBezTo>
                  <a:cubicBezTo>
                    <a:pt x="28" y="34"/>
                    <a:pt x="29" y="34"/>
                    <a:pt x="29" y="33"/>
                  </a:cubicBezTo>
                  <a:cubicBezTo>
                    <a:pt x="29" y="33"/>
                    <a:pt x="30" y="32"/>
                    <a:pt x="30" y="32"/>
                  </a:cubicBezTo>
                  <a:cubicBezTo>
                    <a:pt x="31" y="31"/>
                    <a:pt x="31" y="31"/>
                    <a:pt x="32" y="30"/>
                  </a:cubicBezTo>
                  <a:cubicBezTo>
                    <a:pt x="32" y="29"/>
                    <a:pt x="32" y="29"/>
                    <a:pt x="32" y="29"/>
                  </a:cubicBezTo>
                  <a:cubicBezTo>
                    <a:pt x="32" y="28"/>
                    <a:pt x="33" y="28"/>
                    <a:pt x="33" y="28"/>
                  </a:cubicBezTo>
                  <a:cubicBezTo>
                    <a:pt x="33" y="27"/>
                    <a:pt x="33" y="26"/>
                    <a:pt x="34" y="26"/>
                  </a:cubicBezTo>
                  <a:cubicBezTo>
                    <a:pt x="33" y="25"/>
                    <a:pt x="33" y="25"/>
                    <a:pt x="33" y="24"/>
                  </a:cubicBezTo>
                  <a:cubicBezTo>
                    <a:pt x="33" y="23"/>
                    <a:pt x="33" y="23"/>
                    <a:pt x="33" y="23"/>
                  </a:cubicBezTo>
                  <a:cubicBezTo>
                    <a:pt x="33" y="22"/>
                    <a:pt x="33" y="22"/>
                    <a:pt x="33" y="22"/>
                  </a:cubicBezTo>
                  <a:cubicBezTo>
                    <a:pt x="33" y="21"/>
                    <a:pt x="31" y="21"/>
                    <a:pt x="31" y="21"/>
                  </a:cubicBezTo>
                  <a:cubicBezTo>
                    <a:pt x="31" y="21"/>
                    <a:pt x="31" y="20"/>
                    <a:pt x="31" y="20"/>
                  </a:cubicBezTo>
                  <a:cubicBezTo>
                    <a:pt x="30" y="20"/>
                    <a:pt x="30" y="20"/>
                    <a:pt x="30" y="20"/>
                  </a:cubicBezTo>
                  <a:cubicBezTo>
                    <a:pt x="29" y="19"/>
                    <a:pt x="28" y="18"/>
                    <a:pt x="28" y="17"/>
                  </a:cubicBezTo>
                  <a:cubicBezTo>
                    <a:pt x="28" y="17"/>
                    <a:pt x="28" y="16"/>
                    <a:pt x="28" y="15"/>
                  </a:cubicBezTo>
                  <a:cubicBezTo>
                    <a:pt x="28" y="13"/>
                    <a:pt x="31" y="13"/>
                    <a:pt x="31" y="11"/>
                  </a:cubicBezTo>
                  <a:cubicBezTo>
                    <a:pt x="32" y="11"/>
                    <a:pt x="32" y="9"/>
                    <a:pt x="33" y="8"/>
                  </a:cubicBezTo>
                  <a:cubicBezTo>
                    <a:pt x="34" y="8"/>
                    <a:pt x="34" y="8"/>
                    <a:pt x="33" y="7"/>
                  </a:cubicBezTo>
                  <a:cubicBezTo>
                    <a:pt x="33" y="7"/>
                    <a:pt x="33" y="6"/>
                    <a:pt x="33" y="6"/>
                  </a:cubicBezTo>
                  <a:cubicBezTo>
                    <a:pt x="33" y="6"/>
                    <a:pt x="32" y="6"/>
                    <a:pt x="32" y="6"/>
                  </a:cubicBezTo>
                  <a:cubicBezTo>
                    <a:pt x="31" y="6"/>
                    <a:pt x="31" y="7"/>
                    <a:pt x="31" y="7"/>
                  </a:cubicBezTo>
                  <a:cubicBezTo>
                    <a:pt x="31" y="7"/>
                    <a:pt x="31" y="7"/>
                    <a:pt x="31" y="7"/>
                  </a:cubicBezTo>
                  <a:cubicBezTo>
                    <a:pt x="30" y="8"/>
                    <a:pt x="30" y="8"/>
                    <a:pt x="30" y="8"/>
                  </a:cubicBezTo>
                  <a:cubicBezTo>
                    <a:pt x="29" y="8"/>
                    <a:pt x="29" y="8"/>
                    <a:pt x="29" y="8"/>
                  </a:cubicBezTo>
                  <a:cubicBezTo>
                    <a:pt x="28" y="9"/>
                    <a:pt x="28" y="9"/>
                    <a:pt x="28" y="9"/>
                  </a:cubicBezTo>
                  <a:cubicBezTo>
                    <a:pt x="27" y="10"/>
                    <a:pt x="27" y="10"/>
                    <a:pt x="26" y="9"/>
                  </a:cubicBezTo>
                  <a:cubicBezTo>
                    <a:pt x="26" y="9"/>
                    <a:pt x="26" y="9"/>
                    <a:pt x="26" y="9"/>
                  </a:cubicBezTo>
                  <a:cubicBezTo>
                    <a:pt x="25" y="9"/>
                    <a:pt x="25" y="9"/>
                    <a:pt x="25" y="9"/>
                  </a:cubicBezTo>
                  <a:cubicBezTo>
                    <a:pt x="26" y="8"/>
                    <a:pt x="26" y="8"/>
                    <a:pt x="26" y="8"/>
                  </a:cubicBezTo>
                  <a:cubicBezTo>
                    <a:pt x="26" y="9"/>
                    <a:pt x="26" y="9"/>
                    <a:pt x="26" y="9"/>
                  </a:cubicBezTo>
                  <a:cubicBezTo>
                    <a:pt x="26" y="9"/>
                    <a:pt x="27" y="8"/>
                    <a:pt x="27" y="8"/>
                  </a:cubicBezTo>
                  <a:cubicBezTo>
                    <a:pt x="26" y="8"/>
                    <a:pt x="26" y="7"/>
                    <a:pt x="26" y="7"/>
                  </a:cubicBezTo>
                  <a:cubicBezTo>
                    <a:pt x="25" y="7"/>
                    <a:pt x="25" y="6"/>
                    <a:pt x="25" y="6"/>
                  </a:cubicBezTo>
                  <a:cubicBezTo>
                    <a:pt x="26" y="5"/>
                    <a:pt x="24" y="5"/>
                    <a:pt x="25" y="5"/>
                  </a:cubicBezTo>
                  <a:cubicBezTo>
                    <a:pt x="25" y="5"/>
                    <a:pt x="25" y="5"/>
                    <a:pt x="25" y="5"/>
                  </a:cubicBezTo>
                  <a:cubicBezTo>
                    <a:pt x="26" y="5"/>
                    <a:pt x="26" y="5"/>
                    <a:pt x="26" y="5"/>
                  </a:cubicBezTo>
                  <a:cubicBezTo>
                    <a:pt x="25" y="5"/>
                    <a:pt x="24" y="3"/>
                    <a:pt x="24" y="4"/>
                  </a:cubicBezTo>
                  <a:cubicBezTo>
                    <a:pt x="23" y="4"/>
                    <a:pt x="22" y="4"/>
                    <a:pt x="22" y="4"/>
                  </a:cubicBezTo>
                  <a:cubicBezTo>
                    <a:pt x="22" y="4"/>
                    <a:pt x="23" y="4"/>
                    <a:pt x="23" y="4"/>
                  </a:cubicBezTo>
                  <a:cubicBezTo>
                    <a:pt x="23" y="5"/>
                    <a:pt x="23" y="5"/>
                    <a:pt x="22" y="5"/>
                  </a:cubicBezTo>
                  <a:cubicBezTo>
                    <a:pt x="21" y="5"/>
                    <a:pt x="22" y="4"/>
                    <a:pt x="22" y="4"/>
                  </a:cubicBezTo>
                  <a:cubicBezTo>
                    <a:pt x="23" y="3"/>
                    <a:pt x="22" y="3"/>
                    <a:pt x="21" y="3"/>
                  </a:cubicBezTo>
                  <a:cubicBezTo>
                    <a:pt x="21" y="3"/>
                    <a:pt x="20" y="3"/>
                    <a:pt x="19" y="3"/>
                  </a:cubicBezTo>
                  <a:cubicBezTo>
                    <a:pt x="19" y="4"/>
                    <a:pt x="18" y="4"/>
                    <a:pt x="17" y="4"/>
                  </a:cubicBezTo>
                  <a:cubicBezTo>
                    <a:pt x="16" y="4"/>
                    <a:pt x="16" y="5"/>
                    <a:pt x="15" y="5"/>
                  </a:cubicBezTo>
                  <a:cubicBezTo>
                    <a:pt x="14" y="5"/>
                    <a:pt x="14" y="6"/>
                    <a:pt x="13" y="7"/>
                  </a:cubicBezTo>
                  <a:cubicBezTo>
                    <a:pt x="12" y="7"/>
                    <a:pt x="10" y="7"/>
                    <a:pt x="11" y="8"/>
                  </a:cubicBezTo>
                  <a:cubicBezTo>
                    <a:pt x="12" y="9"/>
                    <a:pt x="10" y="9"/>
                    <a:pt x="10" y="9"/>
                  </a:cubicBezTo>
                  <a:cubicBezTo>
                    <a:pt x="9" y="9"/>
                    <a:pt x="10" y="9"/>
                    <a:pt x="10" y="10"/>
                  </a:cubicBezTo>
                  <a:cubicBezTo>
                    <a:pt x="9" y="11"/>
                    <a:pt x="8" y="11"/>
                    <a:pt x="7" y="12"/>
                  </a:cubicBezTo>
                  <a:cubicBezTo>
                    <a:pt x="6" y="12"/>
                    <a:pt x="8" y="12"/>
                    <a:pt x="8" y="13"/>
                  </a:cubicBezTo>
                  <a:cubicBezTo>
                    <a:pt x="9" y="13"/>
                    <a:pt x="9" y="14"/>
                    <a:pt x="8" y="14"/>
                  </a:cubicBezTo>
                  <a:cubicBezTo>
                    <a:pt x="8" y="15"/>
                    <a:pt x="8" y="15"/>
                    <a:pt x="8" y="16"/>
                  </a:cubicBezTo>
                  <a:cubicBezTo>
                    <a:pt x="8" y="17"/>
                    <a:pt x="7" y="19"/>
                    <a:pt x="8" y="20"/>
                  </a:cubicBezTo>
                  <a:cubicBezTo>
                    <a:pt x="8" y="21"/>
                    <a:pt x="8" y="21"/>
                    <a:pt x="8" y="22"/>
                  </a:cubicBezTo>
                  <a:cubicBezTo>
                    <a:pt x="9" y="23"/>
                    <a:pt x="8" y="23"/>
                    <a:pt x="8" y="24"/>
                  </a:cubicBezTo>
                  <a:cubicBezTo>
                    <a:pt x="8" y="25"/>
                    <a:pt x="8" y="25"/>
                    <a:pt x="9" y="26"/>
                  </a:cubicBezTo>
                  <a:cubicBezTo>
                    <a:pt x="9" y="26"/>
                    <a:pt x="9" y="26"/>
                    <a:pt x="9" y="26"/>
                  </a:cubicBezTo>
                  <a:cubicBezTo>
                    <a:pt x="8" y="27"/>
                    <a:pt x="7" y="29"/>
                    <a:pt x="8" y="30"/>
                  </a:cubicBezTo>
                  <a:cubicBezTo>
                    <a:pt x="8" y="31"/>
                    <a:pt x="8" y="32"/>
                    <a:pt x="7" y="33"/>
                  </a:cubicBezTo>
                  <a:cubicBezTo>
                    <a:pt x="6" y="33"/>
                    <a:pt x="6" y="34"/>
                    <a:pt x="5" y="34"/>
                  </a:cubicBezTo>
                  <a:cubicBezTo>
                    <a:pt x="5" y="34"/>
                    <a:pt x="4" y="35"/>
                    <a:pt x="4" y="35"/>
                  </a:cubicBezTo>
                  <a:cubicBezTo>
                    <a:pt x="3" y="36"/>
                    <a:pt x="4" y="37"/>
                    <a:pt x="3" y="37"/>
                  </a:cubicBezTo>
                  <a:cubicBezTo>
                    <a:pt x="2" y="37"/>
                    <a:pt x="2" y="38"/>
                    <a:pt x="1" y="38"/>
                  </a:cubicBezTo>
                  <a:cubicBezTo>
                    <a:pt x="0" y="39"/>
                    <a:pt x="0" y="41"/>
                    <a:pt x="1" y="43"/>
                  </a:cubicBezTo>
                  <a:cubicBezTo>
                    <a:pt x="1" y="44"/>
                    <a:pt x="2" y="44"/>
                    <a:pt x="2" y="45"/>
                  </a:cubicBezTo>
                  <a:cubicBezTo>
                    <a:pt x="2" y="46"/>
                    <a:pt x="3" y="46"/>
                    <a:pt x="3" y="47"/>
                  </a:cubicBezTo>
                  <a:cubicBezTo>
                    <a:pt x="2" y="48"/>
                    <a:pt x="3" y="48"/>
                    <a:pt x="3" y="48"/>
                  </a:cubicBezTo>
                  <a:cubicBezTo>
                    <a:pt x="4" y="49"/>
                    <a:pt x="5" y="49"/>
                    <a:pt x="5" y="49"/>
                  </a:cubicBezTo>
                  <a:cubicBezTo>
                    <a:pt x="6" y="50"/>
                    <a:pt x="7" y="51"/>
                    <a:pt x="8" y="52"/>
                  </a:cubicBezTo>
                  <a:cubicBezTo>
                    <a:pt x="8" y="53"/>
                    <a:pt x="8" y="55"/>
                    <a:pt x="9" y="56"/>
                  </a:cubicBezTo>
                  <a:cubicBezTo>
                    <a:pt x="10" y="57"/>
                    <a:pt x="12" y="58"/>
                    <a:pt x="13" y="59"/>
                  </a:cubicBezTo>
                  <a:cubicBezTo>
                    <a:pt x="15" y="60"/>
                    <a:pt x="15" y="61"/>
                    <a:pt x="15" y="63"/>
                  </a:cubicBezTo>
                  <a:cubicBezTo>
                    <a:pt x="16" y="65"/>
                    <a:pt x="16" y="67"/>
                    <a:pt x="17" y="69"/>
                  </a:cubicBezTo>
                  <a:cubicBezTo>
                    <a:pt x="17" y="73"/>
                    <a:pt x="18" y="77"/>
                    <a:pt x="19" y="81"/>
                  </a:cubicBezTo>
                  <a:cubicBezTo>
                    <a:pt x="20" y="80"/>
                    <a:pt x="21" y="80"/>
                    <a:pt x="22" y="80"/>
                  </a:cubicBezTo>
                  <a:cubicBezTo>
                    <a:pt x="23" y="79"/>
                    <a:pt x="23" y="78"/>
                    <a:pt x="24" y="78"/>
                  </a:cubicBezTo>
                  <a:cubicBezTo>
                    <a:pt x="25" y="76"/>
                    <a:pt x="26" y="74"/>
                    <a:pt x="26" y="72"/>
                  </a:cubicBezTo>
                  <a:cubicBezTo>
                    <a:pt x="25" y="70"/>
                    <a:pt x="24" y="68"/>
                    <a:pt x="25" y="66"/>
                  </a:cubicBezTo>
                  <a:cubicBezTo>
                    <a:pt x="26" y="65"/>
                    <a:pt x="26" y="65"/>
                    <a:pt x="27" y="65"/>
                  </a:cubicBezTo>
                  <a:cubicBezTo>
                    <a:pt x="28" y="65"/>
                    <a:pt x="29" y="64"/>
                    <a:pt x="29" y="63"/>
                  </a:cubicBezTo>
                  <a:cubicBezTo>
                    <a:pt x="29" y="62"/>
                    <a:pt x="29" y="62"/>
                    <a:pt x="30" y="62"/>
                  </a:cubicBezTo>
                  <a:cubicBezTo>
                    <a:pt x="31" y="62"/>
                    <a:pt x="31" y="61"/>
                    <a:pt x="32" y="60"/>
                  </a:cubicBezTo>
                  <a:cubicBezTo>
                    <a:pt x="32" y="60"/>
                    <a:pt x="33" y="59"/>
                    <a:pt x="34" y="59"/>
                  </a:cubicBezTo>
                  <a:cubicBezTo>
                    <a:pt x="35" y="58"/>
                    <a:pt x="36" y="58"/>
                    <a:pt x="37" y="57"/>
                  </a:cubicBezTo>
                  <a:cubicBezTo>
                    <a:pt x="38" y="57"/>
                    <a:pt x="38" y="56"/>
                    <a:pt x="38" y="55"/>
                  </a:cubicBezTo>
                  <a:close/>
                  <a:moveTo>
                    <a:pt x="30" y="41"/>
                  </a:moveTo>
                  <a:cubicBezTo>
                    <a:pt x="30" y="41"/>
                    <a:pt x="30" y="43"/>
                    <a:pt x="30" y="43"/>
                  </a:cubicBezTo>
                  <a:cubicBezTo>
                    <a:pt x="31" y="42"/>
                    <a:pt x="31" y="43"/>
                    <a:pt x="31" y="44"/>
                  </a:cubicBezTo>
                  <a:cubicBezTo>
                    <a:pt x="31" y="43"/>
                    <a:pt x="32" y="42"/>
                    <a:pt x="32" y="43"/>
                  </a:cubicBezTo>
                  <a:cubicBezTo>
                    <a:pt x="32" y="43"/>
                    <a:pt x="33" y="42"/>
                    <a:pt x="33" y="42"/>
                  </a:cubicBezTo>
                  <a:cubicBezTo>
                    <a:pt x="33" y="42"/>
                    <a:pt x="33" y="41"/>
                    <a:pt x="32" y="41"/>
                  </a:cubicBezTo>
                  <a:cubicBezTo>
                    <a:pt x="32" y="41"/>
                    <a:pt x="31" y="41"/>
                    <a:pt x="30" y="4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51" name="Trinidad and Tobago">
              <a:extLst>
                <a:ext uri="{FF2B5EF4-FFF2-40B4-BE49-F238E27FC236}">
                  <a16:creationId xmlns:a16="http://schemas.microsoft.com/office/drawing/2014/main" id="{5B42291A-5ACE-FD84-D8D6-B516B20F98B9}"/>
                </a:ext>
              </a:extLst>
            </p:cNvPr>
            <p:cNvSpPr>
              <a:spLocks noEditPoints="1"/>
            </p:cNvSpPr>
            <p:nvPr/>
          </p:nvSpPr>
          <p:spPr bwMode="auto">
            <a:xfrm>
              <a:off x="3576587" y="3604255"/>
              <a:ext cx="52928" cy="49989"/>
            </a:xfrm>
            <a:custGeom>
              <a:avLst/>
              <a:gdLst/>
              <a:ahLst/>
              <a:cxnLst>
                <a:cxn ang="0">
                  <a:pos x="10" y="6"/>
                </a:cxn>
                <a:cxn ang="0">
                  <a:pos x="9" y="7"/>
                </a:cxn>
                <a:cxn ang="0">
                  <a:pos x="9" y="8"/>
                </a:cxn>
                <a:cxn ang="0">
                  <a:pos x="9" y="9"/>
                </a:cxn>
                <a:cxn ang="0">
                  <a:pos x="10" y="11"/>
                </a:cxn>
                <a:cxn ang="0">
                  <a:pos x="10" y="11"/>
                </a:cxn>
                <a:cxn ang="0">
                  <a:pos x="10" y="12"/>
                </a:cxn>
                <a:cxn ang="0">
                  <a:pos x="9" y="13"/>
                </a:cxn>
                <a:cxn ang="0">
                  <a:pos x="8" y="14"/>
                </a:cxn>
                <a:cxn ang="0">
                  <a:pos x="6" y="14"/>
                </a:cxn>
                <a:cxn ang="0">
                  <a:pos x="5" y="14"/>
                </a:cxn>
                <a:cxn ang="0">
                  <a:pos x="3" y="14"/>
                </a:cxn>
                <a:cxn ang="0">
                  <a:pos x="2" y="14"/>
                </a:cxn>
                <a:cxn ang="0">
                  <a:pos x="1" y="14"/>
                </a:cxn>
                <a:cxn ang="0">
                  <a:pos x="1" y="13"/>
                </a:cxn>
                <a:cxn ang="0">
                  <a:pos x="1" y="13"/>
                </a:cxn>
                <a:cxn ang="0">
                  <a:pos x="2" y="13"/>
                </a:cxn>
                <a:cxn ang="0">
                  <a:pos x="3" y="12"/>
                </a:cxn>
                <a:cxn ang="0">
                  <a:pos x="4" y="12"/>
                </a:cxn>
                <a:cxn ang="0">
                  <a:pos x="5" y="12"/>
                </a:cxn>
                <a:cxn ang="0">
                  <a:pos x="5" y="10"/>
                </a:cxn>
                <a:cxn ang="0">
                  <a:pos x="5" y="9"/>
                </a:cxn>
                <a:cxn ang="0">
                  <a:pos x="4" y="7"/>
                </a:cxn>
                <a:cxn ang="0">
                  <a:pos x="3" y="7"/>
                </a:cxn>
                <a:cxn ang="0">
                  <a:pos x="4" y="6"/>
                </a:cxn>
                <a:cxn ang="0">
                  <a:pos x="6" y="6"/>
                </a:cxn>
                <a:cxn ang="0">
                  <a:pos x="7" y="6"/>
                </a:cxn>
                <a:cxn ang="0">
                  <a:pos x="8" y="6"/>
                </a:cxn>
                <a:cxn ang="0">
                  <a:pos x="9" y="5"/>
                </a:cxn>
                <a:cxn ang="0">
                  <a:pos x="10" y="5"/>
                </a:cxn>
                <a:cxn ang="0">
                  <a:pos x="11" y="6"/>
                </a:cxn>
                <a:cxn ang="0">
                  <a:pos x="10" y="6"/>
                </a:cxn>
                <a:cxn ang="0">
                  <a:pos x="15" y="0"/>
                </a:cxn>
                <a:cxn ang="0">
                  <a:pos x="13" y="0"/>
                </a:cxn>
                <a:cxn ang="0">
                  <a:pos x="12" y="1"/>
                </a:cxn>
                <a:cxn ang="0">
                  <a:pos x="12" y="2"/>
                </a:cxn>
                <a:cxn ang="0">
                  <a:pos x="13" y="1"/>
                </a:cxn>
                <a:cxn ang="0">
                  <a:pos x="15" y="0"/>
                </a:cxn>
                <a:cxn ang="0">
                  <a:pos x="15" y="0"/>
                </a:cxn>
              </a:cxnLst>
              <a:rect l="0" t="0" r="r" b="b"/>
              <a:pathLst>
                <a:path w="15" h="14">
                  <a:moveTo>
                    <a:pt x="10" y="6"/>
                  </a:moveTo>
                  <a:cubicBezTo>
                    <a:pt x="10" y="7"/>
                    <a:pt x="9" y="7"/>
                    <a:pt x="9" y="7"/>
                  </a:cubicBezTo>
                  <a:cubicBezTo>
                    <a:pt x="9" y="8"/>
                    <a:pt x="10" y="8"/>
                    <a:pt x="9" y="8"/>
                  </a:cubicBezTo>
                  <a:cubicBezTo>
                    <a:pt x="9" y="8"/>
                    <a:pt x="9" y="9"/>
                    <a:pt x="9" y="9"/>
                  </a:cubicBezTo>
                  <a:cubicBezTo>
                    <a:pt x="9" y="9"/>
                    <a:pt x="9" y="10"/>
                    <a:pt x="10" y="11"/>
                  </a:cubicBezTo>
                  <a:cubicBezTo>
                    <a:pt x="10" y="11"/>
                    <a:pt x="10" y="11"/>
                    <a:pt x="10" y="11"/>
                  </a:cubicBezTo>
                  <a:cubicBezTo>
                    <a:pt x="10" y="11"/>
                    <a:pt x="10" y="11"/>
                    <a:pt x="10" y="12"/>
                  </a:cubicBezTo>
                  <a:cubicBezTo>
                    <a:pt x="9" y="12"/>
                    <a:pt x="10" y="12"/>
                    <a:pt x="9" y="13"/>
                  </a:cubicBezTo>
                  <a:cubicBezTo>
                    <a:pt x="9" y="13"/>
                    <a:pt x="8" y="13"/>
                    <a:pt x="8" y="14"/>
                  </a:cubicBezTo>
                  <a:cubicBezTo>
                    <a:pt x="7" y="14"/>
                    <a:pt x="7" y="14"/>
                    <a:pt x="6" y="14"/>
                  </a:cubicBezTo>
                  <a:cubicBezTo>
                    <a:pt x="6" y="14"/>
                    <a:pt x="6" y="14"/>
                    <a:pt x="5" y="14"/>
                  </a:cubicBezTo>
                  <a:cubicBezTo>
                    <a:pt x="5" y="14"/>
                    <a:pt x="4" y="14"/>
                    <a:pt x="3" y="14"/>
                  </a:cubicBezTo>
                  <a:cubicBezTo>
                    <a:pt x="3" y="14"/>
                    <a:pt x="3" y="14"/>
                    <a:pt x="2" y="14"/>
                  </a:cubicBezTo>
                  <a:cubicBezTo>
                    <a:pt x="2" y="13"/>
                    <a:pt x="2" y="13"/>
                    <a:pt x="1" y="14"/>
                  </a:cubicBezTo>
                  <a:cubicBezTo>
                    <a:pt x="1" y="14"/>
                    <a:pt x="0" y="14"/>
                    <a:pt x="1" y="13"/>
                  </a:cubicBezTo>
                  <a:cubicBezTo>
                    <a:pt x="1" y="13"/>
                    <a:pt x="1" y="13"/>
                    <a:pt x="1" y="13"/>
                  </a:cubicBezTo>
                  <a:cubicBezTo>
                    <a:pt x="2" y="13"/>
                    <a:pt x="2" y="13"/>
                    <a:pt x="2" y="13"/>
                  </a:cubicBezTo>
                  <a:cubicBezTo>
                    <a:pt x="3" y="12"/>
                    <a:pt x="3" y="12"/>
                    <a:pt x="3" y="12"/>
                  </a:cubicBezTo>
                  <a:cubicBezTo>
                    <a:pt x="4" y="12"/>
                    <a:pt x="3" y="12"/>
                    <a:pt x="4" y="12"/>
                  </a:cubicBezTo>
                  <a:cubicBezTo>
                    <a:pt x="4" y="12"/>
                    <a:pt x="5" y="12"/>
                    <a:pt x="5" y="12"/>
                  </a:cubicBezTo>
                  <a:cubicBezTo>
                    <a:pt x="5" y="11"/>
                    <a:pt x="5" y="11"/>
                    <a:pt x="5" y="10"/>
                  </a:cubicBezTo>
                  <a:cubicBezTo>
                    <a:pt x="5" y="10"/>
                    <a:pt x="5" y="9"/>
                    <a:pt x="5" y="9"/>
                  </a:cubicBezTo>
                  <a:cubicBezTo>
                    <a:pt x="5" y="8"/>
                    <a:pt x="5" y="7"/>
                    <a:pt x="4" y="7"/>
                  </a:cubicBezTo>
                  <a:cubicBezTo>
                    <a:pt x="4" y="7"/>
                    <a:pt x="3" y="7"/>
                    <a:pt x="3" y="7"/>
                  </a:cubicBezTo>
                  <a:cubicBezTo>
                    <a:pt x="4" y="6"/>
                    <a:pt x="4" y="6"/>
                    <a:pt x="4" y="6"/>
                  </a:cubicBezTo>
                  <a:cubicBezTo>
                    <a:pt x="5" y="6"/>
                    <a:pt x="6" y="6"/>
                    <a:pt x="6" y="6"/>
                  </a:cubicBezTo>
                  <a:cubicBezTo>
                    <a:pt x="6" y="6"/>
                    <a:pt x="6" y="6"/>
                    <a:pt x="7" y="6"/>
                  </a:cubicBezTo>
                  <a:cubicBezTo>
                    <a:pt x="7" y="6"/>
                    <a:pt x="8" y="6"/>
                    <a:pt x="8" y="6"/>
                  </a:cubicBezTo>
                  <a:cubicBezTo>
                    <a:pt x="9" y="5"/>
                    <a:pt x="9" y="5"/>
                    <a:pt x="9" y="5"/>
                  </a:cubicBezTo>
                  <a:cubicBezTo>
                    <a:pt x="9" y="5"/>
                    <a:pt x="9" y="5"/>
                    <a:pt x="10" y="5"/>
                  </a:cubicBezTo>
                  <a:cubicBezTo>
                    <a:pt x="11" y="5"/>
                    <a:pt x="11" y="5"/>
                    <a:pt x="11" y="6"/>
                  </a:cubicBezTo>
                  <a:cubicBezTo>
                    <a:pt x="11" y="6"/>
                    <a:pt x="10" y="6"/>
                    <a:pt x="10" y="6"/>
                  </a:cubicBezTo>
                  <a:close/>
                  <a:moveTo>
                    <a:pt x="15" y="0"/>
                  </a:moveTo>
                  <a:cubicBezTo>
                    <a:pt x="14" y="0"/>
                    <a:pt x="14" y="0"/>
                    <a:pt x="13" y="0"/>
                  </a:cubicBezTo>
                  <a:cubicBezTo>
                    <a:pt x="13" y="0"/>
                    <a:pt x="12" y="1"/>
                    <a:pt x="12" y="1"/>
                  </a:cubicBezTo>
                  <a:cubicBezTo>
                    <a:pt x="12" y="2"/>
                    <a:pt x="11" y="2"/>
                    <a:pt x="12" y="2"/>
                  </a:cubicBezTo>
                  <a:cubicBezTo>
                    <a:pt x="12" y="2"/>
                    <a:pt x="13" y="1"/>
                    <a:pt x="13" y="1"/>
                  </a:cubicBezTo>
                  <a:cubicBezTo>
                    <a:pt x="14" y="1"/>
                    <a:pt x="15" y="1"/>
                    <a:pt x="15" y="0"/>
                  </a:cubicBezTo>
                  <a:cubicBezTo>
                    <a:pt x="15" y="0"/>
                    <a:pt x="15" y="0"/>
                    <a:pt x="15"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52" name="Tonga">
              <a:extLst>
                <a:ext uri="{FF2B5EF4-FFF2-40B4-BE49-F238E27FC236}">
                  <a16:creationId xmlns:a16="http://schemas.microsoft.com/office/drawing/2014/main" id="{67D9E11D-65ED-1F86-9CE4-927B86D456B9}"/>
                </a:ext>
              </a:extLst>
            </p:cNvPr>
            <p:cNvSpPr>
              <a:spLocks noEditPoints="1"/>
            </p:cNvSpPr>
            <p:nvPr/>
          </p:nvSpPr>
          <p:spPr bwMode="auto">
            <a:xfrm>
              <a:off x="11562400" y="4801323"/>
              <a:ext cx="95076" cy="120560"/>
            </a:xfrm>
            <a:custGeom>
              <a:avLst/>
              <a:gdLst/>
              <a:ahLst/>
              <a:cxnLst>
                <a:cxn ang="0">
                  <a:pos x="0" y="0"/>
                </a:cxn>
                <a:cxn ang="0">
                  <a:pos x="0" y="0"/>
                </a:cxn>
                <a:cxn ang="0">
                  <a:pos x="26" y="33"/>
                </a:cxn>
                <a:cxn ang="0">
                  <a:pos x="26" y="34"/>
                </a:cxn>
                <a:cxn ang="0">
                  <a:pos x="26" y="33"/>
                </a:cxn>
                <a:cxn ang="0">
                  <a:pos x="9" y="4"/>
                </a:cxn>
                <a:cxn ang="0">
                  <a:pos x="9" y="4"/>
                </a:cxn>
                <a:cxn ang="0">
                  <a:pos x="9" y="4"/>
                </a:cxn>
                <a:cxn ang="0">
                  <a:pos x="17" y="11"/>
                </a:cxn>
                <a:cxn ang="0">
                  <a:pos x="17" y="11"/>
                </a:cxn>
                <a:cxn ang="0">
                  <a:pos x="17" y="11"/>
                </a:cxn>
                <a:cxn ang="0">
                  <a:pos x="23" y="11"/>
                </a:cxn>
                <a:cxn ang="0">
                  <a:pos x="22" y="10"/>
                </a:cxn>
                <a:cxn ang="0">
                  <a:pos x="23" y="11"/>
                </a:cxn>
                <a:cxn ang="0">
                  <a:pos x="19" y="13"/>
                </a:cxn>
                <a:cxn ang="0">
                  <a:pos x="19" y="13"/>
                </a:cxn>
                <a:cxn ang="0">
                  <a:pos x="6" y="26"/>
                </a:cxn>
                <a:cxn ang="0">
                  <a:pos x="7" y="26"/>
                </a:cxn>
                <a:cxn ang="0">
                  <a:pos x="6" y="26"/>
                </a:cxn>
                <a:cxn ang="0">
                  <a:pos x="27" y="15"/>
                </a:cxn>
                <a:cxn ang="0">
                  <a:pos x="27" y="15"/>
                </a:cxn>
              </a:cxnLst>
              <a:rect l="0" t="0" r="r" b="b"/>
              <a:pathLst>
                <a:path w="27" h="34">
                  <a:moveTo>
                    <a:pt x="0" y="0"/>
                  </a:moveTo>
                  <a:cubicBezTo>
                    <a:pt x="0" y="0"/>
                    <a:pt x="0" y="0"/>
                    <a:pt x="0" y="0"/>
                  </a:cubicBezTo>
                  <a:close/>
                  <a:moveTo>
                    <a:pt x="26" y="33"/>
                  </a:moveTo>
                  <a:cubicBezTo>
                    <a:pt x="26" y="33"/>
                    <a:pt x="26" y="34"/>
                    <a:pt x="26" y="34"/>
                  </a:cubicBezTo>
                  <a:cubicBezTo>
                    <a:pt x="27" y="34"/>
                    <a:pt x="27" y="33"/>
                    <a:pt x="26" y="33"/>
                  </a:cubicBezTo>
                  <a:close/>
                  <a:moveTo>
                    <a:pt x="9" y="4"/>
                  </a:moveTo>
                  <a:cubicBezTo>
                    <a:pt x="9" y="4"/>
                    <a:pt x="9" y="4"/>
                    <a:pt x="9" y="4"/>
                  </a:cubicBezTo>
                  <a:cubicBezTo>
                    <a:pt x="9" y="4"/>
                    <a:pt x="9" y="4"/>
                    <a:pt x="9" y="4"/>
                  </a:cubicBezTo>
                  <a:close/>
                  <a:moveTo>
                    <a:pt x="17" y="11"/>
                  </a:moveTo>
                  <a:cubicBezTo>
                    <a:pt x="17" y="11"/>
                    <a:pt x="17" y="11"/>
                    <a:pt x="17" y="11"/>
                  </a:cubicBezTo>
                  <a:cubicBezTo>
                    <a:pt x="17" y="11"/>
                    <a:pt x="17" y="11"/>
                    <a:pt x="17" y="11"/>
                  </a:cubicBezTo>
                  <a:close/>
                  <a:moveTo>
                    <a:pt x="23" y="11"/>
                  </a:moveTo>
                  <a:cubicBezTo>
                    <a:pt x="23" y="11"/>
                    <a:pt x="22" y="10"/>
                    <a:pt x="22" y="10"/>
                  </a:cubicBezTo>
                  <a:cubicBezTo>
                    <a:pt x="22" y="10"/>
                    <a:pt x="22" y="11"/>
                    <a:pt x="23" y="11"/>
                  </a:cubicBezTo>
                  <a:close/>
                  <a:moveTo>
                    <a:pt x="19" y="13"/>
                  </a:moveTo>
                  <a:cubicBezTo>
                    <a:pt x="20" y="13"/>
                    <a:pt x="18" y="12"/>
                    <a:pt x="19" y="13"/>
                  </a:cubicBezTo>
                  <a:close/>
                  <a:moveTo>
                    <a:pt x="6" y="26"/>
                  </a:moveTo>
                  <a:cubicBezTo>
                    <a:pt x="6" y="26"/>
                    <a:pt x="7" y="26"/>
                    <a:pt x="7" y="26"/>
                  </a:cubicBezTo>
                  <a:cubicBezTo>
                    <a:pt x="7" y="26"/>
                    <a:pt x="6" y="25"/>
                    <a:pt x="6" y="26"/>
                  </a:cubicBezTo>
                  <a:close/>
                  <a:moveTo>
                    <a:pt x="27" y="15"/>
                  </a:moveTo>
                  <a:cubicBezTo>
                    <a:pt x="27" y="14"/>
                    <a:pt x="26" y="14"/>
                    <a:pt x="27" y="1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53" name="Tokelau">
              <a:extLst>
                <a:ext uri="{FF2B5EF4-FFF2-40B4-BE49-F238E27FC236}">
                  <a16:creationId xmlns:a16="http://schemas.microsoft.com/office/drawing/2014/main" id="{5B547FC1-A1CA-8D3C-7275-A58887409E75}"/>
                </a:ext>
              </a:extLst>
            </p:cNvPr>
            <p:cNvSpPr/>
            <p:nvPr/>
          </p:nvSpPr>
          <p:spPr>
            <a:xfrm>
              <a:off x="11642302" y="4682234"/>
              <a:ext cx="28528" cy="45529"/>
            </a:xfrm>
            <a:custGeom>
              <a:avLst/>
              <a:gdLst>
                <a:gd name="connsiteX0" fmla="*/ 28257 w 28528"/>
                <a:gd name="connsiteY0" fmla="*/ 41900 h 45529"/>
                <a:gd name="connsiteX1" fmla="*/ 24144 w 28528"/>
                <a:gd name="connsiteY1" fmla="*/ 45242 h 45529"/>
                <a:gd name="connsiteX2" fmla="*/ 24659 w 28528"/>
                <a:gd name="connsiteY2" fmla="*/ 41643 h 45529"/>
                <a:gd name="connsiteX3" fmla="*/ 28257 w 28528"/>
                <a:gd name="connsiteY3" fmla="*/ 41900 h 45529"/>
                <a:gd name="connsiteX4" fmla="*/ 21317 w 28528"/>
                <a:gd name="connsiteY4" fmla="*/ 14395 h 45529"/>
                <a:gd name="connsiteX5" fmla="*/ 21060 w 28528"/>
                <a:gd name="connsiteY5" fmla="*/ 17480 h 45529"/>
                <a:gd name="connsiteX6" fmla="*/ 23887 w 28528"/>
                <a:gd name="connsiteY6" fmla="*/ 16709 h 45529"/>
                <a:gd name="connsiteX7" fmla="*/ 23887 w 28528"/>
                <a:gd name="connsiteY7" fmla="*/ 13110 h 45529"/>
                <a:gd name="connsiteX8" fmla="*/ 21317 w 28528"/>
                <a:gd name="connsiteY8" fmla="*/ 14395 h 45529"/>
                <a:gd name="connsiteX9" fmla="*/ 10263 w 28528"/>
                <a:gd name="connsiteY9" fmla="*/ 11568 h 45529"/>
                <a:gd name="connsiteX10" fmla="*/ 11035 w 28528"/>
                <a:gd name="connsiteY10" fmla="*/ 14652 h 45529"/>
                <a:gd name="connsiteX11" fmla="*/ 13605 w 28528"/>
                <a:gd name="connsiteY11" fmla="*/ 14652 h 45529"/>
                <a:gd name="connsiteX12" fmla="*/ 12834 w 28528"/>
                <a:gd name="connsiteY12" fmla="*/ 10025 h 45529"/>
                <a:gd name="connsiteX13" fmla="*/ 10263 w 28528"/>
                <a:gd name="connsiteY13" fmla="*/ 11568 h 45529"/>
                <a:gd name="connsiteX14" fmla="*/ 2038 w 28528"/>
                <a:gd name="connsiteY14" fmla="*/ 1285 h 45529"/>
                <a:gd name="connsiteX15" fmla="*/ 752 w 28528"/>
                <a:gd name="connsiteY15" fmla="*/ 4370 h 45529"/>
                <a:gd name="connsiteX16" fmla="*/ 3837 w 28528"/>
                <a:gd name="connsiteY16" fmla="*/ 3856 h 45529"/>
                <a:gd name="connsiteX17" fmla="*/ 4608 w 28528"/>
                <a:gd name="connsiteY17" fmla="*/ 2056 h 45529"/>
                <a:gd name="connsiteX18" fmla="*/ 3837 w 28528"/>
                <a:gd name="connsiteY18" fmla="*/ 0 h 45529"/>
                <a:gd name="connsiteX19" fmla="*/ 2038 w 28528"/>
                <a:gd name="connsiteY19" fmla="*/ 1285 h 45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528" h="45529">
                  <a:moveTo>
                    <a:pt x="28257" y="41900"/>
                  </a:moveTo>
                  <a:cubicBezTo>
                    <a:pt x="29543" y="43699"/>
                    <a:pt x="25944" y="43957"/>
                    <a:pt x="24144" y="45242"/>
                  </a:cubicBezTo>
                  <a:cubicBezTo>
                    <a:pt x="22345" y="46527"/>
                    <a:pt x="22088" y="43185"/>
                    <a:pt x="24659" y="41643"/>
                  </a:cubicBezTo>
                  <a:cubicBezTo>
                    <a:pt x="24401" y="41643"/>
                    <a:pt x="26972" y="40358"/>
                    <a:pt x="28257" y="41900"/>
                  </a:cubicBezTo>
                  <a:close/>
                  <a:moveTo>
                    <a:pt x="21317" y="14395"/>
                  </a:moveTo>
                  <a:cubicBezTo>
                    <a:pt x="20289" y="15937"/>
                    <a:pt x="19517" y="17737"/>
                    <a:pt x="21060" y="17480"/>
                  </a:cubicBezTo>
                  <a:cubicBezTo>
                    <a:pt x="22602" y="17223"/>
                    <a:pt x="23116" y="17480"/>
                    <a:pt x="23887" y="16709"/>
                  </a:cubicBezTo>
                  <a:cubicBezTo>
                    <a:pt x="24659" y="15937"/>
                    <a:pt x="25430" y="13367"/>
                    <a:pt x="23887" y="13110"/>
                  </a:cubicBezTo>
                  <a:cubicBezTo>
                    <a:pt x="22345" y="12853"/>
                    <a:pt x="21060" y="14395"/>
                    <a:pt x="21317" y="14395"/>
                  </a:cubicBezTo>
                  <a:close/>
                  <a:moveTo>
                    <a:pt x="10263" y="11568"/>
                  </a:moveTo>
                  <a:cubicBezTo>
                    <a:pt x="9749" y="13881"/>
                    <a:pt x="9492" y="14909"/>
                    <a:pt x="11035" y="14652"/>
                  </a:cubicBezTo>
                  <a:cubicBezTo>
                    <a:pt x="12577" y="14395"/>
                    <a:pt x="12834" y="15166"/>
                    <a:pt x="13605" y="14652"/>
                  </a:cubicBezTo>
                  <a:cubicBezTo>
                    <a:pt x="14376" y="14138"/>
                    <a:pt x="14633" y="10025"/>
                    <a:pt x="12834" y="10025"/>
                  </a:cubicBezTo>
                  <a:cubicBezTo>
                    <a:pt x="11035" y="10025"/>
                    <a:pt x="10521" y="11825"/>
                    <a:pt x="10263" y="11568"/>
                  </a:cubicBezTo>
                  <a:close/>
                  <a:moveTo>
                    <a:pt x="2038" y="1285"/>
                  </a:moveTo>
                  <a:cubicBezTo>
                    <a:pt x="238" y="3342"/>
                    <a:pt x="-790" y="4627"/>
                    <a:pt x="752" y="4370"/>
                  </a:cubicBezTo>
                  <a:cubicBezTo>
                    <a:pt x="2552" y="4370"/>
                    <a:pt x="3066" y="3856"/>
                    <a:pt x="3837" y="3856"/>
                  </a:cubicBezTo>
                  <a:cubicBezTo>
                    <a:pt x="4865" y="3856"/>
                    <a:pt x="5122" y="3085"/>
                    <a:pt x="4608" y="2056"/>
                  </a:cubicBezTo>
                  <a:cubicBezTo>
                    <a:pt x="4094" y="1028"/>
                    <a:pt x="4608" y="0"/>
                    <a:pt x="3837" y="0"/>
                  </a:cubicBezTo>
                  <a:cubicBezTo>
                    <a:pt x="2809" y="0"/>
                    <a:pt x="1781" y="1028"/>
                    <a:pt x="2038" y="1285"/>
                  </a:cubicBezTo>
                  <a:close/>
                </a:path>
              </a:pathLst>
            </a:custGeom>
            <a:grpFill/>
            <a:ln w="1905" cap="flat">
              <a:noFill/>
              <a:prstDash val="solid"/>
              <a:miter/>
            </a:ln>
          </p:spPr>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801" b="0" i="0" u="none" strike="noStrike" kern="0" cap="none" spc="0" normalizeH="0" baseline="0" noProof="0">
                <a:ln>
                  <a:noFill/>
                </a:ln>
                <a:solidFill>
                  <a:srgbClr val="FFFFFF"/>
                </a:solidFill>
                <a:effectLst/>
                <a:uLnTx/>
                <a:uFillTx/>
                <a:latin typeface="Segoe UI"/>
                <a:ea typeface="+mn-ea"/>
                <a:cs typeface="+mn-cs"/>
              </a:endParaRPr>
            </a:p>
          </p:txBody>
        </p:sp>
        <p:sp>
          <p:nvSpPr>
            <p:cNvPr id="354" name="Togo">
              <a:extLst>
                <a:ext uri="{FF2B5EF4-FFF2-40B4-BE49-F238E27FC236}">
                  <a16:creationId xmlns:a16="http://schemas.microsoft.com/office/drawing/2014/main" id="{9B704EC6-3FD0-26EE-931B-72E3922332AE}"/>
                </a:ext>
              </a:extLst>
            </p:cNvPr>
            <p:cNvSpPr>
              <a:spLocks/>
            </p:cNvSpPr>
            <p:nvPr/>
          </p:nvSpPr>
          <p:spPr bwMode="auto">
            <a:xfrm>
              <a:off x="5689822" y="3611116"/>
              <a:ext cx="67631" cy="195053"/>
            </a:xfrm>
            <a:custGeom>
              <a:avLst/>
              <a:gdLst/>
              <a:ahLst/>
              <a:cxnLst>
                <a:cxn ang="0">
                  <a:pos x="18" y="50"/>
                </a:cxn>
                <a:cxn ang="0">
                  <a:pos x="17" y="48"/>
                </a:cxn>
                <a:cxn ang="0">
                  <a:pos x="17" y="45"/>
                </a:cxn>
                <a:cxn ang="0">
                  <a:pos x="18" y="41"/>
                </a:cxn>
                <a:cxn ang="0">
                  <a:pos x="17" y="31"/>
                </a:cxn>
                <a:cxn ang="0">
                  <a:pos x="17" y="26"/>
                </a:cxn>
                <a:cxn ang="0">
                  <a:pos x="15" y="20"/>
                </a:cxn>
                <a:cxn ang="0">
                  <a:pos x="15" y="18"/>
                </a:cxn>
                <a:cxn ang="0">
                  <a:pos x="14" y="12"/>
                </a:cxn>
                <a:cxn ang="0">
                  <a:pos x="10" y="7"/>
                </a:cxn>
                <a:cxn ang="0">
                  <a:pos x="10" y="3"/>
                </a:cxn>
                <a:cxn ang="0">
                  <a:pos x="7" y="2"/>
                </a:cxn>
                <a:cxn ang="0">
                  <a:pos x="6" y="1"/>
                </a:cxn>
                <a:cxn ang="0">
                  <a:pos x="0" y="0"/>
                </a:cxn>
                <a:cxn ang="0">
                  <a:pos x="2" y="2"/>
                </a:cxn>
                <a:cxn ang="0">
                  <a:pos x="1" y="5"/>
                </a:cxn>
                <a:cxn ang="0">
                  <a:pos x="4" y="8"/>
                </a:cxn>
                <a:cxn ang="0">
                  <a:pos x="5" y="9"/>
                </a:cxn>
                <a:cxn ang="0">
                  <a:pos x="6" y="12"/>
                </a:cxn>
                <a:cxn ang="0">
                  <a:pos x="5" y="13"/>
                </a:cxn>
                <a:cxn ang="0">
                  <a:pos x="5" y="16"/>
                </a:cxn>
                <a:cxn ang="0">
                  <a:pos x="5" y="17"/>
                </a:cxn>
                <a:cxn ang="0">
                  <a:pos x="4" y="17"/>
                </a:cxn>
                <a:cxn ang="0">
                  <a:pos x="4" y="18"/>
                </a:cxn>
                <a:cxn ang="0">
                  <a:pos x="6" y="18"/>
                </a:cxn>
                <a:cxn ang="0">
                  <a:pos x="7" y="19"/>
                </a:cxn>
                <a:cxn ang="0">
                  <a:pos x="7" y="21"/>
                </a:cxn>
                <a:cxn ang="0">
                  <a:pos x="6" y="23"/>
                </a:cxn>
                <a:cxn ang="0">
                  <a:pos x="7" y="28"/>
                </a:cxn>
                <a:cxn ang="0">
                  <a:pos x="7" y="33"/>
                </a:cxn>
                <a:cxn ang="0">
                  <a:pos x="7" y="39"/>
                </a:cxn>
                <a:cxn ang="0">
                  <a:pos x="8" y="41"/>
                </a:cxn>
                <a:cxn ang="0">
                  <a:pos x="7" y="45"/>
                </a:cxn>
                <a:cxn ang="0">
                  <a:pos x="7" y="47"/>
                </a:cxn>
                <a:cxn ang="0">
                  <a:pos x="8" y="48"/>
                </a:cxn>
                <a:cxn ang="0">
                  <a:pos x="9" y="50"/>
                </a:cxn>
                <a:cxn ang="0">
                  <a:pos x="10" y="52"/>
                </a:cxn>
                <a:cxn ang="0">
                  <a:pos x="12" y="54"/>
                </a:cxn>
                <a:cxn ang="0">
                  <a:pos x="16" y="54"/>
                </a:cxn>
                <a:cxn ang="0">
                  <a:pos x="18" y="54"/>
                </a:cxn>
              </a:cxnLst>
              <a:rect l="0" t="0" r="r" b="b"/>
              <a:pathLst>
                <a:path w="19" h="55">
                  <a:moveTo>
                    <a:pt x="19" y="52"/>
                  </a:moveTo>
                  <a:cubicBezTo>
                    <a:pt x="19" y="52"/>
                    <a:pt x="18" y="51"/>
                    <a:pt x="18" y="50"/>
                  </a:cubicBezTo>
                  <a:cubicBezTo>
                    <a:pt x="18" y="50"/>
                    <a:pt x="17" y="50"/>
                    <a:pt x="17" y="49"/>
                  </a:cubicBezTo>
                  <a:cubicBezTo>
                    <a:pt x="17" y="49"/>
                    <a:pt x="17" y="49"/>
                    <a:pt x="17" y="48"/>
                  </a:cubicBezTo>
                  <a:cubicBezTo>
                    <a:pt x="17" y="48"/>
                    <a:pt x="17" y="47"/>
                    <a:pt x="17" y="46"/>
                  </a:cubicBezTo>
                  <a:cubicBezTo>
                    <a:pt x="17" y="46"/>
                    <a:pt x="17" y="46"/>
                    <a:pt x="17" y="45"/>
                  </a:cubicBezTo>
                  <a:cubicBezTo>
                    <a:pt x="17" y="45"/>
                    <a:pt x="17" y="45"/>
                    <a:pt x="17" y="45"/>
                  </a:cubicBezTo>
                  <a:cubicBezTo>
                    <a:pt x="18" y="45"/>
                    <a:pt x="18" y="42"/>
                    <a:pt x="18" y="41"/>
                  </a:cubicBezTo>
                  <a:cubicBezTo>
                    <a:pt x="18" y="40"/>
                    <a:pt x="18" y="39"/>
                    <a:pt x="17" y="37"/>
                  </a:cubicBezTo>
                  <a:cubicBezTo>
                    <a:pt x="17" y="35"/>
                    <a:pt x="18" y="31"/>
                    <a:pt x="17" y="31"/>
                  </a:cubicBezTo>
                  <a:cubicBezTo>
                    <a:pt x="17" y="30"/>
                    <a:pt x="18" y="29"/>
                    <a:pt x="18" y="28"/>
                  </a:cubicBezTo>
                  <a:cubicBezTo>
                    <a:pt x="18" y="28"/>
                    <a:pt x="17" y="27"/>
                    <a:pt x="17" y="26"/>
                  </a:cubicBezTo>
                  <a:cubicBezTo>
                    <a:pt x="18" y="25"/>
                    <a:pt x="18" y="23"/>
                    <a:pt x="17" y="22"/>
                  </a:cubicBezTo>
                  <a:cubicBezTo>
                    <a:pt x="17" y="21"/>
                    <a:pt x="16" y="21"/>
                    <a:pt x="15" y="20"/>
                  </a:cubicBezTo>
                  <a:cubicBezTo>
                    <a:pt x="15" y="19"/>
                    <a:pt x="15" y="19"/>
                    <a:pt x="15" y="19"/>
                  </a:cubicBezTo>
                  <a:cubicBezTo>
                    <a:pt x="15" y="18"/>
                    <a:pt x="15" y="18"/>
                    <a:pt x="15" y="18"/>
                  </a:cubicBezTo>
                  <a:cubicBezTo>
                    <a:pt x="15" y="17"/>
                    <a:pt x="15" y="16"/>
                    <a:pt x="15" y="15"/>
                  </a:cubicBezTo>
                  <a:cubicBezTo>
                    <a:pt x="15" y="14"/>
                    <a:pt x="15" y="13"/>
                    <a:pt x="14" y="12"/>
                  </a:cubicBezTo>
                  <a:cubicBezTo>
                    <a:pt x="13" y="11"/>
                    <a:pt x="11" y="10"/>
                    <a:pt x="10" y="9"/>
                  </a:cubicBezTo>
                  <a:cubicBezTo>
                    <a:pt x="10" y="8"/>
                    <a:pt x="9" y="8"/>
                    <a:pt x="10" y="7"/>
                  </a:cubicBezTo>
                  <a:cubicBezTo>
                    <a:pt x="10" y="6"/>
                    <a:pt x="10" y="6"/>
                    <a:pt x="10" y="5"/>
                  </a:cubicBezTo>
                  <a:cubicBezTo>
                    <a:pt x="10" y="4"/>
                    <a:pt x="10" y="4"/>
                    <a:pt x="10" y="3"/>
                  </a:cubicBezTo>
                  <a:cubicBezTo>
                    <a:pt x="11" y="3"/>
                    <a:pt x="11" y="2"/>
                    <a:pt x="11" y="1"/>
                  </a:cubicBezTo>
                  <a:cubicBezTo>
                    <a:pt x="10" y="1"/>
                    <a:pt x="8" y="1"/>
                    <a:pt x="7" y="2"/>
                  </a:cubicBezTo>
                  <a:cubicBezTo>
                    <a:pt x="7" y="2"/>
                    <a:pt x="7" y="2"/>
                    <a:pt x="7" y="2"/>
                  </a:cubicBezTo>
                  <a:cubicBezTo>
                    <a:pt x="7" y="1"/>
                    <a:pt x="6" y="1"/>
                    <a:pt x="6" y="1"/>
                  </a:cubicBezTo>
                  <a:cubicBezTo>
                    <a:pt x="5" y="1"/>
                    <a:pt x="5" y="1"/>
                    <a:pt x="4" y="1"/>
                  </a:cubicBezTo>
                  <a:cubicBezTo>
                    <a:pt x="3" y="0"/>
                    <a:pt x="2" y="0"/>
                    <a:pt x="0" y="0"/>
                  </a:cubicBezTo>
                  <a:cubicBezTo>
                    <a:pt x="1" y="1"/>
                    <a:pt x="1" y="0"/>
                    <a:pt x="2" y="0"/>
                  </a:cubicBezTo>
                  <a:cubicBezTo>
                    <a:pt x="2" y="0"/>
                    <a:pt x="2" y="1"/>
                    <a:pt x="2" y="2"/>
                  </a:cubicBezTo>
                  <a:cubicBezTo>
                    <a:pt x="2" y="2"/>
                    <a:pt x="2" y="3"/>
                    <a:pt x="1" y="4"/>
                  </a:cubicBezTo>
                  <a:cubicBezTo>
                    <a:pt x="1" y="4"/>
                    <a:pt x="1" y="5"/>
                    <a:pt x="1" y="5"/>
                  </a:cubicBezTo>
                  <a:cubicBezTo>
                    <a:pt x="2" y="6"/>
                    <a:pt x="2" y="6"/>
                    <a:pt x="3" y="6"/>
                  </a:cubicBezTo>
                  <a:cubicBezTo>
                    <a:pt x="3" y="7"/>
                    <a:pt x="3" y="7"/>
                    <a:pt x="4" y="8"/>
                  </a:cubicBezTo>
                  <a:cubicBezTo>
                    <a:pt x="4" y="8"/>
                    <a:pt x="5" y="8"/>
                    <a:pt x="5" y="8"/>
                  </a:cubicBezTo>
                  <a:cubicBezTo>
                    <a:pt x="5" y="8"/>
                    <a:pt x="5" y="9"/>
                    <a:pt x="5" y="9"/>
                  </a:cubicBezTo>
                  <a:cubicBezTo>
                    <a:pt x="5" y="9"/>
                    <a:pt x="6" y="9"/>
                    <a:pt x="5" y="10"/>
                  </a:cubicBezTo>
                  <a:cubicBezTo>
                    <a:pt x="5" y="10"/>
                    <a:pt x="5" y="11"/>
                    <a:pt x="6" y="12"/>
                  </a:cubicBezTo>
                  <a:cubicBezTo>
                    <a:pt x="6" y="12"/>
                    <a:pt x="5" y="12"/>
                    <a:pt x="5" y="13"/>
                  </a:cubicBezTo>
                  <a:cubicBezTo>
                    <a:pt x="5" y="13"/>
                    <a:pt x="5" y="13"/>
                    <a:pt x="5" y="13"/>
                  </a:cubicBezTo>
                  <a:cubicBezTo>
                    <a:pt x="5" y="14"/>
                    <a:pt x="5" y="14"/>
                    <a:pt x="5" y="15"/>
                  </a:cubicBezTo>
                  <a:cubicBezTo>
                    <a:pt x="5" y="15"/>
                    <a:pt x="5" y="16"/>
                    <a:pt x="5" y="16"/>
                  </a:cubicBezTo>
                  <a:cubicBezTo>
                    <a:pt x="5" y="16"/>
                    <a:pt x="4" y="16"/>
                    <a:pt x="4" y="16"/>
                  </a:cubicBezTo>
                  <a:cubicBezTo>
                    <a:pt x="4" y="17"/>
                    <a:pt x="5" y="17"/>
                    <a:pt x="5" y="17"/>
                  </a:cubicBezTo>
                  <a:cubicBezTo>
                    <a:pt x="6" y="17"/>
                    <a:pt x="5" y="17"/>
                    <a:pt x="5" y="17"/>
                  </a:cubicBezTo>
                  <a:cubicBezTo>
                    <a:pt x="5" y="17"/>
                    <a:pt x="5" y="17"/>
                    <a:pt x="4" y="17"/>
                  </a:cubicBezTo>
                  <a:cubicBezTo>
                    <a:pt x="4" y="17"/>
                    <a:pt x="4" y="18"/>
                    <a:pt x="4" y="18"/>
                  </a:cubicBezTo>
                  <a:cubicBezTo>
                    <a:pt x="5" y="18"/>
                    <a:pt x="4" y="18"/>
                    <a:pt x="4" y="18"/>
                  </a:cubicBezTo>
                  <a:cubicBezTo>
                    <a:pt x="4" y="19"/>
                    <a:pt x="4" y="19"/>
                    <a:pt x="5" y="19"/>
                  </a:cubicBezTo>
                  <a:cubicBezTo>
                    <a:pt x="5" y="18"/>
                    <a:pt x="5" y="18"/>
                    <a:pt x="6" y="18"/>
                  </a:cubicBezTo>
                  <a:cubicBezTo>
                    <a:pt x="6" y="18"/>
                    <a:pt x="7" y="18"/>
                    <a:pt x="7" y="18"/>
                  </a:cubicBezTo>
                  <a:cubicBezTo>
                    <a:pt x="7" y="18"/>
                    <a:pt x="7" y="19"/>
                    <a:pt x="7" y="19"/>
                  </a:cubicBezTo>
                  <a:cubicBezTo>
                    <a:pt x="7" y="19"/>
                    <a:pt x="7" y="20"/>
                    <a:pt x="7" y="20"/>
                  </a:cubicBezTo>
                  <a:cubicBezTo>
                    <a:pt x="7" y="20"/>
                    <a:pt x="7" y="21"/>
                    <a:pt x="7" y="21"/>
                  </a:cubicBezTo>
                  <a:cubicBezTo>
                    <a:pt x="7" y="21"/>
                    <a:pt x="7" y="21"/>
                    <a:pt x="7" y="22"/>
                  </a:cubicBezTo>
                  <a:cubicBezTo>
                    <a:pt x="6" y="22"/>
                    <a:pt x="6" y="23"/>
                    <a:pt x="6" y="23"/>
                  </a:cubicBezTo>
                  <a:cubicBezTo>
                    <a:pt x="6" y="24"/>
                    <a:pt x="7" y="26"/>
                    <a:pt x="6" y="26"/>
                  </a:cubicBezTo>
                  <a:cubicBezTo>
                    <a:pt x="5" y="26"/>
                    <a:pt x="7" y="28"/>
                    <a:pt x="7" y="28"/>
                  </a:cubicBezTo>
                  <a:cubicBezTo>
                    <a:pt x="7" y="29"/>
                    <a:pt x="10" y="31"/>
                    <a:pt x="8" y="31"/>
                  </a:cubicBezTo>
                  <a:cubicBezTo>
                    <a:pt x="8" y="32"/>
                    <a:pt x="7" y="32"/>
                    <a:pt x="7" y="33"/>
                  </a:cubicBezTo>
                  <a:cubicBezTo>
                    <a:pt x="7" y="33"/>
                    <a:pt x="8" y="34"/>
                    <a:pt x="8" y="35"/>
                  </a:cubicBezTo>
                  <a:cubicBezTo>
                    <a:pt x="8" y="36"/>
                    <a:pt x="8" y="37"/>
                    <a:pt x="7" y="39"/>
                  </a:cubicBezTo>
                  <a:cubicBezTo>
                    <a:pt x="7" y="39"/>
                    <a:pt x="7" y="39"/>
                    <a:pt x="7" y="40"/>
                  </a:cubicBezTo>
                  <a:cubicBezTo>
                    <a:pt x="7" y="41"/>
                    <a:pt x="7" y="41"/>
                    <a:pt x="8" y="41"/>
                  </a:cubicBezTo>
                  <a:cubicBezTo>
                    <a:pt x="9" y="41"/>
                    <a:pt x="8" y="44"/>
                    <a:pt x="8" y="44"/>
                  </a:cubicBezTo>
                  <a:cubicBezTo>
                    <a:pt x="8" y="45"/>
                    <a:pt x="8" y="45"/>
                    <a:pt x="7" y="45"/>
                  </a:cubicBezTo>
                  <a:cubicBezTo>
                    <a:pt x="6" y="46"/>
                    <a:pt x="7" y="46"/>
                    <a:pt x="7" y="46"/>
                  </a:cubicBezTo>
                  <a:cubicBezTo>
                    <a:pt x="7" y="47"/>
                    <a:pt x="7" y="47"/>
                    <a:pt x="7" y="47"/>
                  </a:cubicBezTo>
                  <a:cubicBezTo>
                    <a:pt x="7" y="47"/>
                    <a:pt x="7" y="47"/>
                    <a:pt x="7" y="48"/>
                  </a:cubicBezTo>
                  <a:cubicBezTo>
                    <a:pt x="7" y="48"/>
                    <a:pt x="8" y="48"/>
                    <a:pt x="8" y="48"/>
                  </a:cubicBezTo>
                  <a:cubicBezTo>
                    <a:pt x="8" y="48"/>
                    <a:pt x="8" y="49"/>
                    <a:pt x="8" y="49"/>
                  </a:cubicBezTo>
                  <a:cubicBezTo>
                    <a:pt x="8" y="50"/>
                    <a:pt x="8" y="50"/>
                    <a:pt x="9" y="50"/>
                  </a:cubicBezTo>
                  <a:cubicBezTo>
                    <a:pt x="9" y="50"/>
                    <a:pt x="9" y="51"/>
                    <a:pt x="9" y="51"/>
                  </a:cubicBezTo>
                  <a:cubicBezTo>
                    <a:pt x="9" y="52"/>
                    <a:pt x="10" y="52"/>
                    <a:pt x="10" y="52"/>
                  </a:cubicBezTo>
                  <a:cubicBezTo>
                    <a:pt x="11" y="53"/>
                    <a:pt x="11" y="53"/>
                    <a:pt x="11" y="53"/>
                  </a:cubicBezTo>
                  <a:cubicBezTo>
                    <a:pt x="12" y="54"/>
                    <a:pt x="12" y="54"/>
                    <a:pt x="12" y="54"/>
                  </a:cubicBezTo>
                  <a:cubicBezTo>
                    <a:pt x="13" y="55"/>
                    <a:pt x="13" y="54"/>
                    <a:pt x="13" y="55"/>
                  </a:cubicBezTo>
                  <a:cubicBezTo>
                    <a:pt x="14" y="55"/>
                    <a:pt x="15" y="55"/>
                    <a:pt x="16" y="54"/>
                  </a:cubicBezTo>
                  <a:cubicBezTo>
                    <a:pt x="16" y="54"/>
                    <a:pt x="17" y="54"/>
                    <a:pt x="17" y="54"/>
                  </a:cubicBezTo>
                  <a:cubicBezTo>
                    <a:pt x="18" y="54"/>
                    <a:pt x="17" y="54"/>
                    <a:pt x="18" y="54"/>
                  </a:cubicBezTo>
                  <a:cubicBezTo>
                    <a:pt x="18" y="53"/>
                    <a:pt x="19" y="54"/>
                    <a:pt x="19" y="5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55" name="Timor-Leste (East Timor)">
              <a:extLst>
                <a:ext uri="{FF2B5EF4-FFF2-40B4-BE49-F238E27FC236}">
                  <a16:creationId xmlns:a16="http://schemas.microsoft.com/office/drawing/2014/main" id="{FD19A2BA-2AE3-6326-9B55-80C63302D843}"/>
                </a:ext>
              </a:extLst>
            </p:cNvPr>
            <p:cNvSpPr>
              <a:spLocks noEditPoints="1"/>
            </p:cNvSpPr>
            <p:nvPr/>
          </p:nvSpPr>
          <p:spPr bwMode="auto">
            <a:xfrm>
              <a:off x="9942754" y="4369765"/>
              <a:ext cx="116640" cy="46068"/>
            </a:xfrm>
            <a:custGeom>
              <a:avLst/>
              <a:gdLst/>
              <a:ahLst/>
              <a:cxnLst>
                <a:cxn ang="0">
                  <a:pos x="32" y="1"/>
                </a:cxn>
                <a:cxn ang="0">
                  <a:pos x="30" y="3"/>
                </a:cxn>
                <a:cxn ang="0">
                  <a:pos x="28" y="4"/>
                </a:cxn>
                <a:cxn ang="0">
                  <a:pos x="27" y="5"/>
                </a:cxn>
                <a:cxn ang="0">
                  <a:pos x="25" y="5"/>
                </a:cxn>
                <a:cxn ang="0">
                  <a:pos x="23" y="7"/>
                </a:cxn>
                <a:cxn ang="0">
                  <a:pos x="20" y="7"/>
                </a:cxn>
                <a:cxn ang="0">
                  <a:pos x="18" y="9"/>
                </a:cxn>
                <a:cxn ang="0">
                  <a:pos x="17" y="9"/>
                </a:cxn>
                <a:cxn ang="0">
                  <a:pos x="15" y="9"/>
                </a:cxn>
                <a:cxn ang="0">
                  <a:pos x="14" y="10"/>
                </a:cxn>
                <a:cxn ang="0">
                  <a:pos x="12" y="11"/>
                </a:cxn>
                <a:cxn ang="0">
                  <a:pos x="11" y="12"/>
                </a:cxn>
                <a:cxn ang="0">
                  <a:pos x="10" y="12"/>
                </a:cxn>
                <a:cxn ang="0">
                  <a:pos x="9" y="10"/>
                </a:cxn>
                <a:cxn ang="0">
                  <a:pos x="10" y="9"/>
                </a:cxn>
                <a:cxn ang="0">
                  <a:pos x="11" y="8"/>
                </a:cxn>
                <a:cxn ang="0">
                  <a:pos x="10" y="7"/>
                </a:cxn>
                <a:cxn ang="0">
                  <a:pos x="9" y="8"/>
                </a:cxn>
                <a:cxn ang="0">
                  <a:pos x="10" y="6"/>
                </a:cxn>
                <a:cxn ang="0">
                  <a:pos x="11" y="5"/>
                </a:cxn>
                <a:cxn ang="0">
                  <a:pos x="11" y="4"/>
                </a:cxn>
                <a:cxn ang="0">
                  <a:pos x="13" y="3"/>
                </a:cxn>
                <a:cxn ang="0">
                  <a:pos x="17" y="2"/>
                </a:cxn>
                <a:cxn ang="0">
                  <a:pos x="20" y="2"/>
                </a:cxn>
                <a:cxn ang="0">
                  <a:pos x="22" y="1"/>
                </a:cxn>
                <a:cxn ang="0">
                  <a:pos x="24" y="1"/>
                </a:cxn>
                <a:cxn ang="0">
                  <a:pos x="25" y="1"/>
                </a:cxn>
                <a:cxn ang="0">
                  <a:pos x="27" y="1"/>
                </a:cxn>
                <a:cxn ang="0">
                  <a:pos x="28" y="1"/>
                </a:cxn>
                <a:cxn ang="0">
                  <a:pos x="30" y="0"/>
                </a:cxn>
                <a:cxn ang="0">
                  <a:pos x="31" y="0"/>
                </a:cxn>
                <a:cxn ang="0">
                  <a:pos x="32" y="1"/>
                </a:cxn>
                <a:cxn ang="0">
                  <a:pos x="4" y="9"/>
                </a:cxn>
                <a:cxn ang="0">
                  <a:pos x="2" y="10"/>
                </a:cxn>
                <a:cxn ang="0">
                  <a:pos x="0" y="11"/>
                </a:cxn>
                <a:cxn ang="0">
                  <a:pos x="1" y="12"/>
                </a:cxn>
                <a:cxn ang="0">
                  <a:pos x="2" y="12"/>
                </a:cxn>
                <a:cxn ang="0">
                  <a:pos x="3" y="13"/>
                </a:cxn>
                <a:cxn ang="0">
                  <a:pos x="3" y="11"/>
                </a:cxn>
                <a:cxn ang="0">
                  <a:pos x="4" y="10"/>
                </a:cxn>
                <a:cxn ang="0">
                  <a:pos x="4" y="9"/>
                </a:cxn>
              </a:cxnLst>
              <a:rect l="0" t="0" r="r" b="b"/>
              <a:pathLst>
                <a:path w="33" h="13">
                  <a:moveTo>
                    <a:pt x="32" y="1"/>
                  </a:moveTo>
                  <a:cubicBezTo>
                    <a:pt x="33" y="1"/>
                    <a:pt x="31" y="2"/>
                    <a:pt x="30" y="3"/>
                  </a:cubicBezTo>
                  <a:cubicBezTo>
                    <a:pt x="30" y="3"/>
                    <a:pt x="29" y="4"/>
                    <a:pt x="28" y="4"/>
                  </a:cubicBezTo>
                  <a:cubicBezTo>
                    <a:pt x="28" y="5"/>
                    <a:pt x="27" y="5"/>
                    <a:pt x="27" y="5"/>
                  </a:cubicBezTo>
                  <a:cubicBezTo>
                    <a:pt x="26" y="5"/>
                    <a:pt x="25" y="5"/>
                    <a:pt x="25" y="5"/>
                  </a:cubicBezTo>
                  <a:cubicBezTo>
                    <a:pt x="24" y="6"/>
                    <a:pt x="24" y="7"/>
                    <a:pt x="23" y="7"/>
                  </a:cubicBezTo>
                  <a:cubicBezTo>
                    <a:pt x="22" y="7"/>
                    <a:pt x="21" y="7"/>
                    <a:pt x="20" y="7"/>
                  </a:cubicBezTo>
                  <a:cubicBezTo>
                    <a:pt x="20" y="8"/>
                    <a:pt x="19" y="8"/>
                    <a:pt x="18" y="9"/>
                  </a:cubicBezTo>
                  <a:cubicBezTo>
                    <a:pt x="18" y="9"/>
                    <a:pt x="17" y="9"/>
                    <a:pt x="17" y="9"/>
                  </a:cubicBezTo>
                  <a:cubicBezTo>
                    <a:pt x="16" y="9"/>
                    <a:pt x="16" y="9"/>
                    <a:pt x="15" y="9"/>
                  </a:cubicBezTo>
                  <a:cubicBezTo>
                    <a:pt x="15" y="9"/>
                    <a:pt x="15" y="10"/>
                    <a:pt x="14" y="10"/>
                  </a:cubicBezTo>
                  <a:cubicBezTo>
                    <a:pt x="14" y="10"/>
                    <a:pt x="13" y="10"/>
                    <a:pt x="12" y="11"/>
                  </a:cubicBezTo>
                  <a:cubicBezTo>
                    <a:pt x="12" y="11"/>
                    <a:pt x="12" y="11"/>
                    <a:pt x="11" y="12"/>
                  </a:cubicBezTo>
                  <a:cubicBezTo>
                    <a:pt x="11" y="12"/>
                    <a:pt x="10" y="12"/>
                    <a:pt x="10" y="12"/>
                  </a:cubicBezTo>
                  <a:cubicBezTo>
                    <a:pt x="10" y="12"/>
                    <a:pt x="10" y="11"/>
                    <a:pt x="9" y="10"/>
                  </a:cubicBezTo>
                  <a:cubicBezTo>
                    <a:pt x="9" y="10"/>
                    <a:pt x="9" y="9"/>
                    <a:pt x="10" y="9"/>
                  </a:cubicBezTo>
                  <a:cubicBezTo>
                    <a:pt x="11" y="10"/>
                    <a:pt x="11" y="9"/>
                    <a:pt x="11" y="8"/>
                  </a:cubicBezTo>
                  <a:cubicBezTo>
                    <a:pt x="11" y="8"/>
                    <a:pt x="11" y="6"/>
                    <a:pt x="10" y="7"/>
                  </a:cubicBezTo>
                  <a:cubicBezTo>
                    <a:pt x="10" y="7"/>
                    <a:pt x="9" y="8"/>
                    <a:pt x="9" y="8"/>
                  </a:cubicBezTo>
                  <a:cubicBezTo>
                    <a:pt x="9" y="7"/>
                    <a:pt x="10" y="6"/>
                    <a:pt x="10" y="6"/>
                  </a:cubicBezTo>
                  <a:cubicBezTo>
                    <a:pt x="10" y="5"/>
                    <a:pt x="10" y="5"/>
                    <a:pt x="11" y="5"/>
                  </a:cubicBezTo>
                  <a:cubicBezTo>
                    <a:pt x="11" y="5"/>
                    <a:pt x="11" y="4"/>
                    <a:pt x="11" y="4"/>
                  </a:cubicBezTo>
                  <a:cubicBezTo>
                    <a:pt x="11" y="3"/>
                    <a:pt x="13" y="3"/>
                    <a:pt x="13" y="3"/>
                  </a:cubicBezTo>
                  <a:cubicBezTo>
                    <a:pt x="14" y="2"/>
                    <a:pt x="16" y="2"/>
                    <a:pt x="17" y="2"/>
                  </a:cubicBezTo>
                  <a:cubicBezTo>
                    <a:pt x="18" y="2"/>
                    <a:pt x="19" y="1"/>
                    <a:pt x="20" y="2"/>
                  </a:cubicBezTo>
                  <a:cubicBezTo>
                    <a:pt x="21" y="2"/>
                    <a:pt x="22" y="2"/>
                    <a:pt x="22" y="1"/>
                  </a:cubicBezTo>
                  <a:cubicBezTo>
                    <a:pt x="23" y="1"/>
                    <a:pt x="23" y="1"/>
                    <a:pt x="24" y="1"/>
                  </a:cubicBezTo>
                  <a:cubicBezTo>
                    <a:pt x="24" y="1"/>
                    <a:pt x="25" y="1"/>
                    <a:pt x="25" y="1"/>
                  </a:cubicBezTo>
                  <a:cubicBezTo>
                    <a:pt x="26" y="1"/>
                    <a:pt x="26" y="1"/>
                    <a:pt x="27" y="1"/>
                  </a:cubicBezTo>
                  <a:cubicBezTo>
                    <a:pt x="27" y="1"/>
                    <a:pt x="27" y="1"/>
                    <a:pt x="28" y="1"/>
                  </a:cubicBezTo>
                  <a:cubicBezTo>
                    <a:pt x="29" y="0"/>
                    <a:pt x="29" y="0"/>
                    <a:pt x="30" y="0"/>
                  </a:cubicBezTo>
                  <a:cubicBezTo>
                    <a:pt x="31" y="0"/>
                    <a:pt x="31" y="0"/>
                    <a:pt x="31" y="0"/>
                  </a:cubicBezTo>
                  <a:cubicBezTo>
                    <a:pt x="32" y="0"/>
                    <a:pt x="32" y="0"/>
                    <a:pt x="32" y="1"/>
                  </a:cubicBezTo>
                  <a:close/>
                  <a:moveTo>
                    <a:pt x="4" y="9"/>
                  </a:moveTo>
                  <a:cubicBezTo>
                    <a:pt x="3" y="9"/>
                    <a:pt x="3" y="10"/>
                    <a:pt x="2" y="10"/>
                  </a:cubicBezTo>
                  <a:cubicBezTo>
                    <a:pt x="1" y="10"/>
                    <a:pt x="1" y="11"/>
                    <a:pt x="0" y="11"/>
                  </a:cubicBezTo>
                  <a:cubicBezTo>
                    <a:pt x="0" y="11"/>
                    <a:pt x="1" y="12"/>
                    <a:pt x="1" y="12"/>
                  </a:cubicBezTo>
                  <a:cubicBezTo>
                    <a:pt x="2" y="11"/>
                    <a:pt x="2" y="11"/>
                    <a:pt x="2" y="12"/>
                  </a:cubicBezTo>
                  <a:cubicBezTo>
                    <a:pt x="2" y="12"/>
                    <a:pt x="2" y="13"/>
                    <a:pt x="3" y="13"/>
                  </a:cubicBezTo>
                  <a:cubicBezTo>
                    <a:pt x="3" y="12"/>
                    <a:pt x="3" y="12"/>
                    <a:pt x="3" y="11"/>
                  </a:cubicBezTo>
                  <a:cubicBezTo>
                    <a:pt x="4" y="11"/>
                    <a:pt x="4" y="11"/>
                    <a:pt x="4" y="10"/>
                  </a:cubicBezTo>
                  <a:cubicBezTo>
                    <a:pt x="4" y="10"/>
                    <a:pt x="5" y="9"/>
                    <a:pt x="4" y="9"/>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56" name="Thailand">
              <a:extLst>
                <a:ext uri="{FF2B5EF4-FFF2-40B4-BE49-F238E27FC236}">
                  <a16:creationId xmlns:a16="http://schemas.microsoft.com/office/drawing/2014/main" id="{1D4CCEF6-6508-FC5D-E710-663E82156B33}"/>
                </a:ext>
              </a:extLst>
            </p:cNvPr>
            <p:cNvSpPr>
              <a:spLocks noEditPoints="1"/>
            </p:cNvSpPr>
            <p:nvPr/>
          </p:nvSpPr>
          <p:spPr bwMode="auto">
            <a:xfrm>
              <a:off x="8993957" y="3246496"/>
              <a:ext cx="300911" cy="577317"/>
            </a:xfrm>
            <a:custGeom>
              <a:avLst/>
              <a:gdLst/>
              <a:ahLst/>
              <a:cxnLst>
                <a:cxn ang="0">
                  <a:pos x="21" y="139"/>
                </a:cxn>
                <a:cxn ang="0">
                  <a:pos x="23" y="135"/>
                </a:cxn>
                <a:cxn ang="0">
                  <a:pos x="83" y="59"/>
                </a:cxn>
                <a:cxn ang="0">
                  <a:pos x="81" y="49"/>
                </a:cxn>
                <a:cxn ang="0">
                  <a:pos x="74" y="36"/>
                </a:cxn>
                <a:cxn ang="0">
                  <a:pos x="65" y="25"/>
                </a:cxn>
                <a:cxn ang="0">
                  <a:pos x="56" y="26"/>
                </a:cxn>
                <a:cxn ang="0">
                  <a:pos x="47" y="26"/>
                </a:cxn>
                <a:cxn ang="0">
                  <a:pos x="40" y="31"/>
                </a:cxn>
                <a:cxn ang="0">
                  <a:pos x="37" y="27"/>
                </a:cxn>
                <a:cxn ang="0">
                  <a:pos x="37" y="17"/>
                </a:cxn>
                <a:cxn ang="0">
                  <a:pos x="33" y="10"/>
                </a:cxn>
                <a:cxn ang="0">
                  <a:pos x="29" y="4"/>
                </a:cxn>
                <a:cxn ang="0">
                  <a:pos x="24" y="1"/>
                </a:cxn>
                <a:cxn ang="0">
                  <a:pos x="15" y="6"/>
                </a:cxn>
                <a:cxn ang="0">
                  <a:pos x="6" y="8"/>
                </a:cxn>
                <a:cxn ang="0">
                  <a:pos x="3" y="17"/>
                </a:cxn>
                <a:cxn ang="0">
                  <a:pos x="3" y="24"/>
                </a:cxn>
                <a:cxn ang="0">
                  <a:pos x="6" y="31"/>
                </a:cxn>
                <a:cxn ang="0">
                  <a:pos x="14" y="42"/>
                </a:cxn>
                <a:cxn ang="0">
                  <a:pos x="17" y="48"/>
                </a:cxn>
                <a:cxn ang="0">
                  <a:pos x="15" y="57"/>
                </a:cxn>
                <a:cxn ang="0">
                  <a:pos x="19" y="68"/>
                </a:cxn>
                <a:cxn ang="0">
                  <a:pos x="25" y="80"/>
                </a:cxn>
                <a:cxn ang="0">
                  <a:pos x="28" y="91"/>
                </a:cxn>
                <a:cxn ang="0">
                  <a:pos x="28" y="99"/>
                </a:cxn>
                <a:cxn ang="0">
                  <a:pos x="23" y="109"/>
                </a:cxn>
                <a:cxn ang="0">
                  <a:pos x="21" y="119"/>
                </a:cxn>
                <a:cxn ang="0">
                  <a:pos x="20" y="126"/>
                </a:cxn>
                <a:cxn ang="0">
                  <a:pos x="21" y="136"/>
                </a:cxn>
                <a:cxn ang="0">
                  <a:pos x="25" y="137"/>
                </a:cxn>
                <a:cxn ang="0">
                  <a:pos x="30" y="144"/>
                </a:cxn>
                <a:cxn ang="0">
                  <a:pos x="34" y="149"/>
                </a:cxn>
                <a:cxn ang="0">
                  <a:pos x="39" y="152"/>
                </a:cxn>
                <a:cxn ang="0">
                  <a:pos x="48" y="156"/>
                </a:cxn>
                <a:cxn ang="0">
                  <a:pos x="52" y="161"/>
                </a:cxn>
                <a:cxn ang="0">
                  <a:pos x="55" y="154"/>
                </a:cxn>
                <a:cxn ang="0">
                  <a:pos x="41" y="147"/>
                </a:cxn>
                <a:cxn ang="0">
                  <a:pos x="40" y="142"/>
                </a:cxn>
                <a:cxn ang="0">
                  <a:pos x="35" y="129"/>
                </a:cxn>
                <a:cxn ang="0">
                  <a:pos x="28" y="121"/>
                </a:cxn>
                <a:cxn ang="0">
                  <a:pos x="28" y="110"/>
                </a:cxn>
                <a:cxn ang="0">
                  <a:pos x="30" y="101"/>
                </a:cxn>
                <a:cxn ang="0">
                  <a:pos x="33" y="89"/>
                </a:cxn>
                <a:cxn ang="0">
                  <a:pos x="38" y="76"/>
                </a:cxn>
                <a:cxn ang="0">
                  <a:pos x="41" y="85"/>
                </a:cxn>
                <a:cxn ang="0">
                  <a:pos x="49" y="86"/>
                </a:cxn>
                <a:cxn ang="0">
                  <a:pos x="54" y="89"/>
                </a:cxn>
                <a:cxn ang="0">
                  <a:pos x="55" y="91"/>
                </a:cxn>
                <a:cxn ang="0">
                  <a:pos x="62" y="96"/>
                </a:cxn>
                <a:cxn ang="0">
                  <a:pos x="57" y="83"/>
                </a:cxn>
                <a:cxn ang="0">
                  <a:pos x="59" y="72"/>
                </a:cxn>
                <a:cxn ang="0">
                  <a:pos x="67" y="67"/>
                </a:cxn>
                <a:cxn ang="0">
                  <a:pos x="75" y="67"/>
                </a:cxn>
                <a:cxn ang="0">
                  <a:pos x="84" y="63"/>
                </a:cxn>
                <a:cxn ang="0">
                  <a:pos x="55" y="92"/>
                </a:cxn>
                <a:cxn ang="0">
                  <a:pos x="22" y="136"/>
                </a:cxn>
                <a:cxn ang="0">
                  <a:pos x="36" y="118"/>
                </a:cxn>
                <a:cxn ang="0">
                  <a:pos x="31" y="146"/>
                </a:cxn>
                <a:cxn ang="0">
                  <a:pos x="58" y="96"/>
                </a:cxn>
                <a:cxn ang="0">
                  <a:pos x="34" y="151"/>
                </a:cxn>
              </a:cxnLst>
              <a:rect l="0" t="0" r="r" b="b"/>
              <a:pathLst>
                <a:path w="85" h="163">
                  <a:moveTo>
                    <a:pt x="15" y="122"/>
                  </a:moveTo>
                  <a:cubicBezTo>
                    <a:pt x="14" y="122"/>
                    <a:pt x="15" y="121"/>
                    <a:pt x="15" y="122"/>
                  </a:cubicBezTo>
                  <a:close/>
                  <a:moveTo>
                    <a:pt x="20" y="136"/>
                  </a:moveTo>
                  <a:cubicBezTo>
                    <a:pt x="20" y="135"/>
                    <a:pt x="20" y="136"/>
                    <a:pt x="20" y="136"/>
                  </a:cubicBezTo>
                  <a:cubicBezTo>
                    <a:pt x="20" y="137"/>
                    <a:pt x="20" y="137"/>
                    <a:pt x="20" y="138"/>
                  </a:cubicBezTo>
                  <a:cubicBezTo>
                    <a:pt x="20" y="138"/>
                    <a:pt x="20" y="139"/>
                    <a:pt x="20" y="139"/>
                  </a:cubicBezTo>
                  <a:cubicBezTo>
                    <a:pt x="20" y="140"/>
                    <a:pt x="20" y="140"/>
                    <a:pt x="21" y="139"/>
                  </a:cubicBezTo>
                  <a:cubicBezTo>
                    <a:pt x="21" y="139"/>
                    <a:pt x="21" y="139"/>
                    <a:pt x="21" y="139"/>
                  </a:cubicBezTo>
                  <a:cubicBezTo>
                    <a:pt x="22" y="139"/>
                    <a:pt x="21" y="138"/>
                    <a:pt x="21" y="137"/>
                  </a:cubicBezTo>
                  <a:cubicBezTo>
                    <a:pt x="22" y="136"/>
                    <a:pt x="20" y="136"/>
                    <a:pt x="20" y="136"/>
                  </a:cubicBezTo>
                  <a:close/>
                  <a:moveTo>
                    <a:pt x="29" y="153"/>
                  </a:moveTo>
                  <a:cubicBezTo>
                    <a:pt x="30" y="154"/>
                    <a:pt x="30" y="153"/>
                    <a:pt x="30" y="153"/>
                  </a:cubicBezTo>
                  <a:cubicBezTo>
                    <a:pt x="29" y="153"/>
                    <a:pt x="29" y="153"/>
                    <a:pt x="29" y="153"/>
                  </a:cubicBezTo>
                  <a:close/>
                  <a:moveTo>
                    <a:pt x="23" y="135"/>
                  </a:moveTo>
                  <a:cubicBezTo>
                    <a:pt x="23" y="135"/>
                    <a:pt x="23" y="136"/>
                    <a:pt x="23" y="136"/>
                  </a:cubicBezTo>
                  <a:cubicBezTo>
                    <a:pt x="23" y="136"/>
                    <a:pt x="23" y="135"/>
                    <a:pt x="23" y="135"/>
                  </a:cubicBezTo>
                  <a:close/>
                  <a:moveTo>
                    <a:pt x="32" y="120"/>
                  </a:moveTo>
                  <a:cubicBezTo>
                    <a:pt x="32" y="120"/>
                    <a:pt x="32" y="120"/>
                    <a:pt x="32" y="120"/>
                  </a:cubicBezTo>
                  <a:cubicBezTo>
                    <a:pt x="32" y="120"/>
                    <a:pt x="32" y="119"/>
                    <a:pt x="32" y="120"/>
                  </a:cubicBezTo>
                  <a:close/>
                  <a:moveTo>
                    <a:pt x="42" y="146"/>
                  </a:moveTo>
                  <a:cubicBezTo>
                    <a:pt x="42" y="146"/>
                    <a:pt x="42" y="147"/>
                    <a:pt x="42" y="147"/>
                  </a:cubicBezTo>
                  <a:cubicBezTo>
                    <a:pt x="42" y="147"/>
                    <a:pt x="42" y="147"/>
                    <a:pt x="42" y="146"/>
                  </a:cubicBezTo>
                  <a:close/>
                  <a:moveTo>
                    <a:pt x="84" y="60"/>
                  </a:moveTo>
                  <a:cubicBezTo>
                    <a:pt x="83" y="60"/>
                    <a:pt x="83" y="59"/>
                    <a:pt x="83" y="59"/>
                  </a:cubicBezTo>
                  <a:cubicBezTo>
                    <a:pt x="83" y="58"/>
                    <a:pt x="83" y="58"/>
                    <a:pt x="83" y="58"/>
                  </a:cubicBezTo>
                  <a:cubicBezTo>
                    <a:pt x="84" y="57"/>
                    <a:pt x="84" y="57"/>
                    <a:pt x="83" y="57"/>
                  </a:cubicBezTo>
                  <a:cubicBezTo>
                    <a:pt x="82" y="57"/>
                    <a:pt x="83" y="56"/>
                    <a:pt x="84" y="56"/>
                  </a:cubicBezTo>
                  <a:cubicBezTo>
                    <a:pt x="84" y="55"/>
                    <a:pt x="84" y="55"/>
                    <a:pt x="84" y="54"/>
                  </a:cubicBezTo>
                  <a:cubicBezTo>
                    <a:pt x="84" y="54"/>
                    <a:pt x="84" y="53"/>
                    <a:pt x="83" y="53"/>
                  </a:cubicBezTo>
                  <a:cubicBezTo>
                    <a:pt x="83" y="52"/>
                    <a:pt x="82" y="52"/>
                    <a:pt x="81" y="51"/>
                  </a:cubicBezTo>
                  <a:cubicBezTo>
                    <a:pt x="81" y="51"/>
                    <a:pt x="81" y="50"/>
                    <a:pt x="81" y="50"/>
                  </a:cubicBezTo>
                  <a:cubicBezTo>
                    <a:pt x="81" y="50"/>
                    <a:pt x="81" y="49"/>
                    <a:pt x="81" y="49"/>
                  </a:cubicBezTo>
                  <a:cubicBezTo>
                    <a:pt x="81" y="49"/>
                    <a:pt x="80" y="49"/>
                    <a:pt x="80" y="49"/>
                  </a:cubicBezTo>
                  <a:cubicBezTo>
                    <a:pt x="79" y="49"/>
                    <a:pt x="78" y="49"/>
                    <a:pt x="78" y="48"/>
                  </a:cubicBezTo>
                  <a:cubicBezTo>
                    <a:pt x="78" y="48"/>
                    <a:pt x="77" y="48"/>
                    <a:pt x="77" y="47"/>
                  </a:cubicBezTo>
                  <a:cubicBezTo>
                    <a:pt x="77" y="47"/>
                    <a:pt x="77" y="46"/>
                    <a:pt x="76" y="46"/>
                  </a:cubicBezTo>
                  <a:cubicBezTo>
                    <a:pt x="76" y="45"/>
                    <a:pt x="75" y="45"/>
                    <a:pt x="75" y="44"/>
                  </a:cubicBezTo>
                  <a:cubicBezTo>
                    <a:pt x="75" y="44"/>
                    <a:pt x="74" y="44"/>
                    <a:pt x="74" y="43"/>
                  </a:cubicBezTo>
                  <a:cubicBezTo>
                    <a:pt x="74" y="42"/>
                    <a:pt x="74" y="41"/>
                    <a:pt x="74" y="40"/>
                  </a:cubicBezTo>
                  <a:cubicBezTo>
                    <a:pt x="73" y="38"/>
                    <a:pt x="74" y="37"/>
                    <a:pt x="74" y="36"/>
                  </a:cubicBezTo>
                  <a:cubicBezTo>
                    <a:pt x="74" y="35"/>
                    <a:pt x="73" y="34"/>
                    <a:pt x="73" y="34"/>
                  </a:cubicBezTo>
                  <a:cubicBezTo>
                    <a:pt x="73" y="33"/>
                    <a:pt x="72" y="33"/>
                    <a:pt x="72" y="33"/>
                  </a:cubicBezTo>
                  <a:cubicBezTo>
                    <a:pt x="71" y="32"/>
                    <a:pt x="71" y="32"/>
                    <a:pt x="70" y="31"/>
                  </a:cubicBezTo>
                  <a:cubicBezTo>
                    <a:pt x="70" y="31"/>
                    <a:pt x="69" y="31"/>
                    <a:pt x="69" y="30"/>
                  </a:cubicBezTo>
                  <a:cubicBezTo>
                    <a:pt x="68" y="30"/>
                    <a:pt x="68" y="29"/>
                    <a:pt x="67" y="29"/>
                  </a:cubicBezTo>
                  <a:cubicBezTo>
                    <a:pt x="67" y="28"/>
                    <a:pt x="67" y="28"/>
                    <a:pt x="67" y="28"/>
                  </a:cubicBezTo>
                  <a:cubicBezTo>
                    <a:pt x="67" y="27"/>
                    <a:pt x="66" y="27"/>
                    <a:pt x="66" y="26"/>
                  </a:cubicBezTo>
                  <a:cubicBezTo>
                    <a:pt x="65" y="26"/>
                    <a:pt x="65" y="25"/>
                    <a:pt x="65" y="25"/>
                  </a:cubicBezTo>
                  <a:cubicBezTo>
                    <a:pt x="65" y="24"/>
                    <a:pt x="64" y="24"/>
                    <a:pt x="64" y="24"/>
                  </a:cubicBezTo>
                  <a:cubicBezTo>
                    <a:pt x="63" y="24"/>
                    <a:pt x="63" y="24"/>
                    <a:pt x="63" y="24"/>
                  </a:cubicBezTo>
                  <a:cubicBezTo>
                    <a:pt x="62" y="24"/>
                    <a:pt x="62" y="24"/>
                    <a:pt x="61" y="24"/>
                  </a:cubicBezTo>
                  <a:cubicBezTo>
                    <a:pt x="61" y="24"/>
                    <a:pt x="60" y="23"/>
                    <a:pt x="60" y="23"/>
                  </a:cubicBezTo>
                  <a:cubicBezTo>
                    <a:pt x="59" y="23"/>
                    <a:pt x="58" y="22"/>
                    <a:pt x="57" y="23"/>
                  </a:cubicBezTo>
                  <a:cubicBezTo>
                    <a:pt x="57" y="24"/>
                    <a:pt x="57" y="24"/>
                    <a:pt x="57" y="24"/>
                  </a:cubicBezTo>
                  <a:cubicBezTo>
                    <a:pt x="58" y="24"/>
                    <a:pt x="57" y="24"/>
                    <a:pt x="57" y="25"/>
                  </a:cubicBezTo>
                  <a:cubicBezTo>
                    <a:pt x="56" y="25"/>
                    <a:pt x="57" y="26"/>
                    <a:pt x="56" y="26"/>
                  </a:cubicBezTo>
                  <a:cubicBezTo>
                    <a:pt x="55" y="26"/>
                    <a:pt x="56" y="27"/>
                    <a:pt x="56" y="27"/>
                  </a:cubicBezTo>
                  <a:cubicBezTo>
                    <a:pt x="56" y="28"/>
                    <a:pt x="55" y="27"/>
                    <a:pt x="55" y="27"/>
                  </a:cubicBezTo>
                  <a:cubicBezTo>
                    <a:pt x="54" y="27"/>
                    <a:pt x="54" y="28"/>
                    <a:pt x="54" y="28"/>
                  </a:cubicBezTo>
                  <a:cubicBezTo>
                    <a:pt x="53" y="28"/>
                    <a:pt x="53" y="29"/>
                    <a:pt x="52" y="29"/>
                  </a:cubicBezTo>
                  <a:cubicBezTo>
                    <a:pt x="52" y="29"/>
                    <a:pt x="53" y="29"/>
                    <a:pt x="52" y="30"/>
                  </a:cubicBezTo>
                  <a:cubicBezTo>
                    <a:pt x="52" y="30"/>
                    <a:pt x="52" y="29"/>
                    <a:pt x="52" y="29"/>
                  </a:cubicBezTo>
                  <a:cubicBezTo>
                    <a:pt x="52" y="27"/>
                    <a:pt x="50" y="28"/>
                    <a:pt x="50" y="28"/>
                  </a:cubicBezTo>
                  <a:cubicBezTo>
                    <a:pt x="49" y="27"/>
                    <a:pt x="48" y="27"/>
                    <a:pt x="47" y="26"/>
                  </a:cubicBezTo>
                  <a:cubicBezTo>
                    <a:pt x="47" y="25"/>
                    <a:pt x="46" y="25"/>
                    <a:pt x="46" y="26"/>
                  </a:cubicBezTo>
                  <a:cubicBezTo>
                    <a:pt x="45" y="27"/>
                    <a:pt x="45" y="27"/>
                    <a:pt x="44" y="27"/>
                  </a:cubicBezTo>
                  <a:cubicBezTo>
                    <a:pt x="43" y="27"/>
                    <a:pt x="43" y="28"/>
                    <a:pt x="43" y="28"/>
                  </a:cubicBezTo>
                  <a:cubicBezTo>
                    <a:pt x="43" y="28"/>
                    <a:pt x="42" y="29"/>
                    <a:pt x="42" y="29"/>
                  </a:cubicBezTo>
                  <a:cubicBezTo>
                    <a:pt x="42" y="29"/>
                    <a:pt x="42" y="29"/>
                    <a:pt x="42" y="30"/>
                  </a:cubicBezTo>
                  <a:cubicBezTo>
                    <a:pt x="42" y="30"/>
                    <a:pt x="41" y="30"/>
                    <a:pt x="41" y="30"/>
                  </a:cubicBezTo>
                  <a:cubicBezTo>
                    <a:pt x="41" y="30"/>
                    <a:pt x="41" y="30"/>
                    <a:pt x="40" y="30"/>
                  </a:cubicBezTo>
                  <a:cubicBezTo>
                    <a:pt x="40" y="30"/>
                    <a:pt x="41" y="31"/>
                    <a:pt x="40" y="31"/>
                  </a:cubicBezTo>
                  <a:cubicBezTo>
                    <a:pt x="40" y="31"/>
                    <a:pt x="40" y="31"/>
                    <a:pt x="40" y="31"/>
                  </a:cubicBezTo>
                  <a:cubicBezTo>
                    <a:pt x="39" y="32"/>
                    <a:pt x="39" y="33"/>
                    <a:pt x="38" y="33"/>
                  </a:cubicBezTo>
                  <a:cubicBezTo>
                    <a:pt x="38" y="33"/>
                    <a:pt x="37" y="32"/>
                    <a:pt x="37" y="32"/>
                  </a:cubicBezTo>
                  <a:cubicBezTo>
                    <a:pt x="35" y="32"/>
                    <a:pt x="36" y="32"/>
                    <a:pt x="36" y="31"/>
                  </a:cubicBezTo>
                  <a:cubicBezTo>
                    <a:pt x="36" y="30"/>
                    <a:pt x="36" y="30"/>
                    <a:pt x="36" y="29"/>
                  </a:cubicBezTo>
                  <a:cubicBezTo>
                    <a:pt x="36" y="29"/>
                    <a:pt x="37" y="29"/>
                    <a:pt x="36" y="29"/>
                  </a:cubicBezTo>
                  <a:cubicBezTo>
                    <a:pt x="36" y="29"/>
                    <a:pt x="37" y="28"/>
                    <a:pt x="37" y="28"/>
                  </a:cubicBezTo>
                  <a:cubicBezTo>
                    <a:pt x="37" y="28"/>
                    <a:pt x="37" y="28"/>
                    <a:pt x="37" y="27"/>
                  </a:cubicBezTo>
                  <a:cubicBezTo>
                    <a:pt x="38" y="27"/>
                    <a:pt x="38" y="27"/>
                    <a:pt x="38" y="26"/>
                  </a:cubicBezTo>
                  <a:cubicBezTo>
                    <a:pt x="37" y="26"/>
                    <a:pt x="38" y="26"/>
                    <a:pt x="38" y="25"/>
                  </a:cubicBezTo>
                  <a:cubicBezTo>
                    <a:pt x="38" y="25"/>
                    <a:pt x="37" y="25"/>
                    <a:pt x="37" y="25"/>
                  </a:cubicBezTo>
                  <a:cubicBezTo>
                    <a:pt x="37" y="24"/>
                    <a:pt x="37" y="24"/>
                    <a:pt x="37" y="23"/>
                  </a:cubicBezTo>
                  <a:cubicBezTo>
                    <a:pt x="36" y="23"/>
                    <a:pt x="36" y="23"/>
                    <a:pt x="36" y="22"/>
                  </a:cubicBezTo>
                  <a:cubicBezTo>
                    <a:pt x="36" y="22"/>
                    <a:pt x="37" y="21"/>
                    <a:pt x="37" y="21"/>
                  </a:cubicBezTo>
                  <a:cubicBezTo>
                    <a:pt x="37" y="20"/>
                    <a:pt x="38" y="20"/>
                    <a:pt x="37" y="20"/>
                  </a:cubicBezTo>
                  <a:cubicBezTo>
                    <a:pt x="37" y="19"/>
                    <a:pt x="37" y="18"/>
                    <a:pt x="37" y="17"/>
                  </a:cubicBezTo>
                  <a:cubicBezTo>
                    <a:pt x="38" y="17"/>
                    <a:pt x="38" y="16"/>
                    <a:pt x="38" y="16"/>
                  </a:cubicBezTo>
                  <a:cubicBezTo>
                    <a:pt x="37" y="15"/>
                    <a:pt x="37" y="15"/>
                    <a:pt x="37" y="14"/>
                  </a:cubicBezTo>
                  <a:cubicBezTo>
                    <a:pt x="37" y="14"/>
                    <a:pt x="37" y="13"/>
                    <a:pt x="36" y="13"/>
                  </a:cubicBezTo>
                  <a:cubicBezTo>
                    <a:pt x="36" y="12"/>
                    <a:pt x="36" y="12"/>
                    <a:pt x="36" y="12"/>
                  </a:cubicBezTo>
                  <a:cubicBezTo>
                    <a:pt x="36" y="11"/>
                    <a:pt x="36" y="11"/>
                    <a:pt x="36" y="11"/>
                  </a:cubicBezTo>
                  <a:cubicBezTo>
                    <a:pt x="37" y="11"/>
                    <a:pt x="37" y="10"/>
                    <a:pt x="36" y="10"/>
                  </a:cubicBezTo>
                  <a:cubicBezTo>
                    <a:pt x="36" y="10"/>
                    <a:pt x="35" y="10"/>
                    <a:pt x="35" y="10"/>
                  </a:cubicBezTo>
                  <a:cubicBezTo>
                    <a:pt x="34" y="10"/>
                    <a:pt x="34" y="10"/>
                    <a:pt x="33" y="10"/>
                  </a:cubicBezTo>
                  <a:cubicBezTo>
                    <a:pt x="32" y="10"/>
                    <a:pt x="32" y="11"/>
                    <a:pt x="32" y="11"/>
                  </a:cubicBezTo>
                  <a:cubicBezTo>
                    <a:pt x="31" y="11"/>
                    <a:pt x="31" y="10"/>
                    <a:pt x="30" y="10"/>
                  </a:cubicBezTo>
                  <a:cubicBezTo>
                    <a:pt x="30" y="10"/>
                    <a:pt x="30" y="11"/>
                    <a:pt x="30" y="11"/>
                  </a:cubicBezTo>
                  <a:cubicBezTo>
                    <a:pt x="30" y="11"/>
                    <a:pt x="30" y="11"/>
                    <a:pt x="30" y="11"/>
                  </a:cubicBezTo>
                  <a:cubicBezTo>
                    <a:pt x="29" y="11"/>
                    <a:pt x="29" y="10"/>
                    <a:pt x="28" y="10"/>
                  </a:cubicBezTo>
                  <a:cubicBezTo>
                    <a:pt x="28" y="9"/>
                    <a:pt x="28" y="8"/>
                    <a:pt x="28" y="7"/>
                  </a:cubicBezTo>
                  <a:cubicBezTo>
                    <a:pt x="29" y="7"/>
                    <a:pt x="29" y="6"/>
                    <a:pt x="29" y="6"/>
                  </a:cubicBezTo>
                  <a:cubicBezTo>
                    <a:pt x="29" y="5"/>
                    <a:pt x="29" y="4"/>
                    <a:pt x="29" y="4"/>
                  </a:cubicBezTo>
                  <a:cubicBezTo>
                    <a:pt x="29" y="4"/>
                    <a:pt x="28" y="4"/>
                    <a:pt x="28" y="3"/>
                  </a:cubicBezTo>
                  <a:cubicBezTo>
                    <a:pt x="28" y="3"/>
                    <a:pt x="27" y="3"/>
                    <a:pt x="27" y="2"/>
                  </a:cubicBezTo>
                  <a:cubicBezTo>
                    <a:pt x="26" y="1"/>
                    <a:pt x="26" y="1"/>
                    <a:pt x="26" y="1"/>
                  </a:cubicBezTo>
                  <a:cubicBezTo>
                    <a:pt x="25" y="1"/>
                    <a:pt x="25" y="2"/>
                    <a:pt x="25" y="2"/>
                  </a:cubicBezTo>
                  <a:cubicBezTo>
                    <a:pt x="25" y="2"/>
                    <a:pt x="25" y="2"/>
                    <a:pt x="25" y="2"/>
                  </a:cubicBezTo>
                  <a:cubicBezTo>
                    <a:pt x="25" y="3"/>
                    <a:pt x="25" y="3"/>
                    <a:pt x="25" y="3"/>
                  </a:cubicBezTo>
                  <a:cubicBezTo>
                    <a:pt x="25" y="3"/>
                    <a:pt x="24" y="3"/>
                    <a:pt x="24" y="3"/>
                  </a:cubicBezTo>
                  <a:cubicBezTo>
                    <a:pt x="24" y="2"/>
                    <a:pt x="24" y="2"/>
                    <a:pt x="24" y="1"/>
                  </a:cubicBezTo>
                  <a:cubicBezTo>
                    <a:pt x="23" y="1"/>
                    <a:pt x="23" y="1"/>
                    <a:pt x="23" y="1"/>
                  </a:cubicBezTo>
                  <a:cubicBezTo>
                    <a:pt x="23" y="1"/>
                    <a:pt x="23" y="0"/>
                    <a:pt x="22" y="0"/>
                  </a:cubicBezTo>
                  <a:cubicBezTo>
                    <a:pt x="21" y="1"/>
                    <a:pt x="21" y="3"/>
                    <a:pt x="20" y="2"/>
                  </a:cubicBezTo>
                  <a:cubicBezTo>
                    <a:pt x="20" y="2"/>
                    <a:pt x="18" y="2"/>
                    <a:pt x="18" y="1"/>
                  </a:cubicBezTo>
                  <a:cubicBezTo>
                    <a:pt x="18" y="2"/>
                    <a:pt x="20" y="3"/>
                    <a:pt x="19" y="4"/>
                  </a:cubicBezTo>
                  <a:cubicBezTo>
                    <a:pt x="18" y="4"/>
                    <a:pt x="18" y="5"/>
                    <a:pt x="17" y="5"/>
                  </a:cubicBezTo>
                  <a:cubicBezTo>
                    <a:pt x="17" y="5"/>
                    <a:pt x="16" y="4"/>
                    <a:pt x="16" y="4"/>
                  </a:cubicBezTo>
                  <a:cubicBezTo>
                    <a:pt x="15" y="4"/>
                    <a:pt x="14" y="5"/>
                    <a:pt x="15" y="6"/>
                  </a:cubicBezTo>
                  <a:cubicBezTo>
                    <a:pt x="15" y="6"/>
                    <a:pt x="15" y="8"/>
                    <a:pt x="14" y="8"/>
                  </a:cubicBezTo>
                  <a:cubicBezTo>
                    <a:pt x="14" y="8"/>
                    <a:pt x="14" y="8"/>
                    <a:pt x="13" y="8"/>
                  </a:cubicBezTo>
                  <a:cubicBezTo>
                    <a:pt x="13" y="7"/>
                    <a:pt x="12" y="8"/>
                    <a:pt x="12" y="8"/>
                  </a:cubicBezTo>
                  <a:cubicBezTo>
                    <a:pt x="11" y="8"/>
                    <a:pt x="11" y="8"/>
                    <a:pt x="11" y="9"/>
                  </a:cubicBezTo>
                  <a:cubicBezTo>
                    <a:pt x="10" y="9"/>
                    <a:pt x="10" y="9"/>
                    <a:pt x="10" y="9"/>
                  </a:cubicBezTo>
                  <a:cubicBezTo>
                    <a:pt x="9" y="9"/>
                    <a:pt x="9" y="9"/>
                    <a:pt x="8" y="9"/>
                  </a:cubicBezTo>
                  <a:cubicBezTo>
                    <a:pt x="8" y="9"/>
                    <a:pt x="8" y="9"/>
                    <a:pt x="7" y="9"/>
                  </a:cubicBezTo>
                  <a:cubicBezTo>
                    <a:pt x="7" y="8"/>
                    <a:pt x="6" y="8"/>
                    <a:pt x="6" y="8"/>
                  </a:cubicBezTo>
                  <a:cubicBezTo>
                    <a:pt x="5" y="7"/>
                    <a:pt x="5" y="9"/>
                    <a:pt x="5" y="9"/>
                  </a:cubicBezTo>
                  <a:cubicBezTo>
                    <a:pt x="5" y="10"/>
                    <a:pt x="4" y="10"/>
                    <a:pt x="4" y="10"/>
                  </a:cubicBezTo>
                  <a:cubicBezTo>
                    <a:pt x="4" y="10"/>
                    <a:pt x="4" y="11"/>
                    <a:pt x="4" y="11"/>
                  </a:cubicBezTo>
                  <a:cubicBezTo>
                    <a:pt x="4" y="12"/>
                    <a:pt x="3" y="12"/>
                    <a:pt x="4" y="13"/>
                  </a:cubicBezTo>
                  <a:cubicBezTo>
                    <a:pt x="4" y="13"/>
                    <a:pt x="4" y="13"/>
                    <a:pt x="4" y="13"/>
                  </a:cubicBezTo>
                  <a:cubicBezTo>
                    <a:pt x="4" y="13"/>
                    <a:pt x="4" y="13"/>
                    <a:pt x="4" y="14"/>
                  </a:cubicBezTo>
                  <a:cubicBezTo>
                    <a:pt x="4" y="15"/>
                    <a:pt x="4" y="15"/>
                    <a:pt x="4" y="16"/>
                  </a:cubicBezTo>
                  <a:cubicBezTo>
                    <a:pt x="4" y="16"/>
                    <a:pt x="3" y="17"/>
                    <a:pt x="3" y="17"/>
                  </a:cubicBezTo>
                  <a:cubicBezTo>
                    <a:pt x="3" y="17"/>
                    <a:pt x="4" y="18"/>
                    <a:pt x="4" y="18"/>
                  </a:cubicBezTo>
                  <a:cubicBezTo>
                    <a:pt x="4" y="18"/>
                    <a:pt x="4" y="19"/>
                    <a:pt x="4" y="20"/>
                  </a:cubicBezTo>
                  <a:cubicBezTo>
                    <a:pt x="4" y="20"/>
                    <a:pt x="4" y="20"/>
                    <a:pt x="4" y="21"/>
                  </a:cubicBezTo>
                  <a:cubicBezTo>
                    <a:pt x="5" y="21"/>
                    <a:pt x="4" y="21"/>
                    <a:pt x="4" y="21"/>
                  </a:cubicBezTo>
                  <a:cubicBezTo>
                    <a:pt x="3" y="21"/>
                    <a:pt x="3" y="22"/>
                    <a:pt x="2" y="22"/>
                  </a:cubicBezTo>
                  <a:cubicBezTo>
                    <a:pt x="2" y="22"/>
                    <a:pt x="1" y="22"/>
                    <a:pt x="0" y="21"/>
                  </a:cubicBezTo>
                  <a:cubicBezTo>
                    <a:pt x="0" y="22"/>
                    <a:pt x="1" y="23"/>
                    <a:pt x="2" y="23"/>
                  </a:cubicBezTo>
                  <a:cubicBezTo>
                    <a:pt x="2" y="24"/>
                    <a:pt x="2" y="25"/>
                    <a:pt x="3" y="24"/>
                  </a:cubicBezTo>
                  <a:cubicBezTo>
                    <a:pt x="3" y="24"/>
                    <a:pt x="3" y="24"/>
                    <a:pt x="3" y="24"/>
                  </a:cubicBezTo>
                  <a:cubicBezTo>
                    <a:pt x="4" y="24"/>
                    <a:pt x="3" y="25"/>
                    <a:pt x="3" y="25"/>
                  </a:cubicBezTo>
                  <a:cubicBezTo>
                    <a:pt x="4" y="25"/>
                    <a:pt x="4" y="26"/>
                    <a:pt x="4" y="26"/>
                  </a:cubicBezTo>
                  <a:cubicBezTo>
                    <a:pt x="4" y="26"/>
                    <a:pt x="4" y="27"/>
                    <a:pt x="5" y="27"/>
                  </a:cubicBezTo>
                  <a:cubicBezTo>
                    <a:pt x="5" y="27"/>
                    <a:pt x="5" y="28"/>
                    <a:pt x="5" y="28"/>
                  </a:cubicBezTo>
                  <a:cubicBezTo>
                    <a:pt x="5" y="28"/>
                    <a:pt x="4" y="29"/>
                    <a:pt x="5" y="29"/>
                  </a:cubicBezTo>
                  <a:cubicBezTo>
                    <a:pt x="5" y="29"/>
                    <a:pt x="5" y="30"/>
                    <a:pt x="5" y="30"/>
                  </a:cubicBezTo>
                  <a:cubicBezTo>
                    <a:pt x="6" y="31"/>
                    <a:pt x="6" y="31"/>
                    <a:pt x="6" y="31"/>
                  </a:cubicBezTo>
                  <a:cubicBezTo>
                    <a:pt x="7" y="32"/>
                    <a:pt x="8" y="32"/>
                    <a:pt x="8" y="33"/>
                  </a:cubicBezTo>
                  <a:cubicBezTo>
                    <a:pt x="9" y="34"/>
                    <a:pt x="9" y="35"/>
                    <a:pt x="10" y="35"/>
                  </a:cubicBezTo>
                  <a:cubicBezTo>
                    <a:pt x="11" y="36"/>
                    <a:pt x="11" y="36"/>
                    <a:pt x="12" y="37"/>
                  </a:cubicBezTo>
                  <a:cubicBezTo>
                    <a:pt x="12" y="38"/>
                    <a:pt x="13" y="38"/>
                    <a:pt x="13" y="38"/>
                  </a:cubicBezTo>
                  <a:cubicBezTo>
                    <a:pt x="13" y="39"/>
                    <a:pt x="14" y="39"/>
                    <a:pt x="14" y="40"/>
                  </a:cubicBezTo>
                  <a:cubicBezTo>
                    <a:pt x="14" y="40"/>
                    <a:pt x="14" y="40"/>
                    <a:pt x="14" y="40"/>
                  </a:cubicBezTo>
                  <a:cubicBezTo>
                    <a:pt x="14" y="41"/>
                    <a:pt x="13" y="41"/>
                    <a:pt x="14" y="42"/>
                  </a:cubicBezTo>
                  <a:cubicBezTo>
                    <a:pt x="14" y="42"/>
                    <a:pt x="14" y="42"/>
                    <a:pt x="14" y="42"/>
                  </a:cubicBezTo>
                  <a:cubicBezTo>
                    <a:pt x="15" y="43"/>
                    <a:pt x="15" y="43"/>
                    <a:pt x="15" y="44"/>
                  </a:cubicBezTo>
                  <a:cubicBezTo>
                    <a:pt x="15" y="44"/>
                    <a:pt x="16" y="45"/>
                    <a:pt x="16" y="46"/>
                  </a:cubicBezTo>
                  <a:cubicBezTo>
                    <a:pt x="17" y="48"/>
                    <a:pt x="17" y="44"/>
                    <a:pt x="18" y="44"/>
                  </a:cubicBezTo>
                  <a:cubicBezTo>
                    <a:pt x="18" y="45"/>
                    <a:pt x="18" y="45"/>
                    <a:pt x="18" y="45"/>
                  </a:cubicBezTo>
                  <a:cubicBezTo>
                    <a:pt x="18" y="46"/>
                    <a:pt x="19" y="46"/>
                    <a:pt x="18" y="47"/>
                  </a:cubicBezTo>
                  <a:cubicBezTo>
                    <a:pt x="18" y="47"/>
                    <a:pt x="18" y="47"/>
                    <a:pt x="18" y="47"/>
                  </a:cubicBezTo>
                  <a:cubicBezTo>
                    <a:pt x="18" y="47"/>
                    <a:pt x="18" y="48"/>
                    <a:pt x="18" y="48"/>
                  </a:cubicBezTo>
                  <a:cubicBezTo>
                    <a:pt x="18" y="48"/>
                    <a:pt x="18" y="48"/>
                    <a:pt x="17" y="48"/>
                  </a:cubicBezTo>
                  <a:cubicBezTo>
                    <a:pt x="16" y="48"/>
                    <a:pt x="17" y="49"/>
                    <a:pt x="16" y="49"/>
                  </a:cubicBezTo>
                  <a:cubicBezTo>
                    <a:pt x="15" y="49"/>
                    <a:pt x="16" y="49"/>
                    <a:pt x="16" y="50"/>
                  </a:cubicBezTo>
                  <a:cubicBezTo>
                    <a:pt x="16" y="50"/>
                    <a:pt x="16" y="51"/>
                    <a:pt x="16" y="51"/>
                  </a:cubicBezTo>
                  <a:cubicBezTo>
                    <a:pt x="16" y="52"/>
                    <a:pt x="16" y="52"/>
                    <a:pt x="16" y="53"/>
                  </a:cubicBezTo>
                  <a:cubicBezTo>
                    <a:pt x="16" y="54"/>
                    <a:pt x="16" y="55"/>
                    <a:pt x="16" y="56"/>
                  </a:cubicBezTo>
                  <a:cubicBezTo>
                    <a:pt x="16" y="56"/>
                    <a:pt x="16" y="57"/>
                    <a:pt x="16" y="57"/>
                  </a:cubicBezTo>
                  <a:cubicBezTo>
                    <a:pt x="16" y="57"/>
                    <a:pt x="16" y="56"/>
                    <a:pt x="16" y="56"/>
                  </a:cubicBezTo>
                  <a:cubicBezTo>
                    <a:pt x="15" y="56"/>
                    <a:pt x="15" y="57"/>
                    <a:pt x="15" y="57"/>
                  </a:cubicBezTo>
                  <a:cubicBezTo>
                    <a:pt x="15" y="57"/>
                    <a:pt x="14" y="57"/>
                    <a:pt x="14" y="57"/>
                  </a:cubicBezTo>
                  <a:cubicBezTo>
                    <a:pt x="14" y="58"/>
                    <a:pt x="13" y="58"/>
                    <a:pt x="13" y="58"/>
                  </a:cubicBezTo>
                  <a:cubicBezTo>
                    <a:pt x="13" y="58"/>
                    <a:pt x="13" y="59"/>
                    <a:pt x="13" y="59"/>
                  </a:cubicBezTo>
                  <a:cubicBezTo>
                    <a:pt x="13" y="59"/>
                    <a:pt x="13" y="60"/>
                    <a:pt x="13" y="60"/>
                  </a:cubicBezTo>
                  <a:cubicBezTo>
                    <a:pt x="13" y="60"/>
                    <a:pt x="13" y="60"/>
                    <a:pt x="13" y="61"/>
                  </a:cubicBezTo>
                  <a:cubicBezTo>
                    <a:pt x="14" y="62"/>
                    <a:pt x="14" y="62"/>
                    <a:pt x="14" y="63"/>
                  </a:cubicBezTo>
                  <a:cubicBezTo>
                    <a:pt x="15" y="64"/>
                    <a:pt x="16" y="65"/>
                    <a:pt x="17" y="66"/>
                  </a:cubicBezTo>
                  <a:cubicBezTo>
                    <a:pt x="17" y="67"/>
                    <a:pt x="18" y="68"/>
                    <a:pt x="19" y="68"/>
                  </a:cubicBezTo>
                  <a:cubicBezTo>
                    <a:pt x="19" y="69"/>
                    <a:pt x="19" y="69"/>
                    <a:pt x="20" y="69"/>
                  </a:cubicBezTo>
                  <a:cubicBezTo>
                    <a:pt x="20" y="70"/>
                    <a:pt x="21" y="70"/>
                    <a:pt x="21" y="70"/>
                  </a:cubicBezTo>
                  <a:cubicBezTo>
                    <a:pt x="22" y="71"/>
                    <a:pt x="22" y="72"/>
                    <a:pt x="22" y="72"/>
                  </a:cubicBezTo>
                  <a:cubicBezTo>
                    <a:pt x="23" y="72"/>
                    <a:pt x="23" y="72"/>
                    <a:pt x="23" y="73"/>
                  </a:cubicBezTo>
                  <a:cubicBezTo>
                    <a:pt x="23" y="73"/>
                    <a:pt x="23" y="73"/>
                    <a:pt x="23" y="73"/>
                  </a:cubicBezTo>
                  <a:cubicBezTo>
                    <a:pt x="24" y="74"/>
                    <a:pt x="24" y="75"/>
                    <a:pt x="24" y="76"/>
                  </a:cubicBezTo>
                  <a:cubicBezTo>
                    <a:pt x="24" y="76"/>
                    <a:pt x="24" y="77"/>
                    <a:pt x="25" y="78"/>
                  </a:cubicBezTo>
                  <a:cubicBezTo>
                    <a:pt x="25" y="78"/>
                    <a:pt x="24" y="79"/>
                    <a:pt x="25" y="80"/>
                  </a:cubicBezTo>
                  <a:cubicBezTo>
                    <a:pt x="25" y="80"/>
                    <a:pt x="24" y="80"/>
                    <a:pt x="24" y="81"/>
                  </a:cubicBezTo>
                  <a:cubicBezTo>
                    <a:pt x="24" y="81"/>
                    <a:pt x="24" y="81"/>
                    <a:pt x="24" y="82"/>
                  </a:cubicBezTo>
                  <a:cubicBezTo>
                    <a:pt x="24" y="82"/>
                    <a:pt x="24" y="82"/>
                    <a:pt x="25" y="82"/>
                  </a:cubicBezTo>
                  <a:cubicBezTo>
                    <a:pt x="25" y="83"/>
                    <a:pt x="25" y="84"/>
                    <a:pt x="25" y="84"/>
                  </a:cubicBezTo>
                  <a:cubicBezTo>
                    <a:pt x="25" y="85"/>
                    <a:pt x="26" y="85"/>
                    <a:pt x="26" y="86"/>
                  </a:cubicBezTo>
                  <a:cubicBezTo>
                    <a:pt x="26" y="86"/>
                    <a:pt x="28" y="87"/>
                    <a:pt x="28" y="87"/>
                  </a:cubicBezTo>
                  <a:cubicBezTo>
                    <a:pt x="27" y="88"/>
                    <a:pt x="28" y="89"/>
                    <a:pt x="28" y="90"/>
                  </a:cubicBezTo>
                  <a:cubicBezTo>
                    <a:pt x="28" y="90"/>
                    <a:pt x="28" y="91"/>
                    <a:pt x="28" y="91"/>
                  </a:cubicBezTo>
                  <a:cubicBezTo>
                    <a:pt x="28" y="92"/>
                    <a:pt x="28" y="92"/>
                    <a:pt x="29" y="92"/>
                  </a:cubicBezTo>
                  <a:cubicBezTo>
                    <a:pt x="29" y="92"/>
                    <a:pt x="29" y="92"/>
                    <a:pt x="29" y="92"/>
                  </a:cubicBezTo>
                  <a:cubicBezTo>
                    <a:pt x="29" y="93"/>
                    <a:pt x="29" y="93"/>
                    <a:pt x="29" y="93"/>
                  </a:cubicBezTo>
                  <a:cubicBezTo>
                    <a:pt x="30" y="94"/>
                    <a:pt x="29" y="95"/>
                    <a:pt x="30" y="95"/>
                  </a:cubicBezTo>
                  <a:cubicBezTo>
                    <a:pt x="31" y="95"/>
                    <a:pt x="30" y="96"/>
                    <a:pt x="30" y="97"/>
                  </a:cubicBezTo>
                  <a:cubicBezTo>
                    <a:pt x="30" y="97"/>
                    <a:pt x="29" y="97"/>
                    <a:pt x="29" y="97"/>
                  </a:cubicBezTo>
                  <a:cubicBezTo>
                    <a:pt x="29" y="98"/>
                    <a:pt x="29" y="98"/>
                    <a:pt x="29" y="98"/>
                  </a:cubicBezTo>
                  <a:cubicBezTo>
                    <a:pt x="29" y="99"/>
                    <a:pt x="29" y="99"/>
                    <a:pt x="28" y="99"/>
                  </a:cubicBezTo>
                  <a:cubicBezTo>
                    <a:pt x="28" y="100"/>
                    <a:pt x="28" y="100"/>
                    <a:pt x="28" y="101"/>
                  </a:cubicBezTo>
                  <a:cubicBezTo>
                    <a:pt x="28" y="101"/>
                    <a:pt x="27" y="102"/>
                    <a:pt x="27" y="103"/>
                  </a:cubicBezTo>
                  <a:cubicBezTo>
                    <a:pt x="27" y="103"/>
                    <a:pt x="26" y="104"/>
                    <a:pt x="26" y="104"/>
                  </a:cubicBezTo>
                  <a:cubicBezTo>
                    <a:pt x="26" y="104"/>
                    <a:pt x="26" y="105"/>
                    <a:pt x="25" y="105"/>
                  </a:cubicBezTo>
                  <a:cubicBezTo>
                    <a:pt x="25" y="105"/>
                    <a:pt x="25" y="105"/>
                    <a:pt x="25" y="105"/>
                  </a:cubicBezTo>
                  <a:cubicBezTo>
                    <a:pt x="25" y="105"/>
                    <a:pt x="25" y="106"/>
                    <a:pt x="25" y="106"/>
                  </a:cubicBezTo>
                  <a:cubicBezTo>
                    <a:pt x="24" y="106"/>
                    <a:pt x="24" y="106"/>
                    <a:pt x="24" y="107"/>
                  </a:cubicBezTo>
                  <a:cubicBezTo>
                    <a:pt x="23" y="107"/>
                    <a:pt x="23" y="108"/>
                    <a:pt x="23" y="109"/>
                  </a:cubicBezTo>
                  <a:cubicBezTo>
                    <a:pt x="23" y="109"/>
                    <a:pt x="23" y="110"/>
                    <a:pt x="23" y="110"/>
                  </a:cubicBezTo>
                  <a:cubicBezTo>
                    <a:pt x="23" y="111"/>
                    <a:pt x="23" y="112"/>
                    <a:pt x="23" y="113"/>
                  </a:cubicBezTo>
                  <a:cubicBezTo>
                    <a:pt x="22" y="114"/>
                    <a:pt x="22" y="114"/>
                    <a:pt x="22" y="115"/>
                  </a:cubicBezTo>
                  <a:cubicBezTo>
                    <a:pt x="22" y="115"/>
                    <a:pt x="22" y="116"/>
                    <a:pt x="22" y="116"/>
                  </a:cubicBezTo>
                  <a:cubicBezTo>
                    <a:pt x="22" y="116"/>
                    <a:pt x="21" y="117"/>
                    <a:pt x="21" y="117"/>
                  </a:cubicBezTo>
                  <a:cubicBezTo>
                    <a:pt x="21" y="117"/>
                    <a:pt x="21" y="118"/>
                    <a:pt x="22" y="117"/>
                  </a:cubicBezTo>
                  <a:cubicBezTo>
                    <a:pt x="21" y="118"/>
                    <a:pt x="21" y="118"/>
                    <a:pt x="21" y="118"/>
                  </a:cubicBezTo>
                  <a:cubicBezTo>
                    <a:pt x="22" y="118"/>
                    <a:pt x="21" y="119"/>
                    <a:pt x="21" y="119"/>
                  </a:cubicBezTo>
                  <a:cubicBezTo>
                    <a:pt x="21" y="119"/>
                    <a:pt x="20" y="119"/>
                    <a:pt x="21" y="120"/>
                  </a:cubicBezTo>
                  <a:cubicBezTo>
                    <a:pt x="21" y="120"/>
                    <a:pt x="21" y="120"/>
                    <a:pt x="21" y="120"/>
                  </a:cubicBezTo>
                  <a:cubicBezTo>
                    <a:pt x="21" y="121"/>
                    <a:pt x="21" y="121"/>
                    <a:pt x="21" y="120"/>
                  </a:cubicBezTo>
                  <a:cubicBezTo>
                    <a:pt x="20" y="121"/>
                    <a:pt x="20" y="122"/>
                    <a:pt x="20" y="123"/>
                  </a:cubicBezTo>
                  <a:cubicBezTo>
                    <a:pt x="20" y="123"/>
                    <a:pt x="20" y="124"/>
                    <a:pt x="19" y="124"/>
                  </a:cubicBezTo>
                  <a:cubicBezTo>
                    <a:pt x="20" y="125"/>
                    <a:pt x="20" y="125"/>
                    <a:pt x="20" y="126"/>
                  </a:cubicBezTo>
                  <a:cubicBezTo>
                    <a:pt x="20" y="126"/>
                    <a:pt x="20" y="126"/>
                    <a:pt x="20" y="126"/>
                  </a:cubicBezTo>
                  <a:cubicBezTo>
                    <a:pt x="20" y="126"/>
                    <a:pt x="20" y="126"/>
                    <a:pt x="20" y="126"/>
                  </a:cubicBezTo>
                  <a:cubicBezTo>
                    <a:pt x="20" y="126"/>
                    <a:pt x="20" y="127"/>
                    <a:pt x="19" y="127"/>
                  </a:cubicBezTo>
                  <a:cubicBezTo>
                    <a:pt x="19" y="128"/>
                    <a:pt x="19" y="128"/>
                    <a:pt x="19" y="129"/>
                  </a:cubicBezTo>
                  <a:cubicBezTo>
                    <a:pt x="19" y="129"/>
                    <a:pt x="19" y="130"/>
                    <a:pt x="19" y="130"/>
                  </a:cubicBezTo>
                  <a:cubicBezTo>
                    <a:pt x="19" y="131"/>
                    <a:pt x="19" y="131"/>
                    <a:pt x="19" y="132"/>
                  </a:cubicBezTo>
                  <a:cubicBezTo>
                    <a:pt x="19" y="131"/>
                    <a:pt x="19" y="131"/>
                    <a:pt x="19" y="131"/>
                  </a:cubicBezTo>
                  <a:cubicBezTo>
                    <a:pt x="18" y="132"/>
                    <a:pt x="19" y="133"/>
                    <a:pt x="19" y="133"/>
                  </a:cubicBezTo>
                  <a:cubicBezTo>
                    <a:pt x="19" y="134"/>
                    <a:pt x="19" y="135"/>
                    <a:pt x="20" y="135"/>
                  </a:cubicBezTo>
                  <a:cubicBezTo>
                    <a:pt x="20" y="135"/>
                    <a:pt x="20" y="136"/>
                    <a:pt x="21" y="136"/>
                  </a:cubicBezTo>
                  <a:cubicBezTo>
                    <a:pt x="21" y="136"/>
                    <a:pt x="21" y="136"/>
                    <a:pt x="21" y="136"/>
                  </a:cubicBezTo>
                  <a:cubicBezTo>
                    <a:pt x="21" y="135"/>
                    <a:pt x="21" y="135"/>
                    <a:pt x="21" y="134"/>
                  </a:cubicBezTo>
                  <a:cubicBezTo>
                    <a:pt x="21" y="134"/>
                    <a:pt x="21" y="134"/>
                    <a:pt x="21" y="134"/>
                  </a:cubicBezTo>
                  <a:cubicBezTo>
                    <a:pt x="21" y="134"/>
                    <a:pt x="24" y="133"/>
                    <a:pt x="23" y="134"/>
                  </a:cubicBezTo>
                  <a:cubicBezTo>
                    <a:pt x="23" y="134"/>
                    <a:pt x="23" y="135"/>
                    <a:pt x="23" y="134"/>
                  </a:cubicBezTo>
                  <a:cubicBezTo>
                    <a:pt x="24" y="134"/>
                    <a:pt x="24" y="135"/>
                    <a:pt x="24" y="135"/>
                  </a:cubicBezTo>
                  <a:cubicBezTo>
                    <a:pt x="24" y="134"/>
                    <a:pt x="24" y="137"/>
                    <a:pt x="24" y="137"/>
                  </a:cubicBezTo>
                  <a:cubicBezTo>
                    <a:pt x="25" y="137"/>
                    <a:pt x="25" y="137"/>
                    <a:pt x="25" y="137"/>
                  </a:cubicBezTo>
                  <a:cubicBezTo>
                    <a:pt x="25" y="137"/>
                    <a:pt x="25" y="137"/>
                    <a:pt x="25" y="137"/>
                  </a:cubicBezTo>
                  <a:cubicBezTo>
                    <a:pt x="26" y="137"/>
                    <a:pt x="26" y="137"/>
                    <a:pt x="26" y="137"/>
                  </a:cubicBezTo>
                  <a:cubicBezTo>
                    <a:pt x="27" y="138"/>
                    <a:pt x="27" y="139"/>
                    <a:pt x="27" y="138"/>
                  </a:cubicBezTo>
                  <a:cubicBezTo>
                    <a:pt x="28" y="139"/>
                    <a:pt x="27" y="140"/>
                    <a:pt x="27" y="141"/>
                  </a:cubicBezTo>
                  <a:cubicBezTo>
                    <a:pt x="28" y="141"/>
                    <a:pt x="28" y="140"/>
                    <a:pt x="28" y="140"/>
                  </a:cubicBezTo>
                  <a:cubicBezTo>
                    <a:pt x="28" y="140"/>
                    <a:pt x="30" y="141"/>
                    <a:pt x="29" y="141"/>
                  </a:cubicBezTo>
                  <a:cubicBezTo>
                    <a:pt x="29" y="141"/>
                    <a:pt x="30" y="142"/>
                    <a:pt x="30" y="142"/>
                  </a:cubicBezTo>
                  <a:cubicBezTo>
                    <a:pt x="30" y="143"/>
                    <a:pt x="30" y="143"/>
                    <a:pt x="30" y="144"/>
                  </a:cubicBezTo>
                  <a:cubicBezTo>
                    <a:pt x="30" y="144"/>
                    <a:pt x="31" y="145"/>
                    <a:pt x="31" y="145"/>
                  </a:cubicBezTo>
                  <a:cubicBezTo>
                    <a:pt x="32" y="145"/>
                    <a:pt x="32" y="145"/>
                    <a:pt x="32" y="145"/>
                  </a:cubicBezTo>
                  <a:cubicBezTo>
                    <a:pt x="32" y="145"/>
                    <a:pt x="32" y="144"/>
                    <a:pt x="32" y="144"/>
                  </a:cubicBezTo>
                  <a:cubicBezTo>
                    <a:pt x="32" y="146"/>
                    <a:pt x="32" y="145"/>
                    <a:pt x="33" y="144"/>
                  </a:cubicBezTo>
                  <a:cubicBezTo>
                    <a:pt x="33" y="145"/>
                    <a:pt x="32" y="145"/>
                    <a:pt x="33" y="146"/>
                  </a:cubicBezTo>
                  <a:cubicBezTo>
                    <a:pt x="33" y="147"/>
                    <a:pt x="33" y="147"/>
                    <a:pt x="34" y="147"/>
                  </a:cubicBezTo>
                  <a:cubicBezTo>
                    <a:pt x="34" y="147"/>
                    <a:pt x="35" y="146"/>
                    <a:pt x="34" y="148"/>
                  </a:cubicBezTo>
                  <a:cubicBezTo>
                    <a:pt x="34" y="148"/>
                    <a:pt x="34" y="149"/>
                    <a:pt x="34" y="149"/>
                  </a:cubicBezTo>
                  <a:cubicBezTo>
                    <a:pt x="34" y="149"/>
                    <a:pt x="34" y="150"/>
                    <a:pt x="34" y="150"/>
                  </a:cubicBezTo>
                  <a:cubicBezTo>
                    <a:pt x="35" y="150"/>
                    <a:pt x="35" y="150"/>
                    <a:pt x="35" y="150"/>
                  </a:cubicBezTo>
                  <a:cubicBezTo>
                    <a:pt x="35" y="150"/>
                    <a:pt x="35" y="151"/>
                    <a:pt x="36" y="151"/>
                  </a:cubicBezTo>
                  <a:cubicBezTo>
                    <a:pt x="36" y="151"/>
                    <a:pt x="36" y="152"/>
                    <a:pt x="37" y="152"/>
                  </a:cubicBezTo>
                  <a:cubicBezTo>
                    <a:pt x="37" y="153"/>
                    <a:pt x="37" y="153"/>
                    <a:pt x="38" y="154"/>
                  </a:cubicBezTo>
                  <a:cubicBezTo>
                    <a:pt x="38" y="153"/>
                    <a:pt x="38" y="154"/>
                    <a:pt x="39" y="155"/>
                  </a:cubicBezTo>
                  <a:cubicBezTo>
                    <a:pt x="39" y="154"/>
                    <a:pt x="39" y="154"/>
                    <a:pt x="39" y="153"/>
                  </a:cubicBezTo>
                  <a:cubicBezTo>
                    <a:pt x="39" y="152"/>
                    <a:pt x="39" y="152"/>
                    <a:pt x="39" y="152"/>
                  </a:cubicBezTo>
                  <a:cubicBezTo>
                    <a:pt x="40" y="151"/>
                    <a:pt x="40" y="153"/>
                    <a:pt x="41" y="153"/>
                  </a:cubicBezTo>
                  <a:cubicBezTo>
                    <a:pt x="42" y="154"/>
                    <a:pt x="43" y="154"/>
                    <a:pt x="43" y="154"/>
                  </a:cubicBezTo>
                  <a:cubicBezTo>
                    <a:pt x="43" y="154"/>
                    <a:pt x="44" y="154"/>
                    <a:pt x="44" y="154"/>
                  </a:cubicBezTo>
                  <a:cubicBezTo>
                    <a:pt x="44" y="154"/>
                    <a:pt x="45" y="155"/>
                    <a:pt x="45" y="155"/>
                  </a:cubicBezTo>
                  <a:cubicBezTo>
                    <a:pt x="45" y="156"/>
                    <a:pt x="45" y="156"/>
                    <a:pt x="46" y="157"/>
                  </a:cubicBezTo>
                  <a:cubicBezTo>
                    <a:pt x="46" y="157"/>
                    <a:pt x="47" y="156"/>
                    <a:pt x="47" y="156"/>
                  </a:cubicBezTo>
                  <a:cubicBezTo>
                    <a:pt x="47" y="156"/>
                    <a:pt x="47" y="156"/>
                    <a:pt x="47" y="156"/>
                  </a:cubicBezTo>
                  <a:cubicBezTo>
                    <a:pt x="47" y="157"/>
                    <a:pt x="48" y="156"/>
                    <a:pt x="48" y="156"/>
                  </a:cubicBezTo>
                  <a:cubicBezTo>
                    <a:pt x="48" y="157"/>
                    <a:pt x="49" y="157"/>
                    <a:pt x="48" y="157"/>
                  </a:cubicBezTo>
                  <a:cubicBezTo>
                    <a:pt x="48" y="158"/>
                    <a:pt x="48" y="158"/>
                    <a:pt x="48" y="158"/>
                  </a:cubicBezTo>
                  <a:cubicBezTo>
                    <a:pt x="48" y="159"/>
                    <a:pt x="48" y="160"/>
                    <a:pt x="48" y="160"/>
                  </a:cubicBezTo>
                  <a:cubicBezTo>
                    <a:pt x="48" y="160"/>
                    <a:pt x="48" y="161"/>
                    <a:pt x="47" y="161"/>
                  </a:cubicBezTo>
                  <a:cubicBezTo>
                    <a:pt x="47" y="162"/>
                    <a:pt x="48" y="162"/>
                    <a:pt x="48" y="163"/>
                  </a:cubicBezTo>
                  <a:cubicBezTo>
                    <a:pt x="49" y="163"/>
                    <a:pt x="49" y="163"/>
                    <a:pt x="50" y="163"/>
                  </a:cubicBezTo>
                  <a:cubicBezTo>
                    <a:pt x="50" y="162"/>
                    <a:pt x="50" y="161"/>
                    <a:pt x="50" y="161"/>
                  </a:cubicBezTo>
                  <a:cubicBezTo>
                    <a:pt x="51" y="161"/>
                    <a:pt x="51" y="161"/>
                    <a:pt x="52" y="161"/>
                  </a:cubicBezTo>
                  <a:cubicBezTo>
                    <a:pt x="52" y="161"/>
                    <a:pt x="53" y="160"/>
                    <a:pt x="53" y="161"/>
                  </a:cubicBezTo>
                  <a:cubicBezTo>
                    <a:pt x="54" y="161"/>
                    <a:pt x="54" y="162"/>
                    <a:pt x="54" y="162"/>
                  </a:cubicBezTo>
                  <a:cubicBezTo>
                    <a:pt x="55" y="161"/>
                    <a:pt x="55" y="162"/>
                    <a:pt x="55" y="162"/>
                  </a:cubicBezTo>
                  <a:cubicBezTo>
                    <a:pt x="56" y="162"/>
                    <a:pt x="56" y="161"/>
                    <a:pt x="56" y="161"/>
                  </a:cubicBezTo>
                  <a:cubicBezTo>
                    <a:pt x="57" y="161"/>
                    <a:pt x="56" y="160"/>
                    <a:pt x="57" y="159"/>
                  </a:cubicBezTo>
                  <a:cubicBezTo>
                    <a:pt x="57" y="159"/>
                    <a:pt x="57" y="159"/>
                    <a:pt x="57" y="158"/>
                  </a:cubicBezTo>
                  <a:cubicBezTo>
                    <a:pt x="58" y="157"/>
                    <a:pt x="57" y="156"/>
                    <a:pt x="56" y="155"/>
                  </a:cubicBezTo>
                  <a:cubicBezTo>
                    <a:pt x="56" y="155"/>
                    <a:pt x="55" y="154"/>
                    <a:pt x="55" y="154"/>
                  </a:cubicBezTo>
                  <a:cubicBezTo>
                    <a:pt x="54" y="154"/>
                    <a:pt x="54" y="153"/>
                    <a:pt x="54" y="152"/>
                  </a:cubicBezTo>
                  <a:cubicBezTo>
                    <a:pt x="53" y="151"/>
                    <a:pt x="53" y="150"/>
                    <a:pt x="52" y="150"/>
                  </a:cubicBezTo>
                  <a:cubicBezTo>
                    <a:pt x="51" y="150"/>
                    <a:pt x="50" y="149"/>
                    <a:pt x="49" y="149"/>
                  </a:cubicBezTo>
                  <a:cubicBezTo>
                    <a:pt x="50" y="149"/>
                    <a:pt x="50" y="150"/>
                    <a:pt x="50" y="150"/>
                  </a:cubicBezTo>
                  <a:cubicBezTo>
                    <a:pt x="49" y="149"/>
                    <a:pt x="48" y="150"/>
                    <a:pt x="47" y="150"/>
                  </a:cubicBezTo>
                  <a:cubicBezTo>
                    <a:pt x="46" y="150"/>
                    <a:pt x="46" y="149"/>
                    <a:pt x="45" y="149"/>
                  </a:cubicBezTo>
                  <a:cubicBezTo>
                    <a:pt x="44" y="148"/>
                    <a:pt x="43" y="147"/>
                    <a:pt x="43" y="146"/>
                  </a:cubicBezTo>
                  <a:cubicBezTo>
                    <a:pt x="43" y="147"/>
                    <a:pt x="42" y="147"/>
                    <a:pt x="41" y="147"/>
                  </a:cubicBezTo>
                  <a:cubicBezTo>
                    <a:pt x="41" y="146"/>
                    <a:pt x="41" y="146"/>
                    <a:pt x="41" y="145"/>
                  </a:cubicBezTo>
                  <a:cubicBezTo>
                    <a:pt x="40" y="145"/>
                    <a:pt x="40" y="145"/>
                    <a:pt x="40" y="144"/>
                  </a:cubicBezTo>
                  <a:cubicBezTo>
                    <a:pt x="39" y="144"/>
                    <a:pt x="38" y="142"/>
                    <a:pt x="38" y="141"/>
                  </a:cubicBezTo>
                  <a:cubicBezTo>
                    <a:pt x="38" y="141"/>
                    <a:pt x="38" y="140"/>
                    <a:pt x="38" y="140"/>
                  </a:cubicBezTo>
                  <a:cubicBezTo>
                    <a:pt x="39" y="140"/>
                    <a:pt x="39" y="139"/>
                    <a:pt x="40" y="140"/>
                  </a:cubicBezTo>
                  <a:cubicBezTo>
                    <a:pt x="40" y="141"/>
                    <a:pt x="40" y="141"/>
                    <a:pt x="39" y="142"/>
                  </a:cubicBezTo>
                  <a:cubicBezTo>
                    <a:pt x="39" y="142"/>
                    <a:pt x="39" y="143"/>
                    <a:pt x="40" y="142"/>
                  </a:cubicBezTo>
                  <a:cubicBezTo>
                    <a:pt x="40" y="142"/>
                    <a:pt x="40" y="142"/>
                    <a:pt x="40" y="142"/>
                  </a:cubicBezTo>
                  <a:cubicBezTo>
                    <a:pt x="41" y="143"/>
                    <a:pt x="41" y="144"/>
                    <a:pt x="41" y="145"/>
                  </a:cubicBezTo>
                  <a:cubicBezTo>
                    <a:pt x="41" y="145"/>
                    <a:pt x="42" y="146"/>
                    <a:pt x="42" y="146"/>
                  </a:cubicBezTo>
                  <a:cubicBezTo>
                    <a:pt x="43" y="146"/>
                    <a:pt x="41" y="144"/>
                    <a:pt x="41" y="143"/>
                  </a:cubicBezTo>
                  <a:cubicBezTo>
                    <a:pt x="41" y="142"/>
                    <a:pt x="40" y="141"/>
                    <a:pt x="40" y="139"/>
                  </a:cubicBezTo>
                  <a:cubicBezTo>
                    <a:pt x="40" y="138"/>
                    <a:pt x="39" y="136"/>
                    <a:pt x="39" y="135"/>
                  </a:cubicBezTo>
                  <a:cubicBezTo>
                    <a:pt x="39" y="134"/>
                    <a:pt x="38" y="132"/>
                    <a:pt x="38" y="132"/>
                  </a:cubicBezTo>
                  <a:cubicBezTo>
                    <a:pt x="38" y="132"/>
                    <a:pt x="38" y="134"/>
                    <a:pt x="37" y="133"/>
                  </a:cubicBezTo>
                  <a:cubicBezTo>
                    <a:pt x="37" y="132"/>
                    <a:pt x="36" y="131"/>
                    <a:pt x="35" y="129"/>
                  </a:cubicBezTo>
                  <a:cubicBezTo>
                    <a:pt x="35" y="129"/>
                    <a:pt x="35" y="128"/>
                    <a:pt x="35" y="127"/>
                  </a:cubicBezTo>
                  <a:cubicBezTo>
                    <a:pt x="35" y="126"/>
                    <a:pt x="35" y="125"/>
                    <a:pt x="35" y="124"/>
                  </a:cubicBezTo>
                  <a:cubicBezTo>
                    <a:pt x="34" y="123"/>
                    <a:pt x="33" y="123"/>
                    <a:pt x="32" y="123"/>
                  </a:cubicBezTo>
                  <a:cubicBezTo>
                    <a:pt x="32" y="123"/>
                    <a:pt x="31" y="123"/>
                    <a:pt x="31" y="123"/>
                  </a:cubicBezTo>
                  <a:cubicBezTo>
                    <a:pt x="31" y="124"/>
                    <a:pt x="31" y="124"/>
                    <a:pt x="31" y="124"/>
                  </a:cubicBezTo>
                  <a:cubicBezTo>
                    <a:pt x="30" y="124"/>
                    <a:pt x="30" y="124"/>
                    <a:pt x="29" y="124"/>
                  </a:cubicBezTo>
                  <a:cubicBezTo>
                    <a:pt x="28" y="124"/>
                    <a:pt x="28" y="123"/>
                    <a:pt x="28" y="123"/>
                  </a:cubicBezTo>
                  <a:cubicBezTo>
                    <a:pt x="29" y="122"/>
                    <a:pt x="29" y="122"/>
                    <a:pt x="28" y="121"/>
                  </a:cubicBezTo>
                  <a:cubicBezTo>
                    <a:pt x="28" y="120"/>
                    <a:pt x="27" y="119"/>
                    <a:pt x="27" y="118"/>
                  </a:cubicBezTo>
                  <a:cubicBezTo>
                    <a:pt x="27" y="118"/>
                    <a:pt x="27" y="117"/>
                    <a:pt x="27" y="117"/>
                  </a:cubicBezTo>
                  <a:cubicBezTo>
                    <a:pt x="27" y="116"/>
                    <a:pt x="27" y="116"/>
                    <a:pt x="27" y="116"/>
                  </a:cubicBezTo>
                  <a:cubicBezTo>
                    <a:pt x="27" y="115"/>
                    <a:pt x="27" y="115"/>
                    <a:pt x="27" y="114"/>
                  </a:cubicBezTo>
                  <a:cubicBezTo>
                    <a:pt x="27" y="114"/>
                    <a:pt x="27" y="113"/>
                    <a:pt x="27" y="113"/>
                  </a:cubicBezTo>
                  <a:cubicBezTo>
                    <a:pt x="27" y="113"/>
                    <a:pt x="28" y="113"/>
                    <a:pt x="28" y="113"/>
                  </a:cubicBezTo>
                  <a:cubicBezTo>
                    <a:pt x="28" y="113"/>
                    <a:pt x="26" y="111"/>
                    <a:pt x="27" y="111"/>
                  </a:cubicBezTo>
                  <a:cubicBezTo>
                    <a:pt x="29" y="112"/>
                    <a:pt x="27" y="111"/>
                    <a:pt x="28" y="110"/>
                  </a:cubicBezTo>
                  <a:cubicBezTo>
                    <a:pt x="28" y="110"/>
                    <a:pt x="27" y="110"/>
                    <a:pt x="27" y="110"/>
                  </a:cubicBezTo>
                  <a:cubicBezTo>
                    <a:pt x="28" y="109"/>
                    <a:pt x="28" y="109"/>
                    <a:pt x="28" y="109"/>
                  </a:cubicBezTo>
                  <a:cubicBezTo>
                    <a:pt x="28" y="108"/>
                    <a:pt x="28" y="108"/>
                    <a:pt x="29" y="108"/>
                  </a:cubicBezTo>
                  <a:cubicBezTo>
                    <a:pt x="29" y="107"/>
                    <a:pt x="29" y="105"/>
                    <a:pt x="30" y="106"/>
                  </a:cubicBezTo>
                  <a:cubicBezTo>
                    <a:pt x="30" y="106"/>
                    <a:pt x="30" y="104"/>
                    <a:pt x="30" y="104"/>
                  </a:cubicBezTo>
                  <a:cubicBezTo>
                    <a:pt x="29" y="103"/>
                    <a:pt x="29" y="103"/>
                    <a:pt x="30" y="102"/>
                  </a:cubicBezTo>
                  <a:cubicBezTo>
                    <a:pt x="30" y="102"/>
                    <a:pt x="30" y="102"/>
                    <a:pt x="30" y="102"/>
                  </a:cubicBezTo>
                  <a:cubicBezTo>
                    <a:pt x="30" y="102"/>
                    <a:pt x="30" y="102"/>
                    <a:pt x="30" y="101"/>
                  </a:cubicBezTo>
                  <a:cubicBezTo>
                    <a:pt x="30" y="101"/>
                    <a:pt x="30" y="101"/>
                    <a:pt x="30" y="100"/>
                  </a:cubicBezTo>
                  <a:cubicBezTo>
                    <a:pt x="31" y="99"/>
                    <a:pt x="31" y="98"/>
                    <a:pt x="31" y="97"/>
                  </a:cubicBezTo>
                  <a:cubicBezTo>
                    <a:pt x="31" y="97"/>
                    <a:pt x="32" y="97"/>
                    <a:pt x="32" y="96"/>
                  </a:cubicBezTo>
                  <a:cubicBezTo>
                    <a:pt x="32" y="96"/>
                    <a:pt x="32" y="95"/>
                    <a:pt x="32" y="95"/>
                  </a:cubicBezTo>
                  <a:cubicBezTo>
                    <a:pt x="32" y="94"/>
                    <a:pt x="32" y="94"/>
                    <a:pt x="33" y="93"/>
                  </a:cubicBezTo>
                  <a:cubicBezTo>
                    <a:pt x="33" y="92"/>
                    <a:pt x="34" y="92"/>
                    <a:pt x="34" y="91"/>
                  </a:cubicBezTo>
                  <a:cubicBezTo>
                    <a:pt x="34" y="91"/>
                    <a:pt x="33" y="91"/>
                    <a:pt x="33" y="90"/>
                  </a:cubicBezTo>
                  <a:cubicBezTo>
                    <a:pt x="33" y="90"/>
                    <a:pt x="33" y="89"/>
                    <a:pt x="33" y="89"/>
                  </a:cubicBezTo>
                  <a:cubicBezTo>
                    <a:pt x="33" y="88"/>
                    <a:pt x="33" y="87"/>
                    <a:pt x="33" y="86"/>
                  </a:cubicBezTo>
                  <a:cubicBezTo>
                    <a:pt x="32" y="85"/>
                    <a:pt x="33" y="84"/>
                    <a:pt x="33" y="83"/>
                  </a:cubicBezTo>
                  <a:cubicBezTo>
                    <a:pt x="33" y="82"/>
                    <a:pt x="34" y="81"/>
                    <a:pt x="33" y="81"/>
                  </a:cubicBezTo>
                  <a:cubicBezTo>
                    <a:pt x="33" y="80"/>
                    <a:pt x="32" y="80"/>
                    <a:pt x="32" y="79"/>
                  </a:cubicBezTo>
                  <a:cubicBezTo>
                    <a:pt x="32" y="78"/>
                    <a:pt x="33" y="78"/>
                    <a:pt x="34" y="77"/>
                  </a:cubicBezTo>
                  <a:cubicBezTo>
                    <a:pt x="34" y="77"/>
                    <a:pt x="35" y="77"/>
                    <a:pt x="35" y="77"/>
                  </a:cubicBezTo>
                  <a:cubicBezTo>
                    <a:pt x="35" y="77"/>
                    <a:pt x="36" y="77"/>
                    <a:pt x="37" y="77"/>
                  </a:cubicBezTo>
                  <a:cubicBezTo>
                    <a:pt x="38" y="77"/>
                    <a:pt x="37" y="76"/>
                    <a:pt x="38" y="76"/>
                  </a:cubicBezTo>
                  <a:cubicBezTo>
                    <a:pt x="38" y="77"/>
                    <a:pt x="41" y="78"/>
                    <a:pt x="42" y="77"/>
                  </a:cubicBezTo>
                  <a:cubicBezTo>
                    <a:pt x="41" y="77"/>
                    <a:pt x="42" y="78"/>
                    <a:pt x="42" y="79"/>
                  </a:cubicBezTo>
                  <a:cubicBezTo>
                    <a:pt x="41" y="79"/>
                    <a:pt x="41" y="79"/>
                    <a:pt x="41" y="79"/>
                  </a:cubicBezTo>
                  <a:cubicBezTo>
                    <a:pt x="41" y="80"/>
                    <a:pt x="41" y="80"/>
                    <a:pt x="41" y="81"/>
                  </a:cubicBezTo>
                  <a:cubicBezTo>
                    <a:pt x="41" y="81"/>
                    <a:pt x="41" y="82"/>
                    <a:pt x="41" y="82"/>
                  </a:cubicBezTo>
                  <a:cubicBezTo>
                    <a:pt x="42" y="83"/>
                    <a:pt x="41" y="83"/>
                    <a:pt x="41" y="83"/>
                  </a:cubicBezTo>
                  <a:cubicBezTo>
                    <a:pt x="41" y="84"/>
                    <a:pt x="42" y="84"/>
                    <a:pt x="42" y="84"/>
                  </a:cubicBezTo>
                  <a:cubicBezTo>
                    <a:pt x="42" y="85"/>
                    <a:pt x="41" y="85"/>
                    <a:pt x="41" y="85"/>
                  </a:cubicBezTo>
                  <a:cubicBezTo>
                    <a:pt x="41" y="85"/>
                    <a:pt x="41" y="86"/>
                    <a:pt x="41" y="86"/>
                  </a:cubicBezTo>
                  <a:cubicBezTo>
                    <a:pt x="42" y="86"/>
                    <a:pt x="42" y="87"/>
                    <a:pt x="42" y="87"/>
                  </a:cubicBezTo>
                  <a:cubicBezTo>
                    <a:pt x="42" y="87"/>
                    <a:pt x="43" y="86"/>
                    <a:pt x="43" y="86"/>
                  </a:cubicBezTo>
                  <a:cubicBezTo>
                    <a:pt x="44" y="86"/>
                    <a:pt x="44" y="86"/>
                    <a:pt x="45" y="86"/>
                  </a:cubicBezTo>
                  <a:cubicBezTo>
                    <a:pt x="45" y="86"/>
                    <a:pt x="46" y="87"/>
                    <a:pt x="47" y="87"/>
                  </a:cubicBezTo>
                  <a:cubicBezTo>
                    <a:pt x="47" y="87"/>
                    <a:pt x="47" y="87"/>
                    <a:pt x="47" y="86"/>
                  </a:cubicBezTo>
                  <a:cubicBezTo>
                    <a:pt x="48" y="86"/>
                    <a:pt x="48" y="86"/>
                    <a:pt x="48" y="86"/>
                  </a:cubicBezTo>
                  <a:cubicBezTo>
                    <a:pt x="49" y="86"/>
                    <a:pt x="49" y="86"/>
                    <a:pt x="49" y="86"/>
                  </a:cubicBezTo>
                  <a:cubicBezTo>
                    <a:pt x="50" y="85"/>
                    <a:pt x="51" y="87"/>
                    <a:pt x="52" y="88"/>
                  </a:cubicBezTo>
                  <a:cubicBezTo>
                    <a:pt x="52" y="87"/>
                    <a:pt x="51" y="87"/>
                    <a:pt x="52" y="87"/>
                  </a:cubicBezTo>
                  <a:cubicBezTo>
                    <a:pt x="52" y="87"/>
                    <a:pt x="53" y="88"/>
                    <a:pt x="53" y="88"/>
                  </a:cubicBezTo>
                  <a:cubicBezTo>
                    <a:pt x="53" y="88"/>
                    <a:pt x="52" y="87"/>
                    <a:pt x="52" y="87"/>
                  </a:cubicBezTo>
                  <a:cubicBezTo>
                    <a:pt x="53" y="87"/>
                    <a:pt x="53" y="87"/>
                    <a:pt x="53" y="87"/>
                  </a:cubicBezTo>
                  <a:cubicBezTo>
                    <a:pt x="52" y="87"/>
                    <a:pt x="53" y="88"/>
                    <a:pt x="53" y="88"/>
                  </a:cubicBezTo>
                  <a:cubicBezTo>
                    <a:pt x="53" y="88"/>
                    <a:pt x="53" y="88"/>
                    <a:pt x="53" y="88"/>
                  </a:cubicBezTo>
                  <a:cubicBezTo>
                    <a:pt x="53" y="88"/>
                    <a:pt x="54" y="89"/>
                    <a:pt x="54" y="89"/>
                  </a:cubicBezTo>
                  <a:cubicBezTo>
                    <a:pt x="54" y="89"/>
                    <a:pt x="54" y="90"/>
                    <a:pt x="55" y="90"/>
                  </a:cubicBezTo>
                  <a:cubicBezTo>
                    <a:pt x="56" y="90"/>
                    <a:pt x="55" y="89"/>
                    <a:pt x="55" y="89"/>
                  </a:cubicBezTo>
                  <a:cubicBezTo>
                    <a:pt x="54" y="88"/>
                    <a:pt x="55" y="89"/>
                    <a:pt x="55" y="89"/>
                  </a:cubicBezTo>
                  <a:cubicBezTo>
                    <a:pt x="55" y="89"/>
                    <a:pt x="55" y="89"/>
                    <a:pt x="55" y="89"/>
                  </a:cubicBezTo>
                  <a:cubicBezTo>
                    <a:pt x="55" y="89"/>
                    <a:pt x="55" y="90"/>
                    <a:pt x="55" y="90"/>
                  </a:cubicBezTo>
                  <a:cubicBezTo>
                    <a:pt x="56" y="90"/>
                    <a:pt x="56" y="89"/>
                    <a:pt x="56" y="89"/>
                  </a:cubicBezTo>
                  <a:cubicBezTo>
                    <a:pt x="57" y="89"/>
                    <a:pt x="55" y="90"/>
                    <a:pt x="55" y="90"/>
                  </a:cubicBezTo>
                  <a:cubicBezTo>
                    <a:pt x="55" y="91"/>
                    <a:pt x="55" y="91"/>
                    <a:pt x="55" y="91"/>
                  </a:cubicBezTo>
                  <a:cubicBezTo>
                    <a:pt x="56" y="91"/>
                    <a:pt x="56" y="91"/>
                    <a:pt x="56" y="91"/>
                  </a:cubicBezTo>
                  <a:cubicBezTo>
                    <a:pt x="57" y="91"/>
                    <a:pt x="57" y="92"/>
                    <a:pt x="58" y="92"/>
                  </a:cubicBezTo>
                  <a:cubicBezTo>
                    <a:pt x="58" y="92"/>
                    <a:pt x="58" y="93"/>
                    <a:pt x="58" y="93"/>
                  </a:cubicBezTo>
                  <a:cubicBezTo>
                    <a:pt x="58" y="93"/>
                    <a:pt x="58" y="91"/>
                    <a:pt x="58" y="91"/>
                  </a:cubicBezTo>
                  <a:cubicBezTo>
                    <a:pt x="59" y="91"/>
                    <a:pt x="59" y="91"/>
                    <a:pt x="59" y="92"/>
                  </a:cubicBezTo>
                  <a:cubicBezTo>
                    <a:pt x="59" y="92"/>
                    <a:pt x="59" y="92"/>
                    <a:pt x="59" y="92"/>
                  </a:cubicBezTo>
                  <a:cubicBezTo>
                    <a:pt x="60" y="93"/>
                    <a:pt x="60" y="94"/>
                    <a:pt x="61" y="95"/>
                  </a:cubicBezTo>
                  <a:cubicBezTo>
                    <a:pt x="61" y="95"/>
                    <a:pt x="61" y="96"/>
                    <a:pt x="62" y="96"/>
                  </a:cubicBezTo>
                  <a:cubicBezTo>
                    <a:pt x="62" y="97"/>
                    <a:pt x="62" y="97"/>
                    <a:pt x="62" y="97"/>
                  </a:cubicBezTo>
                  <a:cubicBezTo>
                    <a:pt x="62" y="96"/>
                    <a:pt x="61" y="95"/>
                    <a:pt x="61" y="94"/>
                  </a:cubicBezTo>
                  <a:cubicBezTo>
                    <a:pt x="60" y="93"/>
                    <a:pt x="60" y="92"/>
                    <a:pt x="60" y="90"/>
                  </a:cubicBezTo>
                  <a:cubicBezTo>
                    <a:pt x="60" y="90"/>
                    <a:pt x="60" y="89"/>
                    <a:pt x="60" y="88"/>
                  </a:cubicBezTo>
                  <a:cubicBezTo>
                    <a:pt x="59" y="88"/>
                    <a:pt x="59" y="88"/>
                    <a:pt x="59" y="87"/>
                  </a:cubicBezTo>
                  <a:cubicBezTo>
                    <a:pt x="59" y="87"/>
                    <a:pt x="57" y="86"/>
                    <a:pt x="57" y="85"/>
                  </a:cubicBezTo>
                  <a:cubicBezTo>
                    <a:pt x="57" y="85"/>
                    <a:pt x="57" y="85"/>
                    <a:pt x="57" y="84"/>
                  </a:cubicBezTo>
                  <a:cubicBezTo>
                    <a:pt x="57" y="83"/>
                    <a:pt x="57" y="83"/>
                    <a:pt x="57" y="83"/>
                  </a:cubicBezTo>
                  <a:cubicBezTo>
                    <a:pt x="57" y="82"/>
                    <a:pt x="57" y="83"/>
                    <a:pt x="57" y="82"/>
                  </a:cubicBezTo>
                  <a:cubicBezTo>
                    <a:pt x="57" y="82"/>
                    <a:pt x="56" y="82"/>
                    <a:pt x="56" y="82"/>
                  </a:cubicBezTo>
                  <a:cubicBezTo>
                    <a:pt x="56" y="81"/>
                    <a:pt x="56" y="81"/>
                    <a:pt x="55" y="80"/>
                  </a:cubicBezTo>
                  <a:cubicBezTo>
                    <a:pt x="55" y="79"/>
                    <a:pt x="55" y="78"/>
                    <a:pt x="55" y="77"/>
                  </a:cubicBezTo>
                  <a:cubicBezTo>
                    <a:pt x="55" y="76"/>
                    <a:pt x="55" y="76"/>
                    <a:pt x="56" y="76"/>
                  </a:cubicBezTo>
                  <a:cubicBezTo>
                    <a:pt x="56" y="76"/>
                    <a:pt x="57" y="76"/>
                    <a:pt x="57" y="76"/>
                  </a:cubicBezTo>
                  <a:cubicBezTo>
                    <a:pt x="56" y="75"/>
                    <a:pt x="58" y="75"/>
                    <a:pt x="58" y="74"/>
                  </a:cubicBezTo>
                  <a:cubicBezTo>
                    <a:pt x="58" y="73"/>
                    <a:pt x="58" y="73"/>
                    <a:pt x="59" y="72"/>
                  </a:cubicBezTo>
                  <a:cubicBezTo>
                    <a:pt x="59" y="72"/>
                    <a:pt x="59" y="71"/>
                    <a:pt x="60" y="71"/>
                  </a:cubicBezTo>
                  <a:cubicBezTo>
                    <a:pt x="60" y="70"/>
                    <a:pt x="59" y="69"/>
                    <a:pt x="60" y="69"/>
                  </a:cubicBezTo>
                  <a:cubicBezTo>
                    <a:pt x="60" y="69"/>
                    <a:pt x="61" y="69"/>
                    <a:pt x="61" y="68"/>
                  </a:cubicBezTo>
                  <a:cubicBezTo>
                    <a:pt x="62" y="68"/>
                    <a:pt x="62" y="68"/>
                    <a:pt x="63" y="68"/>
                  </a:cubicBezTo>
                  <a:cubicBezTo>
                    <a:pt x="63" y="68"/>
                    <a:pt x="64" y="67"/>
                    <a:pt x="64" y="67"/>
                  </a:cubicBezTo>
                  <a:cubicBezTo>
                    <a:pt x="65" y="67"/>
                    <a:pt x="65" y="67"/>
                    <a:pt x="66" y="67"/>
                  </a:cubicBezTo>
                  <a:cubicBezTo>
                    <a:pt x="66" y="67"/>
                    <a:pt x="66" y="67"/>
                    <a:pt x="66" y="67"/>
                  </a:cubicBezTo>
                  <a:cubicBezTo>
                    <a:pt x="67" y="67"/>
                    <a:pt x="66" y="67"/>
                    <a:pt x="67" y="67"/>
                  </a:cubicBezTo>
                  <a:cubicBezTo>
                    <a:pt x="67" y="67"/>
                    <a:pt x="68" y="67"/>
                    <a:pt x="68" y="67"/>
                  </a:cubicBezTo>
                  <a:cubicBezTo>
                    <a:pt x="68" y="67"/>
                    <a:pt x="69" y="68"/>
                    <a:pt x="69" y="68"/>
                  </a:cubicBezTo>
                  <a:cubicBezTo>
                    <a:pt x="69" y="67"/>
                    <a:pt x="69" y="67"/>
                    <a:pt x="70" y="67"/>
                  </a:cubicBezTo>
                  <a:cubicBezTo>
                    <a:pt x="70" y="68"/>
                    <a:pt x="71" y="67"/>
                    <a:pt x="72" y="67"/>
                  </a:cubicBezTo>
                  <a:cubicBezTo>
                    <a:pt x="72" y="67"/>
                    <a:pt x="72" y="67"/>
                    <a:pt x="73" y="67"/>
                  </a:cubicBezTo>
                  <a:cubicBezTo>
                    <a:pt x="73" y="67"/>
                    <a:pt x="74" y="67"/>
                    <a:pt x="74" y="67"/>
                  </a:cubicBezTo>
                  <a:cubicBezTo>
                    <a:pt x="75" y="67"/>
                    <a:pt x="74" y="67"/>
                    <a:pt x="75" y="67"/>
                  </a:cubicBezTo>
                  <a:cubicBezTo>
                    <a:pt x="75" y="67"/>
                    <a:pt x="75" y="67"/>
                    <a:pt x="75" y="67"/>
                  </a:cubicBezTo>
                  <a:cubicBezTo>
                    <a:pt x="75" y="67"/>
                    <a:pt x="76" y="67"/>
                    <a:pt x="76" y="67"/>
                  </a:cubicBezTo>
                  <a:cubicBezTo>
                    <a:pt x="76" y="67"/>
                    <a:pt x="77" y="67"/>
                    <a:pt x="77" y="67"/>
                  </a:cubicBezTo>
                  <a:cubicBezTo>
                    <a:pt x="78" y="67"/>
                    <a:pt x="79" y="67"/>
                    <a:pt x="79" y="67"/>
                  </a:cubicBezTo>
                  <a:cubicBezTo>
                    <a:pt x="79" y="68"/>
                    <a:pt x="79" y="69"/>
                    <a:pt x="80" y="69"/>
                  </a:cubicBezTo>
                  <a:cubicBezTo>
                    <a:pt x="81" y="69"/>
                    <a:pt x="81" y="69"/>
                    <a:pt x="81" y="68"/>
                  </a:cubicBezTo>
                  <a:cubicBezTo>
                    <a:pt x="81" y="68"/>
                    <a:pt x="81" y="68"/>
                    <a:pt x="82" y="67"/>
                  </a:cubicBezTo>
                  <a:cubicBezTo>
                    <a:pt x="83" y="67"/>
                    <a:pt x="83" y="67"/>
                    <a:pt x="84" y="66"/>
                  </a:cubicBezTo>
                  <a:cubicBezTo>
                    <a:pt x="84" y="65"/>
                    <a:pt x="84" y="65"/>
                    <a:pt x="84" y="63"/>
                  </a:cubicBezTo>
                  <a:cubicBezTo>
                    <a:pt x="84" y="63"/>
                    <a:pt x="84" y="63"/>
                    <a:pt x="84" y="62"/>
                  </a:cubicBezTo>
                  <a:cubicBezTo>
                    <a:pt x="84" y="62"/>
                    <a:pt x="84" y="62"/>
                    <a:pt x="84" y="62"/>
                  </a:cubicBezTo>
                  <a:cubicBezTo>
                    <a:pt x="84" y="62"/>
                    <a:pt x="84" y="62"/>
                    <a:pt x="84" y="62"/>
                  </a:cubicBezTo>
                  <a:cubicBezTo>
                    <a:pt x="84" y="61"/>
                    <a:pt x="84" y="61"/>
                    <a:pt x="84" y="61"/>
                  </a:cubicBezTo>
                  <a:cubicBezTo>
                    <a:pt x="85" y="61"/>
                    <a:pt x="84" y="60"/>
                    <a:pt x="84" y="60"/>
                  </a:cubicBezTo>
                  <a:close/>
                  <a:moveTo>
                    <a:pt x="57" y="94"/>
                  </a:moveTo>
                  <a:cubicBezTo>
                    <a:pt x="57" y="94"/>
                    <a:pt x="57" y="93"/>
                    <a:pt x="57" y="93"/>
                  </a:cubicBezTo>
                  <a:cubicBezTo>
                    <a:pt x="56" y="93"/>
                    <a:pt x="56" y="92"/>
                    <a:pt x="55" y="92"/>
                  </a:cubicBezTo>
                  <a:cubicBezTo>
                    <a:pt x="55" y="92"/>
                    <a:pt x="56" y="93"/>
                    <a:pt x="56" y="93"/>
                  </a:cubicBezTo>
                  <a:cubicBezTo>
                    <a:pt x="56" y="93"/>
                    <a:pt x="56" y="94"/>
                    <a:pt x="56" y="94"/>
                  </a:cubicBezTo>
                  <a:cubicBezTo>
                    <a:pt x="56" y="93"/>
                    <a:pt x="56" y="94"/>
                    <a:pt x="57" y="94"/>
                  </a:cubicBezTo>
                  <a:cubicBezTo>
                    <a:pt x="57" y="94"/>
                    <a:pt x="56" y="93"/>
                    <a:pt x="57" y="94"/>
                  </a:cubicBezTo>
                  <a:cubicBezTo>
                    <a:pt x="57" y="94"/>
                    <a:pt x="57" y="94"/>
                    <a:pt x="57" y="94"/>
                  </a:cubicBezTo>
                  <a:close/>
                  <a:moveTo>
                    <a:pt x="23" y="137"/>
                  </a:moveTo>
                  <a:cubicBezTo>
                    <a:pt x="23" y="137"/>
                    <a:pt x="22" y="139"/>
                    <a:pt x="23" y="138"/>
                  </a:cubicBezTo>
                  <a:cubicBezTo>
                    <a:pt x="24" y="138"/>
                    <a:pt x="22" y="136"/>
                    <a:pt x="22" y="136"/>
                  </a:cubicBezTo>
                  <a:cubicBezTo>
                    <a:pt x="22" y="136"/>
                    <a:pt x="23" y="137"/>
                    <a:pt x="23" y="137"/>
                  </a:cubicBezTo>
                  <a:close/>
                  <a:moveTo>
                    <a:pt x="28" y="143"/>
                  </a:moveTo>
                  <a:cubicBezTo>
                    <a:pt x="28" y="143"/>
                    <a:pt x="28" y="142"/>
                    <a:pt x="27" y="141"/>
                  </a:cubicBezTo>
                  <a:cubicBezTo>
                    <a:pt x="27" y="141"/>
                    <a:pt x="27" y="143"/>
                    <a:pt x="28" y="143"/>
                  </a:cubicBezTo>
                  <a:close/>
                  <a:moveTo>
                    <a:pt x="36" y="118"/>
                  </a:moveTo>
                  <a:cubicBezTo>
                    <a:pt x="36" y="118"/>
                    <a:pt x="35" y="117"/>
                    <a:pt x="35" y="118"/>
                  </a:cubicBezTo>
                  <a:cubicBezTo>
                    <a:pt x="35" y="118"/>
                    <a:pt x="36" y="119"/>
                    <a:pt x="36" y="119"/>
                  </a:cubicBezTo>
                  <a:cubicBezTo>
                    <a:pt x="36" y="119"/>
                    <a:pt x="36" y="118"/>
                    <a:pt x="36" y="118"/>
                  </a:cubicBezTo>
                  <a:close/>
                  <a:moveTo>
                    <a:pt x="33" y="120"/>
                  </a:moveTo>
                  <a:cubicBezTo>
                    <a:pt x="32" y="121"/>
                    <a:pt x="33" y="121"/>
                    <a:pt x="33" y="120"/>
                  </a:cubicBezTo>
                  <a:close/>
                  <a:moveTo>
                    <a:pt x="35" y="121"/>
                  </a:moveTo>
                  <a:cubicBezTo>
                    <a:pt x="35" y="121"/>
                    <a:pt x="35" y="122"/>
                    <a:pt x="35" y="122"/>
                  </a:cubicBezTo>
                  <a:cubicBezTo>
                    <a:pt x="36" y="122"/>
                    <a:pt x="36" y="121"/>
                    <a:pt x="36" y="120"/>
                  </a:cubicBezTo>
                  <a:cubicBezTo>
                    <a:pt x="36" y="120"/>
                    <a:pt x="36" y="120"/>
                    <a:pt x="36" y="120"/>
                  </a:cubicBezTo>
                  <a:cubicBezTo>
                    <a:pt x="35" y="120"/>
                    <a:pt x="35" y="120"/>
                    <a:pt x="35" y="121"/>
                  </a:cubicBezTo>
                  <a:close/>
                  <a:moveTo>
                    <a:pt x="31" y="146"/>
                  </a:moveTo>
                  <a:cubicBezTo>
                    <a:pt x="31" y="146"/>
                    <a:pt x="31" y="146"/>
                    <a:pt x="32" y="146"/>
                  </a:cubicBezTo>
                  <a:cubicBezTo>
                    <a:pt x="31" y="146"/>
                    <a:pt x="31" y="146"/>
                    <a:pt x="31" y="145"/>
                  </a:cubicBezTo>
                  <a:cubicBezTo>
                    <a:pt x="31" y="145"/>
                    <a:pt x="31" y="146"/>
                    <a:pt x="31" y="146"/>
                  </a:cubicBezTo>
                  <a:close/>
                  <a:moveTo>
                    <a:pt x="58" y="96"/>
                  </a:moveTo>
                  <a:cubicBezTo>
                    <a:pt x="58" y="96"/>
                    <a:pt x="58" y="98"/>
                    <a:pt x="59" y="98"/>
                  </a:cubicBezTo>
                  <a:cubicBezTo>
                    <a:pt x="59" y="98"/>
                    <a:pt x="59" y="97"/>
                    <a:pt x="59" y="97"/>
                  </a:cubicBezTo>
                  <a:cubicBezTo>
                    <a:pt x="59" y="97"/>
                    <a:pt x="59" y="97"/>
                    <a:pt x="59" y="97"/>
                  </a:cubicBezTo>
                  <a:cubicBezTo>
                    <a:pt x="59" y="97"/>
                    <a:pt x="59" y="96"/>
                    <a:pt x="58" y="96"/>
                  </a:cubicBezTo>
                  <a:close/>
                  <a:moveTo>
                    <a:pt x="15" y="122"/>
                  </a:moveTo>
                  <a:cubicBezTo>
                    <a:pt x="15" y="121"/>
                    <a:pt x="15" y="121"/>
                    <a:pt x="15" y="122"/>
                  </a:cubicBezTo>
                  <a:cubicBezTo>
                    <a:pt x="15" y="121"/>
                    <a:pt x="14" y="121"/>
                    <a:pt x="15" y="122"/>
                  </a:cubicBezTo>
                  <a:close/>
                  <a:moveTo>
                    <a:pt x="34" y="151"/>
                  </a:moveTo>
                  <a:cubicBezTo>
                    <a:pt x="34" y="152"/>
                    <a:pt x="33" y="153"/>
                    <a:pt x="34" y="154"/>
                  </a:cubicBezTo>
                  <a:cubicBezTo>
                    <a:pt x="34" y="154"/>
                    <a:pt x="34" y="154"/>
                    <a:pt x="34" y="154"/>
                  </a:cubicBezTo>
                  <a:cubicBezTo>
                    <a:pt x="35" y="154"/>
                    <a:pt x="34" y="152"/>
                    <a:pt x="34" y="152"/>
                  </a:cubicBezTo>
                  <a:cubicBezTo>
                    <a:pt x="34" y="151"/>
                    <a:pt x="34" y="151"/>
                    <a:pt x="34" y="151"/>
                  </a:cubicBezTo>
                  <a:close/>
                  <a:moveTo>
                    <a:pt x="20" y="126"/>
                  </a:moveTo>
                  <a:cubicBezTo>
                    <a:pt x="20" y="125"/>
                    <a:pt x="19" y="124"/>
                    <a:pt x="19" y="125"/>
                  </a:cubicBezTo>
                  <a:cubicBezTo>
                    <a:pt x="19" y="126"/>
                    <a:pt x="19" y="126"/>
                    <a:pt x="20" y="12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57" name="Tanzania">
              <a:extLst>
                <a:ext uri="{FF2B5EF4-FFF2-40B4-BE49-F238E27FC236}">
                  <a16:creationId xmlns:a16="http://schemas.microsoft.com/office/drawing/2014/main" id="{BC3939E4-FA6E-3B8F-5BCF-141F3D0C8767}"/>
                </a:ext>
              </a:extLst>
            </p:cNvPr>
            <p:cNvSpPr>
              <a:spLocks noEditPoints="1"/>
            </p:cNvSpPr>
            <p:nvPr/>
          </p:nvSpPr>
          <p:spPr bwMode="auto">
            <a:xfrm>
              <a:off x="6710173" y="4083556"/>
              <a:ext cx="371483" cy="417550"/>
            </a:xfrm>
            <a:custGeom>
              <a:avLst/>
              <a:gdLst/>
              <a:ahLst/>
              <a:cxnLst>
                <a:cxn ang="0">
                  <a:pos x="100" y="73"/>
                </a:cxn>
                <a:cxn ang="0">
                  <a:pos x="104" y="103"/>
                </a:cxn>
                <a:cxn ang="0">
                  <a:pos x="101" y="101"/>
                </a:cxn>
                <a:cxn ang="0">
                  <a:pos x="98" y="98"/>
                </a:cxn>
                <a:cxn ang="0">
                  <a:pos x="97" y="89"/>
                </a:cxn>
                <a:cxn ang="0">
                  <a:pos x="95" y="85"/>
                </a:cxn>
                <a:cxn ang="0">
                  <a:pos x="95" y="77"/>
                </a:cxn>
                <a:cxn ang="0">
                  <a:pos x="96" y="68"/>
                </a:cxn>
                <a:cxn ang="0">
                  <a:pos x="94" y="63"/>
                </a:cxn>
                <a:cxn ang="0">
                  <a:pos x="91" y="51"/>
                </a:cxn>
                <a:cxn ang="0">
                  <a:pos x="93" y="43"/>
                </a:cxn>
                <a:cxn ang="0">
                  <a:pos x="79" y="28"/>
                </a:cxn>
                <a:cxn ang="0">
                  <a:pos x="62" y="12"/>
                </a:cxn>
                <a:cxn ang="0">
                  <a:pos x="42" y="5"/>
                </a:cxn>
                <a:cxn ang="0">
                  <a:pos x="40" y="6"/>
                </a:cxn>
                <a:cxn ang="0">
                  <a:pos x="39" y="9"/>
                </a:cxn>
                <a:cxn ang="0">
                  <a:pos x="39" y="12"/>
                </a:cxn>
                <a:cxn ang="0">
                  <a:pos x="36" y="13"/>
                </a:cxn>
                <a:cxn ang="0">
                  <a:pos x="38" y="16"/>
                </a:cxn>
                <a:cxn ang="0">
                  <a:pos x="33" y="17"/>
                </a:cxn>
                <a:cxn ang="0">
                  <a:pos x="34" y="21"/>
                </a:cxn>
                <a:cxn ang="0">
                  <a:pos x="31" y="21"/>
                </a:cxn>
                <a:cxn ang="0">
                  <a:pos x="31" y="17"/>
                </a:cxn>
                <a:cxn ang="0">
                  <a:pos x="27" y="15"/>
                </a:cxn>
                <a:cxn ang="0">
                  <a:pos x="25" y="17"/>
                </a:cxn>
                <a:cxn ang="0">
                  <a:pos x="24" y="19"/>
                </a:cxn>
                <a:cxn ang="0">
                  <a:pos x="22" y="18"/>
                </a:cxn>
                <a:cxn ang="0">
                  <a:pos x="21" y="13"/>
                </a:cxn>
                <a:cxn ang="0">
                  <a:pos x="22" y="4"/>
                </a:cxn>
                <a:cxn ang="0">
                  <a:pos x="11" y="0"/>
                </a:cxn>
                <a:cxn ang="0">
                  <a:pos x="11" y="5"/>
                </a:cxn>
                <a:cxn ang="0">
                  <a:pos x="11" y="16"/>
                </a:cxn>
                <a:cxn ang="0">
                  <a:pos x="9" y="22"/>
                </a:cxn>
                <a:cxn ang="0">
                  <a:pos x="9" y="28"/>
                </a:cxn>
                <a:cxn ang="0">
                  <a:pos x="5" y="35"/>
                </a:cxn>
                <a:cxn ang="0">
                  <a:pos x="2" y="44"/>
                </a:cxn>
                <a:cxn ang="0">
                  <a:pos x="3" y="55"/>
                </a:cxn>
                <a:cxn ang="0">
                  <a:pos x="6" y="61"/>
                </a:cxn>
                <a:cxn ang="0">
                  <a:pos x="10" y="69"/>
                </a:cxn>
                <a:cxn ang="0">
                  <a:pos x="13" y="80"/>
                </a:cxn>
                <a:cxn ang="0">
                  <a:pos x="19" y="86"/>
                </a:cxn>
                <a:cxn ang="0">
                  <a:pos x="29" y="91"/>
                </a:cxn>
                <a:cxn ang="0">
                  <a:pos x="38" y="95"/>
                </a:cxn>
                <a:cxn ang="0">
                  <a:pos x="46" y="98"/>
                </a:cxn>
                <a:cxn ang="0">
                  <a:pos x="48" y="110"/>
                </a:cxn>
                <a:cxn ang="0">
                  <a:pos x="51" y="116"/>
                </a:cxn>
                <a:cxn ang="0">
                  <a:pos x="60" y="115"/>
                </a:cxn>
                <a:cxn ang="0">
                  <a:pos x="67" y="118"/>
                </a:cxn>
                <a:cxn ang="0">
                  <a:pos x="76" y="117"/>
                </a:cxn>
                <a:cxn ang="0">
                  <a:pos x="83" y="113"/>
                </a:cxn>
                <a:cxn ang="0">
                  <a:pos x="93" y="112"/>
                </a:cxn>
                <a:cxn ang="0">
                  <a:pos x="104" y="103"/>
                </a:cxn>
                <a:cxn ang="0">
                  <a:pos x="100" y="43"/>
                </a:cxn>
                <a:cxn ang="0">
                  <a:pos x="99" y="46"/>
                </a:cxn>
                <a:cxn ang="0">
                  <a:pos x="98" y="47"/>
                </a:cxn>
                <a:cxn ang="0">
                  <a:pos x="95" y="59"/>
                </a:cxn>
                <a:cxn ang="0">
                  <a:pos x="96" y="56"/>
                </a:cxn>
              </a:cxnLst>
              <a:rect l="0" t="0" r="r" b="b"/>
              <a:pathLst>
                <a:path w="105" h="118">
                  <a:moveTo>
                    <a:pt x="98" y="76"/>
                  </a:moveTo>
                  <a:cubicBezTo>
                    <a:pt x="98" y="76"/>
                    <a:pt x="98" y="76"/>
                    <a:pt x="98" y="75"/>
                  </a:cubicBezTo>
                  <a:cubicBezTo>
                    <a:pt x="98" y="75"/>
                    <a:pt x="99" y="75"/>
                    <a:pt x="99" y="75"/>
                  </a:cubicBezTo>
                  <a:cubicBezTo>
                    <a:pt x="99" y="75"/>
                    <a:pt x="99" y="75"/>
                    <a:pt x="99" y="75"/>
                  </a:cubicBezTo>
                  <a:cubicBezTo>
                    <a:pt x="99" y="75"/>
                    <a:pt x="99" y="75"/>
                    <a:pt x="99" y="74"/>
                  </a:cubicBezTo>
                  <a:cubicBezTo>
                    <a:pt x="100" y="74"/>
                    <a:pt x="100" y="74"/>
                    <a:pt x="100" y="73"/>
                  </a:cubicBezTo>
                  <a:cubicBezTo>
                    <a:pt x="100" y="74"/>
                    <a:pt x="100" y="75"/>
                    <a:pt x="99" y="76"/>
                  </a:cubicBezTo>
                  <a:cubicBezTo>
                    <a:pt x="99" y="76"/>
                    <a:pt x="99" y="76"/>
                    <a:pt x="98" y="76"/>
                  </a:cubicBezTo>
                  <a:cubicBezTo>
                    <a:pt x="98" y="77"/>
                    <a:pt x="98" y="77"/>
                    <a:pt x="97" y="77"/>
                  </a:cubicBezTo>
                  <a:cubicBezTo>
                    <a:pt x="97" y="77"/>
                    <a:pt x="97" y="76"/>
                    <a:pt x="98" y="76"/>
                  </a:cubicBezTo>
                  <a:close/>
                  <a:moveTo>
                    <a:pt x="104" y="103"/>
                  </a:moveTo>
                  <a:cubicBezTo>
                    <a:pt x="104" y="103"/>
                    <a:pt x="104" y="103"/>
                    <a:pt x="104" y="103"/>
                  </a:cubicBezTo>
                  <a:cubicBezTo>
                    <a:pt x="104" y="103"/>
                    <a:pt x="104" y="103"/>
                    <a:pt x="104" y="103"/>
                  </a:cubicBezTo>
                  <a:cubicBezTo>
                    <a:pt x="103" y="103"/>
                    <a:pt x="103" y="102"/>
                    <a:pt x="103" y="102"/>
                  </a:cubicBezTo>
                  <a:cubicBezTo>
                    <a:pt x="103" y="102"/>
                    <a:pt x="102" y="101"/>
                    <a:pt x="103" y="102"/>
                  </a:cubicBezTo>
                  <a:cubicBezTo>
                    <a:pt x="103" y="102"/>
                    <a:pt x="102" y="102"/>
                    <a:pt x="102" y="102"/>
                  </a:cubicBezTo>
                  <a:cubicBezTo>
                    <a:pt x="101" y="102"/>
                    <a:pt x="102" y="101"/>
                    <a:pt x="102" y="101"/>
                  </a:cubicBezTo>
                  <a:cubicBezTo>
                    <a:pt x="102" y="101"/>
                    <a:pt x="101" y="101"/>
                    <a:pt x="101" y="101"/>
                  </a:cubicBezTo>
                  <a:cubicBezTo>
                    <a:pt x="100" y="100"/>
                    <a:pt x="100" y="101"/>
                    <a:pt x="100" y="102"/>
                  </a:cubicBezTo>
                  <a:cubicBezTo>
                    <a:pt x="100" y="101"/>
                    <a:pt x="100" y="100"/>
                    <a:pt x="99" y="99"/>
                  </a:cubicBezTo>
                  <a:cubicBezTo>
                    <a:pt x="99" y="99"/>
                    <a:pt x="98" y="99"/>
                    <a:pt x="98" y="99"/>
                  </a:cubicBezTo>
                  <a:cubicBezTo>
                    <a:pt x="98" y="99"/>
                    <a:pt x="98" y="100"/>
                    <a:pt x="97" y="100"/>
                  </a:cubicBezTo>
                  <a:cubicBezTo>
                    <a:pt x="98" y="99"/>
                    <a:pt x="97" y="99"/>
                    <a:pt x="98" y="98"/>
                  </a:cubicBezTo>
                  <a:cubicBezTo>
                    <a:pt x="98" y="98"/>
                    <a:pt x="98" y="98"/>
                    <a:pt x="98" y="98"/>
                  </a:cubicBezTo>
                  <a:cubicBezTo>
                    <a:pt x="99" y="98"/>
                    <a:pt x="98" y="96"/>
                    <a:pt x="98" y="96"/>
                  </a:cubicBezTo>
                  <a:cubicBezTo>
                    <a:pt x="98" y="95"/>
                    <a:pt x="98" y="94"/>
                    <a:pt x="97" y="93"/>
                  </a:cubicBezTo>
                  <a:cubicBezTo>
                    <a:pt x="97" y="93"/>
                    <a:pt x="97" y="93"/>
                    <a:pt x="97" y="93"/>
                  </a:cubicBezTo>
                  <a:cubicBezTo>
                    <a:pt x="96" y="93"/>
                    <a:pt x="96" y="93"/>
                    <a:pt x="97" y="93"/>
                  </a:cubicBezTo>
                  <a:cubicBezTo>
                    <a:pt x="97" y="92"/>
                    <a:pt x="97" y="91"/>
                    <a:pt x="97" y="90"/>
                  </a:cubicBezTo>
                  <a:cubicBezTo>
                    <a:pt x="97" y="90"/>
                    <a:pt x="97" y="89"/>
                    <a:pt x="97" y="89"/>
                  </a:cubicBezTo>
                  <a:cubicBezTo>
                    <a:pt x="96" y="89"/>
                    <a:pt x="96" y="90"/>
                    <a:pt x="96" y="89"/>
                  </a:cubicBezTo>
                  <a:cubicBezTo>
                    <a:pt x="96" y="89"/>
                    <a:pt x="96" y="88"/>
                    <a:pt x="96" y="88"/>
                  </a:cubicBezTo>
                  <a:cubicBezTo>
                    <a:pt x="96" y="87"/>
                    <a:pt x="95" y="87"/>
                    <a:pt x="95" y="87"/>
                  </a:cubicBezTo>
                  <a:cubicBezTo>
                    <a:pt x="94" y="87"/>
                    <a:pt x="95" y="86"/>
                    <a:pt x="95" y="87"/>
                  </a:cubicBezTo>
                  <a:cubicBezTo>
                    <a:pt x="96" y="87"/>
                    <a:pt x="96" y="87"/>
                    <a:pt x="96" y="87"/>
                  </a:cubicBezTo>
                  <a:cubicBezTo>
                    <a:pt x="96" y="87"/>
                    <a:pt x="96" y="86"/>
                    <a:pt x="95" y="85"/>
                  </a:cubicBezTo>
                  <a:cubicBezTo>
                    <a:pt x="94" y="85"/>
                    <a:pt x="95" y="85"/>
                    <a:pt x="94" y="84"/>
                  </a:cubicBezTo>
                  <a:cubicBezTo>
                    <a:pt x="94" y="83"/>
                    <a:pt x="94" y="83"/>
                    <a:pt x="94" y="82"/>
                  </a:cubicBezTo>
                  <a:cubicBezTo>
                    <a:pt x="94" y="81"/>
                    <a:pt x="94" y="81"/>
                    <a:pt x="94" y="80"/>
                  </a:cubicBezTo>
                  <a:cubicBezTo>
                    <a:pt x="94" y="81"/>
                    <a:pt x="95" y="79"/>
                    <a:pt x="95" y="79"/>
                  </a:cubicBezTo>
                  <a:cubicBezTo>
                    <a:pt x="95" y="79"/>
                    <a:pt x="95" y="78"/>
                    <a:pt x="95" y="78"/>
                  </a:cubicBezTo>
                  <a:cubicBezTo>
                    <a:pt x="96" y="77"/>
                    <a:pt x="95" y="77"/>
                    <a:pt x="95" y="77"/>
                  </a:cubicBezTo>
                  <a:cubicBezTo>
                    <a:pt x="95" y="76"/>
                    <a:pt x="95" y="76"/>
                    <a:pt x="95" y="75"/>
                  </a:cubicBezTo>
                  <a:cubicBezTo>
                    <a:pt x="95" y="75"/>
                    <a:pt x="95" y="75"/>
                    <a:pt x="95" y="75"/>
                  </a:cubicBezTo>
                  <a:cubicBezTo>
                    <a:pt x="95" y="74"/>
                    <a:pt x="94" y="75"/>
                    <a:pt x="94" y="75"/>
                  </a:cubicBezTo>
                  <a:cubicBezTo>
                    <a:pt x="94" y="74"/>
                    <a:pt x="93" y="72"/>
                    <a:pt x="94" y="71"/>
                  </a:cubicBezTo>
                  <a:cubicBezTo>
                    <a:pt x="95" y="70"/>
                    <a:pt x="95" y="70"/>
                    <a:pt x="95" y="70"/>
                  </a:cubicBezTo>
                  <a:cubicBezTo>
                    <a:pt x="95" y="69"/>
                    <a:pt x="95" y="68"/>
                    <a:pt x="96" y="68"/>
                  </a:cubicBezTo>
                  <a:cubicBezTo>
                    <a:pt x="96" y="68"/>
                    <a:pt x="96" y="68"/>
                    <a:pt x="96" y="68"/>
                  </a:cubicBezTo>
                  <a:cubicBezTo>
                    <a:pt x="96" y="68"/>
                    <a:pt x="96" y="68"/>
                    <a:pt x="97" y="67"/>
                  </a:cubicBezTo>
                  <a:cubicBezTo>
                    <a:pt x="97" y="67"/>
                    <a:pt x="97" y="66"/>
                    <a:pt x="96" y="66"/>
                  </a:cubicBezTo>
                  <a:cubicBezTo>
                    <a:pt x="96" y="65"/>
                    <a:pt x="96" y="65"/>
                    <a:pt x="95" y="64"/>
                  </a:cubicBezTo>
                  <a:cubicBezTo>
                    <a:pt x="95" y="64"/>
                    <a:pt x="94" y="64"/>
                    <a:pt x="94" y="65"/>
                  </a:cubicBezTo>
                  <a:cubicBezTo>
                    <a:pt x="94" y="64"/>
                    <a:pt x="94" y="63"/>
                    <a:pt x="94" y="63"/>
                  </a:cubicBezTo>
                  <a:cubicBezTo>
                    <a:pt x="94" y="63"/>
                    <a:pt x="94" y="63"/>
                    <a:pt x="94" y="63"/>
                  </a:cubicBezTo>
                  <a:cubicBezTo>
                    <a:pt x="93" y="62"/>
                    <a:pt x="92" y="61"/>
                    <a:pt x="92" y="61"/>
                  </a:cubicBezTo>
                  <a:cubicBezTo>
                    <a:pt x="91" y="60"/>
                    <a:pt x="90" y="60"/>
                    <a:pt x="90" y="59"/>
                  </a:cubicBezTo>
                  <a:cubicBezTo>
                    <a:pt x="90" y="58"/>
                    <a:pt x="90" y="57"/>
                    <a:pt x="90" y="57"/>
                  </a:cubicBezTo>
                  <a:cubicBezTo>
                    <a:pt x="89" y="56"/>
                    <a:pt x="89" y="55"/>
                    <a:pt x="90" y="54"/>
                  </a:cubicBezTo>
                  <a:cubicBezTo>
                    <a:pt x="90" y="53"/>
                    <a:pt x="90" y="52"/>
                    <a:pt x="91" y="51"/>
                  </a:cubicBezTo>
                  <a:cubicBezTo>
                    <a:pt x="91" y="50"/>
                    <a:pt x="91" y="49"/>
                    <a:pt x="92" y="49"/>
                  </a:cubicBezTo>
                  <a:cubicBezTo>
                    <a:pt x="92" y="48"/>
                    <a:pt x="93" y="46"/>
                    <a:pt x="92" y="47"/>
                  </a:cubicBezTo>
                  <a:cubicBezTo>
                    <a:pt x="92" y="47"/>
                    <a:pt x="93" y="45"/>
                    <a:pt x="93" y="46"/>
                  </a:cubicBezTo>
                  <a:cubicBezTo>
                    <a:pt x="93" y="45"/>
                    <a:pt x="92" y="45"/>
                    <a:pt x="93" y="44"/>
                  </a:cubicBezTo>
                  <a:cubicBezTo>
                    <a:pt x="93" y="44"/>
                    <a:pt x="93" y="43"/>
                    <a:pt x="93" y="43"/>
                  </a:cubicBezTo>
                  <a:cubicBezTo>
                    <a:pt x="93" y="43"/>
                    <a:pt x="93" y="44"/>
                    <a:pt x="93" y="43"/>
                  </a:cubicBezTo>
                  <a:cubicBezTo>
                    <a:pt x="94" y="43"/>
                    <a:pt x="94" y="42"/>
                    <a:pt x="94" y="42"/>
                  </a:cubicBezTo>
                  <a:cubicBezTo>
                    <a:pt x="93" y="42"/>
                    <a:pt x="94" y="42"/>
                    <a:pt x="94" y="41"/>
                  </a:cubicBezTo>
                  <a:cubicBezTo>
                    <a:pt x="94" y="41"/>
                    <a:pt x="92" y="39"/>
                    <a:pt x="91" y="39"/>
                  </a:cubicBezTo>
                  <a:cubicBezTo>
                    <a:pt x="89" y="37"/>
                    <a:pt x="86" y="34"/>
                    <a:pt x="84" y="32"/>
                  </a:cubicBezTo>
                  <a:cubicBezTo>
                    <a:pt x="82" y="31"/>
                    <a:pt x="81" y="31"/>
                    <a:pt x="80" y="29"/>
                  </a:cubicBezTo>
                  <a:cubicBezTo>
                    <a:pt x="80" y="29"/>
                    <a:pt x="80" y="28"/>
                    <a:pt x="79" y="28"/>
                  </a:cubicBezTo>
                  <a:cubicBezTo>
                    <a:pt x="79" y="28"/>
                    <a:pt x="79" y="28"/>
                    <a:pt x="78" y="28"/>
                  </a:cubicBezTo>
                  <a:cubicBezTo>
                    <a:pt x="78" y="27"/>
                    <a:pt x="79" y="26"/>
                    <a:pt x="79" y="25"/>
                  </a:cubicBezTo>
                  <a:cubicBezTo>
                    <a:pt x="79" y="25"/>
                    <a:pt x="79" y="23"/>
                    <a:pt x="79" y="22"/>
                  </a:cubicBezTo>
                  <a:cubicBezTo>
                    <a:pt x="78" y="21"/>
                    <a:pt x="76" y="21"/>
                    <a:pt x="75" y="20"/>
                  </a:cubicBezTo>
                  <a:cubicBezTo>
                    <a:pt x="73" y="19"/>
                    <a:pt x="72" y="18"/>
                    <a:pt x="71" y="17"/>
                  </a:cubicBezTo>
                  <a:cubicBezTo>
                    <a:pt x="68" y="15"/>
                    <a:pt x="65" y="14"/>
                    <a:pt x="62" y="12"/>
                  </a:cubicBezTo>
                  <a:cubicBezTo>
                    <a:pt x="56" y="8"/>
                    <a:pt x="50" y="4"/>
                    <a:pt x="44" y="1"/>
                  </a:cubicBezTo>
                  <a:cubicBezTo>
                    <a:pt x="44" y="1"/>
                    <a:pt x="43" y="1"/>
                    <a:pt x="43" y="2"/>
                  </a:cubicBezTo>
                  <a:cubicBezTo>
                    <a:pt x="43" y="2"/>
                    <a:pt x="43" y="2"/>
                    <a:pt x="42" y="3"/>
                  </a:cubicBezTo>
                  <a:cubicBezTo>
                    <a:pt x="42" y="3"/>
                    <a:pt x="43" y="3"/>
                    <a:pt x="43" y="4"/>
                  </a:cubicBezTo>
                  <a:cubicBezTo>
                    <a:pt x="43" y="4"/>
                    <a:pt x="44" y="4"/>
                    <a:pt x="43" y="4"/>
                  </a:cubicBezTo>
                  <a:cubicBezTo>
                    <a:pt x="43" y="4"/>
                    <a:pt x="41" y="3"/>
                    <a:pt x="42" y="5"/>
                  </a:cubicBezTo>
                  <a:cubicBezTo>
                    <a:pt x="42" y="5"/>
                    <a:pt x="41" y="5"/>
                    <a:pt x="42" y="5"/>
                  </a:cubicBezTo>
                  <a:cubicBezTo>
                    <a:pt x="42" y="5"/>
                    <a:pt x="43" y="6"/>
                    <a:pt x="43" y="6"/>
                  </a:cubicBezTo>
                  <a:cubicBezTo>
                    <a:pt x="42" y="6"/>
                    <a:pt x="42" y="6"/>
                    <a:pt x="41" y="6"/>
                  </a:cubicBezTo>
                  <a:cubicBezTo>
                    <a:pt x="41" y="5"/>
                    <a:pt x="41" y="6"/>
                    <a:pt x="41" y="6"/>
                  </a:cubicBezTo>
                  <a:cubicBezTo>
                    <a:pt x="41" y="6"/>
                    <a:pt x="40" y="5"/>
                    <a:pt x="40" y="5"/>
                  </a:cubicBezTo>
                  <a:cubicBezTo>
                    <a:pt x="40" y="6"/>
                    <a:pt x="41" y="6"/>
                    <a:pt x="40" y="6"/>
                  </a:cubicBezTo>
                  <a:cubicBezTo>
                    <a:pt x="40" y="7"/>
                    <a:pt x="40" y="6"/>
                    <a:pt x="40" y="7"/>
                  </a:cubicBezTo>
                  <a:cubicBezTo>
                    <a:pt x="40" y="7"/>
                    <a:pt x="41" y="8"/>
                    <a:pt x="41" y="7"/>
                  </a:cubicBezTo>
                  <a:cubicBezTo>
                    <a:pt x="40" y="8"/>
                    <a:pt x="40" y="7"/>
                    <a:pt x="39" y="8"/>
                  </a:cubicBezTo>
                  <a:cubicBezTo>
                    <a:pt x="39" y="8"/>
                    <a:pt x="40" y="9"/>
                    <a:pt x="40" y="9"/>
                  </a:cubicBezTo>
                  <a:cubicBezTo>
                    <a:pt x="40" y="9"/>
                    <a:pt x="39" y="8"/>
                    <a:pt x="39" y="9"/>
                  </a:cubicBezTo>
                  <a:cubicBezTo>
                    <a:pt x="39" y="9"/>
                    <a:pt x="39" y="9"/>
                    <a:pt x="39" y="9"/>
                  </a:cubicBezTo>
                  <a:cubicBezTo>
                    <a:pt x="38" y="10"/>
                    <a:pt x="38" y="10"/>
                    <a:pt x="38" y="9"/>
                  </a:cubicBezTo>
                  <a:cubicBezTo>
                    <a:pt x="38" y="9"/>
                    <a:pt x="37" y="9"/>
                    <a:pt x="37" y="10"/>
                  </a:cubicBezTo>
                  <a:cubicBezTo>
                    <a:pt x="37" y="10"/>
                    <a:pt x="36" y="10"/>
                    <a:pt x="37" y="11"/>
                  </a:cubicBezTo>
                  <a:cubicBezTo>
                    <a:pt x="37" y="11"/>
                    <a:pt x="38" y="10"/>
                    <a:pt x="38" y="10"/>
                  </a:cubicBezTo>
                  <a:cubicBezTo>
                    <a:pt x="38" y="10"/>
                    <a:pt x="38" y="11"/>
                    <a:pt x="38" y="11"/>
                  </a:cubicBezTo>
                  <a:cubicBezTo>
                    <a:pt x="38" y="11"/>
                    <a:pt x="40" y="11"/>
                    <a:pt x="39" y="12"/>
                  </a:cubicBezTo>
                  <a:cubicBezTo>
                    <a:pt x="38" y="12"/>
                    <a:pt x="38" y="11"/>
                    <a:pt x="38" y="11"/>
                  </a:cubicBezTo>
                  <a:cubicBezTo>
                    <a:pt x="37" y="11"/>
                    <a:pt x="38" y="12"/>
                    <a:pt x="37" y="12"/>
                  </a:cubicBezTo>
                  <a:cubicBezTo>
                    <a:pt x="37" y="12"/>
                    <a:pt x="37" y="11"/>
                    <a:pt x="37" y="12"/>
                  </a:cubicBezTo>
                  <a:cubicBezTo>
                    <a:pt x="37" y="11"/>
                    <a:pt x="37" y="11"/>
                    <a:pt x="36" y="11"/>
                  </a:cubicBezTo>
                  <a:cubicBezTo>
                    <a:pt x="37" y="12"/>
                    <a:pt x="36" y="12"/>
                    <a:pt x="36" y="12"/>
                  </a:cubicBezTo>
                  <a:cubicBezTo>
                    <a:pt x="36" y="12"/>
                    <a:pt x="35" y="13"/>
                    <a:pt x="36" y="13"/>
                  </a:cubicBezTo>
                  <a:cubicBezTo>
                    <a:pt x="37" y="12"/>
                    <a:pt x="37" y="13"/>
                    <a:pt x="38" y="13"/>
                  </a:cubicBezTo>
                  <a:cubicBezTo>
                    <a:pt x="39" y="13"/>
                    <a:pt x="39" y="13"/>
                    <a:pt x="40" y="13"/>
                  </a:cubicBezTo>
                  <a:cubicBezTo>
                    <a:pt x="40" y="12"/>
                    <a:pt x="41" y="12"/>
                    <a:pt x="42" y="13"/>
                  </a:cubicBezTo>
                  <a:cubicBezTo>
                    <a:pt x="42" y="14"/>
                    <a:pt x="42" y="14"/>
                    <a:pt x="41" y="14"/>
                  </a:cubicBezTo>
                  <a:cubicBezTo>
                    <a:pt x="41" y="14"/>
                    <a:pt x="39" y="15"/>
                    <a:pt x="39" y="16"/>
                  </a:cubicBezTo>
                  <a:cubicBezTo>
                    <a:pt x="39" y="16"/>
                    <a:pt x="38" y="16"/>
                    <a:pt x="38" y="16"/>
                  </a:cubicBezTo>
                  <a:cubicBezTo>
                    <a:pt x="39" y="17"/>
                    <a:pt x="37" y="18"/>
                    <a:pt x="37" y="17"/>
                  </a:cubicBezTo>
                  <a:cubicBezTo>
                    <a:pt x="37" y="17"/>
                    <a:pt x="36" y="17"/>
                    <a:pt x="35" y="17"/>
                  </a:cubicBezTo>
                  <a:cubicBezTo>
                    <a:pt x="35" y="16"/>
                    <a:pt x="35" y="15"/>
                    <a:pt x="34" y="15"/>
                  </a:cubicBezTo>
                  <a:cubicBezTo>
                    <a:pt x="33" y="15"/>
                    <a:pt x="33" y="16"/>
                    <a:pt x="33" y="16"/>
                  </a:cubicBezTo>
                  <a:cubicBezTo>
                    <a:pt x="33" y="16"/>
                    <a:pt x="32" y="16"/>
                    <a:pt x="32" y="17"/>
                  </a:cubicBezTo>
                  <a:cubicBezTo>
                    <a:pt x="33" y="17"/>
                    <a:pt x="33" y="17"/>
                    <a:pt x="33" y="17"/>
                  </a:cubicBezTo>
                  <a:cubicBezTo>
                    <a:pt x="33" y="18"/>
                    <a:pt x="32" y="18"/>
                    <a:pt x="32" y="18"/>
                  </a:cubicBezTo>
                  <a:cubicBezTo>
                    <a:pt x="32" y="18"/>
                    <a:pt x="33" y="18"/>
                    <a:pt x="33" y="19"/>
                  </a:cubicBezTo>
                  <a:cubicBezTo>
                    <a:pt x="33" y="19"/>
                    <a:pt x="32" y="19"/>
                    <a:pt x="33" y="19"/>
                  </a:cubicBezTo>
                  <a:cubicBezTo>
                    <a:pt x="33" y="19"/>
                    <a:pt x="33" y="20"/>
                    <a:pt x="33" y="20"/>
                  </a:cubicBezTo>
                  <a:cubicBezTo>
                    <a:pt x="33" y="20"/>
                    <a:pt x="33" y="20"/>
                    <a:pt x="33" y="20"/>
                  </a:cubicBezTo>
                  <a:cubicBezTo>
                    <a:pt x="33" y="21"/>
                    <a:pt x="34" y="21"/>
                    <a:pt x="34" y="21"/>
                  </a:cubicBezTo>
                  <a:cubicBezTo>
                    <a:pt x="34" y="21"/>
                    <a:pt x="33" y="21"/>
                    <a:pt x="33" y="20"/>
                  </a:cubicBezTo>
                  <a:cubicBezTo>
                    <a:pt x="33" y="20"/>
                    <a:pt x="32" y="20"/>
                    <a:pt x="32" y="21"/>
                  </a:cubicBezTo>
                  <a:cubicBezTo>
                    <a:pt x="32" y="21"/>
                    <a:pt x="32" y="21"/>
                    <a:pt x="32" y="22"/>
                  </a:cubicBezTo>
                  <a:cubicBezTo>
                    <a:pt x="32" y="22"/>
                    <a:pt x="31" y="23"/>
                    <a:pt x="31" y="22"/>
                  </a:cubicBezTo>
                  <a:cubicBezTo>
                    <a:pt x="31" y="22"/>
                    <a:pt x="32" y="21"/>
                    <a:pt x="32" y="21"/>
                  </a:cubicBezTo>
                  <a:cubicBezTo>
                    <a:pt x="32" y="21"/>
                    <a:pt x="31" y="21"/>
                    <a:pt x="31" y="21"/>
                  </a:cubicBezTo>
                  <a:cubicBezTo>
                    <a:pt x="31" y="20"/>
                    <a:pt x="32" y="20"/>
                    <a:pt x="32" y="20"/>
                  </a:cubicBezTo>
                  <a:cubicBezTo>
                    <a:pt x="33" y="19"/>
                    <a:pt x="32" y="19"/>
                    <a:pt x="32" y="19"/>
                  </a:cubicBezTo>
                  <a:cubicBezTo>
                    <a:pt x="32" y="19"/>
                    <a:pt x="32" y="19"/>
                    <a:pt x="32" y="18"/>
                  </a:cubicBezTo>
                  <a:cubicBezTo>
                    <a:pt x="32" y="18"/>
                    <a:pt x="32" y="18"/>
                    <a:pt x="32" y="17"/>
                  </a:cubicBezTo>
                  <a:cubicBezTo>
                    <a:pt x="32" y="17"/>
                    <a:pt x="32" y="17"/>
                    <a:pt x="32" y="17"/>
                  </a:cubicBezTo>
                  <a:cubicBezTo>
                    <a:pt x="31" y="17"/>
                    <a:pt x="31" y="17"/>
                    <a:pt x="31" y="17"/>
                  </a:cubicBezTo>
                  <a:cubicBezTo>
                    <a:pt x="31" y="17"/>
                    <a:pt x="31" y="17"/>
                    <a:pt x="30" y="17"/>
                  </a:cubicBezTo>
                  <a:cubicBezTo>
                    <a:pt x="31" y="17"/>
                    <a:pt x="30" y="16"/>
                    <a:pt x="30" y="15"/>
                  </a:cubicBezTo>
                  <a:cubicBezTo>
                    <a:pt x="30" y="16"/>
                    <a:pt x="30" y="17"/>
                    <a:pt x="29" y="17"/>
                  </a:cubicBezTo>
                  <a:cubicBezTo>
                    <a:pt x="29" y="18"/>
                    <a:pt x="30" y="16"/>
                    <a:pt x="29" y="16"/>
                  </a:cubicBezTo>
                  <a:cubicBezTo>
                    <a:pt x="29" y="16"/>
                    <a:pt x="28" y="16"/>
                    <a:pt x="28" y="16"/>
                  </a:cubicBezTo>
                  <a:cubicBezTo>
                    <a:pt x="27" y="16"/>
                    <a:pt x="27" y="15"/>
                    <a:pt x="27" y="15"/>
                  </a:cubicBezTo>
                  <a:cubicBezTo>
                    <a:pt x="27" y="15"/>
                    <a:pt x="27" y="14"/>
                    <a:pt x="27" y="14"/>
                  </a:cubicBezTo>
                  <a:cubicBezTo>
                    <a:pt x="27" y="14"/>
                    <a:pt x="26" y="15"/>
                    <a:pt x="26" y="14"/>
                  </a:cubicBezTo>
                  <a:cubicBezTo>
                    <a:pt x="26" y="15"/>
                    <a:pt x="26" y="16"/>
                    <a:pt x="25" y="15"/>
                  </a:cubicBezTo>
                  <a:cubicBezTo>
                    <a:pt x="24" y="15"/>
                    <a:pt x="25" y="16"/>
                    <a:pt x="25" y="16"/>
                  </a:cubicBezTo>
                  <a:cubicBezTo>
                    <a:pt x="26" y="17"/>
                    <a:pt x="26" y="18"/>
                    <a:pt x="25" y="17"/>
                  </a:cubicBezTo>
                  <a:cubicBezTo>
                    <a:pt x="25" y="17"/>
                    <a:pt x="25" y="17"/>
                    <a:pt x="25" y="17"/>
                  </a:cubicBezTo>
                  <a:cubicBezTo>
                    <a:pt x="25" y="17"/>
                    <a:pt x="24" y="17"/>
                    <a:pt x="24" y="17"/>
                  </a:cubicBezTo>
                  <a:cubicBezTo>
                    <a:pt x="24" y="17"/>
                    <a:pt x="24" y="17"/>
                    <a:pt x="24" y="17"/>
                  </a:cubicBezTo>
                  <a:cubicBezTo>
                    <a:pt x="24" y="17"/>
                    <a:pt x="24" y="17"/>
                    <a:pt x="24" y="18"/>
                  </a:cubicBezTo>
                  <a:cubicBezTo>
                    <a:pt x="24" y="18"/>
                    <a:pt x="23" y="18"/>
                    <a:pt x="23" y="18"/>
                  </a:cubicBezTo>
                  <a:cubicBezTo>
                    <a:pt x="23" y="18"/>
                    <a:pt x="24" y="19"/>
                    <a:pt x="24" y="19"/>
                  </a:cubicBezTo>
                  <a:cubicBezTo>
                    <a:pt x="24" y="19"/>
                    <a:pt x="24" y="20"/>
                    <a:pt x="24" y="19"/>
                  </a:cubicBezTo>
                  <a:cubicBezTo>
                    <a:pt x="23" y="19"/>
                    <a:pt x="23" y="18"/>
                    <a:pt x="23" y="18"/>
                  </a:cubicBezTo>
                  <a:cubicBezTo>
                    <a:pt x="23" y="18"/>
                    <a:pt x="23" y="19"/>
                    <a:pt x="23" y="19"/>
                  </a:cubicBezTo>
                  <a:cubicBezTo>
                    <a:pt x="23" y="19"/>
                    <a:pt x="23" y="19"/>
                    <a:pt x="22" y="19"/>
                  </a:cubicBezTo>
                  <a:cubicBezTo>
                    <a:pt x="22" y="19"/>
                    <a:pt x="23" y="20"/>
                    <a:pt x="22" y="20"/>
                  </a:cubicBezTo>
                  <a:cubicBezTo>
                    <a:pt x="21" y="21"/>
                    <a:pt x="22" y="19"/>
                    <a:pt x="22" y="19"/>
                  </a:cubicBezTo>
                  <a:cubicBezTo>
                    <a:pt x="22" y="18"/>
                    <a:pt x="22" y="18"/>
                    <a:pt x="22" y="18"/>
                  </a:cubicBezTo>
                  <a:cubicBezTo>
                    <a:pt x="22" y="18"/>
                    <a:pt x="22" y="18"/>
                    <a:pt x="22" y="18"/>
                  </a:cubicBezTo>
                  <a:cubicBezTo>
                    <a:pt x="21" y="18"/>
                    <a:pt x="22" y="17"/>
                    <a:pt x="21" y="17"/>
                  </a:cubicBezTo>
                  <a:cubicBezTo>
                    <a:pt x="21" y="17"/>
                    <a:pt x="22" y="17"/>
                    <a:pt x="22" y="17"/>
                  </a:cubicBezTo>
                  <a:cubicBezTo>
                    <a:pt x="22" y="16"/>
                    <a:pt x="21" y="16"/>
                    <a:pt x="22" y="15"/>
                  </a:cubicBezTo>
                  <a:cubicBezTo>
                    <a:pt x="22" y="15"/>
                    <a:pt x="21" y="15"/>
                    <a:pt x="21" y="15"/>
                  </a:cubicBezTo>
                  <a:cubicBezTo>
                    <a:pt x="20" y="16"/>
                    <a:pt x="21" y="14"/>
                    <a:pt x="21" y="13"/>
                  </a:cubicBezTo>
                  <a:cubicBezTo>
                    <a:pt x="21" y="13"/>
                    <a:pt x="21" y="11"/>
                    <a:pt x="21" y="11"/>
                  </a:cubicBezTo>
                  <a:cubicBezTo>
                    <a:pt x="21" y="11"/>
                    <a:pt x="20" y="12"/>
                    <a:pt x="20" y="11"/>
                  </a:cubicBezTo>
                  <a:cubicBezTo>
                    <a:pt x="20" y="10"/>
                    <a:pt x="21" y="10"/>
                    <a:pt x="21" y="9"/>
                  </a:cubicBezTo>
                  <a:cubicBezTo>
                    <a:pt x="21" y="9"/>
                    <a:pt x="21" y="8"/>
                    <a:pt x="22" y="7"/>
                  </a:cubicBezTo>
                  <a:cubicBezTo>
                    <a:pt x="22" y="7"/>
                    <a:pt x="22" y="5"/>
                    <a:pt x="22" y="5"/>
                  </a:cubicBezTo>
                  <a:cubicBezTo>
                    <a:pt x="22" y="6"/>
                    <a:pt x="22" y="5"/>
                    <a:pt x="22" y="4"/>
                  </a:cubicBezTo>
                  <a:cubicBezTo>
                    <a:pt x="22" y="4"/>
                    <a:pt x="23" y="3"/>
                    <a:pt x="23" y="2"/>
                  </a:cubicBezTo>
                  <a:cubicBezTo>
                    <a:pt x="23" y="2"/>
                    <a:pt x="23" y="1"/>
                    <a:pt x="23" y="1"/>
                  </a:cubicBezTo>
                  <a:cubicBezTo>
                    <a:pt x="22" y="0"/>
                    <a:pt x="22" y="0"/>
                    <a:pt x="22" y="1"/>
                  </a:cubicBezTo>
                  <a:cubicBezTo>
                    <a:pt x="22" y="1"/>
                    <a:pt x="22" y="1"/>
                    <a:pt x="22" y="0"/>
                  </a:cubicBezTo>
                  <a:cubicBezTo>
                    <a:pt x="20" y="0"/>
                    <a:pt x="17" y="0"/>
                    <a:pt x="15" y="0"/>
                  </a:cubicBezTo>
                  <a:cubicBezTo>
                    <a:pt x="14" y="0"/>
                    <a:pt x="12" y="0"/>
                    <a:pt x="11" y="0"/>
                  </a:cubicBezTo>
                  <a:cubicBezTo>
                    <a:pt x="11" y="1"/>
                    <a:pt x="10" y="1"/>
                    <a:pt x="9" y="1"/>
                  </a:cubicBezTo>
                  <a:cubicBezTo>
                    <a:pt x="9" y="1"/>
                    <a:pt x="9" y="2"/>
                    <a:pt x="9" y="2"/>
                  </a:cubicBezTo>
                  <a:cubicBezTo>
                    <a:pt x="9" y="2"/>
                    <a:pt x="9" y="2"/>
                    <a:pt x="10" y="2"/>
                  </a:cubicBezTo>
                  <a:cubicBezTo>
                    <a:pt x="10" y="2"/>
                    <a:pt x="10" y="2"/>
                    <a:pt x="10" y="3"/>
                  </a:cubicBezTo>
                  <a:cubicBezTo>
                    <a:pt x="10" y="3"/>
                    <a:pt x="10" y="4"/>
                    <a:pt x="10" y="4"/>
                  </a:cubicBezTo>
                  <a:cubicBezTo>
                    <a:pt x="11" y="4"/>
                    <a:pt x="11" y="4"/>
                    <a:pt x="11" y="5"/>
                  </a:cubicBezTo>
                  <a:cubicBezTo>
                    <a:pt x="12" y="5"/>
                    <a:pt x="13" y="7"/>
                    <a:pt x="13" y="8"/>
                  </a:cubicBezTo>
                  <a:cubicBezTo>
                    <a:pt x="12" y="9"/>
                    <a:pt x="12" y="10"/>
                    <a:pt x="13" y="12"/>
                  </a:cubicBezTo>
                  <a:cubicBezTo>
                    <a:pt x="13" y="12"/>
                    <a:pt x="13" y="12"/>
                    <a:pt x="13" y="13"/>
                  </a:cubicBezTo>
                  <a:cubicBezTo>
                    <a:pt x="13" y="14"/>
                    <a:pt x="13" y="14"/>
                    <a:pt x="13" y="15"/>
                  </a:cubicBezTo>
                  <a:cubicBezTo>
                    <a:pt x="13" y="15"/>
                    <a:pt x="12" y="15"/>
                    <a:pt x="12" y="15"/>
                  </a:cubicBezTo>
                  <a:cubicBezTo>
                    <a:pt x="11" y="15"/>
                    <a:pt x="11" y="15"/>
                    <a:pt x="11" y="16"/>
                  </a:cubicBezTo>
                  <a:cubicBezTo>
                    <a:pt x="9" y="16"/>
                    <a:pt x="10" y="17"/>
                    <a:pt x="9" y="18"/>
                  </a:cubicBezTo>
                  <a:cubicBezTo>
                    <a:pt x="9" y="18"/>
                    <a:pt x="8" y="19"/>
                    <a:pt x="9" y="19"/>
                  </a:cubicBezTo>
                  <a:cubicBezTo>
                    <a:pt x="9" y="19"/>
                    <a:pt x="9" y="18"/>
                    <a:pt x="10" y="18"/>
                  </a:cubicBezTo>
                  <a:cubicBezTo>
                    <a:pt x="9" y="19"/>
                    <a:pt x="9" y="19"/>
                    <a:pt x="9" y="19"/>
                  </a:cubicBezTo>
                  <a:cubicBezTo>
                    <a:pt x="9" y="20"/>
                    <a:pt x="9" y="20"/>
                    <a:pt x="9" y="20"/>
                  </a:cubicBezTo>
                  <a:cubicBezTo>
                    <a:pt x="8" y="21"/>
                    <a:pt x="9" y="21"/>
                    <a:pt x="9" y="22"/>
                  </a:cubicBezTo>
                  <a:cubicBezTo>
                    <a:pt x="9" y="22"/>
                    <a:pt x="10" y="21"/>
                    <a:pt x="10" y="21"/>
                  </a:cubicBezTo>
                  <a:cubicBezTo>
                    <a:pt x="10" y="21"/>
                    <a:pt x="11" y="21"/>
                    <a:pt x="11" y="22"/>
                  </a:cubicBezTo>
                  <a:cubicBezTo>
                    <a:pt x="11" y="22"/>
                    <a:pt x="12" y="22"/>
                    <a:pt x="13" y="22"/>
                  </a:cubicBezTo>
                  <a:cubicBezTo>
                    <a:pt x="12" y="23"/>
                    <a:pt x="13" y="24"/>
                    <a:pt x="13" y="25"/>
                  </a:cubicBezTo>
                  <a:cubicBezTo>
                    <a:pt x="12" y="26"/>
                    <a:pt x="11" y="25"/>
                    <a:pt x="11" y="26"/>
                  </a:cubicBezTo>
                  <a:cubicBezTo>
                    <a:pt x="12" y="27"/>
                    <a:pt x="9" y="28"/>
                    <a:pt x="9" y="28"/>
                  </a:cubicBezTo>
                  <a:cubicBezTo>
                    <a:pt x="9" y="28"/>
                    <a:pt x="8" y="30"/>
                    <a:pt x="8" y="30"/>
                  </a:cubicBezTo>
                  <a:cubicBezTo>
                    <a:pt x="8" y="30"/>
                    <a:pt x="9" y="31"/>
                    <a:pt x="8" y="31"/>
                  </a:cubicBezTo>
                  <a:cubicBezTo>
                    <a:pt x="8" y="31"/>
                    <a:pt x="8" y="31"/>
                    <a:pt x="7" y="31"/>
                  </a:cubicBezTo>
                  <a:cubicBezTo>
                    <a:pt x="7" y="32"/>
                    <a:pt x="7" y="32"/>
                    <a:pt x="7" y="33"/>
                  </a:cubicBezTo>
                  <a:cubicBezTo>
                    <a:pt x="6" y="34"/>
                    <a:pt x="6" y="34"/>
                    <a:pt x="6" y="34"/>
                  </a:cubicBezTo>
                  <a:cubicBezTo>
                    <a:pt x="6" y="35"/>
                    <a:pt x="5" y="35"/>
                    <a:pt x="5" y="35"/>
                  </a:cubicBezTo>
                  <a:cubicBezTo>
                    <a:pt x="5" y="36"/>
                    <a:pt x="4" y="37"/>
                    <a:pt x="3" y="37"/>
                  </a:cubicBezTo>
                  <a:cubicBezTo>
                    <a:pt x="2" y="37"/>
                    <a:pt x="2" y="39"/>
                    <a:pt x="1" y="38"/>
                  </a:cubicBezTo>
                  <a:cubicBezTo>
                    <a:pt x="1" y="39"/>
                    <a:pt x="1" y="40"/>
                    <a:pt x="1" y="41"/>
                  </a:cubicBezTo>
                  <a:cubicBezTo>
                    <a:pt x="0" y="42"/>
                    <a:pt x="0" y="43"/>
                    <a:pt x="1" y="43"/>
                  </a:cubicBezTo>
                  <a:cubicBezTo>
                    <a:pt x="1" y="43"/>
                    <a:pt x="1" y="43"/>
                    <a:pt x="1" y="43"/>
                  </a:cubicBezTo>
                  <a:cubicBezTo>
                    <a:pt x="1" y="44"/>
                    <a:pt x="2" y="44"/>
                    <a:pt x="2" y="44"/>
                  </a:cubicBezTo>
                  <a:cubicBezTo>
                    <a:pt x="2" y="45"/>
                    <a:pt x="3" y="46"/>
                    <a:pt x="2" y="46"/>
                  </a:cubicBezTo>
                  <a:cubicBezTo>
                    <a:pt x="2" y="46"/>
                    <a:pt x="3" y="47"/>
                    <a:pt x="2" y="47"/>
                  </a:cubicBezTo>
                  <a:cubicBezTo>
                    <a:pt x="2" y="47"/>
                    <a:pt x="2" y="48"/>
                    <a:pt x="2" y="48"/>
                  </a:cubicBezTo>
                  <a:cubicBezTo>
                    <a:pt x="2" y="49"/>
                    <a:pt x="2" y="49"/>
                    <a:pt x="3" y="50"/>
                  </a:cubicBezTo>
                  <a:cubicBezTo>
                    <a:pt x="3" y="51"/>
                    <a:pt x="3" y="52"/>
                    <a:pt x="4" y="53"/>
                  </a:cubicBezTo>
                  <a:cubicBezTo>
                    <a:pt x="4" y="53"/>
                    <a:pt x="4" y="54"/>
                    <a:pt x="3" y="55"/>
                  </a:cubicBezTo>
                  <a:cubicBezTo>
                    <a:pt x="3" y="55"/>
                    <a:pt x="3" y="55"/>
                    <a:pt x="3" y="55"/>
                  </a:cubicBezTo>
                  <a:cubicBezTo>
                    <a:pt x="2" y="55"/>
                    <a:pt x="2" y="55"/>
                    <a:pt x="2" y="55"/>
                  </a:cubicBezTo>
                  <a:cubicBezTo>
                    <a:pt x="2" y="56"/>
                    <a:pt x="1" y="58"/>
                    <a:pt x="2" y="58"/>
                  </a:cubicBezTo>
                  <a:cubicBezTo>
                    <a:pt x="2" y="59"/>
                    <a:pt x="3" y="60"/>
                    <a:pt x="4" y="60"/>
                  </a:cubicBezTo>
                  <a:cubicBezTo>
                    <a:pt x="4" y="61"/>
                    <a:pt x="5" y="60"/>
                    <a:pt x="6" y="60"/>
                  </a:cubicBezTo>
                  <a:cubicBezTo>
                    <a:pt x="6" y="60"/>
                    <a:pt x="6" y="61"/>
                    <a:pt x="6" y="61"/>
                  </a:cubicBezTo>
                  <a:cubicBezTo>
                    <a:pt x="6" y="61"/>
                    <a:pt x="7" y="62"/>
                    <a:pt x="7" y="62"/>
                  </a:cubicBezTo>
                  <a:cubicBezTo>
                    <a:pt x="8" y="63"/>
                    <a:pt x="8" y="64"/>
                    <a:pt x="8" y="64"/>
                  </a:cubicBezTo>
                  <a:cubicBezTo>
                    <a:pt x="9" y="65"/>
                    <a:pt x="10" y="66"/>
                    <a:pt x="10" y="66"/>
                  </a:cubicBezTo>
                  <a:cubicBezTo>
                    <a:pt x="10" y="67"/>
                    <a:pt x="10" y="67"/>
                    <a:pt x="9" y="67"/>
                  </a:cubicBezTo>
                  <a:cubicBezTo>
                    <a:pt x="9" y="68"/>
                    <a:pt x="9" y="67"/>
                    <a:pt x="9" y="67"/>
                  </a:cubicBezTo>
                  <a:cubicBezTo>
                    <a:pt x="9" y="67"/>
                    <a:pt x="10" y="69"/>
                    <a:pt x="10" y="69"/>
                  </a:cubicBezTo>
                  <a:cubicBezTo>
                    <a:pt x="10" y="70"/>
                    <a:pt x="10" y="70"/>
                    <a:pt x="10" y="72"/>
                  </a:cubicBezTo>
                  <a:cubicBezTo>
                    <a:pt x="10" y="73"/>
                    <a:pt x="11" y="73"/>
                    <a:pt x="11" y="74"/>
                  </a:cubicBezTo>
                  <a:cubicBezTo>
                    <a:pt x="12" y="74"/>
                    <a:pt x="12" y="75"/>
                    <a:pt x="12" y="76"/>
                  </a:cubicBezTo>
                  <a:cubicBezTo>
                    <a:pt x="12" y="77"/>
                    <a:pt x="13" y="78"/>
                    <a:pt x="13" y="78"/>
                  </a:cubicBezTo>
                  <a:cubicBezTo>
                    <a:pt x="13" y="79"/>
                    <a:pt x="14" y="79"/>
                    <a:pt x="13" y="79"/>
                  </a:cubicBezTo>
                  <a:cubicBezTo>
                    <a:pt x="13" y="79"/>
                    <a:pt x="13" y="80"/>
                    <a:pt x="13" y="80"/>
                  </a:cubicBezTo>
                  <a:cubicBezTo>
                    <a:pt x="14" y="81"/>
                    <a:pt x="15" y="81"/>
                    <a:pt x="15" y="82"/>
                  </a:cubicBezTo>
                  <a:cubicBezTo>
                    <a:pt x="15" y="82"/>
                    <a:pt x="15" y="82"/>
                    <a:pt x="15" y="83"/>
                  </a:cubicBezTo>
                  <a:cubicBezTo>
                    <a:pt x="15" y="83"/>
                    <a:pt x="15" y="83"/>
                    <a:pt x="15" y="84"/>
                  </a:cubicBezTo>
                  <a:cubicBezTo>
                    <a:pt x="16" y="83"/>
                    <a:pt x="16" y="84"/>
                    <a:pt x="17" y="84"/>
                  </a:cubicBezTo>
                  <a:cubicBezTo>
                    <a:pt x="17" y="84"/>
                    <a:pt x="17" y="84"/>
                    <a:pt x="18" y="84"/>
                  </a:cubicBezTo>
                  <a:cubicBezTo>
                    <a:pt x="19" y="84"/>
                    <a:pt x="19" y="85"/>
                    <a:pt x="19" y="86"/>
                  </a:cubicBezTo>
                  <a:cubicBezTo>
                    <a:pt x="19" y="86"/>
                    <a:pt x="20" y="87"/>
                    <a:pt x="21" y="87"/>
                  </a:cubicBezTo>
                  <a:cubicBezTo>
                    <a:pt x="21" y="87"/>
                    <a:pt x="23" y="87"/>
                    <a:pt x="23" y="88"/>
                  </a:cubicBezTo>
                  <a:cubicBezTo>
                    <a:pt x="23" y="88"/>
                    <a:pt x="23" y="89"/>
                    <a:pt x="23" y="89"/>
                  </a:cubicBezTo>
                  <a:cubicBezTo>
                    <a:pt x="24" y="88"/>
                    <a:pt x="25" y="89"/>
                    <a:pt x="25" y="89"/>
                  </a:cubicBezTo>
                  <a:cubicBezTo>
                    <a:pt x="26" y="90"/>
                    <a:pt x="27" y="89"/>
                    <a:pt x="28" y="90"/>
                  </a:cubicBezTo>
                  <a:cubicBezTo>
                    <a:pt x="28" y="91"/>
                    <a:pt x="28" y="91"/>
                    <a:pt x="29" y="91"/>
                  </a:cubicBezTo>
                  <a:cubicBezTo>
                    <a:pt x="30" y="91"/>
                    <a:pt x="30" y="91"/>
                    <a:pt x="30" y="91"/>
                  </a:cubicBezTo>
                  <a:cubicBezTo>
                    <a:pt x="31" y="91"/>
                    <a:pt x="31" y="92"/>
                    <a:pt x="31" y="92"/>
                  </a:cubicBezTo>
                  <a:cubicBezTo>
                    <a:pt x="31" y="92"/>
                    <a:pt x="32" y="93"/>
                    <a:pt x="32" y="93"/>
                  </a:cubicBezTo>
                  <a:cubicBezTo>
                    <a:pt x="33" y="92"/>
                    <a:pt x="34" y="93"/>
                    <a:pt x="34" y="93"/>
                  </a:cubicBezTo>
                  <a:cubicBezTo>
                    <a:pt x="35" y="94"/>
                    <a:pt x="36" y="93"/>
                    <a:pt x="36" y="94"/>
                  </a:cubicBezTo>
                  <a:cubicBezTo>
                    <a:pt x="37" y="94"/>
                    <a:pt x="37" y="95"/>
                    <a:pt x="38" y="95"/>
                  </a:cubicBezTo>
                  <a:cubicBezTo>
                    <a:pt x="39" y="95"/>
                    <a:pt x="39" y="95"/>
                    <a:pt x="40" y="95"/>
                  </a:cubicBezTo>
                  <a:cubicBezTo>
                    <a:pt x="40" y="95"/>
                    <a:pt x="42" y="96"/>
                    <a:pt x="42" y="96"/>
                  </a:cubicBezTo>
                  <a:cubicBezTo>
                    <a:pt x="42" y="95"/>
                    <a:pt x="42" y="95"/>
                    <a:pt x="42" y="94"/>
                  </a:cubicBezTo>
                  <a:cubicBezTo>
                    <a:pt x="42" y="93"/>
                    <a:pt x="43" y="94"/>
                    <a:pt x="44" y="94"/>
                  </a:cubicBezTo>
                  <a:cubicBezTo>
                    <a:pt x="44" y="95"/>
                    <a:pt x="45" y="95"/>
                    <a:pt x="45" y="96"/>
                  </a:cubicBezTo>
                  <a:cubicBezTo>
                    <a:pt x="46" y="96"/>
                    <a:pt x="46" y="97"/>
                    <a:pt x="46" y="98"/>
                  </a:cubicBezTo>
                  <a:cubicBezTo>
                    <a:pt x="47" y="98"/>
                    <a:pt x="47" y="99"/>
                    <a:pt x="47" y="100"/>
                  </a:cubicBezTo>
                  <a:cubicBezTo>
                    <a:pt x="47" y="101"/>
                    <a:pt x="48" y="102"/>
                    <a:pt x="48" y="103"/>
                  </a:cubicBezTo>
                  <a:cubicBezTo>
                    <a:pt x="48" y="104"/>
                    <a:pt x="48" y="105"/>
                    <a:pt x="48" y="106"/>
                  </a:cubicBezTo>
                  <a:cubicBezTo>
                    <a:pt x="49" y="106"/>
                    <a:pt x="49" y="107"/>
                    <a:pt x="49" y="108"/>
                  </a:cubicBezTo>
                  <a:cubicBezTo>
                    <a:pt x="49" y="108"/>
                    <a:pt x="49" y="109"/>
                    <a:pt x="48" y="109"/>
                  </a:cubicBezTo>
                  <a:cubicBezTo>
                    <a:pt x="48" y="110"/>
                    <a:pt x="48" y="110"/>
                    <a:pt x="48" y="110"/>
                  </a:cubicBezTo>
                  <a:cubicBezTo>
                    <a:pt x="48" y="111"/>
                    <a:pt x="48" y="112"/>
                    <a:pt x="49" y="112"/>
                  </a:cubicBezTo>
                  <a:cubicBezTo>
                    <a:pt x="49" y="112"/>
                    <a:pt x="49" y="113"/>
                    <a:pt x="49" y="113"/>
                  </a:cubicBezTo>
                  <a:cubicBezTo>
                    <a:pt x="49" y="114"/>
                    <a:pt x="49" y="114"/>
                    <a:pt x="50" y="114"/>
                  </a:cubicBezTo>
                  <a:cubicBezTo>
                    <a:pt x="50" y="114"/>
                    <a:pt x="50" y="114"/>
                    <a:pt x="50" y="114"/>
                  </a:cubicBezTo>
                  <a:cubicBezTo>
                    <a:pt x="50" y="114"/>
                    <a:pt x="51" y="114"/>
                    <a:pt x="51" y="115"/>
                  </a:cubicBezTo>
                  <a:cubicBezTo>
                    <a:pt x="51" y="115"/>
                    <a:pt x="51" y="115"/>
                    <a:pt x="51" y="116"/>
                  </a:cubicBezTo>
                  <a:cubicBezTo>
                    <a:pt x="51" y="116"/>
                    <a:pt x="51" y="116"/>
                    <a:pt x="51" y="116"/>
                  </a:cubicBezTo>
                  <a:cubicBezTo>
                    <a:pt x="52" y="117"/>
                    <a:pt x="53" y="116"/>
                    <a:pt x="54" y="116"/>
                  </a:cubicBezTo>
                  <a:cubicBezTo>
                    <a:pt x="54" y="116"/>
                    <a:pt x="55" y="116"/>
                    <a:pt x="55" y="117"/>
                  </a:cubicBezTo>
                  <a:cubicBezTo>
                    <a:pt x="56" y="117"/>
                    <a:pt x="56" y="117"/>
                    <a:pt x="56" y="117"/>
                  </a:cubicBezTo>
                  <a:cubicBezTo>
                    <a:pt x="56" y="117"/>
                    <a:pt x="57" y="117"/>
                    <a:pt x="57" y="117"/>
                  </a:cubicBezTo>
                  <a:cubicBezTo>
                    <a:pt x="58" y="117"/>
                    <a:pt x="59" y="115"/>
                    <a:pt x="60" y="115"/>
                  </a:cubicBezTo>
                  <a:cubicBezTo>
                    <a:pt x="61" y="115"/>
                    <a:pt x="61" y="116"/>
                    <a:pt x="61" y="116"/>
                  </a:cubicBezTo>
                  <a:cubicBezTo>
                    <a:pt x="62" y="116"/>
                    <a:pt x="63" y="116"/>
                    <a:pt x="63" y="117"/>
                  </a:cubicBezTo>
                  <a:cubicBezTo>
                    <a:pt x="63" y="117"/>
                    <a:pt x="63" y="118"/>
                    <a:pt x="64" y="118"/>
                  </a:cubicBezTo>
                  <a:cubicBezTo>
                    <a:pt x="65" y="118"/>
                    <a:pt x="65" y="118"/>
                    <a:pt x="66" y="118"/>
                  </a:cubicBezTo>
                  <a:cubicBezTo>
                    <a:pt x="66" y="118"/>
                    <a:pt x="66" y="118"/>
                    <a:pt x="66" y="118"/>
                  </a:cubicBezTo>
                  <a:cubicBezTo>
                    <a:pt x="67" y="118"/>
                    <a:pt x="67" y="118"/>
                    <a:pt x="67" y="118"/>
                  </a:cubicBezTo>
                  <a:cubicBezTo>
                    <a:pt x="68" y="118"/>
                    <a:pt x="68" y="118"/>
                    <a:pt x="69" y="117"/>
                  </a:cubicBezTo>
                  <a:cubicBezTo>
                    <a:pt x="69" y="117"/>
                    <a:pt x="69" y="116"/>
                    <a:pt x="70" y="117"/>
                  </a:cubicBezTo>
                  <a:cubicBezTo>
                    <a:pt x="71" y="117"/>
                    <a:pt x="71" y="116"/>
                    <a:pt x="72" y="117"/>
                  </a:cubicBezTo>
                  <a:cubicBezTo>
                    <a:pt x="72" y="117"/>
                    <a:pt x="72" y="118"/>
                    <a:pt x="73" y="118"/>
                  </a:cubicBezTo>
                  <a:cubicBezTo>
                    <a:pt x="73" y="118"/>
                    <a:pt x="74" y="118"/>
                    <a:pt x="75" y="118"/>
                  </a:cubicBezTo>
                  <a:cubicBezTo>
                    <a:pt x="75" y="118"/>
                    <a:pt x="76" y="118"/>
                    <a:pt x="76" y="117"/>
                  </a:cubicBezTo>
                  <a:cubicBezTo>
                    <a:pt x="76" y="117"/>
                    <a:pt x="77" y="117"/>
                    <a:pt x="77" y="117"/>
                  </a:cubicBezTo>
                  <a:cubicBezTo>
                    <a:pt x="78" y="117"/>
                    <a:pt x="77" y="117"/>
                    <a:pt x="78" y="117"/>
                  </a:cubicBezTo>
                  <a:cubicBezTo>
                    <a:pt x="78" y="116"/>
                    <a:pt x="79" y="116"/>
                    <a:pt x="79" y="116"/>
                  </a:cubicBezTo>
                  <a:cubicBezTo>
                    <a:pt x="79" y="115"/>
                    <a:pt x="79" y="114"/>
                    <a:pt x="79" y="114"/>
                  </a:cubicBezTo>
                  <a:cubicBezTo>
                    <a:pt x="80" y="113"/>
                    <a:pt x="81" y="113"/>
                    <a:pt x="82" y="113"/>
                  </a:cubicBezTo>
                  <a:cubicBezTo>
                    <a:pt x="82" y="113"/>
                    <a:pt x="83" y="113"/>
                    <a:pt x="83" y="113"/>
                  </a:cubicBezTo>
                  <a:cubicBezTo>
                    <a:pt x="84" y="114"/>
                    <a:pt x="85" y="115"/>
                    <a:pt x="86" y="114"/>
                  </a:cubicBezTo>
                  <a:cubicBezTo>
                    <a:pt x="86" y="114"/>
                    <a:pt x="87" y="113"/>
                    <a:pt x="87" y="113"/>
                  </a:cubicBezTo>
                  <a:cubicBezTo>
                    <a:pt x="88" y="113"/>
                    <a:pt x="88" y="113"/>
                    <a:pt x="88" y="113"/>
                  </a:cubicBezTo>
                  <a:cubicBezTo>
                    <a:pt x="89" y="113"/>
                    <a:pt x="89" y="112"/>
                    <a:pt x="89" y="112"/>
                  </a:cubicBezTo>
                  <a:cubicBezTo>
                    <a:pt x="90" y="112"/>
                    <a:pt x="90" y="112"/>
                    <a:pt x="91" y="112"/>
                  </a:cubicBezTo>
                  <a:cubicBezTo>
                    <a:pt x="92" y="112"/>
                    <a:pt x="92" y="112"/>
                    <a:pt x="93" y="112"/>
                  </a:cubicBezTo>
                  <a:cubicBezTo>
                    <a:pt x="94" y="112"/>
                    <a:pt x="94" y="111"/>
                    <a:pt x="95" y="111"/>
                  </a:cubicBezTo>
                  <a:cubicBezTo>
                    <a:pt x="96" y="110"/>
                    <a:pt x="96" y="110"/>
                    <a:pt x="97" y="109"/>
                  </a:cubicBezTo>
                  <a:cubicBezTo>
                    <a:pt x="98" y="109"/>
                    <a:pt x="100" y="108"/>
                    <a:pt x="101" y="107"/>
                  </a:cubicBezTo>
                  <a:cubicBezTo>
                    <a:pt x="102" y="107"/>
                    <a:pt x="102" y="106"/>
                    <a:pt x="103" y="106"/>
                  </a:cubicBezTo>
                  <a:cubicBezTo>
                    <a:pt x="103" y="105"/>
                    <a:pt x="104" y="105"/>
                    <a:pt x="104" y="104"/>
                  </a:cubicBezTo>
                  <a:cubicBezTo>
                    <a:pt x="104" y="104"/>
                    <a:pt x="104" y="103"/>
                    <a:pt x="104" y="103"/>
                  </a:cubicBezTo>
                  <a:cubicBezTo>
                    <a:pt x="105" y="103"/>
                    <a:pt x="104" y="102"/>
                    <a:pt x="104" y="103"/>
                  </a:cubicBezTo>
                  <a:close/>
                  <a:moveTo>
                    <a:pt x="99" y="49"/>
                  </a:moveTo>
                  <a:cubicBezTo>
                    <a:pt x="99" y="49"/>
                    <a:pt x="99" y="49"/>
                    <a:pt x="99" y="49"/>
                  </a:cubicBezTo>
                  <a:cubicBezTo>
                    <a:pt x="99" y="49"/>
                    <a:pt x="100" y="47"/>
                    <a:pt x="100" y="45"/>
                  </a:cubicBezTo>
                  <a:cubicBezTo>
                    <a:pt x="100" y="46"/>
                    <a:pt x="100" y="45"/>
                    <a:pt x="100" y="44"/>
                  </a:cubicBezTo>
                  <a:cubicBezTo>
                    <a:pt x="100" y="44"/>
                    <a:pt x="100" y="44"/>
                    <a:pt x="100" y="43"/>
                  </a:cubicBezTo>
                  <a:cubicBezTo>
                    <a:pt x="100" y="43"/>
                    <a:pt x="100" y="44"/>
                    <a:pt x="100" y="44"/>
                  </a:cubicBezTo>
                  <a:cubicBezTo>
                    <a:pt x="99" y="44"/>
                    <a:pt x="98" y="44"/>
                    <a:pt x="98" y="43"/>
                  </a:cubicBezTo>
                  <a:cubicBezTo>
                    <a:pt x="98" y="43"/>
                    <a:pt x="98" y="44"/>
                    <a:pt x="98" y="44"/>
                  </a:cubicBezTo>
                  <a:cubicBezTo>
                    <a:pt x="98" y="44"/>
                    <a:pt x="99" y="45"/>
                    <a:pt x="99" y="45"/>
                  </a:cubicBezTo>
                  <a:cubicBezTo>
                    <a:pt x="99" y="45"/>
                    <a:pt x="98" y="45"/>
                    <a:pt x="98" y="46"/>
                  </a:cubicBezTo>
                  <a:cubicBezTo>
                    <a:pt x="99" y="46"/>
                    <a:pt x="99" y="46"/>
                    <a:pt x="99" y="46"/>
                  </a:cubicBezTo>
                  <a:cubicBezTo>
                    <a:pt x="99" y="47"/>
                    <a:pt x="98" y="46"/>
                    <a:pt x="98" y="46"/>
                  </a:cubicBezTo>
                  <a:cubicBezTo>
                    <a:pt x="98" y="47"/>
                    <a:pt x="99" y="47"/>
                    <a:pt x="99" y="47"/>
                  </a:cubicBezTo>
                  <a:cubicBezTo>
                    <a:pt x="99" y="47"/>
                    <a:pt x="98" y="47"/>
                    <a:pt x="98" y="47"/>
                  </a:cubicBezTo>
                  <a:cubicBezTo>
                    <a:pt x="98" y="47"/>
                    <a:pt x="99" y="47"/>
                    <a:pt x="99" y="47"/>
                  </a:cubicBezTo>
                  <a:cubicBezTo>
                    <a:pt x="99" y="47"/>
                    <a:pt x="98" y="47"/>
                    <a:pt x="98" y="47"/>
                  </a:cubicBezTo>
                  <a:cubicBezTo>
                    <a:pt x="98" y="47"/>
                    <a:pt x="98" y="47"/>
                    <a:pt x="98" y="47"/>
                  </a:cubicBezTo>
                  <a:cubicBezTo>
                    <a:pt x="98" y="48"/>
                    <a:pt x="98" y="48"/>
                    <a:pt x="98" y="48"/>
                  </a:cubicBezTo>
                  <a:cubicBezTo>
                    <a:pt x="98" y="48"/>
                    <a:pt x="97" y="49"/>
                    <a:pt x="99" y="49"/>
                  </a:cubicBezTo>
                  <a:close/>
                  <a:moveTo>
                    <a:pt x="93" y="58"/>
                  </a:moveTo>
                  <a:cubicBezTo>
                    <a:pt x="93" y="58"/>
                    <a:pt x="94" y="59"/>
                    <a:pt x="94" y="59"/>
                  </a:cubicBezTo>
                  <a:cubicBezTo>
                    <a:pt x="94" y="58"/>
                    <a:pt x="94" y="58"/>
                    <a:pt x="94" y="58"/>
                  </a:cubicBezTo>
                  <a:cubicBezTo>
                    <a:pt x="95" y="58"/>
                    <a:pt x="95" y="59"/>
                    <a:pt x="95" y="59"/>
                  </a:cubicBezTo>
                  <a:cubicBezTo>
                    <a:pt x="95" y="59"/>
                    <a:pt x="95" y="58"/>
                    <a:pt x="95" y="59"/>
                  </a:cubicBezTo>
                  <a:cubicBezTo>
                    <a:pt x="96" y="59"/>
                    <a:pt x="96" y="61"/>
                    <a:pt x="97" y="60"/>
                  </a:cubicBezTo>
                  <a:cubicBezTo>
                    <a:pt x="97" y="60"/>
                    <a:pt x="97" y="59"/>
                    <a:pt x="97" y="58"/>
                  </a:cubicBezTo>
                  <a:cubicBezTo>
                    <a:pt x="97" y="58"/>
                    <a:pt x="97" y="57"/>
                    <a:pt x="96" y="57"/>
                  </a:cubicBezTo>
                  <a:cubicBezTo>
                    <a:pt x="97" y="57"/>
                    <a:pt x="96" y="58"/>
                    <a:pt x="96" y="57"/>
                  </a:cubicBezTo>
                  <a:cubicBezTo>
                    <a:pt x="95" y="57"/>
                    <a:pt x="96" y="56"/>
                    <a:pt x="96" y="56"/>
                  </a:cubicBezTo>
                  <a:cubicBezTo>
                    <a:pt x="95" y="55"/>
                    <a:pt x="95" y="55"/>
                    <a:pt x="95" y="55"/>
                  </a:cubicBezTo>
                  <a:cubicBezTo>
                    <a:pt x="95" y="54"/>
                    <a:pt x="95" y="53"/>
                    <a:pt x="95" y="53"/>
                  </a:cubicBezTo>
                  <a:cubicBezTo>
                    <a:pt x="95" y="52"/>
                    <a:pt x="94" y="52"/>
                    <a:pt x="94" y="53"/>
                  </a:cubicBezTo>
                  <a:cubicBezTo>
                    <a:pt x="94" y="54"/>
                    <a:pt x="93" y="54"/>
                    <a:pt x="93" y="55"/>
                  </a:cubicBezTo>
                  <a:cubicBezTo>
                    <a:pt x="94" y="56"/>
                    <a:pt x="93" y="57"/>
                    <a:pt x="93" y="5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58" name="Tajikistan">
              <a:extLst>
                <a:ext uri="{FF2B5EF4-FFF2-40B4-BE49-F238E27FC236}">
                  <a16:creationId xmlns:a16="http://schemas.microsoft.com/office/drawing/2014/main" id="{01B5E4A8-FAFB-33CC-7652-F98DB30647FC}"/>
                </a:ext>
              </a:extLst>
            </p:cNvPr>
            <p:cNvSpPr>
              <a:spLocks noEditPoints="1"/>
            </p:cNvSpPr>
            <p:nvPr/>
          </p:nvSpPr>
          <p:spPr bwMode="auto">
            <a:xfrm>
              <a:off x="7860884" y="2445701"/>
              <a:ext cx="268565" cy="173490"/>
            </a:xfrm>
            <a:custGeom>
              <a:avLst/>
              <a:gdLst/>
              <a:ahLst/>
              <a:cxnLst>
                <a:cxn ang="0">
                  <a:pos x="73" y="41"/>
                </a:cxn>
                <a:cxn ang="0">
                  <a:pos x="65" y="42"/>
                </a:cxn>
                <a:cxn ang="0">
                  <a:pos x="63" y="41"/>
                </a:cxn>
                <a:cxn ang="0">
                  <a:pos x="57" y="41"/>
                </a:cxn>
                <a:cxn ang="0">
                  <a:pos x="52" y="45"/>
                </a:cxn>
                <a:cxn ang="0">
                  <a:pos x="43" y="42"/>
                </a:cxn>
                <a:cxn ang="0">
                  <a:pos x="41" y="34"/>
                </a:cxn>
                <a:cxn ang="0">
                  <a:pos x="36" y="29"/>
                </a:cxn>
                <a:cxn ang="0">
                  <a:pos x="33" y="29"/>
                </a:cxn>
                <a:cxn ang="0">
                  <a:pos x="31" y="32"/>
                </a:cxn>
                <a:cxn ang="0">
                  <a:pos x="31" y="38"/>
                </a:cxn>
                <a:cxn ang="0">
                  <a:pos x="28" y="38"/>
                </a:cxn>
                <a:cxn ang="0">
                  <a:pos x="24" y="41"/>
                </a:cxn>
                <a:cxn ang="0">
                  <a:pos x="19" y="41"/>
                </a:cxn>
                <a:cxn ang="0">
                  <a:pos x="17" y="42"/>
                </a:cxn>
                <a:cxn ang="0">
                  <a:pos x="14" y="44"/>
                </a:cxn>
                <a:cxn ang="0">
                  <a:pos x="10" y="44"/>
                </a:cxn>
                <a:cxn ang="0">
                  <a:pos x="11" y="36"/>
                </a:cxn>
                <a:cxn ang="0">
                  <a:pos x="9" y="28"/>
                </a:cxn>
                <a:cxn ang="0">
                  <a:pos x="8" y="23"/>
                </a:cxn>
                <a:cxn ang="0">
                  <a:pos x="3" y="21"/>
                </a:cxn>
                <a:cxn ang="0">
                  <a:pos x="2" y="17"/>
                </a:cxn>
                <a:cxn ang="0">
                  <a:pos x="11" y="16"/>
                </a:cxn>
                <a:cxn ang="0">
                  <a:pos x="11" y="12"/>
                </a:cxn>
                <a:cxn ang="0">
                  <a:pos x="13" y="11"/>
                </a:cxn>
                <a:cxn ang="0">
                  <a:pos x="14" y="9"/>
                </a:cxn>
                <a:cxn ang="0">
                  <a:pos x="14" y="7"/>
                </a:cxn>
                <a:cxn ang="0">
                  <a:pos x="17" y="4"/>
                </a:cxn>
                <a:cxn ang="0">
                  <a:pos x="23" y="2"/>
                </a:cxn>
                <a:cxn ang="0">
                  <a:pos x="27" y="3"/>
                </a:cxn>
                <a:cxn ang="0">
                  <a:pos x="24" y="7"/>
                </a:cxn>
                <a:cxn ang="0">
                  <a:pos x="30" y="10"/>
                </a:cxn>
                <a:cxn ang="0">
                  <a:pos x="27" y="12"/>
                </a:cxn>
                <a:cxn ang="0">
                  <a:pos x="25" y="11"/>
                </a:cxn>
                <a:cxn ang="0">
                  <a:pos x="18" y="11"/>
                </a:cxn>
                <a:cxn ang="0">
                  <a:pos x="16" y="13"/>
                </a:cxn>
                <a:cxn ang="0">
                  <a:pos x="19" y="17"/>
                </a:cxn>
                <a:cxn ang="0">
                  <a:pos x="25" y="16"/>
                </a:cxn>
                <a:cxn ang="0">
                  <a:pos x="31" y="18"/>
                </a:cxn>
                <a:cxn ang="0">
                  <a:pos x="36" y="16"/>
                </a:cxn>
                <a:cxn ang="0">
                  <a:pos x="42" y="19"/>
                </a:cxn>
                <a:cxn ang="0">
                  <a:pos x="45" y="19"/>
                </a:cxn>
                <a:cxn ang="0">
                  <a:pos x="52" y="19"/>
                </a:cxn>
                <a:cxn ang="0">
                  <a:pos x="57" y="18"/>
                </a:cxn>
                <a:cxn ang="0">
                  <a:pos x="59" y="24"/>
                </a:cxn>
                <a:cxn ang="0">
                  <a:pos x="63" y="27"/>
                </a:cxn>
                <a:cxn ang="0">
                  <a:pos x="70" y="29"/>
                </a:cxn>
                <a:cxn ang="0">
                  <a:pos x="72" y="35"/>
                </a:cxn>
                <a:cxn ang="0">
                  <a:pos x="26" y="2"/>
                </a:cxn>
              </a:cxnLst>
              <a:rect l="0" t="0" r="r" b="b"/>
              <a:pathLst>
                <a:path w="76" h="49">
                  <a:moveTo>
                    <a:pt x="76" y="40"/>
                  </a:moveTo>
                  <a:cubicBezTo>
                    <a:pt x="76" y="40"/>
                    <a:pt x="75" y="41"/>
                    <a:pt x="75" y="41"/>
                  </a:cubicBezTo>
                  <a:cubicBezTo>
                    <a:pt x="76" y="41"/>
                    <a:pt x="75" y="41"/>
                    <a:pt x="74" y="42"/>
                  </a:cubicBezTo>
                  <a:cubicBezTo>
                    <a:pt x="74" y="42"/>
                    <a:pt x="74" y="42"/>
                    <a:pt x="73" y="41"/>
                  </a:cubicBezTo>
                  <a:cubicBezTo>
                    <a:pt x="73" y="41"/>
                    <a:pt x="72" y="41"/>
                    <a:pt x="71" y="40"/>
                  </a:cubicBezTo>
                  <a:cubicBezTo>
                    <a:pt x="69" y="40"/>
                    <a:pt x="69" y="40"/>
                    <a:pt x="67" y="40"/>
                  </a:cubicBezTo>
                  <a:cubicBezTo>
                    <a:pt x="67" y="40"/>
                    <a:pt x="68" y="41"/>
                    <a:pt x="67" y="41"/>
                  </a:cubicBezTo>
                  <a:cubicBezTo>
                    <a:pt x="66" y="41"/>
                    <a:pt x="65" y="41"/>
                    <a:pt x="65" y="42"/>
                  </a:cubicBezTo>
                  <a:cubicBezTo>
                    <a:pt x="64" y="42"/>
                    <a:pt x="64" y="42"/>
                    <a:pt x="64" y="42"/>
                  </a:cubicBezTo>
                  <a:cubicBezTo>
                    <a:pt x="64" y="42"/>
                    <a:pt x="63" y="42"/>
                    <a:pt x="63" y="42"/>
                  </a:cubicBezTo>
                  <a:cubicBezTo>
                    <a:pt x="63" y="42"/>
                    <a:pt x="62" y="42"/>
                    <a:pt x="62" y="42"/>
                  </a:cubicBezTo>
                  <a:cubicBezTo>
                    <a:pt x="62" y="41"/>
                    <a:pt x="63" y="41"/>
                    <a:pt x="63" y="41"/>
                  </a:cubicBezTo>
                  <a:cubicBezTo>
                    <a:pt x="64" y="40"/>
                    <a:pt x="63" y="40"/>
                    <a:pt x="62" y="40"/>
                  </a:cubicBezTo>
                  <a:cubicBezTo>
                    <a:pt x="61" y="40"/>
                    <a:pt x="59" y="39"/>
                    <a:pt x="58" y="40"/>
                  </a:cubicBezTo>
                  <a:cubicBezTo>
                    <a:pt x="58" y="40"/>
                    <a:pt x="57" y="40"/>
                    <a:pt x="57" y="41"/>
                  </a:cubicBezTo>
                  <a:cubicBezTo>
                    <a:pt x="57" y="41"/>
                    <a:pt x="57" y="41"/>
                    <a:pt x="57" y="41"/>
                  </a:cubicBezTo>
                  <a:cubicBezTo>
                    <a:pt x="56" y="41"/>
                    <a:pt x="56" y="42"/>
                    <a:pt x="56" y="42"/>
                  </a:cubicBezTo>
                  <a:cubicBezTo>
                    <a:pt x="55" y="42"/>
                    <a:pt x="55" y="42"/>
                    <a:pt x="54" y="43"/>
                  </a:cubicBezTo>
                  <a:cubicBezTo>
                    <a:pt x="54" y="43"/>
                    <a:pt x="54" y="44"/>
                    <a:pt x="54" y="44"/>
                  </a:cubicBezTo>
                  <a:cubicBezTo>
                    <a:pt x="54" y="45"/>
                    <a:pt x="53" y="45"/>
                    <a:pt x="52" y="45"/>
                  </a:cubicBezTo>
                  <a:cubicBezTo>
                    <a:pt x="51" y="45"/>
                    <a:pt x="51" y="45"/>
                    <a:pt x="50" y="46"/>
                  </a:cubicBezTo>
                  <a:cubicBezTo>
                    <a:pt x="49" y="46"/>
                    <a:pt x="48" y="48"/>
                    <a:pt x="47" y="48"/>
                  </a:cubicBezTo>
                  <a:cubicBezTo>
                    <a:pt x="45" y="49"/>
                    <a:pt x="44" y="47"/>
                    <a:pt x="44" y="46"/>
                  </a:cubicBezTo>
                  <a:cubicBezTo>
                    <a:pt x="43" y="45"/>
                    <a:pt x="42" y="43"/>
                    <a:pt x="43" y="42"/>
                  </a:cubicBezTo>
                  <a:cubicBezTo>
                    <a:pt x="43" y="41"/>
                    <a:pt x="42" y="41"/>
                    <a:pt x="42" y="40"/>
                  </a:cubicBezTo>
                  <a:cubicBezTo>
                    <a:pt x="43" y="39"/>
                    <a:pt x="42" y="38"/>
                    <a:pt x="42" y="38"/>
                  </a:cubicBezTo>
                  <a:cubicBezTo>
                    <a:pt x="42" y="37"/>
                    <a:pt x="42" y="36"/>
                    <a:pt x="42" y="36"/>
                  </a:cubicBezTo>
                  <a:cubicBezTo>
                    <a:pt x="43" y="35"/>
                    <a:pt x="42" y="34"/>
                    <a:pt x="41" y="34"/>
                  </a:cubicBezTo>
                  <a:cubicBezTo>
                    <a:pt x="41" y="34"/>
                    <a:pt x="39" y="35"/>
                    <a:pt x="39" y="34"/>
                  </a:cubicBezTo>
                  <a:cubicBezTo>
                    <a:pt x="39" y="33"/>
                    <a:pt x="40" y="31"/>
                    <a:pt x="39" y="31"/>
                  </a:cubicBezTo>
                  <a:cubicBezTo>
                    <a:pt x="38" y="30"/>
                    <a:pt x="37" y="30"/>
                    <a:pt x="37" y="30"/>
                  </a:cubicBezTo>
                  <a:cubicBezTo>
                    <a:pt x="36" y="29"/>
                    <a:pt x="36" y="29"/>
                    <a:pt x="36" y="29"/>
                  </a:cubicBezTo>
                  <a:cubicBezTo>
                    <a:pt x="35" y="29"/>
                    <a:pt x="35" y="28"/>
                    <a:pt x="35" y="29"/>
                  </a:cubicBezTo>
                  <a:cubicBezTo>
                    <a:pt x="35" y="29"/>
                    <a:pt x="35" y="29"/>
                    <a:pt x="35" y="29"/>
                  </a:cubicBezTo>
                  <a:cubicBezTo>
                    <a:pt x="35" y="29"/>
                    <a:pt x="34" y="29"/>
                    <a:pt x="34" y="29"/>
                  </a:cubicBezTo>
                  <a:cubicBezTo>
                    <a:pt x="34" y="29"/>
                    <a:pt x="33" y="29"/>
                    <a:pt x="33" y="29"/>
                  </a:cubicBezTo>
                  <a:cubicBezTo>
                    <a:pt x="33" y="29"/>
                    <a:pt x="33" y="30"/>
                    <a:pt x="33" y="30"/>
                  </a:cubicBezTo>
                  <a:cubicBezTo>
                    <a:pt x="33" y="30"/>
                    <a:pt x="32" y="30"/>
                    <a:pt x="32" y="30"/>
                  </a:cubicBezTo>
                  <a:cubicBezTo>
                    <a:pt x="32" y="30"/>
                    <a:pt x="32" y="30"/>
                    <a:pt x="32" y="30"/>
                  </a:cubicBezTo>
                  <a:cubicBezTo>
                    <a:pt x="32" y="31"/>
                    <a:pt x="32" y="32"/>
                    <a:pt x="31" y="32"/>
                  </a:cubicBezTo>
                  <a:cubicBezTo>
                    <a:pt x="31" y="33"/>
                    <a:pt x="30" y="33"/>
                    <a:pt x="30" y="34"/>
                  </a:cubicBezTo>
                  <a:cubicBezTo>
                    <a:pt x="30" y="35"/>
                    <a:pt x="30" y="34"/>
                    <a:pt x="29" y="35"/>
                  </a:cubicBezTo>
                  <a:cubicBezTo>
                    <a:pt x="29" y="35"/>
                    <a:pt x="30" y="36"/>
                    <a:pt x="30" y="36"/>
                  </a:cubicBezTo>
                  <a:cubicBezTo>
                    <a:pt x="31" y="36"/>
                    <a:pt x="31" y="37"/>
                    <a:pt x="31" y="38"/>
                  </a:cubicBezTo>
                  <a:cubicBezTo>
                    <a:pt x="31" y="38"/>
                    <a:pt x="31" y="38"/>
                    <a:pt x="31" y="38"/>
                  </a:cubicBezTo>
                  <a:cubicBezTo>
                    <a:pt x="30" y="38"/>
                    <a:pt x="30" y="38"/>
                    <a:pt x="30" y="39"/>
                  </a:cubicBezTo>
                  <a:cubicBezTo>
                    <a:pt x="30" y="39"/>
                    <a:pt x="29" y="39"/>
                    <a:pt x="28" y="38"/>
                  </a:cubicBezTo>
                  <a:cubicBezTo>
                    <a:pt x="28" y="38"/>
                    <a:pt x="28" y="38"/>
                    <a:pt x="28" y="38"/>
                  </a:cubicBezTo>
                  <a:cubicBezTo>
                    <a:pt x="27" y="38"/>
                    <a:pt x="27" y="38"/>
                    <a:pt x="27" y="38"/>
                  </a:cubicBezTo>
                  <a:cubicBezTo>
                    <a:pt x="26" y="38"/>
                    <a:pt x="25" y="38"/>
                    <a:pt x="25" y="38"/>
                  </a:cubicBezTo>
                  <a:cubicBezTo>
                    <a:pt x="24" y="38"/>
                    <a:pt x="24" y="39"/>
                    <a:pt x="24" y="39"/>
                  </a:cubicBezTo>
                  <a:cubicBezTo>
                    <a:pt x="23" y="40"/>
                    <a:pt x="23" y="40"/>
                    <a:pt x="24" y="41"/>
                  </a:cubicBezTo>
                  <a:cubicBezTo>
                    <a:pt x="24" y="41"/>
                    <a:pt x="24" y="42"/>
                    <a:pt x="24" y="43"/>
                  </a:cubicBezTo>
                  <a:cubicBezTo>
                    <a:pt x="24" y="43"/>
                    <a:pt x="23" y="44"/>
                    <a:pt x="23" y="43"/>
                  </a:cubicBezTo>
                  <a:cubicBezTo>
                    <a:pt x="22" y="43"/>
                    <a:pt x="21" y="42"/>
                    <a:pt x="20" y="42"/>
                  </a:cubicBezTo>
                  <a:cubicBezTo>
                    <a:pt x="20" y="41"/>
                    <a:pt x="20" y="41"/>
                    <a:pt x="19" y="41"/>
                  </a:cubicBezTo>
                  <a:cubicBezTo>
                    <a:pt x="19" y="41"/>
                    <a:pt x="20" y="41"/>
                    <a:pt x="19" y="42"/>
                  </a:cubicBezTo>
                  <a:cubicBezTo>
                    <a:pt x="19" y="42"/>
                    <a:pt x="18" y="40"/>
                    <a:pt x="19" y="42"/>
                  </a:cubicBezTo>
                  <a:cubicBezTo>
                    <a:pt x="19" y="42"/>
                    <a:pt x="18" y="42"/>
                    <a:pt x="18" y="42"/>
                  </a:cubicBezTo>
                  <a:cubicBezTo>
                    <a:pt x="17" y="42"/>
                    <a:pt x="17" y="42"/>
                    <a:pt x="17" y="42"/>
                  </a:cubicBezTo>
                  <a:cubicBezTo>
                    <a:pt x="16" y="43"/>
                    <a:pt x="16" y="43"/>
                    <a:pt x="15" y="43"/>
                  </a:cubicBezTo>
                  <a:cubicBezTo>
                    <a:pt x="15" y="43"/>
                    <a:pt x="15" y="43"/>
                    <a:pt x="15" y="43"/>
                  </a:cubicBezTo>
                  <a:cubicBezTo>
                    <a:pt x="15" y="44"/>
                    <a:pt x="15" y="43"/>
                    <a:pt x="15" y="43"/>
                  </a:cubicBezTo>
                  <a:cubicBezTo>
                    <a:pt x="14" y="44"/>
                    <a:pt x="15" y="44"/>
                    <a:pt x="14" y="44"/>
                  </a:cubicBezTo>
                  <a:cubicBezTo>
                    <a:pt x="14" y="45"/>
                    <a:pt x="14" y="44"/>
                    <a:pt x="14" y="44"/>
                  </a:cubicBezTo>
                  <a:cubicBezTo>
                    <a:pt x="13" y="45"/>
                    <a:pt x="13" y="45"/>
                    <a:pt x="13" y="45"/>
                  </a:cubicBezTo>
                  <a:cubicBezTo>
                    <a:pt x="12" y="46"/>
                    <a:pt x="11" y="45"/>
                    <a:pt x="11" y="45"/>
                  </a:cubicBezTo>
                  <a:cubicBezTo>
                    <a:pt x="11" y="44"/>
                    <a:pt x="11" y="44"/>
                    <a:pt x="10" y="44"/>
                  </a:cubicBezTo>
                  <a:cubicBezTo>
                    <a:pt x="10" y="44"/>
                    <a:pt x="10" y="44"/>
                    <a:pt x="9" y="44"/>
                  </a:cubicBezTo>
                  <a:cubicBezTo>
                    <a:pt x="9" y="43"/>
                    <a:pt x="10" y="42"/>
                    <a:pt x="10" y="42"/>
                  </a:cubicBezTo>
                  <a:cubicBezTo>
                    <a:pt x="10" y="41"/>
                    <a:pt x="9" y="40"/>
                    <a:pt x="9" y="39"/>
                  </a:cubicBezTo>
                  <a:cubicBezTo>
                    <a:pt x="9" y="38"/>
                    <a:pt x="10" y="37"/>
                    <a:pt x="11" y="36"/>
                  </a:cubicBezTo>
                  <a:cubicBezTo>
                    <a:pt x="11" y="35"/>
                    <a:pt x="11" y="35"/>
                    <a:pt x="11" y="35"/>
                  </a:cubicBezTo>
                  <a:cubicBezTo>
                    <a:pt x="12" y="34"/>
                    <a:pt x="12" y="34"/>
                    <a:pt x="12" y="33"/>
                  </a:cubicBezTo>
                  <a:cubicBezTo>
                    <a:pt x="13" y="31"/>
                    <a:pt x="11" y="31"/>
                    <a:pt x="10" y="30"/>
                  </a:cubicBezTo>
                  <a:cubicBezTo>
                    <a:pt x="10" y="29"/>
                    <a:pt x="9" y="29"/>
                    <a:pt x="9" y="28"/>
                  </a:cubicBezTo>
                  <a:cubicBezTo>
                    <a:pt x="9" y="27"/>
                    <a:pt x="9" y="27"/>
                    <a:pt x="9" y="27"/>
                  </a:cubicBezTo>
                  <a:cubicBezTo>
                    <a:pt x="8" y="26"/>
                    <a:pt x="9" y="26"/>
                    <a:pt x="8" y="25"/>
                  </a:cubicBezTo>
                  <a:cubicBezTo>
                    <a:pt x="8" y="25"/>
                    <a:pt x="9" y="25"/>
                    <a:pt x="9" y="25"/>
                  </a:cubicBezTo>
                  <a:cubicBezTo>
                    <a:pt x="9" y="24"/>
                    <a:pt x="9" y="24"/>
                    <a:pt x="8" y="23"/>
                  </a:cubicBezTo>
                  <a:cubicBezTo>
                    <a:pt x="8" y="23"/>
                    <a:pt x="7" y="23"/>
                    <a:pt x="7" y="23"/>
                  </a:cubicBezTo>
                  <a:cubicBezTo>
                    <a:pt x="6" y="23"/>
                    <a:pt x="5" y="23"/>
                    <a:pt x="5" y="23"/>
                  </a:cubicBezTo>
                  <a:cubicBezTo>
                    <a:pt x="4" y="23"/>
                    <a:pt x="4" y="22"/>
                    <a:pt x="4" y="22"/>
                  </a:cubicBezTo>
                  <a:cubicBezTo>
                    <a:pt x="4" y="21"/>
                    <a:pt x="3" y="21"/>
                    <a:pt x="3" y="21"/>
                  </a:cubicBezTo>
                  <a:cubicBezTo>
                    <a:pt x="2" y="21"/>
                    <a:pt x="0" y="20"/>
                    <a:pt x="1" y="19"/>
                  </a:cubicBezTo>
                  <a:cubicBezTo>
                    <a:pt x="1" y="19"/>
                    <a:pt x="1" y="18"/>
                    <a:pt x="1" y="18"/>
                  </a:cubicBezTo>
                  <a:cubicBezTo>
                    <a:pt x="1" y="17"/>
                    <a:pt x="1" y="17"/>
                    <a:pt x="1" y="17"/>
                  </a:cubicBezTo>
                  <a:cubicBezTo>
                    <a:pt x="1" y="17"/>
                    <a:pt x="1" y="17"/>
                    <a:pt x="2" y="17"/>
                  </a:cubicBezTo>
                  <a:cubicBezTo>
                    <a:pt x="3" y="16"/>
                    <a:pt x="3" y="16"/>
                    <a:pt x="4" y="16"/>
                  </a:cubicBezTo>
                  <a:cubicBezTo>
                    <a:pt x="5" y="16"/>
                    <a:pt x="6" y="16"/>
                    <a:pt x="7" y="17"/>
                  </a:cubicBezTo>
                  <a:cubicBezTo>
                    <a:pt x="8" y="17"/>
                    <a:pt x="10" y="17"/>
                    <a:pt x="10" y="17"/>
                  </a:cubicBezTo>
                  <a:cubicBezTo>
                    <a:pt x="10" y="17"/>
                    <a:pt x="11" y="16"/>
                    <a:pt x="11" y="16"/>
                  </a:cubicBezTo>
                  <a:cubicBezTo>
                    <a:pt x="11" y="15"/>
                    <a:pt x="11" y="14"/>
                    <a:pt x="10" y="13"/>
                  </a:cubicBezTo>
                  <a:cubicBezTo>
                    <a:pt x="11" y="13"/>
                    <a:pt x="11" y="13"/>
                    <a:pt x="11" y="13"/>
                  </a:cubicBezTo>
                  <a:cubicBezTo>
                    <a:pt x="12" y="14"/>
                    <a:pt x="12" y="14"/>
                    <a:pt x="12" y="13"/>
                  </a:cubicBezTo>
                  <a:cubicBezTo>
                    <a:pt x="12" y="13"/>
                    <a:pt x="11" y="12"/>
                    <a:pt x="11" y="12"/>
                  </a:cubicBezTo>
                  <a:cubicBezTo>
                    <a:pt x="12" y="12"/>
                    <a:pt x="13" y="14"/>
                    <a:pt x="13" y="13"/>
                  </a:cubicBezTo>
                  <a:cubicBezTo>
                    <a:pt x="13" y="13"/>
                    <a:pt x="11" y="11"/>
                    <a:pt x="11" y="11"/>
                  </a:cubicBezTo>
                  <a:cubicBezTo>
                    <a:pt x="11" y="11"/>
                    <a:pt x="12" y="11"/>
                    <a:pt x="12" y="11"/>
                  </a:cubicBezTo>
                  <a:cubicBezTo>
                    <a:pt x="12" y="11"/>
                    <a:pt x="14" y="11"/>
                    <a:pt x="13" y="11"/>
                  </a:cubicBezTo>
                  <a:cubicBezTo>
                    <a:pt x="13" y="10"/>
                    <a:pt x="12" y="10"/>
                    <a:pt x="11" y="10"/>
                  </a:cubicBezTo>
                  <a:cubicBezTo>
                    <a:pt x="11" y="10"/>
                    <a:pt x="9" y="11"/>
                    <a:pt x="9" y="10"/>
                  </a:cubicBezTo>
                  <a:cubicBezTo>
                    <a:pt x="10" y="10"/>
                    <a:pt x="11" y="10"/>
                    <a:pt x="11" y="10"/>
                  </a:cubicBezTo>
                  <a:cubicBezTo>
                    <a:pt x="12" y="9"/>
                    <a:pt x="13" y="9"/>
                    <a:pt x="14" y="9"/>
                  </a:cubicBezTo>
                  <a:cubicBezTo>
                    <a:pt x="14" y="9"/>
                    <a:pt x="16" y="10"/>
                    <a:pt x="15" y="9"/>
                  </a:cubicBezTo>
                  <a:cubicBezTo>
                    <a:pt x="15" y="9"/>
                    <a:pt x="14" y="9"/>
                    <a:pt x="15" y="9"/>
                  </a:cubicBezTo>
                  <a:cubicBezTo>
                    <a:pt x="15" y="9"/>
                    <a:pt x="15" y="9"/>
                    <a:pt x="15" y="9"/>
                  </a:cubicBezTo>
                  <a:cubicBezTo>
                    <a:pt x="16" y="8"/>
                    <a:pt x="15" y="7"/>
                    <a:pt x="14" y="7"/>
                  </a:cubicBezTo>
                  <a:cubicBezTo>
                    <a:pt x="14" y="6"/>
                    <a:pt x="13" y="5"/>
                    <a:pt x="14" y="5"/>
                  </a:cubicBezTo>
                  <a:cubicBezTo>
                    <a:pt x="15" y="5"/>
                    <a:pt x="14" y="4"/>
                    <a:pt x="14" y="4"/>
                  </a:cubicBezTo>
                  <a:cubicBezTo>
                    <a:pt x="14" y="3"/>
                    <a:pt x="15" y="3"/>
                    <a:pt x="15" y="3"/>
                  </a:cubicBezTo>
                  <a:cubicBezTo>
                    <a:pt x="16" y="3"/>
                    <a:pt x="17" y="4"/>
                    <a:pt x="17" y="4"/>
                  </a:cubicBezTo>
                  <a:cubicBezTo>
                    <a:pt x="18" y="5"/>
                    <a:pt x="18" y="5"/>
                    <a:pt x="19" y="4"/>
                  </a:cubicBezTo>
                  <a:cubicBezTo>
                    <a:pt x="19" y="4"/>
                    <a:pt x="20" y="4"/>
                    <a:pt x="20" y="4"/>
                  </a:cubicBezTo>
                  <a:cubicBezTo>
                    <a:pt x="21" y="3"/>
                    <a:pt x="21" y="3"/>
                    <a:pt x="21" y="3"/>
                  </a:cubicBezTo>
                  <a:cubicBezTo>
                    <a:pt x="22" y="3"/>
                    <a:pt x="22" y="2"/>
                    <a:pt x="23" y="2"/>
                  </a:cubicBezTo>
                  <a:cubicBezTo>
                    <a:pt x="23" y="2"/>
                    <a:pt x="23" y="0"/>
                    <a:pt x="23" y="0"/>
                  </a:cubicBezTo>
                  <a:cubicBezTo>
                    <a:pt x="24" y="0"/>
                    <a:pt x="26" y="3"/>
                    <a:pt x="27" y="3"/>
                  </a:cubicBezTo>
                  <a:cubicBezTo>
                    <a:pt x="26" y="3"/>
                    <a:pt x="26" y="3"/>
                    <a:pt x="26" y="3"/>
                  </a:cubicBezTo>
                  <a:cubicBezTo>
                    <a:pt x="25" y="3"/>
                    <a:pt x="27" y="3"/>
                    <a:pt x="27" y="3"/>
                  </a:cubicBezTo>
                  <a:cubicBezTo>
                    <a:pt x="28" y="4"/>
                    <a:pt x="27" y="4"/>
                    <a:pt x="27" y="5"/>
                  </a:cubicBezTo>
                  <a:cubicBezTo>
                    <a:pt x="26" y="5"/>
                    <a:pt x="26" y="5"/>
                    <a:pt x="26" y="6"/>
                  </a:cubicBezTo>
                  <a:cubicBezTo>
                    <a:pt x="25" y="6"/>
                    <a:pt x="25" y="6"/>
                    <a:pt x="25" y="6"/>
                  </a:cubicBezTo>
                  <a:cubicBezTo>
                    <a:pt x="25" y="7"/>
                    <a:pt x="24" y="7"/>
                    <a:pt x="24" y="7"/>
                  </a:cubicBezTo>
                  <a:cubicBezTo>
                    <a:pt x="24" y="8"/>
                    <a:pt x="25" y="8"/>
                    <a:pt x="26" y="8"/>
                  </a:cubicBezTo>
                  <a:cubicBezTo>
                    <a:pt x="26" y="8"/>
                    <a:pt x="26" y="8"/>
                    <a:pt x="27" y="9"/>
                  </a:cubicBezTo>
                  <a:cubicBezTo>
                    <a:pt x="27" y="10"/>
                    <a:pt x="28" y="10"/>
                    <a:pt x="29" y="9"/>
                  </a:cubicBezTo>
                  <a:cubicBezTo>
                    <a:pt x="29" y="9"/>
                    <a:pt x="31" y="9"/>
                    <a:pt x="30" y="10"/>
                  </a:cubicBezTo>
                  <a:cubicBezTo>
                    <a:pt x="30" y="10"/>
                    <a:pt x="30" y="10"/>
                    <a:pt x="29" y="10"/>
                  </a:cubicBezTo>
                  <a:cubicBezTo>
                    <a:pt x="29" y="10"/>
                    <a:pt x="29" y="10"/>
                    <a:pt x="28" y="11"/>
                  </a:cubicBezTo>
                  <a:cubicBezTo>
                    <a:pt x="28" y="11"/>
                    <a:pt x="28" y="11"/>
                    <a:pt x="28" y="11"/>
                  </a:cubicBezTo>
                  <a:cubicBezTo>
                    <a:pt x="28" y="12"/>
                    <a:pt x="28" y="12"/>
                    <a:pt x="27" y="12"/>
                  </a:cubicBezTo>
                  <a:cubicBezTo>
                    <a:pt x="27" y="12"/>
                    <a:pt x="27" y="13"/>
                    <a:pt x="27" y="13"/>
                  </a:cubicBezTo>
                  <a:cubicBezTo>
                    <a:pt x="27" y="13"/>
                    <a:pt x="27" y="13"/>
                    <a:pt x="27" y="12"/>
                  </a:cubicBezTo>
                  <a:cubicBezTo>
                    <a:pt x="27" y="12"/>
                    <a:pt x="27" y="12"/>
                    <a:pt x="27" y="11"/>
                  </a:cubicBezTo>
                  <a:cubicBezTo>
                    <a:pt x="27" y="11"/>
                    <a:pt x="26" y="11"/>
                    <a:pt x="25" y="11"/>
                  </a:cubicBezTo>
                  <a:cubicBezTo>
                    <a:pt x="24" y="10"/>
                    <a:pt x="24" y="10"/>
                    <a:pt x="23" y="10"/>
                  </a:cubicBezTo>
                  <a:cubicBezTo>
                    <a:pt x="23" y="10"/>
                    <a:pt x="22" y="9"/>
                    <a:pt x="21" y="9"/>
                  </a:cubicBezTo>
                  <a:cubicBezTo>
                    <a:pt x="21" y="10"/>
                    <a:pt x="20" y="10"/>
                    <a:pt x="19" y="10"/>
                  </a:cubicBezTo>
                  <a:cubicBezTo>
                    <a:pt x="19" y="11"/>
                    <a:pt x="18" y="10"/>
                    <a:pt x="18" y="11"/>
                  </a:cubicBezTo>
                  <a:cubicBezTo>
                    <a:pt x="17" y="11"/>
                    <a:pt x="18" y="12"/>
                    <a:pt x="18" y="12"/>
                  </a:cubicBezTo>
                  <a:cubicBezTo>
                    <a:pt x="18" y="13"/>
                    <a:pt x="18" y="13"/>
                    <a:pt x="17" y="13"/>
                  </a:cubicBezTo>
                  <a:cubicBezTo>
                    <a:pt x="17" y="13"/>
                    <a:pt x="17" y="12"/>
                    <a:pt x="16" y="12"/>
                  </a:cubicBezTo>
                  <a:cubicBezTo>
                    <a:pt x="16" y="12"/>
                    <a:pt x="16" y="13"/>
                    <a:pt x="16" y="13"/>
                  </a:cubicBezTo>
                  <a:cubicBezTo>
                    <a:pt x="16" y="15"/>
                    <a:pt x="17" y="15"/>
                    <a:pt x="17" y="16"/>
                  </a:cubicBezTo>
                  <a:cubicBezTo>
                    <a:pt x="17" y="17"/>
                    <a:pt x="17" y="17"/>
                    <a:pt x="17" y="17"/>
                  </a:cubicBezTo>
                  <a:cubicBezTo>
                    <a:pt x="18" y="17"/>
                    <a:pt x="18" y="17"/>
                    <a:pt x="18" y="17"/>
                  </a:cubicBezTo>
                  <a:cubicBezTo>
                    <a:pt x="18" y="17"/>
                    <a:pt x="19" y="17"/>
                    <a:pt x="19" y="17"/>
                  </a:cubicBezTo>
                  <a:cubicBezTo>
                    <a:pt x="19" y="17"/>
                    <a:pt x="20" y="17"/>
                    <a:pt x="20" y="16"/>
                  </a:cubicBezTo>
                  <a:cubicBezTo>
                    <a:pt x="21" y="16"/>
                    <a:pt x="22" y="17"/>
                    <a:pt x="22" y="17"/>
                  </a:cubicBezTo>
                  <a:cubicBezTo>
                    <a:pt x="23" y="17"/>
                    <a:pt x="24" y="17"/>
                    <a:pt x="24" y="17"/>
                  </a:cubicBezTo>
                  <a:cubicBezTo>
                    <a:pt x="24" y="16"/>
                    <a:pt x="25" y="17"/>
                    <a:pt x="25" y="16"/>
                  </a:cubicBezTo>
                  <a:cubicBezTo>
                    <a:pt x="25" y="16"/>
                    <a:pt x="26" y="16"/>
                    <a:pt x="26" y="17"/>
                  </a:cubicBezTo>
                  <a:cubicBezTo>
                    <a:pt x="26" y="17"/>
                    <a:pt x="26" y="17"/>
                    <a:pt x="26" y="17"/>
                  </a:cubicBezTo>
                  <a:cubicBezTo>
                    <a:pt x="27" y="16"/>
                    <a:pt x="28" y="16"/>
                    <a:pt x="28" y="16"/>
                  </a:cubicBezTo>
                  <a:cubicBezTo>
                    <a:pt x="30" y="16"/>
                    <a:pt x="30" y="18"/>
                    <a:pt x="31" y="18"/>
                  </a:cubicBezTo>
                  <a:cubicBezTo>
                    <a:pt x="32" y="19"/>
                    <a:pt x="32" y="18"/>
                    <a:pt x="33" y="18"/>
                  </a:cubicBezTo>
                  <a:cubicBezTo>
                    <a:pt x="33" y="19"/>
                    <a:pt x="33" y="18"/>
                    <a:pt x="33" y="17"/>
                  </a:cubicBezTo>
                  <a:cubicBezTo>
                    <a:pt x="34" y="17"/>
                    <a:pt x="34" y="17"/>
                    <a:pt x="35" y="17"/>
                  </a:cubicBezTo>
                  <a:cubicBezTo>
                    <a:pt x="35" y="17"/>
                    <a:pt x="36" y="16"/>
                    <a:pt x="36" y="16"/>
                  </a:cubicBezTo>
                  <a:cubicBezTo>
                    <a:pt x="38" y="16"/>
                    <a:pt x="37" y="18"/>
                    <a:pt x="38" y="18"/>
                  </a:cubicBezTo>
                  <a:cubicBezTo>
                    <a:pt x="39" y="18"/>
                    <a:pt x="39" y="17"/>
                    <a:pt x="40" y="18"/>
                  </a:cubicBezTo>
                  <a:cubicBezTo>
                    <a:pt x="40" y="18"/>
                    <a:pt x="39" y="19"/>
                    <a:pt x="40" y="20"/>
                  </a:cubicBezTo>
                  <a:cubicBezTo>
                    <a:pt x="41" y="20"/>
                    <a:pt x="42" y="19"/>
                    <a:pt x="42" y="19"/>
                  </a:cubicBezTo>
                  <a:cubicBezTo>
                    <a:pt x="43" y="19"/>
                    <a:pt x="43" y="19"/>
                    <a:pt x="43" y="20"/>
                  </a:cubicBezTo>
                  <a:cubicBezTo>
                    <a:pt x="43" y="20"/>
                    <a:pt x="44" y="20"/>
                    <a:pt x="44" y="20"/>
                  </a:cubicBezTo>
                  <a:cubicBezTo>
                    <a:pt x="44" y="20"/>
                    <a:pt x="44" y="21"/>
                    <a:pt x="45" y="21"/>
                  </a:cubicBezTo>
                  <a:cubicBezTo>
                    <a:pt x="45" y="20"/>
                    <a:pt x="45" y="20"/>
                    <a:pt x="45" y="19"/>
                  </a:cubicBezTo>
                  <a:cubicBezTo>
                    <a:pt x="45" y="19"/>
                    <a:pt x="47" y="19"/>
                    <a:pt x="47" y="19"/>
                  </a:cubicBezTo>
                  <a:cubicBezTo>
                    <a:pt x="47" y="19"/>
                    <a:pt x="48" y="18"/>
                    <a:pt x="48" y="18"/>
                  </a:cubicBezTo>
                  <a:cubicBezTo>
                    <a:pt x="49" y="18"/>
                    <a:pt x="50" y="19"/>
                    <a:pt x="51" y="19"/>
                  </a:cubicBezTo>
                  <a:cubicBezTo>
                    <a:pt x="51" y="19"/>
                    <a:pt x="52" y="18"/>
                    <a:pt x="52" y="19"/>
                  </a:cubicBezTo>
                  <a:cubicBezTo>
                    <a:pt x="53" y="19"/>
                    <a:pt x="53" y="19"/>
                    <a:pt x="54" y="18"/>
                  </a:cubicBezTo>
                  <a:cubicBezTo>
                    <a:pt x="54" y="18"/>
                    <a:pt x="54" y="18"/>
                    <a:pt x="54" y="18"/>
                  </a:cubicBezTo>
                  <a:cubicBezTo>
                    <a:pt x="54" y="18"/>
                    <a:pt x="54" y="18"/>
                    <a:pt x="55" y="18"/>
                  </a:cubicBezTo>
                  <a:cubicBezTo>
                    <a:pt x="55" y="18"/>
                    <a:pt x="56" y="17"/>
                    <a:pt x="57" y="18"/>
                  </a:cubicBezTo>
                  <a:cubicBezTo>
                    <a:pt x="57" y="19"/>
                    <a:pt x="57" y="19"/>
                    <a:pt x="57" y="20"/>
                  </a:cubicBezTo>
                  <a:cubicBezTo>
                    <a:pt x="57" y="21"/>
                    <a:pt x="58" y="21"/>
                    <a:pt x="58" y="22"/>
                  </a:cubicBezTo>
                  <a:cubicBezTo>
                    <a:pt x="59" y="22"/>
                    <a:pt x="59" y="22"/>
                    <a:pt x="60" y="23"/>
                  </a:cubicBezTo>
                  <a:cubicBezTo>
                    <a:pt x="60" y="24"/>
                    <a:pt x="59" y="23"/>
                    <a:pt x="59" y="24"/>
                  </a:cubicBezTo>
                  <a:cubicBezTo>
                    <a:pt x="58" y="24"/>
                    <a:pt x="59" y="25"/>
                    <a:pt x="59" y="25"/>
                  </a:cubicBezTo>
                  <a:cubicBezTo>
                    <a:pt x="60" y="26"/>
                    <a:pt x="60" y="26"/>
                    <a:pt x="60" y="27"/>
                  </a:cubicBezTo>
                  <a:cubicBezTo>
                    <a:pt x="61" y="27"/>
                    <a:pt x="61" y="28"/>
                    <a:pt x="62" y="28"/>
                  </a:cubicBezTo>
                  <a:cubicBezTo>
                    <a:pt x="63" y="28"/>
                    <a:pt x="63" y="28"/>
                    <a:pt x="63" y="27"/>
                  </a:cubicBezTo>
                  <a:cubicBezTo>
                    <a:pt x="63" y="27"/>
                    <a:pt x="63" y="26"/>
                    <a:pt x="63" y="26"/>
                  </a:cubicBezTo>
                  <a:cubicBezTo>
                    <a:pt x="64" y="26"/>
                    <a:pt x="64" y="26"/>
                    <a:pt x="65" y="26"/>
                  </a:cubicBezTo>
                  <a:cubicBezTo>
                    <a:pt x="65" y="26"/>
                    <a:pt x="66" y="27"/>
                    <a:pt x="67" y="27"/>
                  </a:cubicBezTo>
                  <a:cubicBezTo>
                    <a:pt x="68" y="27"/>
                    <a:pt x="69" y="28"/>
                    <a:pt x="70" y="29"/>
                  </a:cubicBezTo>
                  <a:cubicBezTo>
                    <a:pt x="70" y="29"/>
                    <a:pt x="70" y="30"/>
                    <a:pt x="70" y="30"/>
                  </a:cubicBezTo>
                  <a:cubicBezTo>
                    <a:pt x="70" y="31"/>
                    <a:pt x="70" y="32"/>
                    <a:pt x="71" y="32"/>
                  </a:cubicBezTo>
                  <a:cubicBezTo>
                    <a:pt x="71" y="33"/>
                    <a:pt x="72" y="33"/>
                    <a:pt x="72" y="34"/>
                  </a:cubicBezTo>
                  <a:cubicBezTo>
                    <a:pt x="72" y="34"/>
                    <a:pt x="72" y="35"/>
                    <a:pt x="72" y="35"/>
                  </a:cubicBezTo>
                  <a:cubicBezTo>
                    <a:pt x="72" y="36"/>
                    <a:pt x="73" y="36"/>
                    <a:pt x="73" y="36"/>
                  </a:cubicBezTo>
                  <a:cubicBezTo>
                    <a:pt x="73" y="37"/>
                    <a:pt x="72" y="38"/>
                    <a:pt x="74" y="39"/>
                  </a:cubicBezTo>
                  <a:cubicBezTo>
                    <a:pt x="75" y="39"/>
                    <a:pt x="75" y="39"/>
                    <a:pt x="76" y="40"/>
                  </a:cubicBezTo>
                  <a:close/>
                  <a:moveTo>
                    <a:pt x="26" y="2"/>
                  </a:moveTo>
                  <a:cubicBezTo>
                    <a:pt x="26" y="1"/>
                    <a:pt x="25" y="1"/>
                    <a:pt x="25" y="1"/>
                  </a:cubicBezTo>
                  <a:cubicBezTo>
                    <a:pt x="24" y="1"/>
                    <a:pt x="25" y="2"/>
                    <a:pt x="26" y="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59" name="Taiwan">
              <a:extLst>
                <a:ext uri="{FF2B5EF4-FFF2-40B4-BE49-F238E27FC236}">
                  <a16:creationId xmlns:a16="http://schemas.microsoft.com/office/drawing/2014/main" id="{FB33391B-B315-841C-56B3-E033D0A869ED}"/>
                </a:ext>
              </a:extLst>
            </p:cNvPr>
            <p:cNvSpPr>
              <a:spLocks noEditPoints="1"/>
            </p:cNvSpPr>
            <p:nvPr/>
          </p:nvSpPr>
          <p:spPr bwMode="auto">
            <a:xfrm>
              <a:off x="9712415" y="3058304"/>
              <a:ext cx="81353" cy="131343"/>
            </a:xfrm>
            <a:custGeom>
              <a:avLst/>
              <a:gdLst/>
              <a:ahLst/>
              <a:cxnLst>
                <a:cxn ang="0">
                  <a:pos x="22" y="36"/>
                </a:cxn>
                <a:cxn ang="0">
                  <a:pos x="22" y="36"/>
                </a:cxn>
                <a:cxn ang="0">
                  <a:pos x="22" y="36"/>
                </a:cxn>
                <a:cxn ang="0">
                  <a:pos x="10" y="31"/>
                </a:cxn>
                <a:cxn ang="0">
                  <a:pos x="9" y="30"/>
                </a:cxn>
                <a:cxn ang="0">
                  <a:pos x="9" y="30"/>
                </a:cxn>
                <a:cxn ang="0">
                  <a:pos x="10" y="31"/>
                </a:cxn>
                <a:cxn ang="0">
                  <a:pos x="19" y="2"/>
                </a:cxn>
                <a:cxn ang="0">
                  <a:pos x="17" y="2"/>
                </a:cxn>
                <a:cxn ang="0">
                  <a:pos x="15" y="1"/>
                </a:cxn>
                <a:cxn ang="0">
                  <a:pos x="14" y="2"/>
                </a:cxn>
                <a:cxn ang="0">
                  <a:pos x="15" y="2"/>
                </a:cxn>
                <a:cxn ang="0">
                  <a:pos x="12" y="2"/>
                </a:cxn>
                <a:cxn ang="0">
                  <a:pos x="11" y="3"/>
                </a:cxn>
                <a:cxn ang="0">
                  <a:pos x="11" y="5"/>
                </a:cxn>
                <a:cxn ang="0">
                  <a:pos x="10" y="7"/>
                </a:cxn>
                <a:cxn ang="0">
                  <a:pos x="10" y="7"/>
                </a:cxn>
                <a:cxn ang="0">
                  <a:pos x="9" y="7"/>
                </a:cxn>
                <a:cxn ang="0">
                  <a:pos x="8" y="11"/>
                </a:cxn>
                <a:cxn ang="0">
                  <a:pos x="7" y="14"/>
                </a:cxn>
                <a:cxn ang="0">
                  <a:pos x="7" y="15"/>
                </a:cxn>
                <a:cxn ang="0">
                  <a:pos x="6" y="19"/>
                </a:cxn>
                <a:cxn ang="0">
                  <a:pos x="6" y="22"/>
                </a:cxn>
                <a:cxn ang="0">
                  <a:pos x="6" y="24"/>
                </a:cxn>
                <a:cxn ang="0">
                  <a:pos x="6" y="24"/>
                </a:cxn>
                <a:cxn ang="0">
                  <a:pos x="6" y="25"/>
                </a:cxn>
                <a:cxn ang="0">
                  <a:pos x="7" y="25"/>
                </a:cxn>
                <a:cxn ang="0">
                  <a:pos x="7" y="26"/>
                </a:cxn>
                <a:cxn ang="0">
                  <a:pos x="8" y="28"/>
                </a:cxn>
                <a:cxn ang="0">
                  <a:pos x="9" y="30"/>
                </a:cxn>
                <a:cxn ang="0">
                  <a:pos x="9" y="30"/>
                </a:cxn>
                <a:cxn ang="0">
                  <a:pos x="13" y="33"/>
                </a:cxn>
                <a:cxn ang="0">
                  <a:pos x="14" y="35"/>
                </a:cxn>
                <a:cxn ang="0">
                  <a:pos x="15" y="37"/>
                </a:cxn>
                <a:cxn ang="0">
                  <a:pos x="15" y="37"/>
                </a:cxn>
                <a:cxn ang="0">
                  <a:pos x="16" y="37"/>
                </a:cxn>
                <a:cxn ang="0">
                  <a:pos x="16" y="36"/>
                </a:cxn>
                <a:cxn ang="0">
                  <a:pos x="15" y="33"/>
                </a:cxn>
                <a:cxn ang="0">
                  <a:pos x="16" y="29"/>
                </a:cxn>
                <a:cxn ang="0">
                  <a:pos x="17" y="28"/>
                </a:cxn>
                <a:cxn ang="0">
                  <a:pos x="18" y="26"/>
                </a:cxn>
                <a:cxn ang="0">
                  <a:pos x="19" y="24"/>
                </a:cxn>
                <a:cxn ang="0">
                  <a:pos x="19" y="23"/>
                </a:cxn>
                <a:cxn ang="0">
                  <a:pos x="19" y="20"/>
                </a:cxn>
                <a:cxn ang="0">
                  <a:pos x="19" y="17"/>
                </a:cxn>
                <a:cxn ang="0">
                  <a:pos x="19" y="15"/>
                </a:cxn>
                <a:cxn ang="0">
                  <a:pos x="19" y="13"/>
                </a:cxn>
                <a:cxn ang="0">
                  <a:pos x="20" y="11"/>
                </a:cxn>
                <a:cxn ang="0">
                  <a:pos x="20" y="10"/>
                </a:cxn>
                <a:cxn ang="0">
                  <a:pos x="20" y="9"/>
                </a:cxn>
                <a:cxn ang="0">
                  <a:pos x="20" y="8"/>
                </a:cxn>
                <a:cxn ang="0">
                  <a:pos x="19" y="5"/>
                </a:cxn>
                <a:cxn ang="0">
                  <a:pos x="20" y="4"/>
                </a:cxn>
                <a:cxn ang="0">
                  <a:pos x="20" y="3"/>
                </a:cxn>
                <a:cxn ang="0">
                  <a:pos x="19" y="2"/>
                </a:cxn>
                <a:cxn ang="0">
                  <a:pos x="0" y="19"/>
                </a:cxn>
                <a:cxn ang="0">
                  <a:pos x="0" y="20"/>
                </a:cxn>
                <a:cxn ang="0">
                  <a:pos x="1" y="19"/>
                </a:cxn>
                <a:cxn ang="0">
                  <a:pos x="0" y="19"/>
                </a:cxn>
              </a:cxnLst>
              <a:rect l="0" t="0" r="r" b="b"/>
              <a:pathLst>
                <a:path w="23" h="37">
                  <a:moveTo>
                    <a:pt x="22" y="36"/>
                  </a:moveTo>
                  <a:cubicBezTo>
                    <a:pt x="23" y="37"/>
                    <a:pt x="22" y="36"/>
                    <a:pt x="22" y="36"/>
                  </a:cubicBezTo>
                  <a:cubicBezTo>
                    <a:pt x="22" y="35"/>
                    <a:pt x="22" y="36"/>
                    <a:pt x="22" y="36"/>
                  </a:cubicBezTo>
                  <a:close/>
                  <a:moveTo>
                    <a:pt x="10" y="31"/>
                  </a:moveTo>
                  <a:cubicBezTo>
                    <a:pt x="10" y="30"/>
                    <a:pt x="9" y="30"/>
                    <a:pt x="9" y="30"/>
                  </a:cubicBezTo>
                  <a:cubicBezTo>
                    <a:pt x="9" y="30"/>
                    <a:pt x="9" y="30"/>
                    <a:pt x="9" y="30"/>
                  </a:cubicBezTo>
                  <a:cubicBezTo>
                    <a:pt x="9" y="30"/>
                    <a:pt x="10" y="30"/>
                    <a:pt x="10" y="31"/>
                  </a:cubicBezTo>
                  <a:close/>
                  <a:moveTo>
                    <a:pt x="19" y="2"/>
                  </a:moveTo>
                  <a:cubicBezTo>
                    <a:pt x="18" y="2"/>
                    <a:pt x="18" y="2"/>
                    <a:pt x="17" y="2"/>
                  </a:cubicBezTo>
                  <a:cubicBezTo>
                    <a:pt x="16" y="1"/>
                    <a:pt x="16" y="0"/>
                    <a:pt x="15" y="1"/>
                  </a:cubicBezTo>
                  <a:cubicBezTo>
                    <a:pt x="15" y="1"/>
                    <a:pt x="14" y="1"/>
                    <a:pt x="14" y="2"/>
                  </a:cubicBezTo>
                  <a:cubicBezTo>
                    <a:pt x="14" y="2"/>
                    <a:pt x="15" y="2"/>
                    <a:pt x="15" y="2"/>
                  </a:cubicBezTo>
                  <a:cubicBezTo>
                    <a:pt x="14" y="1"/>
                    <a:pt x="13" y="2"/>
                    <a:pt x="12" y="2"/>
                  </a:cubicBezTo>
                  <a:cubicBezTo>
                    <a:pt x="12" y="3"/>
                    <a:pt x="11" y="3"/>
                    <a:pt x="11" y="3"/>
                  </a:cubicBezTo>
                  <a:cubicBezTo>
                    <a:pt x="11" y="4"/>
                    <a:pt x="11" y="4"/>
                    <a:pt x="11" y="5"/>
                  </a:cubicBezTo>
                  <a:cubicBezTo>
                    <a:pt x="10" y="5"/>
                    <a:pt x="11" y="6"/>
                    <a:pt x="10" y="7"/>
                  </a:cubicBezTo>
                  <a:cubicBezTo>
                    <a:pt x="10" y="7"/>
                    <a:pt x="10" y="7"/>
                    <a:pt x="10" y="7"/>
                  </a:cubicBezTo>
                  <a:cubicBezTo>
                    <a:pt x="10" y="7"/>
                    <a:pt x="9" y="7"/>
                    <a:pt x="9" y="7"/>
                  </a:cubicBezTo>
                  <a:cubicBezTo>
                    <a:pt x="9" y="8"/>
                    <a:pt x="8" y="10"/>
                    <a:pt x="8" y="11"/>
                  </a:cubicBezTo>
                  <a:cubicBezTo>
                    <a:pt x="8" y="12"/>
                    <a:pt x="7" y="13"/>
                    <a:pt x="7" y="14"/>
                  </a:cubicBezTo>
                  <a:cubicBezTo>
                    <a:pt x="7" y="14"/>
                    <a:pt x="7" y="15"/>
                    <a:pt x="7" y="15"/>
                  </a:cubicBezTo>
                  <a:cubicBezTo>
                    <a:pt x="6" y="17"/>
                    <a:pt x="5" y="18"/>
                    <a:pt x="6" y="19"/>
                  </a:cubicBezTo>
                  <a:cubicBezTo>
                    <a:pt x="6" y="20"/>
                    <a:pt x="7" y="21"/>
                    <a:pt x="6" y="22"/>
                  </a:cubicBezTo>
                  <a:cubicBezTo>
                    <a:pt x="6" y="23"/>
                    <a:pt x="6" y="23"/>
                    <a:pt x="6" y="24"/>
                  </a:cubicBezTo>
                  <a:cubicBezTo>
                    <a:pt x="6" y="24"/>
                    <a:pt x="7" y="24"/>
                    <a:pt x="6" y="24"/>
                  </a:cubicBezTo>
                  <a:cubicBezTo>
                    <a:pt x="7" y="24"/>
                    <a:pt x="6" y="25"/>
                    <a:pt x="6" y="25"/>
                  </a:cubicBezTo>
                  <a:cubicBezTo>
                    <a:pt x="6" y="25"/>
                    <a:pt x="7" y="25"/>
                    <a:pt x="7" y="25"/>
                  </a:cubicBezTo>
                  <a:cubicBezTo>
                    <a:pt x="7" y="25"/>
                    <a:pt x="7" y="26"/>
                    <a:pt x="7" y="26"/>
                  </a:cubicBezTo>
                  <a:cubicBezTo>
                    <a:pt x="7" y="27"/>
                    <a:pt x="8" y="28"/>
                    <a:pt x="8" y="28"/>
                  </a:cubicBezTo>
                  <a:cubicBezTo>
                    <a:pt x="9" y="29"/>
                    <a:pt x="9" y="29"/>
                    <a:pt x="9" y="30"/>
                  </a:cubicBezTo>
                  <a:cubicBezTo>
                    <a:pt x="9" y="30"/>
                    <a:pt x="9" y="30"/>
                    <a:pt x="9" y="30"/>
                  </a:cubicBezTo>
                  <a:cubicBezTo>
                    <a:pt x="10" y="31"/>
                    <a:pt x="12" y="32"/>
                    <a:pt x="13" y="33"/>
                  </a:cubicBezTo>
                  <a:cubicBezTo>
                    <a:pt x="13" y="33"/>
                    <a:pt x="14" y="34"/>
                    <a:pt x="14" y="35"/>
                  </a:cubicBezTo>
                  <a:cubicBezTo>
                    <a:pt x="14" y="36"/>
                    <a:pt x="14" y="37"/>
                    <a:pt x="15" y="37"/>
                  </a:cubicBezTo>
                  <a:cubicBezTo>
                    <a:pt x="15" y="37"/>
                    <a:pt x="15" y="37"/>
                    <a:pt x="15" y="37"/>
                  </a:cubicBezTo>
                  <a:cubicBezTo>
                    <a:pt x="15" y="37"/>
                    <a:pt x="16" y="37"/>
                    <a:pt x="16" y="37"/>
                  </a:cubicBezTo>
                  <a:cubicBezTo>
                    <a:pt x="16" y="37"/>
                    <a:pt x="16" y="36"/>
                    <a:pt x="16" y="36"/>
                  </a:cubicBezTo>
                  <a:cubicBezTo>
                    <a:pt x="16" y="35"/>
                    <a:pt x="15" y="34"/>
                    <a:pt x="15" y="33"/>
                  </a:cubicBezTo>
                  <a:cubicBezTo>
                    <a:pt x="15" y="32"/>
                    <a:pt x="16" y="30"/>
                    <a:pt x="16" y="29"/>
                  </a:cubicBezTo>
                  <a:cubicBezTo>
                    <a:pt x="17" y="29"/>
                    <a:pt x="17" y="28"/>
                    <a:pt x="17" y="28"/>
                  </a:cubicBezTo>
                  <a:cubicBezTo>
                    <a:pt x="17" y="27"/>
                    <a:pt x="18" y="26"/>
                    <a:pt x="18" y="26"/>
                  </a:cubicBezTo>
                  <a:cubicBezTo>
                    <a:pt x="18" y="25"/>
                    <a:pt x="18" y="25"/>
                    <a:pt x="19" y="24"/>
                  </a:cubicBezTo>
                  <a:cubicBezTo>
                    <a:pt x="19" y="24"/>
                    <a:pt x="19" y="23"/>
                    <a:pt x="19" y="23"/>
                  </a:cubicBezTo>
                  <a:cubicBezTo>
                    <a:pt x="19" y="22"/>
                    <a:pt x="19" y="21"/>
                    <a:pt x="19" y="20"/>
                  </a:cubicBezTo>
                  <a:cubicBezTo>
                    <a:pt x="19" y="19"/>
                    <a:pt x="19" y="18"/>
                    <a:pt x="19" y="17"/>
                  </a:cubicBezTo>
                  <a:cubicBezTo>
                    <a:pt x="19" y="17"/>
                    <a:pt x="19" y="16"/>
                    <a:pt x="19" y="15"/>
                  </a:cubicBezTo>
                  <a:cubicBezTo>
                    <a:pt x="19" y="14"/>
                    <a:pt x="19" y="14"/>
                    <a:pt x="19" y="13"/>
                  </a:cubicBezTo>
                  <a:cubicBezTo>
                    <a:pt x="19" y="13"/>
                    <a:pt x="19" y="12"/>
                    <a:pt x="20" y="11"/>
                  </a:cubicBezTo>
                  <a:cubicBezTo>
                    <a:pt x="20" y="11"/>
                    <a:pt x="20" y="10"/>
                    <a:pt x="20" y="10"/>
                  </a:cubicBezTo>
                  <a:cubicBezTo>
                    <a:pt x="20" y="9"/>
                    <a:pt x="20" y="9"/>
                    <a:pt x="20" y="9"/>
                  </a:cubicBezTo>
                  <a:cubicBezTo>
                    <a:pt x="20" y="9"/>
                    <a:pt x="20" y="8"/>
                    <a:pt x="20" y="8"/>
                  </a:cubicBezTo>
                  <a:cubicBezTo>
                    <a:pt x="19" y="8"/>
                    <a:pt x="19" y="6"/>
                    <a:pt x="19" y="5"/>
                  </a:cubicBezTo>
                  <a:cubicBezTo>
                    <a:pt x="19" y="5"/>
                    <a:pt x="20" y="4"/>
                    <a:pt x="20" y="4"/>
                  </a:cubicBezTo>
                  <a:cubicBezTo>
                    <a:pt x="21" y="3"/>
                    <a:pt x="20" y="3"/>
                    <a:pt x="20" y="3"/>
                  </a:cubicBezTo>
                  <a:cubicBezTo>
                    <a:pt x="19" y="3"/>
                    <a:pt x="19" y="2"/>
                    <a:pt x="19" y="2"/>
                  </a:cubicBezTo>
                  <a:close/>
                  <a:moveTo>
                    <a:pt x="0" y="19"/>
                  </a:moveTo>
                  <a:cubicBezTo>
                    <a:pt x="0" y="19"/>
                    <a:pt x="1" y="20"/>
                    <a:pt x="0" y="20"/>
                  </a:cubicBezTo>
                  <a:cubicBezTo>
                    <a:pt x="1" y="20"/>
                    <a:pt x="1" y="19"/>
                    <a:pt x="1" y="19"/>
                  </a:cubicBezTo>
                  <a:cubicBezTo>
                    <a:pt x="1" y="19"/>
                    <a:pt x="0" y="18"/>
                    <a:pt x="0" y="19"/>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60" name="Syria">
              <a:extLst>
                <a:ext uri="{FF2B5EF4-FFF2-40B4-BE49-F238E27FC236}">
                  <a16:creationId xmlns:a16="http://schemas.microsoft.com/office/drawing/2014/main" id="{6CDA1250-8B7F-CE08-73F0-A28D442010F0}"/>
                </a:ext>
              </a:extLst>
            </p:cNvPr>
            <p:cNvSpPr>
              <a:spLocks/>
            </p:cNvSpPr>
            <p:nvPr/>
          </p:nvSpPr>
          <p:spPr bwMode="auto">
            <a:xfrm>
              <a:off x="6868960" y="2590766"/>
              <a:ext cx="208775" cy="195053"/>
            </a:xfrm>
            <a:custGeom>
              <a:avLst/>
              <a:gdLst/>
              <a:ahLst/>
              <a:cxnLst>
                <a:cxn ang="0">
                  <a:pos x="59" y="1"/>
                </a:cxn>
                <a:cxn ang="0">
                  <a:pos x="57" y="0"/>
                </a:cxn>
                <a:cxn ang="0">
                  <a:pos x="48" y="3"/>
                </a:cxn>
                <a:cxn ang="0">
                  <a:pos x="42" y="4"/>
                </a:cxn>
                <a:cxn ang="0">
                  <a:pos x="35" y="7"/>
                </a:cxn>
                <a:cxn ang="0">
                  <a:pos x="29" y="7"/>
                </a:cxn>
                <a:cxn ang="0">
                  <a:pos x="23" y="5"/>
                </a:cxn>
                <a:cxn ang="0">
                  <a:pos x="17" y="7"/>
                </a:cxn>
                <a:cxn ang="0">
                  <a:pos x="12" y="8"/>
                </a:cxn>
                <a:cxn ang="0">
                  <a:pos x="9" y="6"/>
                </a:cxn>
                <a:cxn ang="0">
                  <a:pos x="7" y="7"/>
                </a:cxn>
                <a:cxn ang="0">
                  <a:pos x="7" y="10"/>
                </a:cxn>
                <a:cxn ang="0">
                  <a:pos x="8" y="11"/>
                </a:cxn>
                <a:cxn ang="0">
                  <a:pos x="7" y="12"/>
                </a:cxn>
                <a:cxn ang="0">
                  <a:pos x="6" y="15"/>
                </a:cxn>
                <a:cxn ang="0">
                  <a:pos x="4" y="16"/>
                </a:cxn>
                <a:cxn ang="0">
                  <a:pos x="3" y="16"/>
                </a:cxn>
                <a:cxn ang="0">
                  <a:pos x="1" y="16"/>
                </a:cxn>
                <a:cxn ang="0">
                  <a:pos x="1" y="18"/>
                </a:cxn>
                <a:cxn ang="0">
                  <a:pos x="1" y="20"/>
                </a:cxn>
                <a:cxn ang="0">
                  <a:pos x="2" y="22"/>
                </a:cxn>
                <a:cxn ang="0">
                  <a:pos x="2" y="25"/>
                </a:cxn>
                <a:cxn ang="0">
                  <a:pos x="3" y="28"/>
                </a:cxn>
                <a:cxn ang="0">
                  <a:pos x="5" y="30"/>
                </a:cxn>
                <a:cxn ang="0">
                  <a:pos x="7" y="29"/>
                </a:cxn>
                <a:cxn ang="0">
                  <a:pos x="8" y="30"/>
                </a:cxn>
                <a:cxn ang="0">
                  <a:pos x="8" y="31"/>
                </a:cxn>
                <a:cxn ang="0">
                  <a:pos x="10" y="33"/>
                </a:cxn>
                <a:cxn ang="0">
                  <a:pos x="9" y="35"/>
                </a:cxn>
                <a:cxn ang="0">
                  <a:pos x="8" y="36"/>
                </a:cxn>
                <a:cxn ang="0">
                  <a:pos x="8" y="38"/>
                </a:cxn>
                <a:cxn ang="0">
                  <a:pos x="5" y="39"/>
                </a:cxn>
                <a:cxn ang="0">
                  <a:pos x="5" y="41"/>
                </a:cxn>
                <a:cxn ang="0">
                  <a:pos x="3" y="43"/>
                </a:cxn>
                <a:cxn ang="0">
                  <a:pos x="2" y="48"/>
                </a:cxn>
                <a:cxn ang="0">
                  <a:pos x="2" y="50"/>
                </a:cxn>
                <a:cxn ang="0">
                  <a:pos x="4" y="50"/>
                </a:cxn>
                <a:cxn ang="0">
                  <a:pos x="6" y="51"/>
                </a:cxn>
                <a:cxn ang="0">
                  <a:pos x="10" y="54"/>
                </a:cxn>
                <a:cxn ang="0">
                  <a:pos x="14" y="55"/>
                </a:cxn>
                <a:cxn ang="0">
                  <a:pos x="34" y="41"/>
                </a:cxn>
                <a:cxn ang="0">
                  <a:pos x="47" y="33"/>
                </a:cxn>
                <a:cxn ang="0">
                  <a:pos x="51" y="29"/>
                </a:cxn>
                <a:cxn ang="0">
                  <a:pos x="51" y="24"/>
                </a:cxn>
                <a:cxn ang="0">
                  <a:pos x="51" y="20"/>
                </a:cxn>
                <a:cxn ang="0">
                  <a:pos x="50" y="11"/>
                </a:cxn>
                <a:cxn ang="0">
                  <a:pos x="57" y="6"/>
                </a:cxn>
                <a:cxn ang="0">
                  <a:pos x="59" y="2"/>
                </a:cxn>
              </a:cxnLst>
              <a:rect l="0" t="0" r="r" b="b"/>
              <a:pathLst>
                <a:path w="59" h="55">
                  <a:moveTo>
                    <a:pt x="59" y="2"/>
                  </a:moveTo>
                  <a:cubicBezTo>
                    <a:pt x="59" y="2"/>
                    <a:pt x="59" y="1"/>
                    <a:pt x="59" y="1"/>
                  </a:cubicBezTo>
                  <a:cubicBezTo>
                    <a:pt x="59" y="1"/>
                    <a:pt x="58" y="1"/>
                    <a:pt x="58" y="1"/>
                  </a:cubicBezTo>
                  <a:cubicBezTo>
                    <a:pt x="58" y="0"/>
                    <a:pt x="58" y="0"/>
                    <a:pt x="57" y="0"/>
                  </a:cubicBezTo>
                  <a:cubicBezTo>
                    <a:pt x="57" y="1"/>
                    <a:pt x="56" y="2"/>
                    <a:pt x="56" y="2"/>
                  </a:cubicBezTo>
                  <a:cubicBezTo>
                    <a:pt x="53" y="2"/>
                    <a:pt x="49" y="3"/>
                    <a:pt x="48" y="3"/>
                  </a:cubicBezTo>
                  <a:cubicBezTo>
                    <a:pt x="47" y="2"/>
                    <a:pt x="46" y="2"/>
                    <a:pt x="45" y="2"/>
                  </a:cubicBezTo>
                  <a:cubicBezTo>
                    <a:pt x="44" y="3"/>
                    <a:pt x="43" y="3"/>
                    <a:pt x="42" y="4"/>
                  </a:cubicBezTo>
                  <a:cubicBezTo>
                    <a:pt x="40" y="4"/>
                    <a:pt x="39" y="5"/>
                    <a:pt x="38" y="5"/>
                  </a:cubicBezTo>
                  <a:cubicBezTo>
                    <a:pt x="37" y="6"/>
                    <a:pt x="36" y="6"/>
                    <a:pt x="35" y="7"/>
                  </a:cubicBezTo>
                  <a:cubicBezTo>
                    <a:pt x="34" y="7"/>
                    <a:pt x="33" y="7"/>
                    <a:pt x="31" y="7"/>
                  </a:cubicBezTo>
                  <a:cubicBezTo>
                    <a:pt x="30" y="7"/>
                    <a:pt x="30" y="7"/>
                    <a:pt x="29" y="7"/>
                  </a:cubicBezTo>
                  <a:cubicBezTo>
                    <a:pt x="28" y="7"/>
                    <a:pt x="27" y="7"/>
                    <a:pt x="26" y="6"/>
                  </a:cubicBezTo>
                  <a:cubicBezTo>
                    <a:pt x="25" y="6"/>
                    <a:pt x="24" y="5"/>
                    <a:pt x="23" y="5"/>
                  </a:cubicBezTo>
                  <a:cubicBezTo>
                    <a:pt x="22" y="4"/>
                    <a:pt x="21" y="5"/>
                    <a:pt x="20" y="5"/>
                  </a:cubicBezTo>
                  <a:cubicBezTo>
                    <a:pt x="19" y="6"/>
                    <a:pt x="18" y="6"/>
                    <a:pt x="17" y="7"/>
                  </a:cubicBezTo>
                  <a:cubicBezTo>
                    <a:pt x="16" y="7"/>
                    <a:pt x="15" y="8"/>
                    <a:pt x="14" y="7"/>
                  </a:cubicBezTo>
                  <a:cubicBezTo>
                    <a:pt x="14" y="7"/>
                    <a:pt x="12" y="7"/>
                    <a:pt x="12" y="8"/>
                  </a:cubicBezTo>
                  <a:cubicBezTo>
                    <a:pt x="11" y="8"/>
                    <a:pt x="11" y="7"/>
                    <a:pt x="11" y="6"/>
                  </a:cubicBezTo>
                  <a:cubicBezTo>
                    <a:pt x="10" y="6"/>
                    <a:pt x="10" y="6"/>
                    <a:pt x="9" y="6"/>
                  </a:cubicBezTo>
                  <a:cubicBezTo>
                    <a:pt x="9" y="6"/>
                    <a:pt x="8" y="6"/>
                    <a:pt x="8" y="5"/>
                  </a:cubicBezTo>
                  <a:cubicBezTo>
                    <a:pt x="8" y="6"/>
                    <a:pt x="7" y="7"/>
                    <a:pt x="7" y="7"/>
                  </a:cubicBezTo>
                  <a:cubicBezTo>
                    <a:pt x="7" y="7"/>
                    <a:pt x="7" y="8"/>
                    <a:pt x="7" y="8"/>
                  </a:cubicBezTo>
                  <a:cubicBezTo>
                    <a:pt x="7" y="9"/>
                    <a:pt x="7" y="9"/>
                    <a:pt x="7" y="10"/>
                  </a:cubicBezTo>
                  <a:cubicBezTo>
                    <a:pt x="7" y="10"/>
                    <a:pt x="8" y="10"/>
                    <a:pt x="8" y="11"/>
                  </a:cubicBezTo>
                  <a:cubicBezTo>
                    <a:pt x="8" y="11"/>
                    <a:pt x="8" y="11"/>
                    <a:pt x="8" y="11"/>
                  </a:cubicBezTo>
                  <a:cubicBezTo>
                    <a:pt x="8" y="11"/>
                    <a:pt x="9" y="12"/>
                    <a:pt x="8" y="12"/>
                  </a:cubicBezTo>
                  <a:cubicBezTo>
                    <a:pt x="8" y="12"/>
                    <a:pt x="7" y="12"/>
                    <a:pt x="7" y="12"/>
                  </a:cubicBezTo>
                  <a:cubicBezTo>
                    <a:pt x="6" y="12"/>
                    <a:pt x="6" y="13"/>
                    <a:pt x="6" y="12"/>
                  </a:cubicBezTo>
                  <a:cubicBezTo>
                    <a:pt x="6" y="12"/>
                    <a:pt x="6" y="15"/>
                    <a:pt x="6" y="15"/>
                  </a:cubicBezTo>
                  <a:cubicBezTo>
                    <a:pt x="5" y="15"/>
                    <a:pt x="5" y="15"/>
                    <a:pt x="5" y="15"/>
                  </a:cubicBezTo>
                  <a:cubicBezTo>
                    <a:pt x="4" y="15"/>
                    <a:pt x="4" y="15"/>
                    <a:pt x="4" y="16"/>
                  </a:cubicBezTo>
                  <a:cubicBezTo>
                    <a:pt x="4" y="16"/>
                    <a:pt x="4" y="17"/>
                    <a:pt x="4" y="16"/>
                  </a:cubicBezTo>
                  <a:cubicBezTo>
                    <a:pt x="3" y="16"/>
                    <a:pt x="3" y="16"/>
                    <a:pt x="3" y="16"/>
                  </a:cubicBezTo>
                  <a:cubicBezTo>
                    <a:pt x="2" y="15"/>
                    <a:pt x="2" y="16"/>
                    <a:pt x="2" y="16"/>
                  </a:cubicBezTo>
                  <a:cubicBezTo>
                    <a:pt x="1" y="16"/>
                    <a:pt x="1" y="16"/>
                    <a:pt x="1" y="16"/>
                  </a:cubicBezTo>
                  <a:cubicBezTo>
                    <a:pt x="1" y="17"/>
                    <a:pt x="1" y="17"/>
                    <a:pt x="1" y="18"/>
                  </a:cubicBezTo>
                  <a:cubicBezTo>
                    <a:pt x="1" y="18"/>
                    <a:pt x="1" y="18"/>
                    <a:pt x="1" y="18"/>
                  </a:cubicBezTo>
                  <a:cubicBezTo>
                    <a:pt x="1" y="18"/>
                    <a:pt x="1" y="19"/>
                    <a:pt x="1" y="19"/>
                  </a:cubicBezTo>
                  <a:cubicBezTo>
                    <a:pt x="1" y="19"/>
                    <a:pt x="0" y="19"/>
                    <a:pt x="1" y="20"/>
                  </a:cubicBezTo>
                  <a:cubicBezTo>
                    <a:pt x="1" y="20"/>
                    <a:pt x="1" y="20"/>
                    <a:pt x="1" y="20"/>
                  </a:cubicBezTo>
                  <a:cubicBezTo>
                    <a:pt x="2" y="20"/>
                    <a:pt x="2" y="22"/>
                    <a:pt x="2" y="22"/>
                  </a:cubicBezTo>
                  <a:cubicBezTo>
                    <a:pt x="2" y="23"/>
                    <a:pt x="3" y="23"/>
                    <a:pt x="3" y="23"/>
                  </a:cubicBezTo>
                  <a:cubicBezTo>
                    <a:pt x="3" y="24"/>
                    <a:pt x="2" y="24"/>
                    <a:pt x="2" y="25"/>
                  </a:cubicBezTo>
                  <a:cubicBezTo>
                    <a:pt x="2" y="25"/>
                    <a:pt x="2" y="26"/>
                    <a:pt x="2" y="26"/>
                  </a:cubicBezTo>
                  <a:cubicBezTo>
                    <a:pt x="2" y="27"/>
                    <a:pt x="3" y="27"/>
                    <a:pt x="3" y="28"/>
                  </a:cubicBezTo>
                  <a:cubicBezTo>
                    <a:pt x="3" y="29"/>
                    <a:pt x="3" y="29"/>
                    <a:pt x="3" y="29"/>
                  </a:cubicBezTo>
                  <a:cubicBezTo>
                    <a:pt x="4" y="29"/>
                    <a:pt x="4" y="30"/>
                    <a:pt x="5" y="30"/>
                  </a:cubicBezTo>
                  <a:cubicBezTo>
                    <a:pt x="5" y="30"/>
                    <a:pt x="6" y="30"/>
                    <a:pt x="6" y="30"/>
                  </a:cubicBezTo>
                  <a:cubicBezTo>
                    <a:pt x="7" y="29"/>
                    <a:pt x="7" y="29"/>
                    <a:pt x="7" y="29"/>
                  </a:cubicBezTo>
                  <a:cubicBezTo>
                    <a:pt x="7" y="29"/>
                    <a:pt x="7" y="30"/>
                    <a:pt x="8" y="30"/>
                  </a:cubicBezTo>
                  <a:cubicBezTo>
                    <a:pt x="8" y="30"/>
                    <a:pt x="8" y="30"/>
                    <a:pt x="8" y="30"/>
                  </a:cubicBezTo>
                  <a:cubicBezTo>
                    <a:pt x="7" y="29"/>
                    <a:pt x="7" y="31"/>
                    <a:pt x="7" y="31"/>
                  </a:cubicBezTo>
                  <a:cubicBezTo>
                    <a:pt x="8" y="31"/>
                    <a:pt x="8" y="31"/>
                    <a:pt x="8" y="31"/>
                  </a:cubicBezTo>
                  <a:cubicBezTo>
                    <a:pt x="9" y="32"/>
                    <a:pt x="9" y="32"/>
                    <a:pt x="9" y="33"/>
                  </a:cubicBezTo>
                  <a:cubicBezTo>
                    <a:pt x="9" y="33"/>
                    <a:pt x="10" y="33"/>
                    <a:pt x="10" y="33"/>
                  </a:cubicBezTo>
                  <a:cubicBezTo>
                    <a:pt x="9" y="34"/>
                    <a:pt x="10" y="34"/>
                    <a:pt x="10" y="34"/>
                  </a:cubicBezTo>
                  <a:cubicBezTo>
                    <a:pt x="10" y="35"/>
                    <a:pt x="10" y="34"/>
                    <a:pt x="9" y="35"/>
                  </a:cubicBezTo>
                  <a:cubicBezTo>
                    <a:pt x="9" y="35"/>
                    <a:pt x="9" y="35"/>
                    <a:pt x="9" y="35"/>
                  </a:cubicBezTo>
                  <a:cubicBezTo>
                    <a:pt x="9" y="36"/>
                    <a:pt x="9" y="36"/>
                    <a:pt x="8" y="36"/>
                  </a:cubicBezTo>
                  <a:cubicBezTo>
                    <a:pt x="8" y="36"/>
                    <a:pt x="7" y="37"/>
                    <a:pt x="7" y="37"/>
                  </a:cubicBezTo>
                  <a:cubicBezTo>
                    <a:pt x="7" y="38"/>
                    <a:pt x="7" y="38"/>
                    <a:pt x="8" y="38"/>
                  </a:cubicBezTo>
                  <a:cubicBezTo>
                    <a:pt x="8" y="38"/>
                    <a:pt x="8" y="39"/>
                    <a:pt x="7" y="38"/>
                  </a:cubicBezTo>
                  <a:cubicBezTo>
                    <a:pt x="6" y="38"/>
                    <a:pt x="5" y="38"/>
                    <a:pt x="5" y="39"/>
                  </a:cubicBezTo>
                  <a:cubicBezTo>
                    <a:pt x="5" y="39"/>
                    <a:pt x="4" y="41"/>
                    <a:pt x="4" y="41"/>
                  </a:cubicBezTo>
                  <a:cubicBezTo>
                    <a:pt x="5" y="40"/>
                    <a:pt x="5" y="41"/>
                    <a:pt x="5" y="41"/>
                  </a:cubicBezTo>
                  <a:cubicBezTo>
                    <a:pt x="5" y="42"/>
                    <a:pt x="4" y="42"/>
                    <a:pt x="4" y="42"/>
                  </a:cubicBezTo>
                  <a:cubicBezTo>
                    <a:pt x="4" y="43"/>
                    <a:pt x="4" y="43"/>
                    <a:pt x="3" y="43"/>
                  </a:cubicBezTo>
                  <a:cubicBezTo>
                    <a:pt x="3" y="44"/>
                    <a:pt x="1" y="44"/>
                    <a:pt x="2" y="45"/>
                  </a:cubicBezTo>
                  <a:cubicBezTo>
                    <a:pt x="2" y="44"/>
                    <a:pt x="2" y="48"/>
                    <a:pt x="2" y="48"/>
                  </a:cubicBezTo>
                  <a:cubicBezTo>
                    <a:pt x="2" y="49"/>
                    <a:pt x="2" y="49"/>
                    <a:pt x="2" y="49"/>
                  </a:cubicBezTo>
                  <a:cubicBezTo>
                    <a:pt x="2" y="50"/>
                    <a:pt x="2" y="50"/>
                    <a:pt x="2" y="50"/>
                  </a:cubicBezTo>
                  <a:cubicBezTo>
                    <a:pt x="2" y="50"/>
                    <a:pt x="2" y="51"/>
                    <a:pt x="2" y="51"/>
                  </a:cubicBezTo>
                  <a:cubicBezTo>
                    <a:pt x="2" y="51"/>
                    <a:pt x="3" y="50"/>
                    <a:pt x="4" y="50"/>
                  </a:cubicBezTo>
                  <a:cubicBezTo>
                    <a:pt x="4" y="50"/>
                    <a:pt x="5" y="51"/>
                    <a:pt x="5" y="51"/>
                  </a:cubicBezTo>
                  <a:cubicBezTo>
                    <a:pt x="5" y="51"/>
                    <a:pt x="6" y="51"/>
                    <a:pt x="6" y="51"/>
                  </a:cubicBezTo>
                  <a:cubicBezTo>
                    <a:pt x="6" y="52"/>
                    <a:pt x="6" y="52"/>
                    <a:pt x="6" y="53"/>
                  </a:cubicBezTo>
                  <a:cubicBezTo>
                    <a:pt x="8" y="52"/>
                    <a:pt x="9" y="54"/>
                    <a:pt x="10" y="54"/>
                  </a:cubicBezTo>
                  <a:cubicBezTo>
                    <a:pt x="10" y="55"/>
                    <a:pt x="11" y="55"/>
                    <a:pt x="12" y="55"/>
                  </a:cubicBezTo>
                  <a:cubicBezTo>
                    <a:pt x="13" y="55"/>
                    <a:pt x="13" y="55"/>
                    <a:pt x="14" y="55"/>
                  </a:cubicBezTo>
                  <a:cubicBezTo>
                    <a:pt x="20" y="51"/>
                    <a:pt x="25" y="47"/>
                    <a:pt x="31" y="43"/>
                  </a:cubicBezTo>
                  <a:cubicBezTo>
                    <a:pt x="32" y="43"/>
                    <a:pt x="33" y="42"/>
                    <a:pt x="34" y="41"/>
                  </a:cubicBezTo>
                  <a:cubicBezTo>
                    <a:pt x="38" y="39"/>
                    <a:pt x="41" y="37"/>
                    <a:pt x="44" y="35"/>
                  </a:cubicBezTo>
                  <a:cubicBezTo>
                    <a:pt x="45" y="34"/>
                    <a:pt x="46" y="33"/>
                    <a:pt x="47" y="33"/>
                  </a:cubicBezTo>
                  <a:cubicBezTo>
                    <a:pt x="48" y="33"/>
                    <a:pt x="48" y="33"/>
                    <a:pt x="49" y="32"/>
                  </a:cubicBezTo>
                  <a:cubicBezTo>
                    <a:pt x="50" y="32"/>
                    <a:pt x="50" y="31"/>
                    <a:pt x="51" y="29"/>
                  </a:cubicBezTo>
                  <a:cubicBezTo>
                    <a:pt x="51" y="28"/>
                    <a:pt x="52" y="28"/>
                    <a:pt x="51" y="27"/>
                  </a:cubicBezTo>
                  <a:cubicBezTo>
                    <a:pt x="51" y="26"/>
                    <a:pt x="51" y="25"/>
                    <a:pt x="51" y="24"/>
                  </a:cubicBezTo>
                  <a:cubicBezTo>
                    <a:pt x="51" y="23"/>
                    <a:pt x="51" y="22"/>
                    <a:pt x="51" y="22"/>
                  </a:cubicBezTo>
                  <a:cubicBezTo>
                    <a:pt x="51" y="21"/>
                    <a:pt x="51" y="20"/>
                    <a:pt x="51" y="20"/>
                  </a:cubicBezTo>
                  <a:cubicBezTo>
                    <a:pt x="52" y="18"/>
                    <a:pt x="52" y="16"/>
                    <a:pt x="51" y="15"/>
                  </a:cubicBezTo>
                  <a:cubicBezTo>
                    <a:pt x="50" y="14"/>
                    <a:pt x="50" y="12"/>
                    <a:pt x="50" y="11"/>
                  </a:cubicBezTo>
                  <a:cubicBezTo>
                    <a:pt x="51" y="8"/>
                    <a:pt x="52" y="9"/>
                    <a:pt x="53" y="8"/>
                  </a:cubicBezTo>
                  <a:cubicBezTo>
                    <a:pt x="55" y="8"/>
                    <a:pt x="56" y="7"/>
                    <a:pt x="57" y="6"/>
                  </a:cubicBezTo>
                  <a:cubicBezTo>
                    <a:pt x="57" y="5"/>
                    <a:pt x="58" y="4"/>
                    <a:pt x="59" y="4"/>
                  </a:cubicBezTo>
                  <a:cubicBezTo>
                    <a:pt x="59" y="3"/>
                    <a:pt x="59" y="3"/>
                    <a:pt x="59" y="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61" name="Switzerland">
              <a:extLst>
                <a:ext uri="{FF2B5EF4-FFF2-40B4-BE49-F238E27FC236}">
                  <a16:creationId xmlns:a16="http://schemas.microsoft.com/office/drawing/2014/main" id="{8BC6D5CF-74A1-3FEB-6807-7E425EB23642}"/>
                </a:ext>
              </a:extLst>
            </p:cNvPr>
            <p:cNvSpPr>
              <a:spLocks/>
            </p:cNvSpPr>
            <p:nvPr/>
          </p:nvSpPr>
          <p:spPr bwMode="auto">
            <a:xfrm>
              <a:off x="5917221" y="2186939"/>
              <a:ext cx="137223" cy="77432"/>
            </a:xfrm>
            <a:custGeom>
              <a:avLst/>
              <a:gdLst/>
              <a:ahLst/>
              <a:cxnLst>
                <a:cxn ang="0">
                  <a:pos x="38" y="12"/>
                </a:cxn>
                <a:cxn ang="0">
                  <a:pos x="38" y="11"/>
                </a:cxn>
                <a:cxn ang="0">
                  <a:pos x="37" y="10"/>
                </a:cxn>
                <a:cxn ang="0">
                  <a:pos x="36" y="10"/>
                </a:cxn>
                <a:cxn ang="0">
                  <a:pos x="34" y="10"/>
                </a:cxn>
                <a:cxn ang="0">
                  <a:pos x="33" y="9"/>
                </a:cxn>
                <a:cxn ang="0">
                  <a:pos x="30" y="8"/>
                </a:cxn>
                <a:cxn ang="0">
                  <a:pos x="30" y="7"/>
                </a:cxn>
                <a:cxn ang="0">
                  <a:pos x="31" y="4"/>
                </a:cxn>
                <a:cxn ang="0">
                  <a:pos x="31" y="3"/>
                </a:cxn>
                <a:cxn ang="0">
                  <a:pos x="25" y="2"/>
                </a:cxn>
                <a:cxn ang="0">
                  <a:pos x="24" y="2"/>
                </a:cxn>
                <a:cxn ang="0">
                  <a:pos x="23" y="1"/>
                </a:cxn>
                <a:cxn ang="0">
                  <a:pos x="22" y="1"/>
                </a:cxn>
                <a:cxn ang="0">
                  <a:pos x="21" y="2"/>
                </a:cxn>
                <a:cxn ang="0">
                  <a:pos x="22" y="3"/>
                </a:cxn>
                <a:cxn ang="0">
                  <a:pos x="19" y="2"/>
                </a:cxn>
                <a:cxn ang="0">
                  <a:pos x="16" y="3"/>
                </a:cxn>
                <a:cxn ang="0">
                  <a:pos x="15" y="2"/>
                </a:cxn>
                <a:cxn ang="0">
                  <a:pos x="13" y="4"/>
                </a:cxn>
                <a:cxn ang="0">
                  <a:pos x="11" y="4"/>
                </a:cxn>
                <a:cxn ang="0">
                  <a:pos x="9" y="4"/>
                </a:cxn>
                <a:cxn ang="0">
                  <a:pos x="8" y="5"/>
                </a:cxn>
                <a:cxn ang="0">
                  <a:pos x="8" y="6"/>
                </a:cxn>
                <a:cxn ang="0">
                  <a:pos x="6" y="8"/>
                </a:cxn>
                <a:cxn ang="0">
                  <a:pos x="4" y="11"/>
                </a:cxn>
                <a:cxn ang="0">
                  <a:pos x="2" y="12"/>
                </a:cxn>
                <a:cxn ang="0">
                  <a:pos x="1" y="14"/>
                </a:cxn>
                <a:cxn ang="0">
                  <a:pos x="1" y="16"/>
                </a:cxn>
                <a:cxn ang="0">
                  <a:pos x="0" y="17"/>
                </a:cxn>
                <a:cxn ang="0">
                  <a:pos x="1" y="18"/>
                </a:cxn>
                <a:cxn ang="0">
                  <a:pos x="2" y="17"/>
                </a:cxn>
                <a:cxn ang="0">
                  <a:pos x="6" y="15"/>
                </a:cxn>
                <a:cxn ang="0">
                  <a:pos x="7" y="16"/>
                </a:cxn>
                <a:cxn ang="0">
                  <a:pos x="7" y="18"/>
                </a:cxn>
                <a:cxn ang="0">
                  <a:pos x="8" y="19"/>
                </a:cxn>
                <a:cxn ang="0">
                  <a:pos x="10" y="21"/>
                </a:cxn>
                <a:cxn ang="0">
                  <a:pos x="14" y="20"/>
                </a:cxn>
                <a:cxn ang="0">
                  <a:pos x="15" y="20"/>
                </a:cxn>
                <a:cxn ang="0">
                  <a:pos x="17" y="20"/>
                </a:cxn>
                <a:cxn ang="0">
                  <a:pos x="19" y="18"/>
                </a:cxn>
                <a:cxn ang="0">
                  <a:pos x="20" y="16"/>
                </a:cxn>
                <a:cxn ang="0">
                  <a:pos x="21" y="15"/>
                </a:cxn>
                <a:cxn ang="0">
                  <a:pos x="22" y="18"/>
                </a:cxn>
                <a:cxn ang="0">
                  <a:pos x="24" y="20"/>
                </a:cxn>
                <a:cxn ang="0">
                  <a:pos x="26" y="21"/>
                </a:cxn>
                <a:cxn ang="0">
                  <a:pos x="27" y="18"/>
                </a:cxn>
                <a:cxn ang="0">
                  <a:pos x="28" y="15"/>
                </a:cxn>
                <a:cxn ang="0">
                  <a:pos x="30" y="14"/>
                </a:cxn>
                <a:cxn ang="0">
                  <a:pos x="30" y="16"/>
                </a:cxn>
                <a:cxn ang="0">
                  <a:pos x="34" y="16"/>
                </a:cxn>
                <a:cxn ang="0">
                  <a:pos x="35" y="17"/>
                </a:cxn>
                <a:cxn ang="0">
                  <a:pos x="35" y="16"/>
                </a:cxn>
                <a:cxn ang="0">
                  <a:pos x="35" y="15"/>
                </a:cxn>
                <a:cxn ang="0">
                  <a:pos x="37" y="14"/>
                </a:cxn>
              </a:cxnLst>
              <a:rect l="0" t="0" r="r" b="b"/>
              <a:pathLst>
                <a:path w="39" h="22">
                  <a:moveTo>
                    <a:pt x="39" y="13"/>
                  </a:moveTo>
                  <a:cubicBezTo>
                    <a:pt x="38" y="12"/>
                    <a:pt x="37" y="13"/>
                    <a:pt x="38" y="12"/>
                  </a:cubicBezTo>
                  <a:cubicBezTo>
                    <a:pt x="38" y="12"/>
                    <a:pt x="38" y="11"/>
                    <a:pt x="38" y="11"/>
                  </a:cubicBezTo>
                  <a:cubicBezTo>
                    <a:pt x="38" y="11"/>
                    <a:pt x="38" y="11"/>
                    <a:pt x="38" y="11"/>
                  </a:cubicBezTo>
                  <a:cubicBezTo>
                    <a:pt x="39" y="10"/>
                    <a:pt x="39" y="10"/>
                    <a:pt x="38" y="9"/>
                  </a:cubicBezTo>
                  <a:cubicBezTo>
                    <a:pt x="38" y="9"/>
                    <a:pt x="38" y="9"/>
                    <a:pt x="37" y="10"/>
                  </a:cubicBezTo>
                  <a:cubicBezTo>
                    <a:pt x="37" y="10"/>
                    <a:pt x="36" y="10"/>
                    <a:pt x="36" y="10"/>
                  </a:cubicBezTo>
                  <a:cubicBezTo>
                    <a:pt x="37" y="10"/>
                    <a:pt x="36" y="10"/>
                    <a:pt x="36" y="10"/>
                  </a:cubicBezTo>
                  <a:cubicBezTo>
                    <a:pt x="36" y="11"/>
                    <a:pt x="36" y="11"/>
                    <a:pt x="35" y="10"/>
                  </a:cubicBezTo>
                  <a:cubicBezTo>
                    <a:pt x="35" y="10"/>
                    <a:pt x="35" y="10"/>
                    <a:pt x="34" y="10"/>
                  </a:cubicBezTo>
                  <a:cubicBezTo>
                    <a:pt x="34" y="10"/>
                    <a:pt x="34" y="10"/>
                    <a:pt x="33" y="10"/>
                  </a:cubicBezTo>
                  <a:cubicBezTo>
                    <a:pt x="33" y="9"/>
                    <a:pt x="34" y="9"/>
                    <a:pt x="33" y="9"/>
                  </a:cubicBezTo>
                  <a:cubicBezTo>
                    <a:pt x="33" y="9"/>
                    <a:pt x="33" y="8"/>
                    <a:pt x="32" y="8"/>
                  </a:cubicBezTo>
                  <a:cubicBezTo>
                    <a:pt x="32" y="8"/>
                    <a:pt x="31" y="8"/>
                    <a:pt x="30" y="8"/>
                  </a:cubicBezTo>
                  <a:cubicBezTo>
                    <a:pt x="30" y="8"/>
                    <a:pt x="30" y="8"/>
                    <a:pt x="30" y="7"/>
                  </a:cubicBezTo>
                  <a:cubicBezTo>
                    <a:pt x="30" y="7"/>
                    <a:pt x="30" y="7"/>
                    <a:pt x="30" y="7"/>
                  </a:cubicBezTo>
                  <a:cubicBezTo>
                    <a:pt x="30" y="6"/>
                    <a:pt x="31" y="6"/>
                    <a:pt x="31" y="5"/>
                  </a:cubicBezTo>
                  <a:cubicBezTo>
                    <a:pt x="31" y="5"/>
                    <a:pt x="32" y="4"/>
                    <a:pt x="31" y="4"/>
                  </a:cubicBezTo>
                  <a:cubicBezTo>
                    <a:pt x="31" y="4"/>
                    <a:pt x="31" y="4"/>
                    <a:pt x="31" y="4"/>
                  </a:cubicBezTo>
                  <a:cubicBezTo>
                    <a:pt x="31" y="4"/>
                    <a:pt x="31" y="3"/>
                    <a:pt x="31" y="3"/>
                  </a:cubicBezTo>
                  <a:cubicBezTo>
                    <a:pt x="30" y="2"/>
                    <a:pt x="28" y="2"/>
                    <a:pt x="27" y="2"/>
                  </a:cubicBezTo>
                  <a:cubicBezTo>
                    <a:pt x="27" y="2"/>
                    <a:pt x="26" y="2"/>
                    <a:pt x="25" y="2"/>
                  </a:cubicBezTo>
                  <a:cubicBezTo>
                    <a:pt x="25" y="2"/>
                    <a:pt x="24" y="2"/>
                    <a:pt x="25" y="1"/>
                  </a:cubicBezTo>
                  <a:cubicBezTo>
                    <a:pt x="24" y="1"/>
                    <a:pt x="24" y="1"/>
                    <a:pt x="24" y="2"/>
                  </a:cubicBezTo>
                  <a:cubicBezTo>
                    <a:pt x="24" y="2"/>
                    <a:pt x="24" y="2"/>
                    <a:pt x="24" y="1"/>
                  </a:cubicBezTo>
                  <a:cubicBezTo>
                    <a:pt x="24" y="1"/>
                    <a:pt x="24" y="1"/>
                    <a:pt x="23" y="1"/>
                  </a:cubicBezTo>
                  <a:cubicBezTo>
                    <a:pt x="23" y="0"/>
                    <a:pt x="23" y="0"/>
                    <a:pt x="23" y="1"/>
                  </a:cubicBezTo>
                  <a:cubicBezTo>
                    <a:pt x="23" y="0"/>
                    <a:pt x="22" y="0"/>
                    <a:pt x="22" y="1"/>
                  </a:cubicBezTo>
                  <a:cubicBezTo>
                    <a:pt x="22" y="1"/>
                    <a:pt x="21" y="1"/>
                    <a:pt x="21" y="1"/>
                  </a:cubicBezTo>
                  <a:cubicBezTo>
                    <a:pt x="21" y="2"/>
                    <a:pt x="21" y="2"/>
                    <a:pt x="21" y="2"/>
                  </a:cubicBezTo>
                  <a:cubicBezTo>
                    <a:pt x="22" y="2"/>
                    <a:pt x="22" y="2"/>
                    <a:pt x="23" y="2"/>
                  </a:cubicBezTo>
                  <a:cubicBezTo>
                    <a:pt x="23" y="2"/>
                    <a:pt x="22" y="3"/>
                    <a:pt x="22" y="3"/>
                  </a:cubicBezTo>
                  <a:cubicBezTo>
                    <a:pt x="22" y="2"/>
                    <a:pt x="21" y="2"/>
                    <a:pt x="22" y="3"/>
                  </a:cubicBezTo>
                  <a:cubicBezTo>
                    <a:pt x="21" y="3"/>
                    <a:pt x="20" y="3"/>
                    <a:pt x="19" y="2"/>
                  </a:cubicBezTo>
                  <a:cubicBezTo>
                    <a:pt x="19" y="2"/>
                    <a:pt x="18" y="3"/>
                    <a:pt x="17" y="3"/>
                  </a:cubicBezTo>
                  <a:cubicBezTo>
                    <a:pt x="17" y="3"/>
                    <a:pt x="16" y="3"/>
                    <a:pt x="16" y="3"/>
                  </a:cubicBezTo>
                  <a:cubicBezTo>
                    <a:pt x="15" y="3"/>
                    <a:pt x="15" y="3"/>
                    <a:pt x="14" y="3"/>
                  </a:cubicBezTo>
                  <a:cubicBezTo>
                    <a:pt x="14" y="3"/>
                    <a:pt x="15" y="3"/>
                    <a:pt x="15" y="2"/>
                  </a:cubicBezTo>
                  <a:cubicBezTo>
                    <a:pt x="14" y="2"/>
                    <a:pt x="13" y="3"/>
                    <a:pt x="13" y="3"/>
                  </a:cubicBezTo>
                  <a:cubicBezTo>
                    <a:pt x="13" y="4"/>
                    <a:pt x="13" y="3"/>
                    <a:pt x="13" y="4"/>
                  </a:cubicBezTo>
                  <a:cubicBezTo>
                    <a:pt x="12" y="4"/>
                    <a:pt x="13" y="4"/>
                    <a:pt x="13" y="4"/>
                  </a:cubicBezTo>
                  <a:cubicBezTo>
                    <a:pt x="12" y="4"/>
                    <a:pt x="11" y="4"/>
                    <a:pt x="11" y="4"/>
                  </a:cubicBezTo>
                  <a:cubicBezTo>
                    <a:pt x="10" y="4"/>
                    <a:pt x="11" y="3"/>
                    <a:pt x="10" y="4"/>
                  </a:cubicBezTo>
                  <a:cubicBezTo>
                    <a:pt x="10" y="4"/>
                    <a:pt x="9" y="3"/>
                    <a:pt x="9" y="4"/>
                  </a:cubicBezTo>
                  <a:cubicBezTo>
                    <a:pt x="9" y="4"/>
                    <a:pt x="9" y="4"/>
                    <a:pt x="9" y="4"/>
                  </a:cubicBezTo>
                  <a:cubicBezTo>
                    <a:pt x="9" y="4"/>
                    <a:pt x="8" y="5"/>
                    <a:pt x="8" y="5"/>
                  </a:cubicBezTo>
                  <a:cubicBezTo>
                    <a:pt x="8" y="5"/>
                    <a:pt x="9" y="5"/>
                    <a:pt x="9" y="5"/>
                  </a:cubicBezTo>
                  <a:cubicBezTo>
                    <a:pt x="9" y="6"/>
                    <a:pt x="8" y="6"/>
                    <a:pt x="8" y="6"/>
                  </a:cubicBezTo>
                  <a:cubicBezTo>
                    <a:pt x="8" y="6"/>
                    <a:pt x="8" y="7"/>
                    <a:pt x="7" y="7"/>
                  </a:cubicBezTo>
                  <a:cubicBezTo>
                    <a:pt x="7" y="8"/>
                    <a:pt x="6" y="8"/>
                    <a:pt x="6" y="8"/>
                  </a:cubicBezTo>
                  <a:cubicBezTo>
                    <a:pt x="6" y="9"/>
                    <a:pt x="5" y="9"/>
                    <a:pt x="4" y="9"/>
                  </a:cubicBezTo>
                  <a:cubicBezTo>
                    <a:pt x="4" y="10"/>
                    <a:pt x="4" y="10"/>
                    <a:pt x="4" y="11"/>
                  </a:cubicBezTo>
                  <a:cubicBezTo>
                    <a:pt x="4" y="11"/>
                    <a:pt x="4" y="11"/>
                    <a:pt x="4" y="11"/>
                  </a:cubicBezTo>
                  <a:cubicBezTo>
                    <a:pt x="3" y="12"/>
                    <a:pt x="3" y="12"/>
                    <a:pt x="2" y="12"/>
                  </a:cubicBezTo>
                  <a:cubicBezTo>
                    <a:pt x="2" y="12"/>
                    <a:pt x="2" y="13"/>
                    <a:pt x="1" y="13"/>
                  </a:cubicBezTo>
                  <a:cubicBezTo>
                    <a:pt x="1" y="13"/>
                    <a:pt x="1" y="14"/>
                    <a:pt x="1" y="14"/>
                  </a:cubicBezTo>
                  <a:cubicBezTo>
                    <a:pt x="1" y="14"/>
                    <a:pt x="1" y="14"/>
                    <a:pt x="1" y="15"/>
                  </a:cubicBezTo>
                  <a:cubicBezTo>
                    <a:pt x="1" y="15"/>
                    <a:pt x="1" y="15"/>
                    <a:pt x="1" y="16"/>
                  </a:cubicBezTo>
                  <a:cubicBezTo>
                    <a:pt x="1" y="16"/>
                    <a:pt x="1" y="17"/>
                    <a:pt x="1" y="17"/>
                  </a:cubicBezTo>
                  <a:cubicBezTo>
                    <a:pt x="1" y="17"/>
                    <a:pt x="0" y="17"/>
                    <a:pt x="0" y="17"/>
                  </a:cubicBezTo>
                  <a:cubicBezTo>
                    <a:pt x="0" y="18"/>
                    <a:pt x="0" y="18"/>
                    <a:pt x="0" y="18"/>
                  </a:cubicBezTo>
                  <a:cubicBezTo>
                    <a:pt x="0" y="18"/>
                    <a:pt x="0" y="18"/>
                    <a:pt x="1" y="18"/>
                  </a:cubicBezTo>
                  <a:cubicBezTo>
                    <a:pt x="1" y="18"/>
                    <a:pt x="1" y="18"/>
                    <a:pt x="2" y="18"/>
                  </a:cubicBezTo>
                  <a:cubicBezTo>
                    <a:pt x="2" y="18"/>
                    <a:pt x="3" y="17"/>
                    <a:pt x="2" y="17"/>
                  </a:cubicBezTo>
                  <a:cubicBezTo>
                    <a:pt x="1" y="16"/>
                    <a:pt x="2" y="16"/>
                    <a:pt x="3" y="15"/>
                  </a:cubicBezTo>
                  <a:cubicBezTo>
                    <a:pt x="4" y="15"/>
                    <a:pt x="5" y="15"/>
                    <a:pt x="6" y="15"/>
                  </a:cubicBezTo>
                  <a:cubicBezTo>
                    <a:pt x="7" y="15"/>
                    <a:pt x="7" y="15"/>
                    <a:pt x="7" y="16"/>
                  </a:cubicBezTo>
                  <a:cubicBezTo>
                    <a:pt x="7" y="16"/>
                    <a:pt x="7" y="16"/>
                    <a:pt x="7" y="16"/>
                  </a:cubicBezTo>
                  <a:cubicBezTo>
                    <a:pt x="7" y="17"/>
                    <a:pt x="7" y="17"/>
                    <a:pt x="7" y="18"/>
                  </a:cubicBezTo>
                  <a:cubicBezTo>
                    <a:pt x="7" y="18"/>
                    <a:pt x="7" y="18"/>
                    <a:pt x="7" y="18"/>
                  </a:cubicBezTo>
                  <a:cubicBezTo>
                    <a:pt x="7" y="18"/>
                    <a:pt x="7" y="19"/>
                    <a:pt x="7" y="19"/>
                  </a:cubicBezTo>
                  <a:cubicBezTo>
                    <a:pt x="7" y="19"/>
                    <a:pt x="8" y="19"/>
                    <a:pt x="8" y="19"/>
                  </a:cubicBezTo>
                  <a:cubicBezTo>
                    <a:pt x="8" y="19"/>
                    <a:pt x="9" y="20"/>
                    <a:pt x="9" y="20"/>
                  </a:cubicBezTo>
                  <a:cubicBezTo>
                    <a:pt x="9" y="21"/>
                    <a:pt x="10" y="21"/>
                    <a:pt x="10" y="21"/>
                  </a:cubicBezTo>
                  <a:cubicBezTo>
                    <a:pt x="11" y="21"/>
                    <a:pt x="12" y="21"/>
                    <a:pt x="12" y="20"/>
                  </a:cubicBezTo>
                  <a:cubicBezTo>
                    <a:pt x="13" y="20"/>
                    <a:pt x="13" y="20"/>
                    <a:pt x="14" y="20"/>
                  </a:cubicBezTo>
                  <a:cubicBezTo>
                    <a:pt x="14" y="20"/>
                    <a:pt x="14" y="20"/>
                    <a:pt x="15" y="20"/>
                  </a:cubicBezTo>
                  <a:cubicBezTo>
                    <a:pt x="15" y="20"/>
                    <a:pt x="15" y="20"/>
                    <a:pt x="15" y="20"/>
                  </a:cubicBezTo>
                  <a:cubicBezTo>
                    <a:pt x="15" y="21"/>
                    <a:pt x="16" y="21"/>
                    <a:pt x="16" y="20"/>
                  </a:cubicBezTo>
                  <a:cubicBezTo>
                    <a:pt x="16" y="20"/>
                    <a:pt x="16" y="20"/>
                    <a:pt x="17" y="20"/>
                  </a:cubicBezTo>
                  <a:cubicBezTo>
                    <a:pt x="18" y="20"/>
                    <a:pt x="17" y="19"/>
                    <a:pt x="18" y="19"/>
                  </a:cubicBezTo>
                  <a:cubicBezTo>
                    <a:pt x="18" y="18"/>
                    <a:pt x="19" y="18"/>
                    <a:pt x="19" y="18"/>
                  </a:cubicBezTo>
                  <a:cubicBezTo>
                    <a:pt x="18" y="17"/>
                    <a:pt x="18" y="17"/>
                    <a:pt x="18" y="17"/>
                  </a:cubicBezTo>
                  <a:cubicBezTo>
                    <a:pt x="19" y="16"/>
                    <a:pt x="19" y="16"/>
                    <a:pt x="20" y="16"/>
                  </a:cubicBezTo>
                  <a:cubicBezTo>
                    <a:pt x="20" y="15"/>
                    <a:pt x="20" y="15"/>
                    <a:pt x="21" y="15"/>
                  </a:cubicBezTo>
                  <a:cubicBezTo>
                    <a:pt x="21" y="15"/>
                    <a:pt x="21" y="15"/>
                    <a:pt x="21" y="15"/>
                  </a:cubicBezTo>
                  <a:cubicBezTo>
                    <a:pt x="21" y="16"/>
                    <a:pt x="21" y="16"/>
                    <a:pt x="21" y="17"/>
                  </a:cubicBezTo>
                  <a:cubicBezTo>
                    <a:pt x="21" y="17"/>
                    <a:pt x="22" y="17"/>
                    <a:pt x="22" y="18"/>
                  </a:cubicBezTo>
                  <a:cubicBezTo>
                    <a:pt x="23" y="19"/>
                    <a:pt x="23" y="18"/>
                    <a:pt x="24" y="19"/>
                  </a:cubicBezTo>
                  <a:cubicBezTo>
                    <a:pt x="25" y="19"/>
                    <a:pt x="24" y="19"/>
                    <a:pt x="24" y="20"/>
                  </a:cubicBezTo>
                  <a:cubicBezTo>
                    <a:pt x="25" y="20"/>
                    <a:pt x="26" y="21"/>
                    <a:pt x="25" y="21"/>
                  </a:cubicBezTo>
                  <a:cubicBezTo>
                    <a:pt x="26" y="21"/>
                    <a:pt x="26" y="22"/>
                    <a:pt x="26" y="21"/>
                  </a:cubicBezTo>
                  <a:cubicBezTo>
                    <a:pt x="27" y="20"/>
                    <a:pt x="26" y="21"/>
                    <a:pt x="26" y="20"/>
                  </a:cubicBezTo>
                  <a:cubicBezTo>
                    <a:pt x="26" y="19"/>
                    <a:pt x="27" y="18"/>
                    <a:pt x="27" y="18"/>
                  </a:cubicBezTo>
                  <a:cubicBezTo>
                    <a:pt x="28" y="17"/>
                    <a:pt x="28" y="17"/>
                    <a:pt x="28" y="16"/>
                  </a:cubicBezTo>
                  <a:cubicBezTo>
                    <a:pt x="28" y="16"/>
                    <a:pt x="28" y="15"/>
                    <a:pt x="28" y="15"/>
                  </a:cubicBezTo>
                  <a:cubicBezTo>
                    <a:pt x="28" y="14"/>
                    <a:pt x="29" y="15"/>
                    <a:pt x="29" y="15"/>
                  </a:cubicBezTo>
                  <a:cubicBezTo>
                    <a:pt x="29" y="15"/>
                    <a:pt x="30" y="14"/>
                    <a:pt x="30" y="14"/>
                  </a:cubicBezTo>
                  <a:cubicBezTo>
                    <a:pt x="30" y="15"/>
                    <a:pt x="30" y="15"/>
                    <a:pt x="30" y="16"/>
                  </a:cubicBezTo>
                  <a:cubicBezTo>
                    <a:pt x="30" y="16"/>
                    <a:pt x="30" y="16"/>
                    <a:pt x="30" y="16"/>
                  </a:cubicBezTo>
                  <a:cubicBezTo>
                    <a:pt x="31" y="17"/>
                    <a:pt x="32" y="17"/>
                    <a:pt x="32" y="16"/>
                  </a:cubicBezTo>
                  <a:cubicBezTo>
                    <a:pt x="32" y="16"/>
                    <a:pt x="34" y="16"/>
                    <a:pt x="34" y="16"/>
                  </a:cubicBezTo>
                  <a:cubicBezTo>
                    <a:pt x="34" y="16"/>
                    <a:pt x="34" y="16"/>
                    <a:pt x="34" y="16"/>
                  </a:cubicBezTo>
                  <a:cubicBezTo>
                    <a:pt x="35" y="17"/>
                    <a:pt x="35" y="17"/>
                    <a:pt x="35" y="17"/>
                  </a:cubicBezTo>
                  <a:cubicBezTo>
                    <a:pt x="35" y="17"/>
                    <a:pt x="36" y="17"/>
                    <a:pt x="36" y="17"/>
                  </a:cubicBezTo>
                  <a:cubicBezTo>
                    <a:pt x="36" y="16"/>
                    <a:pt x="35" y="16"/>
                    <a:pt x="35" y="16"/>
                  </a:cubicBezTo>
                  <a:cubicBezTo>
                    <a:pt x="35" y="16"/>
                    <a:pt x="36" y="16"/>
                    <a:pt x="36" y="15"/>
                  </a:cubicBezTo>
                  <a:cubicBezTo>
                    <a:pt x="36" y="15"/>
                    <a:pt x="35" y="15"/>
                    <a:pt x="35" y="15"/>
                  </a:cubicBezTo>
                  <a:cubicBezTo>
                    <a:pt x="34" y="15"/>
                    <a:pt x="35" y="13"/>
                    <a:pt x="36" y="13"/>
                  </a:cubicBezTo>
                  <a:cubicBezTo>
                    <a:pt x="36" y="12"/>
                    <a:pt x="37" y="13"/>
                    <a:pt x="37" y="14"/>
                  </a:cubicBezTo>
                  <a:cubicBezTo>
                    <a:pt x="38" y="14"/>
                    <a:pt x="39" y="14"/>
                    <a:pt x="39" y="1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62" name="Sweden">
              <a:extLst>
                <a:ext uri="{FF2B5EF4-FFF2-40B4-BE49-F238E27FC236}">
                  <a16:creationId xmlns:a16="http://schemas.microsoft.com/office/drawing/2014/main" id="{824A164D-5568-FE66-785A-555C6100CAF0}"/>
                </a:ext>
              </a:extLst>
            </p:cNvPr>
            <p:cNvSpPr>
              <a:spLocks noEditPoints="1"/>
            </p:cNvSpPr>
            <p:nvPr/>
          </p:nvSpPr>
          <p:spPr bwMode="auto">
            <a:xfrm>
              <a:off x="6069146" y="1424371"/>
              <a:ext cx="336197" cy="482241"/>
            </a:xfrm>
            <a:custGeom>
              <a:avLst/>
              <a:gdLst/>
              <a:ahLst/>
              <a:cxnLst>
                <a:cxn ang="0">
                  <a:pos x="61" y="115"/>
                </a:cxn>
                <a:cxn ang="0">
                  <a:pos x="56" y="120"/>
                </a:cxn>
                <a:cxn ang="0">
                  <a:pos x="60" y="109"/>
                </a:cxn>
                <a:cxn ang="0">
                  <a:pos x="90" y="31"/>
                </a:cxn>
                <a:cxn ang="0">
                  <a:pos x="86" y="32"/>
                </a:cxn>
                <a:cxn ang="0">
                  <a:pos x="81" y="32"/>
                </a:cxn>
                <a:cxn ang="0">
                  <a:pos x="77" y="35"/>
                </a:cxn>
                <a:cxn ang="0">
                  <a:pos x="77" y="38"/>
                </a:cxn>
                <a:cxn ang="0">
                  <a:pos x="75" y="41"/>
                </a:cxn>
                <a:cxn ang="0">
                  <a:pos x="77" y="43"/>
                </a:cxn>
                <a:cxn ang="0">
                  <a:pos x="73" y="49"/>
                </a:cxn>
                <a:cxn ang="0">
                  <a:pos x="67" y="52"/>
                </a:cxn>
                <a:cxn ang="0">
                  <a:pos x="62" y="54"/>
                </a:cxn>
                <a:cxn ang="0">
                  <a:pos x="57" y="56"/>
                </a:cxn>
                <a:cxn ang="0">
                  <a:pos x="54" y="58"/>
                </a:cxn>
                <a:cxn ang="0">
                  <a:pos x="53" y="60"/>
                </a:cxn>
                <a:cxn ang="0">
                  <a:pos x="51" y="62"/>
                </a:cxn>
                <a:cxn ang="0">
                  <a:pos x="49" y="66"/>
                </a:cxn>
                <a:cxn ang="0">
                  <a:pos x="48" y="72"/>
                </a:cxn>
                <a:cxn ang="0">
                  <a:pos x="46" y="73"/>
                </a:cxn>
                <a:cxn ang="0">
                  <a:pos x="47" y="78"/>
                </a:cxn>
                <a:cxn ang="0">
                  <a:pos x="53" y="83"/>
                </a:cxn>
                <a:cxn ang="0">
                  <a:pos x="58" y="88"/>
                </a:cxn>
                <a:cxn ang="0">
                  <a:pos x="61" y="91"/>
                </a:cxn>
                <a:cxn ang="0">
                  <a:pos x="55" y="94"/>
                </a:cxn>
                <a:cxn ang="0">
                  <a:pos x="57" y="96"/>
                </a:cxn>
                <a:cxn ang="0">
                  <a:pos x="56" y="98"/>
                </a:cxn>
                <a:cxn ang="0">
                  <a:pos x="53" y="100"/>
                </a:cxn>
                <a:cxn ang="0">
                  <a:pos x="52" y="98"/>
                </a:cxn>
                <a:cxn ang="0">
                  <a:pos x="50" y="101"/>
                </a:cxn>
                <a:cxn ang="0">
                  <a:pos x="41" y="102"/>
                </a:cxn>
                <a:cxn ang="0">
                  <a:pos x="44" y="104"/>
                </a:cxn>
                <a:cxn ang="0">
                  <a:pos x="45" y="107"/>
                </a:cxn>
                <a:cxn ang="0">
                  <a:pos x="45" y="109"/>
                </a:cxn>
                <a:cxn ang="0">
                  <a:pos x="44" y="112"/>
                </a:cxn>
                <a:cxn ang="0">
                  <a:pos x="44" y="118"/>
                </a:cxn>
                <a:cxn ang="0">
                  <a:pos x="42" y="121"/>
                </a:cxn>
                <a:cxn ang="0">
                  <a:pos x="36" y="127"/>
                </a:cxn>
                <a:cxn ang="0">
                  <a:pos x="27" y="129"/>
                </a:cxn>
                <a:cxn ang="0">
                  <a:pos x="15" y="134"/>
                </a:cxn>
                <a:cxn ang="0">
                  <a:pos x="13" y="124"/>
                </a:cxn>
                <a:cxn ang="0">
                  <a:pos x="9" y="117"/>
                </a:cxn>
                <a:cxn ang="0">
                  <a:pos x="7" y="114"/>
                </a:cxn>
                <a:cxn ang="0">
                  <a:pos x="6" y="107"/>
                </a:cxn>
                <a:cxn ang="0">
                  <a:pos x="3" y="104"/>
                </a:cxn>
                <a:cxn ang="0">
                  <a:pos x="1" y="100"/>
                </a:cxn>
                <a:cxn ang="0">
                  <a:pos x="6" y="95"/>
                </a:cxn>
                <a:cxn ang="0">
                  <a:pos x="9" y="78"/>
                </a:cxn>
                <a:cxn ang="0">
                  <a:pos x="7" y="57"/>
                </a:cxn>
                <a:cxn ang="0">
                  <a:pos x="20" y="41"/>
                </a:cxn>
                <a:cxn ang="0">
                  <a:pos x="32" y="24"/>
                </a:cxn>
                <a:cxn ang="0">
                  <a:pos x="54" y="5"/>
                </a:cxn>
                <a:cxn ang="0">
                  <a:pos x="72" y="3"/>
                </a:cxn>
                <a:cxn ang="0">
                  <a:pos x="88" y="10"/>
                </a:cxn>
                <a:cxn ang="0">
                  <a:pos x="93" y="22"/>
                </a:cxn>
                <a:cxn ang="0">
                  <a:pos x="49" y="100"/>
                </a:cxn>
                <a:cxn ang="0">
                  <a:pos x="44" y="125"/>
                </a:cxn>
                <a:cxn ang="0">
                  <a:pos x="5" y="108"/>
                </a:cxn>
                <a:cxn ang="0">
                  <a:pos x="5" y="108"/>
                </a:cxn>
              </a:cxnLst>
              <a:rect l="0" t="0" r="r" b="b"/>
              <a:pathLst>
                <a:path w="95" h="136">
                  <a:moveTo>
                    <a:pt x="63" y="110"/>
                  </a:moveTo>
                  <a:cubicBezTo>
                    <a:pt x="63" y="110"/>
                    <a:pt x="63" y="110"/>
                    <a:pt x="63" y="110"/>
                  </a:cubicBezTo>
                  <a:cubicBezTo>
                    <a:pt x="63" y="110"/>
                    <a:pt x="63" y="110"/>
                    <a:pt x="63" y="110"/>
                  </a:cubicBezTo>
                  <a:cubicBezTo>
                    <a:pt x="63" y="111"/>
                    <a:pt x="63" y="111"/>
                    <a:pt x="62" y="111"/>
                  </a:cubicBezTo>
                  <a:cubicBezTo>
                    <a:pt x="62" y="111"/>
                    <a:pt x="63" y="111"/>
                    <a:pt x="62" y="111"/>
                  </a:cubicBezTo>
                  <a:cubicBezTo>
                    <a:pt x="62" y="111"/>
                    <a:pt x="61" y="111"/>
                    <a:pt x="61" y="111"/>
                  </a:cubicBezTo>
                  <a:cubicBezTo>
                    <a:pt x="61" y="111"/>
                    <a:pt x="61" y="112"/>
                    <a:pt x="61" y="112"/>
                  </a:cubicBezTo>
                  <a:cubicBezTo>
                    <a:pt x="62" y="113"/>
                    <a:pt x="60" y="114"/>
                    <a:pt x="62" y="114"/>
                  </a:cubicBezTo>
                  <a:cubicBezTo>
                    <a:pt x="62" y="114"/>
                    <a:pt x="62" y="114"/>
                    <a:pt x="62" y="114"/>
                  </a:cubicBezTo>
                  <a:cubicBezTo>
                    <a:pt x="62" y="115"/>
                    <a:pt x="62" y="115"/>
                    <a:pt x="61" y="115"/>
                  </a:cubicBezTo>
                  <a:cubicBezTo>
                    <a:pt x="61" y="115"/>
                    <a:pt x="60" y="115"/>
                    <a:pt x="60" y="116"/>
                  </a:cubicBezTo>
                  <a:cubicBezTo>
                    <a:pt x="60" y="116"/>
                    <a:pt x="61" y="116"/>
                    <a:pt x="61" y="116"/>
                  </a:cubicBezTo>
                  <a:cubicBezTo>
                    <a:pt x="61" y="116"/>
                    <a:pt x="61" y="116"/>
                    <a:pt x="61" y="116"/>
                  </a:cubicBezTo>
                  <a:cubicBezTo>
                    <a:pt x="61" y="117"/>
                    <a:pt x="59" y="117"/>
                    <a:pt x="60" y="117"/>
                  </a:cubicBezTo>
                  <a:cubicBezTo>
                    <a:pt x="60" y="117"/>
                    <a:pt x="58" y="117"/>
                    <a:pt x="58" y="117"/>
                  </a:cubicBezTo>
                  <a:cubicBezTo>
                    <a:pt x="59" y="118"/>
                    <a:pt x="59" y="117"/>
                    <a:pt x="59" y="117"/>
                  </a:cubicBezTo>
                  <a:cubicBezTo>
                    <a:pt x="59" y="118"/>
                    <a:pt x="57" y="118"/>
                    <a:pt x="58" y="119"/>
                  </a:cubicBezTo>
                  <a:cubicBezTo>
                    <a:pt x="58" y="119"/>
                    <a:pt x="58" y="119"/>
                    <a:pt x="58" y="119"/>
                  </a:cubicBezTo>
                  <a:cubicBezTo>
                    <a:pt x="58" y="118"/>
                    <a:pt x="58" y="119"/>
                    <a:pt x="58" y="119"/>
                  </a:cubicBezTo>
                  <a:cubicBezTo>
                    <a:pt x="57" y="120"/>
                    <a:pt x="57" y="120"/>
                    <a:pt x="56" y="120"/>
                  </a:cubicBezTo>
                  <a:cubicBezTo>
                    <a:pt x="56" y="120"/>
                    <a:pt x="57" y="119"/>
                    <a:pt x="57" y="119"/>
                  </a:cubicBezTo>
                  <a:cubicBezTo>
                    <a:pt x="57" y="118"/>
                    <a:pt x="58" y="118"/>
                    <a:pt x="58" y="118"/>
                  </a:cubicBezTo>
                  <a:cubicBezTo>
                    <a:pt x="57" y="118"/>
                    <a:pt x="57" y="118"/>
                    <a:pt x="57" y="118"/>
                  </a:cubicBezTo>
                  <a:cubicBezTo>
                    <a:pt x="57" y="118"/>
                    <a:pt x="56" y="117"/>
                    <a:pt x="56" y="117"/>
                  </a:cubicBezTo>
                  <a:cubicBezTo>
                    <a:pt x="56" y="116"/>
                    <a:pt x="56" y="116"/>
                    <a:pt x="56" y="116"/>
                  </a:cubicBezTo>
                  <a:cubicBezTo>
                    <a:pt x="56" y="115"/>
                    <a:pt x="56" y="115"/>
                    <a:pt x="56" y="115"/>
                  </a:cubicBezTo>
                  <a:cubicBezTo>
                    <a:pt x="56" y="114"/>
                    <a:pt x="55" y="113"/>
                    <a:pt x="56" y="113"/>
                  </a:cubicBezTo>
                  <a:cubicBezTo>
                    <a:pt x="57" y="112"/>
                    <a:pt x="57" y="112"/>
                    <a:pt x="58" y="112"/>
                  </a:cubicBezTo>
                  <a:cubicBezTo>
                    <a:pt x="58" y="111"/>
                    <a:pt x="58" y="110"/>
                    <a:pt x="59" y="110"/>
                  </a:cubicBezTo>
                  <a:cubicBezTo>
                    <a:pt x="60" y="110"/>
                    <a:pt x="60" y="110"/>
                    <a:pt x="60" y="109"/>
                  </a:cubicBezTo>
                  <a:cubicBezTo>
                    <a:pt x="61" y="109"/>
                    <a:pt x="61" y="110"/>
                    <a:pt x="61" y="110"/>
                  </a:cubicBezTo>
                  <a:cubicBezTo>
                    <a:pt x="61" y="109"/>
                    <a:pt x="61" y="109"/>
                    <a:pt x="62" y="109"/>
                  </a:cubicBezTo>
                  <a:cubicBezTo>
                    <a:pt x="62" y="109"/>
                    <a:pt x="63" y="109"/>
                    <a:pt x="63" y="110"/>
                  </a:cubicBezTo>
                  <a:close/>
                  <a:moveTo>
                    <a:pt x="82" y="31"/>
                  </a:moveTo>
                  <a:cubicBezTo>
                    <a:pt x="82" y="31"/>
                    <a:pt x="82" y="31"/>
                    <a:pt x="82" y="31"/>
                  </a:cubicBezTo>
                  <a:close/>
                  <a:moveTo>
                    <a:pt x="95" y="31"/>
                  </a:moveTo>
                  <a:cubicBezTo>
                    <a:pt x="94" y="31"/>
                    <a:pt x="94" y="31"/>
                    <a:pt x="93" y="31"/>
                  </a:cubicBezTo>
                  <a:cubicBezTo>
                    <a:pt x="93" y="31"/>
                    <a:pt x="92" y="31"/>
                    <a:pt x="92" y="31"/>
                  </a:cubicBezTo>
                  <a:cubicBezTo>
                    <a:pt x="91" y="31"/>
                    <a:pt x="90" y="31"/>
                    <a:pt x="90" y="31"/>
                  </a:cubicBezTo>
                  <a:cubicBezTo>
                    <a:pt x="90" y="31"/>
                    <a:pt x="90" y="31"/>
                    <a:pt x="90" y="31"/>
                  </a:cubicBezTo>
                  <a:cubicBezTo>
                    <a:pt x="90" y="32"/>
                    <a:pt x="90" y="32"/>
                    <a:pt x="90" y="32"/>
                  </a:cubicBezTo>
                  <a:cubicBezTo>
                    <a:pt x="90" y="32"/>
                    <a:pt x="90" y="32"/>
                    <a:pt x="90" y="32"/>
                  </a:cubicBezTo>
                  <a:cubicBezTo>
                    <a:pt x="89" y="32"/>
                    <a:pt x="89" y="31"/>
                    <a:pt x="89" y="31"/>
                  </a:cubicBezTo>
                  <a:cubicBezTo>
                    <a:pt x="89" y="31"/>
                    <a:pt x="89" y="31"/>
                    <a:pt x="89" y="31"/>
                  </a:cubicBezTo>
                  <a:cubicBezTo>
                    <a:pt x="89" y="31"/>
                    <a:pt x="88" y="31"/>
                    <a:pt x="88" y="31"/>
                  </a:cubicBezTo>
                  <a:cubicBezTo>
                    <a:pt x="88" y="31"/>
                    <a:pt x="88" y="31"/>
                    <a:pt x="88" y="31"/>
                  </a:cubicBezTo>
                  <a:cubicBezTo>
                    <a:pt x="88" y="31"/>
                    <a:pt x="89" y="32"/>
                    <a:pt x="89" y="32"/>
                  </a:cubicBezTo>
                  <a:cubicBezTo>
                    <a:pt x="89" y="32"/>
                    <a:pt x="89" y="32"/>
                    <a:pt x="89" y="32"/>
                  </a:cubicBezTo>
                  <a:cubicBezTo>
                    <a:pt x="89" y="32"/>
                    <a:pt x="88" y="31"/>
                    <a:pt x="88" y="32"/>
                  </a:cubicBezTo>
                  <a:cubicBezTo>
                    <a:pt x="88" y="32"/>
                    <a:pt x="87" y="32"/>
                    <a:pt x="86" y="32"/>
                  </a:cubicBezTo>
                  <a:cubicBezTo>
                    <a:pt x="86" y="31"/>
                    <a:pt x="85" y="31"/>
                    <a:pt x="84" y="30"/>
                  </a:cubicBezTo>
                  <a:cubicBezTo>
                    <a:pt x="84" y="30"/>
                    <a:pt x="85" y="31"/>
                    <a:pt x="84" y="32"/>
                  </a:cubicBezTo>
                  <a:cubicBezTo>
                    <a:pt x="84" y="32"/>
                    <a:pt x="84" y="31"/>
                    <a:pt x="84" y="31"/>
                  </a:cubicBezTo>
                  <a:cubicBezTo>
                    <a:pt x="84" y="31"/>
                    <a:pt x="83" y="32"/>
                    <a:pt x="83" y="31"/>
                  </a:cubicBezTo>
                  <a:cubicBezTo>
                    <a:pt x="84" y="31"/>
                    <a:pt x="82" y="31"/>
                    <a:pt x="82" y="31"/>
                  </a:cubicBezTo>
                  <a:cubicBezTo>
                    <a:pt x="82" y="31"/>
                    <a:pt x="82" y="31"/>
                    <a:pt x="82" y="31"/>
                  </a:cubicBezTo>
                  <a:cubicBezTo>
                    <a:pt x="82" y="31"/>
                    <a:pt x="82" y="31"/>
                    <a:pt x="82" y="31"/>
                  </a:cubicBezTo>
                  <a:cubicBezTo>
                    <a:pt x="82" y="31"/>
                    <a:pt x="82" y="31"/>
                    <a:pt x="82" y="31"/>
                  </a:cubicBezTo>
                  <a:cubicBezTo>
                    <a:pt x="82" y="31"/>
                    <a:pt x="82" y="32"/>
                    <a:pt x="82" y="32"/>
                  </a:cubicBezTo>
                  <a:cubicBezTo>
                    <a:pt x="83" y="33"/>
                    <a:pt x="81" y="32"/>
                    <a:pt x="81" y="32"/>
                  </a:cubicBezTo>
                  <a:cubicBezTo>
                    <a:pt x="81" y="33"/>
                    <a:pt x="82" y="32"/>
                    <a:pt x="82" y="33"/>
                  </a:cubicBezTo>
                  <a:cubicBezTo>
                    <a:pt x="83" y="33"/>
                    <a:pt x="82" y="33"/>
                    <a:pt x="82" y="33"/>
                  </a:cubicBezTo>
                  <a:cubicBezTo>
                    <a:pt x="83" y="34"/>
                    <a:pt x="82" y="33"/>
                    <a:pt x="81" y="33"/>
                  </a:cubicBezTo>
                  <a:cubicBezTo>
                    <a:pt x="82" y="34"/>
                    <a:pt x="80" y="33"/>
                    <a:pt x="80" y="33"/>
                  </a:cubicBezTo>
                  <a:cubicBezTo>
                    <a:pt x="80" y="33"/>
                    <a:pt x="81" y="34"/>
                    <a:pt x="81" y="34"/>
                  </a:cubicBezTo>
                  <a:cubicBezTo>
                    <a:pt x="81" y="34"/>
                    <a:pt x="79" y="34"/>
                    <a:pt x="79" y="34"/>
                  </a:cubicBezTo>
                  <a:cubicBezTo>
                    <a:pt x="79" y="34"/>
                    <a:pt x="79" y="34"/>
                    <a:pt x="79" y="34"/>
                  </a:cubicBezTo>
                  <a:cubicBezTo>
                    <a:pt x="79" y="34"/>
                    <a:pt x="80" y="34"/>
                    <a:pt x="80" y="34"/>
                  </a:cubicBezTo>
                  <a:cubicBezTo>
                    <a:pt x="80" y="35"/>
                    <a:pt x="80" y="35"/>
                    <a:pt x="79" y="35"/>
                  </a:cubicBezTo>
                  <a:cubicBezTo>
                    <a:pt x="79" y="35"/>
                    <a:pt x="77" y="35"/>
                    <a:pt x="77" y="35"/>
                  </a:cubicBezTo>
                  <a:cubicBezTo>
                    <a:pt x="77" y="35"/>
                    <a:pt x="77" y="35"/>
                    <a:pt x="77" y="35"/>
                  </a:cubicBezTo>
                  <a:cubicBezTo>
                    <a:pt x="77" y="36"/>
                    <a:pt x="76" y="35"/>
                    <a:pt x="76" y="35"/>
                  </a:cubicBezTo>
                  <a:cubicBezTo>
                    <a:pt x="76" y="35"/>
                    <a:pt x="76" y="35"/>
                    <a:pt x="76" y="35"/>
                  </a:cubicBezTo>
                  <a:cubicBezTo>
                    <a:pt x="76" y="35"/>
                    <a:pt x="76" y="35"/>
                    <a:pt x="76" y="35"/>
                  </a:cubicBezTo>
                  <a:cubicBezTo>
                    <a:pt x="76" y="36"/>
                    <a:pt x="77" y="35"/>
                    <a:pt x="77" y="36"/>
                  </a:cubicBezTo>
                  <a:cubicBezTo>
                    <a:pt x="77" y="36"/>
                    <a:pt x="77" y="36"/>
                    <a:pt x="78" y="36"/>
                  </a:cubicBezTo>
                  <a:cubicBezTo>
                    <a:pt x="78" y="36"/>
                    <a:pt x="78" y="36"/>
                    <a:pt x="77" y="36"/>
                  </a:cubicBezTo>
                  <a:cubicBezTo>
                    <a:pt x="77" y="36"/>
                    <a:pt x="77" y="37"/>
                    <a:pt x="77" y="37"/>
                  </a:cubicBezTo>
                  <a:cubicBezTo>
                    <a:pt x="77" y="37"/>
                    <a:pt x="77" y="38"/>
                    <a:pt x="77" y="37"/>
                  </a:cubicBezTo>
                  <a:cubicBezTo>
                    <a:pt x="77" y="38"/>
                    <a:pt x="77" y="38"/>
                    <a:pt x="77" y="38"/>
                  </a:cubicBezTo>
                  <a:cubicBezTo>
                    <a:pt x="77" y="38"/>
                    <a:pt x="76" y="38"/>
                    <a:pt x="76" y="38"/>
                  </a:cubicBezTo>
                  <a:cubicBezTo>
                    <a:pt x="76" y="38"/>
                    <a:pt x="76" y="38"/>
                    <a:pt x="76" y="38"/>
                  </a:cubicBezTo>
                  <a:cubicBezTo>
                    <a:pt x="76" y="39"/>
                    <a:pt x="76" y="39"/>
                    <a:pt x="76" y="39"/>
                  </a:cubicBezTo>
                  <a:cubicBezTo>
                    <a:pt x="76" y="39"/>
                    <a:pt x="76" y="39"/>
                    <a:pt x="76" y="39"/>
                  </a:cubicBezTo>
                  <a:cubicBezTo>
                    <a:pt x="75" y="39"/>
                    <a:pt x="75" y="39"/>
                    <a:pt x="76" y="39"/>
                  </a:cubicBezTo>
                  <a:cubicBezTo>
                    <a:pt x="75" y="39"/>
                    <a:pt x="75" y="39"/>
                    <a:pt x="75" y="39"/>
                  </a:cubicBezTo>
                  <a:cubicBezTo>
                    <a:pt x="75" y="39"/>
                    <a:pt x="75" y="40"/>
                    <a:pt x="74" y="40"/>
                  </a:cubicBezTo>
                  <a:cubicBezTo>
                    <a:pt x="75" y="40"/>
                    <a:pt x="73" y="40"/>
                    <a:pt x="73" y="40"/>
                  </a:cubicBezTo>
                  <a:cubicBezTo>
                    <a:pt x="73" y="40"/>
                    <a:pt x="74" y="41"/>
                    <a:pt x="73" y="41"/>
                  </a:cubicBezTo>
                  <a:cubicBezTo>
                    <a:pt x="74" y="41"/>
                    <a:pt x="75" y="41"/>
                    <a:pt x="75" y="41"/>
                  </a:cubicBezTo>
                  <a:cubicBezTo>
                    <a:pt x="75" y="41"/>
                    <a:pt x="75" y="41"/>
                    <a:pt x="75" y="41"/>
                  </a:cubicBezTo>
                  <a:cubicBezTo>
                    <a:pt x="75" y="42"/>
                    <a:pt x="75" y="42"/>
                    <a:pt x="75" y="42"/>
                  </a:cubicBezTo>
                  <a:cubicBezTo>
                    <a:pt x="75" y="42"/>
                    <a:pt x="75" y="42"/>
                    <a:pt x="75" y="42"/>
                  </a:cubicBezTo>
                  <a:cubicBezTo>
                    <a:pt x="75" y="42"/>
                    <a:pt x="75" y="42"/>
                    <a:pt x="75" y="42"/>
                  </a:cubicBezTo>
                  <a:cubicBezTo>
                    <a:pt x="75" y="42"/>
                    <a:pt x="75" y="42"/>
                    <a:pt x="74" y="42"/>
                  </a:cubicBezTo>
                  <a:cubicBezTo>
                    <a:pt x="74" y="42"/>
                    <a:pt x="75" y="42"/>
                    <a:pt x="75" y="42"/>
                  </a:cubicBezTo>
                  <a:cubicBezTo>
                    <a:pt x="74" y="42"/>
                    <a:pt x="74" y="42"/>
                    <a:pt x="74" y="42"/>
                  </a:cubicBezTo>
                  <a:cubicBezTo>
                    <a:pt x="74" y="42"/>
                    <a:pt x="75" y="43"/>
                    <a:pt x="76" y="43"/>
                  </a:cubicBezTo>
                  <a:cubicBezTo>
                    <a:pt x="76" y="42"/>
                    <a:pt x="76" y="43"/>
                    <a:pt x="76" y="43"/>
                  </a:cubicBezTo>
                  <a:cubicBezTo>
                    <a:pt x="77" y="43"/>
                    <a:pt x="77" y="43"/>
                    <a:pt x="77" y="43"/>
                  </a:cubicBezTo>
                  <a:cubicBezTo>
                    <a:pt x="77" y="43"/>
                    <a:pt x="77" y="43"/>
                    <a:pt x="77" y="43"/>
                  </a:cubicBezTo>
                  <a:cubicBezTo>
                    <a:pt x="77" y="44"/>
                    <a:pt x="77" y="43"/>
                    <a:pt x="76" y="44"/>
                  </a:cubicBezTo>
                  <a:cubicBezTo>
                    <a:pt x="77" y="43"/>
                    <a:pt x="77" y="44"/>
                    <a:pt x="77" y="44"/>
                  </a:cubicBezTo>
                  <a:cubicBezTo>
                    <a:pt x="77" y="44"/>
                    <a:pt x="77" y="44"/>
                    <a:pt x="77" y="44"/>
                  </a:cubicBezTo>
                  <a:cubicBezTo>
                    <a:pt x="78" y="44"/>
                    <a:pt x="76" y="45"/>
                    <a:pt x="76" y="45"/>
                  </a:cubicBezTo>
                  <a:cubicBezTo>
                    <a:pt x="76" y="46"/>
                    <a:pt x="75" y="46"/>
                    <a:pt x="75" y="46"/>
                  </a:cubicBezTo>
                  <a:cubicBezTo>
                    <a:pt x="75" y="46"/>
                    <a:pt x="75" y="46"/>
                    <a:pt x="74" y="47"/>
                  </a:cubicBezTo>
                  <a:cubicBezTo>
                    <a:pt x="74" y="47"/>
                    <a:pt x="74" y="46"/>
                    <a:pt x="74" y="47"/>
                  </a:cubicBezTo>
                  <a:cubicBezTo>
                    <a:pt x="74" y="47"/>
                    <a:pt x="73" y="47"/>
                    <a:pt x="73" y="47"/>
                  </a:cubicBezTo>
                  <a:cubicBezTo>
                    <a:pt x="73" y="48"/>
                    <a:pt x="73" y="48"/>
                    <a:pt x="73" y="49"/>
                  </a:cubicBezTo>
                  <a:cubicBezTo>
                    <a:pt x="72" y="49"/>
                    <a:pt x="72" y="49"/>
                    <a:pt x="72" y="50"/>
                  </a:cubicBezTo>
                  <a:cubicBezTo>
                    <a:pt x="72" y="50"/>
                    <a:pt x="71" y="50"/>
                    <a:pt x="71" y="50"/>
                  </a:cubicBezTo>
                  <a:cubicBezTo>
                    <a:pt x="71" y="50"/>
                    <a:pt x="72" y="50"/>
                    <a:pt x="72" y="50"/>
                  </a:cubicBezTo>
                  <a:cubicBezTo>
                    <a:pt x="72" y="51"/>
                    <a:pt x="71" y="50"/>
                    <a:pt x="71" y="50"/>
                  </a:cubicBezTo>
                  <a:cubicBezTo>
                    <a:pt x="71" y="51"/>
                    <a:pt x="71" y="51"/>
                    <a:pt x="71" y="51"/>
                  </a:cubicBezTo>
                  <a:cubicBezTo>
                    <a:pt x="70" y="51"/>
                    <a:pt x="70" y="50"/>
                    <a:pt x="70" y="50"/>
                  </a:cubicBezTo>
                  <a:cubicBezTo>
                    <a:pt x="70" y="50"/>
                    <a:pt x="70" y="51"/>
                    <a:pt x="69" y="51"/>
                  </a:cubicBezTo>
                  <a:cubicBezTo>
                    <a:pt x="69" y="51"/>
                    <a:pt x="70" y="52"/>
                    <a:pt x="69" y="52"/>
                  </a:cubicBezTo>
                  <a:cubicBezTo>
                    <a:pt x="69" y="51"/>
                    <a:pt x="69" y="50"/>
                    <a:pt x="68" y="51"/>
                  </a:cubicBezTo>
                  <a:cubicBezTo>
                    <a:pt x="68" y="52"/>
                    <a:pt x="68" y="52"/>
                    <a:pt x="67" y="52"/>
                  </a:cubicBezTo>
                  <a:cubicBezTo>
                    <a:pt x="67" y="52"/>
                    <a:pt x="66" y="52"/>
                    <a:pt x="67" y="52"/>
                  </a:cubicBezTo>
                  <a:cubicBezTo>
                    <a:pt x="66" y="52"/>
                    <a:pt x="66" y="52"/>
                    <a:pt x="65" y="53"/>
                  </a:cubicBezTo>
                  <a:cubicBezTo>
                    <a:pt x="65" y="53"/>
                    <a:pt x="65" y="53"/>
                    <a:pt x="65" y="53"/>
                  </a:cubicBezTo>
                  <a:cubicBezTo>
                    <a:pt x="64" y="53"/>
                    <a:pt x="65" y="53"/>
                    <a:pt x="65" y="54"/>
                  </a:cubicBezTo>
                  <a:cubicBezTo>
                    <a:pt x="64" y="54"/>
                    <a:pt x="64" y="54"/>
                    <a:pt x="64" y="54"/>
                  </a:cubicBezTo>
                  <a:cubicBezTo>
                    <a:pt x="63" y="53"/>
                    <a:pt x="63" y="53"/>
                    <a:pt x="63" y="53"/>
                  </a:cubicBezTo>
                  <a:cubicBezTo>
                    <a:pt x="62" y="53"/>
                    <a:pt x="63" y="53"/>
                    <a:pt x="62" y="53"/>
                  </a:cubicBezTo>
                  <a:cubicBezTo>
                    <a:pt x="62" y="53"/>
                    <a:pt x="64" y="54"/>
                    <a:pt x="63" y="54"/>
                  </a:cubicBezTo>
                  <a:cubicBezTo>
                    <a:pt x="62" y="54"/>
                    <a:pt x="62" y="54"/>
                    <a:pt x="62" y="54"/>
                  </a:cubicBezTo>
                  <a:cubicBezTo>
                    <a:pt x="62" y="54"/>
                    <a:pt x="62" y="54"/>
                    <a:pt x="62" y="54"/>
                  </a:cubicBezTo>
                  <a:cubicBezTo>
                    <a:pt x="61" y="53"/>
                    <a:pt x="61" y="55"/>
                    <a:pt x="61" y="55"/>
                  </a:cubicBezTo>
                  <a:cubicBezTo>
                    <a:pt x="60" y="55"/>
                    <a:pt x="60" y="55"/>
                    <a:pt x="60" y="56"/>
                  </a:cubicBezTo>
                  <a:cubicBezTo>
                    <a:pt x="60" y="56"/>
                    <a:pt x="60" y="56"/>
                    <a:pt x="59" y="56"/>
                  </a:cubicBezTo>
                  <a:cubicBezTo>
                    <a:pt x="59" y="56"/>
                    <a:pt x="60" y="56"/>
                    <a:pt x="60" y="56"/>
                  </a:cubicBezTo>
                  <a:cubicBezTo>
                    <a:pt x="60" y="56"/>
                    <a:pt x="59" y="56"/>
                    <a:pt x="59" y="56"/>
                  </a:cubicBezTo>
                  <a:cubicBezTo>
                    <a:pt x="59" y="56"/>
                    <a:pt x="58" y="55"/>
                    <a:pt x="58" y="56"/>
                  </a:cubicBezTo>
                  <a:cubicBezTo>
                    <a:pt x="58" y="56"/>
                    <a:pt x="58" y="56"/>
                    <a:pt x="58" y="56"/>
                  </a:cubicBezTo>
                  <a:cubicBezTo>
                    <a:pt x="58" y="56"/>
                    <a:pt x="58" y="56"/>
                    <a:pt x="58" y="56"/>
                  </a:cubicBezTo>
                  <a:cubicBezTo>
                    <a:pt x="58" y="56"/>
                    <a:pt x="59" y="56"/>
                    <a:pt x="58" y="56"/>
                  </a:cubicBezTo>
                  <a:cubicBezTo>
                    <a:pt x="58" y="56"/>
                    <a:pt x="57" y="56"/>
                    <a:pt x="57" y="56"/>
                  </a:cubicBezTo>
                  <a:cubicBezTo>
                    <a:pt x="57" y="56"/>
                    <a:pt x="57" y="56"/>
                    <a:pt x="58" y="56"/>
                  </a:cubicBezTo>
                  <a:cubicBezTo>
                    <a:pt x="57" y="56"/>
                    <a:pt x="57" y="56"/>
                    <a:pt x="57" y="56"/>
                  </a:cubicBezTo>
                  <a:cubicBezTo>
                    <a:pt x="57" y="56"/>
                    <a:pt x="57" y="56"/>
                    <a:pt x="57" y="57"/>
                  </a:cubicBezTo>
                  <a:cubicBezTo>
                    <a:pt x="57" y="57"/>
                    <a:pt x="56" y="57"/>
                    <a:pt x="56" y="57"/>
                  </a:cubicBezTo>
                  <a:cubicBezTo>
                    <a:pt x="56" y="57"/>
                    <a:pt x="56" y="57"/>
                    <a:pt x="56" y="57"/>
                  </a:cubicBezTo>
                  <a:cubicBezTo>
                    <a:pt x="56" y="57"/>
                    <a:pt x="56" y="57"/>
                    <a:pt x="56" y="57"/>
                  </a:cubicBezTo>
                  <a:cubicBezTo>
                    <a:pt x="56" y="57"/>
                    <a:pt x="56" y="57"/>
                    <a:pt x="56" y="58"/>
                  </a:cubicBezTo>
                  <a:cubicBezTo>
                    <a:pt x="55" y="58"/>
                    <a:pt x="55" y="58"/>
                    <a:pt x="55" y="58"/>
                  </a:cubicBezTo>
                  <a:cubicBezTo>
                    <a:pt x="55" y="58"/>
                    <a:pt x="55" y="58"/>
                    <a:pt x="55" y="58"/>
                  </a:cubicBezTo>
                  <a:cubicBezTo>
                    <a:pt x="55" y="58"/>
                    <a:pt x="55" y="58"/>
                    <a:pt x="54" y="58"/>
                  </a:cubicBezTo>
                  <a:cubicBezTo>
                    <a:pt x="54" y="58"/>
                    <a:pt x="54" y="58"/>
                    <a:pt x="54" y="58"/>
                  </a:cubicBezTo>
                  <a:cubicBezTo>
                    <a:pt x="54" y="58"/>
                    <a:pt x="56" y="58"/>
                    <a:pt x="56" y="59"/>
                  </a:cubicBezTo>
                  <a:cubicBezTo>
                    <a:pt x="56" y="59"/>
                    <a:pt x="55" y="59"/>
                    <a:pt x="55" y="59"/>
                  </a:cubicBezTo>
                  <a:cubicBezTo>
                    <a:pt x="55" y="59"/>
                    <a:pt x="55" y="59"/>
                    <a:pt x="56" y="59"/>
                  </a:cubicBezTo>
                  <a:cubicBezTo>
                    <a:pt x="56" y="59"/>
                    <a:pt x="56" y="59"/>
                    <a:pt x="55" y="59"/>
                  </a:cubicBezTo>
                  <a:cubicBezTo>
                    <a:pt x="56" y="59"/>
                    <a:pt x="55" y="60"/>
                    <a:pt x="55" y="60"/>
                  </a:cubicBezTo>
                  <a:cubicBezTo>
                    <a:pt x="55" y="60"/>
                    <a:pt x="55" y="60"/>
                    <a:pt x="54" y="60"/>
                  </a:cubicBezTo>
                  <a:cubicBezTo>
                    <a:pt x="53" y="59"/>
                    <a:pt x="53" y="60"/>
                    <a:pt x="54" y="60"/>
                  </a:cubicBezTo>
                  <a:cubicBezTo>
                    <a:pt x="54" y="61"/>
                    <a:pt x="52" y="61"/>
                    <a:pt x="52" y="60"/>
                  </a:cubicBezTo>
                  <a:cubicBezTo>
                    <a:pt x="52" y="60"/>
                    <a:pt x="53" y="60"/>
                    <a:pt x="53" y="60"/>
                  </a:cubicBezTo>
                  <a:cubicBezTo>
                    <a:pt x="53" y="60"/>
                    <a:pt x="51" y="60"/>
                    <a:pt x="51" y="60"/>
                  </a:cubicBezTo>
                  <a:cubicBezTo>
                    <a:pt x="51" y="60"/>
                    <a:pt x="51" y="59"/>
                    <a:pt x="51" y="59"/>
                  </a:cubicBezTo>
                  <a:cubicBezTo>
                    <a:pt x="51" y="59"/>
                    <a:pt x="50" y="59"/>
                    <a:pt x="51" y="59"/>
                  </a:cubicBezTo>
                  <a:cubicBezTo>
                    <a:pt x="50" y="59"/>
                    <a:pt x="50" y="58"/>
                    <a:pt x="50" y="58"/>
                  </a:cubicBezTo>
                  <a:cubicBezTo>
                    <a:pt x="50" y="58"/>
                    <a:pt x="50" y="57"/>
                    <a:pt x="50" y="58"/>
                  </a:cubicBezTo>
                  <a:cubicBezTo>
                    <a:pt x="50" y="58"/>
                    <a:pt x="50" y="59"/>
                    <a:pt x="49" y="58"/>
                  </a:cubicBezTo>
                  <a:cubicBezTo>
                    <a:pt x="50" y="59"/>
                    <a:pt x="50" y="59"/>
                    <a:pt x="51" y="59"/>
                  </a:cubicBezTo>
                  <a:cubicBezTo>
                    <a:pt x="51" y="59"/>
                    <a:pt x="51" y="60"/>
                    <a:pt x="51" y="60"/>
                  </a:cubicBezTo>
                  <a:cubicBezTo>
                    <a:pt x="52" y="61"/>
                    <a:pt x="52" y="61"/>
                    <a:pt x="52" y="61"/>
                  </a:cubicBezTo>
                  <a:cubicBezTo>
                    <a:pt x="52" y="62"/>
                    <a:pt x="51" y="61"/>
                    <a:pt x="51" y="62"/>
                  </a:cubicBezTo>
                  <a:cubicBezTo>
                    <a:pt x="52" y="62"/>
                    <a:pt x="51" y="63"/>
                    <a:pt x="51" y="63"/>
                  </a:cubicBezTo>
                  <a:cubicBezTo>
                    <a:pt x="51" y="63"/>
                    <a:pt x="49" y="63"/>
                    <a:pt x="50" y="64"/>
                  </a:cubicBezTo>
                  <a:cubicBezTo>
                    <a:pt x="50" y="64"/>
                    <a:pt x="49" y="64"/>
                    <a:pt x="49" y="64"/>
                  </a:cubicBezTo>
                  <a:cubicBezTo>
                    <a:pt x="48" y="63"/>
                    <a:pt x="48" y="63"/>
                    <a:pt x="48" y="63"/>
                  </a:cubicBezTo>
                  <a:cubicBezTo>
                    <a:pt x="47" y="63"/>
                    <a:pt x="48" y="64"/>
                    <a:pt x="47" y="64"/>
                  </a:cubicBezTo>
                  <a:cubicBezTo>
                    <a:pt x="48" y="64"/>
                    <a:pt x="47" y="65"/>
                    <a:pt x="48" y="65"/>
                  </a:cubicBezTo>
                  <a:cubicBezTo>
                    <a:pt x="48" y="65"/>
                    <a:pt x="49" y="65"/>
                    <a:pt x="48" y="66"/>
                  </a:cubicBezTo>
                  <a:cubicBezTo>
                    <a:pt x="48" y="66"/>
                    <a:pt x="50" y="66"/>
                    <a:pt x="50" y="66"/>
                  </a:cubicBezTo>
                  <a:cubicBezTo>
                    <a:pt x="50" y="66"/>
                    <a:pt x="49" y="66"/>
                    <a:pt x="49" y="66"/>
                  </a:cubicBezTo>
                  <a:cubicBezTo>
                    <a:pt x="49" y="66"/>
                    <a:pt x="49" y="66"/>
                    <a:pt x="49" y="66"/>
                  </a:cubicBezTo>
                  <a:cubicBezTo>
                    <a:pt x="49" y="66"/>
                    <a:pt x="48" y="66"/>
                    <a:pt x="49" y="66"/>
                  </a:cubicBezTo>
                  <a:cubicBezTo>
                    <a:pt x="49" y="67"/>
                    <a:pt x="49" y="67"/>
                    <a:pt x="48" y="67"/>
                  </a:cubicBezTo>
                  <a:cubicBezTo>
                    <a:pt x="48" y="67"/>
                    <a:pt x="48" y="67"/>
                    <a:pt x="48" y="68"/>
                  </a:cubicBezTo>
                  <a:cubicBezTo>
                    <a:pt x="48" y="68"/>
                    <a:pt x="48" y="68"/>
                    <a:pt x="48" y="68"/>
                  </a:cubicBezTo>
                  <a:cubicBezTo>
                    <a:pt x="48" y="68"/>
                    <a:pt x="48" y="68"/>
                    <a:pt x="48" y="68"/>
                  </a:cubicBezTo>
                  <a:cubicBezTo>
                    <a:pt x="48" y="68"/>
                    <a:pt x="47" y="69"/>
                    <a:pt x="48" y="69"/>
                  </a:cubicBezTo>
                  <a:cubicBezTo>
                    <a:pt x="48" y="70"/>
                    <a:pt x="47" y="70"/>
                    <a:pt x="48" y="70"/>
                  </a:cubicBezTo>
                  <a:cubicBezTo>
                    <a:pt x="48" y="70"/>
                    <a:pt x="48" y="71"/>
                    <a:pt x="48" y="71"/>
                  </a:cubicBezTo>
                  <a:cubicBezTo>
                    <a:pt x="48" y="71"/>
                    <a:pt x="49" y="71"/>
                    <a:pt x="49" y="71"/>
                  </a:cubicBezTo>
                  <a:cubicBezTo>
                    <a:pt x="49" y="72"/>
                    <a:pt x="48" y="72"/>
                    <a:pt x="48" y="72"/>
                  </a:cubicBezTo>
                  <a:cubicBezTo>
                    <a:pt x="48" y="71"/>
                    <a:pt x="47" y="71"/>
                    <a:pt x="47" y="71"/>
                  </a:cubicBezTo>
                  <a:cubicBezTo>
                    <a:pt x="47" y="71"/>
                    <a:pt x="46" y="71"/>
                    <a:pt x="46" y="71"/>
                  </a:cubicBezTo>
                  <a:cubicBezTo>
                    <a:pt x="46" y="71"/>
                    <a:pt x="47" y="71"/>
                    <a:pt x="47" y="72"/>
                  </a:cubicBezTo>
                  <a:cubicBezTo>
                    <a:pt x="47" y="72"/>
                    <a:pt x="46" y="72"/>
                    <a:pt x="46" y="72"/>
                  </a:cubicBezTo>
                  <a:cubicBezTo>
                    <a:pt x="46" y="72"/>
                    <a:pt x="47" y="72"/>
                    <a:pt x="47" y="72"/>
                  </a:cubicBezTo>
                  <a:cubicBezTo>
                    <a:pt x="47" y="72"/>
                    <a:pt x="46" y="72"/>
                    <a:pt x="46" y="72"/>
                  </a:cubicBezTo>
                  <a:cubicBezTo>
                    <a:pt x="46" y="72"/>
                    <a:pt x="46" y="72"/>
                    <a:pt x="46" y="72"/>
                  </a:cubicBezTo>
                  <a:cubicBezTo>
                    <a:pt x="46" y="72"/>
                    <a:pt x="46" y="73"/>
                    <a:pt x="47" y="73"/>
                  </a:cubicBezTo>
                  <a:cubicBezTo>
                    <a:pt x="46" y="73"/>
                    <a:pt x="46" y="73"/>
                    <a:pt x="46" y="73"/>
                  </a:cubicBezTo>
                  <a:cubicBezTo>
                    <a:pt x="46" y="73"/>
                    <a:pt x="47" y="73"/>
                    <a:pt x="46" y="73"/>
                  </a:cubicBezTo>
                  <a:cubicBezTo>
                    <a:pt x="47" y="73"/>
                    <a:pt x="46" y="74"/>
                    <a:pt x="47" y="74"/>
                  </a:cubicBezTo>
                  <a:cubicBezTo>
                    <a:pt x="45" y="74"/>
                    <a:pt x="47" y="75"/>
                    <a:pt x="47" y="75"/>
                  </a:cubicBezTo>
                  <a:cubicBezTo>
                    <a:pt x="47" y="75"/>
                    <a:pt x="47" y="75"/>
                    <a:pt x="46" y="75"/>
                  </a:cubicBezTo>
                  <a:cubicBezTo>
                    <a:pt x="47" y="75"/>
                    <a:pt x="47" y="75"/>
                    <a:pt x="47" y="75"/>
                  </a:cubicBezTo>
                  <a:cubicBezTo>
                    <a:pt x="47" y="75"/>
                    <a:pt x="46" y="75"/>
                    <a:pt x="46" y="75"/>
                  </a:cubicBezTo>
                  <a:cubicBezTo>
                    <a:pt x="46" y="75"/>
                    <a:pt x="47" y="75"/>
                    <a:pt x="47" y="76"/>
                  </a:cubicBezTo>
                  <a:cubicBezTo>
                    <a:pt x="47" y="76"/>
                    <a:pt x="47" y="76"/>
                    <a:pt x="47" y="77"/>
                  </a:cubicBezTo>
                  <a:cubicBezTo>
                    <a:pt x="47" y="77"/>
                    <a:pt x="47" y="77"/>
                    <a:pt x="46" y="77"/>
                  </a:cubicBezTo>
                  <a:cubicBezTo>
                    <a:pt x="46" y="77"/>
                    <a:pt x="47" y="77"/>
                    <a:pt x="47" y="77"/>
                  </a:cubicBezTo>
                  <a:cubicBezTo>
                    <a:pt x="47" y="77"/>
                    <a:pt x="46" y="78"/>
                    <a:pt x="47" y="78"/>
                  </a:cubicBezTo>
                  <a:cubicBezTo>
                    <a:pt x="46" y="78"/>
                    <a:pt x="47" y="79"/>
                    <a:pt x="48" y="79"/>
                  </a:cubicBezTo>
                  <a:cubicBezTo>
                    <a:pt x="48" y="80"/>
                    <a:pt x="47" y="80"/>
                    <a:pt x="48" y="80"/>
                  </a:cubicBezTo>
                  <a:cubicBezTo>
                    <a:pt x="48" y="81"/>
                    <a:pt x="47" y="81"/>
                    <a:pt x="47" y="81"/>
                  </a:cubicBezTo>
                  <a:cubicBezTo>
                    <a:pt x="47" y="81"/>
                    <a:pt x="49" y="82"/>
                    <a:pt x="49" y="82"/>
                  </a:cubicBezTo>
                  <a:cubicBezTo>
                    <a:pt x="49" y="82"/>
                    <a:pt x="50" y="82"/>
                    <a:pt x="50" y="82"/>
                  </a:cubicBezTo>
                  <a:cubicBezTo>
                    <a:pt x="51" y="82"/>
                    <a:pt x="50" y="82"/>
                    <a:pt x="50" y="82"/>
                  </a:cubicBezTo>
                  <a:cubicBezTo>
                    <a:pt x="50" y="82"/>
                    <a:pt x="51" y="83"/>
                    <a:pt x="51" y="83"/>
                  </a:cubicBezTo>
                  <a:cubicBezTo>
                    <a:pt x="51" y="83"/>
                    <a:pt x="51" y="83"/>
                    <a:pt x="52" y="82"/>
                  </a:cubicBezTo>
                  <a:cubicBezTo>
                    <a:pt x="52" y="82"/>
                    <a:pt x="52" y="82"/>
                    <a:pt x="53" y="82"/>
                  </a:cubicBezTo>
                  <a:cubicBezTo>
                    <a:pt x="53" y="82"/>
                    <a:pt x="54" y="83"/>
                    <a:pt x="53" y="83"/>
                  </a:cubicBezTo>
                  <a:cubicBezTo>
                    <a:pt x="54" y="83"/>
                    <a:pt x="55" y="84"/>
                    <a:pt x="55" y="84"/>
                  </a:cubicBezTo>
                  <a:cubicBezTo>
                    <a:pt x="55" y="85"/>
                    <a:pt x="55" y="85"/>
                    <a:pt x="55" y="85"/>
                  </a:cubicBezTo>
                  <a:cubicBezTo>
                    <a:pt x="56" y="85"/>
                    <a:pt x="56" y="85"/>
                    <a:pt x="57" y="85"/>
                  </a:cubicBezTo>
                  <a:cubicBezTo>
                    <a:pt x="57" y="85"/>
                    <a:pt x="57" y="85"/>
                    <a:pt x="57" y="85"/>
                  </a:cubicBezTo>
                  <a:cubicBezTo>
                    <a:pt x="57" y="85"/>
                    <a:pt x="57" y="85"/>
                    <a:pt x="57" y="85"/>
                  </a:cubicBezTo>
                  <a:cubicBezTo>
                    <a:pt x="57" y="85"/>
                    <a:pt x="59" y="86"/>
                    <a:pt x="58" y="86"/>
                  </a:cubicBezTo>
                  <a:cubicBezTo>
                    <a:pt x="58" y="86"/>
                    <a:pt x="57" y="86"/>
                    <a:pt x="56" y="85"/>
                  </a:cubicBezTo>
                  <a:cubicBezTo>
                    <a:pt x="57" y="86"/>
                    <a:pt x="57" y="86"/>
                    <a:pt x="57" y="86"/>
                  </a:cubicBezTo>
                  <a:cubicBezTo>
                    <a:pt x="57" y="86"/>
                    <a:pt x="57" y="86"/>
                    <a:pt x="57" y="86"/>
                  </a:cubicBezTo>
                  <a:cubicBezTo>
                    <a:pt x="57" y="87"/>
                    <a:pt x="58" y="87"/>
                    <a:pt x="58" y="88"/>
                  </a:cubicBezTo>
                  <a:cubicBezTo>
                    <a:pt x="58" y="87"/>
                    <a:pt x="58" y="87"/>
                    <a:pt x="58" y="87"/>
                  </a:cubicBezTo>
                  <a:cubicBezTo>
                    <a:pt x="59" y="87"/>
                    <a:pt x="59" y="87"/>
                    <a:pt x="60" y="87"/>
                  </a:cubicBezTo>
                  <a:cubicBezTo>
                    <a:pt x="60" y="86"/>
                    <a:pt x="60" y="88"/>
                    <a:pt x="60" y="88"/>
                  </a:cubicBezTo>
                  <a:cubicBezTo>
                    <a:pt x="60" y="88"/>
                    <a:pt x="61" y="89"/>
                    <a:pt x="61" y="89"/>
                  </a:cubicBezTo>
                  <a:cubicBezTo>
                    <a:pt x="61" y="89"/>
                    <a:pt x="61" y="89"/>
                    <a:pt x="62" y="89"/>
                  </a:cubicBezTo>
                  <a:cubicBezTo>
                    <a:pt x="61" y="89"/>
                    <a:pt x="63" y="90"/>
                    <a:pt x="62" y="90"/>
                  </a:cubicBezTo>
                  <a:cubicBezTo>
                    <a:pt x="61" y="90"/>
                    <a:pt x="61" y="89"/>
                    <a:pt x="60" y="89"/>
                  </a:cubicBezTo>
                  <a:cubicBezTo>
                    <a:pt x="61" y="89"/>
                    <a:pt x="62" y="90"/>
                    <a:pt x="61" y="90"/>
                  </a:cubicBezTo>
                  <a:cubicBezTo>
                    <a:pt x="62" y="91"/>
                    <a:pt x="63" y="91"/>
                    <a:pt x="62" y="91"/>
                  </a:cubicBezTo>
                  <a:cubicBezTo>
                    <a:pt x="61" y="91"/>
                    <a:pt x="61" y="91"/>
                    <a:pt x="61" y="91"/>
                  </a:cubicBezTo>
                  <a:cubicBezTo>
                    <a:pt x="61" y="91"/>
                    <a:pt x="60" y="91"/>
                    <a:pt x="59" y="91"/>
                  </a:cubicBezTo>
                  <a:cubicBezTo>
                    <a:pt x="60" y="92"/>
                    <a:pt x="59" y="92"/>
                    <a:pt x="59" y="92"/>
                  </a:cubicBezTo>
                  <a:cubicBezTo>
                    <a:pt x="59" y="92"/>
                    <a:pt x="60" y="92"/>
                    <a:pt x="60" y="92"/>
                  </a:cubicBezTo>
                  <a:cubicBezTo>
                    <a:pt x="59" y="92"/>
                    <a:pt x="60" y="92"/>
                    <a:pt x="59" y="92"/>
                  </a:cubicBezTo>
                  <a:cubicBezTo>
                    <a:pt x="59" y="93"/>
                    <a:pt x="57" y="94"/>
                    <a:pt x="56" y="94"/>
                  </a:cubicBezTo>
                  <a:cubicBezTo>
                    <a:pt x="56" y="94"/>
                    <a:pt x="56" y="94"/>
                    <a:pt x="56" y="94"/>
                  </a:cubicBezTo>
                  <a:cubicBezTo>
                    <a:pt x="56" y="94"/>
                    <a:pt x="57" y="94"/>
                    <a:pt x="57" y="94"/>
                  </a:cubicBezTo>
                  <a:cubicBezTo>
                    <a:pt x="57" y="94"/>
                    <a:pt x="56" y="94"/>
                    <a:pt x="56" y="94"/>
                  </a:cubicBezTo>
                  <a:cubicBezTo>
                    <a:pt x="55" y="94"/>
                    <a:pt x="55" y="94"/>
                    <a:pt x="56" y="94"/>
                  </a:cubicBezTo>
                  <a:cubicBezTo>
                    <a:pt x="55" y="93"/>
                    <a:pt x="55" y="94"/>
                    <a:pt x="55" y="94"/>
                  </a:cubicBezTo>
                  <a:cubicBezTo>
                    <a:pt x="55" y="95"/>
                    <a:pt x="55" y="95"/>
                    <a:pt x="55" y="95"/>
                  </a:cubicBezTo>
                  <a:cubicBezTo>
                    <a:pt x="55" y="95"/>
                    <a:pt x="56" y="95"/>
                    <a:pt x="56" y="95"/>
                  </a:cubicBezTo>
                  <a:cubicBezTo>
                    <a:pt x="57" y="95"/>
                    <a:pt x="58" y="95"/>
                    <a:pt x="58" y="95"/>
                  </a:cubicBezTo>
                  <a:cubicBezTo>
                    <a:pt x="58" y="95"/>
                    <a:pt x="57" y="94"/>
                    <a:pt x="57" y="94"/>
                  </a:cubicBezTo>
                  <a:cubicBezTo>
                    <a:pt x="58" y="94"/>
                    <a:pt x="59" y="94"/>
                    <a:pt x="59" y="95"/>
                  </a:cubicBezTo>
                  <a:cubicBezTo>
                    <a:pt x="59" y="95"/>
                    <a:pt x="59" y="95"/>
                    <a:pt x="58" y="95"/>
                  </a:cubicBezTo>
                  <a:cubicBezTo>
                    <a:pt x="59" y="95"/>
                    <a:pt x="59" y="95"/>
                    <a:pt x="59" y="95"/>
                  </a:cubicBezTo>
                  <a:cubicBezTo>
                    <a:pt x="60" y="96"/>
                    <a:pt x="57" y="95"/>
                    <a:pt x="57" y="95"/>
                  </a:cubicBezTo>
                  <a:cubicBezTo>
                    <a:pt x="57" y="95"/>
                    <a:pt x="59" y="96"/>
                    <a:pt x="59" y="96"/>
                  </a:cubicBezTo>
                  <a:cubicBezTo>
                    <a:pt x="58" y="96"/>
                    <a:pt x="58" y="96"/>
                    <a:pt x="57" y="96"/>
                  </a:cubicBezTo>
                  <a:cubicBezTo>
                    <a:pt x="57" y="96"/>
                    <a:pt x="57" y="96"/>
                    <a:pt x="57" y="95"/>
                  </a:cubicBezTo>
                  <a:cubicBezTo>
                    <a:pt x="57" y="95"/>
                    <a:pt x="57" y="95"/>
                    <a:pt x="57" y="95"/>
                  </a:cubicBezTo>
                  <a:cubicBezTo>
                    <a:pt x="56" y="95"/>
                    <a:pt x="56" y="95"/>
                    <a:pt x="57" y="96"/>
                  </a:cubicBezTo>
                  <a:cubicBezTo>
                    <a:pt x="56" y="96"/>
                    <a:pt x="56" y="96"/>
                    <a:pt x="56" y="96"/>
                  </a:cubicBezTo>
                  <a:cubicBezTo>
                    <a:pt x="57" y="96"/>
                    <a:pt x="57" y="96"/>
                    <a:pt x="57" y="96"/>
                  </a:cubicBezTo>
                  <a:cubicBezTo>
                    <a:pt x="57" y="96"/>
                    <a:pt x="57" y="96"/>
                    <a:pt x="57" y="96"/>
                  </a:cubicBezTo>
                  <a:cubicBezTo>
                    <a:pt x="57" y="97"/>
                    <a:pt x="57" y="96"/>
                    <a:pt x="58" y="97"/>
                  </a:cubicBezTo>
                  <a:cubicBezTo>
                    <a:pt x="57" y="97"/>
                    <a:pt x="57" y="97"/>
                    <a:pt x="56" y="97"/>
                  </a:cubicBezTo>
                  <a:cubicBezTo>
                    <a:pt x="57" y="97"/>
                    <a:pt x="57" y="97"/>
                    <a:pt x="57" y="97"/>
                  </a:cubicBezTo>
                  <a:cubicBezTo>
                    <a:pt x="57" y="98"/>
                    <a:pt x="56" y="98"/>
                    <a:pt x="56" y="98"/>
                  </a:cubicBezTo>
                  <a:cubicBezTo>
                    <a:pt x="56" y="98"/>
                    <a:pt x="56" y="97"/>
                    <a:pt x="56" y="97"/>
                  </a:cubicBezTo>
                  <a:cubicBezTo>
                    <a:pt x="56" y="97"/>
                    <a:pt x="55" y="98"/>
                    <a:pt x="54" y="98"/>
                  </a:cubicBezTo>
                  <a:cubicBezTo>
                    <a:pt x="54" y="98"/>
                    <a:pt x="54" y="98"/>
                    <a:pt x="54" y="99"/>
                  </a:cubicBezTo>
                  <a:cubicBezTo>
                    <a:pt x="54" y="99"/>
                    <a:pt x="54" y="98"/>
                    <a:pt x="55" y="98"/>
                  </a:cubicBezTo>
                  <a:cubicBezTo>
                    <a:pt x="54" y="99"/>
                    <a:pt x="54" y="99"/>
                    <a:pt x="54" y="99"/>
                  </a:cubicBezTo>
                  <a:cubicBezTo>
                    <a:pt x="54" y="99"/>
                    <a:pt x="54" y="100"/>
                    <a:pt x="54" y="99"/>
                  </a:cubicBezTo>
                  <a:cubicBezTo>
                    <a:pt x="54" y="99"/>
                    <a:pt x="53" y="100"/>
                    <a:pt x="54" y="100"/>
                  </a:cubicBezTo>
                  <a:cubicBezTo>
                    <a:pt x="53" y="100"/>
                    <a:pt x="53" y="99"/>
                    <a:pt x="53" y="99"/>
                  </a:cubicBezTo>
                  <a:cubicBezTo>
                    <a:pt x="53" y="99"/>
                    <a:pt x="53" y="99"/>
                    <a:pt x="53" y="99"/>
                  </a:cubicBezTo>
                  <a:cubicBezTo>
                    <a:pt x="53" y="100"/>
                    <a:pt x="53" y="100"/>
                    <a:pt x="53" y="100"/>
                  </a:cubicBezTo>
                  <a:cubicBezTo>
                    <a:pt x="53" y="100"/>
                    <a:pt x="53" y="101"/>
                    <a:pt x="53" y="100"/>
                  </a:cubicBezTo>
                  <a:cubicBezTo>
                    <a:pt x="53" y="100"/>
                    <a:pt x="53" y="99"/>
                    <a:pt x="52" y="99"/>
                  </a:cubicBezTo>
                  <a:cubicBezTo>
                    <a:pt x="53" y="99"/>
                    <a:pt x="53" y="99"/>
                    <a:pt x="53" y="100"/>
                  </a:cubicBezTo>
                  <a:cubicBezTo>
                    <a:pt x="52" y="99"/>
                    <a:pt x="52" y="99"/>
                    <a:pt x="52" y="98"/>
                  </a:cubicBezTo>
                  <a:cubicBezTo>
                    <a:pt x="52" y="98"/>
                    <a:pt x="53" y="97"/>
                    <a:pt x="52" y="97"/>
                  </a:cubicBezTo>
                  <a:cubicBezTo>
                    <a:pt x="52" y="97"/>
                    <a:pt x="52" y="98"/>
                    <a:pt x="52" y="98"/>
                  </a:cubicBezTo>
                  <a:cubicBezTo>
                    <a:pt x="52" y="98"/>
                    <a:pt x="52" y="97"/>
                    <a:pt x="52" y="97"/>
                  </a:cubicBezTo>
                  <a:cubicBezTo>
                    <a:pt x="52" y="97"/>
                    <a:pt x="52" y="97"/>
                    <a:pt x="52" y="97"/>
                  </a:cubicBezTo>
                  <a:cubicBezTo>
                    <a:pt x="51" y="98"/>
                    <a:pt x="51" y="98"/>
                    <a:pt x="51" y="98"/>
                  </a:cubicBezTo>
                  <a:cubicBezTo>
                    <a:pt x="52" y="98"/>
                    <a:pt x="51" y="97"/>
                    <a:pt x="52" y="98"/>
                  </a:cubicBezTo>
                  <a:cubicBezTo>
                    <a:pt x="52" y="98"/>
                    <a:pt x="52" y="99"/>
                    <a:pt x="52" y="99"/>
                  </a:cubicBezTo>
                  <a:cubicBezTo>
                    <a:pt x="52" y="99"/>
                    <a:pt x="52" y="99"/>
                    <a:pt x="51" y="99"/>
                  </a:cubicBezTo>
                  <a:cubicBezTo>
                    <a:pt x="51" y="99"/>
                    <a:pt x="51" y="99"/>
                    <a:pt x="51" y="99"/>
                  </a:cubicBezTo>
                  <a:cubicBezTo>
                    <a:pt x="51" y="99"/>
                    <a:pt x="51" y="99"/>
                    <a:pt x="51" y="99"/>
                  </a:cubicBezTo>
                  <a:cubicBezTo>
                    <a:pt x="52" y="99"/>
                    <a:pt x="51" y="100"/>
                    <a:pt x="51" y="99"/>
                  </a:cubicBezTo>
                  <a:cubicBezTo>
                    <a:pt x="52" y="100"/>
                    <a:pt x="50" y="100"/>
                    <a:pt x="50" y="100"/>
                  </a:cubicBezTo>
                  <a:cubicBezTo>
                    <a:pt x="50" y="100"/>
                    <a:pt x="51" y="100"/>
                    <a:pt x="51" y="100"/>
                  </a:cubicBezTo>
                  <a:cubicBezTo>
                    <a:pt x="50" y="100"/>
                    <a:pt x="50" y="100"/>
                    <a:pt x="51" y="101"/>
                  </a:cubicBezTo>
                  <a:cubicBezTo>
                    <a:pt x="50" y="101"/>
                    <a:pt x="50" y="100"/>
                    <a:pt x="49" y="100"/>
                  </a:cubicBezTo>
                  <a:cubicBezTo>
                    <a:pt x="49" y="101"/>
                    <a:pt x="50" y="101"/>
                    <a:pt x="50" y="101"/>
                  </a:cubicBezTo>
                  <a:cubicBezTo>
                    <a:pt x="50" y="101"/>
                    <a:pt x="49" y="101"/>
                    <a:pt x="49" y="101"/>
                  </a:cubicBezTo>
                  <a:cubicBezTo>
                    <a:pt x="49" y="101"/>
                    <a:pt x="48" y="101"/>
                    <a:pt x="48" y="101"/>
                  </a:cubicBezTo>
                  <a:cubicBezTo>
                    <a:pt x="47" y="101"/>
                    <a:pt x="48" y="101"/>
                    <a:pt x="47" y="101"/>
                  </a:cubicBezTo>
                  <a:cubicBezTo>
                    <a:pt x="47" y="101"/>
                    <a:pt x="47" y="101"/>
                    <a:pt x="47" y="101"/>
                  </a:cubicBezTo>
                  <a:cubicBezTo>
                    <a:pt x="47" y="101"/>
                    <a:pt x="47" y="101"/>
                    <a:pt x="47" y="101"/>
                  </a:cubicBezTo>
                  <a:cubicBezTo>
                    <a:pt x="47" y="101"/>
                    <a:pt x="47" y="101"/>
                    <a:pt x="47" y="101"/>
                  </a:cubicBezTo>
                  <a:cubicBezTo>
                    <a:pt x="47" y="101"/>
                    <a:pt x="48" y="101"/>
                    <a:pt x="48" y="101"/>
                  </a:cubicBezTo>
                  <a:cubicBezTo>
                    <a:pt x="48" y="102"/>
                    <a:pt x="47" y="102"/>
                    <a:pt x="46" y="102"/>
                  </a:cubicBezTo>
                  <a:cubicBezTo>
                    <a:pt x="48" y="102"/>
                    <a:pt x="45" y="102"/>
                    <a:pt x="45" y="102"/>
                  </a:cubicBezTo>
                  <a:cubicBezTo>
                    <a:pt x="43" y="102"/>
                    <a:pt x="42" y="102"/>
                    <a:pt x="41" y="102"/>
                  </a:cubicBezTo>
                  <a:cubicBezTo>
                    <a:pt x="41" y="102"/>
                    <a:pt x="41" y="102"/>
                    <a:pt x="41" y="102"/>
                  </a:cubicBezTo>
                  <a:cubicBezTo>
                    <a:pt x="41" y="102"/>
                    <a:pt x="41" y="102"/>
                    <a:pt x="41" y="102"/>
                  </a:cubicBezTo>
                  <a:cubicBezTo>
                    <a:pt x="42" y="102"/>
                    <a:pt x="42" y="103"/>
                    <a:pt x="42" y="102"/>
                  </a:cubicBezTo>
                  <a:cubicBezTo>
                    <a:pt x="42" y="102"/>
                    <a:pt x="42" y="102"/>
                    <a:pt x="42" y="102"/>
                  </a:cubicBezTo>
                  <a:cubicBezTo>
                    <a:pt x="43" y="102"/>
                    <a:pt x="43" y="102"/>
                    <a:pt x="43" y="102"/>
                  </a:cubicBezTo>
                  <a:cubicBezTo>
                    <a:pt x="43" y="102"/>
                    <a:pt x="45" y="103"/>
                    <a:pt x="45" y="103"/>
                  </a:cubicBezTo>
                  <a:cubicBezTo>
                    <a:pt x="45" y="103"/>
                    <a:pt x="46" y="103"/>
                    <a:pt x="46" y="104"/>
                  </a:cubicBezTo>
                  <a:cubicBezTo>
                    <a:pt x="46" y="104"/>
                    <a:pt x="46" y="104"/>
                    <a:pt x="46" y="104"/>
                  </a:cubicBezTo>
                  <a:cubicBezTo>
                    <a:pt x="46" y="104"/>
                    <a:pt x="46" y="104"/>
                    <a:pt x="46" y="104"/>
                  </a:cubicBezTo>
                  <a:cubicBezTo>
                    <a:pt x="45" y="104"/>
                    <a:pt x="45" y="104"/>
                    <a:pt x="44" y="104"/>
                  </a:cubicBezTo>
                  <a:cubicBezTo>
                    <a:pt x="44" y="104"/>
                    <a:pt x="43" y="104"/>
                    <a:pt x="42" y="104"/>
                  </a:cubicBezTo>
                  <a:cubicBezTo>
                    <a:pt x="43" y="104"/>
                    <a:pt x="43" y="104"/>
                    <a:pt x="44" y="104"/>
                  </a:cubicBezTo>
                  <a:cubicBezTo>
                    <a:pt x="44" y="104"/>
                    <a:pt x="44" y="104"/>
                    <a:pt x="45" y="104"/>
                  </a:cubicBezTo>
                  <a:cubicBezTo>
                    <a:pt x="45" y="104"/>
                    <a:pt x="45" y="105"/>
                    <a:pt x="45" y="105"/>
                  </a:cubicBezTo>
                  <a:cubicBezTo>
                    <a:pt x="45" y="105"/>
                    <a:pt x="45" y="105"/>
                    <a:pt x="45" y="105"/>
                  </a:cubicBezTo>
                  <a:cubicBezTo>
                    <a:pt x="45" y="105"/>
                    <a:pt x="44" y="105"/>
                    <a:pt x="44" y="105"/>
                  </a:cubicBezTo>
                  <a:cubicBezTo>
                    <a:pt x="44" y="105"/>
                    <a:pt x="45" y="105"/>
                    <a:pt x="45" y="105"/>
                  </a:cubicBezTo>
                  <a:cubicBezTo>
                    <a:pt x="45" y="106"/>
                    <a:pt x="45" y="106"/>
                    <a:pt x="44" y="106"/>
                  </a:cubicBezTo>
                  <a:cubicBezTo>
                    <a:pt x="45" y="106"/>
                    <a:pt x="46" y="106"/>
                    <a:pt x="46" y="107"/>
                  </a:cubicBezTo>
                  <a:cubicBezTo>
                    <a:pt x="46" y="107"/>
                    <a:pt x="45" y="107"/>
                    <a:pt x="45" y="107"/>
                  </a:cubicBezTo>
                  <a:cubicBezTo>
                    <a:pt x="45" y="107"/>
                    <a:pt x="46" y="107"/>
                    <a:pt x="46" y="107"/>
                  </a:cubicBezTo>
                  <a:cubicBezTo>
                    <a:pt x="45" y="107"/>
                    <a:pt x="45" y="107"/>
                    <a:pt x="45" y="107"/>
                  </a:cubicBezTo>
                  <a:cubicBezTo>
                    <a:pt x="45" y="107"/>
                    <a:pt x="45" y="108"/>
                    <a:pt x="45" y="108"/>
                  </a:cubicBezTo>
                  <a:cubicBezTo>
                    <a:pt x="45" y="108"/>
                    <a:pt x="45" y="108"/>
                    <a:pt x="45" y="108"/>
                  </a:cubicBezTo>
                  <a:cubicBezTo>
                    <a:pt x="45" y="108"/>
                    <a:pt x="44" y="109"/>
                    <a:pt x="44" y="108"/>
                  </a:cubicBezTo>
                  <a:cubicBezTo>
                    <a:pt x="44" y="108"/>
                    <a:pt x="44" y="108"/>
                    <a:pt x="44" y="109"/>
                  </a:cubicBezTo>
                  <a:cubicBezTo>
                    <a:pt x="44" y="109"/>
                    <a:pt x="44" y="109"/>
                    <a:pt x="44" y="109"/>
                  </a:cubicBezTo>
                  <a:cubicBezTo>
                    <a:pt x="44" y="109"/>
                    <a:pt x="45" y="109"/>
                    <a:pt x="45" y="109"/>
                  </a:cubicBezTo>
                  <a:cubicBezTo>
                    <a:pt x="45" y="109"/>
                    <a:pt x="45" y="109"/>
                    <a:pt x="45" y="109"/>
                  </a:cubicBezTo>
                  <a:cubicBezTo>
                    <a:pt x="45" y="109"/>
                    <a:pt x="45" y="109"/>
                    <a:pt x="45" y="109"/>
                  </a:cubicBezTo>
                  <a:cubicBezTo>
                    <a:pt x="45" y="109"/>
                    <a:pt x="45" y="110"/>
                    <a:pt x="45" y="110"/>
                  </a:cubicBezTo>
                  <a:cubicBezTo>
                    <a:pt x="45" y="110"/>
                    <a:pt x="44" y="109"/>
                    <a:pt x="44" y="109"/>
                  </a:cubicBezTo>
                  <a:cubicBezTo>
                    <a:pt x="44" y="110"/>
                    <a:pt x="43" y="109"/>
                    <a:pt x="43" y="109"/>
                  </a:cubicBezTo>
                  <a:cubicBezTo>
                    <a:pt x="43" y="110"/>
                    <a:pt x="43" y="109"/>
                    <a:pt x="43" y="110"/>
                  </a:cubicBezTo>
                  <a:cubicBezTo>
                    <a:pt x="43" y="110"/>
                    <a:pt x="45" y="111"/>
                    <a:pt x="45" y="111"/>
                  </a:cubicBezTo>
                  <a:cubicBezTo>
                    <a:pt x="45" y="111"/>
                    <a:pt x="44" y="111"/>
                    <a:pt x="44" y="111"/>
                  </a:cubicBezTo>
                  <a:cubicBezTo>
                    <a:pt x="44" y="111"/>
                    <a:pt x="45" y="111"/>
                    <a:pt x="45" y="112"/>
                  </a:cubicBezTo>
                  <a:cubicBezTo>
                    <a:pt x="44" y="112"/>
                    <a:pt x="44" y="112"/>
                    <a:pt x="44" y="111"/>
                  </a:cubicBezTo>
                  <a:cubicBezTo>
                    <a:pt x="44" y="111"/>
                    <a:pt x="45" y="112"/>
                    <a:pt x="44" y="112"/>
                  </a:cubicBezTo>
                  <a:cubicBezTo>
                    <a:pt x="44" y="112"/>
                    <a:pt x="44" y="112"/>
                    <a:pt x="44" y="112"/>
                  </a:cubicBezTo>
                  <a:cubicBezTo>
                    <a:pt x="44" y="113"/>
                    <a:pt x="44" y="112"/>
                    <a:pt x="43" y="112"/>
                  </a:cubicBezTo>
                  <a:cubicBezTo>
                    <a:pt x="43" y="113"/>
                    <a:pt x="44" y="113"/>
                    <a:pt x="45" y="113"/>
                  </a:cubicBezTo>
                  <a:cubicBezTo>
                    <a:pt x="44" y="113"/>
                    <a:pt x="45" y="113"/>
                    <a:pt x="45" y="114"/>
                  </a:cubicBezTo>
                  <a:cubicBezTo>
                    <a:pt x="45" y="114"/>
                    <a:pt x="44" y="114"/>
                    <a:pt x="45" y="114"/>
                  </a:cubicBezTo>
                  <a:cubicBezTo>
                    <a:pt x="45" y="114"/>
                    <a:pt x="44" y="114"/>
                    <a:pt x="44" y="114"/>
                  </a:cubicBezTo>
                  <a:cubicBezTo>
                    <a:pt x="44" y="114"/>
                    <a:pt x="44" y="114"/>
                    <a:pt x="45" y="114"/>
                  </a:cubicBezTo>
                  <a:cubicBezTo>
                    <a:pt x="45" y="114"/>
                    <a:pt x="44" y="115"/>
                    <a:pt x="44" y="115"/>
                  </a:cubicBezTo>
                  <a:cubicBezTo>
                    <a:pt x="44" y="116"/>
                    <a:pt x="43" y="116"/>
                    <a:pt x="43" y="116"/>
                  </a:cubicBezTo>
                  <a:cubicBezTo>
                    <a:pt x="43" y="116"/>
                    <a:pt x="43" y="116"/>
                    <a:pt x="43" y="116"/>
                  </a:cubicBezTo>
                  <a:cubicBezTo>
                    <a:pt x="43" y="116"/>
                    <a:pt x="44" y="118"/>
                    <a:pt x="44" y="118"/>
                  </a:cubicBezTo>
                  <a:cubicBezTo>
                    <a:pt x="44" y="118"/>
                    <a:pt x="44" y="118"/>
                    <a:pt x="44" y="118"/>
                  </a:cubicBezTo>
                  <a:cubicBezTo>
                    <a:pt x="44" y="118"/>
                    <a:pt x="44" y="118"/>
                    <a:pt x="44" y="118"/>
                  </a:cubicBezTo>
                  <a:cubicBezTo>
                    <a:pt x="44" y="118"/>
                    <a:pt x="44" y="118"/>
                    <a:pt x="44" y="118"/>
                  </a:cubicBezTo>
                  <a:cubicBezTo>
                    <a:pt x="43" y="118"/>
                    <a:pt x="43" y="119"/>
                    <a:pt x="43" y="118"/>
                  </a:cubicBezTo>
                  <a:cubicBezTo>
                    <a:pt x="44" y="119"/>
                    <a:pt x="43" y="118"/>
                    <a:pt x="43" y="119"/>
                  </a:cubicBezTo>
                  <a:cubicBezTo>
                    <a:pt x="43" y="119"/>
                    <a:pt x="43" y="119"/>
                    <a:pt x="43" y="119"/>
                  </a:cubicBezTo>
                  <a:cubicBezTo>
                    <a:pt x="43" y="119"/>
                    <a:pt x="43" y="120"/>
                    <a:pt x="43" y="120"/>
                  </a:cubicBezTo>
                  <a:cubicBezTo>
                    <a:pt x="43" y="120"/>
                    <a:pt x="43" y="121"/>
                    <a:pt x="43" y="121"/>
                  </a:cubicBezTo>
                  <a:cubicBezTo>
                    <a:pt x="43" y="121"/>
                    <a:pt x="43" y="121"/>
                    <a:pt x="43" y="121"/>
                  </a:cubicBezTo>
                  <a:cubicBezTo>
                    <a:pt x="43" y="121"/>
                    <a:pt x="43" y="121"/>
                    <a:pt x="42" y="121"/>
                  </a:cubicBezTo>
                  <a:cubicBezTo>
                    <a:pt x="43" y="122"/>
                    <a:pt x="43" y="122"/>
                    <a:pt x="42" y="122"/>
                  </a:cubicBezTo>
                  <a:cubicBezTo>
                    <a:pt x="42" y="122"/>
                    <a:pt x="42" y="123"/>
                    <a:pt x="42" y="123"/>
                  </a:cubicBezTo>
                  <a:cubicBezTo>
                    <a:pt x="41" y="124"/>
                    <a:pt x="41" y="124"/>
                    <a:pt x="41" y="125"/>
                  </a:cubicBezTo>
                  <a:cubicBezTo>
                    <a:pt x="40" y="126"/>
                    <a:pt x="40" y="126"/>
                    <a:pt x="39" y="127"/>
                  </a:cubicBezTo>
                  <a:cubicBezTo>
                    <a:pt x="39" y="127"/>
                    <a:pt x="39" y="128"/>
                    <a:pt x="39" y="128"/>
                  </a:cubicBezTo>
                  <a:cubicBezTo>
                    <a:pt x="38" y="128"/>
                    <a:pt x="38" y="127"/>
                    <a:pt x="38" y="127"/>
                  </a:cubicBezTo>
                  <a:cubicBezTo>
                    <a:pt x="38" y="127"/>
                    <a:pt x="38" y="127"/>
                    <a:pt x="37" y="127"/>
                  </a:cubicBezTo>
                  <a:cubicBezTo>
                    <a:pt x="37" y="127"/>
                    <a:pt x="36" y="127"/>
                    <a:pt x="36" y="127"/>
                  </a:cubicBezTo>
                  <a:cubicBezTo>
                    <a:pt x="36" y="127"/>
                    <a:pt x="37" y="127"/>
                    <a:pt x="37" y="127"/>
                  </a:cubicBezTo>
                  <a:cubicBezTo>
                    <a:pt x="36" y="127"/>
                    <a:pt x="36" y="127"/>
                    <a:pt x="36" y="127"/>
                  </a:cubicBezTo>
                  <a:cubicBezTo>
                    <a:pt x="35" y="127"/>
                    <a:pt x="35" y="128"/>
                    <a:pt x="34" y="127"/>
                  </a:cubicBezTo>
                  <a:cubicBezTo>
                    <a:pt x="34" y="127"/>
                    <a:pt x="34" y="127"/>
                    <a:pt x="34" y="127"/>
                  </a:cubicBezTo>
                  <a:cubicBezTo>
                    <a:pt x="34" y="127"/>
                    <a:pt x="34" y="127"/>
                    <a:pt x="33" y="127"/>
                  </a:cubicBezTo>
                  <a:cubicBezTo>
                    <a:pt x="33" y="127"/>
                    <a:pt x="33" y="127"/>
                    <a:pt x="32" y="127"/>
                  </a:cubicBezTo>
                  <a:cubicBezTo>
                    <a:pt x="32" y="127"/>
                    <a:pt x="32" y="127"/>
                    <a:pt x="32" y="127"/>
                  </a:cubicBezTo>
                  <a:cubicBezTo>
                    <a:pt x="32" y="127"/>
                    <a:pt x="32" y="127"/>
                    <a:pt x="32" y="127"/>
                  </a:cubicBezTo>
                  <a:cubicBezTo>
                    <a:pt x="32" y="127"/>
                    <a:pt x="29" y="127"/>
                    <a:pt x="30" y="128"/>
                  </a:cubicBezTo>
                  <a:cubicBezTo>
                    <a:pt x="31" y="129"/>
                    <a:pt x="29" y="129"/>
                    <a:pt x="29" y="128"/>
                  </a:cubicBezTo>
                  <a:cubicBezTo>
                    <a:pt x="28" y="129"/>
                    <a:pt x="28" y="128"/>
                    <a:pt x="28" y="129"/>
                  </a:cubicBezTo>
                  <a:cubicBezTo>
                    <a:pt x="27" y="129"/>
                    <a:pt x="27" y="129"/>
                    <a:pt x="27" y="129"/>
                  </a:cubicBezTo>
                  <a:cubicBezTo>
                    <a:pt x="26" y="130"/>
                    <a:pt x="26" y="130"/>
                    <a:pt x="26" y="131"/>
                  </a:cubicBezTo>
                  <a:cubicBezTo>
                    <a:pt x="25" y="132"/>
                    <a:pt x="26" y="132"/>
                    <a:pt x="26" y="133"/>
                  </a:cubicBezTo>
                  <a:cubicBezTo>
                    <a:pt x="27" y="134"/>
                    <a:pt x="27" y="134"/>
                    <a:pt x="26" y="135"/>
                  </a:cubicBezTo>
                  <a:cubicBezTo>
                    <a:pt x="25" y="136"/>
                    <a:pt x="24" y="135"/>
                    <a:pt x="24" y="135"/>
                  </a:cubicBezTo>
                  <a:cubicBezTo>
                    <a:pt x="23" y="135"/>
                    <a:pt x="22" y="135"/>
                    <a:pt x="21" y="135"/>
                  </a:cubicBezTo>
                  <a:cubicBezTo>
                    <a:pt x="19" y="136"/>
                    <a:pt x="19" y="136"/>
                    <a:pt x="17" y="136"/>
                  </a:cubicBezTo>
                  <a:cubicBezTo>
                    <a:pt x="17" y="135"/>
                    <a:pt x="15" y="135"/>
                    <a:pt x="15" y="135"/>
                  </a:cubicBezTo>
                  <a:cubicBezTo>
                    <a:pt x="15" y="135"/>
                    <a:pt x="15" y="135"/>
                    <a:pt x="15" y="135"/>
                  </a:cubicBezTo>
                  <a:cubicBezTo>
                    <a:pt x="15" y="135"/>
                    <a:pt x="16" y="135"/>
                    <a:pt x="16" y="135"/>
                  </a:cubicBezTo>
                  <a:cubicBezTo>
                    <a:pt x="16" y="134"/>
                    <a:pt x="15" y="134"/>
                    <a:pt x="15" y="134"/>
                  </a:cubicBezTo>
                  <a:cubicBezTo>
                    <a:pt x="15" y="133"/>
                    <a:pt x="16" y="133"/>
                    <a:pt x="16" y="133"/>
                  </a:cubicBezTo>
                  <a:cubicBezTo>
                    <a:pt x="17" y="132"/>
                    <a:pt x="15" y="132"/>
                    <a:pt x="15" y="131"/>
                  </a:cubicBezTo>
                  <a:cubicBezTo>
                    <a:pt x="15" y="132"/>
                    <a:pt x="15" y="131"/>
                    <a:pt x="15" y="131"/>
                  </a:cubicBezTo>
                  <a:cubicBezTo>
                    <a:pt x="15" y="131"/>
                    <a:pt x="15" y="131"/>
                    <a:pt x="15" y="130"/>
                  </a:cubicBezTo>
                  <a:cubicBezTo>
                    <a:pt x="14" y="130"/>
                    <a:pt x="14" y="130"/>
                    <a:pt x="14" y="130"/>
                  </a:cubicBezTo>
                  <a:cubicBezTo>
                    <a:pt x="14" y="129"/>
                    <a:pt x="13" y="128"/>
                    <a:pt x="13" y="128"/>
                  </a:cubicBezTo>
                  <a:cubicBezTo>
                    <a:pt x="12" y="127"/>
                    <a:pt x="12" y="126"/>
                    <a:pt x="11" y="126"/>
                  </a:cubicBezTo>
                  <a:cubicBezTo>
                    <a:pt x="12" y="126"/>
                    <a:pt x="13" y="127"/>
                    <a:pt x="14" y="127"/>
                  </a:cubicBezTo>
                  <a:cubicBezTo>
                    <a:pt x="15" y="127"/>
                    <a:pt x="14" y="126"/>
                    <a:pt x="14" y="125"/>
                  </a:cubicBezTo>
                  <a:cubicBezTo>
                    <a:pt x="14" y="125"/>
                    <a:pt x="12" y="124"/>
                    <a:pt x="13" y="124"/>
                  </a:cubicBezTo>
                  <a:cubicBezTo>
                    <a:pt x="14" y="124"/>
                    <a:pt x="14" y="124"/>
                    <a:pt x="14" y="124"/>
                  </a:cubicBezTo>
                  <a:cubicBezTo>
                    <a:pt x="15" y="125"/>
                    <a:pt x="15" y="124"/>
                    <a:pt x="15" y="123"/>
                  </a:cubicBezTo>
                  <a:cubicBezTo>
                    <a:pt x="15" y="123"/>
                    <a:pt x="15" y="122"/>
                    <a:pt x="15" y="122"/>
                  </a:cubicBezTo>
                  <a:cubicBezTo>
                    <a:pt x="14" y="122"/>
                    <a:pt x="14" y="122"/>
                    <a:pt x="14" y="122"/>
                  </a:cubicBezTo>
                  <a:cubicBezTo>
                    <a:pt x="13" y="122"/>
                    <a:pt x="13" y="121"/>
                    <a:pt x="13" y="121"/>
                  </a:cubicBezTo>
                  <a:cubicBezTo>
                    <a:pt x="12" y="120"/>
                    <a:pt x="12" y="120"/>
                    <a:pt x="11" y="120"/>
                  </a:cubicBezTo>
                  <a:cubicBezTo>
                    <a:pt x="11" y="120"/>
                    <a:pt x="11" y="120"/>
                    <a:pt x="10" y="119"/>
                  </a:cubicBezTo>
                  <a:cubicBezTo>
                    <a:pt x="10" y="119"/>
                    <a:pt x="11" y="119"/>
                    <a:pt x="10" y="118"/>
                  </a:cubicBezTo>
                  <a:cubicBezTo>
                    <a:pt x="10" y="118"/>
                    <a:pt x="10" y="117"/>
                    <a:pt x="9" y="117"/>
                  </a:cubicBezTo>
                  <a:cubicBezTo>
                    <a:pt x="9" y="117"/>
                    <a:pt x="9" y="117"/>
                    <a:pt x="9" y="117"/>
                  </a:cubicBezTo>
                  <a:cubicBezTo>
                    <a:pt x="9" y="117"/>
                    <a:pt x="9" y="117"/>
                    <a:pt x="9" y="117"/>
                  </a:cubicBezTo>
                  <a:cubicBezTo>
                    <a:pt x="9" y="117"/>
                    <a:pt x="9" y="117"/>
                    <a:pt x="9" y="117"/>
                  </a:cubicBezTo>
                  <a:cubicBezTo>
                    <a:pt x="9" y="117"/>
                    <a:pt x="9" y="117"/>
                    <a:pt x="9" y="116"/>
                  </a:cubicBezTo>
                  <a:cubicBezTo>
                    <a:pt x="9" y="116"/>
                    <a:pt x="8" y="116"/>
                    <a:pt x="9" y="116"/>
                  </a:cubicBezTo>
                  <a:cubicBezTo>
                    <a:pt x="8" y="116"/>
                    <a:pt x="10" y="115"/>
                    <a:pt x="9" y="115"/>
                  </a:cubicBezTo>
                  <a:cubicBezTo>
                    <a:pt x="8" y="115"/>
                    <a:pt x="9" y="115"/>
                    <a:pt x="8" y="115"/>
                  </a:cubicBezTo>
                  <a:cubicBezTo>
                    <a:pt x="9" y="114"/>
                    <a:pt x="8" y="114"/>
                    <a:pt x="8" y="114"/>
                  </a:cubicBezTo>
                  <a:cubicBezTo>
                    <a:pt x="8" y="114"/>
                    <a:pt x="8" y="115"/>
                    <a:pt x="8" y="115"/>
                  </a:cubicBezTo>
                  <a:cubicBezTo>
                    <a:pt x="7" y="115"/>
                    <a:pt x="7" y="115"/>
                    <a:pt x="7" y="115"/>
                  </a:cubicBezTo>
                  <a:cubicBezTo>
                    <a:pt x="7" y="114"/>
                    <a:pt x="7" y="114"/>
                    <a:pt x="7" y="114"/>
                  </a:cubicBezTo>
                  <a:cubicBezTo>
                    <a:pt x="7" y="113"/>
                    <a:pt x="7" y="113"/>
                    <a:pt x="7" y="112"/>
                  </a:cubicBezTo>
                  <a:cubicBezTo>
                    <a:pt x="7" y="113"/>
                    <a:pt x="6" y="112"/>
                    <a:pt x="7" y="112"/>
                  </a:cubicBezTo>
                  <a:cubicBezTo>
                    <a:pt x="7" y="111"/>
                    <a:pt x="6" y="111"/>
                    <a:pt x="6" y="111"/>
                  </a:cubicBezTo>
                  <a:cubicBezTo>
                    <a:pt x="6" y="111"/>
                    <a:pt x="6" y="112"/>
                    <a:pt x="5" y="111"/>
                  </a:cubicBezTo>
                  <a:cubicBezTo>
                    <a:pt x="5" y="111"/>
                    <a:pt x="6" y="111"/>
                    <a:pt x="6" y="110"/>
                  </a:cubicBezTo>
                  <a:cubicBezTo>
                    <a:pt x="6" y="110"/>
                    <a:pt x="6" y="111"/>
                    <a:pt x="5" y="110"/>
                  </a:cubicBezTo>
                  <a:cubicBezTo>
                    <a:pt x="5" y="110"/>
                    <a:pt x="5" y="110"/>
                    <a:pt x="5" y="110"/>
                  </a:cubicBezTo>
                  <a:cubicBezTo>
                    <a:pt x="5" y="110"/>
                    <a:pt x="5" y="109"/>
                    <a:pt x="6" y="109"/>
                  </a:cubicBezTo>
                  <a:cubicBezTo>
                    <a:pt x="6" y="109"/>
                    <a:pt x="6" y="109"/>
                    <a:pt x="6" y="109"/>
                  </a:cubicBezTo>
                  <a:cubicBezTo>
                    <a:pt x="5" y="109"/>
                    <a:pt x="6" y="108"/>
                    <a:pt x="6" y="107"/>
                  </a:cubicBezTo>
                  <a:cubicBezTo>
                    <a:pt x="6" y="106"/>
                    <a:pt x="7" y="106"/>
                    <a:pt x="6" y="106"/>
                  </a:cubicBezTo>
                  <a:cubicBezTo>
                    <a:pt x="6" y="105"/>
                    <a:pt x="6" y="105"/>
                    <a:pt x="7" y="105"/>
                  </a:cubicBezTo>
                  <a:cubicBezTo>
                    <a:pt x="6" y="105"/>
                    <a:pt x="6" y="105"/>
                    <a:pt x="5" y="105"/>
                  </a:cubicBezTo>
                  <a:cubicBezTo>
                    <a:pt x="5" y="105"/>
                    <a:pt x="4" y="106"/>
                    <a:pt x="4" y="106"/>
                  </a:cubicBezTo>
                  <a:cubicBezTo>
                    <a:pt x="3" y="106"/>
                    <a:pt x="5" y="104"/>
                    <a:pt x="5" y="104"/>
                  </a:cubicBezTo>
                  <a:cubicBezTo>
                    <a:pt x="5" y="104"/>
                    <a:pt x="5" y="104"/>
                    <a:pt x="4" y="104"/>
                  </a:cubicBezTo>
                  <a:cubicBezTo>
                    <a:pt x="4" y="104"/>
                    <a:pt x="4" y="104"/>
                    <a:pt x="4" y="104"/>
                  </a:cubicBezTo>
                  <a:cubicBezTo>
                    <a:pt x="4" y="104"/>
                    <a:pt x="4" y="106"/>
                    <a:pt x="3" y="106"/>
                  </a:cubicBezTo>
                  <a:cubicBezTo>
                    <a:pt x="3" y="105"/>
                    <a:pt x="3" y="105"/>
                    <a:pt x="3" y="105"/>
                  </a:cubicBezTo>
                  <a:cubicBezTo>
                    <a:pt x="3" y="105"/>
                    <a:pt x="3" y="105"/>
                    <a:pt x="3" y="104"/>
                  </a:cubicBezTo>
                  <a:cubicBezTo>
                    <a:pt x="3" y="105"/>
                    <a:pt x="3" y="105"/>
                    <a:pt x="2" y="105"/>
                  </a:cubicBezTo>
                  <a:cubicBezTo>
                    <a:pt x="3" y="105"/>
                    <a:pt x="3" y="104"/>
                    <a:pt x="3" y="104"/>
                  </a:cubicBezTo>
                  <a:cubicBezTo>
                    <a:pt x="3" y="104"/>
                    <a:pt x="2" y="105"/>
                    <a:pt x="2" y="105"/>
                  </a:cubicBezTo>
                  <a:cubicBezTo>
                    <a:pt x="1" y="105"/>
                    <a:pt x="2" y="104"/>
                    <a:pt x="2" y="104"/>
                  </a:cubicBezTo>
                  <a:cubicBezTo>
                    <a:pt x="2" y="104"/>
                    <a:pt x="2" y="103"/>
                    <a:pt x="2" y="103"/>
                  </a:cubicBezTo>
                  <a:cubicBezTo>
                    <a:pt x="2" y="103"/>
                    <a:pt x="2" y="103"/>
                    <a:pt x="2" y="102"/>
                  </a:cubicBezTo>
                  <a:cubicBezTo>
                    <a:pt x="2" y="102"/>
                    <a:pt x="2" y="102"/>
                    <a:pt x="2" y="102"/>
                  </a:cubicBezTo>
                  <a:cubicBezTo>
                    <a:pt x="1" y="101"/>
                    <a:pt x="1" y="101"/>
                    <a:pt x="1" y="101"/>
                  </a:cubicBezTo>
                  <a:cubicBezTo>
                    <a:pt x="1" y="101"/>
                    <a:pt x="2" y="101"/>
                    <a:pt x="2" y="101"/>
                  </a:cubicBezTo>
                  <a:cubicBezTo>
                    <a:pt x="2" y="101"/>
                    <a:pt x="1" y="101"/>
                    <a:pt x="1" y="100"/>
                  </a:cubicBezTo>
                  <a:cubicBezTo>
                    <a:pt x="1" y="100"/>
                    <a:pt x="1" y="101"/>
                    <a:pt x="1" y="101"/>
                  </a:cubicBezTo>
                  <a:cubicBezTo>
                    <a:pt x="2" y="100"/>
                    <a:pt x="1" y="100"/>
                    <a:pt x="1" y="99"/>
                  </a:cubicBezTo>
                  <a:cubicBezTo>
                    <a:pt x="1" y="99"/>
                    <a:pt x="0" y="99"/>
                    <a:pt x="1" y="98"/>
                  </a:cubicBezTo>
                  <a:cubicBezTo>
                    <a:pt x="0" y="99"/>
                    <a:pt x="1" y="97"/>
                    <a:pt x="1" y="97"/>
                  </a:cubicBezTo>
                  <a:cubicBezTo>
                    <a:pt x="2" y="97"/>
                    <a:pt x="2" y="97"/>
                    <a:pt x="2" y="98"/>
                  </a:cubicBezTo>
                  <a:cubicBezTo>
                    <a:pt x="3" y="98"/>
                    <a:pt x="3" y="98"/>
                    <a:pt x="3" y="99"/>
                  </a:cubicBezTo>
                  <a:cubicBezTo>
                    <a:pt x="3" y="99"/>
                    <a:pt x="3" y="99"/>
                    <a:pt x="3" y="99"/>
                  </a:cubicBezTo>
                  <a:cubicBezTo>
                    <a:pt x="3" y="100"/>
                    <a:pt x="4" y="99"/>
                    <a:pt x="4" y="99"/>
                  </a:cubicBezTo>
                  <a:cubicBezTo>
                    <a:pt x="5" y="99"/>
                    <a:pt x="5" y="97"/>
                    <a:pt x="5" y="97"/>
                  </a:cubicBezTo>
                  <a:cubicBezTo>
                    <a:pt x="5" y="96"/>
                    <a:pt x="6" y="96"/>
                    <a:pt x="6" y="95"/>
                  </a:cubicBezTo>
                  <a:cubicBezTo>
                    <a:pt x="6" y="94"/>
                    <a:pt x="5" y="94"/>
                    <a:pt x="5" y="93"/>
                  </a:cubicBezTo>
                  <a:cubicBezTo>
                    <a:pt x="4" y="91"/>
                    <a:pt x="6" y="92"/>
                    <a:pt x="6" y="91"/>
                  </a:cubicBezTo>
                  <a:cubicBezTo>
                    <a:pt x="6" y="90"/>
                    <a:pt x="5" y="89"/>
                    <a:pt x="7" y="89"/>
                  </a:cubicBezTo>
                  <a:cubicBezTo>
                    <a:pt x="8" y="89"/>
                    <a:pt x="8" y="89"/>
                    <a:pt x="9" y="89"/>
                  </a:cubicBezTo>
                  <a:cubicBezTo>
                    <a:pt x="10" y="88"/>
                    <a:pt x="11" y="88"/>
                    <a:pt x="11" y="87"/>
                  </a:cubicBezTo>
                  <a:cubicBezTo>
                    <a:pt x="11" y="86"/>
                    <a:pt x="11" y="86"/>
                    <a:pt x="11" y="85"/>
                  </a:cubicBezTo>
                  <a:cubicBezTo>
                    <a:pt x="11" y="85"/>
                    <a:pt x="12" y="84"/>
                    <a:pt x="12" y="84"/>
                  </a:cubicBezTo>
                  <a:cubicBezTo>
                    <a:pt x="12" y="83"/>
                    <a:pt x="11" y="82"/>
                    <a:pt x="11" y="82"/>
                  </a:cubicBezTo>
                  <a:cubicBezTo>
                    <a:pt x="10" y="81"/>
                    <a:pt x="10" y="80"/>
                    <a:pt x="10" y="80"/>
                  </a:cubicBezTo>
                  <a:cubicBezTo>
                    <a:pt x="10" y="79"/>
                    <a:pt x="9" y="78"/>
                    <a:pt x="9" y="78"/>
                  </a:cubicBezTo>
                  <a:cubicBezTo>
                    <a:pt x="9" y="78"/>
                    <a:pt x="11" y="78"/>
                    <a:pt x="11" y="78"/>
                  </a:cubicBezTo>
                  <a:cubicBezTo>
                    <a:pt x="12" y="78"/>
                    <a:pt x="12" y="78"/>
                    <a:pt x="13" y="77"/>
                  </a:cubicBezTo>
                  <a:cubicBezTo>
                    <a:pt x="13" y="76"/>
                    <a:pt x="13" y="76"/>
                    <a:pt x="13" y="75"/>
                  </a:cubicBezTo>
                  <a:cubicBezTo>
                    <a:pt x="14" y="72"/>
                    <a:pt x="8" y="73"/>
                    <a:pt x="8" y="70"/>
                  </a:cubicBezTo>
                  <a:cubicBezTo>
                    <a:pt x="8" y="69"/>
                    <a:pt x="9" y="68"/>
                    <a:pt x="9" y="68"/>
                  </a:cubicBezTo>
                  <a:cubicBezTo>
                    <a:pt x="9" y="67"/>
                    <a:pt x="9" y="66"/>
                    <a:pt x="9" y="65"/>
                  </a:cubicBezTo>
                  <a:cubicBezTo>
                    <a:pt x="9" y="65"/>
                    <a:pt x="8" y="64"/>
                    <a:pt x="8" y="63"/>
                  </a:cubicBezTo>
                  <a:cubicBezTo>
                    <a:pt x="8" y="62"/>
                    <a:pt x="8" y="62"/>
                    <a:pt x="8" y="61"/>
                  </a:cubicBezTo>
                  <a:cubicBezTo>
                    <a:pt x="8" y="60"/>
                    <a:pt x="7" y="60"/>
                    <a:pt x="8" y="59"/>
                  </a:cubicBezTo>
                  <a:cubicBezTo>
                    <a:pt x="8" y="58"/>
                    <a:pt x="8" y="58"/>
                    <a:pt x="7" y="57"/>
                  </a:cubicBezTo>
                  <a:cubicBezTo>
                    <a:pt x="7" y="56"/>
                    <a:pt x="7" y="56"/>
                    <a:pt x="7" y="55"/>
                  </a:cubicBezTo>
                  <a:cubicBezTo>
                    <a:pt x="7" y="55"/>
                    <a:pt x="8" y="54"/>
                    <a:pt x="8" y="54"/>
                  </a:cubicBezTo>
                  <a:cubicBezTo>
                    <a:pt x="8" y="53"/>
                    <a:pt x="8" y="52"/>
                    <a:pt x="8" y="52"/>
                  </a:cubicBezTo>
                  <a:cubicBezTo>
                    <a:pt x="9" y="52"/>
                    <a:pt x="9" y="51"/>
                    <a:pt x="10" y="50"/>
                  </a:cubicBezTo>
                  <a:cubicBezTo>
                    <a:pt x="11" y="50"/>
                    <a:pt x="11" y="49"/>
                    <a:pt x="12" y="49"/>
                  </a:cubicBezTo>
                  <a:cubicBezTo>
                    <a:pt x="12" y="48"/>
                    <a:pt x="13" y="48"/>
                    <a:pt x="14" y="48"/>
                  </a:cubicBezTo>
                  <a:cubicBezTo>
                    <a:pt x="16" y="47"/>
                    <a:pt x="17" y="48"/>
                    <a:pt x="19" y="48"/>
                  </a:cubicBezTo>
                  <a:cubicBezTo>
                    <a:pt x="21" y="48"/>
                    <a:pt x="22" y="48"/>
                    <a:pt x="22" y="46"/>
                  </a:cubicBezTo>
                  <a:cubicBezTo>
                    <a:pt x="22" y="45"/>
                    <a:pt x="22" y="44"/>
                    <a:pt x="21" y="44"/>
                  </a:cubicBezTo>
                  <a:cubicBezTo>
                    <a:pt x="19" y="43"/>
                    <a:pt x="19" y="43"/>
                    <a:pt x="20" y="41"/>
                  </a:cubicBezTo>
                  <a:cubicBezTo>
                    <a:pt x="20" y="41"/>
                    <a:pt x="21" y="40"/>
                    <a:pt x="22" y="39"/>
                  </a:cubicBezTo>
                  <a:cubicBezTo>
                    <a:pt x="22" y="39"/>
                    <a:pt x="23" y="38"/>
                    <a:pt x="24" y="37"/>
                  </a:cubicBezTo>
                  <a:cubicBezTo>
                    <a:pt x="24" y="37"/>
                    <a:pt x="24" y="36"/>
                    <a:pt x="25" y="36"/>
                  </a:cubicBezTo>
                  <a:cubicBezTo>
                    <a:pt x="25" y="35"/>
                    <a:pt x="25" y="34"/>
                    <a:pt x="25" y="33"/>
                  </a:cubicBezTo>
                  <a:cubicBezTo>
                    <a:pt x="25" y="32"/>
                    <a:pt x="25" y="32"/>
                    <a:pt x="25" y="31"/>
                  </a:cubicBezTo>
                  <a:cubicBezTo>
                    <a:pt x="25" y="30"/>
                    <a:pt x="25" y="29"/>
                    <a:pt x="25" y="28"/>
                  </a:cubicBezTo>
                  <a:cubicBezTo>
                    <a:pt x="25" y="28"/>
                    <a:pt x="29" y="27"/>
                    <a:pt x="29" y="27"/>
                  </a:cubicBezTo>
                  <a:cubicBezTo>
                    <a:pt x="30" y="27"/>
                    <a:pt x="31" y="27"/>
                    <a:pt x="31" y="26"/>
                  </a:cubicBezTo>
                  <a:cubicBezTo>
                    <a:pt x="32" y="26"/>
                    <a:pt x="31" y="25"/>
                    <a:pt x="31" y="25"/>
                  </a:cubicBezTo>
                  <a:cubicBezTo>
                    <a:pt x="31" y="24"/>
                    <a:pt x="32" y="24"/>
                    <a:pt x="32" y="24"/>
                  </a:cubicBezTo>
                  <a:cubicBezTo>
                    <a:pt x="33" y="23"/>
                    <a:pt x="34" y="22"/>
                    <a:pt x="34" y="22"/>
                  </a:cubicBezTo>
                  <a:cubicBezTo>
                    <a:pt x="35" y="21"/>
                    <a:pt x="35" y="21"/>
                    <a:pt x="36" y="20"/>
                  </a:cubicBezTo>
                  <a:cubicBezTo>
                    <a:pt x="36" y="20"/>
                    <a:pt x="37" y="20"/>
                    <a:pt x="38" y="19"/>
                  </a:cubicBezTo>
                  <a:cubicBezTo>
                    <a:pt x="39" y="18"/>
                    <a:pt x="37" y="17"/>
                    <a:pt x="36" y="16"/>
                  </a:cubicBezTo>
                  <a:cubicBezTo>
                    <a:pt x="35" y="15"/>
                    <a:pt x="37" y="15"/>
                    <a:pt x="38" y="15"/>
                  </a:cubicBezTo>
                  <a:cubicBezTo>
                    <a:pt x="39" y="14"/>
                    <a:pt x="39" y="12"/>
                    <a:pt x="40" y="11"/>
                  </a:cubicBezTo>
                  <a:cubicBezTo>
                    <a:pt x="41" y="10"/>
                    <a:pt x="42" y="10"/>
                    <a:pt x="43" y="10"/>
                  </a:cubicBezTo>
                  <a:cubicBezTo>
                    <a:pt x="45" y="9"/>
                    <a:pt x="46" y="10"/>
                    <a:pt x="48" y="10"/>
                  </a:cubicBezTo>
                  <a:cubicBezTo>
                    <a:pt x="50" y="10"/>
                    <a:pt x="49" y="7"/>
                    <a:pt x="49" y="5"/>
                  </a:cubicBezTo>
                  <a:cubicBezTo>
                    <a:pt x="50" y="5"/>
                    <a:pt x="52" y="5"/>
                    <a:pt x="54" y="5"/>
                  </a:cubicBezTo>
                  <a:cubicBezTo>
                    <a:pt x="56" y="5"/>
                    <a:pt x="58" y="6"/>
                    <a:pt x="59" y="6"/>
                  </a:cubicBezTo>
                  <a:cubicBezTo>
                    <a:pt x="60" y="6"/>
                    <a:pt x="62" y="7"/>
                    <a:pt x="63" y="6"/>
                  </a:cubicBezTo>
                  <a:cubicBezTo>
                    <a:pt x="65" y="5"/>
                    <a:pt x="63" y="5"/>
                    <a:pt x="62" y="5"/>
                  </a:cubicBezTo>
                  <a:cubicBezTo>
                    <a:pt x="63" y="5"/>
                    <a:pt x="64" y="4"/>
                    <a:pt x="65" y="3"/>
                  </a:cubicBezTo>
                  <a:cubicBezTo>
                    <a:pt x="65" y="2"/>
                    <a:pt x="64" y="1"/>
                    <a:pt x="63" y="1"/>
                  </a:cubicBezTo>
                  <a:cubicBezTo>
                    <a:pt x="64" y="0"/>
                    <a:pt x="65" y="1"/>
                    <a:pt x="67" y="0"/>
                  </a:cubicBezTo>
                  <a:cubicBezTo>
                    <a:pt x="67" y="1"/>
                    <a:pt x="68" y="1"/>
                    <a:pt x="69" y="1"/>
                  </a:cubicBezTo>
                  <a:cubicBezTo>
                    <a:pt x="69" y="1"/>
                    <a:pt x="68" y="1"/>
                    <a:pt x="68" y="2"/>
                  </a:cubicBezTo>
                  <a:cubicBezTo>
                    <a:pt x="69" y="2"/>
                    <a:pt x="70" y="2"/>
                    <a:pt x="70" y="2"/>
                  </a:cubicBezTo>
                  <a:cubicBezTo>
                    <a:pt x="71" y="3"/>
                    <a:pt x="72" y="3"/>
                    <a:pt x="72" y="3"/>
                  </a:cubicBezTo>
                  <a:cubicBezTo>
                    <a:pt x="73" y="3"/>
                    <a:pt x="73" y="4"/>
                    <a:pt x="73" y="4"/>
                  </a:cubicBezTo>
                  <a:cubicBezTo>
                    <a:pt x="73" y="4"/>
                    <a:pt x="74" y="4"/>
                    <a:pt x="74" y="4"/>
                  </a:cubicBezTo>
                  <a:cubicBezTo>
                    <a:pt x="75" y="4"/>
                    <a:pt x="75" y="5"/>
                    <a:pt x="75" y="5"/>
                  </a:cubicBezTo>
                  <a:cubicBezTo>
                    <a:pt x="76" y="5"/>
                    <a:pt x="77" y="5"/>
                    <a:pt x="77" y="6"/>
                  </a:cubicBezTo>
                  <a:cubicBezTo>
                    <a:pt x="78" y="6"/>
                    <a:pt x="79" y="6"/>
                    <a:pt x="79" y="6"/>
                  </a:cubicBezTo>
                  <a:cubicBezTo>
                    <a:pt x="79" y="6"/>
                    <a:pt x="81" y="6"/>
                    <a:pt x="81" y="6"/>
                  </a:cubicBezTo>
                  <a:cubicBezTo>
                    <a:pt x="81" y="6"/>
                    <a:pt x="82" y="6"/>
                    <a:pt x="83" y="7"/>
                  </a:cubicBezTo>
                  <a:cubicBezTo>
                    <a:pt x="84" y="7"/>
                    <a:pt x="85" y="7"/>
                    <a:pt x="85" y="8"/>
                  </a:cubicBezTo>
                  <a:cubicBezTo>
                    <a:pt x="85" y="9"/>
                    <a:pt x="86" y="9"/>
                    <a:pt x="86" y="9"/>
                  </a:cubicBezTo>
                  <a:cubicBezTo>
                    <a:pt x="87" y="9"/>
                    <a:pt x="88" y="10"/>
                    <a:pt x="88" y="10"/>
                  </a:cubicBezTo>
                  <a:cubicBezTo>
                    <a:pt x="88" y="10"/>
                    <a:pt x="90" y="11"/>
                    <a:pt x="89" y="11"/>
                  </a:cubicBezTo>
                  <a:cubicBezTo>
                    <a:pt x="88" y="11"/>
                    <a:pt x="88" y="11"/>
                    <a:pt x="88" y="12"/>
                  </a:cubicBezTo>
                  <a:cubicBezTo>
                    <a:pt x="88" y="12"/>
                    <a:pt x="88" y="13"/>
                    <a:pt x="88" y="13"/>
                  </a:cubicBezTo>
                  <a:cubicBezTo>
                    <a:pt x="88" y="14"/>
                    <a:pt x="89" y="14"/>
                    <a:pt x="89" y="14"/>
                  </a:cubicBezTo>
                  <a:cubicBezTo>
                    <a:pt x="89" y="14"/>
                    <a:pt x="88" y="14"/>
                    <a:pt x="88" y="14"/>
                  </a:cubicBezTo>
                  <a:cubicBezTo>
                    <a:pt x="87" y="16"/>
                    <a:pt x="89" y="15"/>
                    <a:pt x="90" y="16"/>
                  </a:cubicBezTo>
                  <a:cubicBezTo>
                    <a:pt x="91" y="16"/>
                    <a:pt x="91" y="17"/>
                    <a:pt x="90" y="17"/>
                  </a:cubicBezTo>
                  <a:cubicBezTo>
                    <a:pt x="88" y="17"/>
                    <a:pt x="90" y="19"/>
                    <a:pt x="91" y="19"/>
                  </a:cubicBezTo>
                  <a:cubicBezTo>
                    <a:pt x="91" y="20"/>
                    <a:pt x="92" y="20"/>
                    <a:pt x="92" y="21"/>
                  </a:cubicBezTo>
                  <a:cubicBezTo>
                    <a:pt x="92" y="21"/>
                    <a:pt x="93" y="22"/>
                    <a:pt x="93" y="22"/>
                  </a:cubicBezTo>
                  <a:cubicBezTo>
                    <a:pt x="92" y="22"/>
                    <a:pt x="92" y="23"/>
                    <a:pt x="92" y="23"/>
                  </a:cubicBezTo>
                  <a:cubicBezTo>
                    <a:pt x="92" y="24"/>
                    <a:pt x="92" y="24"/>
                    <a:pt x="91" y="25"/>
                  </a:cubicBezTo>
                  <a:cubicBezTo>
                    <a:pt x="90" y="25"/>
                    <a:pt x="91" y="25"/>
                    <a:pt x="91" y="26"/>
                  </a:cubicBezTo>
                  <a:cubicBezTo>
                    <a:pt x="91" y="26"/>
                    <a:pt x="91" y="27"/>
                    <a:pt x="92" y="27"/>
                  </a:cubicBezTo>
                  <a:cubicBezTo>
                    <a:pt x="92" y="27"/>
                    <a:pt x="93" y="28"/>
                    <a:pt x="93" y="28"/>
                  </a:cubicBezTo>
                  <a:cubicBezTo>
                    <a:pt x="94" y="29"/>
                    <a:pt x="94" y="29"/>
                    <a:pt x="95" y="30"/>
                  </a:cubicBezTo>
                  <a:cubicBezTo>
                    <a:pt x="95" y="30"/>
                    <a:pt x="95" y="31"/>
                    <a:pt x="95" y="31"/>
                  </a:cubicBezTo>
                  <a:close/>
                  <a:moveTo>
                    <a:pt x="49" y="100"/>
                  </a:moveTo>
                  <a:cubicBezTo>
                    <a:pt x="49" y="100"/>
                    <a:pt x="50" y="100"/>
                    <a:pt x="50" y="100"/>
                  </a:cubicBezTo>
                  <a:cubicBezTo>
                    <a:pt x="49" y="100"/>
                    <a:pt x="49" y="100"/>
                    <a:pt x="49" y="100"/>
                  </a:cubicBezTo>
                  <a:close/>
                  <a:moveTo>
                    <a:pt x="47" y="115"/>
                  </a:moveTo>
                  <a:cubicBezTo>
                    <a:pt x="47" y="115"/>
                    <a:pt x="47" y="116"/>
                    <a:pt x="47" y="116"/>
                  </a:cubicBezTo>
                  <a:cubicBezTo>
                    <a:pt x="46" y="117"/>
                    <a:pt x="47" y="117"/>
                    <a:pt x="47" y="117"/>
                  </a:cubicBezTo>
                  <a:cubicBezTo>
                    <a:pt x="46" y="118"/>
                    <a:pt x="46" y="118"/>
                    <a:pt x="46" y="119"/>
                  </a:cubicBezTo>
                  <a:cubicBezTo>
                    <a:pt x="46" y="119"/>
                    <a:pt x="45" y="120"/>
                    <a:pt x="45" y="120"/>
                  </a:cubicBezTo>
                  <a:cubicBezTo>
                    <a:pt x="45" y="120"/>
                    <a:pt x="44" y="121"/>
                    <a:pt x="44" y="121"/>
                  </a:cubicBezTo>
                  <a:cubicBezTo>
                    <a:pt x="43" y="122"/>
                    <a:pt x="43" y="123"/>
                    <a:pt x="43" y="124"/>
                  </a:cubicBezTo>
                  <a:cubicBezTo>
                    <a:pt x="43" y="125"/>
                    <a:pt x="43" y="125"/>
                    <a:pt x="43" y="126"/>
                  </a:cubicBezTo>
                  <a:cubicBezTo>
                    <a:pt x="43" y="126"/>
                    <a:pt x="43" y="126"/>
                    <a:pt x="43" y="127"/>
                  </a:cubicBezTo>
                  <a:cubicBezTo>
                    <a:pt x="44" y="126"/>
                    <a:pt x="44" y="126"/>
                    <a:pt x="44" y="125"/>
                  </a:cubicBezTo>
                  <a:cubicBezTo>
                    <a:pt x="45" y="124"/>
                    <a:pt x="45" y="123"/>
                    <a:pt x="45" y="123"/>
                  </a:cubicBezTo>
                  <a:cubicBezTo>
                    <a:pt x="45" y="122"/>
                    <a:pt x="45" y="122"/>
                    <a:pt x="46" y="121"/>
                  </a:cubicBezTo>
                  <a:cubicBezTo>
                    <a:pt x="46" y="120"/>
                    <a:pt x="47" y="120"/>
                    <a:pt x="46" y="119"/>
                  </a:cubicBezTo>
                  <a:cubicBezTo>
                    <a:pt x="46" y="119"/>
                    <a:pt x="47" y="118"/>
                    <a:pt x="47" y="118"/>
                  </a:cubicBezTo>
                  <a:cubicBezTo>
                    <a:pt x="48" y="117"/>
                    <a:pt x="48" y="117"/>
                    <a:pt x="48" y="116"/>
                  </a:cubicBezTo>
                  <a:cubicBezTo>
                    <a:pt x="48" y="116"/>
                    <a:pt x="48" y="115"/>
                    <a:pt x="48" y="116"/>
                  </a:cubicBezTo>
                  <a:cubicBezTo>
                    <a:pt x="48" y="115"/>
                    <a:pt x="48" y="115"/>
                    <a:pt x="48" y="115"/>
                  </a:cubicBezTo>
                  <a:cubicBezTo>
                    <a:pt x="48" y="115"/>
                    <a:pt x="48" y="115"/>
                    <a:pt x="47" y="115"/>
                  </a:cubicBezTo>
                  <a:close/>
                  <a:moveTo>
                    <a:pt x="5" y="107"/>
                  </a:moveTo>
                  <a:cubicBezTo>
                    <a:pt x="5" y="107"/>
                    <a:pt x="5" y="108"/>
                    <a:pt x="5" y="108"/>
                  </a:cubicBezTo>
                  <a:cubicBezTo>
                    <a:pt x="5" y="108"/>
                    <a:pt x="7" y="107"/>
                    <a:pt x="6" y="106"/>
                  </a:cubicBezTo>
                  <a:cubicBezTo>
                    <a:pt x="6" y="106"/>
                    <a:pt x="5" y="105"/>
                    <a:pt x="5" y="106"/>
                  </a:cubicBezTo>
                  <a:cubicBezTo>
                    <a:pt x="5" y="106"/>
                    <a:pt x="5" y="106"/>
                    <a:pt x="5" y="106"/>
                  </a:cubicBezTo>
                  <a:cubicBezTo>
                    <a:pt x="5" y="106"/>
                    <a:pt x="4" y="106"/>
                    <a:pt x="4" y="106"/>
                  </a:cubicBezTo>
                  <a:cubicBezTo>
                    <a:pt x="4" y="106"/>
                    <a:pt x="4" y="106"/>
                    <a:pt x="3" y="106"/>
                  </a:cubicBezTo>
                  <a:cubicBezTo>
                    <a:pt x="3" y="107"/>
                    <a:pt x="3" y="107"/>
                    <a:pt x="3" y="107"/>
                  </a:cubicBezTo>
                  <a:cubicBezTo>
                    <a:pt x="3" y="107"/>
                    <a:pt x="3" y="107"/>
                    <a:pt x="3" y="108"/>
                  </a:cubicBezTo>
                  <a:cubicBezTo>
                    <a:pt x="3" y="107"/>
                    <a:pt x="4" y="107"/>
                    <a:pt x="5" y="107"/>
                  </a:cubicBezTo>
                  <a:cubicBezTo>
                    <a:pt x="5" y="107"/>
                    <a:pt x="5" y="107"/>
                    <a:pt x="5" y="107"/>
                  </a:cubicBezTo>
                  <a:close/>
                  <a:moveTo>
                    <a:pt x="5" y="108"/>
                  </a:moveTo>
                  <a:cubicBezTo>
                    <a:pt x="6" y="109"/>
                    <a:pt x="6" y="108"/>
                    <a:pt x="5" y="108"/>
                  </a:cubicBezTo>
                  <a:cubicBezTo>
                    <a:pt x="5" y="108"/>
                    <a:pt x="5" y="108"/>
                    <a:pt x="4" y="108"/>
                  </a:cubicBezTo>
                  <a:cubicBezTo>
                    <a:pt x="4" y="108"/>
                    <a:pt x="3" y="108"/>
                    <a:pt x="4" y="108"/>
                  </a:cubicBezTo>
                  <a:cubicBezTo>
                    <a:pt x="4" y="108"/>
                    <a:pt x="4" y="108"/>
                    <a:pt x="4" y="108"/>
                  </a:cubicBezTo>
                  <a:cubicBezTo>
                    <a:pt x="4" y="108"/>
                    <a:pt x="4" y="109"/>
                    <a:pt x="4" y="109"/>
                  </a:cubicBezTo>
                  <a:cubicBezTo>
                    <a:pt x="4" y="109"/>
                    <a:pt x="4" y="109"/>
                    <a:pt x="5" y="109"/>
                  </a:cubicBezTo>
                  <a:cubicBezTo>
                    <a:pt x="5" y="109"/>
                    <a:pt x="5" y="108"/>
                    <a:pt x="5" y="10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63" name="Suriname">
              <a:extLst>
                <a:ext uri="{FF2B5EF4-FFF2-40B4-BE49-F238E27FC236}">
                  <a16:creationId xmlns:a16="http://schemas.microsoft.com/office/drawing/2014/main" id="{5688C063-83F9-7E99-0BA3-428F41165815}"/>
                </a:ext>
              </a:extLst>
            </p:cNvPr>
            <p:cNvSpPr>
              <a:spLocks/>
            </p:cNvSpPr>
            <p:nvPr/>
          </p:nvSpPr>
          <p:spPr bwMode="auto">
            <a:xfrm>
              <a:off x="3700090" y="3810091"/>
              <a:ext cx="142124" cy="162707"/>
            </a:xfrm>
            <a:custGeom>
              <a:avLst/>
              <a:gdLst/>
              <a:ahLst/>
              <a:cxnLst>
                <a:cxn ang="0">
                  <a:pos x="38" y="8"/>
                </a:cxn>
                <a:cxn ang="0">
                  <a:pos x="40" y="4"/>
                </a:cxn>
                <a:cxn ang="0">
                  <a:pos x="38" y="1"/>
                </a:cxn>
                <a:cxn ang="0">
                  <a:pos x="30" y="0"/>
                </a:cxn>
                <a:cxn ang="0">
                  <a:pos x="31" y="2"/>
                </a:cxn>
                <a:cxn ang="0">
                  <a:pos x="30" y="2"/>
                </a:cxn>
                <a:cxn ang="0">
                  <a:pos x="29" y="1"/>
                </a:cxn>
                <a:cxn ang="0">
                  <a:pos x="28" y="1"/>
                </a:cxn>
                <a:cxn ang="0">
                  <a:pos x="22" y="2"/>
                </a:cxn>
                <a:cxn ang="0">
                  <a:pos x="21" y="2"/>
                </a:cxn>
                <a:cxn ang="0">
                  <a:pos x="17" y="1"/>
                </a:cxn>
                <a:cxn ang="0">
                  <a:pos x="11" y="0"/>
                </a:cxn>
                <a:cxn ang="0">
                  <a:pos x="9" y="5"/>
                </a:cxn>
                <a:cxn ang="0">
                  <a:pos x="8" y="8"/>
                </a:cxn>
                <a:cxn ang="0">
                  <a:pos x="9" y="9"/>
                </a:cxn>
                <a:cxn ang="0">
                  <a:pos x="8" y="10"/>
                </a:cxn>
                <a:cxn ang="0">
                  <a:pos x="8" y="11"/>
                </a:cxn>
                <a:cxn ang="0">
                  <a:pos x="5" y="11"/>
                </a:cxn>
                <a:cxn ang="0">
                  <a:pos x="3" y="12"/>
                </a:cxn>
                <a:cxn ang="0">
                  <a:pos x="3" y="15"/>
                </a:cxn>
                <a:cxn ang="0">
                  <a:pos x="1" y="19"/>
                </a:cxn>
                <a:cxn ang="0">
                  <a:pos x="2" y="25"/>
                </a:cxn>
                <a:cxn ang="0">
                  <a:pos x="4" y="29"/>
                </a:cxn>
                <a:cxn ang="0">
                  <a:pos x="6" y="30"/>
                </a:cxn>
                <a:cxn ang="0">
                  <a:pos x="7" y="29"/>
                </a:cxn>
                <a:cxn ang="0">
                  <a:pos x="8" y="31"/>
                </a:cxn>
                <a:cxn ang="0">
                  <a:pos x="9" y="35"/>
                </a:cxn>
                <a:cxn ang="0">
                  <a:pos x="10" y="38"/>
                </a:cxn>
                <a:cxn ang="0">
                  <a:pos x="11" y="39"/>
                </a:cxn>
                <a:cxn ang="0">
                  <a:pos x="12" y="41"/>
                </a:cxn>
                <a:cxn ang="0">
                  <a:pos x="14" y="44"/>
                </a:cxn>
                <a:cxn ang="0">
                  <a:pos x="17" y="45"/>
                </a:cxn>
                <a:cxn ang="0">
                  <a:pos x="20" y="46"/>
                </a:cxn>
                <a:cxn ang="0">
                  <a:pos x="20" y="43"/>
                </a:cxn>
                <a:cxn ang="0">
                  <a:pos x="19" y="41"/>
                </a:cxn>
                <a:cxn ang="0">
                  <a:pos x="20" y="40"/>
                </a:cxn>
                <a:cxn ang="0">
                  <a:pos x="21" y="38"/>
                </a:cxn>
                <a:cxn ang="0">
                  <a:pos x="24" y="40"/>
                </a:cxn>
                <a:cxn ang="0">
                  <a:pos x="27" y="39"/>
                </a:cxn>
                <a:cxn ang="0">
                  <a:pos x="29" y="38"/>
                </a:cxn>
                <a:cxn ang="0">
                  <a:pos x="30" y="38"/>
                </a:cxn>
                <a:cxn ang="0">
                  <a:pos x="31" y="39"/>
                </a:cxn>
                <a:cxn ang="0">
                  <a:pos x="33" y="41"/>
                </a:cxn>
                <a:cxn ang="0">
                  <a:pos x="35" y="40"/>
                </a:cxn>
                <a:cxn ang="0">
                  <a:pos x="37" y="36"/>
                </a:cxn>
                <a:cxn ang="0">
                  <a:pos x="38" y="32"/>
                </a:cxn>
                <a:cxn ang="0">
                  <a:pos x="40" y="27"/>
                </a:cxn>
                <a:cxn ang="0">
                  <a:pos x="39" y="25"/>
                </a:cxn>
                <a:cxn ang="0">
                  <a:pos x="37" y="23"/>
                </a:cxn>
                <a:cxn ang="0">
                  <a:pos x="36" y="20"/>
                </a:cxn>
                <a:cxn ang="0">
                  <a:pos x="36" y="18"/>
                </a:cxn>
                <a:cxn ang="0">
                  <a:pos x="35" y="13"/>
                </a:cxn>
                <a:cxn ang="0">
                  <a:pos x="37" y="10"/>
                </a:cxn>
              </a:cxnLst>
              <a:rect l="0" t="0" r="r" b="b"/>
              <a:pathLst>
                <a:path w="40" h="46">
                  <a:moveTo>
                    <a:pt x="37" y="10"/>
                  </a:moveTo>
                  <a:cubicBezTo>
                    <a:pt x="37" y="9"/>
                    <a:pt x="37" y="9"/>
                    <a:pt x="38" y="8"/>
                  </a:cubicBezTo>
                  <a:cubicBezTo>
                    <a:pt x="38" y="8"/>
                    <a:pt x="39" y="7"/>
                    <a:pt x="39" y="6"/>
                  </a:cubicBezTo>
                  <a:cubicBezTo>
                    <a:pt x="40" y="5"/>
                    <a:pt x="40" y="5"/>
                    <a:pt x="40" y="4"/>
                  </a:cubicBezTo>
                  <a:cubicBezTo>
                    <a:pt x="40" y="4"/>
                    <a:pt x="40" y="3"/>
                    <a:pt x="40" y="3"/>
                  </a:cubicBezTo>
                  <a:cubicBezTo>
                    <a:pt x="40" y="2"/>
                    <a:pt x="38" y="2"/>
                    <a:pt x="38" y="1"/>
                  </a:cubicBezTo>
                  <a:cubicBezTo>
                    <a:pt x="36" y="1"/>
                    <a:pt x="35" y="1"/>
                    <a:pt x="33" y="1"/>
                  </a:cubicBezTo>
                  <a:cubicBezTo>
                    <a:pt x="32" y="0"/>
                    <a:pt x="31" y="0"/>
                    <a:pt x="30" y="0"/>
                  </a:cubicBezTo>
                  <a:cubicBezTo>
                    <a:pt x="29" y="1"/>
                    <a:pt x="29" y="1"/>
                    <a:pt x="30" y="1"/>
                  </a:cubicBezTo>
                  <a:cubicBezTo>
                    <a:pt x="30" y="2"/>
                    <a:pt x="31" y="2"/>
                    <a:pt x="31" y="2"/>
                  </a:cubicBezTo>
                  <a:cubicBezTo>
                    <a:pt x="31" y="2"/>
                    <a:pt x="32" y="1"/>
                    <a:pt x="32" y="2"/>
                  </a:cubicBezTo>
                  <a:cubicBezTo>
                    <a:pt x="31" y="1"/>
                    <a:pt x="31" y="2"/>
                    <a:pt x="30" y="2"/>
                  </a:cubicBezTo>
                  <a:cubicBezTo>
                    <a:pt x="30" y="1"/>
                    <a:pt x="30" y="2"/>
                    <a:pt x="29" y="2"/>
                  </a:cubicBezTo>
                  <a:cubicBezTo>
                    <a:pt x="30" y="2"/>
                    <a:pt x="29" y="1"/>
                    <a:pt x="29" y="1"/>
                  </a:cubicBezTo>
                  <a:cubicBezTo>
                    <a:pt x="29" y="1"/>
                    <a:pt x="29" y="2"/>
                    <a:pt x="28" y="1"/>
                  </a:cubicBezTo>
                  <a:cubicBezTo>
                    <a:pt x="28" y="1"/>
                    <a:pt x="28" y="1"/>
                    <a:pt x="28" y="1"/>
                  </a:cubicBezTo>
                  <a:cubicBezTo>
                    <a:pt x="26" y="0"/>
                    <a:pt x="25" y="0"/>
                    <a:pt x="24" y="1"/>
                  </a:cubicBezTo>
                  <a:cubicBezTo>
                    <a:pt x="23" y="1"/>
                    <a:pt x="21" y="1"/>
                    <a:pt x="22" y="2"/>
                  </a:cubicBezTo>
                  <a:cubicBezTo>
                    <a:pt x="22" y="2"/>
                    <a:pt x="22" y="4"/>
                    <a:pt x="22" y="4"/>
                  </a:cubicBezTo>
                  <a:cubicBezTo>
                    <a:pt x="22" y="3"/>
                    <a:pt x="22" y="3"/>
                    <a:pt x="21" y="2"/>
                  </a:cubicBezTo>
                  <a:cubicBezTo>
                    <a:pt x="20" y="2"/>
                    <a:pt x="19" y="2"/>
                    <a:pt x="19" y="2"/>
                  </a:cubicBezTo>
                  <a:cubicBezTo>
                    <a:pt x="18" y="1"/>
                    <a:pt x="18" y="1"/>
                    <a:pt x="17" y="1"/>
                  </a:cubicBezTo>
                  <a:cubicBezTo>
                    <a:pt x="16" y="1"/>
                    <a:pt x="15" y="1"/>
                    <a:pt x="14" y="1"/>
                  </a:cubicBezTo>
                  <a:cubicBezTo>
                    <a:pt x="13" y="1"/>
                    <a:pt x="13" y="0"/>
                    <a:pt x="11" y="0"/>
                  </a:cubicBezTo>
                  <a:cubicBezTo>
                    <a:pt x="11" y="1"/>
                    <a:pt x="11" y="2"/>
                    <a:pt x="10" y="2"/>
                  </a:cubicBezTo>
                  <a:cubicBezTo>
                    <a:pt x="10" y="3"/>
                    <a:pt x="10" y="5"/>
                    <a:pt x="9" y="5"/>
                  </a:cubicBezTo>
                  <a:cubicBezTo>
                    <a:pt x="9" y="6"/>
                    <a:pt x="9" y="6"/>
                    <a:pt x="9" y="7"/>
                  </a:cubicBezTo>
                  <a:cubicBezTo>
                    <a:pt x="9" y="7"/>
                    <a:pt x="8" y="7"/>
                    <a:pt x="8" y="8"/>
                  </a:cubicBezTo>
                  <a:cubicBezTo>
                    <a:pt x="8" y="8"/>
                    <a:pt x="8" y="9"/>
                    <a:pt x="8" y="9"/>
                  </a:cubicBezTo>
                  <a:cubicBezTo>
                    <a:pt x="9" y="9"/>
                    <a:pt x="8" y="8"/>
                    <a:pt x="9" y="9"/>
                  </a:cubicBezTo>
                  <a:cubicBezTo>
                    <a:pt x="9" y="9"/>
                    <a:pt x="9" y="10"/>
                    <a:pt x="9" y="10"/>
                  </a:cubicBezTo>
                  <a:cubicBezTo>
                    <a:pt x="8" y="9"/>
                    <a:pt x="8" y="10"/>
                    <a:pt x="8" y="10"/>
                  </a:cubicBezTo>
                  <a:cubicBezTo>
                    <a:pt x="8" y="10"/>
                    <a:pt x="8" y="10"/>
                    <a:pt x="8" y="10"/>
                  </a:cubicBezTo>
                  <a:cubicBezTo>
                    <a:pt x="8" y="11"/>
                    <a:pt x="8" y="11"/>
                    <a:pt x="8" y="11"/>
                  </a:cubicBezTo>
                  <a:cubicBezTo>
                    <a:pt x="8" y="11"/>
                    <a:pt x="6" y="11"/>
                    <a:pt x="6" y="11"/>
                  </a:cubicBezTo>
                  <a:cubicBezTo>
                    <a:pt x="5" y="11"/>
                    <a:pt x="5" y="11"/>
                    <a:pt x="5" y="11"/>
                  </a:cubicBezTo>
                  <a:cubicBezTo>
                    <a:pt x="4" y="11"/>
                    <a:pt x="4" y="12"/>
                    <a:pt x="4" y="12"/>
                  </a:cubicBezTo>
                  <a:cubicBezTo>
                    <a:pt x="3" y="12"/>
                    <a:pt x="3" y="12"/>
                    <a:pt x="3" y="12"/>
                  </a:cubicBezTo>
                  <a:cubicBezTo>
                    <a:pt x="2" y="13"/>
                    <a:pt x="2" y="13"/>
                    <a:pt x="2" y="13"/>
                  </a:cubicBezTo>
                  <a:cubicBezTo>
                    <a:pt x="2" y="14"/>
                    <a:pt x="3" y="14"/>
                    <a:pt x="3" y="15"/>
                  </a:cubicBezTo>
                  <a:cubicBezTo>
                    <a:pt x="3" y="16"/>
                    <a:pt x="2" y="17"/>
                    <a:pt x="2" y="18"/>
                  </a:cubicBezTo>
                  <a:cubicBezTo>
                    <a:pt x="1" y="18"/>
                    <a:pt x="2" y="19"/>
                    <a:pt x="1" y="19"/>
                  </a:cubicBezTo>
                  <a:cubicBezTo>
                    <a:pt x="1" y="20"/>
                    <a:pt x="1" y="20"/>
                    <a:pt x="1" y="20"/>
                  </a:cubicBezTo>
                  <a:cubicBezTo>
                    <a:pt x="0" y="22"/>
                    <a:pt x="2" y="23"/>
                    <a:pt x="2" y="25"/>
                  </a:cubicBezTo>
                  <a:cubicBezTo>
                    <a:pt x="3" y="26"/>
                    <a:pt x="3" y="26"/>
                    <a:pt x="4" y="27"/>
                  </a:cubicBezTo>
                  <a:cubicBezTo>
                    <a:pt x="4" y="28"/>
                    <a:pt x="4" y="28"/>
                    <a:pt x="4" y="29"/>
                  </a:cubicBezTo>
                  <a:cubicBezTo>
                    <a:pt x="4" y="29"/>
                    <a:pt x="5" y="29"/>
                    <a:pt x="5" y="30"/>
                  </a:cubicBezTo>
                  <a:cubicBezTo>
                    <a:pt x="5" y="30"/>
                    <a:pt x="6" y="30"/>
                    <a:pt x="6" y="30"/>
                  </a:cubicBezTo>
                  <a:cubicBezTo>
                    <a:pt x="6" y="30"/>
                    <a:pt x="6" y="29"/>
                    <a:pt x="6" y="29"/>
                  </a:cubicBezTo>
                  <a:cubicBezTo>
                    <a:pt x="7" y="29"/>
                    <a:pt x="7" y="29"/>
                    <a:pt x="7" y="29"/>
                  </a:cubicBezTo>
                  <a:cubicBezTo>
                    <a:pt x="8" y="29"/>
                    <a:pt x="8" y="29"/>
                    <a:pt x="8" y="30"/>
                  </a:cubicBezTo>
                  <a:cubicBezTo>
                    <a:pt x="8" y="30"/>
                    <a:pt x="8" y="31"/>
                    <a:pt x="8" y="31"/>
                  </a:cubicBezTo>
                  <a:cubicBezTo>
                    <a:pt x="8" y="32"/>
                    <a:pt x="8" y="32"/>
                    <a:pt x="8" y="33"/>
                  </a:cubicBezTo>
                  <a:cubicBezTo>
                    <a:pt x="8" y="34"/>
                    <a:pt x="8" y="35"/>
                    <a:pt x="9" y="35"/>
                  </a:cubicBezTo>
                  <a:cubicBezTo>
                    <a:pt x="10" y="36"/>
                    <a:pt x="9" y="37"/>
                    <a:pt x="10" y="37"/>
                  </a:cubicBezTo>
                  <a:cubicBezTo>
                    <a:pt x="10" y="37"/>
                    <a:pt x="10" y="38"/>
                    <a:pt x="10" y="38"/>
                  </a:cubicBezTo>
                  <a:cubicBezTo>
                    <a:pt x="10" y="38"/>
                    <a:pt x="10" y="39"/>
                    <a:pt x="11" y="39"/>
                  </a:cubicBezTo>
                  <a:cubicBezTo>
                    <a:pt x="11" y="39"/>
                    <a:pt x="11" y="39"/>
                    <a:pt x="11" y="39"/>
                  </a:cubicBezTo>
                  <a:cubicBezTo>
                    <a:pt x="11" y="40"/>
                    <a:pt x="11" y="40"/>
                    <a:pt x="11" y="40"/>
                  </a:cubicBezTo>
                  <a:cubicBezTo>
                    <a:pt x="11" y="41"/>
                    <a:pt x="11" y="41"/>
                    <a:pt x="12" y="41"/>
                  </a:cubicBezTo>
                  <a:cubicBezTo>
                    <a:pt x="12" y="42"/>
                    <a:pt x="12" y="42"/>
                    <a:pt x="13" y="43"/>
                  </a:cubicBezTo>
                  <a:cubicBezTo>
                    <a:pt x="13" y="44"/>
                    <a:pt x="14" y="44"/>
                    <a:pt x="14" y="44"/>
                  </a:cubicBezTo>
                  <a:cubicBezTo>
                    <a:pt x="15" y="44"/>
                    <a:pt x="15" y="45"/>
                    <a:pt x="16" y="45"/>
                  </a:cubicBezTo>
                  <a:cubicBezTo>
                    <a:pt x="16" y="45"/>
                    <a:pt x="16" y="45"/>
                    <a:pt x="17" y="45"/>
                  </a:cubicBezTo>
                  <a:cubicBezTo>
                    <a:pt x="17" y="45"/>
                    <a:pt x="17" y="45"/>
                    <a:pt x="18" y="46"/>
                  </a:cubicBezTo>
                  <a:cubicBezTo>
                    <a:pt x="18" y="46"/>
                    <a:pt x="19" y="46"/>
                    <a:pt x="20" y="46"/>
                  </a:cubicBezTo>
                  <a:cubicBezTo>
                    <a:pt x="21" y="46"/>
                    <a:pt x="21" y="45"/>
                    <a:pt x="21" y="44"/>
                  </a:cubicBezTo>
                  <a:cubicBezTo>
                    <a:pt x="21" y="44"/>
                    <a:pt x="21" y="43"/>
                    <a:pt x="20" y="43"/>
                  </a:cubicBezTo>
                  <a:cubicBezTo>
                    <a:pt x="20" y="43"/>
                    <a:pt x="20" y="43"/>
                    <a:pt x="20" y="42"/>
                  </a:cubicBezTo>
                  <a:cubicBezTo>
                    <a:pt x="20" y="42"/>
                    <a:pt x="19" y="41"/>
                    <a:pt x="19" y="41"/>
                  </a:cubicBezTo>
                  <a:cubicBezTo>
                    <a:pt x="18" y="42"/>
                    <a:pt x="19" y="41"/>
                    <a:pt x="19" y="41"/>
                  </a:cubicBezTo>
                  <a:cubicBezTo>
                    <a:pt x="19" y="40"/>
                    <a:pt x="19" y="41"/>
                    <a:pt x="20" y="40"/>
                  </a:cubicBezTo>
                  <a:cubicBezTo>
                    <a:pt x="20" y="40"/>
                    <a:pt x="20" y="40"/>
                    <a:pt x="20" y="40"/>
                  </a:cubicBezTo>
                  <a:cubicBezTo>
                    <a:pt x="20" y="39"/>
                    <a:pt x="20" y="38"/>
                    <a:pt x="21" y="38"/>
                  </a:cubicBezTo>
                  <a:cubicBezTo>
                    <a:pt x="21" y="38"/>
                    <a:pt x="21" y="39"/>
                    <a:pt x="22" y="39"/>
                  </a:cubicBezTo>
                  <a:cubicBezTo>
                    <a:pt x="22" y="40"/>
                    <a:pt x="23" y="40"/>
                    <a:pt x="24" y="40"/>
                  </a:cubicBezTo>
                  <a:cubicBezTo>
                    <a:pt x="25" y="39"/>
                    <a:pt x="25" y="40"/>
                    <a:pt x="26" y="40"/>
                  </a:cubicBezTo>
                  <a:cubicBezTo>
                    <a:pt x="26" y="39"/>
                    <a:pt x="26" y="39"/>
                    <a:pt x="27" y="39"/>
                  </a:cubicBezTo>
                  <a:cubicBezTo>
                    <a:pt x="27" y="38"/>
                    <a:pt x="27" y="39"/>
                    <a:pt x="28" y="39"/>
                  </a:cubicBezTo>
                  <a:cubicBezTo>
                    <a:pt x="28" y="38"/>
                    <a:pt x="28" y="38"/>
                    <a:pt x="29" y="38"/>
                  </a:cubicBezTo>
                  <a:cubicBezTo>
                    <a:pt x="29" y="38"/>
                    <a:pt x="29" y="38"/>
                    <a:pt x="29" y="38"/>
                  </a:cubicBezTo>
                  <a:cubicBezTo>
                    <a:pt x="29" y="38"/>
                    <a:pt x="30" y="38"/>
                    <a:pt x="30" y="38"/>
                  </a:cubicBezTo>
                  <a:cubicBezTo>
                    <a:pt x="30" y="37"/>
                    <a:pt x="30" y="38"/>
                    <a:pt x="30" y="39"/>
                  </a:cubicBezTo>
                  <a:cubicBezTo>
                    <a:pt x="30" y="39"/>
                    <a:pt x="31" y="39"/>
                    <a:pt x="31" y="39"/>
                  </a:cubicBezTo>
                  <a:cubicBezTo>
                    <a:pt x="32" y="40"/>
                    <a:pt x="32" y="39"/>
                    <a:pt x="33" y="39"/>
                  </a:cubicBezTo>
                  <a:cubicBezTo>
                    <a:pt x="33" y="40"/>
                    <a:pt x="32" y="40"/>
                    <a:pt x="33" y="41"/>
                  </a:cubicBezTo>
                  <a:cubicBezTo>
                    <a:pt x="33" y="41"/>
                    <a:pt x="34" y="40"/>
                    <a:pt x="34" y="40"/>
                  </a:cubicBezTo>
                  <a:cubicBezTo>
                    <a:pt x="35" y="41"/>
                    <a:pt x="34" y="39"/>
                    <a:pt x="35" y="40"/>
                  </a:cubicBezTo>
                  <a:cubicBezTo>
                    <a:pt x="36" y="40"/>
                    <a:pt x="36" y="39"/>
                    <a:pt x="36" y="38"/>
                  </a:cubicBezTo>
                  <a:cubicBezTo>
                    <a:pt x="36" y="37"/>
                    <a:pt x="37" y="37"/>
                    <a:pt x="37" y="36"/>
                  </a:cubicBezTo>
                  <a:cubicBezTo>
                    <a:pt x="38" y="35"/>
                    <a:pt x="38" y="35"/>
                    <a:pt x="38" y="34"/>
                  </a:cubicBezTo>
                  <a:cubicBezTo>
                    <a:pt x="38" y="34"/>
                    <a:pt x="38" y="32"/>
                    <a:pt x="38" y="32"/>
                  </a:cubicBezTo>
                  <a:cubicBezTo>
                    <a:pt x="38" y="31"/>
                    <a:pt x="39" y="30"/>
                    <a:pt x="39" y="29"/>
                  </a:cubicBezTo>
                  <a:cubicBezTo>
                    <a:pt x="40" y="28"/>
                    <a:pt x="40" y="28"/>
                    <a:pt x="40" y="27"/>
                  </a:cubicBezTo>
                  <a:cubicBezTo>
                    <a:pt x="40" y="26"/>
                    <a:pt x="39" y="26"/>
                    <a:pt x="39" y="26"/>
                  </a:cubicBezTo>
                  <a:cubicBezTo>
                    <a:pt x="39" y="26"/>
                    <a:pt x="39" y="25"/>
                    <a:pt x="39" y="25"/>
                  </a:cubicBezTo>
                  <a:cubicBezTo>
                    <a:pt x="38" y="24"/>
                    <a:pt x="38" y="24"/>
                    <a:pt x="38" y="24"/>
                  </a:cubicBezTo>
                  <a:cubicBezTo>
                    <a:pt x="37" y="23"/>
                    <a:pt x="37" y="23"/>
                    <a:pt x="37" y="23"/>
                  </a:cubicBezTo>
                  <a:cubicBezTo>
                    <a:pt x="37" y="22"/>
                    <a:pt x="36" y="22"/>
                    <a:pt x="36" y="21"/>
                  </a:cubicBezTo>
                  <a:cubicBezTo>
                    <a:pt x="37" y="21"/>
                    <a:pt x="37" y="21"/>
                    <a:pt x="36" y="20"/>
                  </a:cubicBezTo>
                  <a:cubicBezTo>
                    <a:pt x="36" y="20"/>
                    <a:pt x="36" y="20"/>
                    <a:pt x="36" y="19"/>
                  </a:cubicBezTo>
                  <a:cubicBezTo>
                    <a:pt x="36" y="19"/>
                    <a:pt x="36" y="18"/>
                    <a:pt x="36" y="18"/>
                  </a:cubicBezTo>
                  <a:cubicBezTo>
                    <a:pt x="35" y="17"/>
                    <a:pt x="36" y="16"/>
                    <a:pt x="36" y="14"/>
                  </a:cubicBezTo>
                  <a:cubicBezTo>
                    <a:pt x="36" y="14"/>
                    <a:pt x="35" y="14"/>
                    <a:pt x="35" y="13"/>
                  </a:cubicBezTo>
                  <a:cubicBezTo>
                    <a:pt x="35" y="12"/>
                    <a:pt x="35" y="12"/>
                    <a:pt x="36" y="11"/>
                  </a:cubicBezTo>
                  <a:cubicBezTo>
                    <a:pt x="36" y="11"/>
                    <a:pt x="36" y="10"/>
                    <a:pt x="37" y="1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64" name="Sudan">
              <a:extLst>
                <a:ext uri="{FF2B5EF4-FFF2-40B4-BE49-F238E27FC236}">
                  <a16:creationId xmlns:a16="http://schemas.microsoft.com/office/drawing/2014/main" id="{739EA4F3-5745-16C9-1CEF-62DD6273B223}"/>
                </a:ext>
              </a:extLst>
            </p:cNvPr>
            <p:cNvSpPr>
              <a:spLocks noChangeAspect="1"/>
            </p:cNvSpPr>
            <p:nvPr/>
          </p:nvSpPr>
          <p:spPr bwMode="auto">
            <a:xfrm>
              <a:off x="6440629" y="3143580"/>
              <a:ext cx="566905" cy="567801"/>
            </a:xfrm>
            <a:custGeom>
              <a:avLst/>
              <a:gdLst>
                <a:gd name="connsiteX0" fmla="*/ 4441673 w 4466629"/>
                <a:gd name="connsiteY0" fmla="*/ 1544540 h 4473688"/>
                <a:gd name="connsiteX1" fmla="*/ 4453518 w 4466629"/>
                <a:gd name="connsiteY1" fmla="*/ 1548928 h 4473688"/>
                <a:gd name="connsiteX2" fmla="*/ 4452992 w 4466629"/>
                <a:gd name="connsiteY2" fmla="*/ 1552781 h 4473688"/>
                <a:gd name="connsiteX3" fmla="*/ 4385521 w 4466629"/>
                <a:gd name="connsiteY3" fmla="*/ 1488375 h 4473688"/>
                <a:gd name="connsiteX4" fmla="*/ 4357445 w 4466629"/>
                <a:gd name="connsiteY4" fmla="*/ 1516457 h 4473688"/>
                <a:gd name="connsiteX5" fmla="*/ 4385521 w 4466629"/>
                <a:gd name="connsiteY5" fmla="*/ 1488375 h 4473688"/>
                <a:gd name="connsiteX6" fmla="*/ 4068654 w 4466629"/>
                <a:gd name="connsiteY6" fmla="*/ 626622 h 4473688"/>
                <a:gd name="connsiteX7" fmla="*/ 4073174 w 4466629"/>
                <a:gd name="connsiteY7" fmla="*/ 631857 h 4473688"/>
                <a:gd name="connsiteX8" fmla="*/ 4076684 w 4466629"/>
                <a:gd name="connsiteY8" fmla="*/ 645899 h 4473688"/>
                <a:gd name="connsiteX9" fmla="*/ 4048607 w 4466629"/>
                <a:gd name="connsiteY9" fmla="*/ 617816 h 4473688"/>
                <a:gd name="connsiteX10" fmla="*/ 4076684 w 4466629"/>
                <a:gd name="connsiteY10" fmla="*/ 645899 h 4473688"/>
                <a:gd name="connsiteX11" fmla="*/ 4048607 w 4466629"/>
                <a:gd name="connsiteY11" fmla="*/ 617816 h 4473688"/>
                <a:gd name="connsiteX12" fmla="*/ 4048607 w 4466629"/>
                <a:gd name="connsiteY12" fmla="*/ 603774 h 4473688"/>
                <a:gd name="connsiteX13" fmla="*/ 4048607 w 4466629"/>
                <a:gd name="connsiteY13" fmla="*/ 603775 h 4473688"/>
                <a:gd name="connsiteX14" fmla="*/ 4067910 w 4466629"/>
                <a:gd name="connsiteY14" fmla="*/ 624837 h 4473688"/>
                <a:gd name="connsiteX15" fmla="*/ 4068654 w 4466629"/>
                <a:gd name="connsiteY15" fmla="*/ 626622 h 4473688"/>
                <a:gd name="connsiteX16" fmla="*/ 4064839 w 4466629"/>
                <a:gd name="connsiteY16" fmla="*/ 622204 h 4473688"/>
                <a:gd name="connsiteX17" fmla="*/ 4048607 w 4466629"/>
                <a:gd name="connsiteY17" fmla="*/ 617816 h 4473688"/>
                <a:gd name="connsiteX18" fmla="*/ 4048607 w 4466629"/>
                <a:gd name="connsiteY18" fmla="*/ 589733 h 4473688"/>
                <a:gd name="connsiteX19" fmla="*/ 4048607 w 4466629"/>
                <a:gd name="connsiteY19" fmla="*/ 601581 h 4473688"/>
                <a:gd name="connsiteX20" fmla="*/ 4048607 w 4466629"/>
                <a:gd name="connsiteY20" fmla="*/ 603774 h 4473688"/>
                <a:gd name="connsiteX21" fmla="*/ 4036050 w 4466629"/>
                <a:gd name="connsiteY21" fmla="*/ 590073 h 4473688"/>
                <a:gd name="connsiteX22" fmla="*/ 3599390 w 4466629"/>
                <a:gd name="connsiteY22" fmla="*/ 0 h 4473688"/>
                <a:gd name="connsiteX23" fmla="*/ 3655543 w 4466629"/>
                <a:gd name="connsiteY23" fmla="*/ 84248 h 4473688"/>
                <a:gd name="connsiteX24" fmla="*/ 3655543 w 4466629"/>
                <a:gd name="connsiteY24" fmla="*/ 56165 h 4473688"/>
                <a:gd name="connsiteX25" fmla="*/ 3683619 w 4466629"/>
                <a:gd name="connsiteY25" fmla="*/ 112330 h 4473688"/>
                <a:gd name="connsiteX26" fmla="*/ 3711695 w 4466629"/>
                <a:gd name="connsiteY26" fmla="*/ 140413 h 4473688"/>
                <a:gd name="connsiteX27" fmla="*/ 3795923 w 4466629"/>
                <a:gd name="connsiteY27" fmla="*/ 168495 h 4473688"/>
                <a:gd name="connsiteX28" fmla="*/ 3823999 w 4466629"/>
                <a:gd name="connsiteY28" fmla="*/ 196578 h 4473688"/>
                <a:gd name="connsiteX29" fmla="*/ 3852075 w 4466629"/>
                <a:gd name="connsiteY29" fmla="*/ 252743 h 4473688"/>
                <a:gd name="connsiteX30" fmla="*/ 3908227 w 4466629"/>
                <a:gd name="connsiteY30" fmla="*/ 280826 h 4473688"/>
                <a:gd name="connsiteX31" fmla="*/ 3964379 w 4466629"/>
                <a:gd name="connsiteY31" fmla="*/ 336991 h 4473688"/>
                <a:gd name="connsiteX32" fmla="*/ 3964379 w 4466629"/>
                <a:gd name="connsiteY32" fmla="*/ 393156 h 4473688"/>
                <a:gd name="connsiteX33" fmla="*/ 3964379 w 4466629"/>
                <a:gd name="connsiteY33" fmla="*/ 421238 h 4473688"/>
                <a:gd name="connsiteX34" fmla="*/ 4020531 w 4466629"/>
                <a:gd name="connsiteY34" fmla="*/ 561651 h 4473688"/>
                <a:gd name="connsiteX35" fmla="*/ 4029305 w 4466629"/>
                <a:gd name="connsiteY35" fmla="*/ 582713 h 4473688"/>
                <a:gd name="connsiteX36" fmla="*/ 4036050 w 4466629"/>
                <a:gd name="connsiteY36" fmla="*/ 590073 h 4473688"/>
                <a:gd name="connsiteX37" fmla="*/ 4032376 w 4466629"/>
                <a:gd name="connsiteY37" fmla="*/ 590172 h 4473688"/>
                <a:gd name="connsiteX38" fmla="*/ 4020531 w 4466629"/>
                <a:gd name="connsiteY38" fmla="*/ 617816 h 4473688"/>
                <a:gd name="connsiteX39" fmla="*/ 4048607 w 4466629"/>
                <a:gd name="connsiteY39" fmla="*/ 645899 h 4473688"/>
                <a:gd name="connsiteX40" fmla="*/ 4020531 w 4466629"/>
                <a:gd name="connsiteY40" fmla="*/ 645899 h 4473688"/>
                <a:gd name="connsiteX41" fmla="*/ 4048607 w 4466629"/>
                <a:gd name="connsiteY41" fmla="*/ 673981 h 4473688"/>
                <a:gd name="connsiteX42" fmla="*/ 4048607 w 4466629"/>
                <a:gd name="connsiteY42" fmla="*/ 702064 h 4473688"/>
                <a:gd name="connsiteX43" fmla="*/ 4076684 w 4466629"/>
                <a:gd name="connsiteY43" fmla="*/ 786311 h 4473688"/>
                <a:gd name="connsiteX44" fmla="*/ 4048607 w 4466629"/>
                <a:gd name="connsiteY44" fmla="*/ 842476 h 4473688"/>
                <a:gd name="connsiteX45" fmla="*/ 4076684 w 4466629"/>
                <a:gd name="connsiteY45" fmla="*/ 898641 h 4473688"/>
                <a:gd name="connsiteX46" fmla="*/ 4076684 w 4466629"/>
                <a:gd name="connsiteY46" fmla="*/ 954807 h 4473688"/>
                <a:gd name="connsiteX47" fmla="*/ 4076684 w 4466629"/>
                <a:gd name="connsiteY47" fmla="*/ 1039054 h 4473688"/>
                <a:gd name="connsiteX48" fmla="*/ 4104760 w 4466629"/>
                <a:gd name="connsiteY48" fmla="*/ 1123302 h 4473688"/>
                <a:gd name="connsiteX49" fmla="*/ 4132836 w 4466629"/>
                <a:gd name="connsiteY49" fmla="*/ 1235632 h 4473688"/>
                <a:gd name="connsiteX50" fmla="*/ 4132836 w 4466629"/>
                <a:gd name="connsiteY50" fmla="*/ 1263714 h 4473688"/>
                <a:gd name="connsiteX51" fmla="*/ 4132836 w 4466629"/>
                <a:gd name="connsiteY51" fmla="*/ 1319880 h 4473688"/>
                <a:gd name="connsiteX52" fmla="*/ 4160912 w 4466629"/>
                <a:gd name="connsiteY52" fmla="*/ 1347962 h 4473688"/>
                <a:gd name="connsiteX53" fmla="*/ 4217064 w 4466629"/>
                <a:gd name="connsiteY53" fmla="*/ 1376045 h 4473688"/>
                <a:gd name="connsiteX54" fmla="*/ 4245140 w 4466629"/>
                <a:gd name="connsiteY54" fmla="*/ 1404127 h 4473688"/>
                <a:gd name="connsiteX55" fmla="*/ 4245140 w 4466629"/>
                <a:gd name="connsiteY55" fmla="*/ 1376045 h 4473688"/>
                <a:gd name="connsiteX56" fmla="*/ 4301293 w 4466629"/>
                <a:gd name="connsiteY56" fmla="*/ 1432210 h 4473688"/>
                <a:gd name="connsiteX57" fmla="*/ 4329369 w 4466629"/>
                <a:gd name="connsiteY57" fmla="*/ 1460292 h 4473688"/>
                <a:gd name="connsiteX58" fmla="*/ 4357445 w 4466629"/>
                <a:gd name="connsiteY58" fmla="*/ 1516457 h 4473688"/>
                <a:gd name="connsiteX59" fmla="*/ 4413597 w 4466629"/>
                <a:gd name="connsiteY59" fmla="*/ 1516457 h 4473688"/>
                <a:gd name="connsiteX60" fmla="*/ 4441673 w 4466629"/>
                <a:gd name="connsiteY60" fmla="*/ 1544540 h 4473688"/>
                <a:gd name="connsiteX61" fmla="*/ 4441673 w 4466629"/>
                <a:gd name="connsiteY61" fmla="*/ 1572623 h 4473688"/>
                <a:gd name="connsiteX62" fmla="*/ 4452202 w 4466629"/>
                <a:gd name="connsiteY62" fmla="*/ 1558581 h 4473688"/>
                <a:gd name="connsiteX63" fmla="*/ 4452992 w 4466629"/>
                <a:gd name="connsiteY63" fmla="*/ 1552781 h 4473688"/>
                <a:gd name="connsiteX64" fmla="*/ 4457795 w 4466629"/>
                <a:gd name="connsiteY64" fmla="*/ 1556278 h 4473688"/>
                <a:gd name="connsiteX65" fmla="*/ 4441673 w 4466629"/>
                <a:gd name="connsiteY65" fmla="*/ 1656870 h 4473688"/>
                <a:gd name="connsiteX66" fmla="*/ 4413597 w 4466629"/>
                <a:gd name="connsiteY66" fmla="*/ 1684953 h 4473688"/>
                <a:gd name="connsiteX67" fmla="*/ 4385521 w 4466629"/>
                <a:gd name="connsiteY67" fmla="*/ 1713035 h 4473688"/>
                <a:gd name="connsiteX68" fmla="*/ 4385521 w 4466629"/>
                <a:gd name="connsiteY68" fmla="*/ 1741118 h 4473688"/>
                <a:gd name="connsiteX69" fmla="*/ 4357445 w 4466629"/>
                <a:gd name="connsiteY69" fmla="*/ 1713035 h 4473688"/>
                <a:gd name="connsiteX70" fmla="*/ 4329369 w 4466629"/>
                <a:gd name="connsiteY70" fmla="*/ 1741118 h 4473688"/>
                <a:gd name="connsiteX71" fmla="*/ 4301293 w 4466629"/>
                <a:gd name="connsiteY71" fmla="*/ 1741118 h 4473688"/>
                <a:gd name="connsiteX72" fmla="*/ 4273217 w 4466629"/>
                <a:gd name="connsiteY72" fmla="*/ 1741118 h 4473688"/>
                <a:gd name="connsiteX73" fmla="*/ 4217064 w 4466629"/>
                <a:gd name="connsiteY73" fmla="*/ 1769200 h 4473688"/>
                <a:gd name="connsiteX74" fmla="*/ 4188988 w 4466629"/>
                <a:gd name="connsiteY74" fmla="*/ 1797283 h 4473688"/>
                <a:gd name="connsiteX75" fmla="*/ 4188988 w 4466629"/>
                <a:gd name="connsiteY75" fmla="*/ 1825365 h 4473688"/>
                <a:gd name="connsiteX76" fmla="*/ 4160912 w 4466629"/>
                <a:gd name="connsiteY76" fmla="*/ 1881530 h 4473688"/>
                <a:gd name="connsiteX77" fmla="*/ 4132836 w 4466629"/>
                <a:gd name="connsiteY77" fmla="*/ 1881530 h 4473688"/>
                <a:gd name="connsiteX78" fmla="*/ 4104760 w 4466629"/>
                <a:gd name="connsiteY78" fmla="*/ 1881530 h 4473688"/>
                <a:gd name="connsiteX79" fmla="*/ 4048607 w 4466629"/>
                <a:gd name="connsiteY79" fmla="*/ 1881530 h 4473688"/>
                <a:gd name="connsiteX80" fmla="*/ 4048607 w 4466629"/>
                <a:gd name="connsiteY80" fmla="*/ 1909613 h 4473688"/>
                <a:gd name="connsiteX81" fmla="*/ 4048607 w 4466629"/>
                <a:gd name="connsiteY81" fmla="*/ 1937695 h 4473688"/>
                <a:gd name="connsiteX82" fmla="*/ 4048607 w 4466629"/>
                <a:gd name="connsiteY82" fmla="*/ 1993861 h 4473688"/>
                <a:gd name="connsiteX83" fmla="*/ 4048607 w 4466629"/>
                <a:gd name="connsiteY83" fmla="*/ 2050026 h 4473688"/>
                <a:gd name="connsiteX84" fmla="*/ 4048607 w 4466629"/>
                <a:gd name="connsiteY84" fmla="*/ 2134273 h 4473688"/>
                <a:gd name="connsiteX85" fmla="*/ 3992455 w 4466629"/>
                <a:gd name="connsiteY85" fmla="*/ 2274686 h 4473688"/>
                <a:gd name="connsiteX86" fmla="*/ 3964379 w 4466629"/>
                <a:gd name="connsiteY86" fmla="*/ 2330851 h 4473688"/>
                <a:gd name="connsiteX87" fmla="*/ 3964379 w 4466629"/>
                <a:gd name="connsiteY87" fmla="*/ 2358934 h 4473688"/>
                <a:gd name="connsiteX88" fmla="*/ 3964379 w 4466629"/>
                <a:gd name="connsiteY88" fmla="*/ 2387016 h 4473688"/>
                <a:gd name="connsiteX89" fmla="*/ 3936303 w 4466629"/>
                <a:gd name="connsiteY89" fmla="*/ 2443181 h 4473688"/>
                <a:gd name="connsiteX90" fmla="*/ 3936303 w 4466629"/>
                <a:gd name="connsiteY90" fmla="*/ 2527429 h 4473688"/>
                <a:gd name="connsiteX91" fmla="*/ 3936303 w 4466629"/>
                <a:gd name="connsiteY91" fmla="*/ 2667842 h 4473688"/>
                <a:gd name="connsiteX92" fmla="*/ 3964379 w 4466629"/>
                <a:gd name="connsiteY92" fmla="*/ 2752089 h 4473688"/>
                <a:gd name="connsiteX93" fmla="*/ 3936303 w 4466629"/>
                <a:gd name="connsiteY93" fmla="*/ 2836337 h 4473688"/>
                <a:gd name="connsiteX94" fmla="*/ 3936303 w 4466629"/>
                <a:gd name="connsiteY94" fmla="*/ 2892502 h 4473688"/>
                <a:gd name="connsiteX95" fmla="*/ 3908227 w 4466629"/>
                <a:gd name="connsiteY95" fmla="*/ 2948667 h 4473688"/>
                <a:gd name="connsiteX96" fmla="*/ 3880151 w 4466629"/>
                <a:gd name="connsiteY96" fmla="*/ 3032915 h 4473688"/>
                <a:gd name="connsiteX97" fmla="*/ 3880151 w 4466629"/>
                <a:gd name="connsiteY97" fmla="*/ 3117162 h 4473688"/>
                <a:gd name="connsiteX98" fmla="*/ 3852075 w 4466629"/>
                <a:gd name="connsiteY98" fmla="*/ 3173327 h 4473688"/>
                <a:gd name="connsiteX99" fmla="*/ 3880151 w 4466629"/>
                <a:gd name="connsiteY99" fmla="*/ 3201410 h 4473688"/>
                <a:gd name="connsiteX100" fmla="*/ 3852075 w 4466629"/>
                <a:gd name="connsiteY100" fmla="*/ 3229493 h 4473688"/>
                <a:gd name="connsiteX101" fmla="*/ 3852075 w 4466629"/>
                <a:gd name="connsiteY101" fmla="*/ 3201410 h 4473688"/>
                <a:gd name="connsiteX102" fmla="*/ 3795923 w 4466629"/>
                <a:gd name="connsiteY102" fmla="*/ 3229493 h 4473688"/>
                <a:gd name="connsiteX103" fmla="*/ 3739771 w 4466629"/>
                <a:gd name="connsiteY103" fmla="*/ 3229493 h 4473688"/>
                <a:gd name="connsiteX104" fmla="*/ 3739771 w 4466629"/>
                <a:gd name="connsiteY104" fmla="*/ 3257575 h 4473688"/>
                <a:gd name="connsiteX105" fmla="*/ 3683619 w 4466629"/>
                <a:gd name="connsiteY105" fmla="*/ 3369905 h 4473688"/>
                <a:gd name="connsiteX106" fmla="*/ 3655543 w 4466629"/>
                <a:gd name="connsiteY106" fmla="*/ 3426070 h 4473688"/>
                <a:gd name="connsiteX107" fmla="*/ 3599390 w 4466629"/>
                <a:gd name="connsiteY107" fmla="*/ 3482235 h 4473688"/>
                <a:gd name="connsiteX108" fmla="*/ 3599390 w 4466629"/>
                <a:gd name="connsiteY108" fmla="*/ 3594565 h 4473688"/>
                <a:gd name="connsiteX109" fmla="*/ 3571314 w 4466629"/>
                <a:gd name="connsiteY109" fmla="*/ 3650731 h 4473688"/>
                <a:gd name="connsiteX110" fmla="*/ 3571314 w 4466629"/>
                <a:gd name="connsiteY110" fmla="*/ 3678813 h 4473688"/>
                <a:gd name="connsiteX111" fmla="*/ 3543238 w 4466629"/>
                <a:gd name="connsiteY111" fmla="*/ 3763061 h 4473688"/>
                <a:gd name="connsiteX112" fmla="*/ 3543238 w 4466629"/>
                <a:gd name="connsiteY112" fmla="*/ 3791143 h 4473688"/>
                <a:gd name="connsiteX113" fmla="*/ 3515162 w 4466629"/>
                <a:gd name="connsiteY113" fmla="*/ 3819226 h 4473688"/>
                <a:gd name="connsiteX114" fmla="*/ 3487086 w 4466629"/>
                <a:gd name="connsiteY114" fmla="*/ 3791143 h 4473688"/>
                <a:gd name="connsiteX115" fmla="*/ 3430934 w 4466629"/>
                <a:gd name="connsiteY115" fmla="*/ 3791143 h 4473688"/>
                <a:gd name="connsiteX116" fmla="*/ 3402858 w 4466629"/>
                <a:gd name="connsiteY116" fmla="*/ 3847308 h 4473688"/>
                <a:gd name="connsiteX117" fmla="*/ 3374782 w 4466629"/>
                <a:gd name="connsiteY117" fmla="*/ 3875391 h 4473688"/>
                <a:gd name="connsiteX118" fmla="*/ 3402858 w 4466629"/>
                <a:gd name="connsiteY118" fmla="*/ 3987721 h 4473688"/>
                <a:gd name="connsiteX119" fmla="*/ 3374782 w 4466629"/>
                <a:gd name="connsiteY119" fmla="*/ 4043886 h 4473688"/>
                <a:gd name="connsiteX120" fmla="*/ 3323455 w 4466629"/>
                <a:gd name="connsiteY120" fmla="*/ 4193952 h 4473688"/>
                <a:gd name="connsiteX121" fmla="*/ 3318780 w 4466629"/>
                <a:gd name="connsiteY121" fmla="*/ 4239010 h 4473688"/>
                <a:gd name="connsiteX122" fmla="*/ 3292278 w 4466629"/>
                <a:gd name="connsiteY122" fmla="*/ 4242907 h 4473688"/>
                <a:gd name="connsiteX123" fmla="*/ 3287515 w 4466629"/>
                <a:gd name="connsiteY123" fmla="*/ 4184170 h 4473688"/>
                <a:gd name="connsiteX124" fmla="*/ 3325615 w 4466629"/>
                <a:gd name="connsiteY124" fmla="*/ 4127020 h 4473688"/>
                <a:gd name="connsiteX125" fmla="*/ 3316090 w 4466629"/>
                <a:gd name="connsiteY125" fmla="*/ 4104795 h 4473688"/>
                <a:gd name="connsiteX126" fmla="*/ 3314503 w 4466629"/>
                <a:gd name="connsiteY126" fmla="*/ 4041295 h 4473688"/>
                <a:gd name="connsiteX127" fmla="*/ 3241478 w 4466629"/>
                <a:gd name="connsiteY127" fmla="*/ 3973032 h 4473688"/>
                <a:gd name="connsiteX128" fmla="*/ 3160515 w 4466629"/>
                <a:gd name="connsiteY128" fmla="*/ 3892070 h 4473688"/>
                <a:gd name="connsiteX129" fmla="*/ 3125590 w 4466629"/>
                <a:gd name="connsiteY129" fmla="*/ 3871432 h 4473688"/>
                <a:gd name="connsiteX130" fmla="*/ 3085903 w 4466629"/>
                <a:gd name="connsiteY130" fmla="*/ 3852382 h 4473688"/>
                <a:gd name="connsiteX131" fmla="*/ 3095428 w 4466629"/>
                <a:gd name="connsiteY131" fmla="*/ 3823807 h 4473688"/>
                <a:gd name="connsiteX132" fmla="*/ 3073203 w 4466629"/>
                <a:gd name="connsiteY132" fmla="*/ 3592032 h 4473688"/>
                <a:gd name="connsiteX133" fmla="*/ 3084315 w 4466629"/>
                <a:gd name="connsiteY133" fmla="*/ 3531707 h 4473688"/>
                <a:gd name="connsiteX134" fmla="*/ 3095428 w 4466629"/>
                <a:gd name="connsiteY134" fmla="*/ 3466620 h 4473688"/>
                <a:gd name="connsiteX135" fmla="*/ 3103365 w 4466629"/>
                <a:gd name="connsiteY135" fmla="*/ 3457095 h 4473688"/>
                <a:gd name="connsiteX136" fmla="*/ 3106540 w 4466629"/>
                <a:gd name="connsiteY136" fmla="*/ 3395182 h 4473688"/>
                <a:gd name="connsiteX137" fmla="*/ 2966840 w 4466629"/>
                <a:gd name="connsiteY137" fmla="*/ 3392007 h 4473688"/>
                <a:gd name="connsiteX138" fmla="*/ 2979540 w 4466629"/>
                <a:gd name="connsiteY138" fmla="*/ 3460270 h 4473688"/>
                <a:gd name="connsiteX139" fmla="*/ 2793803 w 4466629"/>
                <a:gd name="connsiteY139" fmla="*/ 3460270 h 4473688"/>
                <a:gd name="connsiteX140" fmla="*/ 2862065 w 4466629"/>
                <a:gd name="connsiteY140" fmla="*/ 3547582 h 4473688"/>
                <a:gd name="connsiteX141" fmla="*/ 2871590 w 4466629"/>
                <a:gd name="connsiteY141" fmla="*/ 3701570 h 4473688"/>
                <a:gd name="connsiteX142" fmla="*/ 2898578 w 4466629"/>
                <a:gd name="connsiteY142" fmla="*/ 3753957 h 4473688"/>
                <a:gd name="connsiteX143" fmla="*/ 2754115 w 4466629"/>
                <a:gd name="connsiteY143" fmla="*/ 3877782 h 4473688"/>
                <a:gd name="connsiteX144" fmla="*/ 2728715 w 4466629"/>
                <a:gd name="connsiteY144" fmla="*/ 3960332 h 4473688"/>
                <a:gd name="connsiteX145" fmla="*/ 2631878 w 4466629"/>
                <a:gd name="connsiteY145" fmla="*/ 4060345 h 4473688"/>
                <a:gd name="connsiteX146" fmla="*/ 2558853 w 4466629"/>
                <a:gd name="connsiteY146" fmla="*/ 4141307 h 4473688"/>
                <a:gd name="connsiteX147" fmla="*/ 2503290 w 4466629"/>
                <a:gd name="connsiteY147" fmla="*/ 4147657 h 4473688"/>
                <a:gd name="connsiteX148" fmla="*/ 2446140 w 4466629"/>
                <a:gd name="connsiteY148" fmla="*/ 4157182 h 4473688"/>
                <a:gd name="connsiteX149" fmla="*/ 2366765 w 4466629"/>
                <a:gd name="connsiteY149" fmla="*/ 4080982 h 4473688"/>
                <a:gd name="connsiteX150" fmla="*/ 2230240 w 4466629"/>
                <a:gd name="connsiteY150" fmla="*/ 3993670 h 4473688"/>
                <a:gd name="connsiteX151" fmla="*/ 2134990 w 4466629"/>
                <a:gd name="connsiteY151" fmla="*/ 4047645 h 4473688"/>
                <a:gd name="connsiteX152" fmla="*/ 2123878 w 4466629"/>
                <a:gd name="connsiteY152" fmla="*/ 4119082 h 4473688"/>
                <a:gd name="connsiteX153" fmla="*/ 2084190 w 4466629"/>
                <a:gd name="connsiteY153" fmla="*/ 4149245 h 4473688"/>
                <a:gd name="connsiteX154" fmla="*/ 2046090 w 4466629"/>
                <a:gd name="connsiteY154" fmla="*/ 4161945 h 4473688"/>
                <a:gd name="connsiteX155" fmla="*/ 2028628 w 4466629"/>
                <a:gd name="connsiteY155" fmla="*/ 4171470 h 4473688"/>
                <a:gd name="connsiteX156" fmla="*/ 2020690 w 4466629"/>
                <a:gd name="connsiteY156" fmla="*/ 4173057 h 4473688"/>
                <a:gd name="connsiteX157" fmla="*/ 2015928 w 4466629"/>
                <a:gd name="connsiteY157" fmla="*/ 4176232 h 4473688"/>
                <a:gd name="connsiteX158" fmla="*/ 2007990 w 4466629"/>
                <a:gd name="connsiteY158" fmla="*/ 4177820 h 4473688"/>
                <a:gd name="connsiteX159" fmla="*/ 1996878 w 4466629"/>
                <a:gd name="connsiteY159" fmla="*/ 4182582 h 4473688"/>
                <a:gd name="connsiteX160" fmla="*/ 1995290 w 4466629"/>
                <a:gd name="connsiteY160" fmla="*/ 4187345 h 4473688"/>
                <a:gd name="connsiteX161" fmla="*/ 1984178 w 4466629"/>
                <a:gd name="connsiteY161" fmla="*/ 4190520 h 4473688"/>
                <a:gd name="connsiteX162" fmla="*/ 1966715 w 4466629"/>
                <a:gd name="connsiteY162" fmla="*/ 4204807 h 4473688"/>
                <a:gd name="connsiteX163" fmla="*/ 1925440 w 4466629"/>
                <a:gd name="connsiteY163" fmla="*/ 4246082 h 4473688"/>
                <a:gd name="connsiteX164" fmla="*/ 1922265 w 4466629"/>
                <a:gd name="connsiteY164" fmla="*/ 4279420 h 4473688"/>
                <a:gd name="connsiteX165" fmla="*/ 1709540 w 4466629"/>
                <a:gd name="connsiteY165" fmla="*/ 4287357 h 4473688"/>
                <a:gd name="connsiteX166" fmla="*/ 1658740 w 4466629"/>
                <a:gd name="connsiteY166" fmla="*/ 4204807 h 4473688"/>
                <a:gd name="connsiteX167" fmla="*/ 1573015 w 4466629"/>
                <a:gd name="connsiteY167" fmla="*/ 4195282 h 4473688"/>
                <a:gd name="connsiteX168" fmla="*/ 1492053 w 4466629"/>
                <a:gd name="connsiteY168" fmla="*/ 4190520 h 4473688"/>
                <a:gd name="connsiteX169" fmla="*/ 1446015 w 4466629"/>
                <a:gd name="connsiteY169" fmla="*/ 4190520 h 4473688"/>
                <a:gd name="connsiteX170" fmla="*/ 1395215 w 4466629"/>
                <a:gd name="connsiteY170" fmla="*/ 4219095 h 4473688"/>
                <a:gd name="connsiteX171" fmla="*/ 1347590 w 4466629"/>
                <a:gd name="connsiteY171" fmla="*/ 4238145 h 4473688"/>
                <a:gd name="connsiteX172" fmla="*/ 1320603 w 4466629"/>
                <a:gd name="connsiteY172" fmla="*/ 4238145 h 4473688"/>
                <a:gd name="connsiteX173" fmla="*/ 1301553 w 4466629"/>
                <a:gd name="connsiteY173" fmla="*/ 4233382 h 4473688"/>
                <a:gd name="connsiteX174" fmla="*/ 1274565 w 4466629"/>
                <a:gd name="connsiteY174" fmla="*/ 4188932 h 4473688"/>
                <a:gd name="connsiteX175" fmla="*/ 1203128 w 4466629"/>
                <a:gd name="connsiteY175" fmla="*/ 4100032 h 4473688"/>
                <a:gd name="connsiteX176" fmla="*/ 1171378 w 4466629"/>
                <a:gd name="connsiteY176" fmla="*/ 4079395 h 4473688"/>
                <a:gd name="connsiteX177" fmla="*/ 1157090 w 4466629"/>
                <a:gd name="connsiteY177" fmla="*/ 4039707 h 4473688"/>
                <a:gd name="connsiteX178" fmla="*/ 1145978 w 4466629"/>
                <a:gd name="connsiteY178" fmla="*/ 4022245 h 4473688"/>
                <a:gd name="connsiteX179" fmla="*/ 1126928 w 4466629"/>
                <a:gd name="connsiteY179" fmla="*/ 4025420 h 4473688"/>
                <a:gd name="connsiteX180" fmla="*/ 1134865 w 4466629"/>
                <a:gd name="connsiteY180" fmla="*/ 3947632 h 4473688"/>
                <a:gd name="connsiteX181" fmla="*/ 1082478 w 4466629"/>
                <a:gd name="connsiteY181" fmla="*/ 3952395 h 4473688"/>
                <a:gd name="connsiteX182" fmla="*/ 1050728 w 4466629"/>
                <a:gd name="connsiteY182" fmla="*/ 3958745 h 4473688"/>
                <a:gd name="connsiteX183" fmla="*/ 1012628 w 4466629"/>
                <a:gd name="connsiteY183" fmla="*/ 3971445 h 4473688"/>
                <a:gd name="connsiteX184" fmla="*/ 912615 w 4466629"/>
                <a:gd name="connsiteY184" fmla="*/ 3985732 h 4473688"/>
                <a:gd name="connsiteX185" fmla="*/ 887215 w 4466629"/>
                <a:gd name="connsiteY185" fmla="*/ 4033357 h 4473688"/>
                <a:gd name="connsiteX186" fmla="*/ 885628 w 4466629"/>
                <a:gd name="connsiteY186" fmla="*/ 4066695 h 4473688"/>
                <a:gd name="connsiteX187" fmla="*/ 890390 w 4466629"/>
                <a:gd name="connsiteY187" fmla="*/ 4069870 h 4473688"/>
                <a:gd name="connsiteX188" fmla="*/ 891978 w 4466629"/>
                <a:gd name="connsiteY188" fmla="*/ 4074632 h 4473688"/>
                <a:gd name="connsiteX189" fmla="*/ 895153 w 4466629"/>
                <a:gd name="connsiteY189" fmla="*/ 4079395 h 4473688"/>
                <a:gd name="connsiteX190" fmla="*/ 890390 w 4466629"/>
                <a:gd name="connsiteY190" fmla="*/ 4082570 h 4473688"/>
                <a:gd name="connsiteX191" fmla="*/ 885628 w 4466629"/>
                <a:gd name="connsiteY191" fmla="*/ 4087332 h 4473688"/>
                <a:gd name="connsiteX192" fmla="*/ 872928 w 4466629"/>
                <a:gd name="connsiteY192" fmla="*/ 4093682 h 4473688"/>
                <a:gd name="connsiteX193" fmla="*/ 826890 w 4466629"/>
                <a:gd name="connsiteY193" fmla="*/ 4127020 h 4473688"/>
                <a:gd name="connsiteX194" fmla="*/ 830065 w 4466629"/>
                <a:gd name="connsiteY194" fmla="*/ 4225445 h 4473688"/>
                <a:gd name="connsiteX195" fmla="*/ 799903 w 4466629"/>
                <a:gd name="connsiteY195" fmla="*/ 4261957 h 4473688"/>
                <a:gd name="connsiteX196" fmla="*/ 801490 w 4466629"/>
                <a:gd name="connsiteY196" fmla="*/ 4319107 h 4473688"/>
                <a:gd name="connsiteX197" fmla="*/ 764978 w 4466629"/>
                <a:gd name="connsiteY197" fmla="*/ 4376257 h 4473688"/>
                <a:gd name="connsiteX198" fmla="*/ 768153 w 4466629"/>
                <a:gd name="connsiteY198" fmla="*/ 4422295 h 4473688"/>
                <a:gd name="connsiteX199" fmla="*/ 747515 w 4466629"/>
                <a:gd name="connsiteY199" fmla="*/ 4434995 h 4473688"/>
                <a:gd name="connsiteX200" fmla="*/ 722115 w 4466629"/>
                <a:gd name="connsiteY200" fmla="*/ 4422295 h 4473688"/>
                <a:gd name="connsiteX201" fmla="*/ 656039 w 4466629"/>
                <a:gd name="connsiteY201" fmla="*/ 4473688 h 4473688"/>
                <a:gd name="connsiteX202" fmla="*/ 651401 w 4466629"/>
                <a:gd name="connsiteY202" fmla="*/ 4465124 h 4473688"/>
                <a:gd name="connsiteX203" fmla="*/ 623325 w 4466629"/>
                <a:gd name="connsiteY203" fmla="*/ 4465124 h 4473688"/>
                <a:gd name="connsiteX204" fmla="*/ 567173 w 4466629"/>
                <a:gd name="connsiteY204" fmla="*/ 4437042 h 4473688"/>
                <a:gd name="connsiteX205" fmla="*/ 511021 w 4466629"/>
                <a:gd name="connsiteY205" fmla="*/ 4437042 h 4473688"/>
                <a:gd name="connsiteX206" fmla="*/ 454869 w 4466629"/>
                <a:gd name="connsiteY206" fmla="*/ 4437042 h 4473688"/>
                <a:gd name="connsiteX207" fmla="*/ 482945 w 4466629"/>
                <a:gd name="connsiteY207" fmla="*/ 4380877 h 4473688"/>
                <a:gd name="connsiteX208" fmla="*/ 454869 w 4466629"/>
                <a:gd name="connsiteY208" fmla="*/ 4380877 h 4473688"/>
                <a:gd name="connsiteX209" fmla="*/ 454869 w 4466629"/>
                <a:gd name="connsiteY209" fmla="*/ 4352794 h 4473688"/>
                <a:gd name="connsiteX210" fmla="*/ 454869 w 4466629"/>
                <a:gd name="connsiteY210" fmla="*/ 4296629 h 4473688"/>
                <a:gd name="connsiteX211" fmla="*/ 482945 w 4466629"/>
                <a:gd name="connsiteY211" fmla="*/ 4268547 h 4473688"/>
                <a:gd name="connsiteX212" fmla="*/ 482945 w 4466629"/>
                <a:gd name="connsiteY212" fmla="*/ 4212381 h 4473688"/>
                <a:gd name="connsiteX213" fmla="*/ 511021 w 4466629"/>
                <a:gd name="connsiteY213" fmla="*/ 4156216 h 4473688"/>
                <a:gd name="connsiteX214" fmla="*/ 454869 w 4466629"/>
                <a:gd name="connsiteY214" fmla="*/ 4015804 h 4473688"/>
                <a:gd name="connsiteX215" fmla="*/ 370640 w 4466629"/>
                <a:gd name="connsiteY215" fmla="*/ 3903473 h 4473688"/>
                <a:gd name="connsiteX216" fmla="*/ 286412 w 4466629"/>
                <a:gd name="connsiteY216" fmla="*/ 3791143 h 4473688"/>
                <a:gd name="connsiteX217" fmla="*/ 314488 w 4466629"/>
                <a:gd name="connsiteY217" fmla="*/ 3678813 h 4473688"/>
                <a:gd name="connsiteX218" fmla="*/ 286412 w 4466629"/>
                <a:gd name="connsiteY218" fmla="*/ 3622648 h 4473688"/>
                <a:gd name="connsiteX219" fmla="*/ 258336 w 4466629"/>
                <a:gd name="connsiteY219" fmla="*/ 3622648 h 4473688"/>
                <a:gd name="connsiteX220" fmla="*/ 202184 w 4466629"/>
                <a:gd name="connsiteY220" fmla="*/ 3510318 h 4473688"/>
                <a:gd name="connsiteX221" fmla="*/ 202184 w 4466629"/>
                <a:gd name="connsiteY221" fmla="*/ 3454153 h 4473688"/>
                <a:gd name="connsiteX222" fmla="*/ 202184 w 4466629"/>
                <a:gd name="connsiteY222" fmla="*/ 3426070 h 4473688"/>
                <a:gd name="connsiteX223" fmla="*/ 174108 w 4466629"/>
                <a:gd name="connsiteY223" fmla="*/ 3426070 h 4473688"/>
                <a:gd name="connsiteX224" fmla="*/ 174108 w 4466629"/>
                <a:gd name="connsiteY224" fmla="*/ 3369905 h 4473688"/>
                <a:gd name="connsiteX225" fmla="*/ 146032 w 4466629"/>
                <a:gd name="connsiteY225" fmla="*/ 3341823 h 4473688"/>
                <a:gd name="connsiteX226" fmla="*/ 146032 w 4466629"/>
                <a:gd name="connsiteY226" fmla="*/ 3257575 h 4473688"/>
                <a:gd name="connsiteX227" fmla="*/ 117956 w 4466629"/>
                <a:gd name="connsiteY227" fmla="*/ 3229493 h 4473688"/>
                <a:gd name="connsiteX228" fmla="*/ 89880 w 4466629"/>
                <a:gd name="connsiteY228" fmla="*/ 3229493 h 4473688"/>
                <a:gd name="connsiteX229" fmla="*/ 5651 w 4466629"/>
                <a:gd name="connsiteY229" fmla="*/ 3173327 h 4473688"/>
                <a:gd name="connsiteX230" fmla="*/ 33727 w 4466629"/>
                <a:gd name="connsiteY230" fmla="*/ 3089080 h 4473688"/>
                <a:gd name="connsiteX231" fmla="*/ 117956 w 4466629"/>
                <a:gd name="connsiteY231" fmla="*/ 3032915 h 4473688"/>
                <a:gd name="connsiteX232" fmla="*/ 89880 w 4466629"/>
                <a:gd name="connsiteY232" fmla="*/ 2976750 h 4473688"/>
                <a:gd name="connsiteX233" fmla="*/ 89880 w 4466629"/>
                <a:gd name="connsiteY233" fmla="*/ 2948667 h 4473688"/>
                <a:gd name="connsiteX234" fmla="*/ 61804 w 4466629"/>
                <a:gd name="connsiteY234" fmla="*/ 2920584 h 4473688"/>
                <a:gd name="connsiteX235" fmla="*/ 61804 w 4466629"/>
                <a:gd name="connsiteY235" fmla="*/ 2864419 h 4473688"/>
                <a:gd name="connsiteX236" fmla="*/ 117956 w 4466629"/>
                <a:gd name="connsiteY236" fmla="*/ 2808254 h 4473688"/>
                <a:gd name="connsiteX237" fmla="*/ 146032 w 4466629"/>
                <a:gd name="connsiteY237" fmla="*/ 2808254 h 4473688"/>
                <a:gd name="connsiteX238" fmla="*/ 174108 w 4466629"/>
                <a:gd name="connsiteY238" fmla="*/ 2780172 h 4473688"/>
                <a:gd name="connsiteX239" fmla="*/ 174108 w 4466629"/>
                <a:gd name="connsiteY239" fmla="*/ 2752089 h 4473688"/>
                <a:gd name="connsiteX240" fmla="*/ 146032 w 4466629"/>
                <a:gd name="connsiteY240" fmla="*/ 2695924 h 4473688"/>
                <a:gd name="connsiteX241" fmla="*/ 146032 w 4466629"/>
                <a:gd name="connsiteY241" fmla="*/ 2667842 h 4473688"/>
                <a:gd name="connsiteX242" fmla="*/ 146032 w 4466629"/>
                <a:gd name="connsiteY242" fmla="*/ 2639759 h 4473688"/>
                <a:gd name="connsiteX243" fmla="*/ 174108 w 4466629"/>
                <a:gd name="connsiteY243" fmla="*/ 2611677 h 4473688"/>
                <a:gd name="connsiteX244" fmla="*/ 202184 w 4466629"/>
                <a:gd name="connsiteY244" fmla="*/ 2611677 h 4473688"/>
                <a:gd name="connsiteX245" fmla="*/ 202184 w 4466629"/>
                <a:gd name="connsiteY245" fmla="*/ 2555512 h 4473688"/>
                <a:gd name="connsiteX246" fmla="*/ 230260 w 4466629"/>
                <a:gd name="connsiteY246" fmla="*/ 2527429 h 4473688"/>
                <a:gd name="connsiteX247" fmla="*/ 230260 w 4466629"/>
                <a:gd name="connsiteY247" fmla="*/ 2499347 h 4473688"/>
                <a:gd name="connsiteX248" fmla="*/ 286412 w 4466629"/>
                <a:gd name="connsiteY248" fmla="*/ 2471264 h 4473688"/>
                <a:gd name="connsiteX249" fmla="*/ 286412 w 4466629"/>
                <a:gd name="connsiteY249" fmla="*/ 2387016 h 4473688"/>
                <a:gd name="connsiteX250" fmla="*/ 286412 w 4466629"/>
                <a:gd name="connsiteY250" fmla="*/ 2330851 h 4473688"/>
                <a:gd name="connsiteX251" fmla="*/ 370640 w 4466629"/>
                <a:gd name="connsiteY251" fmla="*/ 2302769 h 4473688"/>
                <a:gd name="connsiteX252" fmla="*/ 482945 w 4466629"/>
                <a:gd name="connsiteY252" fmla="*/ 2274686 h 4473688"/>
                <a:gd name="connsiteX253" fmla="*/ 567173 w 4466629"/>
                <a:gd name="connsiteY253" fmla="*/ 2302769 h 4473688"/>
                <a:gd name="connsiteX254" fmla="*/ 567173 w 4466629"/>
                <a:gd name="connsiteY254" fmla="*/ 2021943 h 4473688"/>
                <a:gd name="connsiteX255" fmla="*/ 539097 w 4466629"/>
                <a:gd name="connsiteY255" fmla="*/ 1319880 h 4473688"/>
                <a:gd name="connsiteX256" fmla="*/ 539097 w 4466629"/>
                <a:gd name="connsiteY256" fmla="*/ 1151384 h 4473688"/>
                <a:gd name="connsiteX257" fmla="*/ 539097 w 4466629"/>
                <a:gd name="connsiteY257" fmla="*/ 982889 h 4473688"/>
                <a:gd name="connsiteX258" fmla="*/ 651401 w 4466629"/>
                <a:gd name="connsiteY258" fmla="*/ 954807 h 4473688"/>
                <a:gd name="connsiteX259" fmla="*/ 819858 w 4466629"/>
                <a:gd name="connsiteY259" fmla="*/ 954807 h 4473688"/>
                <a:gd name="connsiteX260" fmla="*/ 791782 w 4466629"/>
                <a:gd name="connsiteY260" fmla="*/ 336991 h 4473688"/>
                <a:gd name="connsiteX261" fmla="*/ 1156771 w 4466629"/>
                <a:gd name="connsiteY261" fmla="*/ 336991 h 4473688"/>
                <a:gd name="connsiteX262" fmla="*/ 1858673 w 4466629"/>
                <a:gd name="connsiteY262" fmla="*/ 336991 h 4473688"/>
                <a:gd name="connsiteX263" fmla="*/ 2195586 w 4466629"/>
                <a:gd name="connsiteY263" fmla="*/ 336991 h 4473688"/>
                <a:gd name="connsiteX264" fmla="*/ 2392119 w 4466629"/>
                <a:gd name="connsiteY264" fmla="*/ 336991 h 4473688"/>
                <a:gd name="connsiteX265" fmla="*/ 2476347 w 4466629"/>
                <a:gd name="connsiteY265" fmla="*/ 336991 h 4473688"/>
                <a:gd name="connsiteX266" fmla="*/ 2532499 w 4466629"/>
                <a:gd name="connsiteY266" fmla="*/ 280826 h 4473688"/>
                <a:gd name="connsiteX267" fmla="*/ 2560575 w 4466629"/>
                <a:gd name="connsiteY267" fmla="*/ 336991 h 4473688"/>
                <a:gd name="connsiteX268" fmla="*/ 2897488 w 4466629"/>
                <a:gd name="connsiteY268" fmla="*/ 336991 h 4473688"/>
                <a:gd name="connsiteX269" fmla="*/ 2953640 w 4466629"/>
                <a:gd name="connsiteY269" fmla="*/ 336991 h 4473688"/>
                <a:gd name="connsiteX270" fmla="*/ 3009793 w 4466629"/>
                <a:gd name="connsiteY270" fmla="*/ 393156 h 4473688"/>
                <a:gd name="connsiteX271" fmla="*/ 3094021 w 4466629"/>
                <a:gd name="connsiteY271" fmla="*/ 421238 h 4473688"/>
                <a:gd name="connsiteX272" fmla="*/ 3178249 w 4466629"/>
                <a:gd name="connsiteY272" fmla="*/ 421238 h 4473688"/>
                <a:gd name="connsiteX273" fmla="*/ 3234401 w 4466629"/>
                <a:gd name="connsiteY273" fmla="*/ 336991 h 4473688"/>
                <a:gd name="connsiteX274" fmla="*/ 3234401 w 4466629"/>
                <a:gd name="connsiteY274" fmla="*/ 280826 h 4473688"/>
                <a:gd name="connsiteX275" fmla="*/ 3318629 w 4466629"/>
                <a:gd name="connsiteY275" fmla="*/ 280826 h 4473688"/>
                <a:gd name="connsiteX276" fmla="*/ 3374782 w 4466629"/>
                <a:gd name="connsiteY276" fmla="*/ 252743 h 4473688"/>
                <a:gd name="connsiteX277" fmla="*/ 3402858 w 4466629"/>
                <a:gd name="connsiteY277" fmla="*/ 168495 h 4473688"/>
                <a:gd name="connsiteX278" fmla="*/ 3430934 w 4466629"/>
                <a:gd name="connsiteY278" fmla="*/ 84248 h 4473688"/>
                <a:gd name="connsiteX279" fmla="*/ 3487086 w 4466629"/>
                <a:gd name="connsiteY279" fmla="*/ 112330 h 4473688"/>
                <a:gd name="connsiteX280" fmla="*/ 3543238 w 4466629"/>
                <a:gd name="connsiteY280" fmla="*/ 84248 h 4473688"/>
                <a:gd name="connsiteX281" fmla="*/ 3599390 w 4466629"/>
                <a:gd name="connsiteY281" fmla="*/ 0 h 447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Lst>
              <a:rect l="l" t="t" r="r" b="b"/>
              <a:pathLst>
                <a:path w="4466629" h="4473688">
                  <a:moveTo>
                    <a:pt x="4441673" y="1544540"/>
                  </a:moveTo>
                  <a:cubicBezTo>
                    <a:pt x="4448692" y="1544540"/>
                    <a:pt x="4452202" y="1546295"/>
                    <a:pt x="4453518" y="1548928"/>
                  </a:cubicBezTo>
                  <a:lnTo>
                    <a:pt x="4452992" y="1552781"/>
                  </a:lnTo>
                  <a:close/>
                  <a:moveTo>
                    <a:pt x="4385521" y="1488375"/>
                  </a:moveTo>
                  <a:cubicBezTo>
                    <a:pt x="4385521" y="1516457"/>
                    <a:pt x="4385521" y="1516457"/>
                    <a:pt x="4357445" y="1516457"/>
                  </a:cubicBezTo>
                  <a:cubicBezTo>
                    <a:pt x="4385521" y="1516457"/>
                    <a:pt x="4385521" y="1488375"/>
                    <a:pt x="4385521" y="1488375"/>
                  </a:cubicBezTo>
                  <a:close/>
                  <a:moveTo>
                    <a:pt x="4068654" y="626622"/>
                  </a:moveTo>
                  <a:lnTo>
                    <a:pt x="4073174" y="631857"/>
                  </a:lnTo>
                  <a:cubicBezTo>
                    <a:pt x="4076684" y="638878"/>
                    <a:pt x="4076684" y="645899"/>
                    <a:pt x="4076684" y="645899"/>
                  </a:cubicBezTo>
                  <a:close/>
                  <a:moveTo>
                    <a:pt x="4048607" y="617816"/>
                  </a:moveTo>
                  <a:cubicBezTo>
                    <a:pt x="4048607" y="617816"/>
                    <a:pt x="4076684" y="645899"/>
                    <a:pt x="4076684" y="645899"/>
                  </a:cubicBezTo>
                  <a:cubicBezTo>
                    <a:pt x="4076684" y="673981"/>
                    <a:pt x="4048607" y="645899"/>
                    <a:pt x="4048607" y="617816"/>
                  </a:cubicBezTo>
                  <a:close/>
                  <a:moveTo>
                    <a:pt x="4048607" y="603774"/>
                  </a:moveTo>
                  <a:lnTo>
                    <a:pt x="4048607" y="603775"/>
                  </a:lnTo>
                  <a:cubicBezTo>
                    <a:pt x="4055627" y="610795"/>
                    <a:pt x="4062646" y="617816"/>
                    <a:pt x="4067910" y="624837"/>
                  </a:cubicBezTo>
                  <a:lnTo>
                    <a:pt x="4068654" y="626622"/>
                  </a:lnTo>
                  <a:lnTo>
                    <a:pt x="4064839" y="622204"/>
                  </a:lnTo>
                  <a:cubicBezTo>
                    <a:pt x="4060891" y="619571"/>
                    <a:pt x="4055626" y="617816"/>
                    <a:pt x="4048607" y="617816"/>
                  </a:cubicBezTo>
                  <a:close/>
                  <a:moveTo>
                    <a:pt x="4048607" y="589733"/>
                  </a:moveTo>
                  <a:cubicBezTo>
                    <a:pt x="4048607" y="589733"/>
                    <a:pt x="4048607" y="589733"/>
                    <a:pt x="4048607" y="601581"/>
                  </a:cubicBezTo>
                  <a:lnTo>
                    <a:pt x="4048607" y="603774"/>
                  </a:lnTo>
                  <a:lnTo>
                    <a:pt x="4036050" y="590073"/>
                  </a:lnTo>
                  <a:close/>
                  <a:moveTo>
                    <a:pt x="3599390" y="0"/>
                  </a:moveTo>
                  <a:cubicBezTo>
                    <a:pt x="3627466" y="28083"/>
                    <a:pt x="3627466" y="56165"/>
                    <a:pt x="3655543" y="84248"/>
                  </a:cubicBezTo>
                  <a:cubicBezTo>
                    <a:pt x="3655543" y="84248"/>
                    <a:pt x="3655543" y="56165"/>
                    <a:pt x="3655543" y="56165"/>
                  </a:cubicBezTo>
                  <a:cubicBezTo>
                    <a:pt x="3655543" y="84248"/>
                    <a:pt x="3655543" y="112330"/>
                    <a:pt x="3683619" y="112330"/>
                  </a:cubicBezTo>
                  <a:cubicBezTo>
                    <a:pt x="3683619" y="112330"/>
                    <a:pt x="3711695" y="140413"/>
                    <a:pt x="3711695" y="140413"/>
                  </a:cubicBezTo>
                  <a:cubicBezTo>
                    <a:pt x="3739771" y="140413"/>
                    <a:pt x="3767847" y="140413"/>
                    <a:pt x="3795923" y="168495"/>
                  </a:cubicBezTo>
                  <a:cubicBezTo>
                    <a:pt x="3795923" y="168495"/>
                    <a:pt x="3795923" y="196578"/>
                    <a:pt x="3823999" y="196578"/>
                  </a:cubicBezTo>
                  <a:cubicBezTo>
                    <a:pt x="3823999" y="224660"/>
                    <a:pt x="3823999" y="252743"/>
                    <a:pt x="3852075" y="252743"/>
                  </a:cubicBezTo>
                  <a:cubicBezTo>
                    <a:pt x="3880151" y="252743"/>
                    <a:pt x="3880151" y="280826"/>
                    <a:pt x="3908227" y="280826"/>
                  </a:cubicBezTo>
                  <a:cubicBezTo>
                    <a:pt x="3908227" y="280826"/>
                    <a:pt x="3992455" y="336991"/>
                    <a:pt x="3964379" y="336991"/>
                  </a:cubicBezTo>
                  <a:cubicBezTo>
                    <a:pt x="3964379" y="365073"/>
                    <a:pt x="3964379" y="365073"/>
                    <a:pt x="3964379" y="393156"/>
                  </a:cubicBezTo>
                  <a:cubicBezTo>
                    <a:pt x="3964379" y="393156"/>
                    <a:pt x="3964379" y="421238"/>
                    <a:pt x="3964379" y="421238"/>
                  </a:cubicBezTo>
                  <a:cubicBezTo>
                    <a:pt x="3964379" y="477403"/>
                    <a:pt x="3992455" y="505486"/>
                    <a:pt x="4020531" y="561651"/>
                  </a:cubicBezTo>
                  <a:cubicBezTo>
                    <a:pt x="4020531" y="568672"/>
                    <a:pt x="4024041" y="575692"/>
                    <a:pt x="4029305" y="582713"/>
                  </a:cubicBezTo>
                  <a:lnTo>
                    <a:pt x="4036050" y="590073"/>
                  </a:lnTo>
                  <a:lnTo>
                    <a:pt x="4032376" y="590172"/>
                  </a:lnTo>
                  <a:cubicBezTo>
                    <a:pt x="4020531" y="591489"/>
                    <a:pt x="4020531" y="596754"/>
                    <a:pt x="4020531" y="617816"/>
                  </a:cubicBezTo>
                  <a:cubicBezTo>
                    <a:pt x="4020531" y="617816"/>
                    <a:pt x="4048607" y="617816"/>
                    <a:pt x="4048607" y="645899"/>
                  </a:cubicBezTo>
                  <a:cubicBezTo>
                    <a:pt x="4048607" y="645899"/>
                    <a:pt x="4020531" y="645899"/>
                    <a:pt x="4020531" y="645899"/>
                  </a:cubicBezTo>
                  <a:cubicBezTo>
                    <a:pt x="4020531" y="645899"/>
                    <a:pt x="4048607" y="645899"/>
                    <a:pt x="4048607" y="673981"/>
                  </a:cubicBezTo>
                  <a:cubicBezTo>
                    <a:pt x="4048607" y="673981"/>
                    <a:pt x="4048607" y="673981"/>
                    <a:pt x="4048607" y="702064"/>
                  </a:cubicBezTo>
                  <a:cubicBezTo>
                    <a:pt x="4048607" y="730146"/>
                    <a:pt x="4048607" y="758229"/>
                    <a:pt x="4076684" y="786311"/>
                  </a:cubicBezTo>
                  <a:cubicBezTo>
                    <a:pt x="4076684" y="814394"/>
                    <a:pt x="4076684" y="814394"/>
                    <a:pt x="4048607" y="842476"/>
                  </a:cubicBezTo>
                  <a:cubicBezTo>
                    <a:pt x="4048607" y="842476"/>
                    <a:pt x="4048607" y="870559"/>
                    <a:pt x="4076684" y="898641"/>
                  </a:cubicBezTo>
                  <a:cubicBezTo>
                    <a:pt x="4076684" y="926724"/>
                    <a:pt x="4076684" y="954807"/>
                    <a:pt x="4076684" y="954807"/>
                  </a:cubicBezTo>
                  <a:cubicBezTo>
                    <a:pt x="4076684" y="982889"/>
                    <a:pt x="4076684" y="1010972"/>
                    <a:pt x="4076684" y="1039054"/>
                  </a:cubicBezTo>
                  <a:cubicBezTo>
                    <a:pt x="4104760" y="1067137"/>
                    <a:pt x="4076684" y="1095219"/>
                    <a:pt x="4104760" y="1123302"/>
                  </a:cubicBezTo>
                  <a:cubicBezTo>
                    <a:pt x="4104760" y="1151384"/>
                    <a:pt x="4132836" y="1207549"/>
                    <a:pt x="4132836" y="1235632"/>
                  </a:cubicBezTo>
                  <a:cubicBezTo>
                    <a:pt x="4132836" y="1263714"/>
                    <a:pt x="4132836" y="1263714"/>
                    <a:pt x="4132836" y="1263714"/>
                  </a:cubicBezTo>
                  <a:cubicBezTo>
                    <a:pt x="4132836" y="1291797"/>
                    <a:pt x="4132836" y="1291797"/>
                    <a:pt x="4132836" y="1319880"/>
                  </a:cubicBezTo>
                  <a:cubicBezTo>
                    <a:pt x="4160912" y="1319880"/>
                    <a:pt x="4160912" y="1347962"/>
                    <a:pt x="4160912" y="1347962"/>
                  </a:cubicBezTo>
                  <a:cubicBezTo>
                    <a:pt x="4188988" y="1376045"/>
                    <a:pt x="4217064" y="1347962"/>
                    <a:pt x="4217064" y="1376045"/>
                  </a:cubicBezTo>
                  <a:cubicBezTo>
                    <a:pt x="4245140" y="1376045"/>
                    <a:pt x="4245140" y="1376045"/>
                    <a:pt x="4245140" y="1404127"/>
                  </a:cubicBezTo>
                  <a:cubicBezTo>
                    <a:pt x="4245140" y="1376045"/>
                    <a:pt x="4245140" y="1376045"/>
                    <a:pt x="4245140" y="1376045"/>
                  </a:cubicBezTo>
                  <a:cubicBezTo>
                    <a:pt x="4245140" y="1404127"/>
                    <a:pt x="4273217" y="1404127"/>
                    <a:pt x="4301293" y="1432210"/>
                  </a:cubicBezTo>
                  <a:cubicBezTo>
                    <a:pt x="4301293" y="1432210"/>
                    <a:pt x="4329369" y="1460292"/>
                    <a:pt x="4329369" y="1460292"/>
                  </a:cubicBezTo>
                  <a:cubicBezTo>
                    <a:pt x="4329369" y="1488375"/>
                    <a:pt x="4329369" y="1516457"/>
                    <a:pt x="4357445" y="1516457"/>
                  </a:cubicBezTo>
                  <a:cubicBezTo>
                    <a:pt x="4385521" y="1516457"/>
                    <a:pt x="4413597" y="1544540"/>
                    <a:pt x="4413597" y="1516457"/>
                  </a:cubicBezTo>
                  <a:cubicBezTo>
                    <a:pt x="4413597" y="1516457"/>
                    <a:pt x="4413597" y="1544540"/>
                    <a:pt x="4441673" y="1544540"/>
                  </a:cubicBezTo>
                  <a:cubicBezTo>
                    <a:pt x="4441673" y="1544540"/>
                    <a:pt x="4441673" y="1544540"/>
                    <a:pt x="4441673" y="1572623"/>
                  </a:cubicBezTo>
                  <a:cubicBezTo>
                    <a:pt x="4441673" y="1572623"/>
                    <a:pt x="4448692" y="1565602"/>
                    <a:pt x="4452202" y="1558581"/>
                  </a:cubicBezTo>
                  <a:lnTo>
                    <a:pt x="4452992" y="1552781"/>
                  </a:lnTo>
                  <a:lnTo>
                    <a:pt x="4457795" y="1556278"/>
                  </a:lnTo>
                  <a:cubicBezTo>
                    <a:pt x="4484664" y="1586225"/>
                    <a:pt x="4441673" y="1632298"/>
                    <a:pt x="4441673" y="1656870"/>
                  </a:cubicBezTo>
                  <a:cubicBezTo>
                    <a:pt x="4413597" y="1656870"/>
                    <a:pt x="4413597" y="1656870"/>
                    <a:pt x="4413597" y="1684953"/>
                  </a:cubicBezTo>
                  <a:cubicBezTo>
                    <a:pt x="4413597" y="1684953"/>
                    <a:pt x="4385521" y="1684953"/>
                    <a:pt x="4385521" y="1713035"/>
                  </a:cubicBezTo>
                  <a:cubicBezTo>
                    <a:pt x="4385521" y="1713035"/>
                    <a:pt x="4385521" y="1713035"/>
                    <a:pt x="4385521" y="1741118"/>
                  </a:cubicBezTo>
                  <a:cubicBezTo>
                    <a:pt x="4385521" y="1741118"/>
                    <a:pt x="4385521" y="1713035"/>
                    <a:pt x="4357445" y="1713035"/>
                  </a:cubicBezTo>
                  <a:cubicBezTo>
                    <a:pt x="4357445" y="1713035"/>
                    <a:pt x="4357445" y="1769200"/>
                    <a:pt x="4329369" y="1741118"/>
                  </a:cubicBezTo>
                  <a:cubicBezTo>
                    <a:pt x="4329369" y="1713035"/>
                    <a:pt x="4301293" y="1741118"/>
                    <a:pt x="4301293" y="1741118"/>
                  </a:cubicBezTo>
                  <a:cubicBezTo>
                    <a:pt x="4301293" y="1769200"/>
                    <a:pt x="4273217" y="1741118"/>
                    <a:pt x="4273217" y="1741118"/>
                  </a:cubicBezTo>
                  <a:cubicBezTo>
                    <a:pt x="4245140" y="1741118"/>
                    <a:pt x="4245140" y="1769200"/>
                    <a:pt x="4217064" y="1769200"/>
                  </a:cubicBezTo>
                  <a:cubicBezTo>
                    <a:pt x="4217064" y="1797283"/>
                    <a:pt x="4188988" y="1797283"/>
                    <a:pt x="4188988" y="1797283"/>
                  </a:cubicBezTo>
                  <a:cubicBezTo>
                    <a:pt x="4188988" y="1797283"/>
                    <a:pt x="4188988" y="1825365"/>
                    <a:pt x="4188988" y="1825365"/>
                  </a:cubicBezTo>
                  <a:cubicBezTo>
                    <a:pt x="4188988" y="1825365"/>
                    <a:pt x="4188988" y="1881530"/>
                    <a:pt x="4160912" y="1881530"/>
                  </a:cubicBezTo>
                  <a:cubicBezTo>
                    <a:pt x="4160912" y="1881530"/>
                    <a:pt x="4132836" y="1881530"/>
                    <a:pt x="4132836" y="1881530"/>
                  </a:cubicBezTo>
                  <a:cubicBezTo>
                    <a:pt x="4132836" y="1881530"/>
                    <a:pt x="4104760" y="1881530"/>
                    <a:pt x="4104760" y="1881530"/>
                  </a:cubicBezTo>
                  <a:cubicBezTo>
                    <a:pt x="4104760" y="1881530"/>
                    <a:pt x="4048607" y="1853448"/>
                    <a:pt x="4048607" y="1881530"/>
                  </a:cubicBezTo>
                  <a:cubicBezTo>
                    <a:pt x="4048607" y="1881530"/>
                    <a:pt x="4048607" y="1909613"/>
                    <a:pt x="4048607" y="1909613"/>
                  </a:cubicBezTo>
                  <a:cubicBezTo>
                    <a:pt x="4048607" y="1909613"/>
                    <a:pt x="4048607" y="1937695"/>
                    <a:pt x="4048607" y="1937695"/>
                  </a:cubicBezTo>
                  <a:cubicBezTo>
                    <a:pt x="4048607" y="1965778"/>
                    <a:pt x="4048607" y="1965778"/>
                    <a:pt x="4048607" y="1993861"/>
                  </a:cubicBezTo>
                  <a:cubicBezTo>
                    <a:pt x="4020531" y="2021943"/>
                    <a:pt x="4020531" y="2050026"/>
                    <a:pt x="4048607" y="2050026"/>
                  </a:cubicBezTo>
                  <a:cubicBezTo>
                    <a:pt x="4048607" y="2078108"/>
                    <a:pt x="4048607" y="2106191"/>
                    <a:pt x="4048607" y="2134273"/>
                  </a:cubicBezTo>
                  <a:cubicBezTo>
                    <a:pt x="4020531" y="2162356"/>
                    <a:pt x="4020531" y="2218521"/>
                    <a:pt x="3992455" y="2274686"/>
                  </a:cubicBezTo>
                  <a:cubicBezTo>
                    <a:pt x="3992455" y="2302769"/>
                    <a:pt x="3964379" y="2302769"/>
                    <a:pt x="3964379" y="2330851"/>
                  </a:cubicBezTo>
                  <a:cubicBezTo>
                    <a:pt x="3964379" y="2358934"/>
                    <a:pt x="3964379" y="2358934"/>
                    <a:pt x="3964379" y="2358934"/>
                  </a:cubicBezTo>
                  <a:cubicBezTo>
                    <a:pt x="3964379" y="2387016"/>
                    <a:pt x="3964379" y="2387016"/>
                    <a:pt x="3964379" y="2387016"/>
                  </a:cubicBezTo>
                  <a:cubicBezTo>
                    <a:pt x="3964379" y="2415099"/>
                    <a:pt x="3936303" y="2443181"/>
                    <a:pt x="3936303" y="2443181"/>
                  </a:cubicBezTo>
                  <a:cubicBezTo>
                    <a:pt x="3936303" y="2471264"/>
                    <a:pt x="3936303" y="2499347"/>
                    <a:pt x="3936303" y="2527429"/>
                  </a:cubicBezTo>
                  <a:cubicBezTo>
                    <a:pt x="3936303" y="2583594"/>
                    <a:pt x="3936303" y="2611677"/>
                    <a:pt x="3936303" y="2667842"/>
                  </a:cubicBezTo>
                  <a:cubicBezTo>
                    <a:pt x="3964379" y="2695924"/>
                    <a:pt x="3964379" y="2724007"/>
                    <a:pt x="3964379" y="2752089"/>
                  </a:cubicBezTo>
                  <a:cubicBezTo>
                    <a:pt x="3936303" y="2780172"/>
                    <a:pt x="3936303" y="2808254"/>
                    <a:pt x="3936303" y="2836337"/>
                  </a:cubicBezTo>
                  <a:cubicBezTo>
                    <a:pt x="3936303" y="2864419"/>
                    <a:pt x="3936303" y="2864419"/>
                    <a:pt x="3936303" y="2892502"/>
                  </a:cubicBezTo>
                  <a:cubicBezTo>
                    <a:pt x="3936303" y="2920584"/>
                    <a:pt x="3936303" y="2948667"/>
                    <a:pt x="3908227" y="2948667"/>
                  </a:cubicBezTo>
                  <a:cubicBezTo>
                    <a:pt x="3908227" y="2976750"/>
                    <a:pt x="3880151" y="3004832"/>
                    <a:pt x="3880151" y="3032915"/>
                  </a:cubicBezTo>
                  <a:cubicBezTo>
                    <a:pt x="3880151" y="3060997"/>
                    <a:pt x="3880151" y="3089080"/>
                    <a:pt x="3880151" y="3117162"/>
                  </a:cubicBezTo>
                  <a:cubicBezTo>
                    <a:pt x="3880151" y="3117162"/>
                    <a:pt x="3852075" y="3145245"/>
                    <a:pt x="3852075" y="3173327"/>
                  </a:cubicBezTo>
                  <a:cubicBezTo>
                    <a:pt x="3880151" y="3173327"/>
                    <a:pt x="3880151" y="3173327"/>
                    <a:pt x="3880151" y="3201410"/>
                  </a:cubicBezTo>
                  <a:cubicBezTo>
                    <a:pt x="3880151" y="3201410"/>
                    <a:pt x="3880151" y="3229493"/>
                    <a:pt x="3852075" y="3229493"/>
                  </a:cubicBezTo>
                  <a:cubicBezTo>
                    <a:pt x="3852075" y="3229493"/>
                    <a:pt x="3852075" y="3201410"/>
                    <a:pt x="3852075" y="3201410"/>
                  </a:cubicBezTo>
                  <a:cubicBezTo>
                    <a:pt x="3823999" y="3201410"/>
                    <a:pt x="3823999" y="3201410"/>
                    <a:pt x="3795923" y="3229493"/>
                  </a:cubicBezTo>
                  <a:cubicBezTo>
                    <a:pt x="3795923" y="3229493"/>
                    <a:pt x="3767847" y="3229493"/>
                    <a:pt x="3739771" y="3229493"/>
                  </a:cubicBezTo>
                  <a:cubicBezTo>
                    <a:pt x="3739771" y="3229493"/>
                    <a:pt x="3739771" y="3257575"/>
                    <a:pt x="3739771" y="3257575"/>
                  </a:cubicBezTo>
                  <a:cubicBezTo>
                    <a:pt x="3711695" y="3285658"/>
                    <a:pt x="3711695" y="3341823"/>
                    <a:pt x="3683619" y="3369905"/>
                  </a:cubicBezTo>
                  <a:cubicBezTo>
                    <a:pt x="3655543" y="3397988"/>
                    <a:pt x="3655543" y="3426070"/>
                    <a:pt x="3655543" y="3426070"/>
                  </a:cubicBezTo>
                  <a:cubicBezTo>
                    <a:pt x="3627466" y="3454153"/>
                    <a:pt x="3627466" y="3454153"/>
                    <a:pt x="3599390" y="3482235"/>
                  </a:cubicBezTo>
                  <a:cubicBezTo>
                    <a:pt x="3543238" y="3510318"/>
                    <a:pt x="3599390" y="3538400"/>
                    <a:pt x="3599390" y="3594565"/>
                  </a:cubicBezTo>
                  <a:cubicBezTo>
                    <a:pt x="3571314" y="3594565"/>
                    <a:pt x="3571314" y="3622648"/>
                    <a:pt x="3571314" y="3650731"/>
                  </a:cubicBezTo>
                  <a:cubicBezTo>
                    <a:pt x="3543238" y="3650731"/>
                    <a:pt x="3571314" y="3678813"/>
                    <a:pt x="3571314" y="3678813"/>
                  </a:cubicBezTo>
                  <a:cubicBezTo>
                    <a:pt x="3571314" y="3706896"/>
                    <a:pt x="3543238" y="3734978"/>
                    <a:pt x="3543238" y="3763061"/>
                  </a:cubicBezTo>
                  <a:cubicBezTo>
                    <a:pt x="3543238" y="3763061"/>
                    <a:pt x="3571314" y="3791143"/>
                    <a:pt x="3543238" y="3791143"/>
                  </a:cubicBezTo>
                  <a:cubicBezTo>
                    <a:pt x="3543238" y="3791143"/>
                    <a:pt x="3543238" y="3819226"/>
                    <a:pt x="3515162" y="3819226"/>
                  </a:cubicBezTo>
                  <a:cubicBezTo>
                    <a:pt x="3515162" y="3819226"/>
                    <a:pt x="3487086" y="3819226"/>
                    <a:pt x="3487086" y="3791143"/>
                  </a:cubicBezTo>
                  <a:cubicBezTo>
                    <a:pt x="3487086" y="3791143"/>
                    <a:pt x="3459010" y="3763061"/>
                    <a:pt x="3430934" y="3791143"/>
                  </a:cubicBezTo>
                  <a:cubicBezTo>
                    <a:pt x="3430934" y="3791143"/>
                    <a:pt x="3402858" y="3819226"/>
                    <a:pt x="3402858" y="3847308"/>
                  </a:cubicBezTo>
                  <a:cubicBezTo>
                    <a:pt x="3402858" y="3847308"/>
                    <a:pt x="3374782" y="3875391"/>
                    <a:pt x="3374782" y="3875391"/>
                  </a:cubicBezTo>
                  <a:cubicBezTo>
                    <a:pt x="3374782" y="3931556"/>
                    <a:pt x="3402858" y="3959639"/>
                    <a:pt x="3402858" y="3987721"/>
                  </a:cubicBezTo>
                  <a:cubicBezTo>
                    <a:pt x="3402858" y="4015804"/>
                    <a:pt x="3374782" y="4015804"/>
                    <a:pt x="3374782" y="4043886"/>
                  </a:cubicBezTo>
                  <a:cubicBezTo>
                    <a:pt x="3353725" y="4086010"/>
                    <a:pt x="3332667" y="4143930"/>
                    <a:pt x="3323455" y="4193952"/>
                  </a:cubicBezTo>
                  <a:lnTo>
                    <a:pt x="3318780" y="4239010"/>
                  </a:lnTo>
                  <a:lnTo>
                    <a:pt x="3292278" y="4242907"/>
                  </a:lnTo>
                  <a:lnTo>
                    <a:pt x="3287515" y="4184170"/>
                  </a:lnTo>
                  <a:lnTo>
                    <a:pt x="3325615" y="4127020"/>
                  </a:lnTo>
                  <a:lnTo>
                    <a:pt x="3316090" y="4104795"/>
                  </a:lnTo>
                  <a:lnTo>
                    <a:pt x="3314503" y="4041295"/>
                  </a:lnTo>
                  <a:lnTo>
                    <a:pt x="3241478" y="3973032"/>
                  </a:lnTo>
                  <a:lnTo>
                    <a:pt x="3160515" y="3892070"/>
                  </a:lnTo>
                  <a:lnTo>
                    <a:pt x="3125590" y="3871432"/>
                  </a:lnTo>
                  <a:lnTo>
                    <a:pt x="3085903" y="3852382"/>
                  </a:lnTo>
                  <a:lnTo>
                    <a:pt x="3095428" y="3823807"/>
                  </a:lnTo>
                  <a:lnTo>
                    <a:pt x="3073203" y="3592032"/>
                  </a:lnTo>
                  <a:lnTo>
                    <a:pt x="3084315" y="3531707"/>
                  </a:lnTo>
                  <a:lnTo>
                    <a:pt x="3095428" y="3466620"/>
                  </a:lnTo>
                  <a:lnTo>
                    <a:pt x="3103365" y="3457095"/>
                  </a:lnTo>
                  <a:lnTo>
                    <a:pt x="3106540" y="3395182"/>
                  </a:lnTo>
                  <a:lnTo>
                    <a:pt x="2966840" y="3392007"/>
                  </a:lnTo>
                  <a:lnTo>
                    <a:pt x="2979540" y="3460270"/>
                  </a:lnTo>
                  <a:lnTo>
                    <a:pt x="2793803" y="3460270"/>
                  </a:lnTo>
                  <a:lnTo>
                    <a:pt x="2862065" y="3547582"/>
                  </a:lnTo>
                  <a:lnTo>
                    <a:pt x="2871590" y="3701570"/>
                  </a:lnTo>
                  <a:lnTo>
                    <a:pt x="2898578" y="3753957"/>
                  </a:lnTo>
                  <a:lnTo>
                    <a:pt x="2754115" y="3877782"/>
                  </a:lnTo>
                  <a:lnTo>
                    <a:pt x="2728715" y="3960332"/>
                  </a:lnTo>
                  <a:lnTo>
                    <a:pt x="2631878" y="4060345"/>
                  </a:lnTo>
                  <a:lnTo>
                    <a:pt x="2558853" y="4141307"/>
                  </a:lnTo>
                  <a:lnTo>
                    <a:pt x="2503290" y="4147657"/>
                  </a:lnTo>
                  <a:lnTo>
                    <a:pt x="2446140" y="4157182"/>
                  </a:lnTo>
                  <a:lnTo>
                    <a:pt x="2366765" y="4080982"/>
                  </a:lnTo>
                  <a:lnTo>
                    <a:pt x="2230240" y="3993670"/>
                  </a:lnTo>
                  <a:lnTo>
                    <a:pt x="2134990" y="4047645"/>
                  </a:lnTo>
                  <a:lnTo>
                    <a:pt x="2123878" y="4119082"/>
                  </a:lnTo>
                  <a:lnTo>
                    <a:pt x="2084190" y="4149245"/>
                  </a:lnTo>
                  <a:lnTo>
                    <a:pt x="2046090" y="4161945"/>
                  </a:lnTo>
                  <a:lnTo>
                    <a:pt x="2028628" y="4171470"/>
                  </a:lnTo>
                  <a:cubicBezTo>
                    <a:pt x="2028628" y="4171470"/>
                    <a:pt x="2023217" y="4172110"/>
                    <a:pt x="2020690" y="4173057"/>
                  </a:cubicBezTo>
                  <a:cubicBezTo>
                    <a:pt x="2018904" y="4173727"/>
                    <a:pt x="2017515" y="4175174"/>
                    <a:pt x="2015928" y="4176232"/>
                  </a:cubicBezTo>
                  <a:cubicBezTo>
                    <a:pt x="2013282" y="4176761"/>
                    <a:pt x="2010624" y="4177235"/>
                    <a:pt x="2007990" y="4177820"/>
                  </a:cubicBezTo>
                  <a:cubicBezTo>
                    <a:pt x="2004279" y="4178645"/>
                    <a:pt x="1999529" y="4179268"/>
                    <a:pt x="1996878" y="4182582"/>
                  </a:cubicBezTo>
                  <a:cubicBezTo>
                    <a:pt x="1995833" y="4183889"/>
                    <a:pt x="1995819" y="4185757"/>
                    <a:pt x="1995290" y="4187345"/>
                  </a:cubicBezTo>
                  <a:cubicBezTo>
                    <a:pt x="1993910" y="4187690"/>
                    <a:pt x="1985953" y="4189506"/>
                    <a:pt x="1984178" y="4190520"/>
                  </a:cubicBezTo>
                  <a:cubicBezTo>
                    <a:pt x="1980331" y="4192719"/>
                    <a:pt x="1968024" y="4203685"/>
                    <a:pt x="1966715" y="4204807"/>
                  </a:cubicBezTo>
                  <a:lnTo>
                    <a:pt x="1925440" y="4246082"/>
                  </a:lnTo>
                  <a:lnTo>
                    <a:pt x="1922265" y="4279420"/>
                  </a:lnTo>
                  <a:lnTo>
                    <a:pt x="1709540" y="4287357"/>
                  </a:lnTo>
                  <a:lnTo>
                    <a:pt x="1658740" y="4204807"/>
                  </a:lnTo>
                  <a:lnTo>
                    <a:pt x="1573015" y="4195282"/>
                  </a:lnTo>
                  <a:lnTo>
                    <a:pt x="1492053" y="4190520"/>
                  </a:lnTo>
                  <a:lnTo>
                    <a:pt x="1446015" y="4190520"/>
                  </a:lnTo>
                  <a:lnTo>
                    <a:pt x="1395215" y="4219095"/>
                  </a:lnTo>
                  <a:lnTo>
                    <a:pt x="1347590" y="4238145"/>
                  </a:lnTo>
                  <a:lnTo>
                    <a:pt x="1320603" y="4238145"/>
                  </a:lnTo>
                  <a:lnTo>
                    <a:pt x="1301553" y="4233382"/>
                  </a:lnTo>
                  <a:lnTo>
                    <a:pt x="1274565" y="4188932"/>
                  </a:lnTo>
                  <a:lnTo>
                    <a:pt x="1203128" y="4100032"/>
                  </a:lnTo>
                  <a:lnTo>
                    <a:pt x="1171378" y="4079395"/>
                  </a:lnTo>
                  <a:lnTo>
                    <a:pt x="1157090" y="4039707"/>
                  </a:lnTo>
                  <a:lnTo>
                    <a:pt x="1145978" y="4022245"/>
                  </a:lnTo>
                  <a:lnTo>
                    <a:pt x="1126928" y="4025420"/>
                  </a:lnTo>
                  <a:lnTo>
                    <a:pt x="1134865" y="3947632"/>
                  </a:lnTo>
                  <a:lnTo>
                    <a:pt x="1082478" y="3952395"/>
                  </a:lnTo>
                  <a:lnTo>
                    <a:pt x="1050728" y="3958745"/>
                  </a:lnTo>
                  <a:lnTo>
                    <a:pt x="1012628" y="3971445"/>
                  </a:lnTo>
                  <a:lnTo>
                    <a:pt x="912615" y="3985732"/>
                  </a:lnTo>
                  <a:lnTo>
                    <a:pt x="887215" y="4033357"/>
                  </a:lnTo>
                  <a:lnTo>
                    <a:pt x="885628" y="4066695"/>
                  </a:lnTo>
                  <a:cubicBezTo>
                    <a:pt x="885628" y="4066695"/>
                    <a:pt x="889198" y="4068380"/>
                    <a:pt x="890390" y="4069870"/>
                  </a:cubicBezTo>
                  <a:cubicBezTo>
                    <a:pt x="891435" y="4071177"/>
                    <a:pt x="891230" y="4073135"/>
                    <a:pt x="891978" y="4074632"/>
                  </a:cubicBezTo>
                  <a:cubicBezTo>
                    <a:pt x="892831" y="4076339"/>
                    <a:pt x="894095" y="4077807"/>
                    <a:pt x="895153" y="4079395"/>
                  </a:cubicBezTo>
                  <a:cubicBezTo>
                    <a:pt x="893565" y="4080453"/>
                    <a:pt x="891856" y="4081349"/>
                    <a:pt x="890390" y="4082570"/>
                  </a:cubicBezTo>
                  <a:cubicBezTo>
                    <a:pt x="888665" y="4084007"/>
                    <a:pt x="887522" y="4086127"/>
                    <a:pt x="885628" y="4087332"/>
                  </a:cubicBezTo>
                  <a:cubicBezTo>
                    <a:pt x="881635" y="4089873"/>
                    <a:pt x="877161" y="4091565"/>
                    <a:pt x="872928" y="4093682"/>
                  </a:cubicBezTo>
                  <a:lnTo>
                    <a:pt x="826890" y="4127020"/>
                  </a:lnTo>
                  <a:lnTo>
                    <a:pt x="830065" y="4225445"/>
                  </a:lnTo>
                  <a:lnTo>
                    <a:pt x="799903" y="4261957"/>
                  </a:lnTo>
                  <a:lnTo>
                    <a:pt x="801490" y="4319107"/>
                  </a:lnTo>
                  <a:lnTo>
                    <a:pt x="764978" y="4376257"/>
                  </a:lnTo>
                  <a:lnTo>
                    <a:pt x="768153" y="4422295"/>
                  </a:lnTo>
                  <a:lnTo>
                    <a:pt x="747515" y="4434995"/>
                  </a:lnTo>
                  <a:lnTo>
                    <a:pt x="722115" y="4422295"/>
                  </a:lnTo>
                  <a:lnTo>
                    <a:pt x="656039" y="4473688"/>
                  </a:lnTo>
                  <a:lnTo>
                    <a:pt x="651401" y="4465124"/>
                  </a:lnTo>
                  <a:cubicBezTo>
                    <a:pt x="651401" y="4437042"/>
                    <a:pt x="623325" y="4465124"/>
                    <a:pt x="623325" y="4465124"/>
                  </a:cubicBezTo>
                  <a:cubicBezTo>
                    <a:pt x="595249" y="4465124"/>
                    <a:pt x="567173" y="4437042"/>
                    <a:pt x="567173" y="4437042"/>
                  </a:cubicBezTo>
                  <a:cubicBezTo>
                    <a:pt x="539097" y="4437042"/>
                    <a:pt x="511021" y="4437042"/>
                    <a:pt x="511021" y="4437042"/>
                  </a:cubicBezTo>
                  <a:cubicBezTo>
                    <a:pt x="482945" y="4437042"/>
                    <a:pt x="454869" y="4465124"/>
                    <a:pt x="454869" y="4437042"/>
                  </a:cubicBezTo>
                  <a:cubicBezTo>
                    <a:pt x="454869" y="4437042"/>
                    <a:pt x="482945" y="4408959"/>
                    <a:pt x="482945" y="4380877"/>
                  </a:cubicBezTo>
                  <a:cubicBezTo>
                    <a:pt x="482945" y="4352794"/>
                    <a:pt x="482945" y="4380877"/>
                    <a:pt x="454869" y="4380877"/>
                  </a:cubicBezTo>
                  <a:cubicBezTo>
                    <a:pt x="454869" y="4380877"/>
                    <a:pt x="454869" y="4352794"/>
                    <a:pt x="454869" y="4352794"/>
                  </a:cubicBezTo>
                  <a:cubicBezTo>
                    <a:pt x="454869" y="4324712"/>
                    <a:pt x="454869" y="4324712"/>
                    <a:pt x="454869" y="4296629"/>
                  </a:cubicBezTo>
                  <a:cubicBezTo>
                    <a:pt x="482945" y="4296629"/>
                    <a:pt x="482945" y="4296629"/>
                    <a:pt x="482945" y="4268547"/>
                  </a:cubicBezTo>
                  <a:cubicBezTo>
                    <a:pt x="511021" y="4268547"/>
                    <a:pt x="482945" y="4240464"/>
                    <a:pt x="482945" y="4212381"/>
                  </a:cubicBezTo>
                  <a:cubicBezTo>
                    <a:pt x="482945" y="4184299"/>
                    <a:pt x="511021" y="4184299"/>
                    <a:pt x="511021" y="4156216"/>
                  </a:cubicBezTo>
                  <a:cubicBezTo>
                    <a:pt x="511021" y="4100051"/>
                    <a:pt x="482945" y="4071969"/>
                    <a:pt x="454869" y="4015804"/>
                  </a:cubicBezTo>
                  <a:cubicBezTo>
                    <a:pt x="426793" y="3987721"/>
                    <a:pt x="398717" y="3931556"/>
                    <a:pt x="370640" y="3903473"/>
                  </a:cubicBezTo>
                  <a:cubicBezTo>
                    <a:pt x="342564" y="3847308"/>
                    <a:pt x="314488" y="3847308"/>
                    <a:pt x="286412" y="3791143"/>
                  </a:cubicBezTo>
                  <a:cubicBezTo>
                    <a:pt x="258336" y="3763061"/>
                    <a:pt x="314488" y="3706896"/>
                    <a:pt x="314488" y="3678813"/>
                  </a:cubicBezTo>
                  <a:cubicBezTo>
                    <a:pt x="314488" y="3650731"/>
                    <a:pt x="286412" y="3622648"/>
                    <a:pt x="286412" y="3622648"/>
                  </a:cubicBezTo>
                  <a:cubicBezTo>
                    <a:pt x="286412" y="3622648"/>
                    <a:pt x="258336" y="3622648"/>
                    <a:pt x="258336" y="3622648"/>
                  </a:cubicBezTo>
                  <a:cubicBezTo>
                    <a:pt x="230260" y="3594565"/>
                    <a:pt x="174108" y="3566483"/>
                    <a:pt x="202184" y="3510318"/>
                  </a:cubicBezTo>
                  <a:cubicBezTo>
                    <a:pt x="202184" y="3510318"/>
                    <a:pt x="202184" y="3482235"/>
                    <a:pt x="202184" y="3454153"/>
                  </a:cubicBezTo>
                  <a:cubicBezTo>
                    <a:pt x="202184" y="3454153"/>
                    <a:pt x="202184" y="3426070"/>
                    <a:pt x="202184" y="3426070"/>
                  </a:cubicBezTo>
                  <a:cubicBezTo>
                    <a:pt x="202184" y="3426070"/>
                    <a:pt x="174108" y="3426070"/>
                    <a:pt x="174108" y="3426070"/>
                  </a:cubicBezTo>
                  <a:cubicBezTo>
                    <a:pt x="174108" y="3397988"/>
                    <a:pt x="174108" y="3397988"/>
                    <a:pt x="174108" y="3369905"/>
                  </a:cubicBezTo>
                  <a:cubicBezTo>
                    <a:pt x="174108" y="3369905"/>
                    <a:pt x="174108" y="3341823"/>
                    <a:pt x="146032" y="3341823"/>
                  </a:cubicBezTo>
                  <a:cubicBezTo>
                    <a:pt x="146032" y="3313740"/>
                    <a:pt x="146032" y="3285658"/>
                    <a:pt x="146032" y="3257575"/>
                  </a:cubicBezTo>
                  <a:cubicBezTo>
                    <a:pt x="174108" y="3229493"/>
                    <a:pt x="146032" y="3229493"/>
                    <a:pt x="117956" y="3229493"/>
                  </a:cubicBezTo>
                  <a:cubicBezTo>
                    <a:pt x="117956" y="3229493"/>
                    <a:pt x="89880" y="3201410"/>
                    <a:pt x="89880" y="3229493"/>
                  </a:cubicBezTo>
                  <a:cubicBezTo>
                    <a:pt x="61804" y="3285658"/>
                    <a:pt x="-22425" y="3229493"/>
                    <a:pt x="5651" y="3173327"/>
                  </a:cubicBezTo>
                  <a:cubicBezTo>
                    <a:pt x="5651" y="3145245"/>
                    <a:pt x="33727" y="3089080"/>
                    <a:pt x="33727" y="3089080"/>
                  </a:cubicBezTo>
                  <a:cubicBezTo>
                    <a:pt x="61804" y="3060997"/>
                    <a:pt x="89880" y="3060997"/>
                    <a:pt x="117956" y="3032915"/>
                  </a:cubicBezTo>
                  <a:cubicBezTo>
                    <a:pt x="117956" y="3004832"/>
                    <a:pt x="89880" y="3004832"/>
                    <a:pt x="89880" y="2976750"/>
                  </a:cubicBezTo>
                  <a:cubicBezTo>
                    <a:pt x="89880" y="2976750"/>
                    <a:pt x="89880" y="2948667"/>
                    <a:pt x="89880" y="2948667"/>
                  </a:cubicBezTo>
                  <a:cubicBezTo>
                    <a:pt x="89880" y="2948667"/>
                    <a:pt x="61804" y="2920584"/>
                    <a:pt x="61804" y="2920584"/>
                  </a:cubicBezTo>
                  <a:cubicBezTo>
                    <a:pt x="61804" y="2892502"/>
                    <a:pt x="61804" y="2892502"/>
                    <a:pt x="61804" y="2864419"/>
                  </a:cubicBezTo>
                  <a:cubicBezTo>
                    <a:pt x="89880" y="2836337"/>
                    <a:pt x="89880" y="2836337"/>
                    <a:pt x="117956" y="2808254"/>
                  </a:cubicBezTo>
                  <a:cubicBezTo>
                    <a:pt x="117956" y="2808254"/>
                    <a:pt x="146032" y="2808254"/>
                    <a:pt x="146032" y="2808254"/>
                  </a:cubicBezTo>
                  <a:cubicBezTo>
                    <a:pt x="146032" y="2808254"/>
                    <a:pt x="174108" y="2780172"/>
                    <a:pt x="174108" y="2780172"/>
                  </a:cubicBezTo>
                  <a:cubicBezTo>
                    <a:pt x="174108" y="2780172"/>
                    <a:pt x="174108" y="2780172"/>
                    <a:pt x="174108" y="2752089"/>
                  </a:cubicBezTo>
                  <a:cubicBezTo>
                    <a:pt x="146032" y="2752089"/>
                    <a:pt x="174108" y="2724007"/>
                    <a:pt x="146032" y="2695924"/>
                  </a:cubicBezTo>
                  <a:cubicBezTo>
                    <a:pt x="146032" y="2695924"/>
                    <a:pt x="146032" y="2667842"/>
                    <a:pt x="146032" y="2667842"/>
                  </a:cubicBezTo>
                  <a:cubicBezTo>
                    <a:pt x="146032" y="2667842"/>
                    <a:pt x="146032" y="2667842"/>
                    <a:pt x="146032" y="2639759"/>
                  </a:cubicBezTo>
                  <a:cubicBezTo>
                    <a:pt x="146032" y="2639759"/>
                    <a:pt x="174108" y="2611677"/>
                    <a:pt x="174108" y="2611677"/>
                  </a:cubicBezTo>
                  <a:cubicBezTo>
                    <a:pt x="174108" y="2611677"/>
                    <a:pt x="202184" y="2611677"/>
                    <a:pt x="202184" y="2611677"/>
                  </a:cubicBezTo>
                  <a:cubicBezTo>
                    <a:pt x="230260" y="2583594"/>
                    <a:pt x="202184" y="2583594"/>
                    <a:pt x="202184" y="2555512"/>
                  </a:cubicBezTo>
                  <a:cubicBezTo>
                    <a:pt x="230260" y="2555512"/>
                    <a:pt x="230260" y="2555512"/>
                    <a:pt x="230260" y="2527429"/>
                  </a:cubicBezTo>
                  <a:cubicBezTo>
                    <a:pt x="230260" y="2527429"/>
                    <a:pt x="230260" y="2527429"/>
                    <a:pt x="230260" y="2499347"/>
                  </a:cubicBezTo>
                  <a:cubicBezTo>
                    <a:pt x="258336" y="2499347"/>
                    <a:pt x="286412" y="2471264"/>
                    <a:pt x="286412" y="2471264"/>
                  </a:cubicBezTo>
                  <a:cubicBezTo>
                    <a:pt x="286412" y="2443181"/>
                    <a:pt x="286412" y="2415099"/>
                    <a:pt x="286412" y="2387016"/>
                  </a:cubicBezTo>
                  <a:cubicBezTo>
                    <a:pt x="286412" y="2387016"/>
                    <a:pt x="258336" y="2358934"/>
                    <a:pt x="286412" y="2330851"/>
                  </a:cubicBezTo>
                  <a:cubicBezTo>
                    <a:pt x="314488" y="2302769"/>
                    <a:pt x="314488" y="2274686"/>
                    <a:pt x="370640" y="2302769"/>
                  </a:cubicBezTo>
                  <a:cubicBezTo>
                    <a:pt x="398717" y="2302769"/>
                    <a:pt x="454869" y="2274686"/>
                    <a:pt x="482945" y="2274686"/>
                  </a:cubicBezTo>
                  <a:cubicBezTo>
                    <a:pt x="511021" y="2274686"/>
                    <a:pt x="539097" y="2302769"/>
                    <a:pt x="567173" y="2302769"/>
                  </a:cubicBezTo>
                  <a:cubicBezTo>
                    <a:pt x="567173" y="2302769"/>
                    <a:pt x="567173" y="2050026"/>
                    <a:pt x="567173" y="2021943"/>
                  </a:cubicBezTo>
                  <a:cubicBezTo>
                    <a:pt x="567173" y="1797283"/>
                    <a:pt x="539097" y="1544540"/>
                    <a:pt x="539097" y="1319880"/>
                  </a:cubicBezTo>
                  <a:cubicBezTo>
                    <a:pt x="539097" y="1263714"/>
                    <a:pt x="539097" y="1207549"/>
                    <a:pt x="539097" y="1151384"/>
                  </a:cubicBezTo>
                  <a:cubicBezTo>
                    <a:pt x="539097" y="1095219"/>
                    <a:pt x="539097" y="1039054"/>
                    <a:pt x="539097" y="982889"/>
                  </a:cubicBezTo>
                  <a:cubicBezTo>
                    <a:pt x="539097" y="954807"/>
                    <a:pt x="623325" y="982889"/>
                    <a:pt x="651401" y="954807"/>
                  </a:cubicBezTo>
                  <a:cubicBezTo>
                    <a:pt x="707553" y="954807"/>
                    <a:pt x="763706" y="954807"/>
                    <a:pt x="819858" y="954807"/>
                  </a:cubicBezTo>
                  <a:cubicBezTo>
                    <a:pt x="791782" y="758229"/>
                    <a:pt x="791782" y="561651"/>
                    <a:pt x="791782" y="336991"/>
                  </a:cubicBezTo>
                  <a:cubicBezTo>
                    <a:pt x="904086" y="336991"/>
                    <a:pt x="1016390" y="336991"/>
                    <a:pt x="1156771" y="336991"/>
                  </a:cubicBezTo>
                  <a:cubicBezTo>
                    <a:pt x="1381380" y="336991"/>
                    <a:pt x="1605988" y="336991"/>
                    <a:pt x="1858673" y="336991"/>
                  </a:cubicBezTo>
                  <a:cubicBezTo>
                    <a:pt x="1970977" y="336991"/>
                    <a:pt x="2083282" y="336991"/>
                    <a:pt x="2195586" y="336991"/>
                  </a:cubicBezTo>
                  <a:cubicBezTo>
                    <a:pt x="2251738" y="336991"/>
                    <a:pt x="2307890" y="336991"/>
                    <a:pt x="2392119" y="336991"/>
                  </a:cubicBezTo>
                  <a:cubicBezTo>
                    <a:pt x="2392119" y="336991"/>
                    <a:pt x="2448271" y="365073"/>
                    <a:pt x="2476347" y="336991"/>
                  </a:cubicBezTo>
                  <a:cubicBezTo>
                    <a:pt x="2476347" y="336991"/>
                    <a:pt x="2504423" y="252743"/>
                    <a:pt x="2532499" y="280826"/>
                  </a:cubicBezTo>
                  <a:cubicBezTo>
                    <a:pt x="2532499" y="336991"/>
                    <a:pt x="2476347" y="336991"/>
                    <a:pt x="2560575" y="336991"/>
                  </a:cubicBezTo>
                  <a:cubicBezTo>
                    <a:pt x="2672879" y="336991"/>
                    <a:pt x="2785184" y="336991"/>
                    <a:pt x="2897488" y="336991"/>
                  </a:cubicBezTo>
                  <a:cubicBezTo>
                    <a:pt x="2925564" y="336991"/>
                    <a:pt x="2925564" y="336991"/>
                    <a:pt x="2953640" y="336991"/>
                  </a:cubicBezTo>
                  <a:cubicBezTo>
                    <a:pt x="2981716" y="365073"/>
                    <a:pt x="3009793" y="365073"/>
                    <a:pt x="3009793" y="393156"/>
                  </a:cubicBezTo>
                  <a:cubicBezTo>
                    <a:pt x="3037869" y="421238"/>
                    <a:pt x="3065945" y="449321"/>
                    <a:pt x="3094021" y="421238"/>
                  </a:cubicBezTo>
                  <a:cubicBezTo>
                    <a:pt x="3122097" y="421238"/>
                    <a:pt x="3178249" y="421238"/>
                    <a:pt x="3178249" y="421238"/>
                  </a:cubicBezTo>
                  <a:cubicBezTo>
                    <a:pt x="3206325" y="421238"/>
                    <a:pt x="3206325" y="336991"/>
                    <a:pt x="3234401" y="336991"/>
                  </a:cubicBezTo>
                  <a:cubicBezTo>
                    <a:pt x="3206325" y="336991"/>
                    <a:pt x="3234401" y="308908"/>
                    <a:pt x="3234401" y="280826"/>
                  </a:cubicBezTo>
                  <a:cubicBezTo>
                    <a:pt x="3262477" y="280826"/>
                    <a:pt x="3318629" y="280826"/>
                    <a:pt x="3318629" y="280826"/>
                  </a:cubicBezTo>
                  <a:cubicBezTo>
                    <a:pt x="3346706" y="280826"/>
                    <a:pt x="3374782" y="280826"/>
                    <a:pt x="3374782" y="252743"/>
                  </a:cubicBezTo>
                  <a:cubicBezTo>
                    <a:pt x="3402858" y="224660"/>
                    <a:pt x="3402858" y="196578"/>
                    <a:pt x="3402858" y="168495"/>
                  </a:cubicBezTo>
                  <a:cubicBezTo>
                    <a:pt x="3430934" y="140413"/>
                    <a:pt x="3430934" y="112330"/>
                    <a:pt x="3430934" y="84248"/>
                  </a:cubicBezTo>
                  <a:cubicBezTo>
                    <a:pt x="3459010" y="84248"/>
                    <a:pt x="3487086" y="112330"/>
                    <a:pt x="3487086" y="112330"/>
                  </a:cubicBezTo>
                  <a:cubicBezTo>
                    <a:pt x="3515162" y="112330"/>
                    <a:pt x="3515162" y="84248"/>
                    <a:pt x="3543238" y="84248"/>
                  </a:cubicBezTo>
                  <a:cubicBezTo>
                    <a:pt x="3571314" y="56165"/>
                    <a:pt x="3599390" y="28083"/>
                    <a:pt x="3599390"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65" name="Sri Lanka">
              <a:extLst>
                <a:ext uri="{FF2B5EF4-FFF2-40B4-BE49-F238E27FC236}">
                  <a16:creationId xmlns:a16="http://schemas.microsoft.com/office/drawing/2014/main" id="{C57E5D8F-EE50-DC88-B42D-A24CC4E85958}"/>
                </a:ext>
              </a:extLst>
            </p:cNvPr>
            <p:cNvSpPr>
              <a:spLocks noEditPoints="1"/>
            </p:cNvSpPr>
            <p:nvPr/>
          </p:nvSpPr>
          <p:spPr bwMode="auto">
            <a:xfrm>
              <a:off x="8423501" y="3661105"/>
              <a:ext cx="81353" cy="152905"/>
            </a:xfrm>
            <a:custGeom>
              <a:avLst/>
              <a:gdLst/>
              <a:ahLst/>
              <a:cxnLst>
                <a:cxn ang="0">
                  <a:pos x="22" y="27"/>
                </a:cxn>
                <a:cxn ang="0">
                  <a:pos x="21" y="25"/>
                </a:cxn>
                <a:cxn ang="0">
                  <a:pos x="20" y="23"/>
                </a:cxn>
                <a:cxn ang="0">
                  <a:pos x="21" y="24"/>
                </a:cxn>
                <a:cxn ang="0">
                  <a:pos x="19" y="21"/>
                </a:cxn>
                <a:cxn ang="0">
                  <a:pos x="18" y="19"/>
                </a:cxn>
                <a:cxn ang="0">
                  <a:pos x="17" y="17"/>
                </a:cxn>
                <a:cxn ang="0">
                  <a:pos x="17" y="16"/>
                </a:cxn>
                <a:cxn ang="0">
                  <a:pos x="15" y="15"/>
                </a:cxn>
                <a:cxn ang="0">
                  <a:pos x="15" y="15"/>
                </a:cxn>
                <a:cxn ang="0">
                  <a:pos x="16" y="14"/>
                </a:cxn>
                <a:cxn ang="0">
                  <a:pos x="15" y="13"/>
                </a:cxn>
                <a:cxn ang="0">
                  <a:pos x="15" y="12"/>
                </a:cxn>
                <a:cxn ang="0">
                  <a:pos x="13" y="10"/>
                </a:cxn>
                <a:cxn ang="0">
                  <a:pos x="12" y="9"/>
                </a:cxn>
                <a:cxn ang="0">
                  <a:pos x="12" y="8"/>
                </a:cxn>
                <a:cxn ang="0">
                  <a:pos x="11" y="7"/>
                </a:cxn>
                <a:cxn ang="0">
                  <a:pos x="11" y="6"/>
                </a:cxn>
                <a:cxn ang="0">
                  <a:pos x="8" y="3"/>
                </a:cxn>
                <a:cxn ang="0">
                  <a:pos x="5" y="0"/>
                </a:cxn>
                <a:cxn ang="0">
                  <a:pos x="7" y="3"/>
                </a:cxn>
                <a:cxn ang="0">
                  <a:pos x="4" y="1"/>
                </a:cxn>
                <a:cxn ang="0">
                  <a:pos x="4" y="0"/>
                </a:cxn>
                <a:cxn ang="0">
                  <a:pos x="4" y="3"/>
                </a:cxn>
                <a:cxn ang="0">
                  <a:pos x="5" y="3"/>
                </a:cxn>
                <a:cxn ang="0">
                  <a:pos x="6" y="3"/>
                </a:cxn>
                <a:cxn ang="0">
                  <a:pos x="7" y="4"/>
                </a:cxn>
                <a:cxn ang="0">
                  <a:pos x="6" y="4"/>
                </a:cxn>
                <a:cxn ang="0">
                  <a:pos x="4" y="3"/>
                </a:cxn>
                <a:cxn ang="0">
                  <a:pos x="4" y="6"/>
                </a:cxn>
                <a:cxn ang="0">
                  <a:pos x="3" y="10"/>
                </a:cxn>
                <a:cxn ang="0">
                  <a:pos x="3" y="13"/>
                </a:cxn>
                <a:cxn ang="0">
                  <a:pos x="2" y="17"/>
                </a:cxn>
                <a:cxn ang="0">
                  <a:pos x="2" y="19"/>
                </a:cxn>
                <a:cxn ang="0">
                  <a:pos x="1" y="19"/>
                </a:cxn>
                <a:cxn ang="0">
                  <a:pos x="1" y="17"/>
                </a:cxn>
                <a:cxn ang="0">
                  <a:pos x="2" y="27"/>
                </a:cxn>
                <a:cxn ang="0">
                  <a:pos x="3" y="30"/>
                </a:cxn>
                <a:cxn ang="0">
                  <a:pos x="3" y="31"/>
                </a:cxn>
                <a:cxn ang="0">
                  <a:pos x="4" y="37"/>
                </a:cxn>
                <a:cxn ang="0">
                  <a:pos x="7" y="42"/>
                </a:cxn>
                <a:cxn ang="0">
                  <a:pos x="9" y="43"/>
                </a:cxn>
                <a:cxn ang="0">
                  <a:pos x="10" y="43"/>
                </a:cxn>
                <a:cxn ang="0">
                  <a:pos x="12" y="42"/>
                </a:cxn>
                <a:cxn ang="0">
                  <a:pos x="15" y="41"/>
                </a:cxn>
                <a:cxn ang="0">
                  <a:pos x="16" y="40"/>
                </a:cxn>
                <a:cxn ang="0">
                  <a:pos x="18" y="40"/>
                </a:cxn>
                <a:cxn ang="0">
                  <a:pos x="22" y="34"/>
                </a:cxn>
                <a:cxn ang="0">
                  <a:pos x="17" y="18"/>
                </a:cxn>
                <a:cxn ang="0">
                  <a:pos x="17" y="18"/>
                </a:cxn>
                <a:cxn ang="0">
                  <a:pos x="21" y="23"/>
                </a:cxn>
                <a:cxn ang="0">
                  <a:pos x="21" y="25"/>
                </a:cxn>
                <a:cxn ang="0">
                  <a:pos x="2" y="2"/>
                </a:cxn>
                <a:cxn ang="0">
                  <a:pos x="2" y="3"/>
                </a:cxn>
                <a:cxn ang="0">
                  <a:pos x="1" y="9"/>
                </a:cxn>
                <a:cxn ang="0">
                  <a:pos x="1" y="8"/>
                </a:cxn>
                <a:cxn ang="0">
                  <a:pos x="2" y="9"/>
                </a:cxn>
                <a:cxn ang="0">
                  <a:pos x="1" y="9"/>
                </a:cxn>
                <a:cxn ang="0">
                  <a:pos x="2" y="2"/>
                </a:cxn>
                <a:cxn ang="0">
                  <a:pos x="0" y="3"/>
                </a:cxn>
                <a:cxn ang="0">
                  <a:pos x="0" y="4"/>
                </a:cxn>
              </a:cxnLst>
              <a:rect l="0" t="0" r="r" b="b"/>
              <a:pathLst>
                <a:path w="23" h="43">
                  <a:moveTo>
                    <a:pt x="22" y="28"/>
                  </a:moveTo>
                  <a:cubicBezTo>
                    <a:pt x="22" y="27"/>
                    <a:pt x="22" y="26"/>
                    <a:pt x="22" y="27"/>
                  </a:cubicBezTo>
                  <a:cubicBezTo>
                    <a:pt x="22" y="26"/>
                    <a:pt x="21" y="26"/>
                    <a:pt x="21" y="26"/>
                  </a:cubicBezTo>
                  <a:cubicBezTo>
                    <a:pt x="21" y="26"/>
                    <a:pt x="21" y="25"/>
                    <a:pt x="21" y="25"/>
                  </a:cubicBezTo>
                  <a:cubicBezTo>
                    <a:pt x="21" y="25"/>
                    <a:pt x="21" y="24"/>
                    <a:pt x="21" y="25"/>
                  </a:cubicBezTo>
                  <a:cubicBezTo>
                    <a:pt x="21" y="24"/>
                    <a:pt x="20" y="23"/>
                    <a:pt x="20" y="23"/>
                  </a:cubicBezTo>
                  <a:cubicBezTo>
                    <a:pt x="20" y="23"/>
                    <a:pt x="19" y="23"/>
                    <a:pt x="20" y="23"/>
                  </a:cubicBezTo>
                  <a:cubicBezTo>
                    <a:pt x="20" y="23"/>
                    <a:pt x="20" y="24"/>
                    <a:pt x="21" y="24"/>
                  </a:cubicBezTo>
                  <a:cubicBezTo>
                    <a:pt x="21" y="23"/>
                    <a:pt x="20" y="23"/>
                    <a:pt x="20" y="23"/>
                  </a:cubicBezTo>
                  <a:cubicBezTo>
                    <a:pt x="20" y="22"/>
                    <a:pt x="19" y="22"/>
                    <a:pt x="19" y="21"/>
                  </a:cubicBezTo>
                  <a:cubicBezTo>
                    <a:pt x="19" y="21"/>
                    <a:pt x="19" y="21"/>
                    <a:pt x="18" y="20"/>
                  </a:cubicBezTo>
                  <a:cubicBezTo>
                    <a:pt x="18" y="20"/>
                    <a:pt x="18" y="19"/>
                    <a:pt x="18" y="19"/>
                  </a:cubicBezTo>
                  <a:cubicBezTo>
                    <a:pt x="18" y="19"/>
                    <a:pt x="18" y="19"/>
                    <a:pt x="18" y="19"/>
                  </a:cubicBezTo>
                  <a:cubicBezTo>
                    <a:pt x="18" y="19"/>
                    <a:pt x="18" y="18"/>
                    <a:pt x="17" y="17"/>
                  </a:cubicBezTo>
                  <a:cubicBezTo>
                    <a:pt x="17" y="17"/>
                    <a:pt x="17" y="16"/>
                    <a:pt x="17" y="16"/>
                  </a:cubicBezTo>
                  <a:cubicBezTo>
                    <a:pt x="17" y="16"/>
                    <a:pt x="17" y="16"/>
                    <a:pt x="17" y="16"/>
                  </a:cubicBezTo>
                  <a:cubicBezTo>
                    <a:pt x="17" y="16"/>
                    <a:pt x="17" y="13"/>
                    <a:pt x="16" y="15"/>
                  </a:cubicBezTo>
                  <a:cubicBezTo>
                    <a:pt x="16" y="16"/>
                    <a:pt x="16" y="15"/>
                    <a:pt x="15" y="15"/>
                  </a:cubicBezTo>
                  <a:cubicBezTo>
                    <a:pt x="15" y="15"/>
                    <a:pt x="15" y="15"/>
                    <a:pt x="15" y="15"/>
                  </a:cubicBezTo>
                  <a:cubicBezTo>
                    <a:pt x="14" y="14"/>
                    <a:pt x="15" y="15"/>
                    <a:pt x="15" y="15"/>
                  </a:cubicBezTo>
                  <a:cubicBezTo>
                    <a:pt x="16" y="15"/>
                    <a:pt x="15" y="14"/>
                    <a:pt x="15" y="14"/>
                  </a:cubicBezTo>
                  <a:cubicBezTo>
                    <a:pt x="16" y="14"/>
                    <a:pt x="16" y="14"/>
                    <a:pt x="16" y="14"/>
                  </a:cubicBezTo>
                  <a:cubicBezTo>
                    <a:pt x="16" y="14"/>
                    <a:pt x="16" y="14"/>
                    <a:pt x="15" y="14"/>
                  </a:cubicBezTo>
                  <a:cubicBezTo>
                    <a:pt x="16" y="13"/>
                    <a:pt x="15" y="13"/>
                    <a:pt x="15" y="13"/>
                  </a:cubicBezTo>
                  <a:cubicBezTo>
                    <a:pt x="15" y="13"/>
                    <a:pt x="15" y="13"/>
                    <a:pt x="15" y="13"/>
                  </a:cubicBezTo>
                  <a:cubicBezTo>
                    <a:pt x="15" y="12"/>
                    <a:pt x="15" y="12"/>
                    <a:pt x="15" y="12"/>
                  </a:cubicBezTo>
                  <a:cubicBezTo>
                    <a:pt x="15" y="12"/>
                    <a:pt x="14" y="11"/>
                    <a:pt x="14" y="11"/>
                  </a:cubicBezTo>
                  <a:cubicBezTo>
                    <a:pt x="14" y="11"/>
                    <a:pt x="13" y="10"/>
                    <a:pt x="13" y="10"/>
                  </a:cubicBezTo>
                  <a:cubicBezTo>
                    <a:pt x="13" y="10"/>
                    <a:pt x="13" y="10"/>
                    <a:pt x="13" y="10"/>
                  </a:cubicBezTo>
                  <a:cubicBezTo>
                    <a:pt x="13" y="10"/>
                    <a:pt x="12" y="9"/>
                    <a:pt x="12" y="9"/>
                  </a:cubicBezTo>
                  <a:cubicBezTo>
                    <a:pt x="12" y="9"/>
                    <a:pt x="13" y="9"/>
                    <a:pt x="13" y="9"/>
                  </a:cubicBezTo>
                  <a:cubicBezTo>
                    <a:pt x="13" y="9"/>
                    <a:pt x="12" y="8"/>
                    <a:pt x="12" y="8"/>
                  </a:cubicBezTo>
                  <a:cubicBezTo>
                    <a:pt x="12" y="8"/>
                    <a:pt x="12" y="8"/>
                    <a:pt x="12" y="8"/>
                  </a:cubicBezTo>
                  <a:cubicBezTo>
                    <a:pt x="12" y="7"/>
                    <a:pt x="12" y="7"/>
                    <a:pt x="11" y="7"/>
                  </a:cubicBezTo>
                  <a:cubicBezTo>
                    <a:pt x="11" y="7"/>
                    <a:pt x="11" y="6"/>
                    <a:pt x="11" y="7"/>
                  </a:cubicBezTo>
                  <a:cubicBezTo>
                    <a:pt x="11" y="7"/>
                    <a:pt x="10" y="6"/>
                    <a:pt x="11" y="6"/>
                  </a:cubicBezTo>
                  <a:cubicBezTo>
                    <a:pt x="11" y="6"/>
                    <a:pt x="11" y="6"/>
                    <a:pt x="11" y="6"/>
                  </a:cubicBezTo>
                  <a:cubicBezTo>
                    <a:pt x="10" y="5"/>
                    <a:pt x="9" y="4"/>
                    <a:pt x="8" y="3"/>
                  </a:cubicBezTo>
                  <a:cubicBezTo>
                    <a:pt x="7" y="2"/>
                    <a:pt x="6" y="2"/>
                    <a:pt x="6" y="1"/>
                  </a:cubicBezTo>
                  <a:cubicBezTo>
                    <a:pt x="5" y="0"/>
                    <a:pt x="5" y="0"/>
                    <a:pt x="5" y="0"/>
                  </a:cubicBezTo>
                  <a:cubicBezTo>
                    <a:pt x="5" y="0"/>
                    <a:pt x="4" y="1"/>
                    <a:pt x="5" y="1"/>
                  </a:cubicBezTo>
                  <a:cubicBezTo>
                    <a:pt x="6" y="1"/>
                    <a:pt x="7" y="2"/>
                    <a:pt x="7" y="3"/>
                  </a:cubicBezTo>
                  <a:cubicBezTo>
                    <a:pt x="6" y="3"/>
                    <a:pt x="6" y="2"/>
                    <a:pt x="5" y="1"/>
                  </a:cubicBezTo>
                  <a:cubicBezTo>
                    <a:pt x="5" y="1"/>
                    <a:pt x="5" y="1"/>
                    <a:pt x="4" y="1"/>
                  </a:cubicBezTo>
                  <a:cubicBezTo>
                    <a:pt x="4" y="1"/>
                    <a:pt x="4" y="0"/>
                    <a:pt x="4" y="0"/>
                  </a:cubicBezTo>
                  <a:cubicBezTo>
                    <a:pt x="4" y="0"/>
                    <a:pt x="4" y="0"/>
                    <a:pt x="4" y="0"/>
                  </a:cubicBezTo>
                  <a:cubicBezTo>
                    <a:pt x="3" y="0"/>
                    <a:pt x="2" y="0"/>
                    <a:pt x="2" y="1"/>
                  </a:cubicBezTo>
                  <a:cubicBezTo>
                    <a:pt x="3" y="2"/>
                    <a:pt x="4" y="3"/>
                    <a:pt x="4" y="3"/>
                  </a:cubicBezTo>
                  <a:cubicBezTo>
                    <a:pt x="4" y="3"/>
                    <a:pt x="4" y="2"/>
                    <a:pt x="4" y="2"/>
                  </a:cubicBezTo>
                  <a:cubicBezTo>
                    <a:pt x="4" y="2"/>
                    <a:pt x="5" y="3"/>
                    <a:pt x="5" y="3"/>
                  </a:cubicBezTo>
                  <a:cubicBezTo>
                    <a:pt x="5" y="3"/>
                    <a:pt x="4" y="2"/>
                    <a:pt x="5" y="2"/>
                  </a:cubicBezTo>
                  <a:cubicBezTo>
                    <a:pt x="5" y="2"/>
                    <a:pt x="6" y="3"/>
                    <a:pt x="6" y="3"/>
                  </a:cubicBezTo>
                  <a:cubicBezTo>
                    <a:pt x="7" y="4"/>
                    <a:pt x="8" y="3"/>
                    <a:pt x="9" y="4"/>
                  </a:cubicBezTo>
                  <a:cubicBezTo>
                    <a:pt x="8" y="5"/>
                    <a:pt x="8" y="4"/>
                    <a:pt x="7" y="4"/>
                  </a:cubicBezTo>
                  <a:cubicBezTo>
                    <a:pt x="7" y="4"/>
                    <a:pt x="6" y="5"/>
                    <a:pt x="6" y="4"/>
                  </a:cubicBezTo>
                  <a:cubicBezTo>
                    <a:pt x="6" y="4"/>
                    <a:pt x="6" y="4"/>
                    <a:pt x="6" y="4"/>
                  </a:cubicBezTo>
                  <a:cubicBezTo>
                    <a:pt x="6" y="4"/>
                    <a:pt x="5" y="4"/>
                    <a:pt x="5" y="3"/>
                  </a:cubicBezTo>
                  <a:cubicBezTo>
                    <a:pt x="5" y="3"/>
                    <a:pt x="4" y="3"/>
                    <a:pt x="4" y="3"/>
                  </a:cubicBezTo>
                  <a:cubicBezTo>
                    <a:pt x="4" y="4"/>
                    <a:pt x="6" y="4"/>
                    <a:pt x="4" y="5"/>
                  </a:cubicBezTo>
                  <a:cubicBezTo>
                    <a:pt x="4" y="5"/>
                    <a:pt x="4" y="5"/>
                    <a:pt x="4" y="6"/>
                  </a:cubicBezTo>
                  <a:cubicBezTo>
                    <a:pt x="5" y="6"/>
                    <a:pt x="5" y="7"/>
                    <a:pt x="4" y="7"/>
                  </a:cubicBezTo>
                  <a:cubicBezTo>
                    <a:pt x="4" y="8"/>
                    <a:pt x="4" y="9"/>
                    <a:pt x="3" y="10"/>
                  </a:cubicBezTo>
                  <a:cubicBezTo>
                    <a:pt x="3" y="10"/>
                    <a:pt x="3" y="11"/>
                    <a:pt x="3" y="12"/>
                  </a:cubicBezTo>
                  <a:cubicBezTo>
                    <a:pt x="3" y="12"/>
                    <a:pt x="3" y="13"/>
                    <a:pt x="3" y="13"/>
                  </a:cubicBezTo>
                  <a:cubicBezTo>
                    <a:pt x="3" y="14"/>
                    <a:pt x="3" y="14"/>
                    <a:pt x="3" y="14"/>
                  </a:cubicBezTo>
                  <a:cubicBezTo>
                    <a:pt x="2" y="14"/>
                    <a:pt x="2" y="16"/>
                    <a:pt x="2" y="17"/>
                  </a:cubicBezTo>
                  <a:cubicBezTo>
                    <a:pt x="2" y="17"/>
                    <a:pt x="2" y="18"/>
                    <a:pt x="2" y="18"/>
                  </a:cubicBezTo>
                  <a:cubicBezTo>
                    <a:pt x="2" y="18"/>
                    <a:pt x="2" y="19"/>
                    <a:pt x="2" y="19"/>
                  </a:cubicBezTo>
                  <a:cubicBezTo>
                    <a:pt x="2" y="19"/>
                    <a:pt x="2" y="21"/>
                    <a:pt x="2" y="21"/>
                  </a:cubicBezTo>
                  <a:cubicBezTo>
                    <a:pt x="1" y="20"/>
                    <a:pt x="1" y="19"/>
                    <a:pt x="1" y="19"/>
                  </a:cubicBezTo>
                  <a:cubicBezTo>
                    <a:pt x="1" y="18"/>
                    <a:pt x="2" y="18"/>
                    <a:pt x="2" y="18"/>
                  </a:cubicBezTo>
                  <a:cubicBezTo>
                    <a:pt x="2" y="18"/>
                    <a:pt x="1" y="17"/>
                    <a:pt x="1" y="17"/>
                  </a:cubicBezTo>
                  <a:cubicBezTo>
                    <a:pt x="0" y="19"/>
                    <a:pt x="2" y="22"/>
                    <a:pt x="2" y="24"/>
                  </a:cubicBezTo>
                  <a:cubicBezTo>
                    <a:pt x="2" y="25"/>
                    <a:pt x="2" y="26"/>
                    <a:pt x="2" y="27"/>
                  </a:cubicBezTo>
                  <a:cubicBezTo>
                    <a:pt x="3" y="28"/>
                    <a:pt x="2" y="29"/>
                    <a:pt x="3" y="29"/>
                  </a:cubicBezTo>
                  <a:cubicBezTo>
                    <a:pt x="3" y="29"/>
                    <a:pt x="3" y="30"/>
                    <a:pt x="3" y="30"/>
                  </a:cubicBezTo>
                  <a:cubicBezTo>
                    <a:pt x="3" y="30"/>
                    <a:pt x="3" y="29"/>
                    <a:pt x="2" y="29"/>
                  </a:cubicBezTo>
                  <a:cubicBezTo>
                    <a:pt x="2" y="30"/>
                    <a:pt x="3" y="31"/>
                    <a:pt x="3" y="31"/>
                  </a:cubicBezTo>
                  <a:cubicBezTo>
                    <a:pt x="3" y="32"/>
                    <a:pt x="3" y="32"/>
                    <a:pt x="3" y="33"/>
                  </a:cubicBezTo>
                  <a:cubicBezTo>
                    <a:pt x="3" y="34"/>
                    <a:pt x="4" y="35"/>
                    <a:pt x="4" y="37"/>
                  </a:cubicBezTo>
                  <a:cubicBezTo>
                    <a:pt x="4" y="37"/>
                    <a:pt x="5" y="38"/>
                    <a:pt x="5" y="39"/>
                  </a:cubicBezTo>
                  <a:cubicBezTo>
                    <a:pt x="5" y="40"/>
                    <a:pt x="6" y="42"/>
                    <a:pt x="7" y="42"/>
                  </a:cubicBezTo>
                  <a:cubicBezTo>
                    <a:pt x="7" y="42"/>
                    <a:pt x="8" y="43"/>
                    <a:pt x="8" y="43"/>
                  </a:cubicBezTo>
                  <a:cubicBezTo>
                    <a:pt x="9" y="43"/>
                    <a:pt x="9" y="43"/>
                    <a:pt x="9" y="43"/>
                  </a:cubicBezTo>
                  <a:cubicBezTo>
                    <a:pt x="10" y="43"/>
                    <a:pt x="10" y="43"/>
                    <a:pt x="10" y="43"/>
                  </a:cubicBezTo>
                  <a:cubicBezTo>
                    <a:pt x="10" y="43"/>
                    <a:pt x="10" y="43"/>
                    <a:pt x="10" y="43"/>
                  </a:cubicBezTo>
                  <a:cubicBezTo>
                    <a:pt x="11" y="43"/>
                    <a:pt x="11" y="43"/>
                    <a:pt x="11" y="43"/>
                  </a:cubicBezTo>
                  <a:cubicBezTo>
                    <a:pt x="12" y="43"/>
                    <a:pt x="12" y="42"/>
                    <a:pt x="12" y="42"/>
                  </a:cubicBezTo>
                  <a:cubicBezTo>
                    <a:pt x="13" y="42"/>
                    <a:pt x="13" y="42"/>
                    <a:pt x="14" y="41"/>
                  </a:cubicBezTo>
                  <a:cubicBezTo>
                    <a:pt x="14" y="41"/>
                    <a:pt x="15" y="41"/>
                    <a:pt x="15" y="41"/>
                  </a:cubicBezTo>
                  <a:cubicBezTo>
                    <a:pt x="16" y="41"/>
                    <a:pt x="16" y="41"/>
                    <a:pt x="16" y="41"/>
                  </a:cubicBezTo>
                  <a:cubicBezTo>
                    <a:pt x="16" y="41"/>
                    <a:pt x="16" y="40"/>
                    <a:pt x="16" y="40"/>
                  </a:cubicBezTo>
                  <a:cubicBezTo>
                    <a:pt x="16" y="40"/>
                    <a:pt x="17" y="40"/>
                    <a:pt x="17" y="40"/>
                  </a:cubicBezTo>
                  <a:cubicBezTo>
                    <a:pt x="17" y="40"/>
                    <a:pt x="17" y="40"/>
                    <a:pt x="18" y="40"/>
                  </a:cubicBezTo>
                  <a:cubicBezTo>
                    <a:pt x="18" y="40"/>
                    <a:pt x="19" y="39"/>
                    <a:pt x="20" y="38"/>
                  </a:cubicBezTo>
                  <a:cubicBezTo>
                    <a:pt x="21" y="37"/>
                    <a:pt x="22" y="35"/>
                    <a:pt x="22" y="34"/>
                  </a:cubicBezTo>
                  <a:cubicBezTo>
                    <a:pt x="23" y="32"/>
                    <a:pt x="23" y="30"/>
                    <a:pt x="22" y="28"/>
                  </a:cubicBezTo>
                  <a:close/>
                  <a:moveTo>
                    <a:pt x="17" y="18"/>
                  </a:moveTo>
                  <a:cubicBezTo>
                    <a:pt x="18" y="19"/>
                    <a:pt x="18" y="19"/>
                    <a:pt x="18" y="19"/>
                  </a:cubicBezTo>
                  <a:cubicBezTo>
                    <a:pt x="17" y="19"/>
                    <a:pt x="17" y="19"/>
                    <a:pt x="17" y="18"/>
                  </a:cubicBezTo>
                  <a:close/>
                  <a:moveTo>
                    <a:pt x="21" y="25"/>
                  </a:moveTo>
                  <a:cubicBezTo>
                    <a:pt x="21" y="24"/>
                    <a:pt x="21" y="24"/>
                    <a:pt x="21" y="23"/>
                  </a:cubicBezTo>
                  <a:cubicBezTo>
                    <a:pt x="21" y="24"/>
                    <a:pt x="22" y="26"/>
                    <a:pt x="22" y="26"/>
                  </a:cubicBezTo>
                  <a:cubicBezTo>
                    <a:pt x="21" y="26"/>
                    <a:pt x="21" y="25"/>
                    <a:pt x="21" y="25"/>
                  </a:cubicBezTo>
                  <a:close/>
                  <a:moveTo>
                    <a:pt x="2" y="2"/>
                  </a:moveTo>
                  <a:cubicBezTo>
                    <a:pt x="2" y="2"/>
                    <a:pt x="2" y="2"/>
                    <a:pt x="2" y="2"/>
                  </a:cubicBezTo>
                  <a:cubicBezTo>
                    <a:pt x="2" y="2"/>
                    <a:pt x="3" y="2"/>
                    <a:pt x="3" y="2"/>
                  </a:cubicBezTo>
                  <a:cubicBezTo>
                    <a:pt x="3" y="3"/>
                    <a:pt x="3" y="3"/>
                    <a:pt x="2" y="3"/>
                  </a:cubicBezTo>
                  <a:cubicBezTo>
                    <a:pt x="2" y="2"/>
                    <a:pt x="2" y="2"/>
                    <a:pt x="2" y="2"/>
                  </a:cubicBezTo>
                  <a:close/>
                  <a:moveTo>
                    <a:pt x="1" y="9"/>
                  </a:moveTo>
                  <a:cubicBezTo>
                    <a:pt x="1" y="9"/>
                    <a:pt x="1" y="8"/>
                    <a:pt x="1" y="8"/>
                  </a:cubicBezTo>
                  <a:cubicBezTo>
                    <a:pt x="1" y="8"/>
                    <a:pt x="1" y="8"/>
                    <a:pt x="1" y="8"/>
                  </a:cubicBezTo>
                  <a:cubicBezTo>
                    <a:pt x="2" y="8"/>
                    <a:pt x="2" y="9"/>
                    <a:pt x="3" y="9"/>
                  </a:cubicBezTo>
                  <a:cubicBezTo>
                    <a:pt x="2" y="9"/>
                    <a:pt x="2" y="9"/>
                    <a:pt x="2" y="9"/>
                  </a:cubicBezTo>
                  <a:cubicBezTo>
                    <a:pt x="2" y="9"/>
                    <a:pt x="3" y="10"/>
                    <a:pt x="2" y="10"/>
                  </a:cubicBezTo>
                  <a:cubicBezTo>
                    <a:pt x="2" y="10"/>
                    <a:pt x="2" y="9"/>
                    <a:pt x="1" y="9"/>
                  </a:cubicBezTo>
                  <a:close/>
                  <a:moveTo>
                    <a:pt x="2" y="1"/>
                  </a:moveTo>
                  <a:cubicBezTo>
                    <a:pt x="2" y="1"/>
                    <a:pt x="2" y="1"/>
                    <a:pt x="2" y="2"/>
                  </a:cubicBezTo>
                  <a:cubicBezTo>
                    <a:pt x="2" y="2"/>
                    <a:pt x="1" y="1"/>
                    <a:pt x="2" y="1"/>
                  </a:cubicBezTo>
                  <a:close/>
                  <a:moveTo>
                    <a:pt x="0" y="3"/>
                  </a:moveTo>
                  <a:cubicBezTo>
                    <a:pt x="0" y="4"/>
                    <a:pt x="1" y="4"/>
                    <a:pt x="0" y="4"/>
                  </a:cubicBezTo>
                  <a:cubicBezTo>
                    <a:pt x="0" y="4"/>
                    <a:pt x="0" y="4"/>
                    <a:pt x="0" y="4"/>
                  </a:cubicBezTo>
                  <a:cubicBezTo>
                    <a:pt x="0" y="4"/>
                    <a:pt x="0" y="3"/>
                    <a:pt x="0" y="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66" name="Spain">
              <a:extLst>
                <a:ext uri="{FF2B5EF4-FFF2-40B4-BE49-F238E27FC236}">
                  <a16:creationId xmlns:a16="http://schemas.microsoft.com/office/drawing/2014/main" id="{41A2EDF4-9573-B6F6-089F-65AC87197E8D}"/>
                </a:ext>
              </a:extLst>
            </p:cNvPr>
            <p:cNvSpPr>
              <a:spLocks noEditPoints="1"/>
            </p:cNvSpPr>
            <p:nvPr/>
          </p:nvSpPr>
          <p:spPr bwMode="auto">
            <a:xfrm>
              <a:off x="5102704" y="2338862"/>
              <a:ext cx="757667" cy="631226"/>
            </a:xfrm>
            <a:custGeom>
              <a:avLst/>
              <a:gdLst/>
              <a:ahLst/>
              <a:cxnLst>
                <a:cxn ang="0">
                  <a:pos x="40" y="166"/>
                </a:cxn>
                <a:cxn ang="0">
                  <a:pos x="41" y="169"/>
                </a:cxn>
                <a:cxn ang="0">
                  <a:pos x="18" y="167"/>
                </a:cxn>
                <a:cxn ang="0">
                  <a:pos x="18" y="170"/>
                </a:cxn>
                <a:cxn ang="0">
                  <a:pos x="2" y="178"/>
                </a:cxn>
                <a:cxn ang="0">
                  <a:pos x="41" y="164"/>
                </a:cxn>
                <a:cxn ang="0">
                  <a:pos x="26" y="172"/>
                </a:cxn>
                <a:cxn ang="0">
                  <a:pos x="27" y="174"/>
                </a:cxn>
                <a:cxn ang="0">
                  <a:pos x="188" y="53"/>
                </a:cxn>
                <a:cxn ang="0">
                  <a:pos x="212" y="41"/>
                </a:cxn>
                <a:cxn ang="0">
                  <a:pos x="210" y="43"/>
                </a:cxn>
                <a:cxn ang="0">
                  <a:pos x="204" y="43"/>
                </a:cxn>
                <a:cxn ang="0">
                  <a:pos x="197" y="47"/>
                </a:cxn>
                <a:cxn ang="0">
                  <a:pos x="205" y="44"/>
                </a:cxn>
                <a:cxn ang="0">
                  <a:pos x="197" y="15"/>
                </a:cxn>
                <a:cxn ang="0">
                  <a:pos x="189" y="13"/>
                </a:cxn>
                <a:cxn ang="0">
                  <a:pos x="176" y="13"/>
                </a:cxn>
                <a:cxn ang="0">
                  <a:pos x="168" y="10"/>
                </a:cxn>
                <a:cxn ang="0">
                  <a:pos x="160" y="5"/>
                </a:cxn>
                <a:cxn ang="0">
                  <a:pos x="148" y="5"/>
                </a:cxn>
                <a:cxn ang="0">
                  <a:pos x="144" y="4"/>
                </a:cxn>
                <a:cxn ang="0">
                  <a:pos x="130" y="3"/>
                </a:cxn>
                <a:cxn ang="0">
                  <a:pos x="119" y="3"/>
                </a:cxn>
                <a:cxn ang="0">
                  <a:pos x="108" y="2"/>
                </a:cxn>
                <a:cxn ang="0">
                  <a:pos x="104" y="4"/>
                </a:cxn>
                <a:cxn ang="0">
                  <a:pos x="100" y="6"/>
                </a:cxn>
                <a:cxn ang="0">
                  <a:pos x="95" y="9"/>
                </a:cxn>
                <a:cxn ang="0">
                  <a:pos x="97" y="11"/>
                </a:cxn>
                <a:cxn ang="0">
                  <a:pos x="98" y="13"/>
                </a:cxn>
                <a:cxn ang="0">
                  <a:pos x="98" y="16"/>
                </a:cxn>
                <a:cxn ang="0">
                  <a:pos x="99" y="17"/>
                </a:cxn>
                <a:cxn ang="0">
                  <a:pos x="97" y="21"/>
                </a:cxn>
                <a:cxn ang="0">
                  <a:pos x="103" y="21"/>
                </a:cxn>
                <a:cxn ang="0">
                  <a:pos x="110" y="22"/>
                </a:cxn>
                <a:cxn ang="0">
                  <a:pos x="117" y="21"/>
                </a:cxn>
                <a:cxn ang="0">
                  <a:pos x="119" y="27"/>
                </a:cxn>
                <a:cxn ang="0">
                  <a:pos x="114" y="35"/>
                </a:cxn>
                <a:cxn ang="0">
                  <a:pos x="112" y="45"/>
                </a:cxn>
                <a:cxn ang="0">
                  <a:pos x="111" y="51"/>
                </a:cxn>
                <a:cxn ang="0">
                  <a:pos x="109" y="60"/>
                </a:cxn>
                <a:cxn ang="0">
                  <a:pos x="107" y="66"/>
                </a:cxn>
                <a:cxn ang="0">
                  <a:pos x="111" y="73"/>
                </a:cxn>
                <a:cxn ang="0">
                  <a:pos x="117" y="76"/>
                </a:cxn>
                <a:cxn ang="0">
                  <a:pos x="117" y="82"/>
                </a:cxn>
                <a:cxn ang="0">
                  <a:pos x="123" y="85"/>
                </a:cxn>
                <a:cxn ang="0">
                  <a:pos x="136" y="78"/>
                </a:cxn>
                <a:cxn ang="0">
                  <a:pos x="148" y="78"/>
                </a:cxn>
                <a:cxn ang="0">
                  <a:pos x="157" y="75"/>
                </a:cxn>
                <a:cxn ang="0">
                  <a:pos x="164" y="69"/>
                </a:cxn>
                <a:cxn ang="0">
                  <a:pos x="167" y="66"/>
                </a:cxn>
                <a:cxn ang="0">
                  <a:pos x="172" y="58"/>
                </a:cxn>
                <a:cxn ang="0">
                  <a:pos x="175" y="43"/>
                </a:cxn>
                <a:cxn ang="0">
                  <a:pos x="183" y="34"/>
                </a:cxn>
                <a:cxn ang="0">
                  <a:pos x="192" y="28"/>
                </a:cxn>
                <a:cxn ang="0">
                  <a:pos x="204" y="19"/>
                </a:cxn>
              </a:cxnLst>
              <a:rect l="0" t="0" r="r" b="b"/>
              <a:pathLst>
                <a:path w="214" h="178">
                  <a:moveTo>
                    <a:pt x="5" y="165"/>
                  </a:moveTo>
                  <a:cubicBezTo>
                    <a:pt x="5" y="166"/>
                    <a:pt x="5" y="167"/>
                    <a:pt x="4" y="168"/>
                  </a:cubicBezTo>
                  <a:cubicBezTo>
                    <a:pt x="4" y="168"/>
                    <a:pt x="4" y="169"/>
                    <a:pt x="4" y="168"/>
                  </a:cubicBezTo>
                  <a:cubicBezTo>
                    <a:pt x="3" y="168"/>
                    <a:pt x="4" y="168"/>
                    <a:pt x="3" y="167"/>
                  </a:cubicBezTo>
                  <a:cubicBezTo>
                    <a:pt x="3" y="166"/>
                    <a:pt x="2" y="165"/>
                    <a:pt x="3" y="164"/>
                  </a:cubicBezTo>
                  <a:cubicBezTo>
                    <a:pt x="4" y="164"/>
                    <a:pt x="5" y="164"/>
                    <a:pt x="5" y="165"/>
                  </a:cubicBezTo>
                  <a:close/>
                  <a:moveTo>
                    <a:pt x="40" y="166"/>
                  </a:moveTo>
                  <a:cubicBezTo>
                    <a:pt x="39" y="167"/>
                    <a:pt x="39" y="168"/>
                    <a:pt x="38" y="169"/>
                  </a:cubicBezTo>
                  <a:cubicBezTo>
                    <a:pt x="38" y="170"/>
                    <a:pt x="38" y="171"/>
                    <a:pt x="37" y="172"/>
                  </a:cubicBezTo>
                  <a:cubicBezTo>
                    <a:pt x="37" y="172"/>
                    <a:pt x="36" y="172"/>
                    <a:pt x="36" y="172"/>
                  </a:cubicBezTo>
                  <a:cubicBezTo>
                    <a:pt x="35" y="172"/>
                    <a:pt x="35" y="172"/>
                    <a:pt x="35" y="173"/>
                  </a:cubicBezTo>
                  <a:cubicBezTo>
                    <a:pt x="35" y="173"/>
                    <a:pt x="36" y="173"/>
                    <a:pt x="36" y="173"/>
                  </a:cubicBezTo>
                  <a:cubicBezTo>
                    <a:pt x="37" y="172"/>
                    <a:pt x="38" y="172"/>
                    <a:pt x="39" y="171"/>
                  </a:cubicBezTo>
                  <a:cubicBezTo>
                    <a:pt x="40" y="171"/>
                    <a:pt x="41" y="170"/>
                    <a:pt x="41" y="169"/>
                  </a:cubicBezTo>
                  <a:cubicBezTo>
                    <a:pt x="41" y="169"/>
                    <a:pt x="42" y="167"/>
                    <a:pt x="41" y="166"/>
                  </a:cubicBezTo>
                  <a:cubicBezTo>
                    <a:pt x="41" y="165"/>
                    <a:pt x="40" y="165"/>
                    <a:pt x="40" y="166"/>
                  </a:cubicBezTo>
                  <a:close/>
                  <a:moveTo>
                    <a:pt x="9" y="171"/>
                  </a:moveTo>
                  <a:cubicBezTo>
                    <a:pt x="8" y="171"/>
                    <a:pt x="8" y="173"/>
                    <a:pt x="9" y="173"/>
                  </a:cubicBezTo>
                  <a:cubicBezTo>
                    <a:pt x="10" y="173"/>
                    <a:pt x="11" y="173"/>
                    <a:pt x="11" y="172"/>
                  </a:cubicBezTo>
                  <a:cubicBezTo>
                    <a:pt x="10" y="172"/>
                    <a:pt x="10" y="171"/>
                    <a:pt x="9" y="171"/>
                  </a:cubicBezTo>
                  <a:close/>
                  <a:moveTo>
                    <a:pt x="18" y="167"/>
                  </a:moveTo>
                  <a:cubicBezTo>
                    <a:pt x="17" y="167"/>
                    <a:pt x="17" y="169"/>
                    <a:pt x="16" y="169"/>
                  </a:cubicBezTo>
                  <a:cubicBezTo>
                    <a:pt x="15" y="169"/>
                    <a:pt x="14" y="169"/>
                    <a:pt x="13" y="169"/>
                  </a:cubicBezTo>
                  <a:cubicBezTo>
                    <a:pt x="12" y="170"/>
                    <a:pt x="13" y="171"/>
                    <a:pt x="13" y="171"/>
                  </a:cubicBezTo>
                  <a:cubicBezTo>
                    <a:pt x="13" y="172"/>
                    <a:pt x="14" y="172"/>
                    <a:pt x="14" y="173"/>
                  </a:cubicBezTo>
                  <a:cubicBezTo>
                    <a:pt x="14" y="173"/>
                    <a:pt x="14" y="174"/>
                    <a:pt x="14" y="174"/>
                  </a:cubicBezTo>
                  <a:cubicBezTo>
                    <a:pt x="15" y="173"/>
                    <a:pt x="16" y="173"/>
                    <a:pt x="17" y="172"/>
                  </a:cubicBezTo>
                  <a:cubicBezTo>
                    <a:pt x="17" y="171"/>
                    <a:pt x="17" y="170"/>
                    <a:pt x="18" y="170"/>
                  </a:cubicBezTo>
                  <a:cubicBezTo>
                    <a:pt x="18" y="169"/>
                    <a:pt x="20" y="168"/>
                    <a:pt x="20" y="168"/>
                  </a:cubicBezTo>
                  <a:cubicBezTo>
                    <a:pt x="20" y="167"/>
                    <a:pt x="19" y="167"/>
                    <a:pt x="18" y="167"/>
                  </a:cubicBezTo>
                  <a:close/>
                  <a:moveTo>
                    <a:pt x="2" y="176"/>
                  </a:moveTo>
                  <a:cubicBezTo>
                    <a:pt x="1" y="176"/>
                    <a:pt x="1" y="176"/>
                    <a:pt x="1" y="176"/>
                  </a:cubicBezTo>
                  <a:cubicBezTo>
                    <a:pt x="1" y="176"/>
                    <a:pt x="0" y="176"/>
                    <a:pt x="0" y="176"/>
                  </a:cubicBezTo>
                  <a:cubicBezTo>
                    <a:pt x="0" y="177"/>
                    <a:pt x="1" y="177"/>
                    <a:pt x="1" y="177"/>
                  </a:cubicBezTo>
                  <a:cubicBezTo>
                    <a:pt x="1" y="177"/>
                    <a:pt x="1" y="177"/>
                    <a:pt x="2" y="178"/>
                  </a:cubicBezTo>
                  <a:cubicBezTo>
                    <a:pt x="2" y="177"/>
                    <a:pt x="3" y="176"/>
                    <a:pt x="3" y="176"/>
                  </a:cubicBezTo>
                  <a:cubicBezTo>
                    <a:pt x="3" y="175"/>
                    <a:pt x="2" y="176"/>
                    <a:pt x="2" y="176"/>
                  </a:cubicBezTo>
                  <a:close/>
                  <a:moveTo>
                    <a:pt x="45" y="160"/>
                  </a:moveTo>
                  <a:cubicBezTo>
                    <a:pt x="45" y="160"/>
                    <a:pt x="45" y="161"/>
                    <a:pt x="44" y="161"/>
                  </a:cubicBezTo>
                  <a:cubicBezTo>
                    <a:pt x="44" y="161"/>
                    <a:pt x="44" y="161"/>
                    <a:pt x="44" y="161"/>
                  </a:cubicBezTo>
                  <a:cubicBezTo>
                    <a:pt x="43" y="161"/>
                    <a:pt x="42" y="162"/>
                    <a:pt x="42" y="162"/>
                  </a:cubicBezTo>
                  <a:cubicBezTo>
                    <a:pt x="42" y="163"/>
                    <a:pt x="42" y="163"/>
                    <a:pt x="41" y="164"/>
                  </a:cubicBezTo>
                  <a:cubicBezTo>
                    <a:pt x="41" y="164"/>
                    <a:pt x="42" y="164"/>
                    <a:pt x="42" y="164"/>
                  </a:cubicBezTo>
                  <a:cubicBezTo>
                    <a:pt x="43" y="164"/>
                    <a:pt x="43" y="164"/>
                    <a:pt x="44" y="163"/>
                  </a:cubicBezTo>
                  <a:cubicBezTo>
                    <a:pt x="44" y="163"/>
                    <a:pt x="45" y="163"/>
                    <a:pt x="45" y="162"/>
                  </a:cubicBezTo>
                  <a:cubicBezTo>
                    <a:pt x="45" y="162"/>
                    <a:pt x="46" y="161"/>
                    <a:pt x="46" y="161"/>
                  </a:cubicBezTo>
                  <a:cubicBezTo>
                    <a:pt x="46" y="160"/>
                    <a:pt x="45" y="160"/>
                    <a:pt x="45" y="160"/>
                  </a:cubicBezTo>
                  <a:close/>
                  <a:moveTo>
                    <a:pt x="26" y="173"/>
                  </a:moveTo>
                  <a:cubicBezTo>
                    <a:pt x="26" y="173"/>
                    <a:pt x="26" y="172"/>
                    <a:pt x="26" y="172"/>
                  </a:cubicBezTo>
                  <a:cubicBezTo>
                    <a:pt x="26" y="172"/>
                    <a:pt x="26" y="172"/>
                    <a:pt x="26" y="172"/>
                  </a:cubicBezTo>
                  <a:cubicBezTo>
                    <a:pt x="25" y="172"/>
                    <a:pt x="25" y="172"/>
                    <a:pt x="24" y="172"/>
                  </a:cubicBezTo>
                  <a:cubicBezTo>
                    <a:pt x="23" y="172"/>
                    <a:pt x="24" y="173"/>
                    <a:pt x="23" y="173"/>
                  </a:cubicBezTo>
                  <a:cubicBezTo>
                    <a:pt x="22" y="174"/>
                    <a:pt x="22" y="174"/>
                    <a:pt x="22" y="175"/>
                  </a:cubicBezTo>
                  <a:cubicBezTo>
                    <a:pt x="23" y="176"/>
                    <a:pt x="24" y="176"/>
                    <a:pt x="24" y="176"/>
                  </a:cubicBezTo>
                  <a:cubicBezTo>
                    <a:pt x="25" y="176"/>
                    <a:pt x="26" y="176"/>
                    <a:pt x="26" y="176"/>
                  </a:cubicBezTo>
                  <a:cubicBezTo>
                    <a:pt x="26" y="175"/>
                    <a:pt x="26" y="175"/>
                    <a:pt x="27" y="174"/>
                  </a:cubicBezTo>
                  <a:cubicBezTo>
                    <a:pt x="27" y="174"/>
                    <a:pt x="26" y="173"/>
                    <a:pt x="26" y="173"/>
                  </a:cubicBezTo>
                  <a:close/>
                  <a:moveTo>
                    <a:pt x="186" y="53"/>
                  </a:moveTo>
                  <a:cubicBezTo>
                    <a:pt x="186" y="53"/>
                    <a:pt x="186" y="53"/>
                    <a:pt x="185" y="53"/>
                  </a:cubicBezTo>
                  <a:cubicBezTo>
                    <a:pt x="185" y="53"/>
                    <a:pt x="185" y="54"/>
                    <a:pt x="186" y="54"/>
                  </a:cubicBezTo>
                  <a:cubicBezTo>
                    <a:pt x="186" y="54"/>
                    <a:pt x="187" y="53"/>
                    <a:pt x="187" y="54"/>
                  </a:cubicBezTo>
                  <a:cubicBezTo>
                    <a:pt x="187" y="54"/>
                    <a:pt x="187" y="54"/>
                    <a:pt x="187" y="53"/>
                  </a:cubicBezTo>
                  <a:cubicBezTo>
                    <a:pt x="188" y="53"/>
                    <a:pt x="188" y="53"/>
                    <a:pt x="188" y="53"/>
                  </a:cubicBezTo>
                  <a:cubicBezTo>
                    <a:pt x="189" y="52"/>
                    <a:pt x="189" y="52"/>
                    <a:pt x="189" y="52"/>
                  </a:cubicBezTo>
                  <a:cubicBezTo>
                    <a:pt x="189" y="50"/>
                    <a:pt x="186" y="52"/>
                    <a:pt x="186" y="53"/>
                  </a:cubicBezTo>
                  <a:close/>
                  <a:moveTo>
                    <a:pt x="214" y="43"/>
                  </a:moveTo>
                  <a:cubicBezTo>
                    <a:pt x="213" y="43"/>
                    <a:pt x="213" y="43"/>
                    <a:pt x="213" y="42"/>
                  </a:cubicBezTo>
                  <a:cubicBezTo>
                    <a:pt x="213" y="42"/>
                    <a:pt x="213" y="42"/>
                    <a:pt x="213" y="42"/>
                  </a:cubicBezTo>
                  <a:cubicBezTo>
                    <a:pt x="213" y="42"/>
                    <a:pt x="213" y="42"/>
                    <a:pt x="213" y="42"/>
                  </a:cubicBezTo>
                  <a:cubicBezTo>
                    <a:pt x="213" y="41"/>
                    <a:pt x="212" y="41"/>
                    <a:pt x="212" y="41"/>
                  </a:cubicBezTo>
                  <a:cubicBezTo>
                    <a:pt x="212" y="41"/>
                    <a:pt x="212" y="41"/>
                    <a:pt x="212" y="41"/>
                  </a:cubicBezTo>
                  <a:cubicBezTo>
                    <a:pt x="212" y="41"/>
                    <a:pt x="212" y="41"/>
                    <a:pt x="212" y="41"/>
                  </a:cubicBezTo>
                  <a:cubicBezTo>
                    <a:pt x="212" y="41"/>
                    <a:pt x="211" y="41"/>
                    <a:pt x="211" y="41"/>
                  </a:cubicBezTo>
                  <a:cubicBezTo>
                    <a:pt x="211" y="41"/>
                    <a:pt x="210" y="41"/>
                    <a:pt x="210" y="41"/>
                  </a:cubicBezTo>
                  <a:cubicBezTo>
                    <a:pt x="210" y="41"/>
                    <a:pt x="209" y="41"/>
                    <a:pt x="209" y="42"/>
                  </a:cubicBezTo>
                  <a:cubicBezTo>
                    <a:pt x="209" y="42"/>
                    <a:pt x="209" y="42"/>
                    <a:pt x="209" y="42"/>
                  </a:cubicBezTo>
                  <a:cubicBezTo>
                    <a:pt x="209" y="43"/>
                    <a:pt x="209" y="43"/>
                    <a:pt x="210" y="43"/>
                  </a:cubicBezTo>
                  <a:cubicBezTo>
                    <a:pt x="211" y="43"/>
                    <a:pt x="212" y="44"/>
                    <a:pt x="213" y="44"/>
                  </a:cubicBezTo>
                  <a:cubicBezTo>
                    <a:pt x="214" y="44"/>
                    <a:pt x="214" y="43"/>
                    <a:pt x="213" y="43"/>
                  </a:cubicBezTo>
                  <a:cubicBezTo>
                    <a:pt x="213" y="43"/>
                    <a:pt x="214" y="43"/>
                    <a:pt x="214" y="43"/>
                  </a:cubicBezTo>
                  <a:close/>
                  <a:moveTo>
                    <a:pt x="205" y="44"/>
                  </a:moveTo>
                  <a:cubicBezTo>
                    <a:pt x="205" y="44"/>
                    <a:pt x="204" y="45"/>
                    <a:pt x="203" y="44"/>
                  </a:cubicBezTo>
                  <a:cubicBezTo>
                    <a:pt x="203" y="44"/>
                    <a:pt x="203" y="44"/>
                    <a:pt x="203" y="44"/>
                  </a:cubicBezTo>
                  <a:cubicBezTo>
                    <a:pt x="204" y="44"/>
                    <a:pt x="204" y="43"/>
                    <a:pt x="204" y="43"/>
                  </a:cubicBezTo>
                  <a:cubicBezTo>
                    <a:pt x="204" y="43"/>
                    <a:pt x="203" y="43"/>
                    <a:pt x="203" y="43"/>
                  </a:cubicBezTo>
                  <a:cubicBezTo>
                    <a:pt x="203" y="43"/>
                    <a:pt x="204" y="43"/>
                    <a:pt x="204" y="42"/>
                  </a:cubicBezTo>
                  <a:cubicBezTo>
                    <a:pt x="203" y="42"/>
                    <a:pt x="203" y="43"/>
                    <a:pt x="202" y="43"/>
                  </a:cubicBezTo>
                  <a:cubicBezTo>
                    <a:pt x="202" y="43"/>
                    <a:pt x="202" y="43"/>
                    <a:pt x="201" y="43"/>
                  </a:cubicBezTo>
                  <a:cubicBezTo>
                    <a:pt x="200" y="43"/>
                    <a:pt x="199" y="44"/>
                    <a:pt x="198" y="45"/>
                  </a:cubicBezTo>
                  <a:cubicBezTo>
                    <a:pt x="198" y="45"/>
                    <a:pt x="195" y="46"/>
                    <a:pt x="196" y="47"/>
                  </a:cubicBezTo>
                  <a:cubicBezTo>
                    <a:pt x="196" y="47"/>
                    <a:pt x="197" y="47"/>
                    <a:pt x="197" y="47"/>
                  </a:cubicBezTo>
                  <a:cubicBezTo>
                    <a:pt x="197" y="47"/>
                    <a:pt x="197" y="48"/>
                    <a:pt x="197" y="48"/>
                  </a:cubicBezTo>
                  <a:cubicBezTo>
                    <a:pt x="198" y="47"/>
                    <a:pt x="199" y="46"/>
                    <a:pt x="199" y="47"/>
                  </a:cubicBezTo>
                  <a:cubicBezTo>
                    <a:pt x="200" y="48"/>
                    <a:pt x="199" y="49"/>
                    <a:pt x="200" y="49"/>
                  </a:cubicBezTo>
                  <a:cubicBezTo>
                    <a:pt x="201" y="49"/>
                    <a:pt x="201" y="49"/>
                    <a:pt x="202" y="49"/>
                  </a:cubicBezTo>
                  <a:cubicBezTo>
                    <a:pt x="202" y="49"/>
                    <a:pt x="202" y="50"/>
                    <a:pt x="202" y="50"/>
                  </a:cubicBezTo>
                  <a:cubicBezTo>
                    <a:pt x="203" y="50"/>
                    <a:pt x="204" y="49"/>
                    <a:pt x="204" y="48"/>
                  </a:cubicBezTo>
                  <a:cubicBezTo>
                    <a:pt x="204" y="47"/>
                    <a:pt x="207" y="45"/>
                    <a:pt x="205" y="44"/>
                  </a:cubicBezTo>
                  <a:close/>
                  <a:moveTo>
                    <a:pt x="204" y="15"/>
                  </a:moveTo>
                  <a:cubicBezTo>
                    <a:pt x="204" y="15"/>
                    <a:pt x="203" y="15"/>
                    <a:pt x="203" y="15"/>
                  </a:cubicBezTo>
                  <a:cubicBezTo>
                    <a:pt x="203" y="15"/>
                    <a:pt x="202" y="15"/>
                    <a:pt x="202" y="15"/>
                  </a:cubicBezTo>
                  <a:cubicBezTo>
                    <a:pt x="201" y="15"/>
                    <a:pt x="201" y="15"/>
                    <a:pt x="200" y="15"/>
                  </a:cubicBezTo>
                  <a:cubicBezTo>
                    <a:pt x="200" y="16"/>
                    <a:pt x="199" y="16"/>
                    <a:pt x="200" y="16"/>
                  </a:cubicBezTo>
                  <a:cubicBezTo>
                    <a:pt x="200" y="16"/>
                    <a:pt x="199" y="16"/>
                    <a:pt x="198" y="16"/>
                  </a:cubicBezTo>
                  <a:cubicBezTo>
                    <a:pt x="198" y="16"/>
                    <a:pt x="197" y="16"/>
                    <a:pt x="197" y="15"/>
                  </a:cubicBezTo>
                  <a:cubicBezTo>
                    <a:pt x="196" y="15"/>
                    <a:pt x="195" y="15"/>
                    <a:pt x="195" y="16"/>
                  </a:cubicBezTo>
                  <a:cubicBezTo>
                    <a:pt x="195" y="16"/>
                    <a:pt x="194" y="16"/>
                    <a:pt x="194" y="16"/>
                  </a:cubicBezTo>
                  <a:cubicBezTo>
                    <a:pt x="194" y="16"/>
                    <a:pt x="193" y="15"/>
                    <a:pt x="193" y="15"/>
                  </a:cubicBezTo>
                  <a:cubicBezTo>
                    <a:pt x="193" y="15"/>
                    <a:pt x="192" y="15"/>
                    <a:pt x="192" y="15"/>
                  </a:cubicBezTo>
                  <a:cubicBezTo>
                    <a:pt x="191" y="14"/>
                    <a:pt x="190" y="16"/>
                    <a:pt x="189" y="15"/>
                  </a:cubicBezTo>
                  <a:cubicBezTo>
                    <a:pt x="189" y="15"/>
                    <a:pt x="189" y="14"/>
                    <a:pt x="189" y="14"/>
                  </a:cubicBezTo>
                  <a:cubicBezTo>
                    <a:pt x="189" y="14"/>
                    <a:pt x="189" y="13"/>
                    <a:pt x="189" y="13"/>
                  </a:cubicBezTo>
                  <a:cubicBezTo>
                    <a:pt x="188" y="12"/>
                    <a:pt x="187" y="13"/>
                    <a:pt x="186" y="12"/>
                  </a:cubicBezTo>
                  <a:cubicBezTo>
                    <a:pt x="186" y="11"/>
                    <a:pt x="185" y="12"/>
                    <a:pt x="185" y="11"/>
                  </a:cubicBezTo>
                  <a:cubicBezTo>
                    <a:pt x="184" y="11"/>
                    <a:pt x="184" y="11"/>
                    <a:pt x="183" y="11"/>
                  </a:cubicBezTo>
                  <a:cubicBezTo>
                    <a:pt x="182" y="10"/>
                    <a:pt x="182" y="12"/>
                    <a:pt x="182" y="13"/>
                  </a:cubicBezTo>
                  <a:cubicBezTo>
                    <a:pt x="181" y="12"/>
                    <a:pt x="180" y="13"/>
                    <a:pt x="180" y="12"/>
                  </a:cubicBezTo>
                  <a:cubicBezTo>
                    <a:pt x="179" y="12"/>
                    <a:pt x="179" y="13"/>
                    <a:pt x="178" y="12"/>
                  </a:cubicBezTo>
                  <a:cubicBezTo>
                    <a:pt x="178" y="12"/>
                    <a:pt x="177" y="13"/>
                    <a:pt x="176" y="13"/>
                  </a:cubicBezTo>
                  <a:cubicBezTo>
                    <a:pt x="176" y="13"/>
                    <a:pt x="175" y="12"/>
                    <a:pt x="175" y="11"/>
                  </a:cubicBezTo>
                  <a:cubicBezTo>
                    <a:pt x="174" y="12"/>
                    <a:pt x="174" y="11"/>
                    <a:pt x="173" y="11"/>
                  </a:cubicBezTo>
                  <a:cubicBezTo>
                    <a:pt x="173" y="11"/>
                    <a:pt x="172" y="11"/>
                    <a:pt x="172" y="11"/>
                  </a:cubicBezTo>
                  <a:cubicBezTo>
                    <a:pt x="171" y="12"/>
                    <a:pt x="171" y="11"/>
                    <a:pt x="171" y="11"/>
                  </a:cubicBezTo>
                  <a:cubicBezTo>
                    <a:pt x="171" y="11"/>
                    <a:pt x="170" y="11"/>
                    <a:pt x="170" y="10"/>
                  </a:cubicBezTo>
                  <a:cubicBezTo>
                    <a:pt x="170" y="10"/>
                    <a:pt x="170" y="10"/>
                    <a:pt x="170" y="10"/>
                  </a:cubicBezTo>
                  <a:cubicBezTo>
                    <a:pt x="170" y="9"/>
                    <a:pt x="169" y="10"/>
                    <a:pt x="168" y="10"/>
                  </a:cubicBezTo>
                  <a:cubicBezTo>
                    <a:pt x="168" y="10"/>
                    <a:pt x="167" y="9"/>
                    <a:pt x="167" y="9"/>
                  </a:cubicBezTo>
                  <a:cubicBezTo>
                    <a:pt x="167" y="9"/>
                    <a:pt x="165" y="8"/>
                    <a:pt x="165" y="8"/>
                  </a:cubicBezTo>
                  <a:cubicBezTo>
                    <a:pt x="165" y="8"/>
                    <a:pt x="165" y="9"/>
                    <a:pt x="164" y="9"/>
                  </a:cubicBezTo>
                  <a:cubicBezTo>
                    <a:pt x="163" y="9"/>
                    <a:pt x="164" y="8"/>
                    <a:pt x="164" y="7"/>
                  </a:cubicBezTo>
                  <a:cubicBezTo>
                    <a:pt x="165" y="6"/>
                    <a:pt x="164" y="6"/>
                    <a:pt x="163" y="6"/>
                  </a:cubicBezTo>
                  <a:cubicBezTo>
                    <a:pt x="162" y="6"/>
                    <a:pt x="162" y="6"/>
                    <a:pt x="161" y="6"/>
                  </a:cubicBezTo>
                  <a:cubicBezTo>
                    <a:pt x="161" y="5"/>
                    <a:pt x="161" y="5"/>
                    <a:pt x="160" y="5"/>
                  </a:cubicBezTo>
                  <a:cubicBezTo>
                    <a:pt x="160" y="6"/>
                    <a:pt x="159" y="6"/>
                    <a:pt x="158" y="6"/>
                  </a:cubicBezTo>
                  <a:cubicBezTo>
                    <a:pt x="157" y="6"/>
                    <a:pt x="156" y="6"/>
                    <a:pt x="155" y="5"/>
                  </a:cubicBezTo>
                  <a:cubicBezTo>
                    <a:pt x="155" y="5"/>
                    <a:pt x="153" y="4"/>
                    <a:pt x="153" y="5"/>
                  </a:cubicBezTo>
                  <a:cubicBezTo>
                    <a:pt x="153" y="4"/>
                    <a:pt x="152" y="4"/>
                    <a:pt x="151" y="4"/>
                  </a:cubicBezTo>
                  <a:cubicBezTo>
                    <a:pt x="151" y="5"/>
                    <a:pt x="151" y="5"/>
                    <a:pt x="150" y="5"/>
                  </a:cubicBezTo>
                  <a:cubicBezTo>
                    <a:pt x="150" y="5"/>
                    <a:pt x="150" y="6"/>
                    <a:pt x="150" y="6"/>
                  </a:cubicBezTo>
                  <a:cubicBezTo>
                    <a:pt x="150" y="6"/>
                    <a:pt x="149" y="5"/>
                    <a:pt x="148" y="5"/>
                  </a:cubicBezTo>
                  <a:cubicBezTo>
                    <a:pt x="148" y="5"/>
                    <a:pt x="147" y="5"/>
                    <a:pt x="146" y="4"/>
                  </a:cubicBezTo>
                  <a:cubicBezTo>
                    <a:pt x="146" y="5"/>
                    <a:pt x="146" y="5"/>
                    <a:pt x="146" y="5"/>
                  </a:cubicBezTo>
                  <a:cubicBezTo>
                    <a:pt x="146" y="4"/>
                    <a:pt x="146" y="5"/>
                    <a:pt x="147" y="4"/>
                  </a:cubicBezTo>
                  <a:cubicBezTo>
                    <a:pt x="147" y="4"/>
                    <a:pt x="146" y="4"/>
                    <a:pt x="145" y="4"/>
                  </a:cubicBezTo>
                  <a:cubicBezTo>
                    <a:pt x="145" y="4"/>
                    <a:pt x="145" y="4"/>
                    <a:pt x="144" y="4"/>
                  </a:cubicBezTo>
                  <a:cubicBezTo>
                    <a:pt x="144" y="4"/>
                    <a:pt x="144" y="5"/>
                    <a:pt x="143" y="5"/>
                  </a:cubicBezTo>
                  <a:cubicBezTo>
                    <a:pt x="143" y="4"/>
                    <a:pt x="143" y="4"/>
                    <a:pt x="144" y="4"/>
                  </a:cubicBezTo>
                  <a:cubicBezTo>
                    <a:pt x="143" y="3"/>
                    <a:pt x="142" y="4"/>
                    <a:pt x="142" y="4"/>
                  </a:cubicBezTo>
                  <a:cubicBezTo>
                    <a:pt x="142" y="4"/>
                    <a:pt x="141" y="4"/>
                    <a:pt x="141" y="5"/>
                  </a:cubicBezTo>
                  <a:cubicBezTo>
                    <a:pt x="141" y="4"/>
                    <a:pt x="138" y="5"/>
                    <a:pt x="138" y="5"/>
                  </a:cubicBezTo>
                  <a:cubicBezTo>
                    <a:pt x="138" y="5"/>
                    <a:pt x="137" y="5"/>
                    <a:pt x="136" y="5"/>
                  </a:cubicBezTo>
                  <a:cubicBezTo>
                    <a:pt x="135" y="5"/>
                    <a:pt x="134" y="4"/>
                    <a:pt x="133" y="4"/>
                  </a:cubicBezTo>
                  <a:cubicBezTo>
                    <a:pt x="133" y="4"/>
                    <a:pt x="132" y="4"/>
                    <a:pt x="131" y="4"/>
                  </a:cubicBezTo>
                  <a:cubicBezTo>
                    <a:pt x="130" y="4"/>
                    <a:pt x="130" y="3"/>
                    <a:pt x="130" y="3"/>
                  </a:cubicBezTo>
                  <a:cubicBezTo>
                    <a:pt x="129" y="3"/>
                    <a:pt x="129" y="4"/>
                    <a:pt x="129" y="4"/>
                  </a:cubicBezTo>
                  <a:cubicBezTo>
                    <a:pt x="130" y="3"/>
                    <a:pt x="128" y="3"/>
                    <a:pt x="128" y="3"/>
                  </a:cubicBezTo>
                  <a:cubicBezTo>
                    <a:pt x="127" y="3"/>
                    <a:pt x="127" y="3"/>
                    <a:pt x="126" y="2"/>
                  </a:cubicBezTo>
                  <a:cubicBezTo>
                    <a:pt x="126" y="2"/>
                    <a:pt x="125" y="3"/>
                    <a:pt x="124" y="3"/>
                  </a:cubicBezTo>
                  <a:cubicBezTo>
                    <a:pt x="124" y="3"/>
                    <a:pt x="123" y="3"/>
                    <a:pt x="123" y="3"/>
                  </a:cubicBezTo>
                  <a:cubicBezTo>
                    <a:pt x="123" y="3"/>
                    <a:pt x="122" y="3"/>
                    <a:pt x="122" y="3"/>
                  </a:cubicBezTo>
                  <a:cubicBezTo>
                    <a:pt x="121" y="3"/>
                    <a:pt x="120" y="3"/>
                    <a:pt x="119" y="3"/>
                  </a:cubicBezTo>
                  <a:cubicBezTo>
                    <a:pt x="118" y="3"/>
                    <a:pt x="115" y="2"/>
                    <a:pt x="115" y="4"/>
                  </a:cubicBezTo>
                  <a:cubicBezTo>
                    <a:pt x="115" y="4"/>
                    <a:pt x="115" y="3"/>
                    <a:pt x="115" y="3"/>
                  </a:cubicBezTo>
                  <a:cubicBezTo>
                    <a:pt x="114" y="3"/>
                    <a:pt x="113" y="3"/>
                    <a:pt x="113" y="3"/>
                  </a:cubicBezTo>
                  <a:cubicBezTo>
                    <a:pt x="114" y="2"/>
                    <a:pt x="110" y="0"/>
                    <a:pt x="110" y="2"/>
                  </a:cubicBezTo>
                  <a:cubicBezTo>
                    <a:pt x="110" y="1"/>
                    <a:pt x="110" y="1"/>
                    <a:pt x="109" y="1"/>
                  </a:cubicBezTo>
                  <a:cubicBezTo>
                    <a:pt x="109" y="1"/>
                    <a:pt x="110" y="1"/>
                    <a:pt x="110" y="1"/>
                  </a:cubicBezTo>
                  <a:cubicBezTo>
                    <a:pt x="109" y="1"/>
                    <a:pt x="108" y="2"/>
                    <a:pt x="108" y="2"/>
                  </a:cubicBezTo>
                  <a:cubicBezTo>
                    <a:pt x="108" y="2"/>
                    <a:pt x="108" y="1"/>
                    <a:pt x="108" y="1"/>
                  </a:cubicBezTo>
                  <a:cubicBezTo>
                    <a:pt x="107" y="1"/>
                    <a:pt x="106" y="2"/>
                    <a:pt x="106" y="2"/>
                  </a:cubicBezTo>
                  <a:cubicBezTo>
                    <a:pt x="106" y="2"/>
                    <a:pt x="105" y="2"/>
                    <a:pt x="105" y="3"/>
                  </a:cubicBezTo>
                  <a:cubicBezTo>
                    <a:pt x="105" y="3"/>
                    <a:pt x="104" y="3"/>
                    <a:pt x="104" y="3"/>
                  </a:cubicBezTo>
                  <a:cubicBezTo>
                    <a:pt x="104" y="3"/>
                    <a:pt x="104" y="4"/>
                    <a:pt x="103" y="4"/>
                  </a:cubicBezTo>
                  <a:cubicBezTo>
                    <a:pt x="104" y="4"/>
                    <a:pt x="105" y="4"/>
                    <a:pt x="105" y="4"/>
                  </a:cubicBezTo>
                  <a:cubicBezTo>
                    <a:pt x="105" y="4"/>
                    <a:pt x="104" y="4"/>
                    <a:pt x="104" y="4"/>
                  </a:cubicBezTo>
                  <a:cubicBezTo>
                    <a:pt x="104" y="5"/>
                    <a:pt x="105" y="5"/>
                    <a:pt x="105" y="5"/>
                  </a:cubicBezTo>
                  <a:cubicBezTo>
                    <a:pt x="105" y="5"/>
                    <a:pt x="104" y="5"/>
                    <a:pt x="104" y="6"/>
                  </a:cubicBezTo>
                  <a:cubicBezTo>
                    <a:pt x="104" y="5"/>
                    <a:pt x="104" y="5"/>
                    <a:pt x="104" y="5"/>
                  </a:cubicBezTo>
                  <a:cubicBezTo>
                    <a:pt x="103" y="5"/>
                    <a:pt x="103" y="5"/>
                    <a:pt x="103" y="5"/>
                  </a:cubicBezTo>
                  <a:cubicBezTo>
                    <a:pt x="103" y="5"/>
                    <a:pt x="103" y="5"/>
                    <a:pt x="103" y="5"/>
                  </a:cubicBezTo>
                  <a:cubicBezTo>
                    <a:pt x="102" y="5"/>
                    <a:pt x="102" y="6"/>
                    <a:pt x="101" y="6"/>
                  </a:cubicBezTo>
                  <a:cubicBezTo>
                    <a:pt x="101" y="6"/>
                    <a:pt x="100" y="6"/>
                    <a:pt x="100" y="6"/>
                  </a:cubicBezTo>
                  <a:cubicBezTo>
                    <a:pt x="100" y="6"/>
                    <a:pt x="99" y="5"/>
                    <a:pt x="99" y="6"/>
                  </a:cubicBezTo>
                  <a:cubicBezTo>
                    <a:pt x="99" y="6"/>
                    <a:pt x="98" y="6"/>
                    <a:pt x="98" y="6"/>
                  </a:cubicBezTo>
                  <a:cubicBezTo>
                    <a:pt x="98" y="6"/>
                    <a:pt x="98" y="7"/>
                    <a:pt x="98" y="7"/>
                  </a:cubicBezTo>
                  <a:cubicBezTo>
                    <a:pt x="98" y="7"/>
                    <a:pt x="98" y="7"/>
                    <a:pt x="97" y="7"/>
                  </a:cubicBezTo>
                  <a:cubicBezTo>
                    <a:pt x="97" y="7"/>
                    <a:pt x="97" y="7"/>
                    <a:pt x="96" y="7"/>
                  </a:cubicBezTo>
                  <a:cubicBezTo>
                    <a:pt x="96" y="7"/>
                    <a:pt x="95" y="8"/>
                    <a:pt x="96" y="8"/>
                  </a:cubicBezTo>
                  <a:cubicBezTo>
                    <a:pt x="96" y="8"/>
                    <a:pt x="95" y="8"/>
                    <a:pt x="95" y="9"/>
                  </a:cubicBezTo>
                  <a:cubicBezTo>
                    <a:pt x="95" y="9"/>
                    <a:pt x="95" y="9"/>
                    <a:pt x="95" y="10"/>
                  </a:cubicBezTo>
                  <a:cubicBezTo>
                    <a:pt x="95" y="10"/>
                    <a:pt x="95" y="10"/>
                    <a:pt x="95" y="10"/>
                  </a:cubicBezTo>
                  <a:cubicBezTo>
                    <a:pt x="95" y="10"/>
                    <a:pt x="96" y="10"/>
                    <a:pt x="96" y="10"/>
                  </a:cubicBezTo>
                  <a:cubicBezTo>
                    <a:pt x="96" y="10"/>
                    <a:pt x="96" y="10"/>
                    <a:pt x="96" y="11"/>
                  </a:cubicBezTo>
                  <a:cubicBezTo>
                    <a:pt x="96" y="11"/>
                    <a:pt x="96" y="11"/>
                    <a:pt x="96" y="11"/>
                  </a:cubicBezTo>
                  <a:cubicBezTo>
                    <a:pt x="96" y="11"/>
                    <a:pt x="95" y="12"/>
                    <a:pt x="96" y="12"/>
                  </a:cubicBezTo>
                  <a:cubicBezTo>
                    <a:pt x="96" y="12"/>
                    <a:pt x="97" y="11"/>
                    <a:pt x="97" y="11"/>
                  </a:cubicBezTo>
                  <a:cubicBezTo>
                    <a:pt x="97" y="12"/>
                    <a:pt x="98" y="11"/>
                    <a:pt x="98" y="11"/>
                  </a:cubicBezTo>
                  <a:cubicBezTo>
                    <a:pt x="98" y="11"/>
                    <a:pt x="98" y="11"/>
                    <a:pt x="98" y="12"/>
                  </a:cubicBezTo>
                  <a:cubicBezTo>
                    <a:pt x="98" y="12"/>
                    <a:pt x="97" y="12"/>
                    <a:pt x="97" y="12"/>
                  </a:cubicBezTo>
                  <a:cubicBezTo>
                    <a:pt x="97" y="12"/>
                    <a:pt x="97" y="13"/>
                    <a:pt x="96" y="13"/>
                  </a:cubicBezTo>
                  <a:cubicBezTo>
                    <a:pt x="96" y="14"/>
                    <a:pt x="96" y="13"/>
                    <a:pt x="97" y="14"/>
                  </a:cubicBezTo>
                  <a:cubicBezTo>
                    <a:pt x="97" y="14"/>
                    <a:pt x="96" y="14"/>
                    <a:pt x="97" y="14"/>
                  </a:cubicBezTo>
                  <a:cubicBezTo>
                    <a:pt x="97" y="14"/>
                    <a:pt x="97" y="13"/>
                    <a:pt x="98" y="13"/>
                  </a:cubicBezTo>
                  <a:cubicBezTo>
                    <a:pt x="98" y="13"/>
                    <a:pt x="98" y="13"/>
                    <a:pt x="98" y="13"/>
                  </a:cubicBezTo>
                  <a:cubicBezTo>
                    <a:pt x="98" y="13"/>
                    <a:pt x="98" y="13"/>
                    <a:pt x="98" y="13"/>
                  </a:cubicBezTo>
                  <a:cubicBezTo>
                    <a:pt x="99" y="13"/>
                    <a:pt x="99" y="13"/>
                    <a:pt x="99" y="12"/>
                  </a:cubicBezTo>
                  <a:cubicBezTo>
                    <a:pt x="99" y="13"/>
                    <a:pt x="98" y="14"/>
                    <a:pt x="99" y="15"/>
                  </a:cubicBezTo>
                  <a:cubicBezTo>
                    <a:pt x="98" y="15"/>
                    <a:pt x="98" y="15"/>
                    <a:pt x="98" y="15"/>
                  </a:cubicBezTo>
                  <a:cubicBezTo>
                    <a:pt x="98" y="14"/>
                    <a:pt x="97" y="15"/>
                    <a:pt x="97" y="15"/>
                  </a:cubicBezTo>
                  <a:cubicBezTo>
                    <a:pt x="97" y="15"/>
                    <a:pt x="98" y="16"/>
                    <a:pt x="98" y="16"/>
                  </a:cubicBezTo>
                  <a:cubicBezTo>
                    <a:pt x="99" y="16"/>
                    <a:pt x="99" y="15"/>
                    <a:pt x="100" y="15"/>
                  </a:cubicBezTo>
                  <a:cubicBezTo>
                    <a:pt x="99" y="16"/>
                    <a:pt x="99" y="16"/>
                    <a:pt x="98" y="16"/>
                  </a:cubicBezTo>
                  <a:cubicBezTo>
                    <a:pt x="98" y="16"/>
                    <a:pt x="98" y="17"/>
                    <a:pt x="98" y="17"/>
                  </a:cubicBezTo>
                  <a:cubicBezTo>
                    <a:pt x="98" y="17"/>
                    <a:pt x="98" y="17"/>
                    <a:pt x="98" y="17"/>
                  </a:cubicBezTo>
                  <a:cubicBezTo>
                    <a:pt x="98" y="17"/>
                    <a:pt x="98" y="17"/>
                    <a:pt x="98" y="17"/>
                  </a:cubicBezTo>
                  <a:cubicBezTo>
                    <a:pt x="98" y="17"/>
                    <a:pt x="98" y="17"/>
                    <a:pt x="99" y="17"/>
                  </a:cubicBezTo>
                  <a:cubicBezTo>
                    <a:pt x="99" y="17"/>
                    <a:pt x="99" y="17"/>
                    <a:pt x="99" y="17"/>
                  </a:cubicBezTo>
                  <a:cubicBezTo>
                    <a:pt x="100" y="17"/>
                    <a:pt x="100" y="16"/>
                    <a:pt x="100" y="16"/>
                  </a:cubicBezTo>
                  <a:cubicBezTo>
                    <a:pt x="100" y="16"/>
                    <a:pt x="100" y="17"/>
                    <a:pt x="100" y="17"/>
                  </a:cubicBezTo>
                  <a:cubicBezTo>
                    <a:pt x="100" y="17"/>
                    <a:pt x="99" y="17"/>
                    <a:pt x="99" y="17"/>
                  </a:cubicBezTo>
                  <a:cubicBezTo>
                    <a:pt x="99" y="18"/>
                    <a:pt x="98" y="18"/>
                    <a:pt x="98" y="18"/>
                  </a:cubicBezTo>
                  <a:cubicBezTo>
                    <a:pt x="98" y="19"/>
                    <a:pt x="98" y="19"/>
                    <a:pt x="97" y="19"/>
                  </a:cubicBezTo>
                  <a:cubicBezTo>
                    <a:pt x="97" y="19"/>
                    <a:pt x="97" y="20"/>
                    <a:pt x="97" y="20"/>
                  </a:cubicBezTo>
                  <a:cubicBezTo>
                    <a:pt x="97" y="20"/>
                    <a:pt x="97" y="21"/>
                    <a:pt x="97" y="21"/>
                  </a:cubicBezTo>
                  <a:cubicBezTo>
                    <a:pt x="98" y="21"/>
                    <a:pt x="98" y="21"/>
                    <a:pt x="98" y="21"/>
                  </a:cubicBezTo>
                  <a:cubicBezTo>
                    <a:pt x="99" y="20"/>
                    <a:pt x="100" y="19"/>
                    <a:pt x="101" y="19"/>
                  </a:cubicBezTo>
                  <a:cubicBezTo>
                    <a:pt x="101" y="19"/>
                    <a:pt x="102" y="19"/>
                    <a:pt x="102" y="19"/>
                  </a:cubicBezTo>
                  <a:cubicBezTo>
                    <a:pt x="103" y="19"/>
                    <a:pt x="103" y="19"/>
                    <a:pt x="103" y="18"/>
                  </a:cubicBezTo>
                  <a:cubicBezTo>
                    <a:pt x="104" y="19"/>
                    <a:pt x="103" y="19"/>
                    <a:pt x="104" y="19"/>
                  </a:cubicBezTo>
                  <a:cubicBezTo>
                    <a:pt x="104" y="19"/>
                    <a:pt x="104" y="20"/>
                    <a:pt x="104" y="20"/>
                  </a:cubicBezTo>
                  <a:cubicBezTo>
                    <a:pt x="104" y="20"/>
                    <a:pt x="103" y="21"/>
                    <a:pt x="103" y="21"/>
                  </a:cubicBezTo>
                  <a:cubicBezTo>
                    <a:pt x="103" y="22"/>
                    <a:pt x="104" y="22"/>
                    <a:pt x="104" y="22"/>
                  </a:cubicBezTo>
                  <a:cubicBezTo>
                    <a:pt x="104" y="22"/>
                    <a:pt x="105" y="22"/>
                    <a:pt x="105" y="21"/>
                  </a:cubicBezTo>
                  <a:cubicBezTo>
                    <a:pt x="105" y="21"/>
                    <a:pt x="106" y="21"/>
                    <a:pt x="106" y="21"/>
                  </a:cubicBezTo>
                  <a:cubicBezTo>
                    <a:pt x="106" y="21"/>
                    <a:pt x="106" y="21"/>
                    <a:pt x="106" y="22"/>
                  </a:cubicBezTo>
                  <a:cubicBezTo>
                    <a:pt x="106" y="22"/>
                    <a:pt x="107" y="21"/>
                    <a:pt x="107" y="21"/>
                  </a:cubicBezTo>
                  <a:cubicBezTo>
                    <a:pt x="107" y="21"/>
                    <a:pt x="109" y="21"/>
                    <a:pt x="108" y="22"/>
                  </a:cubicBezTo>
                  <a:cubicBezTo>
                    <a:pt x="109" y="22"/>
                    <a:pt x="110" y="21"/>
                    <a:pt x="110" y="22"/>
                  </a:cubicBezTo>
                  <a:cubicBezTo>
                    <a:pt x="110" y="22"/>
                    <a:pt x="110" y="22"/>
                    <a:pt x="111" y="22"/>
                  </a:cubicBezTo>
                  <a:cubicBezTo>
                    <a:pt x="111" y="22"/>
                    <a:pt x="112" y="22"/>
                    <a:pt x="112" y="21"/>
                  </a:cubicBezTo>
                  <a:cubicBezTo>
                    <a:pt x="113" y="21"/>
                    <a:pt x="112" y="20"/>
                    <a:pt x="113" y="20"/>
                  </a:cubicBezTo>
                  <a:cubicBezTo>
                    <a:pt x="113" y="20"/>
                    <a:pt x="113" y="21"/>
                    <a:pt x="113" y="21"/>
                  </a:cubicBezTo>
                  <a:cubicBezTo>
                    <a:pt x="114" y="21"/>
                    <a:pt x="114" y="20"/>
                    <a:pt x="114" y="20"/>
                  </a:cubicBezTo>
                  <a:cubicBezTo>
                    <a:pt x="115" y="20"/>
                    <a:pt x="115" y="21"/>
                    <a:pt x="116" y="20"/>
                  </a:cubicBezTo>
                  <a:cubicBezTo>
                    <a:pt x="116" y="20"/>
                    <a:pt x="116" y="21"/>
                    <a:pt x="117" y="21"/>
                  </a:cubicBezTo>
                  <a:cubicBezTo>
                    <a:pt x="117" y="21"/>
                    <a:pt x="117" y="21"/>
                    <a:pt x="118" y="21"/>
                  </a:cubicBezTo>
                  <a:cubicBezTo>
                    <a:pt x="118" y="20"/>
                    <a:pt x="118" y="21"/>
                    <a:pt x="118" y="21"/>
                  </a:cubicBezTo>
                  <a:cubicBezTo>
                    <a:pt x="118" y="21"/>
                    <a:pt x="118" y="22"/>
                    <a:pt x="118" y="22"/>
                  </a:cubicBezTo>
                  <a:cubicBezTo>
                    <a:pt x="117" y="24"/>
                    <a:pt x="119" y="23"/>
                    <a:pt x="120" y="24"/>
                  </a:cubicBezTo>
                  <a:cubicBezTo>
                    <a:pt x="120" y="24"/>
                    <a:pt x="121" y="24"/>
                    <a:pt x="121" y="25"/>
                  </a:cubicBezTo>
                  <a:cubicBezTo>
                    <a:pt x="120" y="26"/>
                    <a:pt x="120" y="26"/>
                    <a:pt x="119" y="27"/>
                  </a:cubicBezTo>
                  <a:cubicBezTo>
                    <a:pt x="119" y="27"/>
                    <a:pt x="119" y="26"/>
                    <a:pt x="119" y="27"/>
                  </a:cubicBezTo>
                  <a:cubicBezTo>
                    <a:pt x="119" y="27"/>
                    <a:pt x="119" y="27"/>
                    <a:pt x="118" y="28"/>
                  </a:cubicBezTo>
                  <a:cubicBezTo>
                    <a:pt x="118" y="28"/>
                    <a:pt x="118" y="28"/>
                    <a:pt x="117" y="28"/>
                  </a:cubicBezTo>
                  <a:cubicBezTo>
                    <a:pt x="116" y="28"/>
                    <a:pt x="116" y="30"/>
                    <a:pt x="115" y="30"/>
                  </a:cubicBezTo>
                  <a:cubicBezTo>
                    <a:pt x="115" y="31"/>
                    <a:pt x="114" y="31"/>
                    <a:pt x="114" y="31"/>
                  </a:cubicBezTo>
                  <a:cubicBezTo>
                    <a:pt x="114" y="31"/>
                    <a:pt x="114" y="32"/>
                    <a:pt x="115" y="32"/>
                  </a:cubicBezTo>
                  <a:cubicBezTo>
                    <a:pt x="115" y="32"/>
                    <a:pt x="115" y="33"/>
                    <a:pt x="115" y="33"/>
                  </a:cubicBezTo>
                  <a:cubicBezTo>
                    <a:pt x="114" y="34"/>
                    <a:pt x="115" y="35"/>
                    <a:pt x="114" y="35"/>
                  </a:cubicBezTo>
                  <a:cubicBezTo>
                    <a:pt x="114" y="36"/>
                    <a:pt x="115" y="36"/>
                    <a:pt x="114" y="37"/>
                  </a:cubicBezTo>
                  <a:cubicBezTo>
                    <a:pt x="114" y="37"/>
                    <a:pt x="114" y="37"/>
                    <a:pt x="114" y="38"/>
                  </a:cubicBezTo>
                  <a:cubicBezTo>
                    <a:pt x="115" y="39"/>
                    <a:pt x="113" y="39"/>
                    <a:pt x="112" y="39"/>
                  </a:cubicBezTo>
                  <a:cubicBezTo>
                    <a:pt x="112" y="40"/>
                    <a:pt x="113" y="40"/>
                    <a:pt x="113" y="41"/>
                  </a:cubicBezTo>
                  <a:cubicBezTo>
                    <a:pt x="113" y="41"/>
                    <a:pt x="114" y="42"/>
                    <a:pt x="113" y="42"/>
                  </a:cubicBezTo>
                  <a:cubicBezTo>
                    <a:pt x="113" y="43"/>
                    <a:pt x="113" y="43"/>
                    <a:pt x="112" y="44"/>
                  </a:cubicBezTo>
                  <a:cubicBezTo>
                    <a:pt x="112" y="44"/>
                    <a:pt x="112" y="45"/>
                    <a:pt x="112" y="45"/>
                  </a:cubicBezTo>
                  <a:cubicBezTo>
                    <a:pt x="111" y="46"/>
                    <a:pt x="110" y="45"/>
                    <a:pt x="110" y="46"/>
                  </a:cubicBezTo>
                  <a:cubicBezTo>
                    <a:pt x="109" y="46"/>
                    <a:pt x="108" y="46"/>
                    <a:pt x="107" y="45"/>
                  </a:cubicBezTo>
                  <a:cubicBezTo>
                    <a:pt x="107" y="46"/>
                    <a:pt x="108" y="47"/>
                    <a:pt x="109" y="48"/>
                  </a:cubicBezTo>
                  <a:cubicBezTo>
                    <a:pt x="110" y="48"/>
                    <a:pt x="109" y="48"/>
                    <a:pt x="109" y="49"/>
                  </a:cubicBezTo>
                  <a:cubicBezTo>
                    <a:pt x="109" y="49"/>
                    <a:pt x="110" y="49"/>
                    <a:pt x="110" y="50"/>
                  </a:cubicBezTo>
                  <a:cubicBezTo>
                    <a:pt x="110" y="50"/>
                    <a:pt x="109" y="50"/>
                    <a:pt x="110" y="51"/>
                  </a:cubicBezTo>
                  <a:cubicBezTo>
                    <a:pt x="110" y="51"/>
                    <a:pt x="111" y="51"/>
                    <a:pt x="111" y="51"/>
                  </a:cubicBezTo>
                  <a:cubicBezTo>
                    <a:pt x="111" y="52"/>
                    <a:pt x="112" y="51"/>
                    <a:pt x="112" y="52"/>
                  </a:cubicBezTo>
                  <a:cubicBezTo>
                    <a:pt x="112" y="53"/>
                    <a:pt x="112" y="53"/>
                    <a:pt x="111" y="53"/>
                  </a:cubicBezTo>
                  <a:cubicBezTo>
                    <a:pt x="111" y="54"/>
                    <a:pt x="111" y="54"/>
                    <a:pt x="111" y="54"/>
                  </a:cubicBezTo>
                  <a:cubicBezTo>
                    <a:pt x="110" y="55"/>
                    <a:pt x="109" y="55"/>
                    <a:pt x="109" y="56"/>
                  </a:cubicBezTo>
                  <a:cubicBezTo>
                    <a:pt x="109" y="57"/>
                    <a:pt x="109" y="57"/>
                    <a:pt x="109" y="58"/>
                  </a:cubicBezTo>
                  <a:cubicBezTo>
                    <a:pt x="108" y="58"/>
                    <a:pt x="108" y="59"/>
                    <a:pt x="109" y="59"/>
                  </a:cubicBezTo>
                  <a:cubicBezTo>
                    <a:pt x="109" y="59"/>
                    <a:pt x="109" y="60"/>
                    <a:pt x="109" y="60"/>
                  </a:cubicBezTo>
                  <a:cubicBezTo>
                    <a:pt x="110" y="61"/>
                    <a:pt x="110" y="61"/>
                    <a:pt x="110" y="62"/>
                  </a:cubicBezTo>
                  <a:cubicBezTo>
                    <a:pt x="110" y="62"/>
                    <a:pt x="112" y="61"/>
                    <a:pt x="112" y="62"/>
                  </a:cubicBezTo>
                  <a:cubicBezTo>
                    <a:pt x="111" y="62"/>
                    <a:pt x="111" y="63"/>
                    <a:pt x="111" y="63"/>
                  </a:cubicBezTo>
                  <a:cubicBezTo>
                    <a:pt x="111" y="64"/>
                    <a:pt x="110" y="63"/>
                    <a:pt x="110" y="63"/>
                  </a:cubicBezTo>
                  <a:cubicBezTo>
                    <a:pt x="110" y="63"/>
                    <a:pt x="110" y="64"/>
                    <a:pt x="109" y="64"/>
                  </a:cubicBezTo>
                  <a:cubicBezTo>
                    <a:pt x="109" y="64"/>
                    <a:pt x="109" y="64"/>
                    <a:pt x="109" y="64"/>
                  </a:cubicBezTo>
                  <a:cubicBezTo>
                    <a:pt x="109" y="65"/>
                    <a:pt x="108" y="66"/>
                    <a:pt x="107" y="66"/>
                  </a:cubicBezTo>
                  <a:cubicBezTo>
                    <a:pt x="107" y="67"/>
                    <a:pt x="107" y="67"/>
                    <a:pt x="106" y="68"/>
                  </a:cubicBezTo>
                  <a:cubicBezTo>
                    <a:pt x="106" y="68"/>
                    <a:pt x="106" y="68"/>
                    <a:pt x="106" y="69"/>
                  </a:cubicBezTo>
                  <a:cubicBezTo>
                    <a:pt x="106" y="69"/>
                    <a:pt x="106" y="69"/>
                    <a:pt x="106" y="70"/>
                  </a:cubicBezTo>
                  <a:cubicBezTo>
                    <a:pt x="106" y="70"/>
                    <a:pt x="107" y="71"/>
                    <a:pt x="106" y="71"/>
                  </a:cubicBezTo>
                  <a:cubicBezTo>
                    <a:pt x="106" y="72"/>
                    <a:pt x="107" y="73"/>
                    <a:pt x="107" y="72"/>
                  </a:cubicBezTo>
                  <a:cubicBezTo>
                    <a:pt x="107" y="72"/>
                    <a:pt x="109" y="73"/>
                    <a:pt x="109" y="72"/>
                  </a:cubicBezTo>
                  <a:cubicBezTo>
                    <a:pt x="109" y="72"/>
                    <a:pt x="110" y="73"/>
                    <a:pt x="111" y="73"/>
                  </a:cubicBezTo>
                  <a:cubicBezTo>
                    <a:pt x="111" y="72"/>
                    <a:pt x="111" y="72"/>
                    <a:pt x="111" y="72"/>
                  </a:cubicBezTo>
                  <a:cubicBezTo>
                    <a:pt x="111" y="72"/>
                    <a:pt x="111" y="72"/>
                    <a:pt x="111" y="72"/>
                  </a:cubicBezTo>
                  <a:cubicBezTo>
                    <a:pt x="111" y="72"/>
                    <a:pt x="111" y="72"/>
                    <a:pt x="111" y="73"/>
                  </a:cubicBezTo>
                  <a:cubicBezTo>
                    <a:pt x="111" y="73"/>
                    <a:pt x="112" y="73"/>
                    <a:pt x="112" y="73"/>
                  </a:cubicBezTo>
                  <a:cubicBezTo>
                    <a:pt x="113" y="74"/>
                    <a:pt x="114" y="74"/>
                    <a:pt x="115" y="75"/>
                  </a:cubicBezTo>
                  <a:cubicBezTo>
                    <a:pt x="115" y="75"/>
                    <a:pt x="116" y="77"/>
                    <a:pt x="116" y="77"/>
                  </a:cubicBezTo>
                  <a:cubicBezTo>
                    <a:pt x="116" y="76"/>
                    <a:pt x="116" y="75"/>
                    <a:pt x="117" y="76"/>
                  </a:cubicBezTo>
                  <a:cubicBezTo>
                    <a:pt x="116" y="75"/>
                    <a:pt x="116" y="77"/>
                    <a:pt x="116" y="77"/>
                  </a:cubicBezTo>
                  <a:cubicBezTo>
                    <a:pt x="115" y="78"/>
                    <a:pt x="115" y="78"/>
                    <a:pt x="115" y="79"/>
                  </a:cubicBezTo>
                  <a:cubicBezTo>
                    <a:pt x="116" y="79"/>
                    <a:pt x="117" y="79"/>
                    <a:pt x="117" y="80"/>
                  </a:cubicBezTo>
                  <a:cubicBezTo>
                    <a:pt x="117" y="80"/>
                    <a:pt x="117" y="80"/>
                    <a:pt x="117" y="80"/>
                  </a:cubicBezTo>
                  <a:cubicBezTo>
                    <a:pt x="117" y="80"/>
                    <a:pt x="117" y="81"/>
                    <a:pt x="117" y="80"/>
                  </a:cubicBezTo>
                  <a:cubicBezTo>
                    <a:pt x="116" y="80"/>
                    <a:pt x="117" y="80"/>
                    <a:pt x="116" y="80"/>
                  </a:cubicBezTo>
                  <a:cubicBezTo>
                    <a:pt x="117" y="80"/>
                    <a:pt x="117" y="81"/>
                    <a:pt x="117" y="82"/>
                  </a:cubicBezTo>
                  <a:cubicBezTo>
                    <a:pt x="117" y="82"/>
                    <a:pt x="117" y="82"/>
                    <a:pt x="117" y="82"/>
                  </a:cubicBezTo>
                  <a:cubicBezTo>
                    <a:pt x="118" y="82"/>
                    <a:pt x="118" y="83"/>
                    <a:pt x="118" y="83"/>
                  </a:cubicBezTo>
                  <a:cubicBezTo>
                    <a:pt x="118" y="84"/>
                    <a:pt x="119" y="84"/>
                    <a:pt x="119" y="84"/>
                  </a:cubicBezTo>
                  <a:cubicBezTo>
                    <a:pt x="120" y="84"/>
                    <a:pt x="120" y="84"/>
                    <a:pt x="120" y="85"/>
                  </a:cubicBezTo>
                  <a:cubicBezTo>
                    <a:pt x="121" y="85"/>
                    <a:pt x="121" y="85"/>
                    <a:pt x="122" y="85"/>
                  </a:cubicBezTo>
                  <a:cubicBezTo>
                    <a:pt x="122" y="85"/>
                    <a:pt x="122" y="86"/>
                    <a:pt x="123" y="86"/>
                  </a:cubicBezTo>
                  <a:cubicBezTo>
                    <a:pt x="123" y="85"/>
                    <a:pt x="123" y="85"/>
                    <a:pt x="123" y="85"/>
                  </a:cubicBezTo>
                  <a:cubicBezTo>
                    <a:pt x="124" y="85"/>
                    <a:pt x="124" y="83"/>
                    <a:pt x="125" y="84"/>
                  </a:cubicBezTo>
                  <a:cubicBezTo>
                    <a:pt x="125" y="82"/>
                    <a:pt x="127" y="80"/>
                    <a:pt x="129" y="80"/>
                  </a:cubicBezTo>
                  <a:cubicBezTo>
                    <a:pt x="130" y="80"/>
                    <a:pt x="130" y="80"/>
                    <a:pt x="131" y="80"/>
                  </a:cubicBezTo>
                  <a:cubicBezTo>
                    <a:pt x="131" y="80"/>
                    <a:pt x="132" y="80"/>
                    <a:pt x="132" y="79"/>
                  </a:cubicBezTo>
                  <a:cubicBezTo>
                    <a:pt x="132" y="79"/>
                    <a:pt x="133" y="79"/>
                    <a:pt x="133" y="79"/>
                  </a:cubicBezTo>
                  <a:cubicBezTo>
                    <a:pt x="133" y="78"/>
                    <a:pt x="133" y="78"/>
                    <a:pt x="133" y="78"/>
                  </a:cubicBezTo>
                  <a:cubicBezTo>
                    <a:pt x="134" y="77"/>
                    <a:pt x="136" y="78"/>
                    <a:pt x="136" y="78"/>
                  </a:cubicBezTo>
                  <a:cubicBezTo>
                    <a:pt x="137" y="78"/>
                    <a:pt x="137" y="78"/>
                    <a:pt x="138" y="78"/>
                  </a:cubicBezTo>
                  <a:cubicBezTo>
                    <a:pt x="138" y="78"/>
                    <a:pt x="139" y="77"/>
                    <a:pt x="139" y="77"/>
                  </a:cubicBezTo>
                  <a:cubicBezTo>
                    <a:pt x="140" y="78"/>
                    <a:pt x="140" y="77"/>
                    <a:pt x="141" y="78"/>
                  </a:cubicBezTo>
                  <a:cubicBezTo>
                    <a:pt x="142" y="78"/>
                    <a:pt x="143" y="78"/>
                    <a:pt x="144" y="78"/>
                  </a:cubicBezTo>
                  <a:cubicBezTo>
                    <a:pt x="145" y="77"/>
                    <a:pt x="146" y="77"/>
                    <a:pt x="147" y="78"/>
                  </a:cubicBezTo>
                  <a:cubicBezTo>
                    <a:pt x="147" y="78"/>
                    <a:pt x="148" y="78"/>
                    <a:pt x="148" y="78"/>
                  </a:cubicBezTo>
                  <a:cubicBezTo>
                    <a:pt x="148" y="78"/>
                    <a:pt x="148" y="78"/>
                    <a:pt x="148" y="78"/>
                  </a:cubicBezTo>
                  <a:cubicBezTo>
                    <a:pt x="148" y="78"/>
                    <a:pt x="149" y="78"/>
                    <a:pt x="149" y="78"/>
                  </a:cubicBezTo>
                  <a:cubicBezTo>
                    <a:pt x="150" y="78"/>
                    <a:pt x="150" y="77"/>
                    <a:pt x="150" y="77"/>
                  </a:cubicBezTo>
                  <a:cubicBezTo>
                    <a:pt x="151" y="77"/>
                    <a:pt x="151" y="77"/>
                    <a:pt x="151" y="77"/>
                  </a:cubicBezTo>
                  <a:cubicBezTo>
                    <a:pt x="152" y="77"/>
                    <a:pt x="152" y="76"/>
                    <a:pt x="152" y="76"/>
                  </a:cubicBezTo>
                  <a:cubicBezTo>
                    <a:pt x="153" y="77"/>
                    <a:pt x="153" y="78"/>
                    <a:pt x="154" y="77"/>
                  </a:cubicBezTo>
                  <a:cubicBezTo>
                    <a:pt x="155" y="77"/>
                    <a:pt x="155" y="76"/>
                    <a:pt x="156" y="76"/>
                  </a:cubicBezTo>
                  <a:cubicBezTo>
                    <a:pt x="156" y="75"/>
                    <a:pt x="156" y="75"/>
                    <a:pt x="157" y="75"/>
                  </a:cubicBezTo>
                  <a:cubicBezTo>
                    <a:pt x="157" y="75"/>
                    <a:pt x="157" y="74"/>
                    <a:pt x="157" y="74"/>
                  </a:cubicBezTo>
                  <a:cubicBezTo>
                    <a:pt x="157" y="73"/>
                    <a:pt x="158" y="72"/>
                    <a:pt x="157" y="72"/>
                  </a:cubicBezTo>
                  <a:cubicBezTo>
                    <a:pt x="158" y="72"/>
                    <a:pt x="159" y="71"/>
                    <a:pt x="159" y="71"/>
                  </a:cubicBezTo>
                  <a:cubicBezTo>
                    <a:pt x="159" y="70"/>
                    <a:pt x="160" y="70"/>
                    <a:pt x="160" y="70"/>
                  </a:cubicBezTo>
                  <a:cubicBezTo>
                    <a:pt x="161" y="69"/>
                    <a:pt x="161" y="69"/>
                    <a:pt x="162" y="69"/>
                  </a:cubicBezTo>
                  <a:cubicBezTo>
                    <a:pt x="163" y="69"/>
                    <a:pt x="163" y="68"/>
                    <a:pt x="163" y="69"/>
                  </a:cubicBezTo>
                  <a:cubicBezTo>
                    <a:pt x="164" y="69"/>
                    <a:pt x="164" y="69"/>
                    <a:pt x="164" y="69"/>
                  </a:cubicBezTo>
                  <a:cubicBezTo>
                    <a:pt x="164" y="68"/>
                    <a:pt x="165" y="68"/>
                    <a:pt x="165" y="68"/>
                  </a:cubicBezTo>
                  <a:cubicBezTo>
                    <a:pt x="165" y="68"/>
                    <a:pt x="165" y="69"/>
                    <a:pt x="166" y="69"/>
                  </a:cubicBezTo>
                  <a:cubicBezTo>
                    <a:pt x="166" y="69"/>
                    <a:pt x="166" y="68"/>
                    <a:pt x="166" y="68"/>
                  </a:cubicBezTo>
                  <a:cubicBezTo>
                    <a:pt x="167" y="68"/>
                    <a:pt x="168" y="68"/>
                    <a:pt x="168" y="68"/>
                  </a:cubicBezTo>
                  <a:cubicBezTo>
                    <a:pt x="168" y="68"/>
                    <a:pt x="167" y="66"/>
                    <a:pt x="167" y="66"/>
                  </a:cubicBezTo>
                  <a:cubicBezTo>
                    <a:pt x="167" y="67"/>
                    <a:pt x="168" y="68"/>
                    <a:pt x="167" y="67"/>
                  </a:cubicBezTo>
                  <a:cubicBezTo>
                    <a:pt x="166" y="67"/>
                    <a:pt x="167" y="66"/>
                    <a:pt x="167" y="66"/>
                  </a:cubicBezTo>
                  <a:cubicBezTo>
                    <a:pt x="167" y="65"/>
                    <a:pt x="167" y="65"/>
                    <a:pt x="168" y="64"/>
                  </a:cubicBezTo>
                  <a:cubicBezTo>
                    <a:pt x="168" y="64"/>
                    <a:pt x="168" y="64"/>
                    <a:pt x="168" y="63"/>
                  </a:cubicBezTo>
                  <a:cubicBezTo>
                    <a:pt x="168" y="63"/>
                    <a:pt x="168" y="63"/>
                    <a:pt x="168" y="62"/>
                  </a:cubicBezTo>
                  <a:cubicBezTo>
                    <a:pt x="169" y="62"/>
                    <a:pt x="169" y="62"/>
                    <a:pt x="169" y="62"/>
                  </a:cubicBezTo>
                  <a:cubicBezTo>
                    <a:pt x="170" y="61"/>
                    <a:pt x="169" y="60"/>
                    <a:pt x="170" y="60"/>
                  </a:cubicBezTo>
                  <a:cubicBezTo>
                    <a:pt x="171" y="60"/>
                    <a:pt x="171" y="59"/>
                    <a:pt x="171" y="59"/>
                  </a:cubicBezTo>
                  <a:cubicBezTo>
                    <a:pt x="171" y="59"/>
                    <a:pt x="171" y="59"/>
                    <a:pt x="172" y="58"/>
                  </a:cubicBezTo>
                  <a:cubicBezTo>
                    <a:pt x="173" y="58"/>
                    <a:pt x="173" y="58"/>
                    <a:pt x="174" y="57"/>
                  </a:cubicBezTo>
                  <a:cubicBezTo>
                    <a:pt x="175" y="57"/>
                    <a:pt x="175" y="57"/>
                    <a:pt x="176" y="56"/>
                  </a:cubicBezTo>
                  <a:cubicBezTo>
                    <a:pt x="177" y="55"/>
                    <a:pt x="175" y="54"/>
                    <a:pt x="174" y="54"/>
                  </a:cubicBezTo>
                  <a:cubicBezTo>
                    <a:pt x="173" y="53"/>
                    <a:pt x="173" y="52"/>
                    <a:pt x="173" y="51"/>
                  </a:cubicBezTo>
                  <a:cubicBezTo>
                    <a:pt x="172" y="50"/>
                    <a:pt x="172" y="49"/>
                    <a:pt x="172" y="48"/>
                  </a:cubicBezTo>
                  <a:cubicBezTo>
                    <a:pt x="172" y="47"/>
                    <a:pt x="173" y="46"/>
                    <a:pt x="173" y="45"/>
                  </a:cubicBezTo>
                  <a:cubicBezTo>
                    <a:pt x="174" y="45"/>
                    <a:pt x="174" y="44"/>
                    <a:pt x="175" y="43"/>
                  </a:cubicBezTo>
                  <a:cubicBezTo>
                    <a:pt x="175" y="42"/>
                    <a:pt x="175" y="42"/>
                    <a:pt x="175" y="42"/>
                  </a:cubicBezTo>
                  <a:cubicBezTo>
                    <a:pt x="176" y="41"/>
                    <a:pt x="176" y="41"/>
                    <a:pt x="176" y="41"/>
                  </a:cubicBezTo>
                  <a:cubicBezTo>
                    <a:pt x="177" y="40"/>
                    <a:pt x="177" y="39"/>
                    <a:pt x="178" y="39"/>
                  </a:cubicBezTo>
                  <a:cubicBezTo>
                    <a:pt x="179" y="37"/>
                    <a:pt x="180" y="35"/>
                    <a:pt x="182" y="35"/>
                  </a:cubicBezTo>
                  <a:cubicBezTo>
                    <a:pt x="182" y="35"/>
                    <a:pt x="180" y="36"/>
                    <a:pt x="181" y="36"/>
                  </a:cubicBezTo>
                  <a:cubicBezTo>
                    <a:pt x="182" y="36"/>
                    <a:pt x="182" y="35"/>
                    <a:pt x="182" y="35"/>
                  </a:cubicBezTo>
                  <a:cubicBezTo>
                    <a:pt x="182" y="35"/>
                    <a:pt x="183" y="34"/>
                    <a:pt x="183" y="34"/>
                  </a:cubicBezTo>
                  <a:cubicBezTo>
                    <a:pt x="183" y="34"/>
                    <a:pt x="183" y="34"/>
                    <a:pt x="182" y="33"/>
                  </a:cubicBezTo>
                  <a:cubicBezTo>
                    <a:pt x="182" y="33"/>
                    <a:pt x="182" y="33"/>
                    <a:pt x="182" y="33"/>
                  </a:cubicBezTo>
                  <a:cubicBezTo>
                    <a:pt x="182" y="34"/>
                    <a:pt x="181" y="33"/>
                    <a:pt x="182" y="33"/>
                  </a:cubicBezTo>
                  <a:cubicBezTo>
                    <a:pt x="183" y="32"/>
                    <a:pt x="183" y="32"/>
                    <a:pt x="184" y="31"/>
                  </a:cubicBezTo>
                  <a:cubicBezTo>
                    <a:pt x="184" y="30"/>
                    <a:pt x="185" y="30"/>
                    <a:pt x="186" y="30"/>
                  </a:cubicBezTo>
                  <a:cubicBezTo>
                    <a:pt x="186" y="30"/>
                    <a:pt x="187" y="30"/>
                    <a:pt x="187" y="30"/>
                  </a:cubicBezTo>
                  <a:cubicBezTo>
                    <a:pt x="189" y="29"/>
                    <a:pt x="190" y="29"/>
                    <a:pt x="192" y="28"/>
                  </a:cubicBezTo>
                  <a:cubicBezTo>
                    <a:pt x="193" y="28"/>
                    <a:pt x="194" y="28"/>
                    <a:pt x="195" y="28"/>
                  </a:cubicBezTo>
                  <a:cubicBezTo>
                    <a:pt x="195" y="27"/>
                    <a:pt x="195" y="26"/>
                    <a:pt x="196" y="26"/>
                  </a:cubicBezTo>
                  <a:cubicBezTo>
                    <a:pt x="197" y="25"/>
                    <a:pt x="199" y="25"/>
                    <a:pt x="201" y="24"/>
                  </a:cubicBezTo>
                  <a:cubicBezTo>
                    <a:pt x="201" y="23"/>
                    <a:pt x="201" y="23"/>
                    <a:pt x="202" y="23"/>
                  </a:cubicBezTo>
                  <a:cubicBezTo>
                    <a:pt x="202" y="23"/>
                    <a:pt x="202" y="23"/>
                    <a:pt x="203" y="22"/>
                  </a:cubicBezTo>
                  <a:cubicBezTo>
                    <a:pt x="203" y="22"/>
                    <a:pt x="204" y="22"/>
                    <a:pt x="204" y="21"/>
                  </a:cubicBezTo>
                  <a:cubicBezTo>
                    <a:pt x="204" y="21"/>
                    <a:pt x="204" y="20"/>
                    <a:pt x="204" y="19"/>
                  </a:cubicBezTo>
                  <a:cubicBezTo>
                    <a:pt x="204" y="19"/>
                    <a:pt x="204" y="19"/>
                    <a:pt x="204" y="18"/>
                  </a:cubicBezTo>
                  <a:cubicBezTo>
                    <a:pt x="203" y="18"/>
                    <a:pt x="204" y="17"/>
                    <a:pt x="204" y="17"/>
                  </a:cubicBezTo>
                  <a:cubicBezTo>
                    <a:pt x="205" y="18"/>
                    <a:pt x="205" y="17"/>
                    <a:pt x="205" y="17"/>
                  </a:cubicBezTo>
                  <a:cubicBezTo>
                    <a:pt x="205" y="16"/>
                    <a:pt x="203" y="16"/>
                    <a:pt x="204" y="1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67" name="South Sudan">
              <a:extLst>
                <a:ext uri="{FF2B5EF4-FFF2-40B4-BE49-F238E27FC236}">
                  <a16:creationId xmlns:a16="http://schemas.microsoft.com/office/drawing/2014/main" id="{70D7B661-0B4C-2CAD-3939-BB701EA76727}"/>
                </a:ext>
              </a:extLst>
            </p:cNvPr>
            <p:cNvSpPr>
              <a:spLocks noChangeAspect="1"/>
            </p:cNvSpPr>
            <p:nvPr/>
          </p:nvSpPr>
          <p:spPr bwMode="auto">
            <a:xfrm>
              <a:off x="6521079" y="3572757"/>
              <a:ext cx="409794" cy="339362"/>
            </a:xfrm>
            <a:custGeom>
              <a:avLst/>
              <a:gdLst>
                <a:gd name="connsiteX0" fmla="*/ 2343515 w 3228750"/>
                <a:gd name="connsiteY0" fmla="*/ 0 h 2673822"/>
                <a:gd name="connsiteX1" fmla="*/ 2483215 w 3228750"/>
                <a:gd name="connsiteY1" fmla="*/ 3175 h 2673822"/>
                <a:gd name="connsiteX2" fmla="*/ 2480040 w 3228750"/>
                <a:gd name="connsiteY2" fmla="*/ 65088 h 2673822"/>
                <a:gd name="connsiteX3" fmla="*/ 2472103 w 3228750"/>
                <a:gd name="connsiteY3" fmla="*/ 74613 h 2673822"/>
                <a:gd name="connsiteX4" fmla="*/ 2460990 w 3228750"/>
                <a:gd name="connsiteY4" fmla="*/ 139700 h 2673822"/>
                <a:gd name="connsiteX5" fmla="*/ 2449878 w 3228750"/>
                <a:gd name="connsiteY5" fmla="*/ 200025 h 2673822"/>
                <a:gd name="connsiteX6" fmla="*/ 2472103 w 3228750"/>
                <a:gd name="connsiteY6" fmla="*/ 431800 h 2673822"/>
                <a:gd name="connsiteX7" fmla="*/ 2462578 w 3228750"/>
                <a:gd name="connsiteY7" fmla="*/ 460375 h 2673822"/>
                <a:gd name="connsiteX8" fmla="*/ 2502265 w 3228750"/>
                <a:gd name="connsiteY8" fmla="*/ 479425 h 2673822"/>
                <a:gd name="connsiteX9" fmla="*/ 2537190 w 3228750"/>
                <a:gd name="connsiteY9" fmla="*/ 500063 h 2673822"/>
                <a:gd name="connsiteX10" fmla="*/ 2618153 w 3228750"/>
                <a:gd name="connsiteY10" fmla="*/ 581025 h 2673822"/>
                <a:gd name="connsiteX11" fmla="*/ 2691178 w 3228750"/>
                <a:gd name="connsiteY11" fmla="*/ 649288 h 2673822"/>
                <a:gd name="connsiteX12" fmla="*/ 2692765 w 3228750"/>
                <a:gd name="connsiteY12" fmla="*/ 712788 h 2673822"/>
                <a:gd name="connsiteX13" fmla="*/ 2702290 w 3228750"/>
                <a:gd name="connsiteY13" fmla="*/ 735013 h 2673822"/>
                <a:gd name="connsiteX14" fmla="*/ 2664190 w 3228750"/>
                <a:gd name="connsiteY14" fmla="*/ 792163 h 2673822"/>
                <a:gd name="connsiteX15" fmla="*/ 2668953 w 3228750"/>
                <a:gd name="connsiteY15" fmla="*/ 850900 h 2673822"/>
                <a:gd name="connsiteX16" fmla="*/ 2695455 w 3228750"/>
                <a:gd name="connsiteY16" fmla="*/ 847003 h 2673822"/>
                <a:gd name="connsiteX17" fmla="*/ 2695304 w 3228750"/>
                <a:gd name="connsiteY17" fmla="*/ 848457 h 2673822"/>
                <a:gd name="connsiteX18" fmla="*/ 2723381 w 3228750"/>
                <a:gd name="connsiteY18" fmla="*/ 1073117 h 2673822"/>
                <a:gd name="connsiteX19" fmla="*/ 2695304 w 3228750"/>
                <a:gd name="connsiteY19" fmla="*/ 1129282 h 2673822"/>
                <a:gd name="connsiteX20" fmla="*/ 2667228 w 3228750"/>
                <a:gd name="connsiteY20" fmla="*/ 1157365 h 2673822"/>
                <a:gd name="connsiteX21" fmla="*/ 2639152 w 3228750"/>
                <a:gd name="connsiteY21" fmla="*/ 1157365 h 2673822"/>
                <a:gd name="connsiteX22" fmla="*/ 2583000 w 3228750"/>
                <a:gd name="connsiteY22" fmla="*/ 1129282 h 2673822"/>
                <a:gd name="connsiteX23" fmla="*/ 2554924 w 3228750"/>
                <a:gd name="connsiteY23" fmla="*/ 1129282 h 2673822"/>
                <a:gd name="connsiteX24" fmla="*/ 2526848 w 3228750"/>
                <a:gd name="connsiteY24" fmla="*/ 1129282 h 2673822"/>
                <a:gd name="connsiteX25" fmla="*/ 2470696 w 3228750"/>
                <a:gd name="connsiteY25" fmla="*/ 1157365 h 2673822"/>
                <a:gd name="connsiteX26" fmla="*/ 2470696 w 3228750"/>
                <a:gd name="connsiteY26" fmla="*/ 1185448 h 2673822"/>
                <a:gd name="connsiteX27" fmla="*/ 2470696 w 3228750"/>
                <a:gd name="connsiteY27" fmla="*/ 1213530 h 2673822"/>
                <a:gd name="connsiteX28" fmla="*/ 2470696 w 3228750"/>
                <a:gd name="connsiteY28" fmla="*/ 1241613 h 2673822"/>
                <a:gd name="connsiteX29" fmla="*/ 2442620 w 3228750"/>
                <a:gd name="connsiteY29" fmla="*/ 1269695 h 2673822"/>
                <a:gd name="connsiteX30" fmla="*/ 2414544 w 3228750"/>
                <a:gd name="connsiteY30" fmla="*/ 1297778 h 2673822"/>
                <a:gd name="connsiteX31" fmla="*/ 2442620 w 3228750"/>
                <a:gd name="connsiteY31" fmla="*/ 1353943 h 2673822"/>
                <a:gd name="connsiteX32" fmla="*/ 2498772 w 3228750"/>
                <a:gd name="connsiteY32" fmla="*/ 1353943 h 2673822"/>
                <a:gd name="connsiteX33" fmla="*/ 2554924 w 3228750"/>
                <a:gd name="connsiteY33" fmla="*/ 1353943 h 2673822"/>
                <a:gd name="connsiteX34" fmla="*/ 2583000 w 3228750"/>
                <a:gd name="connsiteY34" fmla="*/ 1382025 h 2673822"/>
                <a:gd name="connsiteX35" fmla="*/ 2639152 w 3228750"/>
                <a:gd name="connsiteY35" fmla="*/ 1410108 h 2673822"/>
                <a:gd name="connsiteX36" fmla="*/ 2695304 w 3228750"/>
                <a:gd name="connsiteY36" fmla="*/ 1494355 h 2673822"/>
                <a:gd name="connsiteX37" fmla="*/ 2751457 w 3228750"/>
                <a:gd name="connsiteY37" fmla="*/ 1550521 h 2673822"/>
                <a:gd name="connsiteX38" fmla="*/ 2751457 w 3228750"/>
                <a:gd name="connsiteY38" fmla="*/ 1578603 h 2673822"/>
                <a:gd name="connsiteX39" fmla="*/ 2807609 w 3228750"/>
                <a:gd name="connsiteY39" fmla="*/ 1606686 h 2673822"/>
                <a:gd name="connsiteX40" fmla="*/ 2835685 w 3228750"/>
                <a:gd name="connsiteY40" fmla="*/ 1634768 h 2673822"/>
                <a:gd name="connsiteX41" fmla="*/ 2863761 w 3228750"/>
                <a:gd name="connsiteY41" fmla="*/ 1662851 h 2673822"/>
                <a:gd name="connsiteX42" fmla="*/ 2919913 w 3228750"/>
                <a:gd name="connsiteY42" fmla="*/ 1775181 h 2673822"/>
                <a:gd name="connsiteX43" fmla="*/ 2947989 w 3228750"/>
                <a:gd name="connsiteY43" fmla="*/ 1831346 h 2673822"/>
                <a:gd name="connsiteX44" fmla="*/ 2976065 w 3228750"/>
                <a:gd name="connsiteY44" fmla="*/ 1887511 h 2673822"/>
                <a:gd name="connsiteX45" fmla="*/ 2976065 w 3228750"/>
                <a:gd name="connsiteY45" fmla="*/ 1943676 h 2673822"/>
                <a:gd name="connsiteX46" fmla="*/ 3004141 w 3228750"/>
                <a:gd name="connsiteY46" fmla="*/ 1971759 h 2673822"/>
                <a:gd name="connsiteX47" fmla="*/ 3004141 w 3228750"/>
                <a:gd name="connsiteY47" fmla="*/ 1999841 h 2673822"/>
                <a:gd name="connsiteX48" fmla="*/ 3032218 w 3228750"/>
                <a:gd name="connsiteY48" fmla="*/ 2056006 h 2673822"/>
                <a:gd name="connsiteX49" fmla="*/ 3060294 w 3228750"/>
                <a:gd name="connsiteY49" fmla="*/ 2084089 h 2673822"/>
                <a:gd name="connsiteX50" fmla="*/ 3088370 w 3228750"/>
                <a:gd name="connsiteY50" fmla="*/ 2084089 h 2673822"/>
                <a:gd name="connsiteX51" fmla="*/ 3116446 w 3228750"/>
                <a:gd name="connsiteY51" fmla="*/ 2084089 h 2673822"/>
                <a:gd name="connsiteX52" fmla="*/ 3172598 w 3228750"/>
                <a:gd name="connsiteY52" fmla="*/ 2084089 h 2673822"/>
                <a:gd name="connsiteX53" fmla="*/ 3200674 w 3228750"/>
                <a:gd name="connsiteY53" fmla="*/ 2112171 h 2673822"/>
                <a:gd name="connsiteX54" fmla="*/ 3200674 w 3228750"/>
                <a:gd name="connsiteY54" fmla="*/ 2140254 h 2673822"/>
                <a:gd name="connsiteX55" fmla="*/ 3172598 w 3228750"/>
                <a:gd name="connsiteY55" fmla="*/ 2196419 h 2673822"/>
                <a:gd name="connsiteX56" fmla="*/ 3228750 w 3228750"/>
                <a:gd name="connsiteY56" fmla="*/ 2308749 h 2673822"/>
                <a:gd name="connsiteX57" fmla="*/ 3200674 w 3228750"/>
                <a:gd name="connsiteY57" fmla="*/ 2308749 h 2673822"/>
                <a:gd name="connsiteX58" fmla="*/ 3144522 w 3228750"/>
                <a:gd name="connsiteY58" fmla="*/ 2308749 h 2673822"/>
                <a:gd name="connsiteX59" fmla="*/ 3116446 w 3228750"/>
                <a:gd name="connsiteY59" fmla="*/ 2280667 h 2673822"/>
                <a:gd name="connsiteX60" fmla="*/ 3116446 w 3228750"/>
                <a:gd name="connsiteY60" fmla="*/ 2224502 h 2673822"/>
                <a:gd name="connsiteX61" fmla="*/ 3060294 w 3228750"/>
                <a:gd name="connsiteY61" fmla="*/ 2196419 h 2673822"/>
                <a:gd name="connsiteX62" fmla="*/ 3068355 w 3228750"/>
                <a:gd name="connsiteY62" fmla="*/ 2180294 h 2673822"/>
                <a:gd name="connsiteX63" fmla="*/ 3069468 w 3228750"/>
                <a:gd name="connsiteY63" fmla="*/ 2178068 h 2673822"/>
                <a:gd name="connsiteX64" fmla="*/ 3070823 w 3228750"/>
                <a:gd name="connsiteY64" fmla="*/ 2175357 h 2673822"/>
                <a:gd name="connsiteX65" fmla="*/ 3072139 w 3228750"/>
                <a:gd name="connsiteY65" fmla="*/ 2172724 h 2673822"/>
                <a:gd name="connsiteX66" fmla="*/ 3069468 w 3228750"/>
                <a:gd name="connsiteY66" fmla="*/ 2178068 h 2673822"/>
                <a:gd name="connsiteX67" fmla="*/ 3064242 w 3228750"/>
                <a:gd name="connsiteY67" fmla="*/ 2188521 h 2673822"/>
                <a:gd name="connsiteX68" fmla="*/ 3060294 w 3228750"/>
                <a:gd name="connsiteY68" fmla="*/ 2196419 h 2673822"/>
                <a:gd name="connsiteX69" fmla="*/ 3004141 w 3228750"/>
                <a:gd name="connsiteY69" fmla="*/ 2196419 h 2673822"/>
                <a:gd name="connsiteX70" fmla="*/ 2947989 w 3228750"/>
                <a:gd name="connsiteY70" fmla="*/ 2224502 h 2673822"/>
                <a:gd name="connsiteX71" fmla="*/ 2807609 w 3228750"/>
                <a:gd name="connsiteY71" fmla="*/ 2308749 h 2673822"/>
                <a:gd name="connsiteX72" fmla="*/ 2723381 w 3228750"/>
                <a:gd name="connsiteY72" fmla="*/ 2421079 h 2673822"/>
                <a:gd name="connsiteX73" fmla="*/ 2611076 w 3228750"/>
                <a:gd name="connsiteY73" fmla="*/ 2561492 h 2673822"/>
                <a:gd name="connsiteX74" fmla="*/ 2554924 w 3228750"/>
                <a:gd name="connsiteY74" fmla="*/ 2589575 h 2673822"/>
                <a:gd name="connsiteX75" fmla="*/ 2470696 w 3228750"/>
                <a:gd name="connsiteY75" fmla="*/ 2589575 h 2673822"/>
                <a:gd name="connsiteX76" fmla="*/ 2442620 w 3228750"/>
                <a:gd name="connsiteY76" fmla="*/ 2561492 h 2673822"/>
                <a:gd name="connsiteX77" fmla="*/ 2386468 w 3228750"/>
                <a:gd name="connsiteY77" fmla="*/ 2589575 h 2673822"/>
                <a:gd name="connsiteX78" fmla="*/ 2246087 w 3228750"/>
                <a:gd name="connsiteY78" fmla="*/ 2617657 h 2673822"/>
                <a:gd name="connsiteX79" fmla="*/ 2218011 w 3228750"/>
                <a:gd name="connsiteY79" fmla="*/ 2617657 h 2673822"/>
                <a:gd name="connsiteX80" fmla="*/ 2218011 w 3228750"/>
                <a:gd name="connsiteY80" fmla="*/ 2645740 h 2673822"/>
                <a:gd name="connsiteX81" fmla="*/ 2189935 w 3228750"/>
                <a:gd name="connsiteY81" fmla="*/ 2673822 h 2673822"/>
                <a:gd name="connsiteX82" fmla="*/ 2161859 w 3228750"/>
                <a:gd name="connsiteY82" fmla="*/ 2645740 h 2673822"/>
                <a:gd name="connsiteX83" fmla="*/ 2133783 w 3228750"/>
                <a:gd name="connsiteY83" fmla="*/ 2617657 h 2673822"/>
                <a:gd name="connsiteX84" fmla="*/ 2105707 w 3228750"/>
                <a:gd name="connsiteY84" fmla="*/ 2561492 h 2673822"/>
                <a:gd name="connsiteX85" fmla="*/ 2077631 w 3228750"/>
                <a:gd name="connsiteY85" fmla="*/ 2589575 h 2673822"/>
                <a:gd name="connsiteX86" fmla="*/ 2021478 w 3228750"/>
                <a:gd name="connsiteY86" fmla="*/ 2617657 h 2673822"/>
                <a:gd name="connsiteX87" fmla="*/ 1937250 w 3228750"/>
                <a:gd name="connsiteY87" fmla="*/ 2589575 h 2673822"/>
                <a:gd name="connsiteX88" fmla="*/ 1853022 w 3228750"/>
                <a:gd name="connsiteY88" fmla="*/ 2673822 h 2673822"/>
                <a:gd name="connsiteX89" fmla="*/ 1853022 w 3228750"/>
                <a:gd name="connsiteY89" fmla="*/ 2645740 h 2673822"/>
                <a:gd name="connsiteX90" fmla="*/ 1824946 w 3228750"/>
                <a:gd name="connsiteY90" fmla="*/ 2617657 h 2673822"/>
                <a:gd name="connsiteX91" fmla="*/ 1768794 w 3228750"/>
                <a:gd name="connsiteY91" fmla="*/ 2617657 h 2673822"/>
                <a:gd name="connsiteX92" fmla="*/ 1768794 w 3228750"/>
                <a:gd name="connsiteY92" fmla="*/ 2561492 h 2673822"/>
                <a:gd name="connsiteX93" fmla="*/ 1712641 w 3228750"/>
                <a:gd name="connsiteY93" fmla="*/ 2533410 h 2673822"/>
                <a:gd name="connsiteX94" fmla="*/ 1656489 w 3228750"/>
                <a:gd name="connsiteY94" fmla="*/ 2533410 h 2673822"/>
                <a:gd name="connsiteX95" fmla="*/ 1656489 w 3228750"/>
                <a:gd name="connsiteY95" fmla="*/ 2477244 h 2673822"/>
                <a:gd name="connsiteX96" fmla="*/ 1628413 w 3228750"/>
                <a:gd name="connsiteY96" fmla="*/ 2449162 h 2673822"/>
                <a:gd name="connsiteX97" fmla="*/ 1600337 w 3228750"/>
                <a:gd name="connsiteY97" fmla="*/ 2449162 h 2673822"/>
                <a:gd name="connsiteX98" fmla="*/ 1600337 w 3228750"/>
                <a:gd name="connsiteY98" fmla="*/ 2421079 h 2673822"/>
                <a:gd name="connsiteX99" fmla="*/ 1544185 w 3228750"/>
                <a:gd name="connsiteY99" fmla="*/ 2364914 h 2673822"/>
                <a:gd name="connsiteX100" fmla="*/ 1544185 w 3228750"/>
                <a:gd name="connsiteY100" fmla="*/ 2336832 h 2673822"/>
                <a:gd name="connsiteX101" fmla="*/ 1516109 w 3228750"/>
                <a:gd name="connsiteY101" fmla="*/ 2308749 h 2673822"/>
                <a:gd name="connsiteX102" fmla="*/ 1459957 w 3228750"/>
                <a:gd name="connsiteY102" fmla="*/ 2308749 h 2673822"/>
                <a:gd name="connsiteX103" fmla="*/ 1459957 w 3228750"/>
                <a:gd name="connsiteY103" fmla="*/ 2336832 h 2673822"/>
                <a:gd name="connsiteX104" fmla="*/ 1431881 w 3228750"/>
                <a:gd name="connsiteY104" fmla="*/ 2392997 h 2673822"/>
                <a:gd name="connsiteX105" fmla="*/ 1403805 w 3228750"/>
                <a:gd name="connsiteY105" fmla="*/ 2392997 h 2673822"/>
                <a:gd name="connsiteX106" fmla="*/ 1375728 w 3228750"/>
                <a:gd name="connsiteY106" fmla="*/ 2392997 h 2673822"/>
                <a:gd name="connsiteX107" fmla="*/ 1347652 w 3228750"/>
                <a:gd name="connsiteY107" fmla="*/ 2364914 h 2673822"/>
                <a:gd name="connsiteX108" fmla="*/ 1291500 w 3228750"/>
                <a:gd name="connsiteY108" fmla="*/ 2364914 h 2673822"/>
                <a:gd name="connsiteX109" fmla="*/ 1263424 w 3228750"/>
                <a:gd name="connsiteY109" fmla="*/ 2336832 h 2673822"/>
                <a:gd name="connsiteX110" fmla="*/ 1235348 w 3228750"/>
                <a:gd name="connsiteY110" fmla="*/ 2364914 h 2673822"/>
                <a:gd name="connsiteX111" fmla="*/ 1207272 w 3228750"/>
                <a:gd name="connsiteY111" fmla="*/ 2421079 h 2673822"/>
                <a:gd name="connsiteX112" fmla="*/ 1179196 w 3228750"/>
                <a:gd name="connsiteY112" fmla="*/ 2421079 h 2673822"/>
                <a:gd name="connsiteX113" fmla="*/ 1151120 w 3228750"/>
                <a:gd name="connsiteY113" fmla="*/ 2392997 h 2673822"/>
                <a:gd name="connsiteX114" fmla="*/ 1094968 w 3228750"/>
                <a:gd name="connsiteY114" fmla="*/ 2392997 h 2673822"/>
                <a:gd name="connsiteX115" fmla="*/ 1066891 w 3228750"/>
                <a:gd name="connsiteY115" fmla="*/ 2336832 h 2673822"/>
                <a:gd name="connsiteX116" fmla="*/ 1010739 w 3228750"/>
                <a:gd name="connsiteY116" fmla="*/ 2336832 h 2673822"/>
                <a:gd name="connsiteX117" fmla="*/ 1010739 w 3228750"/>
                <a:gd name="connsiteY117" fmla="*/ 2280667 h 2673822"/>
                <a:gd name="connsiteX118" fmla="*/ 982663 w 3228750"/>
                <a:gd name="connsiteY118" fmla="*/ 2252584 h 2673822"/>
                <a:gd name="connsiteX119" fmla="*/ 954587 w 3228750"/>
                <a:gd name="connsiteY119" fmla="*/ 2224502 h 2673822"/>
                <a:gd name="connsiteX120" fmla="*/ 926511 w 3228750"/>
                <a:gd name="connsiteY120" fmla="*/ 2196419 h 2673822"/>
                <a:gd name="connsiteX121" fmla="*/ 870359 w 3228750"/>
                <a:gd name="connsiteY121" fmla="*/ 2140254 h 2673822"/>
                <a:gd name="connsiteX122" fmla="*/ 870359 w 3228750"/>
                <a:gd name="connsiteY122" fmla="*/ 2084089 h 2673822"/>
                <a:gd name="connsiteX123" fmla="*/ 870359 w 3228750"/>
                <a:gd name="connsiteY123" fmla="*/ 2027924 h 2673822"/>
                <a:gd name="connsiteX124" fmla="*/ 842283 w 3228750"/>
                <a:gd name="connsiteY124" fmla="*/ 1999841 h 2673822"/>
                <a:gd name="connsiteX125" fmla="*/ 814207 w 3228750"/>
                <a:gd name="connsiteY125" fmla="*/ 1971759 h 2673822"/>
                <a:gd name="connsiteX126" fmla="*/ 786131 w 3228750"/>
                <a:gd name="connsiteY126" fmla="*/ 1943676 h 2673822"/>
                <a:gd name="connsiteX127" fmla="*/ 758055 w 3228750"/>
                <a:gd name="connsiteY127" fmla="*/ 1943676 h 2673822"/>
                <a:gd name="connsiteX128" fmla="*/ 758055 w 3228750"/>
                <a:gd name="connsiteY128" fmla="*/ 1915594 h 2673822"/>
                <a:gd name="connsiteX129" fmla="*/ 701902 w 3228750"/>
                <a:gd name="connsiteY129" fmla="*/ 1887511 h 2673822"/>
                <a:gd name="connsiteX130" fmla="*/ 673826 w 3228750"/>
                <a:gd name="connsiteY130" fmla="*/ 1859429 h 2673822"/>
                <a:gd name="connsiteX131" fmla="*/ 645750 w 3228750"/>
                <a:gd name="connsiteY131" fmla="*/ 1859429 h 2673822"/>
                <a:gd name="connsiteX132" fmla="*/ 673826 w 3228750"/>
                <a:gd name="connsiteY132" fmla="*/ 1831346 h 2673822"/>
                <a:gd name="connsiteX133" fmla="*/ 645750 w 3228750"/>
                <a:gd name="connsiteY133" fmla="*/ 1803263 h 2673822"/>
                <a:gd name="connsiteX134" fmla="*/ 617674 w 3228750"/>
                <a:gd name="connsiteY134" fmla="*/ 1803263 h 2673822"/>
                <a:gd name="connsiteX135" fmla="*/ 589598 w 3228750"/>
                <a:gd name="connsiteY135" fmla="*/ 1775181 h 2673822"/>
                <a:gd name="connsiteX136" fmla="*/ 617674 w 3228750"/>
                <a:gd name="connsiteY136" fmla="*/ 1719016 h 2673822"/>
                <a:gd name="connsiteX137" fmla="*/ 589598 w 3228750"/>
                <a:gd name="connsiteY137" fmla="*/ 1662851 h 2673822"/>
                <a:gd name="connsiteX138" fmla="*/ 533446 w 3228750"/>
                <a:gd name="connsiteY138" fmla="*/ 1634768 h 2673822"/>
                <a:gd name="connsiteX139" fmla="*/ 533446 w 3228750"/>
                <a:gd name="connsiteY139" fmla="*/ 1578603 h 2673822"/>
                <a:gd name="connsiteX140" fmla="*/ 477294 w 3228750"/>
                <a:gd name="connsiteY140" fmla="*/ 1550521 h 2673822"/>
                <a:gd name="connsiteX141" fmla="*/ 364989 w 3228750"/>
                <a:gd name="connsiteY141" fmla="*/ 1494355 h 2673822"/>
                <a:gd name="connsiteX142" fmla="*/ 308837 w 3228750"/>
                <a:gd name="connsiteY142" fmla="*/ 1438190 h 2673822"/>
                <a:gd name="connsiteX143" fmla="*/ 308837 w 3228750"/>
                <a:gd name="connsiteY143" fmla="*/ 1410108 h 2673822"/>
                <a:gd name="connsiteX144" fmla="*/ 308837 w 3228750"/>
                <a:gd name="connsiteY144" fmla="*/ 1353943 h 2673822"/>
                <a:gd name="connsiteX145" fmla="*/ 280761 w 3228750"/>
                <a:gd name="connsiteY145" fmla="*/ 1297778 h 2673822"/>
                <a:gd name="connsiteX146" fmla="*/ 252685 w 3228750"/>
                <a:gd name="connsiteY146" fmla="*/ 1297778 h 2673822"/>
                <a:gd name="connsiteX147" fmla="*/ 196533 w 3228750"/>
                <a:gd name="connsiteY147" fmla="*/ 1241613 h 2673822"/>
                <a:gd name="connsiteX148" fmla="*/ 140381 w 3228750"/>
                <a:gd name="connsiteY148" fmla="*/ 1213530 h 2673822"/>
                <a:gd name="connsiteX149" fmla="*/ 112305 w 3228750"/>
                <a:gd name="connsiteY149" fmla="*/ 1213530 h 2673822"/>
                <a:gd name="connsiteX150" fmla="*/ 84228 w 3228750"/>
                <a:gd name="connsiteY150" fmla="*/ 1185448 h 2673822"/>
                <a:gd name="connsiteX151" fmla="*/ 0 w 3228750"/>
                <a:gd name="connsiteY151" fmla="*/ 1157365 h 2673822"/>
                <a:gd name="connsiteX152" fmla="*/ 28076 w 3228750"/>
                <a:gd name="connsiteY152" fmla="*/ 1073117 h 2673822"/>
                <a:gd name="connsiteX153" fmla="*/ 32714 w 3228750"/>
                <a:gd name="connsiteY153" fmla="*/ 1081681 h 2673822"/>
                <a:gd name="connsiteX154" fmla="*/ 98790 w 3228750"/>
                <a:gd name="connsiteY154" fmla="*/ 1030288 h 2673822"/>
                <a:gd name="connsiteX155" fmla="*/ 124190 w 3228750"/>
                <a:gd name="connsiteY155" fmla="*/ 1042988 h 2673822"/>
                <a:gd name="connsiteX156" fmla="*/ 144828 w 3228750"/>
                <a:gd name="connsiteY156" fmla="*/ 1030288 h 2673822"/>
                <a:gd name="connsiteX157" fmla="*/ 141653 w 3228750"/>
                <a:gd name="connsiteY157" fmla="*/ 984250 h 2673822"/>
                <a:gd name="connsiteX158" fmla="*/ 178165 w 3228750"/>
                <a:gd name="connsiteY158" fmla="*/ 927100 h 2673822"/>
                <a:gd name="connsiteX159" fmla="*/ 176578 w 3228750"/>
                <a:gd name="connsiteY159" fmla="*/ 869950 h 2673822"/>
                <a:gd name="connsiteX160" fmla="*/ 206740 w 3228750"/>
                <a:gd name="connsiteY160" fmla="*/ 833438 h 2673822"/>
                <a:gd name="connsiteX161" fmla="*/ 203565 w 3228750"/>
                <a:gd name="connsiteY161" fmla="*/ 735013 h 2673822"/>
                <a:gd name="connsiteX162" fmla="*/ 249603 w 3228750"/>
                <a:gd name="connsiteY162" fmla="*/ 701675 h 2673822"/>
                <a:gd name="connsiteX163" fmla="*/ 262303 w 3228750"/>
                <a:gd name="connsiteY163" fmla="*/ 695325 h 2673822"/>
                <a:gd name="connsiteX164" fmla="*/ 267065 w 3228750"/>
                <a:gd name="connsiteY164" fmla="*/ 690563 h 2673822"/>
                <a:gd name="connsiteX165" fmla="*/ 271828 w 3228750"/>
                <a:gd name="connsiteY165" fmla="*/ 687388 h 2673822"/>
                <a:gd name="connsiteX166" fmla="*/ 268653 w 3228750"/>
                <a:gd name="connsiteY166" fmla="*/ 682625 h 2673822"/>
                <a:gd name="connsiteX167" fmla="*/ 267065 w 3228750"/>
                <a:gd name="connsiteY167" fmla="*/ 677863 h 2673822"/>
                <a:gd name="connsiteX168" fmla="*/ 262303 w 3228750"/>
                <a:gd name="connsiteY168" fmla="*/ 674688 h 2673822"/>
                <a:gd name="connsiteX169" fmla="*/ 263890 w 3228750"/>
                <a:gd name="connsiteY169" fmla="*/ 641350 h 2673822"/>
                <a:gd name="connsiteX170" fmla="*/ 289290 w 3228750"/>
                <a:gd name="connsiteY170" fmla="*/ 593725 h 2673822"/>
                <a:gd name="connsiteX171" fmla="*/ 389303 w 3228750"/>
                <a:gd name="connsiteY171" fmla="*/ 579438 h 2673822"/>
                <a:gd name="connsiteX172" fmla="*/ 427403 w 3228750"/>
                <a:gd name="connsiteY172" fmla="*/ 566738 h 2673822"/>
                <a:gd name="connsiteX173" fmla="*/ 459153 w 3228750"/>
                <a:gd name="connsiteY173" fmla="*/ 560388 h 2673822"/>
                <a:gd name="connsiteX174" fmla="*/ 511540 w 3228750"/>
                <a:gd name="connsiteY174" fmla="*/ 555625 h 2673822"/>
                <a:gd name="connsiteX175" fmla="*/ 503603 w 3228750"/>
                <a:gd name="connsiteY175" fmla="*/ 633413 h 2673822"/>
                <a:gd name="connsiteX176" fmla="*/ 522653 w 3228750"/>
                <a:gd name="connsiteY176" fmla="*/ 630238 h 2673822"/>
                <a:gd name="connsiteX177" fmla="*/ 533765 w 3228750"/>
                <a:gd name="connsiteY177" fmla="*/ 647700 h 2673822"/>
                <a:gd name="connsiteX178" fmla="*/ 548053 w 3228750"/>
                <a:gd name="connsiteY178" fmla="*/ 687388 h 2673822"/>
                <a:gd name="connsiteX179" fmla="*/ 579803 w 3228750"/>
                <a:gd name="connsiteY179" fmla="*/ 708025 h 2673822"/>
                <a:gd name="connsiteX180" fmla="*/ 651240 w 3228750"/>
                <a:gd name="connsiteY180" fmla="*/ 796925 h 2673822"/>
                <a:gd name="connsiteX181" fmla="*/ 678228 w 3228750"/>
                <a:gd name="connsiteY181" fmla="*/ 841375 h 2673822"/>
                <a:gd name="connsiteX182" fmla="*/ 697278 w 3228750"/>
                <a:gd name="connsiteY182" fmla="*/ 846138 h 2673822"/>
                <a:gd name="connsiteX183" fmla="*/ 724265 w 3228750"/>
                <a:gd name="connsiteY183" fmla="*/ 846138 h 2673822"/>
                <a:gd name="connsiteX184" fmla="*/ 771890 w 3228750"/>
                <a:gd name="connsiteY184" fmla="*/ 827088 h 2673822"/>
                <a:gd name="connsiteX185" fmla="*/ 822690 w 3228750"/>
                <a:gd name="connsiteY185" fmla="*/ 798513 h 2673822"/>
                <a:gd name="connsiteX186" fmla="*/ 868728 w 3228750"/>
                <a:gd name="connsiteY186" fmla="*/ 798513 h 2673822"/>
                <a:gd name="connsiteX187" fmla="*/ 949690 w 3228750"/>
                <a:gd name="connsiteY187" fmla="*/ 803275 h 2673822"/>
                <a:gd name="connsiteX188" fmla="*/ 1035415 w 3228750"/>
                <a:gd name="connsiteY188" fmla="*/ 812800 h 2673822"/>
                <a:gd name="connsiteX189" fmla="*/ 1086215 w 3228750"/>
                <a:gd name="connsiteY189" fmla="*/ 895350 h 2673822"/>
                <a:gd name="connsiteX190" fmla="*/ 1298940 w 3228750"/>
                <a:gd name="connsiteY190" fmla="*/ 887413 h 2673822"/>
                <a:gd name="connsiteX191" fmla="*/ 1302115 w 3228750"/>
                <a:gd name="connsiteY191" fmla="*/ 854075 h 2673822"/>
                <a:gd name="connsiteX192" fmla="*/ 1343390 w 3228750"/>
                <a:gd name="connsiteY192" fmla="*/ 812800 h 2673822"/>
                <a:gd name="connsiteX193" fmla="*/ 1360853 w 3228750"/>
                <a:gd name="connsiteY193" fmla="*/ 798513 h 2673822"/>
                <a:gd name="connsiteX194" fmla="*/ 1371965 w 3228750"/>
                <a:gd name="connsiteY194" fmla="*/ 795338 h 2673822"/>
                <a:gd name="connsiteX195" fmla="*/ 1373553 w 3228750"/>
                <a:gd name="connsiteY195" fmla="*/ 790575 h 2673822"/>
                <a:gd name="connsiteX196" fmla="*/ 1384665 w 3228750"/>
                <a:gd name="connsiteY196" fmla="*/ 785813 h 2673822"/>
                <a:gd name="connsiteX197" fmla="*/ 1392603 w 3228750"/>
                <a:gd name="connsiteY197" fmla="*/ 784225 h 2673822"/>
                <a:gd name="connsiteX198" fmla="*/ 1397365 w 3228750"/>
                <a:gd name="connsiteY198" fmla="*/ 781050 h 2673822"/>
                <a:gd name="connsiteX199" fmla="*/ 1405303 w 3228750"/>
                <a:gd name="connsiteY199" fmla="*/ 779463 h 2673822"/>
                <a:gd name="connsiteX200" fmla="*/ 1422765 w 3228750"/>
                <a:gd name="connsiteY200" fmla="*/ 769938 h 2673822"/>
                <a:gd name="connsiteX201" fmla="*/ 1460865 w 3228750"/>
                <a:gd name="connsiteY201" fmla="*/ 757238 h 2673822"/>
                <a:gd name="connsiteX202" fmla="*/ 1500553 w 3228750"/>
                <a:gd name="connsiteY202" fmla="*/ 727075 h 2673822"/>
                <a:gd name="connsiteX203" fmla="*/ 1511665 w 3228750"/>
                <a:gd name="connsiteY203" fmla="*/ 655638 h 2673822"/>
                <a:gd name="connsiteX204" fmla="*/ 1606915 w 3228750"/>
                <a:gd name="connsiteY204" fmla="*/ 601663 h 2673822"/>
                <a:gd name="connsiteX205" fmla="*/ 1743440 w 3228750"/>
                <a:gd name="connsiteY205" fmla="*/ 688975 h 2673822"/>
                <a:gd name="connsiteX206" fmla="*/ 1822815 w 3228750"/>
                <a:gd name="connsiteY206" fmla="*/ 765175 h 2673822"/>
                <a:gd name="connsiteX207" fmla="*/ 1879965 w 3228750"/>
                <a:gd name="connsiteY207" fmla="*/ 755650 h 2673822"/>
                <a:gd name="connsiteX208" fmla="*/ 1935528 w 3228750"/>
                <a:gd name="connsiteY208" fmla="*/ 749300 h 2673822"/>
                <a:gd name="connsiteX209" fmla="*/ 2008553 w 3228750"/>
                <a:gd name="connsiteY209" fmla="*/ 668338 h 2673822"/>
                <a:gd name="connsiteX210" fmla="*/ 2105390 w 3228750"/>
                <a:gd name="connsiteY210" fmla="*/ 568325 h 2673822"/>
                <a:gd name="connsiteX211" fmla="*/ 2130790 w 3228750"/>
                <a:gd name="connsiteY211" fmla="*/ 485775 h 2673822"/>
                <a:gd name="connsiteX212" fmla="*/ 2275253 w 3228750"/>
                <a:gd name="connsiteY212" fmla="*/ 361950 h 2673822"/>
                <a:gd name="connsiteX213" fmla="*/ 2248265 w 3228750"/>
                <a:gd name="connsiteY213" fmla="*/ 309563 h 2673822"/>
                <a:gd name="connsiteX214" fmla="*/ 2238740 w 3228750"/>
                <a:gd name="connsiteY214" fmla="*/ 155575 h 2673822"/>
                <a:gd name="connsiteX215" fmla="*/ 2170478 w 3228750"/>
                <a:gd name="connsiteY215" fmla="*/ 68263 h 2673822"/>
                <a:gd name="connsiteX216" fmla="*/ 2356215 w 3228750"/>
                <a:gd name="connsiteY216" fmla="*/ 68263 h 2673822"/>
                <a:gd name="connsiteX217" fmla="*/ 2343515 w 3228750"/>
                <a:gd name="connsiteY217" fmla="*/ 0 h 2673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Lst>
              <a:rect l="l" t="t" r="r" b="b"/>
              <a:pathLst>
                <a:path w="3228750" h="2673822">
                  <a:moveTo>
                    <a:pt x="2343515" y="0"/>
                  </a:moveTo>
                  <a:lnTo>
                    <a:pt x="2483215" y="3175"/>
                  </a:lnTo>
                  <a:lnTo>
                    <a:pt x="2480040" y="65088"/>
                  </a:lnTo>
                  <a:lnTo>
                    <a:pt x="2472103" y="74613"/>
                  </a:lnTo>
                  <a:lnTo>
                    <a:pt x="2460990" y="139700"/>
                  </a:lnTo>
                  <a:lnTo>
                    <a:pt x="2449878" y="200025"/>
                  </a:lnTo>
                  <a:lnTo>
                    <a:pt x="2472103" y="431800"/>
                  </a:lnTo>
                  <a:lnTo>
                    <a:pt x="2462578" y="460375"/>
                  </a:lnTo>
                  <a:lnTo>
                    <a:pt x="2502265" y="479425"/>
                  </a:lnTo>
                  <a:lnTo>
                    <a:pt x="2537190" y="500063"/>
                  </a:lnTo>
                  <a:lnTo>
                    <a:pt x="2618153" y="581025"/>
                  </a:lnTo>
                  <a:lnTo>
                    <a:pt x="2691178" y="649288"/>
                  </a:lnTo>
                  <a:lnTo>
                    <a:pt x="2692765" y="712788"/>
                  </a:lnTo>
                  <a:lnTo>
                    <a:pt x="2702290" y="735013"/>
                  </a:lnTo>
                  <a:lnTo>
                    <a:pt x="2664190" y="792163"/>
                  </a:lnTo>
                  <a:lnTo>
                    <a:pt x="2668953" y="850900"/>
                  </a:lnTo>
                  <a:lnTo>
                    <a:pt x="2695455" y="847003"/>
                  </a:lnTo>
                  <a:lnTo>
                    <a:pt x="2695304" y="848457"/>
                  </a:lnTo>
                  <a:cubicBezTo>
                    <a:pt x="2723381" y="932705"/>
                    <a:pt x="2723381" y="988870"/>
                    <a:pt x="2723381" y="1073117"/>
                  </a:cubicBezTo>
                  <a:cubicBezTo>
                    <a:pt x="2723381" y="1101200"/>
                    <a:pt x="2723381" y="1101200"/>
                    <a:pt x="2695304" y="1129282"/>
                  </a:cubicBezTo>
                  <a:cubicBezTo>
                    <a:pt x="2695304" y="1129282"/>
                    <a:pt x="2667228" y="1129282"/>
                    <a:pt x="2667228" y="1157365"/>
                  </a:cubicBezTo>
                  <a:cubicBezTo>
                    <a:pt x="2639152" y="1157365"/>
                    <a:pt x="2639152" y="1157365"/>
                    <a:pt x="2639152" y="1157365"/>
                  </a:cubicBezTo>
                  <a:cubicBezTo>
                    <a:pt x="2611076" y="1185448"/>
                    <a:pt x="2611076" y="1157365"/>
                    <a:pt x="2583000" y="1129282"/>
                  </a:cubicBezTo>
                  <a:cubicBezTo>
                    <a:pt x="2583000" y="1129282"/>
                    <a:pt x="2583000" y="1129282"/>
                    <a:pt x="2554924" y="1129282"/>
                  </a:cubicBezTo>
                  <a:cubicBezTo>
                    <a:pt x="2554924" y="1129282"/>
                    <a:pt x="2554924" y="1129282"/>
                    <a:pt x="2526848" y="1129282"/>
                  </a:cubicBezTo>
                  <a:cubicBezTo>
                    <a:pt x="2498772" y="1157365"/>
                    <a:pt x="2498772" y="1129282"/>
                    <a:pt x="2470696" y="1157365"/>
                  </a:cubicBezTo>
                  <a:cubicBezTo>
                    <a:pt x="2470696" y="1157365"/>
                    <a:pt x="2470696" y="1157365"/>
                    <a:pt x="2470696" y="1185448"/>
                  </a:cubicBezTo>
                  <a:cubicBezTo>
                    <a:pt x="2470696" y="1213530"/>
                    <a:pt x="2470696" y="1213530"/>
                    <a:pt x="2470696" y="1213530"/>
                  </a:cubicBezTo>
                  <a:cubicBezTo>
                    <a:pt x="2470696" y="1213530"/>
                    <a:pt x="2470696" y="1213530"/>
                    <a:pt x="2470696" y="1241613"/>
                  </a:cubicBezTo>
                  <a:cubicBezTo>
                    <a:pt x="2470696" y="1241613"/>
                    <a:pt x="2442620" y="1241613"/>
                    <a:pt x="2442620" y="1269695"/>
                  </a:cubicBezTo>
                  <a:cubicBezTo>
                    <a:pt x="2442620" y="1269695"/>
                    <a:pt x="2414544" y="1297778"/>
                    <a:pt x="2414544" y="1297778"/>
                  </a:cubicBezTo>
                  <a:cubicBezTo>
                    <a:pt x="2414544" y="1325860"/>
                    <a:pt x="2414544" y="1353943"/>
                    <a:pt x="2442620" y="1353943"/>
                  </a:cubicBezTo>
                  <a:cubicBezTo>
                    <a:pt x="2470696" y="1353943"/>
                    <a:pt x="2470696" y="1353943"/>
                    <a:pt x="2498772" y="1353943"/>
                  </a:cubicBezTo>
                  <a:cubicBezTo>
                    <a:pt x="2498772" y="1353943"/>
                    <a:pt x="2526848" y="1353943"/>
                    <a:pt x="2554924" y="1353943"/>
                  </a:cubicBezTo>
                  <a:cubicBezTo>
                    <a:pt x="2554924" y="1353943"/>
                    <a:pt x="2554924" y="1382025"/>
                    <a:pt x="2583000" y="1382025"/>
                  </a:cubicBezTo>
                  <a:cubicBezTo>
                    <a:pt x="2611076" y="1382025"/>
                    <a:pt x="2611076" y="1382025"/>
                    <a:pt x="2639152" y="1410108"/>
                  </a:cubicBezTo>
                  <a:cubicBezTo>
                    <a:pt x="2667228" y="1438190"/>
                    <a:pt x="2695304" y="1438190"/>
                    <a:pt x="2695304" y="1494355"/>
                  </a:cubicBezTo>
                  <a:cubicBezTo>
                    <a:pt x="2695304" y="1522438"/>
                    <a:pt x="2723381" y="1522438"/>
                    <a:pt x="2751457" y="1550521"/>
                  </a:cubicBezTo>
                  <a:cubicBezTo>
                    <a:pt x="2751457" y="1550521"/>
                    <a:pt x="2751457" y="1550521"/>
                    <a:pt x="2751457" y="1578603"/>
                  </a:cubicBezTo>
                  <a:cubicBezTo>
                    <a:pt x="2779533" y="1606686"/>
                    <a:pt x="2779533" y="1606686"/>
                    <a:pt x="2807609" y="1606686"/>
                  </a:cubicBezTo>
                  <a:cubicBezTo>
                    <a:pt x="2807609" y="1606686"/>
                    <a:pt x="2835685" y="1634768"/>
                    <a:pt x="2835685" y="1634768"/>
                  </a:cubicBezTo>
                  <a:cubicBezTo>
                    <a:pt x="2835685" y="1662851"/>
                    <a:pt x="2835685" y="1662851"/>
                    <a:pt x="2863761" y="1662851"/>
                  </a:cubicBezTo>
                  <a:cubicBezTo>
                    <a:pt x="2891837" y="1662851"/>
                    <a:pt x="2919913" y="1747098"/>
                    <a:pt x="2919913" y="1775181"/>
                  </a:cubicBezTo>
                  <a:cubicBezTo>
                    <a:pt x="2919913" y="1803263"/>
                    <a:pt x="2919913" y="1803263"/>
                    <a:pt x="2947989" y="1831346"/>
                  </a:cubicBezTo>
                  <a:cubicBezTo>
                    <a:pt x="2947989" y="1859429"/>
                    <a:pt x="2947989" y="1859429"/>
                    <a:pt x="2976065" y="1887511"/>
                  </a:cubicBezTo>
                  <a:cubicBezTo>
                    <a:pt x="2976065" y="1915594"/>
                    <a:pt x="2976065" y="1915594"/>
                    <a:pt x="2976065" y="1943676"/>
                  </a:cubicBezTo>
                  <a:cubicBezTo>
                    <a:pt x="2976065" y="1971759"/>
                    <a:pt x="2976065" y="1971759"/>
                    <a:pt x="3004141" y="1971759"/>
                  </a:cubicBezTo>
                  <a:cubicBezTo>
                    <a:pt x="3004141" y="1999841"/>
                    <a:pt x="3004141" y="1999841"/>
                    <a:pt x="3004141" y="1999841"/>
                  </a:cubicBezTo>
                  <a:cubicBezTo>
                    <a:pt x="3004141" y="2027924"/>
                    <a:pt x="3032218" y="2027924"/>
                    <a:pt x="3032218" y="2056006"/>
                  </a:cubicBezTo>
                  <a:cubicBezTo>
                    <a:pt x="3060294" y="2056006"/>
                    <a:pt x="3032218" y="2084089"/>
                    <a:pt x="3060294" y="2084089"/>
                  </a:cubicBezTo>
                  <a:cubicBezTo>
                    <a:pt x="3060294" y="2112171"/>
                    <a:pt x="3088370" y="2084089"/>
                    <a:pt x="3088370" y="2084089"/>
                  </a:cubicBezTo>
                  <a:cubicBezTo>
                    <a:pt x="3088370" y="2056006"/>
                    <a:pt x="3116446" y="2084089"/>
                    <a:pt x="3116446" y="2084089"/>
                  </a:cubicBezTo>
                  <a:cubicBezTo>
                    <a:pt x="3144522" y="2084089"/>
                    <a:pt x="3144522" y="2084089"/>
                    <a:pt x="3172598" y="2084089"/>
                  </a:cubicBezTo>
                  <a:cubicBezTo>
                    <a:pt x="3172598" y="2084089"/>
                    <a:pt x="3200674" y="2112171"/>
                    <a:pt x="3200674" y="2112171"/>
                  </a:cubicBezTo>
                  <a:cubicBezTo>
                    <a:pt x="3172598" y="2140254"/>
                    <a:pt x="3200674" y="2140254"/>
                    <a:pt x="3200674" y="2140254"/>
                  </a:cubicBezTo>
                  <a:cubicBezTo>
                    <a:pt x="3200674" y="2168336"/>
                    <a:pt x="3172598" y="2196419"/>
                    <a:pt x="3172598" y="2196419"/>
                  </a:cubicBezTo>
                  <a:cubicBezTo>
                    <a:pt x="3172598" y="2252584"/>
                    <a:pt x="3200674" y="2280667"/>
                    <a:pt x="3228750" y="2308749"/>
                  </a:cubicBezTo>
                  <a:cubicBezTo>
                    <a:pt x="3228750" y="2308749"/>
                    <a:pt x="3228750" y="2308749"/>
                    <a:pt x="3200674" y="2308749"/>
                  </a:cubicBezTo>
                  <a:cubicBezTo>
                    <a:pt x="3200674" y="2336832"/>
                    <a:pt x="3172598" y="2336832"/>
                    <a:pt x="3144522" y="2308749"/>
                  </a:cubicBezTo>
                  <a:cubicBezTo>
                    <a:pt x="3144522" y="2308749"/>
                    <a:pt x="3116446" y="2280667"/>
                    <a:pt x="3116446" y="2280667"/>
                  </a:cubicBezTo>
                  <a:cubicBezTo>
                    <a:pt x="3116446" y="2252584"/>
                    <a:pt x="3116446" y="2224502"/>
                    <a:pt x="3116446" y="2224502"/>
                  </a:cubicBezTo>
                  <a:cubicBezTo>
                    <a:pt x="3088370" y="2224502"/>
                    <a:pt x="3088370" y="2224502"/>
                    <a:pt x="3060294" y="2196419"/>
                  </a:cubicBezTo>
                  <a:cubicBezTo>
                    <a:pt x="3063804" y="2189399"/>
                    <a:pt x="3066436" y="2184133"/>
                    <a:pt x="3068355" y="2180294"/>
                  </a:cubicBezTo>
                  <a:lnTo>
                    <a:pt x="3069468" y="2178068"/>
                  </a:lnTo>
                  <a:lnTo>
                    <a:pt x="3070823" y="2175357"/>
                  </a:lnTo>
                  <a:cubicBezTo>
                    <a:pt x="3072577" y="2171847"/>
                    <a:pt x="3073455" y="2170092"/>
                    <a:pt x="3072139" y="2172724"/>
                  </a:cubicBezTo>
                  <a:lnTo>
                    <a:pt x="3069468" y="2178068"/>
                  </a:lnTo>
                  <a:lnTo>
                    <a:pt x="3064242" y="2188521"/>
                  </a:lnTo>
                  <a:cubicBezTo>
                    <a:pt x="3062049" y="2192909"/>
                    <a:pt x="3060294" y="2196419"/>
                    <a:pt x="3060294" y="2196419"/>
                  </a:cubicBezTo>
                  <a:cubicBezTo>
                    <a:pt x="3032218" y="2196419"/>
                    <a:pt x="3032218" y="2196419"/>
                    <a:pt x="3004141" y="2196419"/>
                  </a:cubicBezTo>
                  <a:cubicBezTo>
                    <a:pt x="2976065" y="2224502"/>
                    <a:pt x="2976065" y="2224502"/>
                    <a:pt x="2947989" y="2224502"/>
                  </a:cubicBezTo>
                  <a:cubicBezTo>
                    <a:pt x="2891837" y="2252584"/>
                    <a:pt x="2863761" y="2280667"/>
                    <a:pt x="2807609" y="2308749"/>
                  </a:cubicBezTo>
                  <a:cubicBezTo>
                    <a:pt x="2779533" y="2336832"/>
                    <a:pt x="2751457" y="2392997"/>
                    <a:pt x="2723381" y="2421079"/>
                  </a:cubicBezTo>
                  <a:cubicBezTo>
                    <a:pt x="2667228" y="2477244"/>
                    <a:pt x="2639152" y="2505327"/>
                    <a:pt x="2611076" y="2561492"/>
                  </a:cubicBezTo>
                  <a:cubicBezTo>
                    <a:pt x="2583000" y="2589575"/>
                    <a:pt x="2583000" y="2589575"/>
                    <a:pt x="2554924" y="2589575"/>
                  </a:cubicBezTo>
                  <a:cubicBezTo>
                    <a:pt x="2526848" y="2589575"/>
                    <a:pt x="2498772" y="2589575"/>
                    <a:pt x="2470696" y="2589575"/>
                  </a:cubicBezTo>
                  <a:cubicBezTo>
                    <a:pt x="2470696" y="2589575"/>
                    <a:pt x="2442620" y="2561492"/>
                    <a:pt x="2442620" y="2561492"/>
                  </a:cubicBezTo>
                  <a:cubicBezTo>
                    <a:pt x="2414544" y="2561492"/>
                    <a:pt x="2386468" y="2561492"/>
                    <a:pt x="2386468" y="2589575"/>
                  </a:cubicBezTo>
                  <a:cubicBezTo>
                    <a:pt x="2330315" y="2589575"/>
                    <a:pt x="2274163" y="2589575"/>
                    <a:pt x="2246087" y="2617657"/>
                  </a:cubicBezTo>
                  <a:cubicBezTo>
                    <a:pt x="2246087" y="2617657"/>
                    <a:pt x="2218011" y="2617657"/>
                    <a:pt x="2218011" y="2617657"/>
                  </a:cubicBezTo>
                  <a:cubicBezTo>
                    <a:pt x="2218011" y="2645740"/>
                    <a:pt x="2218011" y="2645740"/>
                    <a:pt x="2218011" y="2645740"/>
                  </a:cubicBezTo>
                  <a:cubicBezTo>
                    <a:pt x="2218011" y="2673822"/>
                    <a:pt x="2218011" y="2673822"/>
                    <a:pt x="2189935" y="2673822"/>
                  </a:cubicBezTo>
                  <a:cubicBezTo>
                    <a:pt x="2189935" y="2645740"/>
                    <a:pt x="2189935" y="2645740"/>
                    <a:pt x="2161859" y="2645740"/>
                  </a:cubicBezTo>
                  <a:cubicBezTo>
                    <a:pt x="2161859" y="2645740"/>
                    <a:pt x="2133783" y="2645740"/>
                    <a:pt x="2133783" y="2617657"/>
                  </a:cubicBezTo>
                  <a:cubicBezTo>
                    <a:pt x="2133783" y="2617657"/>
                    <a:pt x="2105707" y="2561492"/>
                    <a:pt x="2105707" y="2561492"/>
                  </a:cubicBezTo>
                  <a:cubicBezTo>
                    <a:pt x="2077631" y="2589575"/>
                    <a:pt x="2077631" y="2589575"/>
                    <a:pt x="2077631" y="2589575"/>
                  </a:cubicBezTo>
                  <a:cubicBezTo>
                    <a:pt x="2077631" y="2589575"/>
                    <a:pt x="2021478" y="2617657"/>
                    <a:pt x="2021478" y="2617657"/>
                  </a:cubicBezTo>
                  <a:cubicBezTo>
                    <a:pt x="1993402" y="2617657"/>
                    <a:pt x="1965326" y="2561492"/>
                    <a:pt x="1937250" y="2589575"/>
                  </a:cubicBezTo>
                  <a:cubicBezTo>
                    <a:pt x="1881098" y="2589575"/>
                    <a:pt x="1853022" y="2617657"/>
                    <a:pt x="1853022" y="2673822"/>
                  </a:cubicBezTo>
                  <a:cubicBezTo>
                    <a:pt x="1853022" y="2673822"/>
                    <a:pt x="1853022" y="2645740"/>
                    <a:pt x="1853022" y="2645740"/>
                  </a:cubicBezTo>
                  <a:cubicBezTo>
                    <a:pt x="1853022" y="2645740"/>
                    <a:pt x="1824946" y="2645740"/>
                    <a:pt x="1824946" y="2617657"/>
                  </a:cubicBezTo>
                  <a:cubicBezTo>
                    <a:pt x="1824946" y="2617657"/>
                    <a:pt x="1768794" y="2645740"/>
                    <a:pt x="1768794" y="2617657"/>
                  </a:cubicBezTo>
                  <a:cubicBezTo>
                    <a:pt x="1768794" y="2617657"/>
                    <a:pt x="1768794" y="2561492"/>
                    <a:pt x="1768794" y="2561492"/>
                  </a:cubicBezTo>
                  <a:cubicBezTo>
                    <a:pt x="1740718" y="2561492"/>
                    <a:pt x="1712641" y="2533410"/>
                    <a:pt x="1712641" y="2533410"/>
                  </a:cubicBezTo>
                  <a:cubicBezTo>
                    <a:pt x="1712641" y="2533410"/>
                    <a:pt x="1684565" y="2533410"/>
                    <a:pt x="1656489" y="2533410"/>
                  </a:cubicBezTo>
                  <a:cubicBezTo>
                    <a:pt x="1656489" y="2505327"/>
                    <a:pt x="1656489" y="2505327"/>
                    <a:pt x="1656489" y="2477244"/>
                  </a:cubicBezTo>
                  <a:cubicBezTo>
                    <a:pt x="1656489" y="2477244"/>
                    <a:pt x="1628413" y="2477244"/>
                    <a:pt x="1628413" y="2449162"/>
                  </a:cubicBezTo>
                  <a:cubicBezTo>
                    <a:pt x="1628413" y="2449162"/>
                    <a:pt x="1600337" y="2449162"/>
                    <a:pt x="1600337" y="2449162"/>
                  </a:cubicBezTo>
                  <a:cubicBezTo>
                    <a:pt x="1600337" y="2421079"/>
                    <a:pt x="1600337" y="2421079"/>
                    <a:pt x="1600337" y="2421079"/>
                  </a:cubicBezTo>
                  <a:cubicBezTo>
                    <a:pt x="1544185" y="2392997"/>
                    <a:pt x="1544185" y="2392997"/>
                    <a:pt x="1544185" y="2364914"/>
                  </a:cubicBezTo>
                  <a:cubicBezTo>
                    <a:pt x="1572261" y="2336832"/>
                    <a:pt x="1544185" y="2336832"/>
                    <a:pt x="1544185" y="2336832"/>
                  </a:cubicBezTo>
                  <a:cubicBezTo>
                    <a:pt x="1516109" y="2336832"/>
                    <a:pt x="1516109" y="2308749"/>
                    <a:pt x="1516109" y="2308749"/>
                  </a:cubicBezTo>
                  <a:cubicBezTo>
                    <a:pt x="1488033" y="2308749"/>
                    <a:pt x="1488033" y="2308749"/>
                    <a:pt x="1459957" y="2308749"/>
                  </a:cubicBezTo>
                  <a:cubicBezTo>
                    <a:pt x="1459957" y="2308749"/>
                    <a:pt x="1459957" y="2336832"/>
                    <a:pt x="1459957" y="2336832"/>
                  </a:cubicBezTo>
                  <a:cubicBezTo>
                    <a:pt x="1459957" y="2336832"/>
                    <a:pt x="1431881" y="2392997"/>
                    <a:pt x="1431881" y="2392997"/>
                  </a:cubicBezTo>
                  <a:cubicBezTo>
                    <a:pt x="1403805" y="2392997"/>
                    <a:pt x="1403805" y="2392997"/>
                    <a:pt x="1403805" y="2392997"/>
                  </a:cubicBezTo>
                  <a:cubicBezTo>
                    <a:pt x="1403805" y="2421079"/>
                    <a:pt x="1375728" y="2392997"/>
                    <a:pt x="1375728" y="2392997"/>
                  </a:cubicBezTo>
                  <a:cubicBezTo>
                    <a:pt x="1375728" y="2364914"/>
                    <a:pt x="1347652" y="2364914"/>
                    <a:pt x="1347652" y="2364914"/>
                  </a:cubicBezTo>
                  <a:cubicBezTo>
                    <a:pt x="1319576" y="2364914"/>
                    <a:pt x="1319576" y="2364914"/>
                    <a:pt x="1291500" y="2364914"/>
                  </a:cubicBezTo>
                  <a:cubicBezTo>
                    <a:pt x="1291500" y="2364914"/>
                    <a:pt x="1291500" y="2336832"/>
                    <a:pt x="1263424" y="2336832"/>
                  </a:cubicBezTo>
                  <a:cubicBezTo>
                    <a:pt x="1263424" y="2336832"/>
                    <a:pt x="1263424" y="2364914"/>
                    <a:pt x="1235348" y="2364914"/>
                  </a:cubicBezTo>
                  <a:cubicBezTo>
                    <a:pt x="1235348" y="2392997"/>
                    <a:pt x="1207272" y="2392997"/>
                    <a:pt x="1207272" y="2421079"/>
                  </a:cubicBezTo>
                  <a:cubicBezTo>
                    <a:pt x="1179196" y="2421079"/>
                    <a:pt x="1179196" y="2421079"/>
                    <a:pt x="1179196" y="2421079"/>
                  </a:cubicBezTo>
                  <a:cubicBezTo>
                    <a:pt x="1151120" y="2421079"/>
                    <a:pt x="1179196" y="2392997"/>
                    <a:pt x="1151120" y="2392997"/>
                  </a:cubicBezTo>
                  <a:cubicBezTo>
                    <a:pt x="1123044" y="2392997"/>
                    <a:pt x="1123044" y="2392997"/>
                    <a:pt x="1094968" y="2392997"/>
                  </a:cubicBezTo>
                  <a:cubicBezTo>
                    <a:pt x="1066891" y="2364914"/>
                    <a:pt x="1094968" y="2336832"/>
                    <a:pt x="1066891" y="2336832"/>
                  </a:cubicBezTo>
                  <a:cubicBezTo>
                    <a:pt x="1066891" y="2336832"/>
                    <a:pt x="1038815" y="2336832"/>
                    <a:pt x="1010739" y="2336832"/>
                  </a:cubicBezTo>
                  <a:cubicBezTo>
                    <a:pt x="1010739" y="2308749"/>
                    <a:pt x="1010739" y="2308749"/>
                    <a:pt x="1010739" y="2280667"/>
                  </a:cubicBezTo>
                  <a:cubicBezTo>
                    <a:pt x="1010739" y="2280667"/>
                    <a:pt x="982663" y="2280667"/>
                    <a:pt x="982663" y="2252584"/>
                  </a:cubicBezTo>
                  <a:cubicBezTo>
                    <a:pt x="982663" y="2224502"/>
                    <a:pt x="954587" y="2252584"/>
                    <a:pt x="954587" y="2224502"/>
                  </a:cubicBezTo>
                  <a:cubicBezTo>
                    <a:pt x="926511" y="2224502"/>
                    <a:pt x="926511" y="2196419"/>
                    <a:pt x="926511" y="2196419"/>
                  </a:cubicBezTo>
                  <a:cubicBezTo>
                    <a:pt x="898435" y="2168336"/>
                    <a:pt x="898435" y="2140254"/>
                    <a:pt x="870359" y="2140254"/>
                  </a:cubicBezTo>
                  <a:cubicBezTo>
                    <a:pt x="870359" y="2112171"/>
                    <a:pt x="870359" y="2084089"/>
                    <a:pt x="870359" y="2084089"/>
                  </a:cubicBezTo>
                  <a:cubicBezTo>
                    <a:pt x="870359" y="2056006"/>
                    <a:pt x="870359" y="2027924"/>
                    <a:pt x="870359" y="2027924"/>
                  </a:cubicBezTo>
                  <a:cubicBezTo>
                    <a:pt x="870359" y="2027924"/>
                    <a:pt x="842283" y="2027924"/>
                    <a:pt x="842283" y="1999841"/>
                  </a:cubicBezTo>
                  <a:cubicBezTo>
                    <a:pt x="842283" y="1971759"/>
                    <a:pt x="842283" y="1971759"/>
                    <a:pt x="814207" y="1971759"/>
                  </a:cubicBezTo>
                  <a:cubicBezTo>
                    <a:pt x="814207" y="1971759"/>
                    <a:pt x="814207" y="1943676"/>
                    <a:pt x="786131" y="1943676"/>
                  </a:cubicBezTo>
                  <a:cubicBezTo>
                    <a:pt x="758055" y="1943676"/>
                    <a:pt x="758055" y="1915594"/>
                    <a:pt x="758055" y="1943676"/>
                  </a:cubicBezTo>
                  <a:cubicBezTo>
                    <a:pt x="758055" y="1943676"/>
                    <a:pt x="758055" y="1915594"/>
                    <a:pt x="758055" y="1915594"/>
                  </a:cubicBezTo>
                  <a:cubicBezTo>
                    <a:pt x="729978" y="1915594"/>
                    <a:pt x="729978" y="1887511"/>
                    <a:pt x="701902" y="1887511"/>
                  </a:cubicBezTo>
                  <a:cubicBezTo>
                    <a:pt x="673826" y="1887511"/>
                    <a:pt x="673826" y="1887511"/>
                    <a:pt x="673826" y="1859429"/>
                  </a:cubicBezTo>
                  <a:cubicBezTo>
                    <a:pt x="645750" y="1859429"/>
                    <a:pt x="645750" y="1859429"/>
                    <a:pt x="645750" y="1859429"/>
                  </a:cubicBezTo>
                  <a:cubicBezTo>
                    <a:pt x="645750" y="1859429"/>
                    <a:pt x="673826" y="1859429"/>
                    <a:pt x="673826" y="1831346"/>
                  </a:cubicBezTo>
                  <a:cubicBezTo>
                    <a:pt x="645750" y="1831346"/>
                    <a:pt x="645750" y="1803263"/>
                    <a:pt x="645750" y="1803263"/>
                  </a:cubicBezTo>
                  <a:cubicBezTo>
                    <a:pt x="645750" y="1803263"/>
                    <a:pt x="645750" y="1803263"/>
                    <a:pt x="617674" y="1803263"/>
                  </a:cubicBezTo>
                  <a:cubicBezTo>
                    <a:pt x="617674" y="1803263"/>
                    <a:pt x="589598" y="1775181"/>
                    <a:pt x="589598" y="1775181"/>
                  </a:cubicBezTo>
                  <a:cubicBezTo>
                    <a:pt x="589598" y="1747098"/>
                    <a:pt x="617674" y="1719016"/>
                    <a:pt x="617674" y="1719016"/>
                  </a:cubicBezTo>
                  <a:cubicBezTo>
                    <a:pt x="617674" y="1690933"/>
                    <a:pt x="589598" y="1690933"/>
                    <a:pt x="589598" y="1662851"/>
                  </a:cubicBezTo>
                  <a:cubicBezTo>
                    <a:pt x="589598" y="1662851"/>
                    <a:pt x="561522" y="1634768"/>
                    <a:pt x="533446" y="1634768"/>
                  </a:cubicBezTo>
                  <a:cubicBezTo>
                    <a:pt x="533446" y="1606686"/>
                    <a:pt x="533446" y="1606686"/>
                    <a:pt x="533446" y="1578603"/>
                  </a:cubicBezTo>
                  <a:cubicBezTo>
                    <a:pt x="505370" y="1578603"/>
                    <a:pt x="477294" y="1578603"/>
                    <a:pt x="477294" y="1550521"/>
                  </a:cubicBezTo>
                  <a:cubicBezTo>
                    <a:pt x="449218" y="1522438"/>
                    <a:pt x="393065" y="1522438"/>
                    <a:pt x="364989" y="1494355"/>
                  </a:cubicBezTo>
                  <a:cubicBezTo>
                    <a:pt x="336913" y="1466273"/>
                    <a:pt x="336913" y="1438190"/>
                    <a:pt x="308837" y="1438190"/>
                  </a:cubicBezTo>
                  <a:cubicBezTo>
                    <a:pt x="308837" y="1438190"/>
                    <a:pt x="280761" y="1410108"/>
                    <a:pt x="308837" y="1410108"/>
                  </a:cubicBezTo>
                  <a:cubicBezTo>
                    <a:pt x="336913" y="1382025"/>
                    <a:pt x="336913" y="1382025"/>
                    <a:pt x="308837" y="1353943"/>
                  </a:cubicBezTo>
                  <a:cubicBezTo>
                    <a:pt x="308837" y="1353943"/>
                    <a:pt x="308837" y="1297778"/>
                    <a:pt x="280761" y="1297778"/>
                  </a:cubicBezTo>
                  <a:cubicBezTo>
                    <a:pt x="252685" y="1297778"/>
                    <a:pt x="252685" y="1297778"/>
                    <a:pt x="252685" y="1297778"/>
                  </a:cubicBezTo>
                  <a:cubicBezTo>
                    <a:pt x="224609" y="1269695"/>
                    <a:pt x="224609" y="1241613"/>
                    <a:pt x="196533" y="1241613"/>
                  </a:cubicBezTo>
                  <a:cubicBezTo>
                    <a:pt x="196533" y="1213530"/>
                    <a:pt x="168457" y="1213530"/>
                    <a:pt x="140381" y="1213530"/>
                  </a:cubicBezTo>
                  <a:cubicBezTo>
                    <a:pt x="140381" y="1213530"/>
                    <a:pt x="112305" y="1213530"/>
                    <a:pt x="112305" y="1213530"/>
                  </a:cubicBezTo>
                  <a:cubicBezTo>
                    <a:pt x="112305" y="1213530"/>
                    <a:pt x="112305" y="1213530"/>
                    <a:pt x="84228" y="1185448"/>
                  </a:cubicBezTo>
                  <a:cubicBezTo>
                    <a:pt x="56152" y="1185448"/>
                    <a:pt x="0" y="1185448"/>
                    <a:pt x="0" y="1157365"/>
                  </a:cubicBezTo>
                  <a:cubicBezTo>
                    <a:pt x="28076" y="1129282"/>
                    <a:pt x="56152" y="1101200"/>
                    <a:pt x="28076" y="1073117"/>
                  </a:cubicBezTo>
                  <a:lnTo>
                    <a:pt x="32714" y="1081681"/>
                  </a:lnTo>
                  <a:lnTo>
                    <a:pt x="98790" y="1030288"/>
                  </a:lnTo>
                  <a:lnTo>
                    <a:pt x="124190" y="1042988"/>
                  </a:lnTo>
                  <a:lnTo>
                    <a:pt x="144828" y="1030288"/>
                  </a:lnTo>
                  <a:lnTo>
                    <a:pt x="141653" y="984250"/>
                  </a:lnTo>
                  <a:lnTo>
                    <a:pt x="178165" y="927100"/>
                  </a:lnTo>
                  <a:lnTo>
                    <a:pt x="176578" y="869950"/>
                  </a:lnTo>
                  <a:lnTo>
                    <a:pt x="206740" y="833438"/>
                  </a:lnTo>
                  <a:lnTo>
                    <a:pt x="203565" y="735013"/>
                  </a:lnTo>
                  <a:lnTo>
                    <a:pt x="249603" y="701675"/>
                  </a:lnTo>
                  <a:cubicBezTo>
                    <a:pt x="253836" y="699558"/>
                    <a:pt x="258310" y="697866"/>
                    <a:pt x="262303" y="695325"/>
                  </a:cubicBezTo>
                  <a:cubicBezTo>
                    <a:pt x="264197" y="694120"/>
                    <a:pt x="265340" y="692000"/>
                    <a:pt x="267065" y="690563"/>
                  </a:cubicBezTo>
                  <a:cubicBezTo>
                    <a:pt x="268531" y="689342"/>
                    <a:pt x="270240" y="688446"/>
                    <a:pt x="271828" y="687388"/>
                  </a:cubicBezTo>
                  <a:cubicBezTo>
                    <a:pt x="270770" y="685800"/>
                    <a:pt x="269506" y="684332"/>
                    <a:pt x="268653" y="682625"/>
                  </a:cubicBezTo>
                  <a:cubicBezTo>
                    <a:pt x="267905" y="681128"/>
                    <a:pt x="268110" y="679170"/>
                    <a:pt x="267065" y="677863"/>
                  </a:cubicBezTo>
                  <a:cubicBezTo>
                    <a:pt x="265873" y="676373"/>
                    <a:pt x="262303" y="674688"/>
                    <a:pt x="262303" y="674688"/>
                  </a:cubicBezTo>
                  <a:lnTo>
                    <a:pt x="263890" y="641350"/>
                  </a:lnTo>
                  <a:lnTo>
                    <a:pt x="289290" y="593725"/>
                  </a:lnTo>
                  <a:lnTo>
                    <a:pt x="389303" y="579438"/>
                  </a:lnTo>
                  <a:lnTo>
                    <a:pt x="427403" y="566738"/>
                  </a:lnTo>
                  <a:lnTo>
                    <a:pt x="459153" y="560388"/>
                  </a:lnTo>
                  <a:lnTo>
                    <a:pt x="511540" y="555625"/>
                  </a:lnTo>
                  <a:lnTo>
                    <a:pt x="503603" y="633413"/>
                  </a:lnTo>
                  <a:lnTo>
                    <a:pt x="522653" y="630238"/>
                  </a:lnTo>
                  <a:lnTo>
                    <a:pt x="533765" y="647700"/>
                  </a:lnTo>
                  <a:lnTo>
                    <a:pt x="548053" y="687388"/>
                  </a:lnTo>
                  <a:lnTo>
                    <a:pt x="579803" y="708025"/>
                  </a:lnTo>
                  <a:lnTo>
                    <a:pt x="651240" y="796925"/>
                  </a:lnTo>
                  <a:lnTo>
                    <a:pt x="678228" y="841375"/>
                  </a:lnTo>
                  <a:lnTo>
                    <a:pt x="697278" y="846138"/>
                  </a:lnTo>
                  <a:lnTo>
                    <a:pt x="724265" y="846138"/>
                  </a:lnTo>
                  <a:lnTo>
                    <a:pt x="771890" y="827088"/>
                  </a:lnTo>
                  <a:lnTo>
                    <a:pt x="822690" y="798513"/>
                  </a:lnTo>
                  <a:lnTo>
                    <a:pt x="868728" y="798513"/>
                  </a:lnTo>
                  <a:lnTo>
                    <a:pt x="949690" y="803275"/>
                  </a:lnTo>
                  <a:lnTo>
                    <a:pt x="1035415" y="812800"/>
                  </a:lnTo>
                  <a:lnTo>
                    <a:pt x="1086215" y="895350"/>
                  </a:lnTo>
                  <a:lnTo>
                    <a:pt x="1298940" y="887413"/>
                  </a:lnTo>
                  <a:lnTo>
                    <a:pt x="1302115" y="854075"/>
                  </a:lnTo>
                  <a:lnTo>
                    <a:pt x="1343390" y="812800"/>
                  </a:lnTo>
                  <a:cubicBezTo>
                    <a:pt x="1344699" y="811678"/>
                    <a:pt x="1357006" y="800712"/>
                    <a:pt x="1360853" y="798513"/>
                  </a:cubicBezTo>
                  <a:cubicBezTo>
                    <a:pt x="1362628" y="797499"/>
                    <a:pt x="1370585" y="795683"/>
                    <a:pt x="1371965" y="795338"/>
                  </a:cubicBezTo>
                  <a:cubicBezTo>
                    <a:pt x="1372494" y="793750"/>
                    <a:pt x="1372508" y="791882"/>
                    <a:pt x="1373553" y="790575"/>
                  </a:cubicBezTo>
                  <a:cubicBezTo>
                    <a:pt x="1376204" y="787261"/>
                    <a:pt x="1380954" y="786638"/>
                    <a:pt x="1384665" y="785813"/>
                  </a:cubicBezTo>
                  <a:cubicBezTo>
                    <a:pt x="1387299" y="785228"/>
                    <a:pt x="1389957" y="784754"/>
                    <a:pt x="1392603" y="784225"/>
                  </a:cubicBezTo>
                  <a:cubicBezTo>
                    <a:pt x="1394190" y="783167"/>
                    <a:pt x="1395579" y="781720"/>
                    <a:pt x="1397365" y="781050"/>
                  </a:cubicBezTo>
                  <a:cubicBezTo>
                    <a:pt x="1399892" y="780103"/>
                    <a:pt x="1405303" y="779463"/>
                    <a:pt x="1405303" y="779463"/>
                  </a:cubicBezTo>
                  <a:lnTo>
                    <a:pt x="1422765" y="769938"/>
                  </a:lnTo>
                  <a:lnTo>
                    <a:pt x="1460865" y="757238"/>
                  </a:lnTo>
                  <a:lnTo>
                    <a:pt x="1500553" y="727075"/>
                  </a:lnTo>
                  <a:lnTo>
                    <a:pt x="1511665" y="655638"/>
                  </a:lnTo>
                  <a:lnTo>
                    <a:pt x="1606915" y="601663"/>
                  </a:lnTo>
                  <a:lnTo>
                    <a:pt x="1743440" y="688975"/>
                  </a:lnTo>
                  <a:lnTo>
                    <a:pt x="1822815" y="765175"/>
                  </a:lnTo>
                  <a:lnTo>
                    <a:pt x="1879965" y="755650"/>
                  </a:lnTo>
                  <a:lnTo>
                    <a:pt x="1935528" y="749300"/>
                  </a:lnTo>
                  <a:lnTo>
                    <a:pt x="2008553" y="668338"/>
                  </a:lnTo>
                  <a:lnTo>
                    <a:pt x="2105390" y="568325"/>
                  </a:lnTo>
                  <a:lnTo>
                    <a:pt x="2130790" y="485775"/>
                  </a:lnTo>
                  <a:lnTo>
                    <a:pt x="2275253" y="361950"/>
                  </a:lnTo>
                  <a:lnTo>
                    <a:pt x="2248265" y="309563"/>
                  </a:lnTo>
                  <a:lnTo>
                    <a:pt x="2238740" y="155575"/>
                  </a:lnTo>
                  <a:lnTo>
                    <a:pt x="2170478" y="68263"/>
                  </a:lnTo>
                  <a:lnTo>
                    <a:pt x="2356215" y="68263"/>
                  </a:lnTo>
                  <a:lnTo>
                    <a:pt x="2343515" y="0"/>
                  </a:ln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68" name="South Africa">
              <a:extLst>
                <a:ext uri="{FF2B5EF4-FFF2-40B4-BE49-F238E27FC236}">
                  <a16:creationId xmlns:a16="http://schemas.microsoft.com/office/drawing/2014/main" id="{8CAC0427-152B-A269-B7D6-6F40B714D134}"/>
                </a:ext>
              </a:extLst>
            </p:cNvPr>
            <p:cNvSpPr>
              <a:spLocks noEditPoints="1"/>
            </p:cNvSpPr>
            <p:nvPr/>
          </p:nvSpPr>
          <p:spPr bwMode="auto">
            <a:xfrm>
              <a:off x="6253416" y="4905914"/>
              <a:ext cx="637107" cy="963502"/>
            </a:xfrm>
            <a:custGeom>
              <a:avLst/>
              <a:gdLst/>
              <a:ahLst/>
              <a:cxnLst>
                <a:cxn ang="0">
                  <a:pos x="149" y="69"/>
                </a:cxn>
                <a:cxn ang="0">
                  <a:pos x="143" y="75"/>
                </a:cxn>
                <a:cxn ang="0">
                  <a:pos x="136" y="86"/>
                </a:cxn>
                <a:cxn ang="0">
                  <a:pos x="122" y="103"/>
                </a:cxn>
                <a:cxn ang="0">
                  <a:pos x="107" y="118"/>
                </a:cxn>
                <a:cxn ang="0">
                  <a:pos x="82" y="131"/>
                </a:cxn>
                <a:cxn ang="0">
                  <a:pos x="70" y="132"/>
                </a:cxn>
                <a:cxn ang="0">
                  <a:pos x="59" y="132"/>
                </a:cxn>
                <a:cxn ang="0">
                  <a:pos x="51" y="132"/>
                </a:cxn>
                <a:cxn ang="0">
                  <a:pos x="41" y="135"/>
                </a:cxn>
                <a:cxn ang="0">
                  <a:pos x="30" y="139"/>
                </a:cxn>
                <a:cxn ang="0">
                  <a:pos x="23" y="134"/>
                </a:cxn>
                <a:cxn ang="0">
                  <a:pos x="17" y="133"/>
                </a:cxn>
                <a:cxn ang="0">
                  <a:pos x="17" y="130"/>
                </a:cxn>
                <a:cxn ang="0">
                  <a:pos x="13" y="120"/>
                </a:cxn>
                <a:cxn ang="0">
                  <a:pos x="16" y="113"/>
                </a:cxn>
                <a:cxn ang="0">
                  <a:pos x="6" y="87"/>
                </a:cxn>
                <a:cxn ang="0">
                  <a:pos x="1" y="73"/>
                </a:cxn>
                <a:cxn ang="0">
                  <a:pos x="3" y="67"/>
                </a:cxn>
                <a:cxn ang="0">
                  <a:pos x="7" y="67"/>
                </a:cxn>
                <a:cxn ang="0">
                  <a:pos x="10" y="73"/>
                </a:cxn>
                <a:cxn ang="0">
                  <a:pos x="22" y="74"/>
                </a:cxn>
                <a:cxn ang="0">
                  <a:pos x="28" y="73"/>
                </a:cxn>
                <a:cxn ang="0">
                  <a:pos x="33" y="59"/>
                </a:cxn>
                <a:cxn ang="0">
                  <a:pos x="40" y="36"/>
                </a:cxn>
                <a:cxn ang="0">
                  <a:pos x="41" y="40"/>
                </a:cxn>
                <a:cxn ang="0">
                  <a:pos x="39" y="49"/>
                </a:cxn>
                <a:cxn ang="0">
                  <a:pos x="50" y="51"/>
                </a:cxn>
                <a:cxn ang="0">
                  <a:pos x="57" y="45"/>
                </a:cxn>
                <a:cxn ang="0">
                  <a:pos x="60" y="39"/>
                </a:cxn>
                <a:cxn ang="0">
                  <a:pos x="66" y="35"/>
                </a:cxn>
                <a:cxn ang="0">
                  <a:pos x="72" y="39"/>
                </a:cxn>
                <a:cxn ang="0">
                  <a:pos x="80" y="40"/>
                </a:cxn>
                <a:cxn ang="0">
                  <a:pos x="92" y="29"/>
                </a:cxn>
                <a:cxn ang="0">
                  <a:pos x="100" y="19"/>
                </a:cxn>
                <a:cxn ang="0">
                  <a:pos x="102" y="16"/>
                </a:cxn>
                <a:cxn ang="0">
                  <a:pos x="106" y="13"/>
                </a:cxn>
                <a:cxn ang="0">
                  <a:pos x="110" y="9"/>
                </a:cxn>
                <a:cxn ang="0">
                  <a:pos x="119" y="4"/>
                </a:cxn>
                <a:cxn ang="0">
                  <a:pos x="131" y="2"/>
                </a:cxn>
                <a:cxn ang="0">
                  <a:pos x="142" y="3"/>
                </a:cxn>
                <a:cxn ang="0">
                  <a:pos x="146" y="19"/>
                </a:cxn>
                <a:cxn ang="0">
                  <a:pos x="147" y="37"/>
                </a:cxn>
                <a:cxn ang="0">
                  <a:pos x="137" y="45"/>
                </a:cxn>
                <a:cxn ang="0">
                  <a:pos x="138" y="55"/>
                </a:cxn>
                <a:cxn ang="0">
                  <a:pos x="147" y="52"/>
                </a:cxn>
                <a:cxn ang="0">
                  <a:pos x="120" y="77"/>
                </a:cxn>
                <a:cxn ang="0">
                  <a:pos x="115" y="73"/>
                </a:cxn>
                <a:cxn ang="0">
                  <a:pos x="110" y="73"/>
                </a:cxn>
                <a:cxn ang="0">
                  <a:pos x="104" y="78"/>
                </a:cxn>
                <a:cxn ang="0">
                  <a:pos x="98" y="83"/>
                </a:cxn>
                <a:cxn ang="0">
                  <a:pos x="101" y="89"/>
                </a:cxn>
                <a:cxn ang="0">
                  <a:pos x="108" y="94"/>
                </a:cxn>
                <a:cxn ang="0">
                  <a:pos x="112" y="88"/>
                </a:cxn>
                <a:cxn ang="0">
                  <a:pos x="119" y="83"/>
                </a:cxn>
              </a:cxnLst>
              <a:rect l="0" t="0" r="r" b="b"/>
              <a:pathLst>
                <a:path w="180" h="272">
                  <a:moveTo>
                    <a:pt x="179" y="272"/>
                  </a:moveTo>
                  <a:cubicBezTo>
                    <a:pt x="179" y="272"/>
                    <a:pt x="178" y="272"/>
                    <a:pt x="177" y="272"/>
                  </a:cubicBezTo>
                  <a:cubicBezTo>
                    <a:pt x="176" y="272"/>
                    <a:pt x="177" y="270"/>
                    <a:pt x="179" y="271"/>
                  </a:cubicBezTo>
                  <a:cubicBezTo>
                    <a:pt x="179" y="271"/>
                    <a:pt x="180" y="272"/>
                    <a:pt x="179" y="272"/>
                  </a:cubicBezTo>
                  <a:close/>
                  <a:moveTo>
                    <a:pt x="152" y="61"/>
                  </a:moveTo>
                  <a:cubicBezTo>
                    <a:pt x="151" y="64"/>
                    <a:pt x="151" y="67"/>
                    <a:pt x="149" y="69"/>
                  </a:cubicBezTo>
                  <a:cubicBezTo>
                    <a:pt x="150" y="69"/>
                    <a:pt x="148" y="72"/>
                    <a:pt x="148" y="72"/>
                  </a:cubicBezTo>
                  <a:cubicBezTo>
                    <a:pt x="147" y="73"/>
                    <a:pt x="147" y="74"/>
                    <a:pt x="146" y="74"/>
                  </a:cubicBezTo>
                  <a:cubicBezTo>
                    <a:pt x="145" y="74"/>
                    <a:pt x="145" y="74"/>
                    <a:pt x="145" y="74"/>
                  </a:cubicBezTo>
                  <a:cubicBezTo>
                    <a:pt x="145" y="74"/>
                    <a:pt x="146" y="74"/>
                    <a:pt x="146" y="74"/>
                  </a:cubicBezTo>
                  <a:cubicBezTo>
                    <a:pt x="146" y="74"/>
                    <a:pt x="145" y="75"/>
                    <a:pt x="145" y="75"/>
                  </a:cubicBezTo>
                  <a:cubicBezTo>
                    <a:pt x="144" y="75"/>
                    <a:pt x="144" y="75"/>
                    <a:pt x="143" y="75"/>
                  </a:cubicBezTo>
                  <a:cubicBezTo>
                    <a:pt x="142" y="75"/>
                    <a:pt x="141" y="78"/>
                    <a:pt x="141" y="78"/>
                  </a:cubicBezTo>
                  <a:cubicBezTo>
                    <a:pt x="139" y="79"/>
                    <a:pt x="138" y="81"/>
                    <a:pt x="137" y="82"/>
                  </a:cubicBezTo>
                  <a:cubicBezTo>
                    <a:pt x="137" y="83"/>
                    <a:pt x="136" y="84"/>
                    <a:pt x="136" y="85"/>
                  </a:cubicBezTo>
                  <a:cubicBezTo>
                    <a:pt x="136" y="85"/>
                    <a:pt x="136" y="85"/>
                    <a:pt x="136" y="85"/>
                  </a:cubicBezTo>
                  <a:cubicBezTo>
                    <a:pt x="136" y="86"/>
                    <a:pt x="135" y="85"/>
                    <a:pt x="135" y="86"/>
                  </a:cubicBezTo>
                  <a:cubicBezTo>
                    <a:pt x="135" y="86"/>
                    <a:pt x="136" y="86"/>
                    <a:pt x="136" y="86"/>
                  </a:cubicBezTo>
                  <a:cubicBezTo>
                    <a:pt x="136" y="86"/>
                    <a:pt x="135" y="87"/>
                    <a:pt x="134" y="87"/>
                  </a:cubicBezTo>
                  <a:cubicBezTo>
                    <a:pt x="134" y="88"/>
                    <a:pt x="134" y="88"/>
                    <a:pt x="133" y="89"/>
                  </a:cubicBezTo>
                  <a:cubicBezTo>
                    <a:pt x="132" y="91"/>
                    <a:pt x="131" y="92"/>
                    <a:pt x="130" y="94"/>
                  </a:cubicBezTo>
                  <a:cubicBezTo>
                    <a:pt x="130" y="96"/>
                    <a:pt x="129" y="97"/>
                    <a:pt x="128" y="98"/>
                  </a:cubicBezTo>
                  <a:cubicBezTo>
                    <a:pt x="127" y="100"/>
                    <a:pt x="125" y="101"/>
                    <a:pt x="124" y="102"/>
                  </a:cubicBezTo>
                  <a:cubicBezTo>
                    <a:pt x="123" y="103"/>
                    <a:pt x="123" y="103"/>
                    <a:pt x="122" y="103"/>
                  </a:cubicBezTo>
                  <a:cubicBezTo>
                    <a:pt x="122" y="104"/>
                    <a:pt x="121" y="105"/>
                    <a:pt x="121" y="105"/>
                  </a:cubicBezTo>
                  <a:cubicBezTo>
                    <a:pt x="119" y="106"/>
                    <a:pt x="118" y="107"/>
                    <a:pt x="117" y="108"/>
                  </a:cubicBezTo>
                  <a:cubicBezTo>
                    <a:pt x="116" y="109"/>
                    <a:pt x="115" y="111"/>
                    <a:pt x="114" y="112"/>
                  </a:cubicBezTo>
                  <a:cubicBezTo>
                    <a:pt x="113" y="113"/>
                    <a:pt x="112" y="114"/>
                    <a:pt x="110" y="116"/>
                  </a:cubicBezTo>
                  <a:cubicBezTo>
                    <a:pt x="110" y="116"/>
                    <a:pt x="109" y="117"/>
                    <a:pt x="108" y="117"/>
                  </a:cubicBezTo>
                  <a:cubicBezTo>
                    <a:pt x="108" y="118"/>
                    <a:pt x="107" y="118"/>
                    <a:pt x="107" y="118"/>
                  </a:cubicBezTo>
                  <a:cubicBezTo>
                    <a:pt x="106" y="120"/>
                    <a:pt x="104" y="120"/>
                    <a:pt x="103" y="121"/>
                  </a:cubicBezTo>
                  <a:cubicBezTo>
                    <a:pt x="100" y="123"/>
                    <a:pt x="97" y="126"/>
                    <a:pt x="94" y="127"/>
                  </a:cubicBezTo>
                  <a:cubicBezTo>
                    <a:pt x="93" y="127"/>
                    <a:pt x="91" y="128"/>
                    <a:pt x="90" y="128"/>
                  </a:cubicBezTo>
                  <a:cubicBezTo>
                    <a:pt x="88" y="128"/>
                    <a:pt x="86" y="127"/>
                    <a:pt x="85" y="128"/>
                  </a:cubicBezTo>
                  <a:cubicBezTo>
                    <a:pt x="84" y="128"/>
                    <a:pt x="82" y="130"/>
                    <a:pt x="83" y="131"/>
                  </a:cubicBezTo>
                  <a:cubicBezTo>
                    <a:pt x="84" y="132"/>
                    <a:pt x="82" y="131"/>
                    <a:pt x="82" y="131"/>
                  </a:cubicBezTo>
                  <a:cubicBezTo>
                    <a:pt x="81" y="131"/>
                    <a:pt x="77" y="129"/>
                    <a:pt x="77" y="131"/>
                  </a:cubicBezTo>
                  <a:cubicBezTo>
                    <a:pt x="76" y="131"/>
                    <a:pt x="77" y="132"/>
                    <a:pt x="76" y="132"/>
                  </a:cubicBezTo>
                  <a:cubicBezTo>
                    <a:pt x="76" y="132"/>
                    <a:pt x="76" y="133"/>
                    <a:pt x="76" y="133"/>
                  </a:cubicBezTo>
                  <a:cubicBezTo>
                    <a:pt x="76" y="133"/>
                    <a:pt x="73" y="133"/>
                    <a:pt x="73" y="133"/>
                  </a:cubicBezTo>
                  <a:cubicBezTo>
                    <a:pt x="72" y="133"/>
                    <a:pt x="72" y="132"/>
                    <a:pt x="72" y="132"/>
                  </a:cubicBezTo>
                  <a:cubicBezTo>
                    <a:pt x="71" y="132"/>
                    <a:pt x="71" y="132"/>
                    <a:pt x="70" y="132"/>
                  </a:cubicBezTo>
                  <a:cubicBezTo>
                    <a:pt x="69" y="131"/>
                    <a:pt x="68" y="131"/>
                    <a:pt x="67" y="131"/>
                  </a:cubicBezTo>
                  <a:cubicBezTo>
                    <a:pt x="66" y="131"/>
                    <a:pt x="65" y="131"/>
                    <a:pt x="63" y="131"/>
                  </a:cubicBezTo>
                  <a:cubicBezTo>
                    <a:pt x="63" y="131"/>
                    <a:pt x="62" y="132"/>
                    <a:pt x="63" y="132"/>
                  </a:cubicBezTo>
                  <a:cubicBezTo>
                    <a:pt x="62" y="132"/>
                    <a:pt x="61" y="132"/>
                    <a:pt x="60" y="132"/>
                  </a:cubicBezTo>
                  <a:cubicBezTo>
                    <a:pt x="60" y="132"/>
                    <a:pt x="59" y="131"/>
                    <a:pt x="59" y="131"/>
                  </a:cubicBezTo>
                  <a:cubicBezTo>
                    <a:pt x="59" y="132"/>
                    <a:pt x="59" y="132"/>
                    <a:pt x="59" y="132"/>
                  </a:cubicBezTo>
                  <a:cubicBezTo>
                    <a:pt x="59" y="132"/>
                    <a:pt x="58" y="132"/>
                    <a:pt x="57" y="131"/>
                  </a:cubicBezTo>
                  <a:cubicBezTo>
                    <a:pt x="57" y="131"/>
                    <a:pt x="57" y="131"/>
                    <a:pt x="57" y="131"/>
                  </a:cubicBezTo>
                  <a:cubicBezTo>
                    <a:pt x="56" y="131"/>
                    <a:pt x="57" y="131"/>
                    <a:pt x="57" y="131"/>
                  </a:cubicBezTo>
                  <a:cubicBezTo>
                    <a:pt x="56" y="131"/>
                    <a:pt x="55" y="131"/>
                    <a:pt x="55" y="131"/>
                  </a:cubicBezTo>
                  <a:cubicBezTo>
                    <a:pt x="54" y="131"/>
                    <a:pt x="54" y="132"/>
                    <a:pt x="53" y="132"/>
                  </a:cubicBezTo>
                  <a:cubicBezTo>
                    <a:pt x="52" y="132"/>
                    <a:pt x="52" y="132"/>
                    <a:pt x="51" y="132"/>
                  </a:cubicBezTo>
                  <a:cubicBezTo>
                    <a:pt x="51" y="132"/>
                    <a:pt x="50" y="133"/>
                    <a:pt x="51" y="133"/>
                  </a:cubicBezTo>
                  <a:cubicBezTo>
                    <a:pt x="51" y="133"/>
                    <a:pt x="50" y="133"/>
                    <a:pt x="49" y="133"/>
                  </a:cubicBezTo>
                  <a:cubicBezTo>
                    <a:pt x="49" y="134"/>
                    <a:pt x="49" y="134"/>
                    <a:pt x="49" y="135"/>
                  </a:cubicBezTo>
                  <a:cubicBezTo>
                    <a:pt x="48" y="136"/>
                    <a:pt x="47" y="135"/>
                    <a:pt x="46" y="135"/>
                  </a:cubicBezTo>
                  <a:cubicBezTo>
                    <a:pt x="45" y="135"/>
                    <a:pt x="44" y="136"/>
                    <a:pt x="43" y="136"/>
                  </a:cubicBezTo>
                  <a:cubicBezTo>
                    <a:pt x="42" y="135"/>
                    <a:pt x="41" y="135"/>
                    <a:pt x="41" y="135"/>
                  </a:cubicBezTo>
                  <a:cubicBezTo>
                    <a:pt x="40" y="135"/>
                    <a:pt x="39" y="135"/>
                    <a:pt x="39" y="135"/>
                  </a:cubicBezTo>
                  <a:cubicBezTo>
                    <a:pt x="39" y="135"/>
                    <a:pt x="39" y="136"/>
                    <a:pt x="38" y="136"/>
                  </a:cubicBezTo>
                  <a:cubicBezTo>
                    <a:pt x="38" y="136"/>
                    <a:pt x="36" y="136"/>
                    <a:pt x="36" y="136"/>
                  </a:cubicBezTo>
                  <a:cubicBezTo>
                    <a:pt x="35" y="137"/>
                    <a:pt x="34" y="137"/>
                    <a:pt x="34" y="138"/>
                  </a:cubicBezTo>
                  <a:cubicBezTo>
                    <a:pt x="33" y="138"/>
                    <a:pt x="32" y="139"/>
                    <a:pt x="32" y="140"/>
                  </a:cubicBezTo>
                  <a:cubicBezTo>
                    <a:pt x="31" y="140"/>
                    <a:pt x="30" y="140"/>
                    <a:pt x="30" y="139"/>
                  </a:cubicBezTo>
                  <a:cubicBezTo>
                    <a:pt x="30" y="139"/>
                    <a:pt x="28" y="139"/>
                    <a:pt x="28" y="139"/>
                  </a:cubicBezTo>
                  <a:cubicBezTo>
                    <a:pt x="28" y="140"/>
                    <a:pt x="27" y="139"/>
                    <a:pt x="27" y="138"/>
                  </a:cubicBezTo>
                  <a:cubicBezTo>
                    <a:pt x="26" y="138"/>
                    <a:pt x="26" y="138"/>
                    <a:pt x="25" y="138"/>
                  </a:cubicBezTo>
                  <a:cubicBezTo>
                    <a:pt x="25" y="137"/>
                    <a:pt x="26" y="135"/>
                    <a:pt x="24" y="135"/>
                  </a:cubicBezTo>
                  <a:cubicBezTo>
                    <a:pt x="24" y="135"/>
                    <a:pt x="24" y="136"/>
                    <a:pt x="23" y="135"/>
                  </a:cubicBezTo>
                  <a:cubicBezTo>
                    <a:pt x="23" y="135"/>
                    <a:pt x="23" y="135"/>
                    <a:pt x="23" y="134"/>
                  </a:cubicBezTo>
                  <a:cubicBezTo>
                    <a:pt x="23" y="135"/>
                    <a:pt x="23" y="135"/>
                    <a:pt x="22" y="135"/>
                  </a:cubicBezTo>
                  <a:cubicBezTo>
                    <a:pt x="22" y="135"/>
                    <a:pt x="21" y="135"/>
                    <a:pt x="20" y="135"/>
                  </a:cubicBezTo>
                  <a:cubicBezTo>
                    <a:pt x="20" y="134"/>
                    <a:pt x="21" y="134"/>
                    <a:pt x="21" y="133"/>
                  </a:cubicBezTo>
                  <a:cubicBezTo>
                    <a:pt x="20" y="133"/>
                    <a:pt x="21" y="133"/>
                    <a:pt x="20" y="132"/>
                  </a:cubicBezTo>
                  <a:cubicBezTo>
                    <a:pt x="20" y="131"/>
                    <a:pt x="18" y="132"/>
                    <a:pt x="18" y="132"/>
                  </a:cubicBezTo>
                  <a:cubicBezTo>
                    <a:pt x="17" y="132"/>
                    <a:pt x="17" y="132"/>
                    <a:pt x="17" y="133"/>
                  </a:cubicBezTo>
                  <a:cubicBezTo>
                    <a:pt x="17" y="133"/>
                    <a:pt x="17" y="133"/>
                    <a:pt x="17" y="134"/>
                  </a:cubicBezTo>
                  <a:cubicBezTo>
                    <a:pt x="17" y="134"/>
                    <a:pt x="17" y="134"/>
                    <a:pt x="17" y="135"/>
                  </a:cubicBezTo>
                  <a:cubicBezTo>
                    <a:pt x="16" y="135"/>
                    <a:pt x="17" y="134"/>
                    <a:pt x="16" y="133"/>
                  </a:cubicBezTo>
                  <a:cubicBezTo>
                    <a:pt x="16" y="133"/>
                    <a:pt x="16" y="133"/>
                    <a:pt x="16" y="132"/>
                  </a:cubicBezTo>
                  <a:cubicBezTo>
                    <a:pt x="16" y="132"/>
                    <a:pt x="16" y="132"/>
                    <a:pt x="16" y="132"/>
                  </a:cubicBezTo>
                  <a:cubicBezTo>
                    <a:pt x="16" y="132"/>
                    <a:pt x="16" y="130"/>
                    <a:pt x="17" y="130"/>
                  </a:cubicBezTo>
                  <a:cubicBezTo>
                    <a:pt x="18" y="130"/>
                    <a:pt x="17" y="127"/>
                    <a:pt x="17" y="127"/>
                  </a:cubicBezTo>
                  <a:cubicBezTo>
                    <a:pt x="16" y="126"/>
                    <a:pt x="16" y="126"/>
                    <a:pt x="16" y="125"/>
                  </a:cubicBezTo>
                  <a:cubicBezTo>
                    <a:pt x="15" y="124"/>
                    <a:pt x="15" y="124"/>
                    <a:pt x="14" y="123"/>
                  </a:cubicBezTo>
                  <a:cubicBezTo>
                    <a:pt x="14" y="123"/>
                    <a:pt x="12" y="121"/>
                    <a:pt x="13" y="121"/>
                  </a:cubicBezTo>
                  <a:cubicBezTo>
                    <a:pt x="13" y="121"/>
                    <a:pt x="14" y="122"/>
                    <a:pt x="14" y="122"/>
                  </a:cubicBezTo>
                  <a:cubicBezTo>
                    <a:pt x="14" y="122"/>
                    <a:pt x="13" y="119"/>
                    <a:pt x="13" y="120"/>
                  </a:cubicBezTo>
                  <a:cubicBezTo>
                    <a:pt x="12" y="121"/>
                    <a:pt x="12" y="119"/>
                    <a:pt x="12" y="118"/>
                  </a:cubicBezTo>
                  <a:cubicBezTo>
                    <a:pt x="12" y="118"/>
                    <a:pt x="12" y="118"/>
                    <a:pt x="12" y="118"/>
                  </a:cubicBezTo>
                  <a:cubicBezTo>
                    <a:pt x="12" y="118"/>
                    <a:pt x="12" y="116"/>
                    <a:pt x="13" y="117"/>
                  </a:cubicBezTo>
                  <a:cubicBezTo>
                    <a:pt x="14" y="117"/>
                    <a:pt x="14" y="118"/>
                    <a:pt x="14" y="117"/>
                  </a:cubicBezTo>
                  <a:cubicBezTo>
                    <a:pt x="15" y="117"/>
                    <a:pt x="16" y="116"/>
                    <a:pt x="16" y="116"/>
                  </a:cubicBezTo>
                  <a:cubicBezTo>
                    <a:pt x="16" y="115"/>
                    <a:pt x="17" y="114"/>
                    <a:pt x="16" y="113"/>
                  </a:cubicBezTo>
                  <a:cubicBezTo>
                    <a:pt x="16" y="113"/>
                    <a:pt x="17" y="112"/>
                    <a:pt x="17" y="111"/>
                  </a:cubicBezTo>
                  <a:cubicBezTo>
                    <a:pt x="16" y="109"/>
                    <a:pt x="16" y="108"/>
                    <a:pt x="16" y="106"/>
                  </a:cubicBezTo>
                  <a:cubicBezTo>
                    <a:pt x="15" y="105"/>
                    <a:pt x="14" y="103"/>
                    <a:pt x="13" y="102"/>
                  </a:cubicBezTo>
                  <a:cubicBezTo>
                    <a:pt x="12" y="101"/>
                    <a:pt x="11" y="99"/>
                    <a:pt x="10" y="97"/>
                  </a:cubicBezTo>
                  <a:cubicBezTo>
                    <a:pt x="10" y="96"/>
                    <a:pt x="9" y="94"/>
                    <a:pt x="8" y="93"/>
                  </a:cubicBezTo>
                  <a:cubicBezTo>
                    <a:pt x="7" y="91"/>
                    <a:pt x="7" y="89"/>
                    <a:pt x="6" y="87"/>
                  </a:cubicBezTo>
                  <a:cubicBezTo>
                    <a:pt x="6" y="86"/>
                    <a:pt x="5" y="84"/>
                    <a:pt x="5" y="82"/>
                  </a:cubicBezTo>
                  <a:cubicBezTo>
                    <a:pt x="5" y="81"/>
                    <a:pt x="4" y="80"/>
                    <a:pt x="4" y="80"/>
                  </a:cubicBezTo>
                  <a:cubicBezTo>
                    <a:pt x="4" y="79"/>
                    <a:pt x="4" y="78"/>
                    <a:pt x="3" y="77"/>
                  </a:cubicBezTo>
                  <a:cubicBezTo>
                    <a:pt x="3" y="77"/>
                    <a:pt x="2" y="76"/>
                    <a:pt x="2" y="75"/>
                  </a:cubicBezTo>
                  <a:cubicBezTo>
                    <a:pt x="2" y="75"/>
                    <a:pt x="1" y="75"/>
                    <a:pt x="1" y="74"/>
                  </a:cubicBezTo>
                  <a:cubicBezTo>
                    <a:pt x="1" y="74"/>
                    <a:pt x="1" y="73"/>
                    <a:pt x="1" y="73"/>
                  </a:cubicBezTo>
                  <a:cubicBezTo>
                    <a:pt x="0" y="72"/>
                    <a:pt x="0" y="71"/>
                    <a:pt x="1" y="71"/>
                  </a:cubicBezTo>
                  <a:cubicBezTo>
                    <a:pt x="1" y="71"/>
                    <a:pt x="2" y="70"/>
                    <a:pt x="2" y="70"/>
                  </a:cubicBezTo>
                  <a:cubicBezTo>
                    <a:pt x="2" y="71"/>
                    <a:pt x="3" y="70"/>
                    <a:pt x="3" y="70"/>
                  </a:cubicBezTo>
                  <a:cubicBezTo>
                    <a:pt x="3" y="69"/>
                    <a:pt x="3" y="69"/>
                    <a:pt x="3" y="68"/>
                  </a:cubicBezTo>
                  <a:cubicBezTo>
                    <a:pt x="3" y="68"/>
                    <a:pt x="3" y="68"/>
                    <a:pt x="3" y="68"/>
                  </a:cubicBezTo>
                  <a:cubicBezTo>
                    <a:pt x="3" y="68"/>
                    <a:pt x="3" y="67"/>
                    <a:pt x="3" y="67"/>
                  </a:cubicBezTo>
                  <a:cubicBezTo>
                    <a:pt x="3" y="67"/>
                    <a:pt x="4" y="67"/>
                    <a:pt x="4" y="67"/>
                  </a:cubicBezTo>
                  <a:cubicBezTo>
                    <a:pt x="4" y="67"/>
                    <a:pt x="4" y="67"/>
                    <a:pt x="4" y="67"/>
                  </a:cubicBezTo>
                  <a:cubicBezTo>
                    <a:pt x="4" y="67"/>
                    <a:pt x="4" y="67"/>
                    <a:pt x="4" y="67"/>
                  </a:cubicBezTo>
                  <a:cubicBezTo>
                    <a:pt x="4" y="66"/>
                    <a:pt x="4" y="66"/>
                    <a:pt x="5" y="66"/>
                  </a:cubicBezTo>
                  <a:cubicBezTo>
                    <a:pt x="5" y="66"/>
                    <a:pt x="6" y="65"/>
                    <a:pt x="6" y="65"/>
                  </a:cubicBezTo>
                  <a:cubicBezTo>
                    <a:pt x="6" y="66"/>
                    <a:pt x="7" y="66"/>
                    <a:pt x="7" y="67"/>
                  </a:cubicBezTo>
                  <a:cubicBezTo>
                    <a:pt x="7" y="67"/>
                    <a:pt x="7" y="68"/>
                    <a:pt x="8" y="68"/>
                  </a:cubicBezTo>
                  <a:cubicBezTo>
                    <a:pt x="8" y="67"/>
                    <a:pt x="8" y="68"/>
                    <a:pt x="9" y="68"/>
                  </a:cubicBezTo>
                  <a:cubicBezTo>
                    <a:pt x="9" y="69"/>
                    <a:pt x="9" y="69"/>
                    <a:pt x="8" y="70"/>
                  </a:cubicBezTo>
                  <a:cubicBezTo>
                    <a:pt x="8" y="70"/>
                    <a:pt x="9" y="71"/>
                    <a:pt x="9" y="72"/>
                  </a:cubicBezTo>
                  <a:cubicBezTo>
                    <a:pt x="9" y="72"/>
                    <a:pt x="8" y="73"/>
                    <a:pt x="9" y="73"/>
                  </a:cubicBezTo>
                  <a:cubicBezTo>
                    <a:pt x="9" y="73"/>
                    <a:pt x="10" y="72"/>
                    <a:pt x="10" y="73"/>
                  </a:cubicBezTo>
                  <a:cubicBezTo>
                    <a:pt x="11" y="73"/>
                    <a:pt x="11" y="73"/>
                    <a:pt x="11" y="73"/>
                  </a:cubicBezTo>
                  <a:cubicBezTo>
                    <a:pt x="11" y="74"/>
                    <a:pt x="11" y="73"/>
                    <a:pt x="12" y="73"/>
                  </a:cubicBezTo>
                  <a:cubicBezTo>
                    <a:pt x="12" y="73"/>
                    <a:pt x="13" y="73"/>
                    <a:pt x="13" y="73"/>
                  </a:cubicBezTo>
                  <a:cubicBezTo>
                    <a:pt x="14" y="74"/>
                    <a:pt x="15" y="75"/>
                    <a:pt x="17" y="75"/>
                  </a:cubicBezTo>
                  <a:cubicBezTo>
                    <a:pt x="17" y="75"/>
                    <a:pt x="18" y="75"/>
                    <a:pt x="19" y="75"/>
                  </a:cubicBezTo>
                  <a:cubicBezTo>
                    <a:pt x="20" y="74"/>
                    <a:pt x="21" y="74"/>
                    <a:pt x="22" y="74"/>
                  </a:cubicBezTo>
                  <a:cubicBezTo>
                    <a:pt x="22" y="74"/>
                    <a:pt x="23" y="74"/>
                    <a:pt x="23" y="74"/>
                  </a:cubicBezTo>
                  <a:cubicBezTo>
                    <a:pt x="23" y="75"/>
                    <a:pt x="23" y="75"/>
                    <a:pt x="24" y="75"/>
                  </a:cubicBezTo>
                  <a:cubicBezTo>
                    <a:pt x="24" y="75"/>
                    <a:pt x="25" y="76"/>
                    <a:pt x="25" y="75"/>
                  </a:cubicBezTo>
                  <a:cubicBezTo>
                    <a:pt x="25" y="75"/>
                    <a:pt x="26" y="75"/>
                    <a:pt x="26" y="75"/>
                  </a:cubicBezTo>
                  <a:cubicBezTo>
                    <a:pt x="26" y="74"/>
                    <a:pt x="25" y="73"/>
                    <a:pt x="26" y="73"/>
                  </a:cubicBezTo>
                  <a:cubicBezTo>
                    <a:pt x="27" y="73"/>
                    <a:pt x="27" y="73"/>
                    <a:pt x="28" y="73"/>
                  </a:cubicBezTo>
                  <a:cubicBezTo>
                    <a:pt x="28" y="72"/>
                    <a:pt x="28" y="72"/>
                    <a:pt x="29" y="71"/>
                  </a:cubicBezTo>
                  <a:cubicBezTo>
                    <a:pt x="29" y="71"/>
                    <a:pt x="30" y="71"/>
                    <a:pt x="31" y="70"/>
                  </a:cubicBezTo>
                  <a:cubicBezTo>
                    <a:pt x="31" y="70"/>
                    <a:pt x="32" y="70"/>
                    <a:pt x="32" y="70"/>
                  </a:cubicBezTo>
                  <a:cubicBezTo>
                    <a:pt x="33" y="70"/>
                    <a:pt x="33" y="69"/>
                    <a:pt x="33" y="69"/>
                  </a:cubicBezTo>
                  <a:cubicBezTo>
                    <a:pt x="33" y="68"/>
                    <a:pt x="33" y="67"/>
                    <a:pt x="33" y="66"/>
                  </a:cubicBezTo>
                  <a:cubicBezTo>
                    <a:pt x="33" y="63"/>
                    <a:pt x="33" y="61"/>
                    <a:pt x="33" y="59"/>
                  </a:cubicBezTo>
                  <a:cubicBezTo>
                    <a:pt x="33" y="55"/>
                    <a:pt x="34" y="51"/>
                    <a:pt x="34" y="46"/>
                  </a:cubicBezTo>
                  <a:cubicBezTo>
                    <a:pt x="34" y="41"/>
                    <a:pt x="34" y="35"/>
                    <a:pt x="34" y="29"/>
                  </a:cubicBezTo>
                  <a:cubicBezTo>
                    <a:pt x="35" y="31"/>
                    <a:pt x="37" y="32"/>
                    <a:pt x="38" y="33"/>
                  </a:cubicBezTo>
                  <a:cubicBezTo>
                    <a:pt x="38" y="34"/>
                    <a:pt x="38" y="34"/>
                    <a:pt x="38" y="34"/>
                  </a:cubicBezTo>
                  <a:cubicBezTo>
                    <a:pt x="39" y="35"/>
                    <a:pt x="39" y="35"/>
                    <a:pt x="39" y="36"/>
                  </a:cubicBezTo>
                  <a:cubicBezTo>
                    <a:pt x="39" y="36"/>
                    <a:pt x="39" y="36"/>
                    <a:pt x="40" y="36"/>
                  </a:cubicBezTo>
                  <a:cubicBezTo>
                    <a:pt x="40" y="37"/>
                    <a:pt x="40" y="37"/>
                    <a:pt x="40" y="37"/>
                  </a:cubicBezTo>
                  <a:cubicBezTo>
                    <a:pt x="40" y="37"/>
                    <a:pt x="40" y="37"/>
                    <a:pt x="40" y="37"/>
                  </a:cubicBezTo>
                  <a:cubicBezTo>
                    <a:pt x="40" y="37"/>
                    <a:pt x="40" y="37"/>
                    <a:pt x="40" y="38"/>
                  </a:cubicBezTo>
                  <a:cubicBezTo>
                    <a:pt x="40" y="38"/>
                    <a:pt x="40" y="38"/>
                    <a:pt x="40" y="39"/>
                  </a:cubicBezTo>
                  <a:cubicBezTo>
                    <a:pt x="40" y="39"/>
                    <a:pt x="40" y="39"/>
                    <a:pt x="40" y="40"/>
                  </a:cubicBezTo>
                  <a:cubicBezTo>
                    <a:pt x="41" y="40"/>
                    <a:pt x="41" y="40"/>
                    <a:pt x="41" y="40"/>
                  </a:cubicBezTo>
                  <a:cubicBezTo>
                    <a:pt x="41" y="41"/>
                    <a:pt x="41" y="41"/>
                    <a:pt x="41" y="41"/>
                  </a:cubicBezTo>
                  <a:cubicBezTo>
                    <a:pt x="41" y="41"/>
                    <a:pt x="41" y="41"/>
                    <a:pt x="41" y="41"/>
                  </a:cubicBezTo>
                  <a:cubicBezTo>
                    <a:pt x="41" y="41"/>
                    <a:pt x="41" y="42"/>
                    <a:pt x="41" y="42"/>
                  </a:cubicBezTo>
                  <a:cubicBezTo>
                    <a:pt x="41" y="42"/>
                    <a:pt x="41" y="43"/>
                    <a:pt x="42" y="44"/>
                  </a:cubicBezTo>
                  <a:cubicBezTo>
                    <a:pt x="42" y="45"/>
                    <a:pt x="41" y="46"/>
                    <a:pt x="41" y="47"/>
                  </a:cubicBezTo>
                  <a:cubicBezTo>
                    <a:pt x="40" y="48"/>
                    <a:pt x="39" y="48"/>
                    <a:pt x="39" y="49"/>
                  </a:cubicBezTo>
                  <a:cubicBezTo>
                    <a:pt x="40" y="50"/>
                    <a:pt x="39" y="50"/>
                    <a:pt x="39" y="51"/>
                  </a:cubicBezTo>
                  <a:cubicBezTo>
                    <a:pt x="39" y="52"/>
                    <a:pt x="40" y="52"/>
                    <a:pt x="40" y="53"/>
                  </a:cubicBezTo>
                  <a:cubicBezTo>
                    <a:pt x="40" y="52"/>
                    <a:pt x="42" y="52"/>
                    <a:pt x="43" y="52"/>
                  </a:cubicBezTo>
                  <a:cubicBezTo>
                    <a:pt x="44" y="53"/>
                    <a:pt x="45" y="52"/>
                    <a:pt x="46" y="52"/>
                  </a:cubicBezTo>
                  <a:cubicBezTo>
                    <a:pt x="47" y="52"/>
                    <a:pt x="48" y="53"/>
                    <a:pt x="49" y="52"/>
                  </a:cubicBezTo>
                  <a:cubicBezTo>
                    <a:pt x="50" y="52"/>
                    <a:pt x="50" y="52"/>
                    <a:pt x="50" y="51"/>
                  </a:cubicBezTo>
                  <a:cubicBezTo>
                    <a:pt x="50" y="51"/>
                    <a:pt x="50" y="51"/>
                    <a:pt x="50" y="50"/>
                  </a:cubicBezTo>
                  <a:cubicBezTo>
                    <a:pt x="51" y="50"/>
                    <a:pt x="51" y="50"/>
                    <a:pt x="52" y="50"/>
                  </a:cubicBezTo>
                  <a:cubicBezTo>
                    <a:pt x="53" y="50"/>
                    <a:pt x="53" y="50"/>
                    <a:pt x="53" y="49"/>
                  </a:cubicBezTo>
                  <a:cubicBezTo>
                    <a:pt x="54" y="48"/>
                    <a:pt x="54" y="47"/>
                    <a:pt x="55" y="47"/>
                  </a:cubicBezTo>
                  <a:cubicBezTo>
                    <a:pt x="56" y="47"/>
                    <a:pt x="56" y="46"/>
                    <a:pt x="56" y="46"/>
                  </a:cubicBezTo>
                  <a:cubicBezTo>
                    <a:pt x="57" y="45"/>
                    <a:pt x="57" y="46"/>
                    <a:pt x="57" y="45"/>
                  </a:cubicBezTo>
                  <a:cubicBezTo>
                    <a:pt x="58" y="45"/>
                    <a:pt x="58" y="44"/>
                    <a:pt x="59" y="44"/>
                  </a:cubicBezTo>
                  <a:cubicBezTo>
                    <a:pt x="59" y="44"/>
                    <a:pt x="59" y="43"/>
                    <a:pt x="59" y="43"/>
                  </a:cubicBezTo>
                  <a:cubicBezTo>
                    <a:pt x="59" y="43"/>
                    <a:pt x="59" y="43"/>
                    <a:pt x="59" y="43"/>
                  </a:cubicBezTo>
                  <a:cubicBezTo>
                    <a:pt x="60" y="42"/>
                    <a:pt x="59" y="42"/>
                    <a:pt x="59" y="42"/>
                  </a:cubicBezTo>
                  <a:cubicBezTo>
                    <a:pt x="59" y="41"/>
                    <a:pt x="60" y="41"/>
                    <a:pt x="60" y="41"/>
                  </a:cubicBezTo>
                  <a:cubicBezTo>
                    <a:pt x="59" y="41"/>
                    <a:pt x="60" y="39"/>
                    <a:pt x="60" y="39"/>
                  </a:cubicBezTo>
                  <a:cubicBezTo>
                    <a:pt x="60" y="38"/>
                    <a:pt x="60" y="38"/>
                    <a:pt x="61" y="37"/>
                  </a:cubicBezTo>
                  <a:cubicBezTo>
                    <a:pt x="61" y="37"/>
                    <a:pt x="61" y="37"/>
                    <a:pt x="61" y="37"/>
                  </a:cubicBezTo>
                  <a:cubicBezTo>
                    <a:pt x="61" y="37"/>
                    <a:pt x="61" y="36"/>
                    <a:pt x="62" y="36"/>
                  </a:cubicBezTo>
                  <a:cubicBezTo>
                    <a:pt x="62" y="36"/>
                    <a:pt x="62" y="35"/>
                    <a:pt x="63" y="35"/>
                  </a:cubicBezTo>
                  <a:cubicBezTo>
                    <a:pt x="63" y="36"/>
                    <a:pt x="64" y="35"/>
                    <a:pt x="65" y="35"/>
                  </a:cubicBezTo>
                  <a:cubicBezTo>
                    <a:pt x="65" y="35"/>
                    <a:pt x="66" y="35"/>
                    <a:pt x="66" y="35"/>
                  </a:cubicBezTo>
                  <a:cubicBezTo>
                    <a:pt x="66" y="35"/>
                    <a:pt x="66" y="35"/>
                    <a:pt x="66" y="35"/>
                  </a:cubicBezTo>
                  <a:cubicBezTo>
                    <a:pt x="67" y="35"/>
                    <a:pt x="67" y="35"/>
                    <a:pt x="67" y="35"/>
                  </a:cubicBezTo>
                  <a:cubicBezTo>
                    <a:pt x="67" y="36"/>
                    <a:pt x="67" y="36"/>
                    <a:pt x="67" y="36"/>
                  </a:cubicBezTo>
                  <a:cubicBezTo>
                    <a:pt x="68" y="36"/>
                    <a:pt x="69" y="37"/>
                    <a:pt x="70" y="38"/>
                  </a:cubicBezTo>
                  <a:cubicBezTo>
                    <a:pt x="70" y="38"/>
                    <a:pt x="70" y="39"/>
                    <a:pt x="71" y="39"/>
                  </a:cubicBezTo>
                  <a:cubicBezTo>
                    <a:pt x="71" y="39"/>
                    <a:pt x="72" y="39"/>
                    <a:pt x="72" y="39"/>
                  </a:cubicBezTo>
                  <a:cubicBezTo>
                    <a:pt x="72" y="39"/>
                    <a:pt x="73" y="39"/>
                    <a:pt x="73" y="39"/>
                  </a:cubicBezTo>
                  <a:cubicBezTo>
                    <a:pt x="74" y="39"/>
                    <a:pt x="74" y="40"/>
                    <a:pt x="75" y="40"/>
                  </a:cubicBezTo>
                  <a:cubicBezTo>
                    <a:pt x="75" y="40"/>
                    <a:pt x="75" y="40"/>
                    <a:pt x="76" y="40"/>
                  </a:cubicBezTo>
                  <a:cubicBezTo>
                    <a:pt x="76" y="40"/>
                    <a:pt x="76" y="40"/>
                    <a:pt x="76" y="40"/>
                  </a:cubicBezTo>
                  <a:cubicBezTo>
                    <a:pt x="77" y="41"/>
                    <a:pt x="78" y="41"/>
                    <a:pt x="79" y="41"/>
                  </a:cubicBezTo>
                  <a:cubicBezTo>
                    <a:pt x="79" y="41"/>
                    <a:pt x="80" y="41"/>
                    <a:pt x="80" y="40"/>
                  </a:cubicBezTo>
                  <a:cubicBezTo>
                    <a:pt x="81" y="40"/>
                    <a:pt x="81" y="40"/>
                    <a:pt x="82" y="40"/>
                  </a:cubicBezTo>
                  <a:cubicBezTo>
                    <a:pt x="84" y="41"/>
                    <a:pt x="85" y="40"/>
                    <a:pt x="86" y="39"/>
                  </a:cubicBezTo>
                  <a:cubicBezTo>
                    <a:pt x="87" y="38"/>
                    <a:pt x="87" y="36"/>
                    <a:pt x="88" y="35"/>
                  </a:cubicBezTo>
                  <a:cubicBezTo>
                    <a:pt x="89" y="33"/>
                    <a:pt x="90" y="32"/>
                    <a:pt x="89" y="30"/>
                  </a:cubicBezTo>
                  <a:cubicBezTo>
                    <a:pt x="89" y="30"/>
                    <a:pt x="89" y="29"/>
                    <a:pt x="90" y="29"/>
                  </a:cubicBezTo>
                  <a:cubicBezTo>
                    <a:pt x="90" y="29"/>
                    <a:pt x="91" y="29"/>
                    <a:pt x="92" y="29"/>
                  </a:cubicBezTo>
                  <a:cubicBezTo>
                    <a:pt x="92" y="28"/>
                    <a:pt x="93" y="28"/>
                    <a:pt x="94" y="28"/>
                  </a:cubicBezTo>
                  <a:cubicBezTo>
                    <a:pt x="94" y="28"/>
                    <a:pt x="95" y="28"/>
                    <a:pt x="95" y="27"/>
                  </a:cubicBezTo>
                  <a:cubicBezTo>
                    <a:pt x="96" y="26"/>
                    <a:pt x="97" y="25"/>
                    <a:pt x="98" y="25"/>
                  </a:cubicBezTo>
                  <a:cubicBezTo>
                    <a:pt x="98" y="24"/>
                    <a:pt x="99" y="24"/>
                    <a:pt x="99" y="23"/>
                  </a:cubicBezTo>
                  <a:cubicBezTo>
                    <a:pt x="99" y="23"/>
                    <a:pt x="99" y="22"/>
                    <a:pt x="99" y="21"/>
                  </a:cubicBezTo>
                  <a:cubicBezTo>
                    <a:pt x="100" y="20"/>
                    <a:pt x="100" y="20"/>
                    <a:pt x="100" y="19"/>
                  </a:cubicBezTo>
                  <a:cubicBezTo>
                    <a:pt x="100" y="18"/>
                    <a:pt x="100" y="17"/>
                    <a:pt x="101" y="17"/>
                  </a:cubicBezTo>
                  <a:cubicBezTo>
                    <a:pt x="101" y="17"/>
                    <a:pt x="101" y="18"/>
                    <a:pt x="101" y="17"/>
                  </a:cubicBezTo>
                  <a:cubicBezTo>
                    <a:pt x="101" y="17"/>
                    <a:pt x="101" y="17"/>
                    <a:pt x="101" y="17"/>
                  </a:cubicBezTo>
                  <a:cubicBezTo>
                    <a:pt x="101" y="16"/>
                    <a:pt x="102" y="16"/>
                    <a:pt x="102" y="16"/>
                  </a:cubicBezTo>
                  <a:cubicBezTo>
                    <a:pt x="102" y="16"/>
                    <a:pt x="102" y="16"/>
                    <a:pt x="102" y="16"/>
                  </a:cubicBezTo>
                  <a:cubicBezTo>
                    <a:pt x="102" y="16"/>
                    <a:pt x="102" y="16"/>
                    <a:pt x="102" y="16"/>
                  </a:cubicBezTo>
                  <a:cubicBezTo>
                    <a:pt x="102" y="16"/>
                    <a:pt x="102" y="15"/>
                    <a:pt x="103" y="15"/>
                  </a:cubicBezTo>
                  <a:cubicBezTo>
                    <a:pt x="103" y="15"/>
                    <a:pt x="103" y="15"/>
                    <a:pt x="103" y="15"/>
                  </a:cubicBezTo>
                  <a:cubicBezTo>
                    <a:pt x="104" y="15"/>
                    <a:pt x="104" y="15"/>
                    <a:pt x="104" y="14"/>
                  </a:cubicBezTo>
                  <a:cubicBezTo>
                    <a:pt x="104" y="14"/>
                    <a:pt x="105" y="14"/>
                    <a:pt x="104" y="14"/>
                  </a:cubicBezTo>
                  <a:cubicBezTo>
                    <a:pt x="105" y="15"/>
                    <a:pt x="105" y="14"/>
                    <a:pt x="106" y="14"/>
                  </a:cubicBezTo>
                  <a:cubicBezTo>
                    <a:pt x="106" y="14"/>
                    <a:pt x="106" y="13"/>
                    <a:pt x="106" y="13"/>
                  </a:cubicBezTo>
                  <a:cubicBezTo>
                    <a:pt x="106" y="12"/>
                    <a:pt x="107" y="12"/>
                    <a:pt x="107" y="12"/>
                  </a:cubicBezTo>
                  <a:cubicBezTo>
                    <a:pt x="108" y="12"/>
                    <a:pt x="108" y="13"/>
                    <a:pt x="108" y="12"/>
                  </a:cubicBezTo>
                  <a:cubicBezTo>
                    <a:pt x="108" y="12"/>
                    <a:pt x="108" y="12"/>
                    <a:pt x="108" y="11"/>
                  </a:cubicBezTo>
                  <a:cubicBezTo>
                    <a:pt x="109" y="11"/>
                    <a:pt x="109" y="11"/>
                    <a:pt x="109" y="11"/>
                  </a:cubicBezTo>
                  <a:cubicBezTo>
                    <a:pt x="110" y="10"/>
                    <a:pt x="109" y="10"/>
                    <a:pt x="110" y="10"/>
                  </a:cubicBezTo>
                  <a:cubicBezTo>
                    <a:pt x="110" y="9"/>
                    <a:pt x="110" y="9"/>
                    <a:pt x="110" y="9"/>
                  </a:cubicBezTo>
                  <a:cubicBezTo>
                    <a:pt x="111" y="9"/>
                    <a:pt x="111" y="8"/>
                    <a:pt x="111" y="8"/>
                  </a:cubicBezTo>
                  <a:cubicBezTo>
                    <a:pt x="112" y="8"/>
                    <a:pt x="112" y="7"/>
                    <a:pt x="112" y="6"/>
                  </a:cubicBezTo>
                  <a:cubicBezTo>
                    <a:pt x="113" y="6"/>
                    <a:pt x="113" y="6"/>
                    <a:pt x="113" y="6"/>
                  </a:cubicBezTo>
                  <a:cubicBezTo>
                    <a:pt x="114" y="5"/>
                    <a:pt x="115" y="5"/>
                    <a:pt x="115" y="5"/>
                  </a:cubicBezTo>
                  <a:cubicBezTo>
                    <a:pt x="116" y="5"/>
                    <a:pt x="117" y="5"/>
                    <a:pt x="118" y="4"/>
                  </a:cubicBezTo>
                  <a:cubicBezTo>
                    <a:pt x="118" y="4"/>
                    <a:pt x="118" y="4"/>
                    <a:pt x="119" y="4"/>
                  </a:cubicBezTo>
                  <a:cubicBezTo>
                    <a:pt x="119" y="4"/>
                    <a:pt x="119" y="4"/>
                    <a:pt x="120" y="3"/>
                  </a:cubicBezTo>
                  <a:cubicBezTo>
                    <a:pt x="120" y="2"/>
                    <a:pt x="120" y="2"/>
                    <a:pt x="121" y="2"/>
                  </a:cubicBezTo>
                  <a:cubicBezTo>
                    <a:pt x="122" y="1"/>
                    <a:pt x="122" y="1"/>
                    <a:pt x="123" y="1"/>
                  </a:cubicBezTo>
                  <a:cubicBezTo>
                    <a:pt x="124" y="1"/>
                    <a:pt x="125" y="1"/>
                    <a:pt x="125" y="1"/>
                  </a:cubicBezTo>
                  <a:cubicBezTo>
                    <a:pt x="125" y="0"/>
                    <a:pt x="126" y="1"/>
                    <a:pt x="127" y="1"/>
                  </a:cubicBezTo>
                  <a:cubicBezTo>
                    <a:pt x="128" y="0"/>
                    <a:pt x="129" y="2"/>
                    <a:pt x="131" y="2"/>
                  </a:cubicBezTo>
                  <a:cubicBezTo>
                    <a:pt x="132" y="2"/>
                    <a:pt x="132" y="3"/>
                    <a:pt x="133" y="3"/>
                  </a:cubicBezTo>
                  <a:cubicBezTo>
                    <a:pt x="134" y="3"/>
                    <a:pt x="134" y="3"/>
                    <a:pt x="135" y="3"/>
                  </a:cubicBezTo>
                  <a:cubicBezTo>
                    <a:pt x="136" y="2"/>
                    <a:pt x="137" y="2"/>
                    <a:pt x="138" y="2"/>
                  </a:cubicBezTo>
                  <a:cubicBezTo>
                    <a:pt x="138" y="2"/>
                    <a:pt x="139" y="2"/>
                    <a:pt x="139" y="3"/>
                  </a:cubicBezTo>
                  <a:cubicBezTo>
                    <a:pt x="139" y="3"/>
                    <a:pt x="140" y="3"/>
                    <a:pt x="140" y="3"/>
                  </a:cubicBezTo>
                  <a:cubicBezTo>
                    <a:pt x="141" y="3"/>
                    <a:pt x="141" y="3"/>
                    <a:pt x="142" y="3"/>
                  </a:cubicBezTo>
                  <a:cubicBezTo>
                    <a:pt x="142" y="4"/>
                    <a:pt x="142" y="5"/>
                    <a:pt x="142" y="5"/>
                  </a:cubicBezTo>
                  <a:cubicBezTo>
                    <a:pt x="142" y="7"/>
                    <a:pt x="143" y="9"/>
                    <a:pt x="144" y="11"/>
                  </a:cubicBezTo>
                  <a:cubicBezTo>
                    <a:pt x="144" y="11"/>
                    <a:pt x="144" y="12"/>
                    <a:pt x="144" y="13"/>
                  </a:cubicBezTo>
                  <a:cubicBezTo>
                    <a:pt x="144" y="14"/>
                    <a:pt x="143" y="14"/>
                    <a:pt x="144" y="15"/>
                  </a:cubicBezTo>
                  <a:cubicBezTo>
                    <a:pt x="144" y="16"/>
                    <a:pt x="144" y="16"/>
                    <a:pt x="145" y="17"/>
                  </a:cubicBezTo>
                  <a:cubicBezTo>
                    <a:pt x="145" y="17"/>
                    <a:pt x="145" y="18"/>
                    <a:pt x="146" y="19"/>
                  </a:cubicBezTo>
                  <a:cubicBezTo>
                    <a:pt x="146" y="20"/>
                    <a:pt x="146" y="20"/>
                    <a:pt x="147" y="21"/>
                  </a:cubicBezTo>
                  <a:cubicBezTo>
                    <a:pt x="147" y="22"/>
                    <a:pt x="146" y="22"/>
                    <a:pt x="147" y="23"/>
                  </a:cubicBezTo>
                  <a:cubicBezTo>
                    <a:pt x="147" y="24"/>
                    <a:pt x="147" y="25"/>
                    <a:pt x="148" y="26"/>
                  </a:cubicBezTo>
                  <a:cubicBezTo>
                    <a:pt x="148" y="27"/>
                    <a:pt x="147" y="28"/>
                    <a:pt x="147" y="29"/>
                  </a:cubicBezTo>
                  <a:cubicBezTo>
                    <a:pt x="147" y="31"/>
                    <a:pt x="147" y="32"/>
                    <a:pt x="147" y="34"/>
                  </a:cubicBezTo>
                  <a:cubicBezTo>
                    <a:pt x="147" y="35"/>
                    <a:pt x="147" y="36"/>
                    <a:pt x="147" y="37"/>
                  </a:cubicBezTo>
                  <a:cubicBezTo>
                    <a:pt x="147" y="38"/>
                    <a:pt x="147" y="39"/>
                    <a:pt x="147" y="39"/>
                  </a:cubicBezTo>
                  <a:cubicBezTo>
                    <a:pt x="147" y="40"/>
                    <a:pt x="146" y="40"/>
                    <a:pt x="146" y="41"/>
                  </a:cubicBezTo>
                  <a:cubicBezTo>
                    <a:pt x="146" y="41"/>
                    <a:pt x="147" y="42"/>
                    <a:pt x="146" y="43"/>
                  </a:cubicBezTo>
                  <a:cubicBezTo>
                    <a:pt x="146" y="43"/>
                    <a:pt x="143" y="41"/>
                    <a:pt x="143" y="41"/>
                  </a:cubicBezTo>
                  <a:cubicBezTo>
                    <a:pt x="142" y="40"/>
                    <a:pt x="141" y="40"/>
                    <a:pt x="140" y="41"/>
                  </a:cubicBezTo>
                  <a:cubicBezTo>
                    <a:pt x="138" y="42"/>
                    <a:pt x="138" y="43"/>
                    <a:pt x="137" y="45"/>
                  </a:cubicBezTo>
                  <a:cubicBezTo>
                    <a:pt x="137" y="46"/>
                    <a:pt x="135" y="47"/>
                    <a:pt x="135" y="49"/>
                  </a:cubicBezTo>
                  <a:cubicBezTo>
                    <a:pt x="135" y="50"/>
                    <a:pt x="135" y="50"/>
                    <a:pt x="135" y="51"/>
                  </a:cubicBezTo>
                  <a:cubicBezTo>
                    <a:pt x="135" y="52"/>
                    <a:pt x="136" y="52"/>
                    <a:pt x="136" y="51"/>
                  </a:cubicBezTo>
                  <a:cubicBezTo>
                    <a:pt x="136" y="52"/>
                    <a:pt x="136" y="52"/>
                    <a:pt x="137" y="53"/>
                  </a:cubicBezTo>
                  <a:cubicBezTo>
                    <a:pt x="137" y="53"/>
                    <a:pt x="137" y="54"/>
                    <a:pt x="137" y="54"/>
                  </a:cubicBezTo>
                  <a:cubicBezTo>
                    <a:pt x="137" y="55"/>
                    <a:pt x="138" y="55"/>
                    <a:pt x="138" y="55"/>
                  </a:cubicBezTo>
                  <a:cubicBezTo>
                    <a:pt x="138" y="56"/>
                    <a:pt x="139" y="56"/>
                    <a:pt x="139" y="57"/>
                  </a:cubicBezTo>
                  <a:cubicBezTo>
                    <a:pt x="140" y="57"/>
                    <a:pt x="142" y="58"/>
                    <a:pt x="143" y="57"/>
                  </a:cubicBezTo>
                  <a:cubicBezTo>
                    <a:pt x="143" y="57"/>
                    <a:pt x="146" y="58"/>
                    <a:pt x="146" y="57"/>
                  </a:cubicBezTo>
                  <a:cubicBezTo>
                    <a:pt x="146" y="57"/>
                    <a:pt x="146" y="56"/>
                    <a:pt x="146" y="55"/>
                  </a:cubicBezTo>
                  <a:cubicBezTo>
                    <a:pt x="146" y="55"/>
                    <a:pt x="146" y="54"/>
                    <a:pt x="146" y="53"/>
                  </a:cubicBezTo>
                  <a:cubicBezTo>
                    <a:pt x="146" y="53"/>
                    <a:pt x="146" y="52"/>
                    <a:pt x="147" y="52"/>
                  </a:cubicBezTo>
                  <a:cubicBezTo>
                    <a:pt x="147" y="52"/>
                    <a:pt x="147" y="52"/>
                    <a:pt x="148" y="52"/>
                  </a:cubicBezTo>
                  <a:cubicBezTo>
                    <a:pt x="148" y="52"/>
                    <a:pt x="149" y="52"/>
                    <a:pt x="150" y="52"/>
                  </a:cubicBezTo>
                  <a:cubicBezTo>
                    <a:pt x="151" y="52"/>
                    <a:pt x="153" y="52"/>
                    <a:pt x="155" y="52"/>
                  </a:cubicBezTo>
                  <a:cubicBezTo>
                    <a:pt x="154" y="55"/>
                    <a:pt x="153" y="58"/>
                    <a:pt x="152" y="61"/>
                  </a:cubicBezTo>
                  <a:close/>
                  <a:moveTo>
                    <a:pt x="120" y="78"/>
                  </a:moveTo>
                  <a:cubicBezTo>
                    <a:pt x="120" y="78"/>
                    <a:pt x="120" y="77"/>
                    <a:pt x="120" y="77"/>
                  </a:cubicBezTo>
                  <a:cubicBezTo>
                    <a:pt x="120" y="77"/>
                    <a:pt x="119" y="77"/>
                    <a:pt x="119" y="76"/>
                  </a:cubicBezTo>
                  <a:cubicBezTo>
                    <a:pt x="119" y="76"/>
                    <a:pt x="118" y="76"/>
                    <a:pt x="118" y="76"/>
                  </a:cubicBezTo>
                  <a:cubicBezTo>
                    <a:pt x="118" y="76"/>
                    <a:pt x="118" y="75"/>
                    <a:pt x="118" y="75"/>
                  </a:cubicBezTo>
                  <a:cubicBezTo>
                    <a:pt x="118" y="75"/>
                    <a:pt x="117" y="75"/>
                    <a:pt x="117" y="75"/>
                  </a:cubicBezTo>
                  <a:cubicBezTo>
                    <a:pt x="117" y="75"/>
                    <a:pt x="117" y="74"/>
                    <a:pt x="116" y="74"/>
                  </a:cubicBezTo>
                  <a:cubicBezTo>
                    <a:pt x="116" y="73"/>
                    <a:pt x="116" y="74"/>
                    <a:pt x="115" y="73"/>
                  </a:cubicBezTo>
                  <a:cubicBezTo>
                    <a:pt x="115" y="73"/>
                    <a:pt x="115" y="73"/>
                    <a:pt x="115" y="73"/>
                  </a:cubicBezTo>
                  <a:cubicBezTo>
                    <a:pt x="115" y="73"/>
                    <a:pt x="115" y="72"/>
                    <a:pt x="115" y="72"/>
                  </a:cubicBezTo>
                  <a:cubicBezTo>
                    <a:pt x="114" y="72"/>
                    <a:pt x="115" y="72"/>
                    <a:pt x="114" y="71"/>
                  </a:cubicBezTo>
                  <a:cubicBezTo>
                    <a:pt x="114" y="71"/>
                    <a:pt x="114" y="72"/>
                    <a:pt x="113" y="72"/>
                  </a:cubicBezTo>
                  <a:cubicBezTo>
                    <a:pt x="113" y="72"/>
                    <a:pt x="112" y="72"/>
                    <a:pt x="112" y="72"/>
                  </a:cubicBezTo>
                  <a:cubicBezTo>
                    <a:pt x="111" y="72"/>
                    <a:pt x="111" y="73"/>
                    <a:pt x="110" y="73"/>
                  </a:cubicBezTo>
                  <a:cubicBezTo>
                    <a:pt x="109" y="73"/>
                    <a:pt x="109" y="74"/>
                    <a:pt x="108" y="74"/>
                  </a:cubicBezTo>
                  <a:cubicBezTo>
                    <a:pt x="108" y="75"/>
                    <a:pt x="108" y="75"/>
                    <a:pt x="107" y="74"/>
                  </a:cubicBezTo>
                  <a:cubicBezTo>
                    <a:pt x="107" y="74"/>
                    <a:pt x="107" y="75"/>
                    <a:pt x="107" y="75"/>
                  </a:cubicBezTo>
                  <a:cubicBezTo>
                    <a:pt x="106" y="75"/>
                    <a:pt x="106" y="75"/>
                    <a:pt x="106" y="75"/>
                  </a:cubicBezTo>
                  <a:cubicBezTo>
                    <a:pt x="105" y="75"/>
                    <a:pt x="105" y="76"/>
                    <a:pt x="105" y="76"/>
                  </a:cubicBezTo>
                  <a:cubicBezTo>
                    <a:pt x="104" y="77"/>
                    <a:pt x="104" y="77"/>
                    <a:pt x="104" y="78"/>
                  </a:cubicBezTo>
                  <a:cubicBezTo>
                    <a:pt x="104" y="78"/>
                    <a:pt x="103" y="78"/>
                    <a:pt x="103" y="78"/>
                  </a:cubicBezTo>
                  <a:cubicBezTo>
                    <a:pt x="103" y="79"/>
                    <a:pt x="103" y="79"/>
                    <a:pt x="102" y="79"/>
                  </a:cubicBezTo>
                  <a:cubicBezTo>
                    <a:pt x="102" y="80"/>
                    <a:pt x="102" y="80"/>
                    <a:pt x="102" y="81"/>
                  </a:cubicBezTo>
                  <a:cubicBezTo>
                    <a:pt x="101" y="81"/>
                    <a:pt x="101" y="82"/>
                    <a:pt x="100" y="82"/>
                  </a:cubicBezTo>
                  <a:cubicBezTo>
                    <a:pt x="100" y="82"/>
                    <a:pt x="99" y="82"/>
                    <a:pt x="99" y="83"/>
                  </a:cubicBezTo>
                  <a:cubicBezTo>
                    <a:pt x="98" y="83"/>
                    <a:pt x="98" y="83"/>
                    <a:pt x="98" y="83"/>
                  </a:cubicBezTo>
                  <a:cubicBezTo>
                    <a:pt x="98" y="83"/>
                    <a:pt x="99" y="83"/>
                    <a:pt x="99" y="84"/>
                  </a:cubicBezTo>
                  <a:cubicBezTo>
                    <a:pt x="99" y="84"/>
                    <a:pt x="99" y="85"/>
                    <a:pt x="99" y="86"/>
                  </a:cubicBezTo>
                  <a:cubicBezTo>
                    <a:pt x="100" y="86"/>
                    <a:pt x="100" y="87"/>
                    <a:pt x="101" y="88"/>
                  </a:cubicBezTo>
                  <a:cubicBezTo>
                    <a:pt x="101" y="88"/>
                    <a:pt x="101" y="88"/>
                    <a:pt x="101" y="88"/>
                  </a:cubicBezTo>
                  <a:cubicBezTo>
                    <a:pt x="101" y="88"/>
                    <a:pt x="101" y="88"/>
                    <a:pt x="101" y="89"/>
                  </a:cubicBezTo>
                  <a:cubicBezTo>
                    <a:pt x="101" y="89"/>
                    <a:pt x="101" y="89"/>
                    <a:pt x="101" y="89"/>
                  </a:cubicBezTo>
                  <a:cubicBezTo>
                    <a:pt x="101" y="90"/>
                    <a:pt x="101" y="90"/>
                    <a:pt x="101" y="90"/>
                  </a:cubicBezTo>
                  <a:cubicBezTo>
                    <a:pt x="101" y="90"/>
                    <a:pt x="102" y="90"/>
                    <a:pt x="102" y="90"/>
                  </a:cubicBezTo>
                  <a:cubicBezTo>
                    <a:pt x="102" y="91"/>
                    <a:pt x="103" y="91"/>
                    <a:pt x="103" y="91"/>
                  </a:cubicBezTo>
                  <a:cubicBezTo>
                    <a:pt x="103" y="92"/>
                    <a:pt x="104" y="93"/>
                    <a:pt x="105" y="94"/>
                  </a:cubicBezTo>
                  <a:cubicBezTo>
                    <a:pt x="105" y="94"/>
                    <a:pt x="106" y="94"/>
                    <a:pt x="106" y="94"/>
                  </a:cubicBezTo>
                  <a:cubicBezTo>
                    <a:pt x="106" y="94"/>
                    <a:pt x="107" y="94"/>
                    <a:pt x="108" y="94"/>
                  </a:cubicBezTo>
                  <a:cubicBezTo>
                    <a:pt x="108" y="94"/>
                    <a:pt x="108" y="93"/>
                    <a:pt x="108" y="92"/>
                  </a:cubicBezTo>
                  <a:cubicBezTo>
                    <a:pt x="109" y="92"/>
                    <a:pt x="109" y="92"/>
                    <a:pt x="109" y="91"/>
                  </a:cubicBezTo>
                  <a:cubicBezTo>
                    <a:pt x="109" y="91"/>
                    <a:pt x="110" y="91"/>
                    <a:pt x="109" y="90"/>
                  </a:cubicBezTo>
                  <a:cubicBezTo>
                    <a:pt x="109" y="90"/>
                    <a:pt x="109" y="90"/>
                    <a:pt x="110" y="90"/>
                  </a:cubicBezTo>
                  <a:cubicBezTo>
                    <a:pt x="110" y="90"/>
                    <a:pt x="110" y="89"/>
                    <a:pt x="111" y="89"/>
                  </a:cubicBezTo>
                  <a:cubicBezTo>
                    <a:pt x="111" y="88"/>
                    <a:pt x="112" y="89"/>
                    <a:pt x="112" y="88"/>
                  </a:cubicBezTo>
                  <a:cubicBezTo>
                    <a:pt x="112" y="88"/>
                    <a:pt x="113" y="88"/>
                    <a:pt x="114" y="88"/>
                  </a:cubicBezTo>
                  <a:cubicBezTo>
                    <a:pt x="115" y="88"/>
                    <a:pt x="116" y="87"/>
                    <a:pt x="117" y="87"/>
                  </a:cubicBezTo>
                  <a:cubicBezTo>
                    <a:pt x="118" y="86"/>
                    <a:pt x="118" y="86"/>
                    <a:pt x="118" y="86"/>
                  </a:cubicBezTo>
                  <a:cubicBezTo>
                    <a:pt x="118" y="85"/>
                    <a:pt x="118" y="85"/>
                    <a:pt x="118" y="85"/>
                  </a:cubicBezTo>
                  <a:cubicBezTo>
                    <a:pt x="118" y="84"/>
                    <a:pt x="118" y="84"/>
                    <a:pt x="118" y="83"/>
                  </a:cubicBezTo>
                  <a:cubicBezTo>
                    <a:pt x="119" y="83"/>
                    <a:pt x="119" y="83"/>
                    <a:pt x="119" y="83"/>
                  </a:cubicBezTo>
                  <a:cubicBezTo>
                    <a:pt x="120" y="82"/>
                    <a:pt x="120" y="82"/>
                    <a:pt x="120" y="82"/>
                  </a:cubicBezTo>
                  <a:cubicBezTo>
                    <a:pt x="120" y="81"/>
                    <a:pt x="120" y="81"/>
                    <a:pt x="121" y="81"/>
                  </a:cubicBezTo>
                  <a:cubicBezTo>
                    <a:pt x="122" y="80"/>
                    <a:pt x="121" y="78"/>
                    <a:pt x="120" y="7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69" name="Somalia">
              <a:extLst>
                <a:ext uri="{FF2B5EF4-FFF2-40B4-BE49-F238E27FC236}">
                  <a16:creationId xmlns:a16="http://schemas.microsoft.com/office/drawing/2014/main" id="{10391B33-FAE0-3BC6-1975-E24A0F845301}"/>
                </a:ext>
              </a:extLst>
            </p:cNvPr>
            <p:cNvSpPr>
              <a:spLocks/>
            </p:cNvSpPr>
            <p:nvPr/>
          </p:nvSpPr>
          <p:spPr bwMode="auto">
            <a:xfrm>
              <a:off x="7104502" y="3577800"/>
              <a:ext cx="351874" cy="533201"/>
            </a:xfrm>
            <a:custGeom>
              <a:avLst/>
              <a:gdLst>
                <a:gd name="connsiteX0" fmla="*/ 418990 w 626893"/>
                <a:gd name="connsiteY0" fmla="*/ 274318 h 949942"/>
                <a:gd name="connsiteX1" fmla="*/ 418516 w 626893"/>
                <a:gd name="connsiteY1" fmla="*/ 275472 h 949942"/>
                <a:gd name="connsiteX2" fmla="*/ 421327 w 626893"/>
                <a:gd name="connsiteY2" fmla="*/ 275472 h 949942"/>
                <a:gd name="connsiteX3" fmla="*/ 422366 w 626893"/>
                <a:gd name="connsiteY3" fmla="*/ 274318 h 949942"/>
                <a:gd name="connsiteX4" fmla="*/ 582328 w 626893"/>
                <a:gd name="connsiteY4" fmla="*/ 438 h 949942"/>
                <a:gd name="connsiteX5" fmla="*/ 586268 w 626893"/>
                <a:gd name="connsiteY5" fmla="*/ 2806 h 949942"/>
                <a:gd name="connsiteX6" fmla="*/ 605180 w 626893"/>
                <a:gd name="connsiteY6" fmla="*/ 9120 h 949942"/>
                <a:gd name="connsiteX7" fmla="*/ 617788 w 626893"/>
                <a:gd name="connsiteY7" fmla="*/ 15434 h 949942"/>
                <a:gd name="connsiteX8" fmla="*/ 611484 w 626893"/>
                <a:gd name="connsiteY8" fmla="*/ 21750 h 949942"/>
                <a:gd name="connsiteX9" fmla="*/ 605180 w 626893"/>
                <a:gd name="connsiteY9" fmla="*/ 28064 h 949942"/>
                <a:gd name="connsiteX10" fmla="*/ 605180 w 626893"/>
                <a:gd name="connsiteY10" fmla="*/ 47006 h 949942"/>
                <a:gd name="connsiteX11" fmla="*/ 605180 w 626893"/>
                <a:gd name="connsiteY11" fmla="*/ 53320 h 949942"/>
                <a:gd name="connsiteX12" fmla="*/ 611484 w 626893"/>
                <a:gd name="connsiteY12" fmla="*/ 59634 h 949942"/>
                <a:gd name="connsiteX13" fmla="*/ 605180 w 626893"/>
                <a:gd name="connsiteY13" fmla="*/ 72264 h 949942"/>
                <a:gd name="connsiteX14" fmla="*/ 611484 w 626893"/>
                <a:gd name="connsiteY14" fmla="*/ 84892 h 949942"/>
                <a:gd name="connsiteX15" fmla="*/ 611484 w 626893"/>
                <a:gd name="connsiteY15" fmla="*/ 91206 h 949942"/>
                <a:gd name="connsiteX16" fmla="*/ 611484 w 626893"/>
                <a:gd name="connsiteY16" fmla="*/ 97520 h 949942"/>
                <a:gd name="connsiteX17" fmla="*/ 605180 w 626893"/>
                <a:gd name="connsiteY17" fmla="*/ 103834 h 949942"/>
                <a:gd name="connsiteX18" fmla="*/ 605180 w 626893"/>
                <a:gd name="connsiteY18" fmla="*/ 110148 h 949942"/>
                <a:gd name="connsiteX19" fmla="*/ 617788 w 626893"/>
                <a:gd name="connsiteY19" fmla="*/ 103834 h 949942"/>
                <a:gd name="connsiteX20" fmla="*/ 611484 w 626893"/>
                <a:gd name="connsiteY20" fmla="*/ 97520 h 949942"/>
                <a:gd name="connsiteX21" fmla="*/ 624092 w 626893"/>
                <a:gd name="connsiteY21" fmla="*/ 103834 h 949942"/>
                <a:gd name="connsiteX22" fmla="*/ 624092 w 626893"/>
                <a:gd name="connsiteY22" fmla="*/ 110148 h 949942"/>
                <a:gd name="connsiteX23" fmla="*/ 617788 w 626893"/>
                <a:gd name="connsiteY23" fmla="*/ 110148 h 949942"/>
                <a:gd name="connsiteX24" fmla="*/ 611484 w 626893"/>
                <a:gd name="connsiteY24" fmla="*/ 110148 h 949942"/>
                <a:gd name="connsiteX25" fmla="*/ 598876 w 626893"/>
                <a:gd name="connsiteY25" fmla="*/ 122778 h 949942"/>
                <a:gd name="connsiteX26" fmla="*/ 598876 w 626893"/>
                <a:gd name="connsiteY26" fmla="*/ 135406 h 949942"/>
                <a:gd name="connsiteX27" fmla="*/ 592572 w 626893"/>
                <a:gd name="connsiteY27" fmla="*/ 148034 h 949942"/>
                <a:gd name="connsiteX28" fmla="*/ 592572 w 626893"/>
                <a:gd name="connsiteY28" fmla="*/ 166976 h 949942"/>
                <a:gd name="connsiteX29" fmla="*/ 592572 w 626893"/>
                <a:gd name="connsiteY29" fmla="*/ 179606 h 949942"/>
                <a:gd name="connsiteX30" fmla="*/ 586268 w 626893"/>
                <a:gd name="connsiteY30" fmla="*/ 192234 h 949942"/>
                <a:gd name="connsiteX31" fmla="*/ 579964 w 626893"/>
                <a:gd name="connsiteY31" fmla="*/ 204862 h 949942"/>
                <a:gd name="connsiteX32" fmla="*/ 573660 w 626893"/>
                <a:gd name="connsiteY32" fmla="*/ 211176 h 949942"/>
                <a:gd name="connsiteX33" fmla="*/ 567356 w 626893"/>
                <a:gd name="connsiteY33" fmla="*/ 223804 h 949942"/>
                <a:gd name="connsiteX34" fmla="*/ 567356 w 626893"/>
                <a:gd name="connsiteY34" fmla="*/ 236434 h 949942"/>
                <a:gd name="connsiteX35" fmla="*/ 561052 w 626893"/>
                <a:gd name="connsiteY35" fmla="*/ 249062 h 949942"/>
                <a:gd name="connsiteX36" fmla="*/ 548444 w 626893"/>
                <a:gd name="connsiteY36" fmla="*/ 268004 h 949942"/>
                <a:gd name="connsiteX37" fmla="*/ 535838 w 626893"/>
                <a:gd name="connsiteY37" fmla="*/ 280632 h 949942"/>
                <a:gd name="connsiteX38" fmla="*/ 535838 w 626893"/>
                <a:gd name="connsiteY38" fmla="*/ 293262 h 949942"/>
                <a:gd name="connsiteX39" fmla="*/ 523230 w 626893"/>
                <a:gd name="connsiteY39" fmla="*/ 324832 h 949942"/>
                <a:gd name="connsiteX40" fmla="*/ 504318 w 626893"/>
                <a:gd name="connsiteY40" fmla="*/ 356404 h 949942"/>
                <a:gd name="connsiteX41" fmla="*/ 491710 w 626893"/>
                <a:gd name="connsiteY41" fmla="*/ 387976 h 949942"/>
                <a:gd name="connsiteX42" fmla="*/ 491710 w 626893"/>
                <a:gd name="connsiteY42" fmla="*/ 400604 h 949942"/>
                <a:gd name="connsiteX43" fmla="*/ 485406 w 626893"/>
                <a:gd name="connsiteY43" fmla="*/ 419546 h 949942"/>
                <a:gd name="connsiteX44" fmla="*/ 447582 w 626893"/>
                <a:gd name="connsiteY44" fmla="*/ 482688 h 949942"/>
                <a:gd name="connsiteX45" fmla="*/ 428670 w 626893"/>
                <a:gd name="connsiteY45" fmla="*/ 514260 h 949942"/>
                <a:gd name="connsiteX46" fmla="*/ 409758 w 626893"/>
                <a:gd name="connsiteY46" fmla="*/ 539516 h 949942"/>
                <a:gd name="connsiteX47" fmla="*/ 365630 w 626893"/>
                <a:gd name="connsiteY47" fmla="*/ 596344 h 949942"/>
                <a:gd name="connsiteX48" fmla="*/ 346718 w 626893"/>
                <a:gd name="connsiteY48" fmla="*/ 621602 h 949942"/>
                <a:gd name="connsiteX49" fmla="*/ 321502 w 626893"/>
                <a:gd name="connsiteY49" fmla="*/ 646858 h 949942"/>
                <a:gd name="connsiteX50" fmla="*/ 296286 w 626893"/>
                <a:gd name="connsiteY50" fmla="*/ 672116 h 949942"/>
                <a:gd name="connsiteX51" fmla="*/ 271070 w 626893"/>
                <a:gd name="connsiteY51" fmla="*/ 691058 h 949942"/>
                <a:gd name="connsiteX52" fmla="*/ 239550 w 626893"/>
                <a:gd name="connsiteY52" fmla="*/ 703686 h 949942"/>
                <a:gd name="connsiteX53" fmla="*/ 214336 w 626893"/>
                <a:gd name="connsiteY53" fmla="*/ 728944 h 949942"/>
                <a:gd name="connsiteX54" fmla="*/ 195424 w 626893"/>
                <a:gd name="connsiteY54" fmla="*/ 747886 h 949942"/>
                <a:gd name="connsiteX55" fmla="*/ 182816 w 626893"/>
                <a:gd name="connsiteY55" fmla="*/ 760516 h 949942"/>
                <a:gd name="connsiteX56" fmla="*/ 170208 w 626893"/>
                <a:gd name="connsiteY56" fmla="*/ 766830 h 949942"/>
                <a:gd name="connsiteX57" fmla="*/ 157600 w 626893"/>
                <a:gd name="connsiteY57" fmla="*/ 779458 h 949942"/>
                <a:gd name="connsiteX58" fmla="*/ 151296 w 626893"/>
                <a:gd name="connsiteY58" fmla="*/ 792086 h 949942"/>
                <a:gd name="connsiteX59" fmla="*/ 126080 w 626893"/>
                <a:gd name="connsiteY59" fmla="*/ 823658 h 949942"/>
                <a:gd name="connsiteX60" fmla="*/ 100864 w 626893"/>
                <a:gd name="connsiteY60" fmla="*/ 848914 h 949942"/>
                <a:gd name="connsiteX61" fmla="*/ 94560 w 626893"/>
                <a:gd name="connsiteY61" fmla="*/ 861542 h 949942"/>
                <a:gd name="connsiteX62" fmla="*/ 88256 w 626893"/>
                <a:gd name="connsiteY62" fmla="*/ 867858 h 949942"/>
                <a:gd name="connsiteX63" fmla="*/ 69344 w 626893"/>
                <a:gd name="connsiteY63" fmla="*/ 886800 h 949942"/>
                <a:gd name="connsiteX64" fmla="*/ 63040 w 626893"/>
                <a:gd name="connsiteY64" fmla="*/ 899428 h 949942"/>
                <a:gd name="connsiteX65" fmla="*/ 63040 w 626893"/>
                <a:gd name="connsiteY65" fmla="*/ 905742 h 949942"/>
                <a:gd name="connsiteX66" fmla="*/ 56736 w 626893"/>
                <a:gd name="connsiteY66" fmla="*/ 912056 h 949942"/>
                <a:gd name="connsiteX67" fmla="*/ 50432 w 626893"/>
                <a:gd name="connsiteY67" fmla="*/ 912056 h 949942"/>
                <a:gd name="connsiteX68" fmla="*/ 50432 w 626893"/>
                <a:gd name="connsiteY68" fmla="*/ 918372 h 949942"/>
                <a:gd name="connsiteX69" fmla="*/ 50432 w 626893"/>
                <a:gd name="connsiteY69" fmla="*/ 931000 h 949942"/>
                <a:gd name="connsiteX70" fmla="*/ 37824 w 626893"/>
                <a:gd name="connsiteY70" fmla="*/ 949942 h 949942"/>
                <a:gd name="connsiteX71" fmla="*/ 25216 w 626893"/>
                <a:gd name="connsiteY71" fmla="*/ 918372 h 949942"/>
                <a:gd name="connsiteX72" fmla="*/ 12608 w 626893"/>
                <a:gd name="connsiteY72" fmla="*/ 905742 h 949942"/>
                <a:gd name="connsiteX73" fmla="*/ 0 w 626893"/>
                <a:gd name="connsiteY73" fmla="*/ 893114 h 949942"/>
                <a:gd name="connsiteX74" fmla="*/ 0 w 626893"/>
                <a:gd name="connsiteY74" fmla="*/ 861542 h 949942"/>
                <a:gd name="connsiteX75" fmla="*/ 0 w 626893"/>
                <a:gd name="connsiteY75" fmla="*/ 823658 h 949942"/>
                <a:gd name="connsiteX76" fmla="*/ 0 w 626893"/>
                <a:gd name="connsiteY76" fmla="*/ 665802 h 949942"/>
                <a:gd name="connsiteX77" fmla="*/ 0 w 626893"/>
                <a:gd name="connsiteY77" fmla="*/ 634230 h 949942"/>
                <a:gd name="connsiteX78" fmla="*/ 12608 w 626893"/>
                <a:gd name="connsiteY78" fmla="*/ 621602 h 949942"/>
                <a:gd name="connsiteX79" fmla="*/ 25216 w 626893"/>
                <a:gd name="connsiteY79" fmla="*/ 608974 h 949942"/>
                <a:gd name="connsiteX80" fmla="*/ 44128 w 626893"/>
                <a:gd name="connsiteY80" fmla="*/ 577402 h 949942"/>
                <a:gd name="connsiteX81" fmla="*/ 56736 w 626893"/>
                <a:gd name="connsiteY81" fmla="*/ 552146 h 949942"/>
                <a:gd name="connsiteX82" fmla="*/ 81952 w 626893"/>
                <a:gd name="connsiteY82" fmla="*/ 539516 h 949942"/>
                <a:gd name="connsiteX83" fmla="*/ 113472 w 626893"/>
                <a:gd name="connsiteY83" fmla="*/ 533202 h 949942"/>
                <a:gd name="connsiteX84" fmla="*/ 119776 w 626893"/>
                <a:gd name="connsiteY84" fmla="*/ 520574 h 949942"/>
                <a:gd name="connsiteX85" fmla="*/ 126080 w 626893"/>
                <a:gd name="connsiteY85" fmla="*/ 514260 h 949942"/>
                <a:gd name="connsiteX86" fmla="*/ 157600 w 626893"/>
                <a:gd name="connsiteY86" fmla="*/ 495318 h 949942"/>
                <a:gd name="connsiteX87" fmla="*/ 170208 w 626893"/>
                <a:gd name="connsiteY87" fmla="*/ 489002 h 949942"/>
                <a:gd name="connsiteX88" fmla="*/ 182816 w 626893"/>
                <a:gd name="connsiteY88" fmla="*/ 489002 h 949942"/>
                <a:gd name="connsiteX89" fmla="*/ 189120 w 626893"/>
                <a:gd name="connsiteY89" fmla="*/ 489002 h 949942"/>
                <a:gd name="connsiteX90" fmla="*/ 239550 w 626893"/>
                <a:gd name="connsiteY90" fmla="*/ 489002 h 949942"/>
                <a:gd name="connsiteX91" fmla="*/ 252158 w 626893"/>
                <a:gd name="connsiteY91" fmla="*/ 482688 h 949942"/>
                <a:gd name="connsiteX92" fmla="*/ 264766 w 626893"/>
                <a:gd name="connsiteY92" fmla="*/ 463746 h 949942"/>
                <a:gd name="connsiteX93" fmla="*/ 296286 w 626893"/>
                <a:gd name="connsiteY93" fmla="*/ 419546 h 949942"/>
                <a:gd name="connsiteX94" fmla="*/ 356962 w 626893"/>
                <a:gd name="connsiteY94" fmla="*/ 346932 h 949942"/>
                <a:gd name="connsiteX95" fmla="*/ 416839 w 626893"/>
                <a:gd name="connsiteY95" fmla="*/ 280454 h 949942"/>
                <a:gd name="connsiteX96" fmla="*/ 379822 w 626893"/>
                <a:gd name="connsiteY96" fmla="*/ 280454 h 949942"/>
                <a:gd name="connsiteX97" fmla="*/ 348302 w 626893"/>
                <a:gd name="connsiteY97" fmla="*/ 280454 h 949942"/>
                <a:gd name="connsiteX98" fmla="*/ 278958 w 626893"/>
                <a:gd name="connsiteY98" fmla="*/ 255198 h 949942"/>
                <a:gd name="connsiteX99" fmla="*/ 209616 w 626893"/>
                <a:gd name="connsiteY99" fmla="*/ 223626 h 949942"/>
                <a:gd name="connsiteX100" fmla="*/ 178096 w 626893"/>
                <a:gd name="connsiteY100" fmla="*/ 217312 h 949942"/>
                <a:gd name="connsiteX101" fmla="*/ 152880 w 626893"/>
                <a:gd name="connsiteY101" fmla="*/ 192056 h 949942"/>
                <a:gd name="connsiteX102" fmla="*/ 140272 w 626893"/>
                <a:gd name="connsiteY102" fmla="*/ 179426 h 949942"/>
                <a:gd name="connsiteX103" fmla="*/ 127664 w 626893"/>
                <a:gd name="connsiteY103" fmla="*/ 160484 h 949942"/>
                <a:gd name="connsiteX104" fmla="*/ 121360 w 626893"/>
                <a:gd name="connsiteY104" fmla="*/ 154170 h 949942"/>
                <a:gd name="connsiteX105" fmla="*/ 115056 w 626893"/>
                <a:gd name="connsiteY105" fmla="*/ 147856 h 949942"/>
                <a:gd name="connsiteX106" fmla="*/ 108752 w 626893"/>
                <a:gd name="connsiteY106" fmla="*/ 135228 h 949942"/>
                <a:gd name="connsiteX107" fmla="*/ 102448 w 626893"/>
                <a:gd name="connsiteY107" fmla="*/ 128914 h 949942"/>
                <a:gd name="connsiteX108" fmla="*/ 96144 w 626893"/>
                <a:gd name="connsiteY108" fmla="*/ 116284 h 949942"/>
                <a:gd name="connsiteX109" fmla="*/ 89840 w 626893"/>
                <a:gd name="connsiteY109" fmla="*/ 103656 h 949942"/>
                <a:gd name="connsiteX110" fmla="*/ 96144 w 626893"/>
                <a:gd name="connsiteY110" fmla="*/ 97342 h 949942"/>
                <a:gd name="connsiteX111" fmla="*/ 96144 w 626893"/>
                <a:gd name="connsiteY111" fmla="*/ 84714 h 949942"/>
                <a:gd name="connsiteX112" fmla="*/ 102448 w 626893"/>
                <a:gd name="connsiteY112" fmla="*/ 84714 h 949942"/>
                <a:gd name="connsiteX113" fmla="*/ 102448 w 626893"/>
                <a:gd name="connsiteY113" fmla="*/ 78400 h 949942"/>
                <a:gd name="connsiteX114" fmla="*/ 108752 w 626893"/>
                <a:gd name="connsiteY114" fmla="*/ 65770 h 949942"/>
                <a:gd name="connsiteX115" fmla="*/ 121360 w 626893"/>
                <a:gd name="connsiteY115" fmla="*/ 46828 h 949942"/>
                <a:gd name="connsiteX116" fmla="*/ 127664 w 626893"/>
                <a:gd name="connsiteY116" fmla="*/ 40514 h 949942"/>
                <a:gd name="connsiteX117" fmla="*/ 133968 w 626893"/>
                <a:gd name="connsiteY117" fmla="*/ 46828 h 949942"/>
                <a:gd name="connsiteX118" fmla="*/ 140272 w 626893"/>
                <a:gd name="connsiteY118" fmla="*/ 46828 h 949942"/>
                <a:gd name="connsiteX119" fmla="*/ 140272 w 626893"/>
                <a:gd name="connsiteY119" fmla="*/ 59456 h 949942"/>
                <a:gd name="connsiteX120" fmla="*/ 146576 w 626893"/>
                <a:gd name="connsiteY120" fmla="*/ 65770 h 949942"/>
                <a:gd name="connsiteX121" fmla="*/ 159184 w 626893"/>
                <a:gd name="connsiteY121" fmla="*/ 91028 h 949942"/>
                <a:gd name="connsiteX122" fmla="*/ 184400 w 626893"/>
                <a:gd name="connsiteY122" fmla="*/ 109970 h 949942"/>
                <a:gd name="connsiteX123" fmla="*/ 209616 w 626893"/>
                <a:gd name="connsiteY123" fmla="*/ 116284 h 949942"/>
                <a:gd name="connsiteX124" fmla="*/ 234830 w 626893"/>
                <a:gd name="connsiteY124" fmla="*/ 109970 h 949942"/>
                <a:gd name="connsiteX125" fmla="*/ 241134 w 626893"/>
                <a:gd name="connsiteY125" fmla="*/ 103656 h 949942"/>
                <a:gd name="connsiteX126" fmla="*/ 253742 w 626893"/>
                <a:gd name="connsiteY126" fmla="*/ 97342 h 949942"/>
                <a:gd name="connsiteX127" fmla="*/ 272654 w 626893"/>
                <a:gd name="connsiteY127" fmla="*/ 84714 h 949942"/>
                <a:gd name="connsiteX128" fmla="*/ 278958 w 626893"/>
                <a:gd name="connsiteY128" fmla="*/ 84714 h 949942"/>
                <a:gd name="connsiteX129" fmla="*/ 285262 w 626893"/>
                <a:gd name="connsiteY129" fmla="*/ 84714 h 949942"/>
                <a:gd name="connsiteX130" fmla="*/ 297870 w 626893"/>
                <a:gd name="connsiteY130" fmla="*/ 91028 h 949942"/>
                <a:gd name="connsiteX131" fmla="*/ 304174 w 626893"/>
                <a:gd name="connsiteY131" fmla="*/ 91028 h 949942"/>
                <a:gd name="connsiteX132" fmla="*/ 316782 w 626893"/>
                <a:gd name="connsiteY132" fmla="*/ 97342 h 949942"/>
                <a:gd name="connsiteX133" fmla="*/ 329390 w 626893"/>
                <a:gd name="connsiteY133" fmla="*/ 91028 h 949942"/>
                <a:gd name="connsiteX134" fmla="*/ 348302 w 626893"/>
                <a:gd name="connsiteY134" fmla="*/ 78400 h 949942"/>
                <a:gd name="connsiteX135" fmla="*/ 373518 w 626893"/>
                <a:gd name="connsiteY135" fmla="*/ 65770 h 949942"/>
                <a:gd name="connsiteX136" fmla="*/ 392430 w 626893"/>
                <a:gd name="connsiteY136" fmla="*/ 65770 h 949942"/>
                <a:gd name="connsiteX137" fmla="*/ 405038 w 626893"/>
                <a:gd name="connsiteY137" fmla="*/ 65770 h 949942"/>
                <a:gd name="connsiteX138" fmla="*/ 417646 w 626893"/>
                <a:gd name="connsiteY138" fmla="*/ 65770 h 949942"/>
                <a:gd name="connsiteX139" fmla="*/ 430254 w 626893"/>
                <a:gd name="connsiteY139" fmla="*/ 59456 h 949942"/>
                <a:gd name="connsiteX140" fmla="*/ 436558 w 626893"/>
                <a:gd name="connsiteY140" fmla="*/ 53142 h 949942"/>
                <a:gd name="connsiteX141" fmla="*/ 455470 w 626893"/>
                <a:gd name="connsiteY141" fmla="*/ 53142 h 949942"/>
                <a:gd name="connsiteX142" fmla="*/ 468078 w 626893"/>
                <a:gd name="connsiteY142" fmla="*/ 59456 h 949942"/>
                <a:gd name="connsiteX143" fmla="*/ 469126 w 626893"/>
                <a:gd name="connsiteY143" fmla="*/ 59106 h 949942"/>
                <a:gd name="connsiteX144" fmla="*/ 469002 w 626893"/>
                <a:gd name="connsiteY144" fmla="*/ 51420 h 949942"/>
                <a:gd name="connsiteX145" fmla="*/ 472798 w 626893"/>
                <a:gd name="connsiteY145" fmla="*/ 53320 h 949942"/>
                <a:gd name="connsiteX146" fmla="*/ 491710 w 626893"/>
                <a:gd name="connsiteY146" fmla="*/ 47006 h 949942"/>
                <a:gd name="connsiteX147" fmla="*/ 504318 w 626893"/>
                <a:gd name="connsiteY147" fmla="*/ 47006 h 949942"/>
                <a:gd name="connsiteX148" fmla="*/ 510622 w 626893"/>
                <a:gd name="connsiteY148" fmla="*/ 40692 h 949942"/>
                <a:gd name="connsiteX149" fmla="*/ 529534 w 626893"/>
                <a:gd name="connsiteY149" fmla="*/ 34378 h 949942"/>
                <a:gd name="connsiteX150" fmla="*/ 542142 w 626893"/>
                <a:gd name="connsiteY150" fmla="*/ 34378 h 949942"/>
                <a:gd name="connsiteX151" fmla="*/ 548444 w 626893"/>
                <a:gd name="connsiteY151" fmla="*/ 28064 h 949942"/>
                <a:gd name="connsiteX152" fmla="*/ 567356 w 626893"/>
                <a:gd name="connsiteY152" fmla="*/ 21750 h 949942"/>
                <a:gd name="connsiteX153" fmla="*/ 573660 w 626893"/>
                <a:gd name="connsiteY153" fmla="*/ 2806 h 949942"/>
                <a:gd name="connsiteX154" fmla="*/ 582328 w 626893"/>
                <a:gd name="connsiteY154" fmla="*/ 438 h 94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626893" h="949942">
                  <a:moveTo>
                    <a:pt x="418990" y="274318"/>
                  </a:moveTo>
                  <a:lnTo>
                    <a:pt x="418516" y="275472"/>
                  </a:lnTo>
                  <a:lnTo>
                    <a:pt x="421327" y="275472"/>
                  </a:lnTo>
                  <a:lnTo>
                    <a:pt x="422366" y="274318"/>
                  </a:lnTo>
                  <a:close/>
                  <a:moveTo>
                    <a:pt x="582328" y="438"/>
                  </a:moveTo>
                  <a:cubicBezTo>
                    <a:pt x="584692" y="-351"/>
                    <a:pt x="586268" y="-351"/>
                    <a:pt x="586268" y="2806"/>
                  </a:cubicBezTo>
                  <a:cubicBezTo>
                    <a:pt x="592572" y="2806"/>
                    <a:pt x="598876" y="9120"/>
                    <a:pt x="605180" y="9120"/>
                  </a:cubicBezTo>
                  <a:cubicBezTo>
                    <a:pt x="611484" y="9120"/>
                    <a:pt x="617788" y="9120"/>
                    <a:pt x="617788" y="15434"/>
                  </a:cubicBezTo>
                  <a:cubicBezTo>
                    <a:pt x="611484" y="15434"/>
                    <a:pt x="611484" y="21750"/>
                    <a:pt x="611484" y="21750"/>
                  </a:cubicBezTo>
                  <a:cubicBezTo>
                    <a:pt x="611484" y="28064"/>
                    <a:pt x="611484" y="28064"/>
                    <a:pt x="605180" y="28064"/>
                  </a:cubicBezTo>
                  <a:cubicBezTo>
                    <a:pt x="605180" y="34378"/>
                    <a:pt x="605180" y="40692"/>
                    <a:pt x="605180" y="47006"/>
                  </a:cubicBezTo>
                  <a:cubicBezTo>
                    <a:pt x="605180" y="47006"/>
                    <a:pt x="605180" y="53320"/>
                    <a:pt x="605180" y="53320"/>
                  </a:cubicBezTo>
                  <a:cubicBezTo>
                    <a:pt x="605180" y="59634"/>
                    <a:pt x="611484" y="59634"/>
                    <a:pt x="611484" y="59634"/>
                  </a:cubicBezTo>
                  <a:cubicBezTo>
                    <a:pt x="611484" y="65948"/>
                    <a:pt x="605180" y="65948"/>
                    <a:pt x="605180" y="72264"/>
                  </a:cubicBezTo>
                  <a:cubicBezTo>
                    <a:pt x="605180" y="72264"/>
                    <a:pt x="611484" y="78578"/>
                    <a:pt x="611484" y="84892"/>
                  </a:cubicBezTo>
                  <a:cubicBezTo>
                    <a:pt x="611484" y="84892"/>
                    <a:pt x="611484" y="91206"/>
                    <a:pt x="611484" y="91206"/>
                  </a:cubicBezTo>
                  <a:cubicBezTo>
                    <a:pt x="611484" y="97520"/>
                    <a:pt x="611484" y="97520"/>
                    <a:pt x="611484" y="97520"/>
                  </a:cubicBezTo>
                  <a:cubicBezTo>
                    <a:pt x="605180" y="97520"/>
                    <a:pt x="611484" y="103834"/>
                    <a:pt x="605180" y="103834"/>
                  </a:cubicBezTo>
                  <a:cubicBezTo>
                    <a:pt x="605180" y="103834"/>
                    <a:pt x="598876" y="110148"/>
                    <a:pt x="605180" y="110148"/>
                  </a:cubicBezTo>
                  <a:cubicBezTo>
                    <a:pt x="605180" y="110148"/>
                    <a:pt x="611484" y="110148"/>
                    <a:pt x="617788" y="103834"/>
                  </a:cubicBezTo>
                  <a:cubicBezTo>
                    <a:pt x="611484" y="103834"/>
                    <a:pt x="611484" y="103834"/>
                    <a:pt x="611484" y="97520"/>
                  </a:cubicBezTo>
                  <a:cubicBezTo>
                    <a:pt x="617788" y="103834"/>
                    <a:pt x="617788" y="103834"/>
                    <a:pt x="624092" y="103834"/>
                  </a:cubicBezTo>
                  <a:cubicBezTo>
                    <a:pt x="624092" y="103834"/>
                    <a:pt x="630396" y="103834"/>
                    <a:pt x="624092" y="110148"/>
                  </a:cubicBezTo>
                  <a:cubicBezTo>
                    <a:pt x="624092" y="110148"/>
                    <a:pt x="624092" y="110148"/>
                    <a:pt x="617788" y="110148"/>
                  </a:cubicBezTo>
                  <a:cubicBezTo>
                    <a:pt x="617788" y="110148"/>
                    <a:pt x="611484" y="110148"/>
                    <a:pt x="611484" y="110148"/>
                  </a:cubicBezTo>
                  <a:cubicBezTo>
                    <a:pt x="598876" y="110148"/>
                    <a:pt x="592572" y="110148"/>
                    <a:pt x="598876" y="122778"/>
                  </a:cubicBezTo>
                  <a:cubicBezTo>
                    <a:pt x="598876" y="129092"/>
                    <a:pt x="598876" y="129092"/>
                    <a:pt x="598876" y="135406"/>
                  </a:cubicBezTo>
                  <a:cubicBezTo>
                    <a:pt x="598876" y="141720"/>
                    <a:pt x="592572" y="148034"/>
                    <a:pt x="592572" y="148034"/>
                  </a:cubicBezTo>
                  <a:cubicBezTo>
                    <a:pt x="592572" y="154348"/>
                    <a:pt x="592572" y="160662"/>
                    <a:pt x="592572" y="166976"/>
                  </a:cubicBezTo>
                  <a:cubicBezTo>
                    <a:pt x="592572" y="173290"/>
                    <a:pt x="592572" y="173290"/>
                    <a:pt x="592572" y="179606"/>
                  </a:cubicBezTo>
                  <a:cubicBezTo>
                    <a:pt x="592572" y="185920"/>
                    <a:pt x="586268" y="185920"/>
                    <a:pt x="586268" y="192234"/>
                  </a:cubicBezTo>
                  <a:cubicBezTo>
                    <a:pt x="579964" y="192234"/>
                    <a:pt x="586268" y="198548"/>
                    <a:pt x="579964" y="204862"/>
                  </a:cubicBezTo>
                  <a:cubicBezTo>
                    <a:pt x="579964" y="204862"/>
                    <a:pt x="573660" y="204862"/>
                    <a:pt x="573660" y="211176"/>
                  </a:cubicBezTo>
                  <a:cubicBezTo>
                    <a:pt x="573660" y="211176"/>
                    <a:pt x="567356" y="217490"/>
                    <a:pt x="567356" y="223804"/>
                  </a:cubicBezTo>
                  <a:cubicBezTo>
                    <a:pt x="567356" y="230120"/>
                    <a:pt x="561052" y="230120"/>
                    <a:pt x="567356" y="236434"/>
                  </a:cubicBezTo>
                  <a:cubicBezTo>
                    <a:pt x="567356" y="242748"/>
                    <a:pt x="561052" y="242748"/>
                    <a:pt x="561052" y="249062"/>
                  </a:cubicBezTo>
                  <a:cubicBezTo>
                    <a:pt x="554748" y="255376"/>
                    <a:pt x="554748" y="261690"/>
                    <a:pt x="548444" y="268004"/>
                  </a:cubicBezTo>
                  <a:cubicBezTo>
                    <a:pt x="542142" y="274318"/>
                    <a:pt x="535838" y="274318"/>
                    <a:pt x="535838" y="280632"/>
                  </a:cubicBezTo>
                  <a:cubicBezTo>
                    <a:pt x="535838" y="286948"/>
                    <a:pt x="535838" y="286948"/>
                    <a:pt x="535838" y="293262"/>
                  </a:cubicBezTo>
                  <a:cubicBezTo>
                    <a:pt x="529534" y="305890"/>
                    <a:pt x="529534" y="312204"/>
                    <a:pt x="523230" y="324832"/>
                  </a:cubicBezTo>
                  <a:cubicBezTo>
                    <a:pt x="516926" y="337462"/>
                    <a:pt x="510622" y="343776"/>
                    <a:pt x="504318" y="356404"/>
                  </a:cubicBezTo>
                  <a:cubicBezTo>
                    <a:pt x="498014" y="362718"/>
                    <a:pt x="491710" y="375346"/>
                    <a:pt x="491710" y="387976"/>
                  </a:cubicBezTo>
                  <a:cubicBezTo>
                    <a:pt x="491710" y="394290"/>
                    <a:pt x="491710" y="394290"/>
                    <a:pt x="491710" y="400604"/>
                  </a:cubicBezTo>
                  <a:cubicBezTo>
                    <a:pt x="491710" y="406918"/>
                    <a:pt x="485406" y="413232"/>
                    <a:pt x="485406" y="419546"/>
                  </a:cubicBezTo>
                  <a:cubicBezTo>
                    <a:pt x="472798" y="438488"/>
                    <a:pt x="460190" y="457432"/>
                    <a:pt x="447582" y="482688"/>
                  </a:cubicBezTo>
                  <a:cubicBezTo>
                    <a:pt x="441278" y="489002"/>
                    <a:pt x="434974" y="501632"/>
                    <a:pt x="428670" y="514260"/>
                  </a:cubicBezTo>
                  <a:cubicBezTo>
                    <a:pt x="422366" y="520574"/>
                    <a:pt x="416062" y="533202"/>
                    <a:pt x="409758" y="539516"/>
                  </a:cubicBezTo>
                  <a:cubicBezTo>
                    <a:pt x="397150" y="558460"/>
                    <a:pt x="384542" y="577402"/>
                    <a:pt x="365630" y="596344"/>
                  </a:cubicBezTo>
                  <a:cubicBezTo>
                    <a:pt x="359326" y="602660"/>
                    <a:pt x="353022" y="608974"/>
                    <a:pt x="346718" y="621602"/>
                  </a:cubicBezTo>
                  <a:cubicBezTo>
                    <a:pt x="340414" y="627916"/>
                    <a:pt x="327806" y="640544"/>
                    <a:pt x="321502" y="646858"/>
                  </a:cubicBezTo>
                  <a:cubicBezTo>
                    <a:pt x="315198" y="653174"/>
                    <a:pt x="308894" y="665802"/>
                    <a:pt x="296286" y="672116"/>
                  </a:cubicBezTo>
                  <a:cubicBezTo>
                    <a:pt x="289982" y="678430"/>
                    <a:pt x="277374" y="684744"/>
                    <a:pt x="271070" y="691058"/>
                  </a:cubicBezTo>
                  <a:cubicBezTo>
                    <a:pt x="258462" y="697372"/>
                    <a:pt x="252158" y="697372"/>
                    <a:pt x="239550" y="703686"/>
                  </a:cubicBezTo>
                  <a:cubicBezTo>
                    <a:pt x="233248" y="710002"/>
                    <a:pt x="220640" y="722630"/>
                    <a:pt x="214336" y="728944"/>
                  </a:cubicBezTo>
                  <a:cubicBezTo>
                    <a:pt x="208032" y="735258"/>
                    <a:pt x="201728" y="741572"/>
                    <a:pt x="195424" y="747886"/>
                  </a:cubicBezTo>
                  <a:cubicBezTo>
                    <a:pt x="189120" y="754200"/>
                    <a:pt x="189120" y="754200"/>
                    <a:pt x="182816" y="760516"/>
                  </a:cubicBezTo>
                  <a:cubicBezTo>
                    <a:pt x="176512" y="760516"/>
                    <a:pt x="176512" y="766830"/>
                    <a:pt x="170208" y="766830"/>
                  </a:cubicBezTo>
                  <a:cubicBezTo>
                    <a:pt x="170208" y="773144"/>
                    <a:pt x="163904" y="779458"/>
                    <a:pt x="157600" y="779458"/>
                  </a:cubicBezTo>
                  <a:cubicBezTo>
                    <a:pt x="157600" y="785772"/>
                    <a:pt x="151296" y="792086"/>
                    <a:pt x="151296" y="792086"/>
                  </a:cubicBezTo>
                  <a:cubicBezTo>
                    <a:pt x="138688" y="804714"/>
                    <a:pt x="132384" y="811030"/>
                    <a:pt x="126080" y="823658"/>
                  </a:cubicBezTo>
                  <a:cubicBezTo>
                    <a:pt x="119776" y="829972"/>
                    <a:pt x="113472" y="842600"/>
                    <a:pt x="100864" y="848914"/>
                  </a:cubicBezTo>
                  <a:cubicBezTo>
                    <a:pt x="100864" y="855228"/>
                    <a:pt x="94560" y="855228"/>
                    <a:pt x="94560" y="861542"/>
                  </a:cubicBezTo>
                  <a:cubicBezTo>
                    <a:pt x="94560" y="861542"/>
                    <a:pt x="88256" y="867858"/>
                    <a:pt x="88256" y="867858"/>
                  </a:cubicBezTo>
                  <a:cubicBezTo>
                    <a:pt x="81952" y="880486"/>
                    <a:pt x="75648" y="886800"/>
                    <a:pt x="69344" y="886800"/>
                  </a:cubicBezTo>
                  <a:cubicBezTo>
                    <a:pt x="69344" y="893114"/>
                    <a:pt x="63040" y="899428"/>
                    <a:pt x="63040" y="899428"/>
                  </a:cubicBezTo>
                  <a:cubicBezTo>
                    <a:pt x="63040" y="899428"/>
                    <a:pt x="63040" y="905742"/>
                    <a:pt x="63040" y="905742"/>
                  </a:cubicBezTo>
                  <a:cubicBezTo>
                    <a:pt x="56736" y="905742"/>
                    <a:pt x="56736" y="912056"/>
                    <a:pt x="56736" y="912056"/>
                  </a:cubicBezTo>
                  <a:cubicBezTo>
                    <a:pt x="56736" y="918372"/>
                    <a:pt x="50432" y="912056"/>
                    <a:pt x="50432" y="912056"/>
                  </a:cubicBezTo>
                  <a:cubicBezTo>
                    <a:pt x="50432" y="918372"/>
                    <a:pt x="56736" y="918372"/>
                    <a:pt x="50432" y="918372"/>
                  </a:cubicBezTo>
                  <a:cubicBezTo>
                    <a:pt x="50432" y="924686"/>
                    <a:pt x="50432" y="924686"/>
                    <a:pt x="50432" y="931000"/>
                  </a:cubicBezTo>
                  <a:cubicBezTo>
                    <a:pt x="44128" y="937314"/>
                    <a:pt x="37824" y="943628"/>
                    <a:pt x="37824" y="949942"/>
                  </a:cubicBezTo>
                  <a:cubicBezTo>
                    <a:pt x="37824" y="937314"/>
                    <a:pt x="25216" y="931000"/>
                    <a:pt x="25216" y="918372"/>
                  </a:cubicBezTo>
                  <a:cubicBezTo>
                    <a:pt x="18912" y="918372"/>
                    <a:pt x="12608" y="912056"/>
                    <a:pt x="12608" y="905742"/>
                  </a:cubicBezTo>
                  <a:cubicBezTo>
                    <a:pt x="6304" y="899428"/>
                    <a:pt x="6304" y="899428"/>
                    <a:pt x="0" y="893114"/>
                  </a:cubicBezTo>
                  <a:cubicBezTo>
                    <a:pt x="0" y="880486"/>
                    <a:pt x="0" y="874172"/>
                    <a:pt x="0" y="861542"/>
                  </a:cubicBezTo>
                  <a:cubicBezTo>
                    <a:pt x="0" y="848914"/>
                    <a:pt x="0" y="836286"/>
                    <a:pt x="0" y="823658"/>
                  </a:cubicBezTo>
                  <a:cubicBezTo>
                    <a:pt x="0" y="773144"/>
                    <a:pt x="0" y="716316"/>
                    <a:pt x="0" y="665802"/>
                  </a:cubicBezTo>
                  <a:cubicBezTo>
                    <a:pt x="0" y="659488"/>
                    <a:pt x="0" y="646858"/>
                    <a:pt x="0" y="634230"/>
                  </a:cubicBezTo>
                  <a:cubicBezTo>
                    <a:pt x="6304" y="634230"/>
                    <a:pt x="6304" y="627916"/>
                    <a:pt x="12608" y="621602"/>
                  </a:cubicBezTo>
                  <a:cubicBezTo>
                    <a:pt x="12608" y="621602"/>
                    <a:pt x="18912" y="615288"/>
                    <a:pt x="25216" y="608974"/>
                  </a:cubicBezTo>
                  <a:cubicBezTo>
                    <a:pt x="31520" y="602660"/>
                    <a:pt x="37824" y="590030"/>
                    <a:pt x="44128" y="577402"/>
                  </a:cubicBezTo>
                  <a:cubicBezTo>
                    <a:pt x="44128" y="571088"/>
                    <a:pt x="56736" y="558460"/>
                    <a:pt x="56736" y="552146"/>
                  </a:cubicBezTo>
                  <a:cubicBezTo>
                    <a:pt x="63040" y="539516"/>
                    <a:pt x="75648" y="539516"/>
                    <a:pt x="81952" y="539516"/>
                  </a:cubicBezTo>
                  <a:cubicBezTo>
                    <a:pt x="94560" y="539516"/>
                    <a:pt x="107168" y="539516"/>
                    <a:pt x="113472" y="533202"/>
                  </a:cubicBezTo>
                  <a:cubicBezTo>
                    <a:pt x="119776" y="533202"/>
                    <a:pt x="119776" y="526888"/>
                    <a:pt x="119776" y="520574"/>
                  </a:cubicBezTo>
                  <a:cubicBezTo>
                    <a:pt x="119776" y="520574"/>
                    <a:pt x="126080" y="514260"/>
                    <a:pt x="126080" y="514260"/>
                  </a:cubicBezTo>
                  <a:cubicBezTo>
                    <a:pt x="138688" y="507946"/>
                    <a:pt x="144992" y="501632"/>
                    <a:pt x="157600" y="495318"/>
                  </a:cubicBezTo>
                  <a:cubicBezTo>
                    <a:pt x="163904" y="495318"/>
                    <a:pt x="170208" y="489002"/>
                    <a:pt x="170208" y="489002"/>
                  </a:cubicBezTo>
                  <a:cubicBezTo>
                    <a:pt x="176512" y="489002"/>
                    <a:pt x="176512" y="489002"/>
                    <a:pt x="182816" y="489002"/>
                  </a:cubicBezTo>
                  <a:cubicBezTo>
                    <a:pt x="182816" y="489002"/>
                    <a:pt x="189120" y="489002"/>
                    <a:pt x="189120" y="489002"/>
                  </a:cubicBezTo>
                  <a:cubicBezTo>
                    <a:pt x="208032" y="489002"/>
                    <a:pt x="220640" y="489002"/>
                    <a:pt x="239550" y="489002"/>
                  </a:cubicBezTo>
                  <a:cubicBezTo>
                    <a:pt x="245854" y="489002"/>
                    <a:pt x="245854" y="482688"/>
                    <a:pt x="252158" y="482688"/>
                  </a:cubicBezTo>
                  <a:cubicBezTo>
                    <a:pt x="252158" y="476374"/>
                    <a:pt x="258462" y="470060"/>
                    <a:pt x="264766" y="463746"/>
                  </a:cubicBezTo>
                  <a:cubicBezTo>
                    <a:pt x="277374" y="451118"/>
                    <a:pt x="283678" y="432174"/>
                    <a:pt x="296286" y="419546"/>
                  </a:cubicBezTo>
                  <a:cubicBezTo>
                    <a:pt x="315198" y="394289"/>
                    <a:pt x="335686" y="370611"/>
                    <a:pt x="356962" y="346932"/>
                  </a:cubicBezTo>
                  <a:lnTo>
                    <a:pt x="416839" y="280454"/>
                  </a:lnTo>
                  <a:lnTo>
                    <a:pt x="379822" y="280454"/>
                  </a:lnTo>
                  <a:cubicBezTo>
                    <a:pt x="373518" y="280454"/>
                    <a:pt x="360910" y="286768"/>
                    <a:pt x="348302" y="280454"/>
                  </a:cubicBezTo>
                  <a:cubicBezTo>
                    <a:pt x="323086" y="267826"/>
                    <a:pt x="304174" y="261512"/>
                    <a:pt x="278958" y="255198"/>
                  </a:cubicBezTo>
                  <a:cubicBezTo>
                    <a:pt x="253742" y="242570"/>
                    <a:pt x="234830" y="236256"/>
                    <a:pt x="209616" y="223626"/>
                  </a:cubicBezTo>
                  <a:cubicBezTo>
                    <a:pt x="197008" y="223626"/>
                    <a:pt x="190704" y="217312"/>
                    <a:pt x="178096" y="217312"/>
                  </a:cubicBezTo>
                  <a:cubicBezTo>
                    <a:pt x="171792" y="210998"/>
                    <a:pt x="159184" y="198370"/>
                    <a:pt x="152880" y="192056"/>
                  </a:cubicBezTo>
                  <a:cubicBezTo>
                    <a:pt x="152880" y="185742"/>
                    <a:pt x="140272" y="192056"/>
                    <a:pt x="140272" y="179426"/>
                  </a:cubicBezTo>
                  <a:cubicBezTo>
                    <a:pt x="133968" y="173112"/>
                    <a:pt x="127664" y="166798"/>
                    <a:pt x="127664" y="160484"/>
                  </a:cubicBezTo>
                  <a:cubicBezTo>
                    <a:pt x="127664" y="160484"/>
                    <a:pt x="127664" y="154170"/>
                    <a:pt x="121360" y="154170"/>
                  </a:cubicBezTo>
                  <a:cubicBezTo>
                    <a:pt x="121360" y="147856"/>
                    <a:pt x="115056" y="147856"/>
                    <a:pt x="115056" y="147856"/>
                  </a:cubicBezTo>
                  <a:cubicBezTo>
                    <a:pt x="115056" y="141542"/>
                    <a:pt x="115056" y="141542"/>
                    <a:pt x="108752" y="135228"/>
                  </a:cubicBezTo>
                  <a:cubicBezTo>
                    <a:pt x="108752" y="135228"/>
                    <a:pt x="102448" y="135228"/>
                    <a:pt x="102448" y="128914"/>
                  </a:cubicBezTo>
                  <a:cubicBezTo>
                    <a:pt x="102448" y="122598"/>
                    <a:pt x="96144" y="116284"/>
                    <a:pt x="96144" y="116284"/>
                  </a:cubicBezTo>
                  <a:cubicBezTo>
                    <a:pt x="96144" y="109970"/>
                    <a:pt x="89840" y="109970"/>
                    <a:pt x="89840" y="103656"/>
                  </a:cubicBezTo>
                  <a:cubicBezTo>
                    <a:pt x="89840" y="97342"/>
                    <a:pt x="89840" y="97342"/>
                    <a:pt x="96144" y="97342"/>
                  </a:cubicBezTo>
                  <a:cubicBezTo>
                    <a:pt x="96144" y="97342"/>
                    <a:pt x="96144" y="91028"/>
                    <a:pt x="96144" y="84714"/>
                  </a:cubicBezTo>
                  <a:cubicBezTo>
                    <a:pt x="102448" y="84714"/>
                    <a:pt x="102448" y="84714"/>
                    <a:pt x="102448" y="84714"/>
                  </a:cubicBezTo>
                  <a:cubicBezTo>
                    <a:pt x="102448" y="78400"/>
                    <a:pt x="102448" y="78400"/>
                    <a:pt x="102448" y="78400"/>
                  </a:cubicBezTo>
                  <a:cubicBezTo>
                    <a:pt x="108752" y="72084"/>
                    <a:pt x="108752" y="65770"/>
                    <a:pt x="108752" y="65770"/>
                  </a:cubicBezTo>
                  <a:cubicBezTo>
                    <a:pt x="115056" y="59456"/>
                    <a:pt x="115056" y="53142"/>
                    <a:pt x="121360" y="46828"/>
                  </a:cubicBezTo>
                  <a:cubicBezTo>
                    <a:pt x="121360" y="40514"/>
                    <a:pt x="127664" y="46828"/>
                    <a:pt x="127664" y="40514"/>
                  </a:cubicBezTo>
                  <a:cubicBezTo>
                    <a:pt x="127664" y="40514"/>
                    <a:pt x="127664" y="46828"/>
                    <a:pt x="133968" y="46828"/>
                  </a:cubicBezTo>
                  <a:cubicBezTo>
                    <a:pt x="133968" y="53142"/>
                    <a:pt x="140272" y="46828"/>
                    <a:pt x="140272" y="46828"/>
                  </a:cubicBezTo>
                  <a:cubicBezTo>
                    <a:pt x="140272" y="53142"/>
                    <a:pt x="140272" y="53142"/>
                    <a:pt x="140272" y="59456"/>
                  </a:cubicBezTo>
                  <a:cubicBezTo>
                    <a:pt x="140272" y="59456"/>
                    <a:pt x="140272" y="65770"/>
                    <a:pt x="146576" y="65770"/>
                  </a:cubicBezTo>
                  <a:cubicBezTo>
                    <a:pt x="146576" y="72084"/>
                    <a:pt x="152880" y="84714"/>
                    <a:pt x="159184" y="91028"/>
                  </a:cubicBezTo>
                  <a:cubicBezTo>
                    <a:pt x="165488" y="97342"/>
                    <a:pt x="171792" y="103656"/>
                    <a:pt x="184400" y="109970"/>
                  </a:cubicBezTo>
                  <a:cubicBezTo>
                    <a:pt x="190704" y="116284"/>
                    <a:pt x="197008" y="116284"/>
                    <a:pt x="209616" y="116284"/>
                  </a:cubicBezTo>
                  <a:cubicBezTo>
                    <a:pt x="215920" y="109970"/>
                    <a:pt x="228528" y="116284"/>
                    <a:pt x="234830" y="109970"/>
                  </a:cubicBezTo>
                  <a:cubicBezTo>
                    <a:pt x="234830" y="109970"/>
                    <a:pt x="241134" y="103656"/>
                    <a:pt x="241134" y="103656"/>
                  </a:cubicBezTo>
                  <a:cubicBezTo>
                    <a:pt x="247438" y="103656"/>
                    <a:pt x="247438" y="97342"/>
                    <a:pt x="253742" y="97342"/>
                  </a:cubicBezTo>
                  <a:cubicBezTo>
                    <a:pt x="260046" y="97342"/>
                    <a:pt x="266350" y="91028"/>
                    <a:pt x="272654" y="84714"/>
                  </a:cubicBezTo>
                  <a:cubicBezTo>
                    <a:pt x="278958" y="84714"/>
                    <a:pt x="278958" y="84714"/>
                    <a:pt x="278958" y="84714"/>
                  </a:cubicBezTo>
                  <a:cubicBezTo>
                    <a:pt x="285262" y="84714"/>
                    <a:pt x="285262" y="84714"/>
                    <a:pt x="285262" y="84714"/>
                  </a:cubicBezTo>
                  <a:cubicBezTo>
                    <a:pt x="291566" y="91028"/>
                    <a:pt x="291566" y="91028"/>
                    <a:pt x="297870" y="91028"/>
                  </a:cubicBezTo>
                  <a:cubicBezTo>
                    <a:pt x="297870" y="91028"/>
                    <a:pt x="304174" y="91028"/>
                    <a:pt x="304174" y="91028"/>
                  </a:cubicBezTo>
                  <a:cubicBezTo>
                    <a:pt x="310478" y="91028"/>
                    <a:pt x="310478" y="97342"/>
                    <a:pt x="316782" y="97342"/>
                  </a:cubicBezTo>
                  <a:cubicBezTo>
                    <a:pt x="323086" y="97342"/>
                    <a:pt x="323086" y="91028"/>
                    <a:pt x="329390" y="91028"/>
                  </a:cubicBezTo>
                  <a:cubicBezTo>
                    <a:pt x="335694" y="91028"/>
                    <a:pt x="341998" y="84714"/>
                    <a:pt x="348302" y="78400"/>
                  </a:cubicBezTo>
                  <a:cubicBezTo>
                    <a:pt x="354606" y="72084"/>
                    <a:pt x="360910" y="65770"/>
                    <a:pt x="373518" y="65770"/>
                  </a:cubicBezTo>
                  <a:cubicBezTo>
                    <a:pt x="379822" y="59456"/>
                    <a:pt x="386126" y="59456"/>
                    <a:pt x="392430" y="65770"/>
                  </a:cubicBezTo>
                  <a:cubicBezTo>
                    <a:pt x="392430" y="65770"/>
                    <a:pt x="398734" y="65770"/>
                    <a:pt x="405038" y="65770"/>
                  </a:cubicBezTo>
                  <a:cubicBezTo>
                    <a:pt x="405038" y="65770"/>
                    <a:pt x="411342" y="65770"/>
                    <a:pt x="417646" y="65770"/>
                  </a:cubicBezTo>
                  <a:cubicBezTo>
                    <a:pt x="423950" y="65770"/>
                    <a:pt x="423950" y="59456"/>
                    <a:pt x="430254" y="59456"/>
                  </a:cubicBezTo>
                  <a:cubicBezTo>
                    <a:pt x="430254" y="59456"/>
                    <a:pt x="430254" y="53142"/>
                    <a:pt x="436558" y="53142"/>
                  </a:cubicBezTo>
                  <a:cubicBezTo>
                    <a:pt x="442862" y="53142"/>
                    <a:pt x="449166" y="53142"/>
                    <a:pt x="455470" y="53142"/>
                  </a:cubicBezTo>
                  <a:cubicBezTo>
                    <a:pt x="455470" y="53142"/>
                    <a:pt x="461774" y="53142"/>
                    <a:pt x="468078" y="59456"/>
                  </a:cubicBezTo>
                  <a:lnTo>
                    <a:pt x="469126" y="59106"/>
                  </a:lnTo>
                  <a:lnTo>
                    <a:pt x="469002" y="51420"/>
                  </a:lnTo>
                  <a:lnTo>
                    <a:pt x="472798" y="53320"/>
                  </a:lnTo>
                  <a:cubicBezTo>
                    <a:pt x="479102" y="53320"/>
                    <a:pt x="485406" y="47006"/>
                    <a:pt x="491710" y="47006"/>
                  </a:cubicBezTo>
                  <a:cubicBezTo>
                    <a:pt x="498014" y="47006"/>
                    <a:pt x="498014" y="47006"/>
                    <a:pt x="504318" y="47006"/>
                  </a:cubicBezTo>
                  <a:cubicBezTo>
                    <a:pt x="504318" y="40692"/>
                    <a:pt x="510622" y="40692"/>
                    <a:pt x="510622" y="40692"/>
                  </a:cubicBezTo>
                  <a:cubicBezTo>
                    <a:pt x="516926" y="34378"/>
                    <a:pt x="523230" y="40692"/>
                    <a:pt x="529534" y="34378"/>
                  </a:cubicBezTo>
                  <a:cubicBezTo>
                    <a:pt x="535838" y="34378"/>
                    <a:pt x="535838" y="34378"/>
                    <a:pt x="542142" y="34378"/>
                  </a:cubicBezTo>
                  <a:cubicBezTo>
                    <a:pt x="542142" y="34378"/>
                    <a:pt x="548444" y="28064"/>
                    <a:pt x="548444" y="28064"/>
                  </a:cubicBezTo>
                  <a:cubicBezTo>
                    <a:pt x="554748" y="28064"/>
                    <a:pt x="561052" y="21750"/>
                    <a:pt x="567356" y="21750"/>
                  </a:cubicBezTo>
                  <a:cubicBezTo>
                    <a:pt x="573660" y="15434"/>
                    <a:pt x="567356" y="2806"/>
                    <a:pt x="573660" y="2806"/>
                  </a:cubicBezTo>
                  <a:cubicBezTo>
                    <a:pt x="576812" y="2806"/>
                    <a:pt x="579964" y="1227"/>
                    <a:pt x="582328" y="43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70" name="Solomon Islands">
              <a:extLst>
                <a:ext uri="{FF2B5EF4-FFF2-40B4-BE49-F238E27FC236}">
                  <a16:creationId xmlns:a16="http://schemas.microsoft.com/office/drawing/2014/main" id="{508311A8-15FE-515C-63D5-5382B3DB9DBF}"/>
                </a:ext>
              </a:extLst>
            </p:cNvPr>
            <p:cNvSpPr>
              <a:spLocks noEditPoints="1"/>
            </p:cNvSpPr>
            <p:nvPr/>
          </p:nvSpPr>
          <p:spPr bwMode="auto">
            <a:xfrm>
              <a:off x="11025837" y="4221759"/>
              <a:ext cx="393047" cy="283268"/>
            </a:xfrm>
            <a:custGeom>
              <a:avLst/>
              <a:gdLst/>
              <a:ahLst/>
              <a:cxnLst>
                <a:cxn ang="0">
                  <a:pos x="16" y="41"/>
                </a:cxn>
                <a:cxn ang="0">
                  <a:pos x="69" y="42"/>
                </a:cxn>
                <a:cxn ang="0">
                  <a:pos x="40" y="40"/>
                </a:cxn>
                <a:cxn ang="0">
                  <a:pos x="31" y="34"/>
                </a:cxn>
                <a:cxn ang="0">
                  <a:pos x="31" y="37"/>
                </a:cxn>
                <a:cxn ang="0">
                  <a:pos x="32" y="38"/>
                </a:cxn>
                <a:cxn ang="0">
                  <a:pos x="40" y="43"/>
                </a:cxn>
                <a:cxn ang="0">
                  <a:pos x="19" y="38"/>
                </a:cxn>
                <a:cxn ang="0">
                  <a:pos x="19" y="41"/>
                </a:cxn>
                <a:cxn ang="0">
                  <a:pos x="21" y="45"/>
                </a:cxn>
                <a:cxn ang="0">
                  <a:pos x="17" y="46"/>
                </a:cxn>
                <a:cxn ang="0">
                  <a:pos x="40" y="51"/>
                </a:cxn>
                <a:cxn ang="0">
                  <a:pos x="16" y="31"/>
                </a:cxn>
                <a:cxn ang="0">
                  <a:pos x="19" y="31"/>
                </a:cxn>
                <a:cxn ang="0">
                  <a:pos x="15" y="26"/>
                </a:cxn>
                <a:cxn ang="0">
                  <a:pos x="13" y="28"/>
                </a:cxn>
                <a:cxn ang="0">
                  <a:pos x="37" y="74"/>
                </a:cxn>
                <a:cxn ang="0">
                  <a:pos x="54" y="51"/>
                </a:cxn>
                <a:cxn ang="0">
                  <a:pos x="53" y="49"/>
                </a:cxn>
                <a:cxn ang="0">
                  <a:pos x="52" y="45"/>
                </a:cxn>
                <a:cxn ang="0">
                  <a:pos x="48" y="42"/>
                </a:cxn>
                <a:cxn ang="0">
                  <a:pos x="50" y="49"/>
                </a:cxn>
                <a:cxn ang="0">
                  <a:pos x="52" y="53"/>
                </a:cxn>
                <a:cxn ang="0">
                  <a:pos x="61" y="66"/>
                </a:cxn>
                <a:cxn ang="0">
                  <a:pos x="57" y="64"/>
                </a:cxn>
                <a:cxn ang="0">
                  <a:pos x="55" y="66"/>
                </a:cxn>
                <a:cxn ang="0">
                  <a:pos x="60" y="69"/>
                </a:cxn>
                <a:cxn ang="0">
                  <a:pos x="43" y="50"/>
                </a:cxn>
                <a:cxn ang="0">
                  <a:pos x="33" y="49"/>
                </a:cxn>
                <a:cxn ang="0">
                  <a:pos x="55" y="57"/>
                </a:cxn>
                <a:cxn ang="0">
                  <a:pos x="6" y="25"/>
                </a:cxn>
                <a:cxn ang="0">
                  <a:pos x="22" y="32"/>
                </a:cxn>
                <a:cxn ang="0">
                  <a:pos x="10" y="37"/>
                </a:cxn>
                <a:cxn ang="0">
                  <a:pos x="11" y="35"/>
                </a:cxn>
                <a:cxn ang="0">
                  <a:pos x="23" y="44"/>
                </a:cxn>
                <a:cxn ang="0">
                  <a:pos x="24" y="46"/>
                </a:cxn>
                <a:cxn ang="0">
                  <a:pos x="60" y="59"/>
                </a:cxn>
                <a:cxn ang="0">
                  <a:pos x="48" y="57"/>
                </a:cxn>
                <a:cxn ang="0">
                  <a:pos x="43" y="54"/>
                </a:cxn>
                <a:cxn ang="0">
                  <a:pos x="38" y="56"/>
                </a:cxn>
                <a:cxn ang="0">
                  <a:pos x="43" y="58"/>
                </a:cxn>
                <a:cxn ang="0">
                  <a:pos x="111" y="60"/>
                </a:cxn>
                <a:cxn ang="0">
                  <a:pos x="39" y="44"/>
                </a:cxn>
                <a:cxn ang="0">
                  <a:pos x="15" y="40"/>
                </a:cxn>
                <a:cxn ang="0">
                  <a:pos x="27" y="34"/>
                </a:cxn>
                <a:cxn ang="0">
                  <a:pos x="3" y="27"/>
                </a:cxn>
                <a:cxn ang="0">
                  <a:pos x="43" y="78"/>
                </a:cxn>
                <a:cxn ang="0">
                  <a:pos x="42" y="79"/>
                </a:cxn>
                <a:cxn ang="0">
                  <a:pos x="25" y="47"/>
                </a:cxn>
                <a:cxn ang="0">
                  <a:pos x="45" y="51"/>
                </a:cxn>
                <a:cxn ang="0">
                  <a:pos x="44" y="51"/>
                </a:cxn>
                <a:cxn ang="0">
                  <a:pos x="40" y="10"/>
                </a:cxn>
                <a:cxn ang="0">
                  <a:pos x="42" y="11"/>
                </a:cxn>
              </a:cxnLst>
              <a:rect l="0" t="0" r="r" b="b"/>
              <a:pathLst>
                <a:path w="111" h="80">
                  <a:moveTo>
                    <a:pt x="19" y="46"/>
                  </a:moveTo>
                  <a:cubicBezTo>
                    <a:pt x="19" y="46"/>
                    <a:pt x="20" y="47"/>
                    <a:pt x="19" y="47"/>
                  </a:cubicBezTo>
                  <a:cubicBezTo>
                    <a:pt x="19" y="47"/>
                    <a:pt x="17" y="46"/>
                    <a:pt x="18" y="46"/>
                  </a:cubicBezTo>
                  <a:cubicBezTo>
                    <a:pt x="18" y="46"/>
                    <a:pt x="19" y="46"/>
                    <a:pt x="19" y="46"/>
                  </a:cubicBezTo>
                  <a:close/>
                  <a:moveTo>
                    <a:pt x="16" y="41"/>
                  </a:moveTo>
                  <a:cubicBezTo>
                    <a:pt x="16" y="40"/>
                    <a:pt x="16" y="40"/>
                    <a:pt x="15" y="40"/>
                  </a:cubicBezTo>
                  <a:cubicBezTo>
                    <a:pt x="15" y="40"/>
                    <a:pt x="15" y="41"/>
                    <a:pt x="16" y="41"/>
                  </a:cubicBezTo>
                  <a:close/>
                  <a:moveTo>
                    <a:pt x="69" y="42"/>
                  </a:moveTo>
                  <a:cubicBezTo>
                    <a:pt x="69" y="42"/>
                    <a:pt x="69" y="42"/>
                    <a:pt x="69" y="42"/>
                  </a:cubicBezTo>
                  <a:cubicBezTo>
                    <a:pt x="69" y="42"/>
                    <a:pt x="69" y="42"/>
                    <a:pt x="69" y="42"/>
                  </a:cubicBezTo>
                  <a:close/>
                  <a:moveTo>
                    <a:pt x="40" y="43"/>
                  </a:moveTo>
                  <a:cubicBezTo>
                    <a:pt x="40" y="43"/>
                    <a:pt x="41" y="45"/>
                    <a:pt x="41" y="44"/>
                  </a:cubicBezTo>
                  <a:cubicBezTo>
                    <a:pt x="42" y="44"/>
                    <a:pt x="40" y="43"/>
                    <a:pt x="41" y="42"/>
                  </a:cubicBezTo>
                  <a:cubicBezTo>
                    <a:pt x="41" y="42"/>
                    <a:pt x="41" y="42"/>
                    <a:pt x="41" y="42"/>
                  </a:cubicBezTo>
                  <a:cubicBezTo>
                    <a:pt x="41" y="41"/>
                    <a:pt x="40" y="41"/>
                    <a:pt x="40" y="40"/>
                  </a:cubicBezTo>
                  <a:cubicBezTo>
                    <a:pt x="39" y="40"/>
                    <a:pt x="38" y="38"/>
                    <a:pt x="37" y="38"/>
                  </a:cubicBezTo>
                  <a:cubicBezTo>
                    <a:pt x="36" y="38"/>
                    <a:pt x="36" y="37"/>
                    <a:pt x="35" y="37"/>
                  </a:cubicBezTo>
                  <a:cubicBezTo>
                    <a:pt x="35" y="37"/>
                    <a:pt x="35" y="37"/>
                    <a:pt x="34" y="37"/>
                  </a:cubicBezTo>
                  <a:cubicBezTo>
                    <a:pt x="34" y="36"/>
                    <a:pt x="33" y="36"/>
                    <a:pt x="33" y="36"/>
                  </a:cubicBezTo>
                  <a:cubicBezTo>
                    <a:pt x="32" y="35"/>
                    <a:pt x="32" y="34"/>
                    <a:pt x="31" y="34"/>
                  </a:cubicBezTo>
                  <a:cubicBezTo>
                    <a:pt x="31" y="33"/>
                    <a:pt x="30" y="34"/>
                    <a:pt x="30" y="34"/>
                  </a:cubicBezTo>
                  <a:cubicBezTo>
                    <a:pt x="29" y="33"/>
                    <a:pt x="28" y="33"/>
                    <a:pt x="29" y="34"/>
                  </a:cubicBezTo>
                  <a:cubicBezTo>
                    <a:pt x="29" y="34"/>
                    <a:pt x="30" y="34"/>
                    <a:pt x="30" y="35"/>
                  </a:cubicBezTo>
                  <a:cubicBezTo>
                    <a:pt x="30" y="35"/>
                    <a:pt x="30" y="36"/>
                    <a:pt x="30" y="36"/>
                  </a:cubicBezTo>
                  <a:cubicBezTo>
                    <a:pt x="30" y="36"/>
                    <a:pt x="30" y="36"/>
                    <a:pt x="31" y="37"/>
                  </a:cubicBezTo>
                  <a:cubicBezTo>
                    <a:pt x="31" y="37"/>
                    <a:pt x="31" y="37"/>
                    <a:pt x="31" y="37"/>
                  </a:cubicBezTo>
                  <a:cubicBezTo>
                    <a:pt x="31" y="37"/>
                    <a:pt x="31" y="37"/>
                    <a:pt x="31" y="37"/>
                  </a:cubicBezTo>
                  <a:cubicBezTo>
                    <a:pt x="31" y="37"/>
                    <a:pt x="31" y="37"/>
                    <a:pt x="32" y="37"/>
                  </a:cubicBezTo>
                  <a:cubicBezTo>
                    <a:pt x="32" y="37"/>
                    <a:pt x="32" y="37"/>
                    <a:pt x="32" y="37"/>
                  </a:cubicBezTo>
                  <a:cubicBezTo>
                    <a:pt x="32" y="38"/>
                    <a:pt x="32" y="38"/>
                    <a:pt x="32" y="38"/>
                  </a:cubicBezTo>
                  <a:cubicBezTo>
                    <a:pt x="32" y="38"/>
                    <a:pt x="33" y="39"/>
                    <a:pt x="33" y="39"/>
                  </a:cubicBezTo>
                  <a:cubicBezTo>
                    <a:pt x="34" y="39"/>
                    <a:pt x="34" y="39"/>
                    <a:pt x="34" y="39"/>
                  </a:cubicBezTo>
                  <a:cubicBezTo>
                    <a:pt x="35" y="40"/>
                    <a:pt x="36" y="40"/>
                    <a:pt x="36" y="41"/>
                  </a:cubicBezTo>
                  <a:cubicBezTo>
                    <a:pt x="37" y="41"/>
                    <a:pt x="38" y="42"/>
                    <a:pt x="38" y="42"/>
                  </a:cubicBezTo>
                  <a:cubicBezTo>
                    <a:pt x="39" y="42"/>
                    <a:pt x="40" y="43"/>
                    <a:pt x="40" y="43"/>
                  </a:cubicBezTo>
                  <a:close/>
                  <a:moveTo>
                    <a:pt x="22" y="44"/>
                  </a:moveTo>
                  <a:cubicBezTo>
                    <a:pt x="23" y="43"/>
                    <a:pt x="22" y="42"/>
                    <a:pt x="21" y="41"/>
                  </a:cubicBezTo>
                  <a:cubicBezTo>
                    <a:pt x="21" y="40"/>
                    <a:pt x="21" y="41"/>
                    <a:pt x="20" y="41"/>
                  </a:cubicBezTo>
                  <a:cubicBezTo>
                    <a:pt x="20" y="41"/>
                    <a:pt x="20" y="40"/>
                    <a:pt x="20" y="40"/>
                  </a:cubicBezTo>
                  <a:cubicBezTo>
                    <a:pt x="20" y="39"/>
                    <a:pt x="20" y="37"/>
                    <a:pt x="19" y="38"/>
                  </a:cubicBezTo>
                  <a:cubicBezTo>
                    <a:pt x="18" y="38"/>
                    <a:pt x="17" y="39"/>
                    <a:pt x="17" y="40"/>
                  </a:cubicBezTo>
                  <a:cubicBezTo>
                    <a:pt x="17" y="41"/>
                    <a:pt x="16" y="40"/>
                    <a:pt x="16" y="41"/>
                  </a:cubicBezTo>
                  <a:cubicBezTo>
                    <a:pt x="16" y="41"/>
                    <a:pt x="16" y="42"/>
                    <a:pt x="16" y="42"/>
                  </a:cubicBezTo>
                  <a:cubicBezTo>
                    <a:pt x="17" y="42"/>
                    <a:pt x="17" y="41"/>
                    <a:pt x="17" y="41"/>
                  </a:cubicBezTo>
                  <a:cubicBezTo>
                    <a:pt x="18" y="41"/>
                    <a:pt x="18" y="41"/>
                    <a:pt x="19" y="41"/>
                  </a:cubicBezTo>
                  <a:cubicBezTo>
                    <a:pt x="19" y="41"/>
                    <a:pt x="20" y="42"/>
                    <a:pt x="20" y="43"/>
                  </a:cubicBezTo>
                  <a:cubicBezTo>
                    <a:pt x="19" y="43"/>
                    <a:pt x="19" y="42"/>
                    <a:pt x="19" y="42"/>
                  </a:cubicBezTo>
                  <a:cubicBezTo>
                    <a:pt x="19" y="43"/>
                    <a:pt x="19" y="43"/>
                    <a:pt x="20" y="44"/>
                  </a:cubicBezTo>
                  <a:cubicBezTo>
                    <a:pt x="20" y="44"/>
                    <a:pt x="21" y="44"/>
                    <a:pt x="21" y="44"/>
                  </a:cubicBezTo>
                  <a:cubicBezTo>
                    <a:pt x="21" y="45"/>
                    <a:pt x="21" y="45"/>
                    <a:pt x="21" y="45"/>
                  </a:cubicBezTo>
                  <a:cubicBezTo>
                    <a:pt x="22" y="45"/>
                    <a:pt x="21" y="44"/>
                    <a:pt x="22" y="45"/>
                  </a:cubicBezTo>
                  <a:cubicBezTo>
                    <a:pt x="22" y="45"/>
                    <a:pt x="22" y="44"/>
                    <a:pt x="22" y="44"/>
                  </a:cubicBezTo>
                  <a:close/>
                  <a:moveTo>
                    <a:pt x="17" y="43"/>
                  </a:moveTo>
                  <a:cubicBezTo>
                    <a:pt x="16" y="43"/>
                    <a:pt x="15" y="44"/>
                    <a:pt x="16" y="45"/>
                  </a:cubicBezTo>
                  <a:cubicBezTo>
                    <a:pt x="16" y="45"/>
                    <a:pt x="16" y="46"/>
                    <a:pt x="17" y="46"/>
                  </a:cubicBezTo>
                  <a:cubicBezTo>
                    <a:pt x="17" y="46"/>
                    <a:pt x="17" y="46"/>
                    <a:pt x="17" y="46"/>
                  </a:cubicBezTo>
                  <a:cubicBezTo>
                    <a:pt x="16" y="45"/>
                    <a:pt x="17" y="45"/>
                    <a:pt x="17" y="44"/>
                  </a:cubicBezTo>
                  <a:cubicBezTo>
                    <a:pt x="18" y="44"/>
                    <a:pt x="17" y="42"/>
                    <a:pt x="17" y="43"/>
                  </a:cubicBezTo>
                  <a:close/>
                  <a:moveTo>
                    <a:pt x="40" y="51"/>
                  </a:moveTo>
                  <a:cubicBezTo>
                    <a:pt x="41" y="50"/>
                    <a:pt x="39" y="50"/>
                    <a:pt x="40" y="51"/>
                  </a:cubicBezTo>
                  <a:close/>
                  <a:moveTo>
                    <a:pt x="1" y="31"/>
                  </a:moveTo>
                  <a:cubicBezTo>
                    <a:pt x="0" y="31"/>
                    <a:pt x="0" y="32"/>
                    <a:pt x="1" y="32"/>
                  </a:cubicBezTo>
                  <a:cubicBezTo>
                    <a:pt x="1" y="32"/>
                    <a:pt x="1" y="31"/>
                    <a:pt x="1" y="31"/>
                  </a:cubicBezTo>
                  <a:close/>
                  <a:moveTo>
                    <a:pt x="15" y="30"/>
                  </a:moveTo>
                  <a:cubicBezTo>
                    <a:pt x="15" y="30"/>
                    <a:pt x="16" y="30"/>
                    <a:pt x="16" y="31"/>
                  </a:cubicBezTo>
                  <a:cubicBezTo>
                    <a:pt x="16" y="31"/>
                    <a:pt x="16" y="31"/>
                    <a:pt x="16" y="31"/>
                  </a:cubicBezTo>
                  <a:cubicBezTo>
                    <a:pt x="17" y="31"/>
                    <a:pt x="17" y="31"/>
                    <a:pt x="18" y="31"/>
                  </a:cubicBezTo>
                  <a:cubicBezTo>
                    <a:pt x="18" y="32"/>
                    <a:pt x="18" y="32"/>
                    <a:pt x="19" y="32"/>
                  </a:cubicBezTo>
                  <a:cubicBezTo>
                    <a:pt x="19" y="32"/>
                    <a:pt x="19" y="32"/>
                    <a:pt x="19" y="31"/>
                  </a:cubicBezTo>
                  <a:cubicBezTo>
                    <a:pt x="20" y="31"/>
                    <a:pt x="20" y="30"/>
                    <a:pt x="19" y="31"/>
                  </a:cubicBezTo>
                  <a:cubicBezTo>
                    <a:pt x="18" y="31"/>
                    <a:pt x="18" y="30"/>
                    <a:pt x="18" y="30"/>
                  </a:cubicBezTo>
                  <a:cubicBezTo>
                    <a:pt x="17" y="30"/>
                    <a:pt x="18" y="30"/>
                    <a:pt x="17" y="29"/>
                  </a:cubicBezTo>
                  <a:cubicBezTo>
                    <a:pt x="17" y="29"/>
                    <a:pt x="17" y="29"/>
                    <a:pt x="17" y="29"/>
                  </a:cubicBezTo>
                  <a:cubicBezTo>
                    <a:pt x="16" y="29"/>
                    <a:pt x="17" y="27"/>
                    <a:pt x="16" y="26"/>
                  </a:cubicBezTo>
                  <a:cubicBezTo>
                    <a:pt x="15" y="26"/>
                    <a:pt x="15" y="26"/>
                    <a:pt x="15" y="26"/>
                  </a:cubicBezTo>
                  <a:cubicBezTo>
                    <a:pt x="14" y="25"/>
                    <a:pt x="14" y="25"/>
                    <a:pt x="13" y="25"/>
                  </a:cubicBezTo>
                  <a:cubicBezTo>
                    <a:pt x="12" y="24"/>
                    <a:pt x="12" y="23"/>
                    <a:pt x="11" y="23"/>
                  </a:cubicBezTo>
                  <a:cubicBezTo>
                    <a:pt x="9" y="23"/>
                    <a:pt x="10" y="25"/>
                    <a:pt x="11" y="25"/>
                  </a:cubicBezTo>
                  <a:cubicBezTo>
                    <a:pt x="11" y="26"/>
                    <a:pt x="12" y="26"/>
                    <a:pt x="12" y="26"/>
                  </a:cubicBezTo>
                  <a:cubicBezTo>
                    <a:pt x="13" y="27"/>
                    <a:pt x="13" y="28"/>
                    <a:pt x="13" y="28"/>
                  </a:cubicBezTo>
                  <a:cubicBezTo>
                    <a:pt x="14" y="29"/>
                    <a:pt x="14" y="29"/>
                    <a:pt x="15" y="30"/>
                  </a:cubicBezTo>
                  <a:cubicBezTo>
                    <a:pt x="15" y="30"/>
                    <a:pt x="15" y="30"/>
                    <a:pt x="15" y="30"/>
                  </a:cubicBezTo>
                  <a:close/>
                  <a:moveTo>
                    <a:pt x="37" y="74"/>
                  </a:moveTo>
                  <a:cubicBezTo>
                    <a:pt x="37" y="74"/>
                    <a:pt x="38" y="75"/>
                    <a:pt x="38" y="75"/>
                  </a:cubicBezTo>
                  <a:cubicBezTo>
                    <a:pt x="38" y="74"/>
                    <a:pt x="37" y="74"/>
                    <a:pt x="37" y="74"/>
                  </a:cubicBezTo>
                  <a:close/>
                  <a:moveTo>
                    <a:pt x="55" y="55"/>
                  </a:moveTo>
                  <a:cubicBezTo>
                    <a:pt x="55" y="54"/>
                    <a:pt x="54" y="54"/>
                    <a:pt x="54" y="53"/>
                  </a:cubicBezTo>
                  <a:cubicBezTo>
                    <a:pt x="54" y="53"/>
                    <a:pt x="54" y="52"/>
                    <a:pt x="54" y="52"/>
                  </a:cubicBezTo>
                  <a:cubicBezTo>
                    <a:pt x="54" y="52"/>
                    <a:pt x="54" y="52"/>
                    <a:pt x="54" y="52"/>
                  </a:cubicBezTo>
                  <a:cubicBezTo>
                    <a:pt x="54" y="52"/>
                    <a:pt x="54" y="52"/>
                    <a:pt x="54" y="51"/>
                  </a:cubicBezTo>
                  <a:cubicBezTo>
                    <a:pt x="54" y="51"/>
                    <a:pt x="54" y="51"/>
                    <a:pt x="54" y="51"/>
                  </a:cubicBezTo>
                  <a:cubicBezTo>
                    <a:pt x="54" y="51"/>
                    <a:pt x="54" y="51"/>
                    <a:pt x="54" y="51"/>
                  </a:cubicBezTo>
                  <a:cubicBezTo>
                    <a:pt x="54" y="50"/>
                    <a:pt x="54" y="50"/>
                    <a:pt x="54" y="50"/>
                  </a:cubicBezTo>
                  <a:cubicBezTo>
                    <a:pt x="54" y="50"/>
                    <a:pt x="54" y="49"/>
                    <a:pt x="53" y="49"/>
                  </a:cubicBezTo>
                  <a:cubicBezTo>
                    <a:pt x="53" y="49"/>
                    <a:pt x="53" y="49"/>
                    <a:pt x="53" y="49"/>
                  </a:cubicBezTo>
                  <a:cubicBezTo>
                    <a:pt x="53" y="48"/>
                    <a:pt x="53" y="48"/>
                    <a:pt x="52" y="48"/>
                  </a:cubicBezTo>
                  <a:cubicBezTo>
                    <a:pt x="52" y="48"/>
                    <a:pt x="52" y="48"/>
                    <a:pt x="52" y="47"/>
                  </a:cubicBezTo>
                  <a:cubicBezTo>
                    <a:pt x="52" y="47"/>
                    <a:pt x="52" y="48"/>
                    <a:pt x="51" y="47"/>
                  </a:cubicBezTo>
                  <a:cubicBezTo>
                    <a:pt x="51" y="47"/>
                    <a:pt x="51" y="47"/>
                    <a:pt x="52" y="46"/>
                  </a:cubicBezTo>
                  <a:cubicBezTo>
                    <a:pt x="52" y="46"/>
                    <a:pt x="52" y="45"/>
                    <a:pt x="52" y="45"/>
                  </a:cubicBezTo>
                  <a:cubicBezTo>
                    <a:pt x="52" y="44"/>
                    <a:pt x="52" y="44"/>
                    <a:pt x="51" y="44"/>
                  </a:cubicBezTo>
                  <a:cubicBezTo>
                    <a:pt x="51" y="44"/>
                    <a:pt x="51" y="43"/>
                    <a:pt x="51" y="43"/>
                  </a:cubicBezTo>
                  <a:cubicBezTo>
                    <a:pt x="51" y="43"/>
                    <a:pt x="50" y="41"/>
                    <a:pt x="50" y="42"/>
                  </a:cubicBezTo>
                  <a:cubicBezTo>
                    <a:pt x="50" y="42"/>
                    <a:pt x="50" y="42"/>
                    <a:pt x="49" y="42"/>
                  </a:cubicBezTo>
                  <a:cubicBezTo>
                    <a:pt x="49" y="42"/>
                    <a:pt x="48" y="42"/>
                    <a:pt x="48" y="42"/>
                  </a:cubicBezTo>
                  <a:cubicBezTo>
                    <a:pt x="48" y="43"/>
                    <a:pt x="50" y="44"/>
                    <a:pt x="49" y="44"/>
                  </a:cubicBezTo>
                  <a:cubicBezTo>
                    <a:pt x="49" y="45"/>
                    <a:pt x="49" y="45"/>
                    <a:pt x="49" y="45"/>
                  </a:cubicBezTo>
                  <a:cubicBezTo>
                    <a:pt x="49" y="46"/>
                    <a:pt x="49" y="46"/>
                    <a:pt x="49" y="47"/>
                  </a:cubicBezTo>
                  <a:cubicBezTo>
                    <a:pt x="49" y="47"/>
                    <a:pt x="49" y="48"/>
                    <a:pt x="49" y="48"/>
                  </a:cubicBezTo>
                  <a:cubicBezTo>
                    <a:pt x="50" y="48"/>
                    <a:pt x="50" y="49"/>
                    <a:pt x="50" y="49"/>
                  </a:cubicBezTo>
                  <a:cubicBezTo>
                    <a:pt x="50" y="50"/>
                    <a:pt x="50" y="50"/>
                    <a:pt x="50" y="51"/>
                  </a:cubicBezTo>
                  <a:cubicBezTo>
                    <a:pt x="50" y="51"/>
                    <a:pt x="51" y="51"/>
                    <a:pt x="51" y="51"/>
                  </a:cubicBezTo>
                  <a:cubicBezTo>
                    <a:pt x="51" y="52"/>
                    <a:pt x="51" y="52"/>
                    <a:pt x="51" y="52"/>
                  </a:cubicBezTo>
                  <a:cubicBezTo>
                    <a:pt x="51" y="52"/>
                    <a:pt x="52" y="52"/>
                    <a:pt x="52" y="52"/>
                  </a:cubicBezTo>
                  <a:cubicBezTo>
                    <a:pt x="52" y="52"/>
                    <a:pt x="52" y="53"/>
                    <a:pt x="52" y="53"/>
                  </a:cubicBezTo>
                  <a:cubicBezTo>
                    <a:pt x="53" y="53"/>
                    <a:pt x="53" y="55"/>
                    <a:pt x="54" y="56"/>
                  </a:cubicBezTo>
                  <a:cubicBezTo>
                    <a:pt x="55" y="57"/>
                    <a:pt x="55" y="55"/>
                    <a:pt x="55" y="55"/>
                  </a:cubicBezTo>
                  <a:close/>
                  <a:moveTo>
                    <a:pt x="62" y="68"/>
                  </a:moveTo>
                  <a:cubicBezTo>
                    <a:pt x="62" y="68"/>
                    <a:pt x="62" y="68"/>
                    <a:pt x="62" y="67"/>
                  </a:cubicBezTo>
                  <a:cubicBezTo>
                    <a:pt x="62" y="67"/>
                    <a:pt x="61" y="67"/>
                    <a:pt x="61" y="66"/>
                  </a:cubicBezTo>
                  <a:cubicBezTo>
                    <a:pt x="61" y="66"/>
                    <a:pt x="61" y="65"/>
                    <a:pt x="61" y="65"/>
                  </a:cubicBezTo>
                  <a:cubicBezTo>
                    <a:pt x="60" y="65"/>
                    <a:pt x="60" y="66"/>
                    <a:pt x="60" y="65"/>
                  </a:cubicBezTo>
                  <a:cubicBezTo>
                    <a:pt x="59" y="65"/>
                    <a:pt x="59" y="65"/>
                    <a:pt x="59" y="65"/>
                  </a:cubicBezTo>
                  <a:cubicBezTo>
                    <a:pt x="59" y="65"/>
                    <a:pt x="58" y="65"/>
                    <a:pt x="58" y="65"/>
                  </a:cubicBezTo>
                  <a:cubicBezTo>
                    <a:pt x="58" y="65"/>
                    <a:pt x="57" y="65"/>
                    <a:pt x="57" y="64"/>
                  </a:cubicBezTo>
                  <a:cubicBezTo>
                    <a:pt x="56" y="64"/>
                    <a:pt x="56" y="63"/>
                    <a:pt x="54" y="63"/>
                  </a:cubicBezTo>
                  <a:cubicBezTo>
                    <a:pt x="53" y="62"/>
                    <a:pt x="53" y="62"/>
                    <a:pt x="53" y="63"/>
                  </a:cubicBezTo>
                  <a:cubicBezTo>
                    <a:pt x="53" y="64"/>
                    <a:pt x="54" y="64"/>
                    <a:pt x="55" y="64"/>
                  </a:cubicBezTo>
                  <a:cubicBezTo>
                    <a:pt x="55" y="64"/>
                    <a:pt x="55" y="65"/>
                    <a:pt x="55" y="65"/>
                  </a:cubicBezTo>
                  <a:cubicBezTo>
                    <a:pt x="55" y="65"/>
                    <a:pt x="55" y="66"/>
                    <a:pt x="55" y="66"/>
                  </a:cubicBezTo>
                  <a:cubicBezTo>
                    <a:pt x="55" y="66"/>
                    <a:pt x="56" y="67"/>
                    <a:pt x="56" y="67"/>
                  </a:cubicBezTo>
                  <a:cubicBezTo>
                    <a:pt x="56" y="67"/>
                    <a:pt x="57" y="68"/>
                    <a:pt x="58" y="68"/>
                  </a:cubicBezTo>
                  <a:cubicBezTo>
                    <a:pt x="58" y="68"/>
                    <a:pt x="58" y="68"/>
                    <a:pt x="58" y="68"/>
                  </a:cubicBezTo>
                  <a:cubicBezTo>
                    <a:pt x="58" y="69"/>
                    <a:pt x="59" y="69"/>
                    <a:pt x="59" y="69"/>
                  </a:cubicBezTo>
                  <a:cubicBezTo>
                    <a:pt x="59" y="69"/>
                    <a:pt x="60" y="69"/>
                    <a:pt x="60" y="69"/>
                  </a:cubicBezTo>
                  <a:cubicBezTo>
                    <a:pt x="61" y="69"/>
                    <a:pt x="61" y="69"/>
                    <a:pt x="62" y="69"/>
                  </a:cubicBezTo>
                  <a:cubicBezTo>
                    <a:pt x="62" y="69"/>
                    <a:pt x="62" y="69"/>
                    <a:pt x="63" y="69"/>
                  </a:cubicBezTo>
                  <a:cubicBezTo>
                    <a:pt x="63" y="69"/>
                    <a:pt x="61" y="70"/>
                    <a:pt x="62" y="68"/>
                  </a:cubicBezTo>
                  <a:close/>
                  <a:moveTo>
                    <a:pt x="43" y="50"/>
                  </a:moveTo>
                  <a:cubicBezTo>
                    <a:pt x="43" y="50"/>
                    <a:pt x="43" y="50"/>
                    <a:pt x="43" y="50"/>
                  </a:cubicBezTo>
                  <a:cubicBezTo>
                    <a:pt x="43" y="50"/>
                    <a:pt x="43" y="50"/>
                    <a:pt x="43" y="50"/>
                  </a:cubicBezTo>
                  <a:close/>
                  <a:moveTo>
                    <a:pt x="33" y="49"/>
                  </a:moveTo>
                  <a:cubicBezTo>
                    <a:pt x="34" y="50"/>
                    <a:pt x="32" y="50"/>
                    <a:pt x="33" y="50"/>
                  </a:cubicBezTo>
                  <a:cubicBezTo>
                    <a:pt x="33" y="50"/>
                    <a:pt x="35" y="49"/>
                    <a:pt x="34" y="49"/>
                  </a:cubicBezTo>
                  <a:cubicBezTo>
                    <a:pt x="34" y="49"/>
                    <a:pt x="34" y="49"/>
                    <a:pt x="33" y="49"/>
                  </a:cubicBezTo>
                  <a:close/>
                  <a:moveTo>
                    <a:pt x="10" y="38"/>
                  </a:moveTo>
                  <a:cubicBezTo>
                    <a:pt x="9" y="38"/>
                    <a:pt x="10" y="40"/>
                    <a:pt x="10" y="40"/>
                  </a:cubicBezTo>
                  <a:cubicBezTo>
                    <a:pt x="10" y="40"/>
                    <a:pt x="11" y="38"/>
                    <a:pt x="10" y="38"/>
                  </a:cubicBezTo>
                  <a:close/>
                  <a:moveTo>
                    <a:pt x="55" y="55"/>
                  </a:moveTo>
                  <a:cubicBezTo>
                    <a:pt x="55" y="55"/>
                    <a:pt x="55" y="56"/>
                    <a:pt x="55" y="57"/>
                  </a:cubicBezTo>
                  <a:cubicBezTo>
                    <a:pt x="55" y="58"/>
                    <a:pt x="55" y="57"/>
                    <a:pt x="56" y="57"/>
                  </a:cubicBezTo>
                  <a:cubicBezTo>
                    <a:pt x="56" y="57"/>
                    <a:pt x="56" y="58"/>
                    <a:pt x="56" y="58"/>
                  </a:cubicBezTo>
                  <a:cubicBezTo>
                    <a:pt x="57" y="57"/>
                    <a:pt x="55" y="54"/>
                    <a:pt x="55" y="53"/>
                  </a:cubicBezTo>
                  <a:cubicBezTo>
                    <a:pt x="55" y="54"/>
                    <a:pt x="55" y="54"/>
                    <a:pt x="55" y="55"/>
                  </a:cubicBezTo>
                  <a:close/>
                  <a:moveTo>
                    <a:pt x="6" y="25"/>
                  </a:moveTo>
                  <a:cubicBezTo>
                    <a:pt x="6" y="25"/>
                    <a:pt x="5" y="25"/>
                    <a:pt x="6" y="25"/>
                  </a:cubicBezTo>
                  <a:close/>
                  <a:moveTo>
                    <a:pt x="22" y="32"/>
                  </a:moveTo>
                  <a:cubicBezTo>
                    <a:pt x="22" y="32"/>
                    <a:pt x="22" y="32"/>
                    <a:pt x="22" y="32"/>
                  </a:cubicBezTo>
                  <a:cubicBezTo>
                    <a:pt x="21" y="31"/>
                    <a:pt x="21" y="32"/>
                    <a:pt x="21" y="32"/>
                  </a:cubicBezTo>
                  <a:cubicBezTo>
                    <a:pt x="22" y="32"/>
                    <a:pt x="22" y="33"/>
                    <a:pt x="22" y="32"/>
                  </a:cubicBezTo>
                  <a:close/>
                  <a:moveTo>
                    <a:pt x="11" y="35"/>
                  </a:moveTo>
                  <a:cubicBezTo>
                    <a:pt x="11" y="34"/>
                    <a:pt x="11" y="34"/>
                    <a:pt x="11" y="34"/>
                  </a:cubicBezTo>
                  <a:cubicBezTo>
                    <a:pt x="10" y="33"/>
                    <a:pt x="9" y="34"/>
                    <a:pt x="10" y="35"/>
                  </a:cubicBezTo>
                  <a:cubicBezTo>
                    <a:pt x="10" y="35"/>
                    <a:pt x="10" y="36"/>
                    <a:pt x="10" y="36"/>
                  </a:cubicBezTo>
                  <a:cubicBezTo>
                    <a:pt x="10" y="36"/>
                    <a:pt x="10" y="36"/>
                    <a:pt x="10" y="37"/>
                  </a:cubicBezTo>
                  <a:cubicBezTo>
                    <a:pt x="11" y="37"/>
                    <a:pt x="11" y="37"/>
                    <a:pt x="11" y="37"/>
                  </a:cubicBezTo>
                  <a:cubicBezTo>
                    <a:pt x="11" y="37"/>
                    <a:pt x="11" y="37"/>
                    <a:pt x="11" y="38"/>
                  </a:cubicBezTo>
                  <a:cubicBezTo>
                    <a:pt x="11" y="37"/>
                    <a:pt x="11" y="37"/>
                    <a:pt x="12" y="36"/>
                  </a:cubicBezTo>
                  <a:cubicBezTo>
                    <a:pt x="12" y="36"/>
                    <a:pt x="12" y="36"/>
                    <a:pt x="12" y="35"/>
                  </a:cubicBezTo>
                  <a:cubicBezTo>
                    <a:pt x="13" y="35"/>
                    <a:pt x="12" y="35"/>
                    <a:pt x="11" y="35"/>
                  </a:cubicBezTo>
                  <a:close/>
                  <a:moveTo>
                    <a:pt x="27" y="32"/>
                  </a:moveTo>
                  <a:cubicBezTo>
                    <a:pt x="27" y="33"/>
                    <a:pt x="28" y="33"/>
                    <a:pt x="28" y="33"/>
                  </a:cubicBezTo>
                  <a:cubicBezTo>
                    <a:pt x="29" y="32"/>
                    <a:pt x="27" y="33"/>
                    <a:pt x="27" y="32"/>
                  </a:cubicBezTo>
                  <a:close/>
                  <a:moveTo>
                    <a:pt x="24" y="44"/>
                  </a:moveTo>
                  <a:cubicBezTo>
                    <a:pt x="24" y="44"/>
                    <a:pt x="23" y="44"/>
                    <a:pt x="23" y="44"/>
                  </a:cubicBezTo>
                  <a:cubicBezTo>
                    <a:pt x="23" y="44"/>
                    <a:pt x="23" y="44"/>
                    <a:pt x="23" y="44"/>
                  </a:cubicBezTo>
                  <a:cubicBezTo>
                    <a:pt x="23" y="44"/>
                    <a:pt x="23" y="44"/>
                    <a:pt x="23" y="44"/>
                  </a:cubicBezTo>
                  <a:cubicBezTo>
                    <a:pt x="22" y="45"/>
                    <a:pt x="22" y="44"/>
                    <a:pt x="22" y="45"/>
                  </a:cubicBezTo>
                  <a:cubicBezTo>
                    <a:pt x="22" y="46"/>
                    <a:pt x="22" y="46"/>
                    <a:pt x="23" y="47"/>
                  </a:cubicBezTo>
                  <a:cubicBezTo>
                    <a:pt x="23" y="47"/>
                    <a:pt x="24" y="46"/>
                    <a:pt x="24" y="46"/>
                  </a:cubicBezTo>
                  <a:cubicBezTo>
                    <a:pt x="24" y="46"/>
                    <a:pt x="24" y="45"/>
                    <a:pt x="24" y="45"/>
                  </a:cubicBezTo>
                  <a:cubicBezTo>
                    <a:pt x="24" y="45"/>
                    <a:pt x="24" y="45"/>
                    <a:pt x="24" y="45"/>
                  </a:cubicBezTo>
                  <a:cubicBezTo>
                    <a:pt x="24" y="45"/>
                    <a:pt x="25" y="44"/>
                    <a:pt x="24" y="44"/>
                  </a:cubicBezTo>
                  <a:close/>
                  <a:moveTo>
                    <a:pt x="60" y="57"/>
                  </a:moveTo>
                  <a:cubicBezTo>
                    <a:pt x="60" y="57"/>
                    <a:pt x="60" y="58"/>
                    <a:pt x="60" y="59"/>
                  </a:cubicBezTo>
                  <a:cubicBezTo>
                    <a:pt x="61" y="58"/>
                    <a:pt x="60" y="57"/>
                    <a:pt x="60" y="57"/>
                  </a:cubicBezTo>
                  <a:close/>
                  <a:moveTo>
                    <a:pt x="110" y="59"/>
                  </a:moveTo>
                  <a:cubicBezTo>
                    <a:pt x="110" y="59"/>
                    <a:pt x="110" y="59"/>
                    <a:pt x="110" y="59"/>
                  </a:cubicBezTo>
                  <a:cubicBezTo>
                    <a:pt x="110" y="59"/>
                    <a:pt x="110" y="59"/>
                    <a:pt x="110" y="59"/>
                  </a:cubicBezTo>
                  <a:close/>
                  <a:moveTo>
                    <a:pt x="48" y="57"/>
                  </a:moveTo>
                  <a:cubicBezTo>
                    <a:pt x="48" y="56"/>
                    <a:pt x="48" y="56"/>
                    <a:pt x="47" y="55"/>
                  </a:cubicBezTo>
                  <a:cubicBezTo>
                    <a:pt x="47" y="55"/>
                    <a:pt x="46" y="55"/>
                    <a:pt x="46" y="55"/>
                  </a:cubicBezTo>
                  <a:cubicBezTo>
                    <a:pt x="46" y="55"/>
                    <a:pt x="46" y="55"/>
                    <a:pt x="46" y="54"/>
                  </a:cubicBezTo>
                  <a:cubicBezTo>
                    <a:pt x="46" y="54"/>
                    <a:pt x="46" y="54"/>
                    <a:pt x="45" y="54"/>
                  </a:cubicBezTo>
                  <a:cubicBezTo>
                    <a:pt x="45" y="54"/>
                    <a:pt x="44" y="54"/>
                    <a:pt x="43" y="54"/>
                  </a:cubicBezTo>
                  <a:cubicBezTo>
                    <a:pt x="43" y="54"/>
                    <a:pt x="42" y="54"/>
                    <a:pt x="41" y="54"/>
                  </a:cubicBezTo>
                  <a:cubicBezTo>
                    <a:pt x="41" y="54"/>
                    <a:pt x="40" y="53"/>
                    <a:pt x="40" y="53"/>
                  </a:cubicBezTo>
                  <a:cubicBezTo>
                    <a:pt x="39" y="52"/>
                    <a:pt x="38" y="52"/>
                    <a:pt x="38" y="53"/>
                  </a:cubicBezTo>
                  <a:cubicBezTo>
                    <a:pt x="38" y="54"/>
                    <a:pt x="38" y="55"/>
                    <a:pt x="38" y="55"/>
                  </a:cubicBezTo>
                  <a:cubicBezTo>
                    <a:pt x="38" y="55"/>
                    <a:pt x="38" y="56"/>
                    <a:pt x="38" y="56"/>
                  </a:cubicBezTo>
                  <a:cubicBezTo>
                    <a:pt x="38" y="56"/>
                    <a:pt x="38" y="57"/>
                    <a:pt x="39" y="57"/>
                  </a:cubicBezTo>
                  <a:cubicBezTo>
                    <a:pt x="39" y="57"/>
                    <a:pt x="39" y="58"/>
                    <a:pt x="40" y="58"/>
                  </a:cubicBezTo>
                  <a:cubicBezTo>
                    <a:pt x="40" y="58"/>
                    <a:pt x="40" y="58"/>
                    <a:pt x="40" y="58"/>
                  </a:cubicBezTo>
                  <a:cubicBezTo>
                    <a:pt x="41" y="58"/>
                    <a:pt x="42" y="58"/>
                    <a:pt x="43" y="58"/>
                  </a:cubicBezTo>
                  <a:cubicBezTo>
                    <a:pt x="43" y="58"/>
                    <a:pt x="43" y="58"/>
                    <a:pt x="43" y="58"/>
                  </a:cubicBezTo>
                  <a:cubicBezTo>
                    <a:pt x="44" y="58"/>
                    <a:pt x="44" y="58"/>
                    <a:pt x="45" y="59"/>
                  </a:cubicBezTo>
                  <a:cubicBezTo>
                    <a:pt x="46" y="59"/>
                    <a:pt x="47" y="59"/>
                    <a:pt x="47" y="60"/>
                  </a:cubicBezTo>
                  <a:cubicBezTo>
                    <a:pt x="48" y="59"/>
                    <a:pt x="49" y="59"/>
                    <a:pt x="49" y="58"/>
                  </a:cubicBezTo>
                  <a:cubicBezTo>
                    <a:pt x="49" y="57"/>
                    <a:pt x="48" y="57"/>
                    <a:pt x="48" y="57"/>
                  </a:cubicBezTo>
                  <a:close/>
                  <a:moveTo>
                    <a:pt x="111" y="60"/>
                  </a:moveTo>
                  <a:cubicBezTo>
                    <a:pt x="111" y="60"/>
                    <a:pt x="111" y="60"/>
                    <a:pt x="111" y="60"/>
                  </a:cubicBezTo>
                  <a:cubicBezTo>
                    <a:pt x="111" y="60"/>
                    <a:pt x="111" y="60"/>
                    <a:pt x="111" y="60"/>
                  </a:cubicBezTo>
                  <a:close/>
                  <a:moveTo>
                    <a:pt x="39" y="42"/>
                  </a:moveTo>
                  <a:cubicBezTo>
                    <a:pt x="38" y="42"/>
                    <a:pt x="38" y="43"/>
                    <a:pt x="38" y="43"/>
                  </a:cubicBezTo>
                  <a:cubicBezTo>
                    <a:pt x="39" y="44"/>
                    <a:pt x="39" y="44"/>
                    <a:pt x="39" y="44"/>
                  </a:cubicBezTo>
                  <a:cubicBezTo>
                    <a:pt x="40" y="44"/>
                    <a:pt x="39" y="44"/>
                    <a:pt x="39" y="43"/>
                  </a:cubicBezTo>
                  <a:cubicBezTo>
                    <a:pt x="39" y="43"/>
                    <a:pt x="39" y="42"/>
                    <a:pt x="39" y="42"/>
                  </a:cubicBezTo>
                  <a:close/>
                  <a:moveTo>
                    <a:pt x="15" y="37"/>
                  </a:moveTo>
                  <a:cubicBezTo>
                    <a:pt x="14" y="36"/>
                    <a:pt x="13" y="38"/>
                    <a:pt x="14" y="38"/>
                  </a:cubicBezTo>
                  <a:cubicBezTo>
                    <a:pt x="14" y="39"/>
                    <a:pt x="15" y="39"/>
                    <a:pt x="15" y="40"/>
                  </a:cubicBezTo>
                  <a:cubicBezTo>
                    <a:pt x="16" y="39"/>
                    <a:pt x="16" y="37"/>
                    <a:pt x="15" y="37"/>
                  </a:cubicBezTo>
                  <a:close/>
                  <a:moveTo>
                    <a:pt x="27" y="34"/>
                  </a:moveTo>
                  <a:cubicBezTo>
                    <a:pt x="27" y="34"/>
                    <a:pt x="28" y="35"/>
                    <a:pt x="28" y="34"/>
                  </a:cubicBezTo>
                  <a:cubicBezTo>
                    <a:pt x="28" y="34"/>
                    <a:pt x="29" y="34"/>
                    <a:pt x="29" y="34"/>
                  </a:cubicBezTo>
                  <a:cubicBezTo>
                    <a:pt x="29" y="34"/>
                    <a:pt x="28" y="34"/>
                    <a:pt x="27" y="34"/>
                  </a:cubicBezTo>
                  <a:close/>
                  <a:moveTo>
                    <a:pt x="3" y="27"/>
                  </a:moveTo>
                  <a:cubicBezTo>
                    <a:pt x="2" y="27"/>
                    <a:pt x="3" y="27"/>
                    <a:pt x="2" y="28"/>
                  </a:cubicBezTo>
                  <a:cubicBezTo>
                    <a:pt x="2" y="28"/>
                    <a:pt x="2" y="28"/>
                    <a:pt x="3" y="29"/>
                  </a:cubicBezTo>
                  <a:cubicBezTo>
                    <a:pt x="3" y="28"/>
                    <a:pt x="4" y="28"/>
                    <a:pt x="4" y="28"/>
                  </a:cubicBezTo>
                  <a:cubicBezTo>
                    <a:pt x="4" y="27"/>
                    <a:pt x="3" y="27"/>
                    <a:pt x="3" y="27"/>
                  </a:cubicBezTo>
                  <a:close/>
                  <a:moveTo>
                    <a:pt x="14" y="40"/>
                  </a:moveTo>
                  <a:cubicBezTo>
                    <a:pt x="14" y="41"/>
                    <a:pt x="15" y="42"/>
                    <a:pt x="15" y="42"/>
                  </a:cubicBezTo>
                  <a:cubicBezTo>
                    <a:pt x="15" y="42"/>
                    <a:pt x="15" y="41"/>
                    <a:pt x="15" y="41"/>
                  </a:cubicBezTo>
                  <a:cubicBezTo>
                    <a:pt x="15" y="41"/>
                    <a:pt x="14" y="40"/>
                    <a:pt x="14" y="40"/>
                  </a:cubicBezTo>
                  <a:close/>
                  <a:moveTo>
                    <a:pt x="43" y="78"/>
                  </a:moveTo>
                  <a:cubicBezTo>
                    <a:pt x="42" y="78"/>
                    <a:pt x="41" y="78"/>
                    <a:pt x="40" y="77"/>
                  </a:cubicBezTo>
                  <a:cubicBezTo>
                    <a:pt x="40" y="77"/>
                    <a:pt x="39" y="76"/>
                    <a:pt x="39" y="77"/>
                  </a:cubicBezTo>
                  <a:cubicBezTo>
                    <a:pt x="39" y="78"/>
                    <a:pt x="39" y="78"/>
                    <a:pt x="40" y="78"/>
                  </a:cubicBezTo>
                  <a:cubicBezTo>
                    <a:pt x="40" y="79"/>
                    <a:pt x="41" y="78"/>
                    <a:pt x="41" y="78"/>
                  </a:cubicBezTo>
                  <a:cubicBezTo>
                    <a:pt x="42" y="79"/>
                    <a:pt x="41" y="79"/>
                    <a:pt x="42" y="79"/>
                  </a:cubicBezTo>
                  <a:cubicBezTo>
                    <a:pt x="42" y="79"/>
                    <a:pt x="42" y="79"/>
                    <a:pt x="42" y="79"/>
                  </a:cubicBezTo>
                  <a:cubicBezTo>
                    <a:pt x="43" y="80"/>
                    <a:pt x="43" y="80"/>
                    <a:pt x="43" y="80"/>
                  </a:cubicBezTo>
                  <a:cubicBezTo>
                    <a:pt x="43" y="80"/>
                    <a:pt x="44" y="80"/>
                    <a:pt x="44" y="80"/>
                  </a:cubicBezTo>
                  <a:cubicBezTo>
                    <a:pt x="44" y="79"/>
                    <a:pt x="43" y="79"/>
                    <a:pt x="43" y="78"/>
                  </a:cubicBezTo>
                  <a:close/>
                  <a:moveTo>
                    <a:pt x="25" y="47"/>
                  </a:moveTo>
                  <a:cubicBezTo>
                    <a:pt x="26" y="47"/>
                    <a:pt x="25" y="47"/>
                    <a:pt x="25" y="46"/>
                  </a:cubicBezTo>
                  <a:cubicBezTo>
                    <a:pt x="25" y="46"/>
                    <a:pt x="24" y="47"/>
                    <a:pt x="25" y="47"/>
                  </a:cubicBezTo>
                  <a:close/>
                  <a:moveTo>
                    <a:pt x="44" y="51"/>
                  </a:moveTo>
                  <a:cubicBezTo>
                    <a:pt x="44" y="51"/>
                    <a:pt x="44" y="51"/>
                    <a:pt x="44" y="51"/>
                  </a:cubicBezTo>
                  <a:cubicBezTo>
                    <a:pt x="44" y="51"/>
                    <a:pt x="45" y="51"/>
                    <a:pt x="45" y="51"/>
                  </a:cubicBezTo>
                  <a:cubicBezTo>
                    <a:pt x="45" y="51"/>
                    <a:pt x="45" y="51"/>
                    <a:pt x="45" y="51"/>
                  </a:cubicBezTo>
                  <a:cubicBezTo>
                    <a:pt x="46" y="51"/>
                    <a:pt x="46" y="51"/>
                    <a:pt x="46" y="50"/>
                  </a:cubicBezTo>
                  <a:cubicBezTo>
                    <a:pt x="45" y="50"/>
                    <a:pt x="45" y="50"/>
                    <a:pt x="45" y="50"/>
                  </a:cubicBezTo>
                  <a:cubicBezTo>
                    <a:pt x="45" y="50"/>
                    <a:pt x="44" y="51"/>
                    <a:pt x="44" y="51"/>
                  </a:cubicBezTo>
                  <a:close/>
                  <a:moveTo>
                    <a:pt x="44" y="51"/>
                  </a:moveTo>
                  <a:cubicBezTo>
                    <a:pt x="46" y="50"/>
                    <a:pt x="44" y="49"/>
                    <a:pt x="44" y="49"/>
                  </a:cubicBezTo>
                  <a:cubicBezTo>
                    <a:pt x="43" y="49"/>
                    <a:pt x="43" y="50"/>
                    <a:pt x="43" y="50"/>
                  </a:cubicBezTo>
                  <a:cubicBezTo>
                    <a:pt x="43" y="50"/>
                    <a:pt x="44" y="50"/>
                    <a:pt x="44" y="50"/>
                  </a:cubicBezTo>
                  <a:cubicBezTo>
                    <a:pt x="44" y="50"/>
                    <a:pt x="44" y="50"/>
                    <a:pt x="44" y="51"/>
                  </a:cubicBezTo>
                  <a:close/>
                  <a:moveTo>
                    <a:pt x="40" y="10"/>
                  </a:moveTo>
                  <a:cubicBezTo>
                    <a:pt x="40" y="10"/>
                    <a:pt x="41" y="11"/>
                    <a:pt x="41" y="11"/>
                  </a:cubicBezTo>
                  <a:cubicBezTo>
                    <a:pt x="41" y="11"/>
                    <a:pt x="41" y="10"/>
                    <a:pt x="40" y="10"/>
                  </a:cubicBezTo>
                  <a:close/>
                  <a:moveTo>
                    <a:pt x="42" y="11"/>
                  </a:moveTo>
                  <a:cubicBezTo>
                    <a:pt x="42" y="11"/>
                    <a:pt x="43" y="11"/>
                    <a:pt x="43" y="11"/>
                  </a:cubicBezTo>
                  <a:cubicBezTo>
                    <a:pt x="42" y="11"/>
                    <a:pt x="42" y="11"/>
                    <a:pt x="42" y="11"/>
                  </a:cubicBezTo>
                  <a:close/>
                  <a:moveTo>
                    <a:pt x="41" y="1"/>
                  </a:moveTo>
                  <a:cubicBezTo>
                    <a:pt x="41" y="0"/>
                    <a:pt x="41" y="0"/>
                    <a:pt x="41" y="0"/>
                  </a:cubicBezTo>
                  <a:cubicBezTo>
                    <a:pt x="41" y="0"/>
                    <a:pt x="41" y="0"/>
                    <a:pt x="41"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71" name="Slovenia">
              <a:extLst>
                <a:ext uri="{FF2B5EF4-FFF2-40B4-BE49-F238E27FC236}">
                  <a16:creationId xmlns:a16="http://schemas.microsoft.com/office/drawing/2014/main" id="{524465FD-6112-5B08-8514-CFB206BF3E21}"/>
                </a:ext>
              </a:extLst>
            </p:cNvPr>
            <p:cNvSpPr>
              <a:spLocks/>
            </p:cNvSpPr>
            <p:nvPr/>
          </p:nvSpPr>
          <p:spPr bwMode="auto">
            <a:xfrm>
              <a:off x="6143639" y="2222226"/>
              <a:ext cx="95076" cy="56849"/>
            </a:xfrm>
            <a:custGeom>
              <a:avLst/>
              <a:gdLst/>
              <a:ahLst/>
              <a:cxnLst>
                <a:cxn ang="0">
                  <a:pos x="26" y="4"/>
                </a:cxn>
                <a:cxn ang="0">
                  <a:pos x="26" y="2"/>
                </a:cxn>
                <a:cxn ang="0">
                  <a:pos x="25" y="0"/>
                </a:cxn>
                <a:cxn ang="0">
                  <a:pos x="22" y="1"/>
                </a:cxn>
                <a:cxn ang="0">
                  <a:pos x="21" y="2"/>
                </a:cxn>
                <a:cxn ang="0">
                  <a:pos x="18" y="3"/>
                </a:cxn>
                <a:cxn ang="0">
                  <a:pos x="16" y="3"/>
                </a:cxn>
                <a:cxn ang="0">
                  <a:pos x="12" y="4"/>
                </a:cxn>
                <a:cxn ang="0">
                  <a:pos x="8" y="5"/>
                </a:cxn>
                <a:cxn ang="0">
                  <a:pos x="5" y="4"/>
                </a:cxn>
                <a:cxn ang="0">
                  <a:pos x="1" y="5"/>
                </a:cxn>
                <a:cxn ang="0">
                  <a:pos x="0" y="7"/>
                </a:cxn>
                <a:cxn ang="0">
                  <a:pos x="1" y="7"/>
                </a:cxn>
                <a:cxn ang="0">
                  <a:pos x="1" y="9"/>
                </a:cxn>
                <a:cxn ang="0">
                  <a:pos x="2" y="12"/>
                </a:cxn>
                <a:cxn ang="0">
                  <a:pos x="4" y="13"/>
                </a:cxn>
                <a:cxn ang="0">
                  <a:pos x="3" y="14"/>
                </a:cxn>
                <a:cxn ang="0">
                  <a:pos x="2" y="16"/>
                </a:cxn>
                <a:cxn ang="0">
                  <a:pos x="5" y="16"/>
                </a:cxn>
                <a:cxn ang="0">
                  <a:pos x="7" y="15"/>
                </a:cxn>
                <a:cxn ang="0">
                  <a:pos x="10" y="14"/>
                </a:cxn>
                <a:cxn ang="0">
                  <a:pos x="11" y="15"/>
                </a:cxn>
                <a:cxn ang="0">
                  <a:pos x="15" y="15"/>
                </a:cxn>
                <a:cxn ang="0">
                  <a:pos x="17" y="15"/>
                </a:cxn>
                <a:cxn ang="0">
                  <a:pos x="17" y="14"/>
                </a:cxn>
                <a:cxn ang="0">
                  <a:pos x="16" y="13"/>
                </a:cxn>
                <a:cxn ang="0">
                  <a:pos x="19" y="12"/>
                </a:cxn>
                <a:cxn ang="0">
                  <a:pos x="20" y="9"/>
                </a:cxn>
                <a:cxn ang="0">
                  <a:pos x="20" y="7"/>
                </a:cxn>
                <a:cxn ang="0">
                  <a:pos x="22" y="7"/>
                </a:cxn>
                <a:cxn ang="0">
                  <a:pos x="24" y="5"/>
                </a:cxn>
                <a:cxn ang="0">
                  <a:pos x="24" y="5"/>
                </a:cxn>
              </a:cxnLst>
              <a:rect l="0" t="0" r="r" b="b"/>
              <a:pathLst>
                <a:path w="27" h="16">
                  <a:moveTo>
                    <a:pt x="27" y="5"/>
                  </a:moveTo>
                  <a:cubicBezTo>
                    <a:pt x="27" y="4"/>
                    <a:pt x="27" y="4"/>
                    <a:pt x="26" y="4"/>
                  </a:cubicBezTo>
                  <a:cubicBezTo>
                    <a:pt x="26" y="3"/>
                    <a:pt x="26" y="3"/>
                    <a:pt x="26" y="3"/>
                  </a:cubicBezTo>
                  <a:cubicBezTo>
                    <a:pt x="25" y="2"/>
                    <a:pt x="26" y="3"/>
                    <a:pt x="26" y="2"/>
                  </a:cubicBezTo>
                  <a:cubicBezTo>
                    <a:pt x="26" y="2"/>
                    <a:pt x="25" y="2"/>
                    <a:pt x="25" y="2"/>
                  </a:cubicBezTo>
                  <a:cubicBezTo>
                    <a:pt x="25" y="1"/>
                    <a:pt x="25" y="1"/>
                    <a:pt x="25" y="0"/>
                  </a:cubicBezTo>
                  <a:cubicBezTo>
                    <a:pt x="24" y="0"/>
                    <a:pt x="24" y="0"/>
                    <a:pt x="24" y="0"/>
                  </a:cubicBezTo>
                  <a:cubicBezTo>
                    <a:pt x="23" y="0"/>
                    <a:pt x="22" y="0"/>
                    <a:pt x="22" y="1"/>
                  </a:cubicBezTo>
                  <a:cubicBezTo>
                    <a:pt x="22" y="2"/>
                    <a:pt x="23" y="2"/>
                    <a:pt x="23" y="3"/>
                  </a:cubicBezTo>
                  <a:cubicBezTo>
                    <a:pt x="22" y="2"/>
                    <a:pt x="22" y="2"/>
                    <a:pt x="21" y="2"/>
                  </a:cubicBezTo>
                  <a:cubicBezTo>
                    <a:pt x="21" y="2"/>
                    <a:pt x="20" y="2"/>
                    <a:pt x="20" y="2"/>
                  </a:cubicBezTo>
                  <a:cubicBezTo>
                    <a:pt x="19" y="2"/>
                    <a:pt x="18" y="2"/>
                    <a:pt x="18" y="3"/>
                  </a:cubicBezTo>
                  <a:cubicBezTo>
                    <a:pt x="18" y="3"/>
                    <a:pt x="18" y="3"/>
                    <a:pt x="17" y="3"/>
                  </a:cubicBezTo>
                  <a:cubicBezTo>
                    <a:pt x="17" y="3"/>
                    <a:pt x="17" y="3"/>
                    <a:pt x="16" y="3"/>
                  </a:cubicBezTo>
                  <a:cubicBezTo>
                    <a:pt x="15" y="3"/>
                    <a:pt x="14" y="2"/>
                    <a:pt x="13" y="3"/>
                  </a:cubicBezTo>
                  <a:cubicBezTo>
                    <a:pt x="13" y="2"/>
                    <a:pt x="12" y="4"/>
                    <a:pt x="12" y="4"/>
                  </a:cubicBezTo>
                  <a:cubicBezTo>
                    <a:pt x="11" y="5"/>
                    <a:pt x="10" y="5"/>
                    <a:pt x="10" y="6"/>
                  </a:cubicBezTo>
                  <a:cubicBezTo>
                    <a:pt x="9" y="5"/>
                    <a:pt x="9" y="5"/>
                    <a:pt x="8" y="5"/>
                  </a:cubicBezTo>
                  <a:cubicBezTo>
                    <a:pt x="7" y="5"/>
                    <a:pt x="7" y="5"/>
                    <a:pt x="6" y="5"/>
                  </a:cubicBezTo>
                  <a:cubicBezTo>
                    <a:pt x="6" y="5"/>
                    <a:pt x="5" y="4"/>
                    <a:pt x="5" y="4"/>
                  </a:cubicBezTo>
                  <a:cubicBezTo>
                    <a:pt x="4" y="4"/>
                    <a:pt x="3" y="4"/>
                    <a:pt x="3" y="4"/>
                  </a:cubicBezTo>
                  <a:cubicBezTo>
                    <a:pt x="2" y="5"/>
                    <a:pt x="2" y="5"/>
                    <a:pt x="1" y="5"/>
                  </a:cubicBezTo>
                  <a:cubicBezTo>
                    <a:pt x="0" y="6"/>
                    <a:pt x="0" y="6"/>
                    <a:pt x="0" y="6"/>
                  </a:cubicBezTo>
                  <a:cubicBezTo>
                    <a:pt x="0" y="7"/>
                    <a:pt x="0" y="8"/>
                    <a:pt x="0" y="7"/>
                  </a:cubicBezTo>
                  <a:cubicBezTo>
                    <a:pt x="0" y="7"/>
                    <a:pt x="0" y="7"/>
                    <a:pt x="1" y="7"/>
                  </a:cubicBezTo>
                  <a:cubicBezTo>
                    <a:pt x="1" y="7"/>
                    <a:pt x="1" y="7"/>
                    <a:pt x="1" y="7"/>
                  </a:cubicBezTo>
                  <a:cubicBezTo>
                    <a:pt x="1" y="8"/>
                    <a:pt x="2" y="8"/>
                    <a:pt x="2" y="8"/>
                  </a:cubicBezTo>
                  <a:cubicBezTo>
                    <a:pt x="2" y="8"/>
                    <a:pt x="1" y="9"/>
                    <a:pt x="1" y="9"/>
                  </a:cubicBezTo>
                  <a:cubicBezTo>
                    <a:pt x="1" y="9"/>
                    <a:pt x="0" y="10"/>
                    <a:pt x="1" y="10"/>
                  </a:cubicBezTo>
                  <a:cubicBezTo>
                    <a:pt x="3" y="10"/>
                    <a:pt x="1" y="11"/>
                    <a:pt x="2" y="12"/>
                  </a:cubicBezTo>
                  <a:cubicBezTo>
                    <a:pt x="2" y="12"/>
                    <a:pt x="2" y="12"/>
                    <a:pt x="3" y="12"/>
                  </a:cubicBezTo>
                  <a:cubicBezTo>
                    <a:pt x="3" y="12"/>
                    <a:pt x="3" y="12"/>
                    <a:pt x="4" y="13"/>
                  </a:cubicBezTo>
                  <a:cubicBezTo>
                    <a:pt x="4" y="13"/>
                    <a:pt x="4" y="14"/>
                    <a:pt x="4" y="14"/>
                  </a:cubicBezTo>
                  <a:cubicBezTo>
                    <a:pt x="4" y="14"/>
                    <a:pt x="3" y="14"/>
                    <a:pt x="3" y="14"/>
                  </a:cubicBezTo>
                  <a:cubicBezTo>
                    <a:pt x="4" y="15"/>
                    <a:pt x="2" y="15"/>
                    <a:pt x="1" y="15"/>
                  </a:cubicBezTo>
                  <a:cubicBezTo>
                    <a:pt x="2" y="15"/>
                    <a:pt x="2" y="15"/>
                    <a:pt x="2" y="16"/>
                  </a:cubicBezTo>
                  <a:cubicBezTo>
                    <a:pt x="3" y="16"/>
                    <a:pt x="3" y="15"/>
                    <a:pt x="4" y="16"/>
                  </a:cubicBezTo>
                  <a:cubicBezTo>
                    <a:pt x="4" y="16"/>
                    <a:pt x="5" y="16"/>
                    <a:pt x="5" y="16"/>
                  </a:cubicBezTo>
                  <a:cubicBezTo>
                    <a:pt x="5" y="16"/>
                    <a:pt x="5" y="15"/>
                    <a:pt x="5" y="15"/>
                  </a:cubicBezTo>
                  <a:cubicBezTo>
                    <a:pt x="6" y="15"/>
                    <a:pt x="6" y="15"/>
                    <a:pt x="7" y="15"/>
                  </a:cubicBezTo>
                  <a:cubicBezTo>
                    <a:pt x="7" y="15"/>
                    <a:pt x="7" y="15"/>
                    <a:pt x="8" y="15"/>
                  </a:cubicBezTo>
                  <a:cubicBezTo>
                    <a:pt x="9" y="15"/>
                    <a:pt x="9" y="14"/>
                    <a:pt x="10" y="14"/>
                  </a:cubicBezTo>
                  <a:cubicBezTo>
                    <a:pt x="10" y="13"/>
                    <a:pt x="10" y="13"/>
                    <a:pt x="11" y="14"/>
                  </a:cubicBezTo>
                  <a:cubicBezTo>
                    <a:pt x="11" y="14"/>
                    <a:pt x="11" y="15"/>
                    <a:pt x="11" y="15"/>
                  </a:cubicBezTo>
                  <a:cubicBezTo>
                    <a:pt x="12" y="15"/>
                    <a:pt x="12" y="16"/>
                    <a:pt x="13" y="15"/>
                  </a:cubicBezTo>
                  <a:cubicBezTo>
                    <a:pt x="13" y="15"/>
                    <a:pt x="14" y="15"/>
                    <a:pt x="15" y="15"/>
                  </a:cubicBezTo>
                  <a:cubicBezTo>
                    <a:pt x="15" y="16"/>
                    <a:pt x="15" y="16"/>
                    <a:pt x="16" y="16"/>
                  </a:cubicBezTo>
                  <a:cubicBezTo>
                    <a:pt x="16" y="15"/>
                    <a:pt x="17" y="16"/>
                    <a:pt x="17" y="15"/>
                  </a:cubicBezTo>
                  <a:cubicBezTo>
                    <a:pt x="17" y="15"/>
                    <a:pt x="16" y="15"/>
                    <a:pt x="16" y="14"/>
                  </a:cubicBezTo>
                  <a:cubicBezTo>
                    <a:pt x="16" y="14"/>
                    <a:pt x="17" y="13"/>
                    <a:pt x="17" y="14"/>
                  </a:cubicBezTo>
                  <a:cubicBezTo>
                    <a:pt x="17" y="13"/>
                    <a:pt x="17" y="13"/>
                    <a:pt x="17" y="13"/>
                  </a:cubicBezTo>
                  <a:cubicBezTo>
                    <a:pt x="16" y="13"/>
                    <a:pt x="16" y="13"/>
                    <a:pt x="16" y="13"/>
                  </a:cubicBezTo>
                  <a:cubicBezTo>
                    <a:pt x="16" y="12"/>
                    <a:pt x="17" y="12"/>
                    <a:pt x="18" y="12"/>
                  </a:cubicBezTo>
                  <a:cubicBezTo>
                    <a:pt x="18" y="12"/>
                    <a:pt x="18" y="12"/>
                    <a:pt x="19" y="12"/>
                  </a:cubicBezTo>
                  <a:cubicBezTo>
                    <a:pt x="20" y="12"/>
                    <a:pt x="20" y="11"/>
                    <a:pt x="20" y="10"/>
                  </a:cubicBezTo>
                  <a:cubicBezTo>
                    <a:pt x="20" y="10"/>
                    <a:pt x="20" y="9"/>
                    <a:pt x="20" y="9"/>
                  </a:cubicBezTo>
                  <a:cubicBezTo>
                    <a:pt x="20" y="9"/>
                    <a:pt x="19" y="9"/>
                    <a:pt x="19" y="9"/>
                  </a:cubicBezTo>
                  <a:cubicBezTo>
                    <a:pt x="18" y="8"/>
                    <a:pt x="19" y="7"/>
                    <a:pt x="20" y="7"/>
                  </a:cubicBezTo>
                  <a:cubicBezTo>
                    <a:pt x="20" y="7"/>
                    <a:pt x="21" y="7"/>
                    <a:pt x="21" y="7"/>
                  </a:cubicBezTo>
                  <a:cubicBezTo>
                    <a:pt x="21" y="7"/>
                    <a:pt x="21" y="7"/>
                    <a:pt x="22" y="7"/>
                  </a:cubicBezTo>
                  <a:cubicBezTo>
                    <a:pt x="22" y="7"/>
                    <a:pt x="23" y="6"/>
                    <a:pt x="23" y="6"/>
                  </a:cubicBezTo>
                  <a:cubicBezTo>
                    <a:pt x="23" y="6"/>
                    <a:pt x="23" y="5"/>
                    <a:pt x="24" y="5"/>
                  </a:cubicBezTo>
                  <a:cubicBezTo>
                    <a:pt x="24" y="5"/>
                    <a:pt x="24" y="6"/>
                    <a:pt x="24" y="6"/>
                  </a:cubicBezTo>
                  <a:cubicBezTo>
                    <a:pt x="25" y="6"/>
                    <a:pt x="25" y="5"/>
                    <a:pt x="24" y="5"/>
                  </a:cubicBezTo>
                  <a:cubicBezTo>
                    <a:pt x="24" y="3"/>
                    <a:pt x="27" y="5"/>
                    <a:pt x="27" y="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72" name="Slovakia">
              <a:extLst>
                <a:ext uri="{FF2B5EF4-FFF2-40B4-BE49-F238E27FC236}">
                  <a16:creationId xmlns:a16="http://schemas.microsoft.com/office/drawing/2014/main" id="{997B7338-4597-C0EF-6E59-4DEB8D9A479C}"/>
                </a:ext>
              </a:extLst>
            </p:cNvPr>
            <p:cNvSpPr>
              <a:spLocks/>
            </p:cNvSpPr>
            <p:nvPr/>
          </p:nvSpPr>
          <p:spPr bwMode="auto">
            <a:xfrm>
              <a:off x="6245578" y="2115385"/>
              <a:ext cx="170548" cy="74493"/>
            </a:xfrm>
            <a:custGeom>
              <a:avLst/>
              <a:gdLst/>
              <a:ahLst/>
              <a:cxnLst>
                <a:cxn ang="0">
                  <a:pos x="44" y="5"/>
                </a:cxn>
                <a:cxn ang="0">
                  <a:pos x="41" y="4"/>
                </a:cxn>
                <a:cxn ang="0">
                  <a:pos x="40" y="3"/>
                </a:cxn>
                <a:cxn ang="0">
                  <a:pos x="36" y="3"/>
                </a:cxn>
                <a:cxn ang="0">
                  <a:pos x="35" y="3"/>
                </a:cxn>
                <a:cxn ang="0">
                  <a:pos x="33" y="4"/>
                </a:cxn>
                <a:cxn ang="0">
                  <a:pos x="30" y="3"/>
                </a:cxn>
                <a:cxn ang="0">
                  <a:pos x="27" y="4"/>
                </a:cxn>
                <a:cxn ang="0">
                  <a:pos x="26" y="5"/>
                </a:cxn>
                <a:cxn ang="0">
                  <a:pos x="25" y="5"/>
                </a:cxn>
                <a:cxn ang="0">
                  <a:pos x="24" y="3"/>
                </a:cxn>
                <a:cxn ang="0">
                  <a:pos x="21" y="1"/>
                </a:cxn>
                <a:cxn ang="0">
                  <a:pos x="19" y="3"/>
                </a:cxn>
                <a:cxn ang="0">
                  <a:pos x="16" y="2"/>
                </a:cxn>
                <a:cxn ang="0">
                  <a:pos x="13" y="3"/>
                </a:cxn>
                <a:cxn ang="0">
                  <a:pos x="10" y="7"/>
                </a:cxn>
                <a:cxn ang="0">
                  <a:pos x="8" y="8"/>
                </a:cxn>
                <a:cxn ang="0">
                  <a:pos x="5" y="9"/>
                </a:cxn>
                <a:cxn ang="0">
                  <a:pos x="4" y="9"/>
                </a:cxn>
                <a:cxn ang="0">
                  <a:pos x="1" y="10"/>
                </a:cxn>
                <a:cxn ang="0">
                  <a:pos x="0" y="14"/>
                </a:cxn>
                <a:cxn ang="0">
                  <a:pos x="1" y="17"/>
                </a:cxn>
                <a:cxn ang="0">
                  <a:pos x="3" y="18"/>
                </a:cxn>
                <a:cxn ang="0">
                  <a:pos x="3" y="18"/>
                </a:cxn>
                <a:cxn ang="0">
                  <a:pos x="5" y="19"/>
                </a:cxn>
                <a:cxn ang="0">
                  <a:pos x="9" y="21"/>
                </a:cxn>
                <a:cxn ang="0">
                  <a:pos x="14" y="21"/>
                </a:cxn>
                <a:cxn ang="0">
                  <a:pos x="17" y="20"/>
                </a:cxn>
                <a:cxn ang="0">
                  <a:pos x="18" y="17"/>
                </a:cxn>
                <a:cxn ang="0">
                  <a:pos x="22" y="17"/>
                </a:cxn>
                <a:cxn ang="0">
                  <a:pos x="26" y="17"/>
                </a:cxn>
                <a:cxn ang="0">
                  <a:pos x="28" y="15"/>
                </a:cxn>
                <a:cxn ang="0">
                  <a:pos x="30" y="14"/>
                </a:cxn>
                <a:cxn ang="0">
                  <a:pos x="32" y="12"/>
                </a:cxn>
                <a:cxn ang="0">
                  <a:pos x="37" y="13"/>
                </a:cxn>
                <a:cxn ang="0">
                  <a:pos x="40" y="13"/>
                </a:cxn>
                <a:cxn ang="0">
                  <a:pos x="43" y="14"/>
                </a:cxn>
                <a:cxn ang="0">
                  <a:pos x="46" y="11"/>
                </a:cxn>
                <a:cxn ang="0">
                  <a:pos x="47" y="9"/>
                </a:cxn>
                <a:cxn ang="0">
                  <a:pos x="48" y="7"/>
                </a:cxn>
              </a:cxnLst>
              <a:rect l="0" t="0" r="r" b="b"/>
              <a:pathLst>
                <a:path w="48" h="21">
                  <a:moveTo>
                    <a:pt x="46" y="6"/>
                  </a:moveTo>
                  <a:cubicBezTo>
                    <a:pt x="45" y="6"/>
                    <a:pt x="45" y="6"/>
                    <a:pt x="44" y="5"/>
                  </a:cubicBezTo>
                  <a:cubicBezTo>
                    <a:pt x="43" y="5"/>
                    <a:pt x="43" y="5"/>
                    <a:pt x="43" y="4"/>
                  </a:cubicBezTo>
                  <a:cubicBezTo>
                    <a:pt x="43" y="4"/>
                    <a:pt x="42" y="4"/>
                    <a:pt x="41" y="4"/>
                  </a:cubicBezTo>
                  <a:cubicBezTo>
                    <a:pt x="41" y="3"/>
                    <a:pt x="41" y="4"/>
                    <a:pt x="41" y="4"/>
                  </a:cubicBezTo>
                  <a:cubicBezTo>
                    <a:pt x="41" y="3"/>
                    <a:pt x="41" y="3"/>
                    <a:pt x="40" y="3"/>
                  </a:cubicBezTo>
                  <a:cubicBezTo>
                    <a:pt x="40" y="3"/>
                    <a:pt x="39" y="3"/>
                    <a:pt x="38" y="3"/>
                  </a:cubicBezTo>
                  <a:cubicBezTo>
                    <a:pt x="37" y="3"/>
                    <a:pt x="37" y="3"/>
                    <a:pt x="36" y="3"/>
                  </a:cubicBezTo>
                  <a:cubicBezTo>
                    <a:pt x="36" y="3"/>
                    <a:pt x="36" y="3"/>
                    <a:pt x="35" y="3"/>
                  </a:cubicBezTo>
                  <a:cubicBezTo>
                    <a:pt x="35" y="3"/>
                    <a:pt x="35" y="3"/>
                    <a:pt x="35" y="3"/>
                  </a:cubicBezTo>
                  <a:cubicBezTo>
                    <a:pt x="35" y="4"/>
                    <a:pt x="35" y="4"/>
                    <a:pt x="35" y="4"/>
                  </a:cubicBezTo>
                  <a:cubicBezTo>
                    <a:pt x="34" y="4"/>
                    <a:pt x="34" y="4"/>
                    <a:pt x="33" y="4"/>
                  </a:cubicBezTo>
                  <a:cubicBezTo>
                    <a:pt x="33" y="4"/>
                    <a:pt x="33" y="3"/>
                    <a:pt x="32" y="3"/>
                  </a:cubicBezTo>
                  <a:cubicBezTo>
                    <a:pt x="32" y="3"/>
                    <a:pt x="31" y="3"/>
                    <a:pt x="30" y="3"/>
                  </a:cubicBezTo>
                  <a:cubicBezTo>
                    <a:pt x="30" y="3"/>
                    <a:pt x="29" y="3"/>
                    <a:pt x="29" y="4"/>
                  </a:cubicBezTo>
                  <a:cubicBezTo>
                    <a:pt x="29" y="4"/>
                    <a:pt x="28" y="4"/>
                    <a:pt x="27" y="4"/>
                  </a:cubicBezTo>
                  <a:cubicBezTo>
                    <a:pt x="27" y="5"/>
                    <a:pt x="27" y="6"/>
                    <a:pt x="27" y="6"/>
                  </a:cubicBezTo>
                  <a:cubicBezTo>
                    <a:pt x="26" y="6"/>
                    <a:pt x="26" y="5"/>
                    <a:pt x="26" y="5"/>
                  </a:cubicBezTo>
                  <a:cubicBezTo>
                    <a:pt x="25" y="5"/>
                    <a:pt x="24" y="6"/>
                    <a:pt x="24" y="5"/>
                  </a:cubicBezTo>
                  <a:cubicBezTo>
                    <a:pt x="24" y="5"/>
                    <a:pt x="25" y="5"/>
                    <a:pt x="25" y="5"/>
                  </a:cubicBezTo>
                  <a:cubicBezTo>
                    <a:pt x="25" y="4"/>
                    <a:pt x="25" y="4"/>
                    <a:pt x="24" y="4"/>
                  </a:cubicBezTo>
                  <a:cubicBezTo>
                    <a:pt x="24" y="4"/>
                    <a:pt x="24" y="3"/>
                    <a:pt x="24" y="3"/>
                  </a:cubicBezTo>
                  <a:cubicBezTo>
                    <a:pt x="23" y="3"/>
                    <a:pt x="23" y="3"/>
                    <a:pt x="23" y="3"/>
                  </a:cubicBezTo>
                  <a:cubicBezTo>
                    <a:pt x="22" y="3"/>
                    <a:pt x="22" y="0"/>
                    <a:pt x="21" y="1"/>
                  </a:cubicBezTo>
                  <a:cubicBezTo>
                    <a:pt x="21" y="2"/>
                    <a:pt x="20" y="2"/>
                    <a:pt x="20" y="2"/>
                  </a:cubicBezTo>
                  <a:cubicBezTo>
                    <a:pt x="19" y="3"/>
                    <a:pt x="19" y="3"/>
                    <a:pt x="19" y="3"/>
                  </a:cubicBezTo>
                  <a:cubicBezTo>
                    <a:pt x="18" y="3"/>
                    <a:pt x="17" y="4"/>
                    <a:pt x="17" y="3"/>
                  </a:cubicBezTo>
                  <a:cubicBezTo>
                    <a:pt x="17" y="2"/>
                    <a:pt x="17" y="2"/>
                    <a:pt x="16" y="2"/>
                  </a:cubicBezTo>
                  <a:cubicBezTo>
                    <a:pt x="16" y="2"/>
                    <a:pt x="15" y="2"/>
                    <a:pt x="14" y="2"/>
                  </a:cubicBezTo>
                  <a:cubicBezTo>
                    <a:pt x="14" y="3"/>
                    <a:pt x="13" y="3"/>
                    <a:pt x="13" y="3"/>
                  </a:cubicBezTo>
                  <a:cubicBezTo>
                    <a:pt x="13" y="4"/>
                    <a:pt x="11" y="5"/>
                    <a:pt x="10" y="5"/>
                  </a:cubicBezTo>
                  <a:cubicBezTo>
                    <a:pt x="10" y="6"/>
                    <a:pt x="10" y="6"/>
                    <a:pt x="10" y="7"/>
                  </a:cubicBezTo>
                  <a:cubicBezTo>
                    <a:pt x="10" y="7"/>
                    <a:pt x="10" y="7"/>
                    <a:pt x="9" y="7"/>
                  </a:cubicBezTo>
                  <a:cubicBezTo>
                    <a:pt x="8" y="7"/>
                    <a:pt x="9" y="8"/>
                    <a:pt x="8" y="8"/>
                  </a:cubicBezTo>
                  <a:cubicBezTo>
                    <a:pt x="8" y="8"/>
                    <a:pt x="8" y="9"/>
                    <a:pt x="7" y="9"/>
                  </a:cubicBezTo>
                  <a:cubicBezTo>
                    <a:pt x="7" y="9"/>
                    <a:pt x="6" y="10"/>
                    <a:pt x="5" y="9"/>
                  </a:cubicBezTo>
                  <a:cubicBezTo>
                    <a:pt x="5" y="9"/>
                    <a:pt x="5" y="9"/>
                    <a:pt x="5" y="9"/>
                  </a:cubicBezTo>
                  <a:cubicBezTo>
                    <a:pt x="5" y="9"/>
                    <a:pt x="5" y="9"/>
                    <a:pt x="4" y="9"/>
                  </a:cubicBezTo>
                  <a:cubicBezTo>
                    <a:pt x="4" y="9"/>
                    <a:pt x="3" y="9"/>
                    <a:pt x="3" y="9"/>
                  </a:cubicBezTo>
                  <a:cubicBezTo>
                    <a:pt x="2" y="9"/>
                    <a:pt x="2" y="9"/>
                    <a:pt x="1" y="10"/>
                  </a:cubicBezTo>
                  <a:cubicBezTo>
                    <a:pt x="1" y="11"/>
                    <a:pt x="1" y="11"/>
                    <a:pt x="1" y="12"/>
                  </a:cubicBezTo>
                  <a:cubicBezTo>
                    <a:pt x="1" y="12"/>
                    <a:pt x="0" y="13"/>
                    <a:pt x="0" y="14"/>
                  </a:cubicBezTo>
                  <a:cubicBezTo>
                    <a:pt x="0" y="14"/>
                    <a:pt x="0" y="15"/>
                    <a:pt x="0" y="15"/>
                  </a:cubicBezTo>
                  <a:cubicBezTo>
                    <a:pt x="1" y="16"/>
                    <a:pt x="1" y="16"/>
                    <a:pt x="1" y="17"/>
                  </a:cubicBezTo>
                  <a:cubicBezTo>
                    <a:pt x="2" y="17"/>
                    <a:pt x="2" y="17"/>
                    <a:pt x="2" y="18"/>
                  </a:cubicBezTo>
                  <a:cubicBezTo>
                    <a:pt x="2" y="18"/>
                    <a:pt x="3" y="18"/>
                    <a:pt x="3" y="18"/>
                  </a:cubicBezTo>
                  <a:cubicBezTo>
                    <a:pt x="3" y="18"/>
                    <a:pt x="2" y="18"/>
                    <a:pt x="2" y="17"/>
                  </a:cubicBezTo>
                  <a:cubicBezTo>
                    <a:pt x="2" y="17"/>
                    <a:pt x="3" y="18"/>
                    <a:pt x="3" y="18"/>
                  </a:cubicBezTo>
                  <a:cubicBezTo>
                    <a:pt x="3" y="18"/>
                    <a:pt x="5" y="18"/>
                    <a:pt x="4" y="18"/>
                  </a:cubicBezTo>
                  <a:cubicBezTo>
                    <a:pt x="4" y="18"/>
                    <a:pt x="5" y="19"/>
                    <a:pt x="5" y="19"/>
                  </a:cubicBezTo>
                  <a:cubicBezTo>
                    <a:pt x="5" y="19"/>
                    <a:pt x="6" y="20"/>
                    <a:pt x="6" y="20"/>
                  </a:cubicBezTo>
                  <a:cubicBezTo>
                    <a:pt x="7" y="20"/>
                    <a:pt x="8" y="21"/>
                    <a:pt x="9" y="21"/>
                  </a:cubicBezTo>
                  <a:cubicBezTo>
                    <a:pt x="10" y="21"/>
                    <a:pt x="11" y="21"/>
                    <a:pt x="12" y="21"/>
                  </a:cubicBezTo>
                  <a:cubicBezTo>
                    <a:pt x="13" y="21"/>
                    <a:pt x="14" y="21"/>
                    <a:pt x="14" y="21"/>
                  </a:cubicBezTo>
                  <a:cubicBezTo>
                    <a:pt x="15" y="21"/>
                    <a:pt x="15" y="21"/>
                    <a:pt x="16" y="21"/>
                  </a:cubicBezTo>
                  <a:cubicBezTo>
                    <a:pt x="16" y="20"/>
                    <a:pt x="17" y="20"/>
                    <a:pt x="17" y="20"/>
                  </a:cubicBezTo>
                  <a:cubicBezTo>
                    <a:pt x="17" y="19"/>
                    <a:pt x="16" y="19"/>
                    <a:pt x="16" y="19"/>
                  </a:cubicBezTo>
                  <a:cubicBezTo>
                    <a:pt x="17" y="18"/>
                    <a:pt x="17" y="18"/>
                    <a:pt x="18" y="17"/>
                  </a:cubicBezTo>
                  <a:cubicBezTo>
                    <a:pt x="19" y="17"/>
                    <a:pt x="20" y="18"/>
                    <a:pt x="20" y="17"/>
                  </a:cubicBezTo>
                  <a:cubicBezTo>
                    <a:pt x="21" y="17"/>
                    <a:pt x="22" y="17"/>
                    <a:pt x="22" y="17"/>
                  </a:cubicBezTo>
                  <a:cubicBezTo>
                    <a:pt x="23" y="16"/>
                    <a:pt x="23" y="16"/>
                    <a:pt x="24" y="16"/>
                  </a:cubicBezTo>
                  <a:cubicBezTo>
                    <a:pt x="25" y="16"/>
                    <a:pt x="25" y="16"/>
                    <a:pt x="26" y="17"/>
                  </a:cubicBezTo>
                  <a:cubicBezTo>
                    <a:pt x="26" y="17"/>
                    <a:pt x="27" y="17"/>
                    <a:pt x="27" y="16"/>
                  </a:cubicBezTo>
                  <a:cubicBezTo>
                    <a:pt x="28" y="16"/>
                    <a:pt x="28" y="16"/>
                    <a:pt x="28" y="15"/>
                  </a:cubicBezTo>
                  <a:cubicBezTo>
                    <a:pt x="29" y="15"/>
                    <a:pt x="29" y="16"/>
                    <a:pt x="30" y="15"/>
                  </a:cubicBezTo>
                  <a:cubicBezTo>
                    <a:pt x="30" y="15"/>
                    <a:pt x="30" y="14"/>
                    <a:pt x="30" y="14"/>
                  </a:cubicBezTo>
                  <a:cubicBezTo>
                    <a:pt x="30" y="13"/>
                    <a:pt x="31" y="13"/>
                    <a:pt x="31" y="13"/>
                  </a:cubicBezTo>
                  <a:cubicBezTo>
                    <a:pt x="31" y="12"/>
                    <a:pt x="32" y="12"/>
                    <a:pt x="32" y="12"/>
                  </a:cubicBezTo>
                  <a:cubicBezTo>
                    <a:pt x="33" y="12"/>
                    <a:pt x="34" y="12"/>
                    <a:pt x="35" y="13"/>
                  </a:cubicBezTo>
                  <a:cubicBezTo>
                    <a:pt x="36" y="13"/>
                    <a:pt x="36" y="13"/>
                    <a:pt x="37" y="13"/>
                  </a:cubicBezTo>
                  <a:cubicBezTo>
                    <a:pt x="37" y="13"/>
                    <a:pt x="38" y="13"/>
                    <a:pt x="38" y="12"/>
                  </a:cubicBezTo>
                  <a:cubicBezTo>
                    <a:pt x="39" y="12"/>
                    <a:pt x="39" y="12"/>
                    <a:pt x="40" y="13"/>
                  </a:cubicBezTo>
                  <a:cubicBezTo>
                    <a:pt x="40" y="13"/>
                    <a:pt x="40" y="13"/>
                    <a:pt x="41" y="13"/>
                  </a:cubicBezTo>
                  <a:cubicBezTo>
                    <a:pt x="41" y="14"/>
                    <a:pt x="42" y="15"/>
                    <a:pt x="43" y="14"/>
                  </a:cubicBezTo>
                  <a:cubicBezTo>
                    <a:pt x="44" y="14"/>
                    <a:pt x="45" y="15"/>
                    <a:pt x="45" y="13"/>
                  </a:cubicBezTo>
                  <a:cubicBezTo>
                    <a:pt x="45" y="12"/>
                    <a:pt x="46" y="12"/>
                    <a:pt x="46" y="11"/>
                  </a:cubicBezTo>
                  <a:cubicBezTo>
                    <a:pt x="46" y="11"/>
                    <a:pt x="46" y="10"/>
                    <a:pt x="47" y="9"/>
                  </a:cubicBezTo>
                  <a:cubicBezTo>
                    <a:pt x="47" y="9"/>
                    <a:pt x="46" y="9"/>
                    <a:pt x="47" y="9"/>
                  </a:cubicBezTo>
                  <a:cubicBezTo>
                    <a:pt x="47" y="9"/>
                    <a:pt x="47" y="8"/>
                    <a:pt x="47" y="8"/>
                  </a:cubicBezTo>
                  <a:cubicBezTo>
                    <a:pt x="48" y="7"/>
                    <a:pt x="48" y="7"/>
                    <a:pt x="48" y="7"/>
                  </a:cubicBezTo>
                  <a:cubicBezTo>
                    <a:pt x="47" y="7"/>
                    <a:pt x="47" y="6"/>
                    <a:pt x="46" y="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73" name="Singapore">
              <a:extLst>
                <a:ext uri="{FF2B5EF4-FFF2-40B4-BE49-F238E27FC236}">
                  <a16:creationId xmlns:a16="http://schemas.microsoft.com/office/drawing/2014/main" id="{2F966B43-C9A9-33C2-14B4-BAB51480AA5D}"/>
                </a:ext>
              </a:extLst>
            </p:cNvPr>
            <p:cNvSpPr>
              <a:spLocks/>
            </p:cNvSpPr>
            <p:nvPr/>
          </p:nvSpPr>
          <p:spPr bwMode="auto">
            <a:xfrm>
              <a:off x="9255658" y="3987501"/>
              <a:ext cx="13723" cy="6860"/>
            </a:xfrm>
            <a:custGeom>
              <a:avLst/>
              <a:gdLst/>
              <a:ahLst/>
              <a:cxnLst>
                <a:cxn ang="0">
                  <a:pos x="3" y="1"/>
                </a:cxn>
                <a:cxn ang="0">
                  <a:pos x="2" y="0"/>
                </a:cxn>
                <a:cxn ang="0">
                  <a:pos x="1" y="1"/>
                </a:cxn>
                <a:cxn ang="0">
                  <a:pos x="0" y="2"/>
                </a:cxn>
                <a:cxn ang="0">
                  <a:pos x="1" y="2"/>
                </a:cxn>
                <a:cxn ang="0">
                  <a:pos x="2" y="2"/>
                </a:cxn>
                <a:cxn ang="0">
                  <a:pos x="3" y="2"/>
                </a:cxn>
                <a:cxn ang="0">
                  <a:pos x="3" y="2"/>
                </a:cxn>
                <a:cxn ang="0">
                  <a:pos x="4" y="1"/>
                </a:cxn>
                <a:cxn ang="0">
                  <a:pos x="3" y="1"/>
                </a:cxn>
              </a:cxnLst>
              <a:rect l="0" t="0" r="r" b="b"/>
              <a:pathLst>
                <a:path w="4" h="2">
                  <a:moveTo>
                    <a:pt x="3" y="1"/>
                  </a:moveTo>
                  <a:cubicBezTo>
                    <a:pt x="3" y="1"/>
                    <a:pt x="2" y="0"/>
                    <a:pt x="2" y="0"/>
                  </a:cubicBezTo>
                  <a:cubicBezTo>
                    <a:pt x="2" y="0"/>
                    <a:pt x="1" y="1"/>
                    <a:pt x="1" y="1"/>
                  </a:cubicBezTo>
                  <a:cubicBezTo>
                    <a:pt x="1" y="1"/>
                    <a:pt x="0" y="1"/>
                    <a:pt x="0" y="2"/>
                  </a:cubicBezTo>
                  <a:cubicBezTo>
                    <a:pt x="1" y="2"/>
                    <a:pt x="1" y="2"/>
                    <a:pt x="1" y="2"/>
                  </a:cubicBezTo>
                  <a:cubicBezTo>
                    <a:pt x="2" y="2"/>
                    <a:pt x="2" y="2"/>
                    <a:pt x="2" y="2"/>
                  </a:cubicBezTo>
                  <a:cubicBezTo>
                    <a:pt x="2" y="2"/>
                    <a:pt x="2" y="2"/>
                    <a:pt x="3" y="2"/>
                  </a:cubicBezTo>
                  <a:cubicBezTo>
                    <a:pt x="3" y="2"/>
                    <a:pt x="3" y="2"/>
                    <a:pt x="3" y="2"/>
                  </a:cubicBezTo>
                  <a:cubicBezTo>
                    <a:pt x="4" y="2"/>
                    <a:pt x="4" y="1"/>
                    <a:pt x="4" y="1"/>
                  </a:cubicBezTo>
                  <a:cubicBezTo>
                    <a:pt x="3" y="1"/>
                    <a:pt x="3" y="1"/>
                    <a:pt x="3"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74" name="Sierra Leone">
              <a:extLst>
                <a:ext uri="{FF2B5EF4-FFF2-40B4-BE49-F238E27FC236}">
                  <a16:creationId xmlns:a16="http://schemas.microsoft.com/office/drawing/2014/main" id="{81E35AD0-99FF-5BC5-ECBD-76B3D143E302}"/>
                </a:ext>
              </a:extLst>
            </p:cNvPr>
            <p:cNvSpPr>
              <a:spLocks noEditPoints="1"/>
            </p:cNvSpPr>
            <p:nvPr/>
          </p:nvSpPr>
          <p:spPr bwMode="auto">
            <a:xfrm>
              <a:off x="5240906" y="3654244"/>
              <a:ext cx="101936" cy="123501"/>
            </a:xfrm>
            <a:custGeom>
              <a:avLst/>
              <a:gdLst/>
              <a:ahLst/>
              <a:cxnLst>
                <a:cxn ang="0">
                  <a:pos x="28" y="17"/>
                </a:cxn>
                <a:cxn ang="0">
                  <a:pos x="25" y="19"/>
                </a:cxn>
                <a:cxn ang="0">
                  <a:pos x="27" y="16"/>
                </a:cxn>
                <a:cxn ang="0">
                  <a:pos x="26" y="12"/>
                </a:cxn>
                <a:cxn ang="0">
                  <a:pos x="25" y="10"/>
                </a:cxn>
                <a:cxn ang="0">
                  <a:pos x="25" y="7"/>
                </a:cxn>
                <a:cxn ang="0">
                  <a:pos x="24" y="5"/>
                </a:cxn>
                <a:cxn ang="0">
                  <a:pos x="22" y="3"/>
                </a:cxn>
                <a:cxn ang="0">
                  <a:pos x="21" y="1"/>
                </a:cxn>
                <a:cxn ang="0">
                  <a:pos x="14" y="1"/>
                </a:cxn>
                <a:cxn ang="0">
                  <a:pos x="11" y="1"/>
                </a:cxn>
                <a:cxn ang="0">
                  <a:pos x="8" y="3"/>
                </a:cxn>
                <a:cxn ang="0">
                  <a:pos x="6" y="6"/>
                </a:cxn>
                <a:cxn ang="0">
                  <a:pos x="6" y="7"/>
                </a:cxn>
                <a:cxn ang="0">
                  <a:pos x="4" y="8"/>
                </a:cxn>
                <a:cxn ang="0">
                  <a:pos x="3" y="10"/>
                </a:cxn>
                <a:cxn ang="0">
                  <a:pos x="0" y="12"/>
                </a:cxn>
                <a:cxn ang="0">
                  <a:pos x="2" y="13"/>
                </a:cxn>
                <a:cxn ang="0">
                  <a:pos x="1" y="13"/>
                </a:cxn>
                <a:cxn ang="0">
                  <a:pos x="2" y="17"/>
                </a:cxn>
                <a:cxn ang="0">
                  <a:pos x="2" y="15"/>
                </a:cxn>
                <a:cxn ang="0">
                  <a:pos x="4" y="15"/>
                </a:cxn>
                <a:cxn ang="0">
                  <a:pos x="3" y="16"/>
                </a:cxn>
                <a:cxn ang="0">
                  <a:pos x="2" y="18"/>
                </a:cxn>
                <a:cxn ang="0">
                  <a:pos x="0" y="17"/>
                </a:cxn>
                <a:cxn ang="0">
                  <a:pos x="1" y="19"/>
                </a:cxn>
                <a:cxn ang="0">
                  <a:pos x="3" y="20"/>
                </a:cxn>
                <a:cxn ang="0">
                  <a:pos x="4" y="22"/>
                </a:cxn>
                <a:cxn ang="0">
                  <a:pos x="3" y="23"/>
                </a:cxn>
                <a:cxn ang="0">
                  <a:pos x="5" y="25"/>
                </a:cxn>
                <a:cxn ang="0">
                  <a:pos x="6" y="26"/>
                </a:cxn>
                <a:cxn ang="0">
                  <a:pos x="8" y="25"/>
                </a:cxn>
                <a:cxn ang="0">
                  <a:pos x="8" y="26"/>
                </a:cxn>
                <a:cxn ang="0">
                  <a:pos x="10" y="27"/>
                </a:cxn>
                <a:cxn ang="0">
                  <a:pos x="8" y="28"/>
                </a:cxn>
                <a:cxn ang="0">
                  <a:pos x="8" y="29"/>
                </a:cxn>
                <a:cxn ang="0">
                  <a:pos x="12" y="31"/>
                </a:cxn>
                <a:cxn ang="0">
                  <a:pos x="16" y="33"/>
                </a:cxn>
                <a:cxn ang="0">
                  <a:pos x="17" y="33"/>
                </a:cxn>
                <a:cxn ang="0">
                  <a:pos x="19" y="32"/>
                </a:cxn>
                <a:cxn ang="0">
                  <a:pos x="21" y="30"/>
                </a:cxn>
                <a:cxn ang="0">
                  <a:pos x="24" y="27"/>
                </a:cxn>
                <a:cxn ang="0">
                  <a:pos x="26" y="24"/>
                </a:cxn>
                <a:cxn ang="0">
                  <a:pos x="28" y="21"/>
                </a:cxn>
                <a:cxn ang="0">
                  <a:pos x="29" y="17"/>
                </a:cxn>
                <a:cxn ang="0">
                  <a:pos x="3" y="13"/>
                </a:cxn>
                <a:cxn ang="0">
                  <a:pos x="8" y="28"/>
                </a:cxn>
                <a:cxn ang="0">
                  <a:pos x="7" y="28"/>
                </a:cxn>
                <a:cxn ang="0">
                  <a:pos x="4" y="27"/>
                </a:cxn>
              </a:cxnLst>
              <a:rect l="0" t="0" r="r" b="b"/>
              <a:pathLst>
                <a:path w="29" h="35">
                  <a:moveTo>
                    <a:pt x="29" y="17"/>
                  </a:moveTo>
                  <a:cubicBezTo>
                    <a:pt x="29" y="17"/>
                    <a:pt x="29" y="17"/>
                    <a:pt x="28" y="17"/>
                  </a:cubicBezTo>
                  <a:cubicBezTo>
                    <a:pt x="28" y="17"/>
                    <a:pt x="27" y="19"/>
                    <a:pt x="27" y="19"/>
                  </a:cubicBezTo>
                  <a:cubicBezTo>
                    <a:pt x="26" y="18"/>
                    <a:pt x="25" y="19"/>
                    <a:pt x="25" y="19"/>
                  </a:cubicBezTo>
                  <a:cubicBezTo>
                    <a:pt x="25" y="19"/>
                    <a:pt x="26" y="18"/>
                    <a:pt x="26" y="17"/>
                  </a:cubicBezTo>
                  <a:cubicBezTo>
                    <a:pt x="26" y="17"/>
                    <a:pt x="26" y="16"/>
                    <a:pt x="27" y="16"/>
                  </a:cubicBezTo>
                  <a:cubicBezTo>
                    <a:pt x="28" y="15"/>
                    <a:pt x="27" y="14"/>
                    <a:pt x="27" y="14"/>
                  </a:cubicBezTo>
                  <a:cubicBezTo>
                    <a:pt x="26" y="13"/>
                    <a:pt x="26" y="12"/>
                    <a:pt x="26" y="12"/>
                  </a:cubicBezTo>
                  <a:cubicBezTo>
                    <a:pt x="26" y="11"/>
                    <a:pt x="27" y="11"/>
                    <a:pt x="26" y="10"/>
                  </a:cubicBezTo>
                  <a:cubicBezTo>
                    <a:pt x="25" y="10"/>
                    <a:pt x="25" y="10"/>
                    <a:pt x="25" y="10"/>
                  </a:cubicBezTo>
                  <a:cubicBezTo>
                    <a:pt x="25" y="9"/>
                    <a:pt x="26" y="9"/>
                    <a:pt x="26" y="8"/>
                  </a:cubicBezTo>
                  <a:cubicBezTo>
                    <a:pt x="26" y="8"/>
                    <a:pt x="25" y="8"/>
                    <a:pt x="25" y="7"/>
                  </a:cubicBezTo>
                  <a:cubicBezTo>
                    <a:pt x="25" y="7"/>
                    <a:pt x="25" y="7"/>
                    <a:pt x="24" y="7"/>
                  </a:cubicBezTo>
                  <a:cubicBezTo>
                    <a:pt x="24" y="7"/>
                    <a:pt x="24" y="6"/>
                    <a:pt x="24" y="5"/>
                  </a:cubicBezTo>
                  <a:cubicBezTo>
                    <a:pt x="24" y="5"/>
                    <a:pt x="23" y="5"/>
                    <a:pt x="23" y="4"/>
                  </a:cubicBezTo>
                  <a:cubicBezTo>
                    <a:pt x="23" y="4"/>
                    <a:pt x="23" y="3"/>
                    <a:pt x="22" y="3"/>
                  </a:cubicBezTo>
                  <a:cubicBezTo>
                    <a:pt x="22" y="2"/>
                    <a:pt x="21" y="2"/>
                    <a:pt x="21" y="1"/>
                  </a:cubicBezTo>
                  <a:cubicBezTo>
                    <a:pt x="21" y="1"/>
                    <a:pt x="21" y="1"/>
                    <a:pt x="21" y="1"/>
                  </a:cubicBezTo>
                  <a:cubicBezTo>
                    <a:pt x="20" y="0"/>
                    <a:pt x="18" y="0"/>
                    <a:pt x="18" y="0"/>
                  </a:cubicBezTo>
                  <a:cubicBezTo>
                    <a:pt x="17" y="0"/>
                    <a:pt x="14" y="0"/>
                    <a:pt x="14" y="1"/>
                  </a:cubicBezTo>
                  <a:cubicBezTo>
                    <a:pt x="14" y="1"/>
                    <a:pt x="13" y="1"/>
                    <a:pt x="13" y="2"/>
                  </a:cubicBezTo>
                  <a:cubicBezTo>
                    <a:pt x="12" y="2"/>
                    <a:pt x="11" y="2"/>
                    <a:pt x="11" y="1"/>
                  </a:cubicBezTo>
                  <a:cubicBezTo>
                    <a:pt x="10" y="1"/>
                    <a:pt x="10" y="1"/>
                    <a:pt x="9" y="1"/>
                  </a:cubicBezTo>
                  <a:cubicBezTo>
                    <a:pt x="8" y="2"/>
                    <a:pt x="8" y="2"/>
                    <a:pt x="8" y="3"/>
                  </a:cubicBezTo>
                  <a:cubicBezTo>
                    <a:pt x="8" y="3"/>
                    <a:pt x="7" y="4"/>
                    <a:pt x="7" y="4"/>
                  </a:cubicBezTo>
                  <a:cubicBezTo>
                    <a:pt x="7" y="5"/>
                    <a:pt x="6" y="6"/>
                    <a:pt x="6" y="6"/>
                  </a:cubicBezTo>
                  <a:cubicBezTo>
                    <a:pt x="6" y="6"/>
                    <a:pt x="6" y="7"/>
                    <a:pt x="6" y="7"/>
                  </a:cubicBezTo>
                  <a:cubicBezTo>
                    <a:pt x="5" y="7"/>
                    <a:pt x="6" y="7"/>
                    <a:pt x="6" y="7"/>
                  </a:cubicBezTo>
                  <a:cubicBezTo>
                    <a:pt x="5" y="8"/>
                    <a:pt x="5" y="8"/>
                    <a:pt x="4" y="8"/>
                  </a:cubicBezTo>
                  <a:cubicBezTo>
                    <a:pt x="4" y="8"/>
                    <a:pt x="4" y="8"/>
                    <a:pt x="4" y="8"/>
                  </a:cubicBezTo>
                  <a:cubicBezTo>
                    <a:pt x="3" y="9"/>
                    <a:pt x="4" y="9"/>
                    <a:pt x="4" y="9"/>
                  </a:cubicBezTo>
                  <a:cubicBezTo>
                    <a:pt x="4" y="10"/>
                    <a:pt x="3" y="10"/>
                    <a:pt x="3" y="10"/>
                  </a:cubicBezTo>
                  <a:cubicBezTo>
                    <a:pt x="2" y="11"/>
                    <a:pt x="2" y="11"/>
                    <a:pt x="1" y="10"/>
                  </a:cubicBezTo>
                  <a:cubicBezTo>
                    <a:pt x="1" y="10"/>
                    <a:pt x="0" y="11"/>
                    <a:pt x="0" y="12"/>
                  </a:cubicBezTo>
                  <a:cubicBezTo>
                    <a:pt x="0" y="12"/>
                    <a:pt x="2" y="12"/>
                    <a:pt x="2" y="12"/>
                  </a:cubicBezTo>
                  <a:cubicBezTo>
                    <a:pt x="2" y="12"/>
                    <a:pt x="1" y="12"/>
                    <a:pt x="2" y="13"/>
                  </a:cubicBezTo>
                  <a:cubicBezTo>
                    <a:pt x="2" y="13"/>
                    <a:pt x="2" y="13"/>
                    <a:pt x="2" y="13"/>
                  </a:cubicBezTo>
                  <a:cubicBezTo>
                    <a:pt x="1" y="13"/>
                    <a:pt x="1" y="13"/>
                    <a:pt x="1" y="13"/>
                  </a:cubicBezTo>
                  <a:cubicBezTo>
                    <a:pt x="0" y="14"/>
                    <a:pt x="1" y="15"/>
                    <a:pt x="1" y="15"/>
                  </a:cubicBezTo>
                  <a:cubicBezTo>
                    <a:pt x="1" y="15"/>
                    <a:pt x="1" y="17"/>
                    <a:pt x="2" y="17"/>
                  </a:cubicBezTo>
                  <a:cubicBezTo>
                    <a:pt x="2" y="16"/>
                    <a:pt x="2" y="16"/>
                    <a:pt x="1" y="15"/>
                  </a:cubicBezTo>
                  <a:cubicBezTo>
                    <a:pt x="2" y="15"/>
                    <a:pt x="2" y="16"/>
                    <a:pt x="2" y="15"/>
                  </a:cubicBezTo>
                  <a:cubicBezTo>
                    <a:pt x="3" y="15"/>
                    <a:pt x="2" y="16"/>
                    <a:pt x="3" y="16"/>
                  </a:cubicBezTo>
                  <a:cubicBezTo>
                    <a:pt x="3" y="16"/>
                    <a:pt x="4" y="16"/>
                    <a:pt x="4" y="15"/>
                  </a:cubicBezTo>
                  <a:cubicBezTo>
                    <a:pt x="4" y="15"/>
                    <a:pt x="3" y="16"/>
                    <a:pt x="4" y="16"/>
                  </a:cubicBezTo>
                  <a:cubicBezTo>
                    <a:pt x="4" y="16"/>
                    <a:pt x="3" y="16"/>
                    <a:pt x="3" y="16"/>
                  </a:cubicBezTo>
                  <a:cubicBezTo>
                    <a:pt x="3" y="16"/>
                    <a:pt x="3" y="17"/>
                    <a:pt x="2" y="17"/>
                  </a:cubicBezTo>
                  <a:cubicBezTo>
                    <a:pt x="2" y="17"/>
                    <a:pt x="1" y="18"/>
                    <a:pt x="2" y="18"/>
                  </a:cubicBezTo>
                  <a:cubicBezTo>
                    <a:pt x="2" y="18"/>
                    <a:pt x="2" y="18"/>
                    <a:pt x="3" y="18"/>
                  </a:cubicBezTo>
                  <a:cubicBezTo>
                    <a:pt x="2" y="18"/>
                    <a:pt x="0" y="16"/>
                    <a:pt x="0" y="17"/>
                  </a:cubicBezTo>
                  <a:cubicBezTo>
                    <a:pt x="0" y="18"/>
                    <a:pt x="0" y="18"/>
                    <a:pt x="0" y="18"/>
                  </a:cubicBezTo>
                  <a:cubicBezTo>
                    <a:pt x="1" y="18"/>
                    <a:pt x="1" y="18"/>
                    <a:pt x="1" y="19"/>
                  </a:cubicBezTo>
                  <a:cubicBezTo>
                    <a:pt x="1" y="19"/>
                    <a:pt x="1" y="20"/>
                    <a:pt x="1" y="20"/>
                  </a:cubicBezTo>
                  <a:cubicBezTo>
                    <a:pt x="2" y="20"/>
                    <a:pt x="3" y="20"/>
                    <a:pt x="3" y="20"/>
                  </a:cubicBezTo>
                  <a:cubicBezTo>
                    <a:pt x="3" y="20"/>
                    <a:pt x="4" y="21"/>
                    <a:pt x="4" y="21"/>
                  </a:cubicBezTo>
                  <a:cubicBezTo>
                    <a:pt x="4" y="22"/>
                    <a:pt x="4" y="22"/>
                    <a:pt x="4" y="22"/>
                  </a:cubicBezTo>
                  <a:cubicBezTo>
                    <a:pt x="4" y="23"/>
                    <a:pt x="4" y="23"/>
                    <a:pt x="5" y="23"/>
                  </a:cubicBezTo>
                  <a:cubicBezTo>
                    <a:pt x="4" y="23"/>
                    <a:pt x="4" y="23"/>
                    <a:pt x="3" y="23"/>
                  </a:cubicBezTo>
                  <a:cubicBezTo>
                    <a:pt x="3" y="23"/>
                    <a:pt x="4" y="24"/>
                    <a:pt x="4" y="24"/>
                  </a:cubicBezTo>
                  <a:cubicBezTo>
                    <a:pt x="4" y="24"/>
                    <a:pt x="4" y="25"/>
                    <a:pt x="5" y="25"/>
                  </a:cubicBezTo>
                  <a:cubicBezTo>
                    <a:pt x="5" y="25"/>
                    <a:pt x="5" y="24"/>
                    <a:pt x="5" y="24"/>
                  </a:cubicBezTo>
                  <a:cubicBezTo>
                    <a:pt x="4" y="25"/>
                    <a:pt x="6" y="26"/>
                    <a:pt x="6" y="26"/>
                  </a:cubicBezTo>
                  <a:cubicBezTo>
                    <a:pt x="7" y="26"/>
                    <a:pt x="7" y="26"/>
                    <a:pt x="7" y="26"/>
                  </a:cubicBezTo>
                  <a:cubicBezTo>
                    <a:pt x="7" y="26"/>
                    <a:pt x="8" y="25"/>
                    <a:pt x="8" y="25"/>
                  </a:cubicBezTo>
                  <a:cubicBezTo>
                    <a:pt x="8" y="25"/>
                    <a:pt x="7" y="26"/>
                    <a:pt x="7" y="26"/>
                  </a:cubicBezTo>
                  <a:cubicBezTo>
                    <a:pt x="7" y="26"/>
                    <a:pt x="7" y="27"/>
                    <a:pt x="8" y="26"/>
                  </a:cubicBezTo>
                  <a:cubicBezTo>
                    <a:pt x="8" y="27"/>
                    <a:pt x="8" y="27"/>
                    <a:pt x="9" y="27"/>
                  </a:cubicBezTo>
                  <a:cubicBezTo>
                    <a:pt x="10" y="27"/>
                    <a:pt x="10" y="27"/>
                    <a:pt x="10" y="27"/>
                  </a:cubicBezTo>
                  <a:cubicBezTo>
                    <a:pt x="11" y="27"/>
                    <a:pt x="11" y="27"/>
                    <a:pt x="10" y="27"/>
                  </a:cubicBezTo>
                  <a:cubicBezTo>
                    <a:pt x="10" y="28"/>
                    <a:pt x="9" y="27"/>
                    <a:pt x="8" y="28"/>
                  </a:cubicBezTo>
                  <a:cubicBezTo>
                    <a:pt x="7" y="28"/>
                    <a:pt x="9" y="29"/>
                    <a:pt x="9" y="29"/>
                  </a:cubicBezTo>
                  <a:cubicBezTo>
                    <a:pt x="9" y="29"/>
                    <a:pt x="8" y="29"/>
                    <a:pt x="8" y="29"/>
                  </a:cubicBezTo>
                  <a:cubicBezTo>
                    <a:pt x="7" y="29"/>
                    <a:pt x="8" y="29"/>
                    <a:pt x="8" y="29"/>
                  </a:cubicBezTo>
                  <a:cubicBezTo>
                    <a:pt x="9" y="30"/>
                    <a:pt x="11" y="30"/>
                    <a:pt x="12" y="31"/>
                  </a:cubicBezTo>
                  <a:cubicBezTo>
                    <a:pt x="13" y="31"/>
                    <a:pt x="13" y="31"/>
                    <a:pt x="15" y="32"/>
                  </a:cubicBezTo>
                  <a:cubicBezTo>
                    <a:pt x="15" y="32"/>
                    <a:pt x="15" y="33"/>
                    <a:pt x="16" y="33"/>
                  </a:cubicBezTo>
                  <a:cubicBezTo>
                    <a:pt x="16" y="33"/>
                    <a:pt x="16" y="33"/>
                    <a:pt x="16" y="33"/>
                  </a:cubicBezTo>
                  <a:cubicBezTo>
                    <a:pt x="16" y="33"/>
                    <a:pt x="16" y="33"/>
                    <a:pt x="17" y="33"/>
                  </a:cubicBezTo>
                  <a:cubicBezTo>
                    <a:pt x="17" y="34"/>
                    <a:pt x="18" y="35"/>
                    <a:pt x="18" y="34"/>
                  </a:cubicBezTo>
                  <a:cubicBezTo>
                    <a:pt x="18" y="33"/>
                    <a:pt x="18" y="32"/>
                    <a:pt x="19" y="32"/>
                  </a:cubicBezTo>
                  <a:cubicBezTo>
                    <a:pt x="19" y="32"/>
                    <a:pt x="19" y="32"/>
                    <a:pt x="19" y="32"/>
                  </a:cubicBezTo>
                  <a:cubicBezTo>
                    <a:pt x="18" y="31"/>
                    <a:pt x="21" y="30"/>
                    <a:pt x="21" y="30"/>
                  </a:cubicBezTo>
                  <a:cubicBezTo>
                    <a:pt x="21" y="29"/>
                    <a:pt x="22" y="29"/>
                    <a:pt x="22" y="28"/>
                  </a:cubicBezTo>
                  <a:cubicBezTo>
                    <a:pt x="23" y="28"/>
                    <a:pt x="23" y="28"/>
                    <a:pt x="24" y="27"/>
                  </a:cubicBezTo>
                  <a:cubicBezTo>
                    <a:pt x="24" y="27"/>
                    <a:pt x="24" y="26"/>
                    <a:pt x="25" y="26"/>
                  </a:cubicBezTo>
                  <a:cubicBezTo>
                    <a:pt x="25" y="25"/>
                    <a:pt x="26" y="25"/>
                    <a:pt x="26" y="24"/>
                  </a:cubicBezTo>
                  <a:cubicBezTo>
                    <a:pt x="26" y="23"/>
                    <a:pt x="26" y="22"/>
                    <a:pt x="27" y="21"/>
                  </a:cubicBezTo>
                  <a:cubicBezTo>
                    <a:pt x="27" y="21"/>
                    <a:pt x="28" y="21"/>
                    <a:pt x="28" y="21"/>
                  </a:cubicBezTo>
                  <a:cubicBezTo>
                    <a:pt x="29" y="21"/>
                    <a:pt x="29" y="20"/>
                    <a:pt x="29" y="19"/>
                  </a:cubicBezTo>
                  <a:cubicBezTo>
                    <a:pt x="29" y="18"/>
                    <a:pt x="29" y="18"/>
                    <a:pt x="29" y="17"/>
                  </a:cubicBezTo>
                  <a:close/>
                  <a:moveTo>
                    <a:pt x="2" y="13"/>
                  </a:moveTo>
                  <a:cubicBezTo>
                    <a:pt x="3" y="13"/>
                    <a:pt x="3" y="13"/>
                    <a:pt x="3" y="13"/>
                  </a:cubicBezTo>
                  <a:cubicBezTo>
                    <a:pt x="3" y="13"/>
                    <a:pt x="3" y="13"/>
                    <a:pt x="2" y="13"/>
                  </a:cubicBezTo>
                  <a:close/>
                  <a:moveTo>
                    <a:pt x="8" y="28"/>
                  </a:moveTo>
                  <a:cubicBezTo>
                    <a:pt x="8" y="28"/>
                    <a:pt x="7" y="29"/>
                    <a:pt x="7" y="29"/>
                  </a:cubicBezTo>
                  <a:cubicBezTo>
                    <a:pt x="7" y="29"/>
                    <a:pt x="7" y="28"/>
                    <a:pt x="7" y="28"/>
                  </a:cubicBezTo>
                  <a:cubicBezTo>
                    <a:pt x="6" y="28"/>
                    <a:pt x="4" y="27"/>
                    <a:pt x="3" y="27"/>
                  </a:cubicBezTo>
                  <a:cubicBezTo>
                    <a:pt x="4" y="27"/>
                    <a:pt x="4" y="27"/>
                    <a:pt x="4" y="27"/>
                  </a:cubicBezTo>
                  <a:cubicBezTo>
                    <a:pt x="5" y="26"/>
                    <a:pt x="8" y="26"/>
                    <a:pt x="8" y="2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75" name="Seychelles">
              <a:extLst>
                <a:ext uri="{FF2B5EF4-FFF2-40B4-BE49-F238E27FC236}">
                  <a16:creationId xmlns:a16="http://schemas.microsoft.com/office/drawing/2014/main" id="{60BA180E-7B86-CE8F-162F-6944F9A97A38}"/>
                </a:ext>
              </a:extLst>
            </p:cNvPr>
            <p:cNvSpPr>
              <a:spLocks noEditPoints="1"/>
            </p:cNvSpPr>
            <p:nvPr/>
          </p:nvSpPr>
          <p:spPr bwMode="auto">
            <a:xfrm>
              <a:off x="7276708" y="4193334"/>
              <a:ext cx="349919" cy="233279"/>
            </a:xfrm>
            <a:custGeom>
              <a:avLst/>
              <a:gdLst/>
              <a:ahLst/>
              <a:cxnLst>
                <a:cxn ang="0">
                  <a:pos x="2" y="61"/>
                </a:cxn>
                <a:cxn ang="0">
                  <a:pos x="1" y="61"/>
                </a:cxn>
                <a:cxn ang="0">
                  <a:pos x="2" y="61"/>
                </a:cxn>
                <a:cxn ang="0">
                  <a:pos x="47" y="63"/>
                </a:cxn>
                <a:cxn ang="0">
                  <a:pos x="47" y="63"/>
                </a:cxn>
                <a:cxn ang="0">
                  <a:pos x="47" y="63"/>
                </a:cxn>
                <a:cxn ang="0">
                  <a:pos x="13" y="65"/>
                </a:cxn>
                <a:cxn ang="0">
                  <a:pos x="13" y="65"/>
                </a:cxn>
                <a:cxn ang="0">
                  <a:pos x="13" y="65"/>
                </a:cxn>
                <a:cxn ang="0">
                  <a:pos x="3" y="65"/>
                </a:cxn>
                <a:cxn ang="0">
                  <a:pos x="3" y="65"/>
                </a:cxn>
                <a:cxn ang="0">
                  <a:pos x="89" y="8"/>
                </a:cxn>
                <a:cxn ang="0">
                  <a:pos x="89" y="8"/>
                </a:cxn>
                <a:cxn ang="0">
                  <a:pos x="67" y="16"/>
                </a:cxn>
                <a:cxn ang="0">
                  <a:pos x="67" y="17"/>
                </a:cxn>
                <a:cxn ang="0">
                  <a:pos x="67" y="17"/>
                </a:cxn>
                <a:cxn ang="0">
                  <a:pos x="67" y="16"/>
                </a:cxn>
                <a:cxn ang="0">
                  <a:pos x="67" y="16"/>
                </a:cxn>
                <a:cxn ang="0">
                  <a:pos x="47" y="59"/>
                </a:cxn>
                <a:cxn ang="0">
                  <a:pos x="47" y="60"/>
                </a:cxn>
                <a:cxn ang="0">
                  <a:pos x="47" y="59"/>
                </a:cxn>
                <a:cxn ang="0">
                  <a:pos x="93" y="0"/>
                </a:cxn>
                <a:cxn ang="0">
                  <a:pos x="93" y="0"/>
                </a:cxn>
                <a:cxn ang="0">
                  <a:pos x="93" y="0"/>
                </a:cxn>
                <a:cxn ang="0">
                  <a:pos x="94" y="6"/>
                </a:cxn>
                <a:cxn ang="0">
                  <a:pos x="95" y="6"/>
                </a:cxn>
                <a:cxn ang="0">
                  <a:pos x="94" y="5"/>
                </a:cxn>
                <a:cxn ang="0">
                  <a:pos x="94" y="6"/>
                </a:cxn>
                <a:cxn ang="0">
                  <a:pos x="64" y="35"/>
                </a:cxn>
                <a:cxn ang="0">
                  <a:pos x="64" y="35"/>
                </a:cxn>
                <a:cxn ang="0">
                  <a:pos x="64" y="35"/>
                </a:cxn>
                <a:cxn ang="0">
                  <a:pos x="90" y="23"/>
                </a:cxn>
                <a:cxn ang="0">
                  <a:pos x="90" y="23"/>
                </a:cxn>
                <a:cxn ang="0">
                  <a:pos x="90" y="23"/>
                </a:cxn>
                <a:cxn ang="0">
                  <a:pos x="98" y="37"/>
                </a:cxn>
                <a:cxn ang="0">
                  <a:pos x="99" y="36"/>
                </a:cxn>
                <a:cxn ang="0">
                  <a:pos x="98" y="37"/>
                </a:cxn>
                <a:cxn ang="0">
                  <a:pos x="3" y="61"/>
                </a:cxn>
                <a:cxn ang="0">
                  <a:pos x="3" y="61"/>
                </a:cxn>
                <a:cxn ang="0">
                  <a:pos x="0" y="61"/>
                </a:cxn>
                <a:cxn ang="0">
                  <a:pos x="1" y="62"/>
                </a:cxn>
                <a:cxn ang="0">
                  <a:pos x="2" y="62"/>
                </a:cxn>
                <a:cxn ang="0">
                  <a:pos x="3" y="62"/>
                </a:cxn>
                <a:cxn ang="0">
                  <a:pos x="3" y="61"/>
                </a:cxn>
                <a:cxn ang="0">
                  <a:pos x="91" y="9"/>
                </a:cxn>
                <a:cxn ang="0">
                  <a:pos x="91" y="8"/>
                </a:cxn>
                <a:cxn ang="0">
                  <a:pos x="91" y="9"/>
                </a:cxn>
                <a:cxn ang="0">
                  <a:pos x="91" y="9"/>
                </a:cxn>
                <a:cxn ang="0">
                  <a:pos x="92" y="10"/>
                </a:cxn>
                <a:cxn ang="0">
                  <a:pos x="91" y="10"/>
                </a:cxn>
                <a:cxn ang="0">
                  <a:pos x="92" y="11"/>
                </a:cxn>
                <a:cxn ang="0">
                  <a:pos x="92" y="9"/>
                </a:cxn>
                <a:cxn ang="0">
                  <a:pos x="91" y="9"/>
                </a:cxn>
              </a:cxnLst>
              <a:rect l="0" t="0" r="r" b="b"/>
              <a:pathLst>
                <a:path w="99" h="66">
                  <a:moveTo>
                    <a:pt x="2" y="61"/>
                  </a:moveTo>
                  <a:cubicBezTo>
                    <a:pt x="2" y="61"/>
                    <a:pt x="2" y="61"/>
                    <a:pt x="1" y="61"/>
                  </a:cubicBezTo>
                  <a:cubicBezTo>
                    <a:pt x="2" y="61"/>
                    <a:pt x="3" y="61"/>
                    <a:pt x="2" y="61"/>
                  </a:cubicBezTo>
                  <a:close/>
                  <a:moveTo>
                    <a:pt x="47" y="63"/>
                  </a:moveTo>
                  <a:cubicBezTo>
                    <a:pt x="47" y="63"/>
                    <a:pt x="47" y="63"/>
                    <a:pt x="47" y="63"/>
                  </a:cubicBezTo>
                  <a:cubicBezTo>
                    <a:pt x="47" y="63"/>
                    <a:pt x="47" y="63"/>
                    <a:pt x="47" y="63"/>
                  </a:cubicBezTo>
                  <a:close/>
                  <a:moveTo>
                    <a:pt x="13" y="65"/>
                  </a:moveTo>
                  <a:cubicBezTo>
                    <a:pt x="13" y="65"/>
                    <a:pt x="13" y="65"/>
                    <a:pt x="13" y="65"/>
                  </a:cubicBezTo>
                  <a:cubicBezTo>
                    <a:pt x="13" y="65"/>
                    <a:pt x="13" y="65"/>
                    <a:pt x="13" y="65"/>
                  </a:cubicBezTo>
                  <a:close/>
                  <a:moveTo>
                    <a:pt x="3" y="65"/>
                  </a:moveTo>
                  <a:cubicBezTo>
                    <a:pt x="3" y="65"/>
                    <a:pt x="3" y="66"/>
                    <a:pt x="3" y="65"/>
                  </a:cubicBezTo>
                  <a:close/>
                  <a:moveTo>
                    <a:pt x="89" y="8"/>
                  </a:moveTo>
                  <a:cubicBezTo>
                    <a:pt x="90" y="7"/>
                    <a:pt x="88" y="7"/>
                    <a:pt x="89" y="8"/>
                  </a:cubicBezTo>
                  <a:close/>
                  <a:moveTo>
                    <a:pt x="67" y="16"/>
                  </a:moveTo>
                  <a:cubicBezTo>
                    <a:pt x="67" y="16"/>
                    <a:pt x="67" y="17"/>
                    <a:pt x="67" y="17"/>
                  </a:cubicBezTo>
                  <a:cubicBezTo>
                    <a:pt x="67" y="17"/>
                    <a:pt x="67" y="17"/>
                    <a:pt x="67" y="17"/>
                  </a:cubicBezTo>
                  <a:cubicBezTo>
                    <a:pt x="67" y="17"/>
                    <a:pt x="67" y="16"/>
                    <a:pt x="67" y="16"/>
                  </a:cubicBezTo>
                  <a:cubicBezTo>
                    <a:pt x="67" y="16"/>
                    <a:pt x="66" y="16"/>
                    <a:pt x="67" y="16"/>
                  </a:cubicBezTo>
                  <a:close/>
                  <a:moveTo>
                    <a:pt x="47" y="59"/>
                  </a:moveTo>
                  <a:cubicBezTo>
                    <a:pt x="47" y="59"/>
                    <a:pt x="47" y="60"/>
                    <a:pt x="47" y="60"/>
                  </a:cubicBezTo>
                  <a:cubicBezTo>
                    <a:pt x="47" y="60"/>
                    <a:pt x="47" y="59"/>
                    <a:pt x="47" y="59"/>
                  </a:cubicBezTo>
                  <a:close/>
                  <a:moveTo>
                    <a:pt x="93" y="0"/>
                  </a:moveTo>
                  <a:cubicBezTo>
                    <a:pt x="93" y="0"/>
                    <a:pt x="93" y="0"/>
                    <a:pt x="93" y="0"/>
                  </a:cubicBezTo>
                  <a:cubicBezTo>
                    <a:pt x="93" y="0"/>
                    <a:pt x="93" y="0"/>
                    <a:pt x="93" y="0"/>
                  </a:cubicBezTo>
                  <a:close/>
                  <a:moveTo>
                    <a:pt x="94" y="6"/>
                  </a:moveTo>
                  <a:cubicBezTo>
                    <a:pt x="94" y="6"/>
                    <a:pt x="94" y="6"/>
                    <a:pt x="95" y="6"/>
                  </a:cubicBezTo>
                  <a:cubicBezTo>
                    <a:pt x="94" y="6"/>
                    <a:pt x="94" y="5"/>
                    <a:pt x="94" y="5"/>
                  </a:cubicBezTo>
                  <a:cubicBezTo>
                    <a:pt x="93" y="6"/>
                    <a:pt x="94" y="6"/>
                    <a:pt x="94" y="6"/>
                  </a:cubicBezTo>
                  <a:close/>
                  <a:moveTo>
                    <a:pt x="64" y="35"/>
                  </a:moveTo>
                  <a:cubicBezTo>
                    <a:pt x="64" y="35"/>
                    <a:pt x="64" y="35"/>
                    <a:pt x="64" y="35"/>
                  </a:cubicBezTo>
                  <a:cubicBezTo>
                    <a:pt x="64" y="35"/>
                    <a:pt x="64" y="35"/>
                    <a:pt x="64" y="35"/>
                  </a:cubicBezTo>
                  <a:close/>
                  <a:moveTo>
                    <a:pt x="90" y="23"/>
                  </a:moveTo>
                  <a:cubicBezTo>
                    <a:pt x="90" y="23"/>
                    <a:pt x="90" y="23"/>
                    <a:pt x="90" y="23"/>
                  </a:cubicBezTo>
                  <a:cubicBezTo>
                    <a:pt x="90" y="23"/>
                    <a:pt x="90" y="23"/>
                    <a:pt x="90" y="23"/>
                  </a:cubicBezTo>
                  <a:close/>
                  <a:moveTo>
                    <a:pt x="98" y="37"/>
                  </a:moveTo>
                  <a:cubicBezTo>
                    <a:pt x="98" y="37"/>
                    <a:pt x="99" y="37"/>
                    <a:pt x="99" y="36"/>
                  </a:cubicBezTo>
                  <a:cubicBezTo>
                    <a:pt x="98" y="37"/>
                    <a:pt x="98" y="37"/>
                    <a:pt x="98" y="37"/>
                  </a:cubicBezTo>
                  <a:close/>
                  <a:moveTo>
                    <a:pt x="3" y="61"/>
                  </a:moveTo>
                  <a:cubicBezTo>
                    <a:pt x="3" y="61"/>
                    <a:pt x="3" y="61"/>
                    <a:pt x="3" y="61"/>
                  </a:cubicBezTo>
                  <a:cubicBezTo>
                    <a:pt x="2" y="61"/>
                    <a:pt x="1" y="62"/>
                    <a:pt x="0" y="61"/>
                  </a:cubicBezTo>
                  <a:cubicBezTo>
                    <a:pt x="0" y="62"/>
                    <a:pt x="1" y="62"/>
                    <a:pt x="1" y="62"/>
                  </a:cubicBezTo>
                  <a:cubicBezTo>
                    <a:pt x="1" y="62"/>
                    <a:pt x="2" y="62"/>
                    <a:pt x="2" y="62"/>
                  </a:cubicBezTo>
                  <a:cubicBezTo>
                    <a:pt x="2" y="62"/>
                    <a:pt x="3" y="62"/>
                    <a:pt x="3" y="62"/>
                  </a:cubicBezTo>
                  <a:cubicBezTo>
                    <a:pt x="4" y="62"/>
                    <a:pt x="4" y="61"/>
                    <a:pt x="3" y="61"/>
                  </a:cubicBezTo>
                  <a:close/>
                  <a:moveTo>
                    <a:pt x="91" y="9"/>
                  </a:moveTo>
                  <a:cubicBezTo>
                    <a:pt x="91" y="8"/>
                    <a:pt x="92" y="8"/>
                    <a:pt x="91" y="8"/>
                  </a:cubicBezTo>
                  <a:cubicBezTo>
                    <a:pt x="91" y="8"/>
                    <a:pt x="91" y="9"/>
                    <a:pt x="91" y="9"/>
                  </a:cubicBezTo>
                  <a:cubicBezTo>
                    <a:pt x="90" y="9"/>
                    <a:pt x="91" y="9"/>
                    <a:pt x="91" y="9"/>
                  </a:cubicBezTo>
                  <a:cubicBezTo>
                    <a:pt x="91" y="10"/>
                    <a:pt x="91" y="10"/>
                    <a:pt x="92" y="10"/>
                  </a:cubicBezTo>
                  <a:cubicBezTo>
                    <a:pt x="92" y="10"/>
                    <a:pt x="91" y="10"/>
                    <a:pt x="91" y="10"/>
                  </a:cubicBezTo>
                  <a:cubicBezTo>
                    <a:pt x="92" y="11"/>
                    <a:pt x="92" y="11"/>
                    <a:pt x="92" y="11"/>
                  </a:cubicBezTo>
                  <a:cubicBezTo>
                    <a:pt x="92" y="11"/>
                    <a:pt x="92" y="10"/>
                    <a:pt x="92" y="9"/>
                  </a:cubicBezTo>
                  <a:cubicBezTo>
                    <a:pt x="92" y="9"/>
                    <a:pt x="91" y="9"/>
                    <a:pt x="91" y="9"/>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76" name="Serbia">
              <a:extLst>
                <a:ext uri="{FF2B5EF4-FFF2-40B4-BE49-F238E27FC236}">
                  <a16:creationId xmlns:a16="http://schemas.microsoft.com/office/drawing/2014/main" id="{7BAFA6F3-C008-F905-A503-201D1DE7BA6C}"/>
                </a:ext>
              </a:extLst>
            </p:cNvPr>
            <p:cNvSpPr>
              <a:spLocks/>
            </p:cNvSpPr>
            <p:nvPr/>
          </p:nvSpPr>
          <p:spPr bwMode="auto">
            <a:xfrm>
              <a:off x="6310266" y="2250649"/>
              <a:ext cx="134283" cy="148985"/>
            </a:xfrm>
            <a:custGeom>
              <a:avLst/>
              <a:gdLst/>
              <a:ahLst/>
              <a:cxnLst>
                <a:cxn ang="0">
                  <a:pos x="35" y="30"/>
                </a:cxn>
                <a:cxn ang="0">
                  <a:pos x="32" y="25"/>
                </a:cxn>
                <a:cxn ang="0">
                  <a:pos x="34" y="21"/>
                </a:cxn>
                <a:cxn ang="0">
                  <a:pos x="32" y="18"/>
                </a:cxn>
                <a:cxn ang="0">
                  <a:pos x="35" y="17"/>
                </a:cxn>
                <a:cxn ang="0">
                  <a:pos x="31" y="16"/>
                </a:cxn>
                <a:cxn ang="0">
                  <a:pos x="25" y="15"/>
                </a:cxn>
                <a:cxn ang="0">
                  <a:pos x="22" y="12"/>
                </a:cxn>
                <a:cxn ang="0">
                  <a:pos x="23" y="10"/>
                </a:cxn>
                <a:cxn ang="0">
                  <a:pos x="19" y="9"/>
                </a:cxn>
                <a:cxn ang="0">
                  <a:pos x="17" y="5"/>
                </a:cxn>
                <a:cxn ang="0">
                  <a:pos x="13" y="2"/>
                </a:cxn>
                <a:cxn ang="0">
                  <a:pos x="8" y="0"/>
                </a:cxn>
                <a:cxn ang="0">
                  <a:pos x="4" y="2"/>
                </a:cxn>
                <a:cxn ang="0">
                  <a:pos x="2" y="2"/>
                </a:cxn>
                <a:cxn ang="0">
                  <a:pos x="0" y="3"/>
                </a:cxn>
                <a:cxn ang="0">
                  <a:pos x="1" y="7"/>
                </a:cxn>
                <a:cxn ang="0">
                  <a:pos x="2" y="8"/>
                </a:cxn>
                <a:cxn ang="0">
                  <a:pos x="3" y="9"/>
                </a:cxn>
                <a:cxn ang="0">
                  <a:pos x="3" y="10"/>
                </a:cxn>
                <a:cxn ang="0">
                  <a:pos x="3" y="12"/>
                </a:cxn>
                <a:cxn ang="0">
                  <a:pos x="2" y="14"/>
                </a:cxn>
                <a:cxn ang="0">
                  <a:pos x="5" y="16"/>
                </a:cxn>
                <a:cxn ang="0">
                  <a:pos x="3" y="19"/>
                </a:cxn>
                <a:cxn ang="0">
                  <a:pos x="6" y="22"/>
                </a:cxn>
                <a:cxn ang="0">
                  <a:pos x="5" y="24"/>
                </a:cxn>
                <a:cxn ang="0">
                  <a:pos x="6" y="28"/>
                </a:cxn>
                <a:cxn ang="0">
                  <a:pos x="6" y="30"/>
                </a:cxn>
                <a:cxn ang="0">
                  <a:pos x="11" y="33"/>
                </a:cxn>
                <a:cxn ang="0">
                  <a:pos x="13" y="35"/>
                </a:cxn>
                <a:cxn ang="0">
                  <a:pos x="15" y="35"/>
                </a:cxn>
                <a:cxn ang="0">
                  <a:pos x="16" y="33"/>
                </a:cxn>
                <a:cxn ang="0">
                  <a:pos x="17" y="31"/>
                </a:cxn>
                <a:cxn ang="0">
                  <a:pos x="18" y="30"/>
                </a:cxn>
                <a:cxn ang="0">
                  <a:pos x="20" y="31"/>
                </a:cxn>
                <a:cxn ang="0">
                  <a:pos x="22" y="33"/>
                </a:cxn>
                <a:cxn ang="0">
                  <a:pos x="24" y="34"/>
                </a:cxn>
                <a:cxn ang="0">
                  <a:pos x="26" y="36"/>
                </a:cxn>
                <a:cxn ang="0">
                  <a:pos x="26" y="38"/>
                </a:cxn>
                <a:cxn ang="0">
                  <a:pos x="26" y="41"/>
                </a:cxn>
                <a:cxn ang="0">
                  <a:pos x="28" y="42"/>
                </a:cxn>
                <a:cxn ang="0">
                  <a:pos x="33" y="41"/>
                </a:cxn>
                <a:cxn ang="0">
                  <a:pos x="34" y="37"/>
                </a:cxn>
                <a:cxn ang="0">
                  <a:pos x="37" y="33"/>
                </a:cxn>
              </a:cxnLst>
              <a:rect l="0" t="0" r="r" b="b"/>
              <a:pathLst>
                <a:path w="38" h="42">
                  <a:moveTo>
                    <a:pt x="38" y="32"/>
                  </a:moveTo>
                  <a:cubicBezTo>
                    <a:pt x="37" y="32"/>
                    <a:pt x="37" y="32"/>
                    <a:pt x="36" y="31"/>
                  </a:cubicBezTo>
                  <a:cubicBezTo>
                    <a:pt x="36" y="31"/>
                    <a:pt x="36" y="30"/>
                    <a:pt x="35" y="30"/>
                  </a:cubicBezTo>
                  <a:cubicBezTo>
                    <a:pt x="34" y="29"/>
                    <a:pt x="33" y="29"/>
                    <a:pt x="33" y="28"/>
                  </a:cubicBezTo>
                  <a:cubicBezTo>
                    <a:pt x="33" y="28"/>
                    <a:pt x="33" y="27"/>
                    <a:pt x="32" y="27"/>
                  </a:cubicBezTo>
                  <a:cubicBezTo>
                    <a:pt x="32" y="26"/>
                    <a:pt x="32" y="25"/>
                    <a:pt x="32" y="25"/>
                  </a:cubicBezTo>
                  <a:cubicBezTo>
                    <a:pt x="32" y="24"/>
                    <a:pt x="32" y="23"/>
                    <a:pt x="32" y="23"/>
                  </a:cubicBezTo>
                  <a:cubicBezTo>
                    <a:pt x="33" y="23"/>
                    <a:pt x="33" y="23"/>
                    <a:pt x="34" y="22"/>
                  </a:cubicBezTo>
                  <a:cubicBezTo>
                    <a:pt x="34" y="22"/>
                    <a:pt x="34" y="21"/>
                    <a:pt x="34" y="21"/>
                  </a:cubicBezTo>
                  <a:cubicBezTo>
                    <a:pt x="34" y="21"/>
                    <a:pt x="34" y="20"/>
                    <a:pt x="34" y="20"/>
                  </a:cubicBezTo>
                  <a:cubicBezTo>
                    <a:pt x="33" y="20"/>
                    <a:pt x="33" y="19"/>
                    <a:pt x="33" y="19"/>
                  </a:cubicBezTo>
                  <a:cubicBezTo>
                    <a:pt x="33" y="19"/>
                    <a:pt x="32" y="18"/>
                    <a:pt x="32" y="18"/>
                  </a:cubicBezTo>
                  <a:cubicBezTo>
                    <a:pt x="33" y="18"/>
                    <a:pt x="33" y="18"/>
                    <a:pt x="33" y="18"/>
                  </a:cubicBezTo>
                  <a:cubicBezTo>
                    <a:pt x="33" y="18"/>
                    <a:pt x="33" y="17"/>
                    <a:pt x="34" y="17"/>
                  </a:cubicBezTo>
                  <a:cubicBezTo>
                    <a:pt x="34" y="18"/>
                    <a:pt x="35" y="18"/>
                    <a:pt x="35" y="17"/>
                  </a:cubicBezTo>
                  <a:cubicBezTo>
                    <a:pt x="34" y="17"/>
                    <a:pt x="34" y="17"/>
                    <a:pt x="33" y="16"/>
                  </a:cubicBezTo>
                  <a:cubicBezTo>
                    <a:pt x="33" y="16"/>
                    <a:pt x="32" y="15"/>
                    <a:pt x="32" y="16"/>
                  </a:cubicBezTo>
                  <a:cubicBezTo>
                    <a:pt x="32" y="16"/>
                    <a:pt x="31" y="16"/>
                    <a:pt x="31" y="16"/>
                  </a:cubicBezTo>
                  <a:cubicBezTo>
                    <a:pt x="30" y="17"/>
                    <a:pt x="30" y="19"/>
                    <a:pt x="28" y="17"/>
                  </a:cubicBezTo>
                  <a:cubicBezTo>
                    <a:pt x="28" y="16"/>
                    <a:pt x="26" y="16"/>
                    <a:pt x="25" y="16"/>
                  </a:cubicBezTo>
                  <a:cubicBezTo>
                    <a:pt x="25" y="16"/>
                    <a:pt x="25" y="16"/>
                    <a:pt x="25" y="15"/>
                  </a:cubicBezTo>
                  <a:cubicBezTo>
                    <a:pt x="24" y="15"/>
                    <a:pt x="23" y="15"/>
                    <a:pt x="23" y="15"/>
                  </a:cubicBezTo>
                  <a:cubicBezTo>
                    <a:pt x="21" y="14"/>
                    <a:pt x="25" y="14"/>
                    <a:pt x="24" y="13"/>
                  </a:cubicBezTo>
                  <a:cubicBezTo>
                    <a:pt x="24" y="13"/>
                    <a:pt x="22" y="13"/>
                    <a:pt x="22" y="12"/>
                  </a:cubicBezTo>
                  <a:cubicBezTo>
                    <a:pt x="22" y="12"/>
                    <a:pt x="23" y="12"/>
                    <a:pt x="23" y="12"/>
                  </a:cubicBezTo>
                  <a:cubicBezTo>
                    <a:pt x="23" y="12"/>
                    <a:pt x="23" y="12"/>
                    <a:pt x="23" y="12"/>
                  </a:cubicBezTo>
                  <a:cubicBezTo>
                    <a:pt x="23" y="11"/>
                    <a:pt x="24" y="11"/>
                    <a:pt x="23" y="10"/>
                  </a:cubicBezTo>
                  <a:cubicBezTo>
                    <a:pt x="22" y="10"/>
                    <a:pt x="21" y="10"/>
                    <a:pt x="21" y="9"/>
                  </a:cubicBezTo>
                  <a:cubicBezTo>
                    <a:pt x="20" y="9"/>
                    <a:pt x="20" y="9"/>
                    <a:pt x="20" y="9"/>
                  </a:cubicBezTo>
                  <a:cubicBezTo>
                    <a:pt x="19" y="9"/>
                    <a:pt x="19" y="9"/>
                    <a:pt x="19" y="9"/>
                  </a:cubicBezTo>
                  <a:cubicBezTo>
                    <a:pt x="18" y="8"/>
                    <a:pt x="17" y="7"/>
                    <a:pt x="17" y="7"/>
                  </a:cubicBezTo>
                  <a:cubicBezTo>
                    <a:pt x="18" y="7"/>
                    <a:pt x="17" y="6"/>
                    <a:pt x="17" y="6"/>
                  </a:cubicBezTo>
                  <a:cubicBezTo>
                    <a:pt x="17" y="6"/>
                    <a:pt x="17" y="6"/>
                    <a:pt x="17" y="5"/>
                  </a:cubicBezTo>
                  <a:cubicBezTo>
                    <a:pt x="17" y="5"/>
                    <a:pt x="17" y="4"/>
                    <a:pt x="17" y="4"/>
                  </a:cubicBezTo>
                  <a:cubicBezTo>
                    <a:pt x="16" y="5"/>
                    <a:pt x="16" y="3"/>
                    <a:pt x="15" y="3"/>
                  </a:cubicBezTo>
                  <a:cubicBezTo>
                    <a:pt x="15" y="3"/>
                    <a:pt x="14" y="2"/>
                    <a:pt x="13" y="2"/>
                  </a:cubicBezTo>
                  <a:cubicBezTo>
                    <a:pt x="13" y="1"/>
                    <a:pt x="12" y="0"/>
                    <a:pt x="11" y="0"/>
                  </a:cubicBezTo>
                  <a:cubicBezTo>
                    <a:pt x="11" y="0"/>
                    <a:pt x="10" y="0"/>
                    <a:pt x="10" y="0"/>
                  </a:cubicBezTo>
                  <a:cubicBezTo>
                    <a:pt x="9" y="0"/>
                    <a:pt x="8" y="0"/>
                    <a:pt x="8" y="0"/>
                  </a:cubicBezTo>
                  <a:cubicBezTo>
                    <a:pt x="7" y="0"/>
                    <a:pt x="6" y="0"/>
                    <a:pt x="5" y="0"/>
                  </a:cubicBezTo>
                  <a:cubicBezTo>
                    <a:pt x="5" y="1"/>
                    <a:pt x="5" y="1"/>
                    <a:pt x="4" y="1"/>
                  </a:cubicBezTo>
                  <a:cubicBezTo>
                    <a:pt x="4" y="1"/>
                    <a:pt x="4" y="2"/>
                    <a:pt x="4" y="2"/>
                  </a:cubicBezTo>
                  <a:cubicBezTo>
                    <a:pt x="4" y="2"/>
                    <a:pt x="3" y="2"/>
                    <a:pt x="3" y="2"/>
                  </a:cubicBezTo>
                  <a:cubicBezTo>
                    <a:pt x="2" y="2"/>
                    <a:pt x="2" y="1"/>
                    <a:pt x="2" y="1"/>
                  </a:cubicBezTo>
                  <a:cubicBezTo>
                    <a:pt x="2" y="2"/>
                    <a:pt x="2" y="2"/>
                    <a:pt x="2" y="2"/>
                  </a:cubicBezTo>
                  <a:cubicBezTo>
                    <a:pt x="1" y="2"/>
                    <a:pt x="1" y="2"/>
                    <a:pt x="1" y="2"/>
                  </a:cubicBezTo>
                  <a:cubicBezTo>
                    <a:pt x="1" y="2"/>
                    <a:pt x="1" y="2"/>
                    <a:pt x="1" y="2"/>
                  </a:cubicBezTo>
                  <a:cubicBezTo>
                    <a:pt x="0" y="3"/>
                    <a:pt x="0" y="3"/>
                    <a:pt x="0" y="3"/>
                  </a:cubicBezTo>
                  <a:cubicBezTo>
                    <a:pt x="0" y="3"/>
                    <a:pt x="1" y="4"/>
                    <a:pt x="1" y="5"/>
                  </a:cubicBezTo>
                  <a:cubicBezTo>
                    <a:pt x="0" y="5"/>
                    <a:pt x="1" y="5"/>
                    <a:pt x="1" y="6"/>
                  </a:cubicBezTo>
                  <a:cubicBezTo>
                    <a:pt x="1" y="6"/>
                    <a:pt x="1" y="7"/>
                    <a:pt x="1" y="7"/>
                  </a:cubicBezTo>
                  <a:cubicBezTo>
                    <a:pt x="2" y="7"/>
                    <a:pt x="2" y="7"/>
                    <a:pt x="2" y="7"/>
                  </a:cubicBezTo>
                  <a:cubicBezTo>
                    <a:pt x="2" y="7"/>
                    <a:pt x="2" y="7"/>
                    <a:pt x="1" y="7"/>
                  </a:cubicBezTo>
                  <a:cubicBezTo>
                    <a:pt x="1" y="7"/>
                    <a:pt x="2" y="8"/>
                    <a:pt x="2" y="8"/>
                  </a:cubicBezTo>
                  <a:cubicBezTo>
                    <a:pt x="1" y="8"/>
                    <a:pt x="1" y="8"/>
                    <a:pt x="2" y="9"/>
                  </a:cubicBezTo>
                  <a:cubicBezTo>
                    <a:pt x="2" y="9"/>
                    <a:pt x="2" y="9"/>
                    <a:pt x="2" y="9"/>
                  </a:cubicBezTo>
                  <a:cubicBezTo>
                    <a:pt x="3" y="9"/>
                    <a:pt x="3" y="9"/>
                    <a:pt x="3" y="9"/>
                  </a:cubicBezTo>
                  <a:cubicBezTo>
                    <a:pt x="3" y="10"/>
                    <a:pt x="6" y="10"/>
                    <a:pt x="5" y="10"/>
                  </a:cubicBezTo>
                  <a:cubicBezTo>
                    <a:pt x="5" y="11"/>
                    <a:pt x="4" y="10"/>
                    <a:pt x="4" y="11"/>
                  </a:cubicBezTo>
                  <a:cubicBezTo>
                    <a:pt x="4" y="11"/>
                    <a:pt x="3" y="10"/>
                    <a:pt x="3" y="10"/>
                  </a:cubicBezTo>
                  <a:cubicBezTo>
                    <a:pt x="3" y="10"/>
                    <a:pt x="3" y="11"/>
                    <a:pt x="3" y="11"/>
                  </a:cubicBezTo>
                  <a:cubicBezTo>
                    <a:pt x="3" y="11"/>
                    <a:pt x="2" y="11"/>
                    <a:pt x="2" y="11"/>
                  </a:cubicBezTo>
                  <a:cubicBezTo>
                    <a:pt x="2" y="11"/>
                    <a:pt x="3" y="12"/>
                    <a:pt x="3" y="12"/>
                  </a:cubicBezTo>
                  <a:cubicBezTo>
                    <a:pt x="3" y="13"/>
                    <a:pt x="3" y="13"/>
                    <a:pt x="3" y="13"/>
                  </a:cubicBezTo>
                  <a:cubicBezTo>
                    <a:pt x="3" y="13"/>
                    <a:pt x="2" y="13"/>
                    <a:pt x="2" y="13"/>
                  </a:cubicBezTo>
                  <a:cubicBezTo>
                    <a:pt x="2" y="14"/>
                    <a:pt x="2" y="14"/>
                    <a:pt x="2" y="14"/>
                  </a:cubicBezTo>
                  <a:cubicBezTo>
                    <a:pt x="3" y="14"/>
                    <a:pt x="3" y="14"/>
                    <a:pt x="4" y="13"/>
                  </a:cubicBezTo>
                  <a:cubicBezTo>
                    <a:pt x="5" y="13"/>
                    <a:pt x="5" y="14"/>
                    <a:pt x="5" y="15"/>
                  </a:cubicBezTo>
                  <a:cubicBezTo>
                    <a:pt x="5" y="15"/>
                    <a:pt x="5" y="15"/>
                    <a:pt x="5" y="16"/>
                  </a:cubicBezTo>
                  <a:cubicBezTo>
                    <a:pt x="4" y="16"/>
                    <a:pt x="4" y="16"/>
                    <a:pt x="4" y="16"/>
                  </a:cubicBezTo>
                  <a:cubicBezTo>
                    <a:pt x="4" y="17"/>
                    <a:pt x="4" y="17"/>
                    <a:pt x="3" y="18"/>
                  </a:cubicBezTo>
                  <a:cubicBezTo>
                    <a:pt x="3" y="18"/>
                    <a:pt x="4" y="19"/>
                    <a:pt x="3" y="19"/>
                  </a:cubicBezTo>
                  <a:cubicBezTo>
                    <a:pt x="3" y="19"/>
                    <a:pt x="3" y="20"/>
                    <a:pt x="4" y="20"/>
                  </a:cubicBezTo>
                  <a:cubicBezTo>
                    <a:pt x="4" y="20"/>
                    <a:pt x="5" y="20"/>
                    <a:pt x="5" y="21"/>
                  </a:cubicBezTo>
                  <a:cubicBezTo>
                    <a:pt x="5" y="21"/>
                    <a:pt x="6" y="22"/>
                    <a:pt x="6" y="22"/>
                  </a:cubicBezTo>
                  <a:cubicBezTo>
                    <a:pt x="6" y="22"/>
                    <a:pt x="7" y="23"/>
                    <a:pt x="7" y="23"/>
                  </a:cubicBezTo>
                  <a:cubicBezTo>
                    <a:pt x="8" y="23"/>
                    <a:pt x="7" y="23"/>
                    <a:pt x="7" y="24"/>
                  </a:cubicBezTo>
                  <a:cubicBezTo>
                    <a:pt x="6" y="24"/>
                    <a:pt x="6" y="24"/>
                    <a:pt x="5" y="24"/>
                  </a:cubicBezTo>
                  <a:cubicBezTo>
                    <a:pt x="5" y="23"/>
                    <a:pt x="4" y="23"/>
                    <a:pt x="5" y="24"/>
                  </a:cubicBezTo>
                  <a:cubicBezTo>
                    <a:pt x="6" y="25"/>
                    <a:pt x="7" y="26"/>
                    <a:pt x="7" y="27"/>
                  </a:cubicBezTo>
                  <a:cubicBezTo>
                    <a:pt x="7" y="28"/>
                    <a:pt x="7" y="28"/>
                    <a:pt x="6" y="28"/>
                  </a:cubicBezTo>
                  <a:cubicBezTo>
                    <a:pt x="6" y="28"/>
                    <a:pt x="6" y="28"/>
                    <a:pt x="5" y="28"/>
                  </a:cubicBezTo>
                  <a:cubicBezTo>
                    <a:pt x="5" y="28"/>
                    <a:pt x="4" y="28"/>
                    <a:pt x="4" y="29"/>
                  </a:cubicBezTo>
                  <a:cubicBezTo>
                    <a:pt x="4" y="29"/>
                    <a:pt x="6" y="30"/>
                    <a:pt x="6" y="30"/>
                  </a:cubicBezTo>
                  <a:cubicBezTo>
                    <a:pt x="7" y="31"/>
                    <a:pt x="7" y="32"/>
                    <a:pt x="9" y="32"/>
                  </a:cubicBezTo>
                  <a:cubicBezTo>
                    <a:pt x="9" y="32"/>
                    <a:pt x="9" y="33"/>
                    <a:pt x="10" y="33"/>
                  </a:cubicBezTo>
                  <a:cubicBezTo>
                    <a:pt x="10" y="33"/>
                    <a:pt x="10" y="33"/>
                    <a:pt x="11" y="33"/>
                  </a:cubicBezTo>
                  <a:cubicBezTo>
                    <a:pt x="11" y="33"/>
                    <a:pt x="11" y="33"/>
                    <a:pt x="11" y="33"/>
                  </a:cubicBezTo>
                  <a:cubicBezTo>
                    <a:pt x="11" y="33"/>
                    <a:pt x="12" y="34"/>
                    <a:pt x="12" y="34"/>
                  </a:cubicBezTo>
                  <a:cubicBezTo>
                    <a:pt x="12" y="34"/>
                    <a:pt x="13" y="34"/>
                    <a:pt x="13" y="35"/>
                  </a:cubicBezTo>
                  <a:cubicBezTo>
                    <a:pt x="13" y="35"/>
                    <a:pt x="14" y="35"/>
                    <a:pt x="14" y="35"/>
                  </a:cubicBezTo>
                  <a:cubicBezTo>
                    <a:pt x="14" y="35"/>
                    <a:pt x="14" y="35"/>
                    <a:pt x="14" y="35"/>
                  </a:cubicBezTo>
                  <a:cubicBezTo>
                    <a:pt x="15" y="35"/>
                    <a:pt x="15" y="35"/>
                    <a:pt x="15" y="35"/>
                  </a:cubicBezTo>
                  <a:cubicBezTo>
                    <a:pt x="16" y="34"/>
                    <a:pt x="16" y="34"/>
                    <a:pt x="16" y="34"/>
                  </a:cubicBezTo>
                  <a:cubicBezTo>
                    <a:pt x="16" y="34"/>
                    <a:pt x="16" y="34"/>
                    <a:pt x="16" y="34"/>
                  </a:cubicBezTo>
                  <a:cubicBezTo>
                    <a:pt x="16" y="33"/>
                    <a:pt x="16" y="33"/>
                    <a:pt x="16" y="33"/>
                  </a:cubicBezTo>
                  <a:cubicBezTo>
                    <a:pt x="16" y="33"/>
                    <a:pt x="16" y="33"/>
                    <a:pt x="16" y="33"/>
                  </a:cubicBezTo>
                  <a:cubicBezTo>
                    <a:pt x="17" y="32"/>
                    <a:pt x="17" y="32"/>
                    <a:pt x="17" y="32"/>
                  </a:cubicBezTo>
                  <a:cubicBezTo>
                    <a:pt x="17" y="31"/>
                    <a:pt x="17" y="31"/>
                    <a:pt x="17" y="31"/>
                  </a:cubicBezTo>
                  <a:cubicBezTo>
                    <a:pt x="17" y="31"/>
                    <a:pt x="17" y="31"/>
                    <a:pt x="17" y="31"/>
                  </a:cubicBezTo>
                  <a:cubicBezTo>
                    <a:pt x="17" y="30"/>
                    <a:pt x="17" y="30"/>
                    <a:pt x="17" y="30"/>
                  </a:cubicBezTo>
                  <a:cubicBezTo>
                    <a:pt x="18" y="30"/>
                    <a:pt x="18" y="30"/>
                    <a:pt x="18" y="30"/>
                  </a:cubicBezTo>
                  <a:cubicBezTo>
                    <a:pt x="19" y="30"/>
                    <a:pt x="19" y="30"/>
                    <a:pt x="19" y="30"/>
                  </a:cubicBezTo>
                  <a:cubicBezTo>
                    <a:pt x="19" y="31"/>
                    <a:pt x="19" y="31"/>
                    <a:pt x="19" y="31"/>
                  </a:cubicBezTo>
                  <a:cubicBezTo>
                    <a:pt x="20" y="31"/>
                    <a:pt x="20" y="31"/>
                    <a:pt x="20" y="31"/>
                  </a:cubicBezTo>
                  <a:cubicBezTo>
                    <a:pt x="21" y="32"/>
                    <a:pt x="21" y="32"/>
                    <a:pt x="21" y="32"/>
                  </a:cubicBezTo>
                  <a:cubicBezTo>
                    <a:pt x="22" y="33"/>
                    <a:pt x="22" y="33"/>
                    <a:pt x="22" y="33"/>
                  </a:cubicBezTo>
                  <a:cubicBezTo>
                    <a:pt x="22" y="33"/>
                    <a:pt x="22" y="33"/>
                    <a:pt x="22" y="33"/>
                  </a:cubicBezTo>
                  <a:cubicBezTo>
                    <a:pt x="22" y="33"/>
                    <a:pt x="22" y="33"/>
                    <a:pt x="22" y="33"/>
                  </a:cubicBezTo>
                  <a:cubicBezTo>
                    <a:pt x="23" y="34"/>
                    <a:pt x="23" y="34"/>
                    <a:pt x="23" y="34"/>
                  </a:cubicBezTo>
                  <a:cubicBezTo>
                    <a:pt x="24" y="34"/>
                    <a:pt x="24" y="34"/>
                    <a:pt x="24" y="34"/>
                  </a:cubicBezTo>
                  <a:cubicBezTo>
                    <a:pt x="24" y="35"/>
                    <a:pt x="24" y="35"/>
                    <a:pt x="24" y="35"/>
                  </a:cubicBezTo>
                  <a:cubicBezTo>
                    <a:pt x="25" y="35"/>
                    <a:pt x="25" y="35"/>
                    <a:pt x="25" y="35"/>
                  </a:cubicBezTo>
                  <a:cubicBezTo>
                    <a:pt x="26" y="36"/>
                    <a:pt x="26" y="36"/>
                    <a:pt x="26" y="36"/>
                  </a:cubicBezTo>
                  <a:cubicBezTo>
                    <a:pt x="27" y="36"/>
                    <a:pt x="27" y="36"/>
                    <a:pt x="27" y="36"/>
                  </a:cubicBezTo>
                  <a:cubicBezTo>
                    <a:pt x="27" y="37"/>
                    <a:pt x="27" y="37"/>
                    <a:pt x="27" y="37"/>
                  </a:cubicBezTo>
                  <a:cubicBezTo>
                    <a:pt x="26" y="38"/>
                    <a:pt x="26" y="38"/>
                    <a:pt x="26" y="38"/>
                  </a:cubicBezTo>
                  <a:cubicBezTo>
                    <a:pt x="26" y="39"/>
                    <a:pt x="26" y="39"/>
                    <a:pt x="26" y="39"/>
                  </a:cubicBezTo>
                  <a:cubicBezTo>
                    <a:pt x="25" y="40"/>
                    <a:pt x="25" y="40"/>
                    <a:pt x="25" y="40"/>
                  </a:cubicBezTo>
                  <a:cubicBezTo>
                    <a:pt x="26" y="41"/>
                    <a:pt x="26" y="41"/>
                    <a:pt x="26" y="41"/>
                  </a:cubicBezTo>
                  <a:cubicBezTo>
                    <a:pt x="27" y="42"/>
                    <a:pt x="27" y="42"/>
                    <a:pt x="27" y="42"/>
                  </a:cubicBezTo>
                  <a:cubicBezTo>
                    <a:pt x="27" y="42"/>
                    <a:pt x="26" y="42"/>
                    <a:pt x="26" y="42"/>
                  </a:cubicBezTo>
                  <a:cubicBezTo>
                    <a:pt x="27" y="42"/>
                    <a:pt x="27" y="42"/>
                    <a:pt x="28" y="42"/>
                  </a:cubicBezTo>
                  <a:cubicBezTo>
                    <a:pt x="29" y="41"/>
                    <a:pt x="29" y="41"/>
                    <a:pt x="30" y="41"/>
                  </a:cubicBezTo>
                  <a:cubicBezTo>
                    <a:pt x="30" y="42"/>
                    <a:pt x="31" y="41"/>
                    <a:pt x="32" y="41"/>
                  </a:cubicBezTo>
                  <a:cubicBezTo>
                    <a:pt x="32" y="42"/>
                    <a:pt x="33" y="42"/>
                    <a:pt x="33" y="41"/>
                  </a:cubicBezTo>
                  <a:cubicBezTo>
                    <a:pt x="34" y="41"/>
                    <a:pt x="34" y="41"/>
                    <a:pt x="34" y="41"/>
                  </a:cubicBezTo>
                  <a:cubicBezTo>
                    <a:pt x="35" y="40"/>
                    <a:pt x="34" y="39"/>
                    <a:pt x="33" y="39"/>
                  </a:cubicBezTo>
                  <a:cubicBezTo>
                    <a:pt x="33" y="38"/>
                    <a:pt x="34" y="37"/>
                    <a:pt x="34" y="37"/>
                  </a:cubicBezTo>
                  <a:cubicBezTo>
                    <a:pt x="34" y="37"/>
                    <a:pt x="33" y="36"/>
                    <a:pt x="33" y="36"/>
                  </a:cubicBezTo>
                  <a:cubicBezTo>
                    <a:pt x="34" y="35"/>
                    <a:pt x="36" y="36"/>
                    <a:pt x="36" y="35"/>
                  </a:cubicBezTo>
                  <a:cubicBezTo>
                    <a:pt x="36" y="34"/>
                    <a:pt x="37" y="34"/>
                    <a:pt x="37" y="33"/>
                  </a:cubicBezTo>
                  <a:cubicBezTo>
                    <a:pt x="38" y="33"/>
                    <a:pt x="38" y="32"/>
                    <a:pt x="38" y="3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77" name="Senegal">
              <a:extLst>
                <a:ext uri="{FF2B5EF4-FFF2-40B4-BE49-F238E27FC236}">
                  <a16:creationId xmlns:a16="http://schemas.microsoft.com/office/drawing/2014/main" id="{3304E160-2371-FE54-EA4B-ECE8D6E6DB09}"/>
                </a:ext>
              </a:extLst>
            </p:cNvPr>
            <p:cNvSpPr>
              <a:spLocks/>
            </p:cNvSpPr>
            <p:nvPr/>
          </p:nvSpPr>
          <p:spPr bwMode="auto">
            <a:xfrm>
              <a:off x="5102705" y="3395481"/>
              <a:ext cx="208775" cy="169569"/>
            </a:xfrm>
            <a:custGeom>
              <a:avLst/>
              <a:gdLst/>
              <a:ahLst/>
              <a:cxnLst>
                <a:cxn ang="0">
                  <a:pos x="58" y="44"/>
                </a:cxn>
                <a:cxn ang="0">
                  <a:pos x="58" y="41"/>
                </a:cxn>
                <a:cxn ang="0">
                  <a:pos x="58" y="39"/>
                </a:cxn>
                <a:cxn ang="0">
                  <a:pos x="56" y="36"/>
                </a:cxn>
                <a:cxn ang="0">
                  <a:pos x="54" y="35"/>
                </a:cxn>
                <a:cxn ang="0">
                  <a:pos x="53" y="31"/>
                </a:cxn>
                <a:cxn ang="0">
                  <a:pos x="52" y="26"/>
                </a:cxn>
                <a:cxn ang="0">
                  <a:pos x="51" y="24"/>
                </a:cxn>
                <a:cxn ang="0">
                  <a:pos x="47" y="17"/>
                </a:cxn>
                <a:cxn ang="0">
                  <a:pos x="45" y="15"/>
                </a:cxn>
                <a:cxn ang="0">
                  <a:pos x="43" y="12"/>
                </a:cxn>
                <a:cxn ang="0">
                  <a:pos x="41" y="10"/>
                </a:cxn>
                <a:cxn ang="0">
                  <a:pos x="39" y="6"/>
                </a:cxn>
                <a:cxn ang="0">
                  <a:pos x="37" y="5"/>
                </a:cxn>
                <a:cxn ang="0">
                  <a:pos x="34" y="4"/>
                </a:cxn>
                <a:cxn ang="0">
                  <a:pos x="32" y="1"/>
                </a:cxn>
                <a:cxn ang="0">
                  <a:pos x="29" y="1"/>
                </a:cxn>
                <a:cxn ang="0">
                  <a:pos x="25" y="0"/>
                </a:cxn>
                <a:cxn ang="0">
                  <a:pos x="24" y="1"/>
                </a:cxn>
                <a:cxn ang="0">
                  <a:pos x="20" y="1"/>
                </a:cxn>
                <a:cxn ang="0">
                  <a:pos x="17" y="2"/>
                </a:cxn>
                <a:cxn ang="0">
                  <a:pos x="12" y="2"/>
                </a:cxn>
                <a:cxn ang="0">
                  <a:pos x="10" y="7"/>
                </a:cxn>
                <a:cxn ang="0">
                  <a:pos x="6" y="16"/>
                </a:cxn>
                <a:cxn ang="0">
                  <a:pos x="0" y="21"/>
                </a:cxn>
                <a:cxn ang="0">
                  <a:pos x="4" y="24"/>
                </a:cxn>
                <a:cxn ang="0">
                  <a:pos x="7" y="29"/>
                </a:cxn>
                <a:cxn ang="0">
                  <a:pos x="8" y="28"/>
                </a:cxn>
                <a:cxn ang="0">
                  <a:pos x="10" y="28"/>
                </a:cxn>
                <a:cxn ang="0">
                  <a:pos x="10" y="28"/>
                </a:cxn>
                <a:cxn ang="0">
                  <a:pos x="8" y="30"/>
                </a:cxn>
                <a:cxn ang="0">
                  <a:pos x="8" y="31"/>
                </a:cxn>
                <a:cxn ang="0">
                  <a:pos x="9" y="32"/>
                </a:cxn>
                <a:cxn ang="0">
                  <a:pos x="9" y="32"/>
                </a:cxn>
                <a:cxn ang="0">
                  <a:pos x="15" y="34"/>
                </a:cxn>
                <a:cxn ang="0">
                  <a:pos x="21" y="32"/>
                </a:cxn>
                <a:cxn ang="0">
                  <a:pos x="27" y="34"/>
                </a:cxn>
                <a:cxn ang="0">
                  <a:pos x="33" y="34"/>
                </a:cxn>
                <a:cxn ang="0">
                  <a:pos x="31" y="38"/>
                </a:cxn>
                <a:cxn ang="0">
                  <a:pos x="27" y="36"/>
                </a:cxn>
                <a:cxn ang="0">
                  <a:pos x="22" y="34"/>
                </a:cxn>
                <a:cxn ang="0">
                  <a:pos x="18" y="36"/>
                </a:cxn>
                <a:cxn ang="0">
                  <a:pos x="12" y="39"/>
                </a:cxn>
                <a:cxn ang="0">
                  <a:pos x="7" y="41"/>
                </a:cxn>
                <a:cxn ang="0">
                  <a:pos x="7" y="43"/>
                </a:cxn>
                <a:cxn ang="0">
                  <a:pos x="7" y="45"/>
                </a:cxn>
                <a:cxn ang="0">
                  <a:pos x="8" y="44"/>
                </a:cxn>
                <a:cxn ang="0">
                  <a:pos x="9" y="44"/>
                </a:cxn>
                <a:cxn ang="0">
                  <a:pos x="12" y="45"/>
                </a:cxn>
                <a:cxn ang="0">
                  <a:pos x="18" y="45"/>
                </a:cxn>
                <a:cxn ang="0">
                  <a:pos x="19" y="43"/>
                </a:cxn>
                <a:cxn ang="0">
                  <a:pos x="16" y="45"/>
                </a:cxn>
                <a:cxn ang="0">
                  <a:pos x="11" y="45"/>
                </a:cxn>
                <a:cxn ang="0">
                  <a:pos x="8" y="45"/>
                </a:cxn>
                <a:cxn ang="0">
                  <a:pos x="7" y="48"/>
                </a:cxn>
                <a:cxn ang="0">
                  <a:pos x="17" y="46"/>
                </a:cxn>
                <a:cxn ang="0">
                  <a:pos x="35" y="44"/>
                </a:cxn>
                <a:cxn ang="0">
                  <a:pos x="43" y="46"/>
                </a:cxn>
                <a:cxn ang="0">
                  <a:pos x="47" y="47"/>
                </a:cxn>
                <a:cxn ang="0">
                  <a:pos x="51" y="48"/>
                </a:cxn>
                <a:cxn ang="0">
                  <a:pos x="55" y="47"/>
                </a:cxn>
                <a:cxn ang="0">
                  <a:pos x="59" y="46"/>
                </a:cxn>
              </a:cxnLst>
              <a:rect l="0" t="0" r="r" b="b"/>
              <a:pathLst>
                <a:path w="59" h="48">
                  <a:moveTo>
                    <a:pt x="58" y="45"/>
                  </a:moveTo>
                  <a:cubicBezTo>
                    <a:pt x="58" y="45"/>
                    <a:pt x="58" y="45"/>
                    <a:pt x="58" y="44"/>
                  </a:cubicBezTo>
                  <a:cubicBezTo>
                    <a:pt x="58" y="44"/>
                    <a:pt x="58" y="44"/>
                    <a:pt x="58" y="44"/>
                  </a:cubicBezTo>
                  <a:cubicBezTo>
                    <a:pt x="58" y="43"/>
                    <a:pt x="58" y="43"/>
                    <a:pt x="58" y="43"/>
                  </a:cubicBezTo>
                  <a:cubicBezTo>
                    <a:pt x="58" y="43"/>
                    <a:pt x="58" y="42"/>
                    <a:pt x="58" y="42"/>
                  </a:cubicBezTo>
                  <a:cubicBezTo>
                    <a:pt x="58" y="42"/>
                    <a:pt x="58" y="41"/>
                    <a:pt x="58" y="41"/>
                  </a:cubicBezTo>
                  <a:cubicBezTo>
                    <a:pt x="58" y="41"/>
                    <a:pt x="58" y="41"/>
                    <a:pt x="58" y="41"/>
                  </a:cubicBezTo>
                  <a:cubicBezTo>
                    <a:pt x="59" y="41"/>
                    <a:pt x="59" y="41"/>
                    <a:pt x="58" y="40"/>
                  </a:cubicBezTo>
                  <a:cubicBezTo>
                    <a:pt x="58" y="41"/>
                    <a:pt x="58" y="39"/>
                    <a:pt x="58" y="39"/>
                  </a:cubicBezTo>
                  <a:cubicBezTo>
                    <a:pt x="57" y="39"/>
                    <a:pt x="57" y="38"/>
                    <a:pt x="57" y="38"/>
                  </a:cubicBezTo>
                  <a:cubicBezTo>
                    <a:pt x="57" y="38"/>
                    <a:pt x="57" y="38"/>
                    <a:pt x="57" y="37"/>
                  </a:cubicBezTo>
                  <a:cubicBezTo>
                    <a:pt x="57" y="37"/>
                    <a:pt x="56" y="37"/>
                    <a:pt x="56" y="36"/>
                  </a:cubicBezTo>
                  <a:cubicBezTo>
                    <a:pt x="56" y="36"/>
                    <a:pt x="56" y="36"/>
                    <a:pt x="55" y="36"/>
                  </a:cubicBezTo>
                  <a:cubicBezTo>
                    <a:pt x="55" y="36"/>
                    <a:pt x="55" y="38"/>
                    <a:pt x="54" y="36"/>
                  </a:cubicBezTo>
                  <a:cubicBezTo>
                    <a:pt x="54" y="36"/>
                    <a:pt x="54" y="36"/>
                    <a:pt x="54" y="35"/>
                  </a:cubicBezTo>
                  <a:cubicBezTo>
                    <a:pt x="53" y="35"/>
                    <a:pt x="53" y="34"/>
                    <a:pt x="52" y="34"/>
                  </a:cubicBezTo>
                  <a:cubicBezTo>
                    <a:pt x="52" y="34"/>
                    <a:pt x="52" y="33"/>
                    <a:pt x="52" y="33"/>
                  </a:cubicBezTo>
                  <a:cubicBezTo>
                    <a:pt x="52" y="32"/>
                    <a:pt x="53" y="32"/>
                    <a:pt x="53" y="31"/>
                  </a:cubicBezTo>
                  <a:cubicBezTo>
                    <a:pt x="53" y="31"/>
                    <a:pt x="53" y="30"/>
                    <a:pt x="53" y="30"/>
                  </a:cubicBezTo>
                  <a:cubicBezTo>
                    <a:pt x="53" y="29"/>
                    <a:pt x="53" y="28"/>
                    <a:pt x="53" y="28"/>
                  </a:cubicBezTo>
                  <a:cubicBezTo>
                    <a:pt x="53" y="27"/>
                    <a:pt x="53" y="26"/>
                    <a:pt x="52" y="26"/>
                  </a:cubicBezTo>
                  <a:cubicBezTo>
                    <a:pt x="52" y="26"/>
                    <a:pt x="52" y="26"/>
                    <a:pt x="52" y="26"/>
                  </a:cubicBezTo>
                  <a:cubicBezTo>
                    <a:pt x="52" y="25"/>
                    <a:pt x="52" y="25"/>
                    <a:pt x="51" y="25"/>
                  </a:cubicBezTo>
                  <a:cubicBezTo>
                    <a:pt x="51" y="25"/>
                    <a:pt x="51" y="24"/>
                    <a:pt x="51" y="24"/>
                  </a:cubicBezTo>
                  <a:cubicBezTo>
                    <a:pt x="51" y="23"/>
                    <a:pt x="51" y="23"/>
                    <a:pt x="51" y="22"/>
                  </a:cubicBezTo>
                  <a:cubicBezTo>
                    <a:pt x="51" y="21"/>
                    <a:pt x="50" y="21"/>
                    <a:pt x="49" y="20"/>
                  </a:cubicBezTo>
                  <a:cubicBezTo>
                    <a:pt x="48" y="19"/>
                    <a:pt x="48" y="17"/>
                    <a:pt x="47" y="17"/>
                  </a:cubicBezTo>
                  <a:cubicBezTo>
                    <a:pt x="46" y="17"/>
                    <a:pt x="46" y="17"/>
                    <a:pt x="46" y="16"/>
                  </a:cubicBezTo>
                  <a:cubicBezTo>
                    <a:pt x="45" y="16"/>
                    <a:pt x="45" y="16"/>
                    <a:pt x="45" y="16"/>
                  </a:cubicBezTo>
                  <a:cubicBezTo>
                    <a:pt x="45" y="15"/>
                    <a:pt x="45" y="15"/>
                    <a:pt x="45" y="15"/>
                  </a:cubicBezTo>
                  <a:cubicBezTo>
                    <a:pt x="45" y="14"/>
                    <a:pt x="44" y="14"/>
                    <a:pt x="44" y="14"/>
                  </a:cubicBezTo>
                  <a:cubicBezTo>
                    <a:pt x="44" y="13"/>
                    <a:pt x="44" y="13"/>
                    <a:pt x="43" y="13"/>
                  </a:cubicBezTo>
                  <a:cubicBezTo>
                    <a:pt x="42" y="13"/>
                    <a:pt x="43" y="12"/>
                    <a:pt x="43" y="12"/>
                  </a:cubicBezTo>
                  <a:cubicBezTo>
                    <a:pt x="42" y="11"/>
                    <a:pt x="41" y="12"/>
                    <a:pt x="41" y="11"/>
                  </a:cubicBezTo>
                  <a:cubicBezTo>
                    <a:pt x="41" y="11"/>
                    <a:pt x="41" y="11"/>
                    <a:pt x="41" y="11"/>
                  </a:cubicBezTo>
                  <a:cubicBezTo>
                    <a:pt x="42" y="10"/>
                    <a:pt x="41" y="10"/>
                    <a:pt x="41" y="10"/>
                  </a:cubicBezTo>
                  <a:cubicBezTo>
                    <a:pt x="41" y="9"/>
                    <a:pt x="41" y="9"/>
                    <a:pt x="40" y="8"/>
                  </a:cubicBezTo>
                  <a:cubicBezTo>
                    <a:pt x="40" y="7"/>
                    <a:pt x="40" y="7"/>
                    <a:pt x="39" y="6"/>
                  </a:cubicBezTo>
                  <a:cubicBezTo>
                    <a:pt x="39" y="6"/>
                    <a:pt x="39" y="7"/>
                    <a:pt x="39" y="6"/>
                  </a:cubicBezTo>
                  <a:cubicBezTo>
                    <a:pt x="39" y="6"/>
                    <a:pt x="39" y="6"/>
                    <a:pt x="39" y="6"/>
                  </a:cubicBezTo>
                  <a:cubicBezTo>
                    <a:pt x="38" y="6"/>
                    <a:pt x="38" y="6"/>
                    <a:pt x="38" y="6"/>
                  </a:cubicBezTo>
                  <a:cubicBezTo>
                    <a:pt x="37" y="7"/>
                    <a:pt x="37" y="6"/>
                    <a:pt x="37" y="5"/>
                  </a:cubicBezTo>
                  <a:cubicBezTo>
                    <a:pt x="37" y="5"/>
                    <a:pt x="36" y="7"/>
                    <a:pt x="35" y="6"/>
                  </a:cubicBezTo>
                  <a:cubicBezTo>
                    <a:pt x="35" y="5"/>
                    <a:pt x="35" y="5"/>
                    <a:pt x="34" y="5"/>
                  </a:cubicBezTo>
                  <a:cubicBezTo>
                    <a:pt x="34" y="4"/>
                    <a:pt x="35" y="4"/>
                    <a:pt x="34" y="4"/>
                  </a:cubicBezTo>
                  <a:cubicBezTo>
                    <a:pt x="34" y="3"/>
                    <a:pt x="34" y="3"/>
                    <a:pt x="33" y="3"/>
                  </a:cubicBezTo>
                  <a:cubicBezTo>
                    <a:pt x="33" y="2"/>
                    <a:pt x="33" y="2"/>
                    <a:pt x="33" y="2"/>
                  </a:cubicBezTo>
                  <a:cubicBezTo>
                    <a:pt x="32" y="1"/>
                    <a:pt x="32" y="2"/>
                    <a:pt x="32" y="1"/>
                  </a:cubicBezTo>
                  <a:cubicBezTo>
                    <a:pt x="32" y="1"/>
                    <a:pt x="32" y="1"/>
                    <a:pt x="32" y="1"/>
                  </a:cubicBezTo>
                  <a:cubicBezTo>
                    <a:pt x="31" y="1"/>
                    <a:pt x="31" y="1"/>
                    <a:pt x="31" y="1"/>
                  </a:cubicBezTo>
                  <a:cubicBezTo>
                    <a:pt x="31" y="0"/>
                    <a:pt x="29" y="1"/>
                    <a:pt x="29" y="1"/>
                  </a:cubicBezTo>
                  <a:cubicBezTo>
                    <a:pt x="28" y="1"/>
                    <a:pt x="27" y="0"/>
                    <a:pt x="27" y="0"/>
                  </a:cubicBezTo>
                  <a:cubicBezTo>
                    <a:pt x="26" y="0"/>
                    <a:pt x="26" y="0"/>
                    <a:pt x="26" y="0"/>
                  </a:cubicBezTo>
                  <a:cubicBezTo>
                    <a:pt x="25" y="0"/>
                    <a:pt x="25" y="0"/>
                    <a:pt x="25" y="0"/>
                  </a:cubicBezTo>
                  <a:cubicBezTo>
                    <a:pt x="25" y="0"/>
                    <a:pt x="25" y="0"/>
                    <a:pt x="25" y="0"/>
                  </a:cubicBezTo>
                  <a:cubicBezTo>
                    <a:pt x="24" y="1"/>
                    <a:pt x="24" y="0"/>
                    <a:pt x="24" y="0"/>
                  </a:cubicBezTo>
                  <a:cubicBezTo>
                    <a:pt x="24" y="0"/>
                    <a:pt x="24" y="0"/>
                    <a:pt x="24" y="1"/>
                  </a:cubicBezTo>
                  <a:cubicBezTo>
                    <a:pt x="24" y="1"/>
                    <a:pt x="23" y="1"/>
                    <a:pt x="23" y="1"/>
                  </a:cubicBezTo>
                  <a:cubicBezTo>
                    <a:pt x="23" y="1"/>
                    <a:pt x="21" y="1"/>
                    <a:pt x="21" y="1"/>
                  </a:cubicBezTo>
                  <a:cubicBezTo>
                    <a:pt x="20" y="1"/>
                    <a:pt x="20" y="1"/>
                    <a:pt x="20" y="1"/>
                  </a:cubicBezTo>
                  <a:cubicBezTo>
                    <a:pt x="20" y="2"/>
                    <a:pt x="20" y="2"/>
                    <a:pt x="19" y="2"/>
                  </a:cubicBezTo>
                  <a:cubicBezTo>
                    <a:pt x="19" y="2"/>
                    <a:pt x="18" y="2"/>
                    <a:pt x="18" y="2"/>
                  </a:cubicBezTo>
                  <a:cubicBezTo>
                    <a:pt x="17" y="2"/>
                    <a:pt x="17" y="2"/>
                    <a:pt x="17" y="2"/>
                  </a:cubicBezTo>
                  <a:cubicBezTo>
                    <a:pt x="16" y="2"/>
                    <a:pt x="15" y="2"/>
                    <a:pt x="14" y="2"/>
                  </a:cubicBezTo>
                  <a:cubicBezTo>
                    <a:pt x="14" y="1"/>
                    <a:pt x="14" y="2"/>
                    <a:pt x="13" y="2"/>
                  </a:cubicBezTo>
                  <a:cubicBezTo>
                    <a:pt x="13" y="2"/>
                    <a:pt x="13" y="1"/>
                    <a:pt x="12" y="2"/>
                  </a:cubicBezTo>
                  <a:cubicBezTo>
                    <a:pt x="12" y="3"/>
                    <a:pt x="12" y="4"/>
                    <a:pt x="11" y="5"/>
                  </a:cubicBezTo>
                  <a:cubicBezTo>
                    <a:pt x="11" y="5"/>
                    <a:pt x="11" y="5"/>
                    <a:pt x="11" y="6"/>
                  </a:cubicBezTo>
                  <a:cubicBezTo>
                    <a:pt x="10" y="6"/>
                    <a:pt x="11" y="6"/>
                    <a:pt x="10" y="7"/>
                  </a:cubicBezTo>
                  <a:cubicBezTo>
                    <a:pt x="10" y="6"/>
                    <a:pt x="10" y="6"/>
                    <a:pt x="10" y="7"/>
                  </a:cubicBezTo>
                  <a:cubicBezTo>
                    <a:pt x="10" y="9"/>
                    <a:pt x="10" y="10"/>
                    <a:pt x="9" y="12"/>
                  </a:cubicBezTo>
                  <a:cubicBezTo>
                    <a:pt x="8" y="13"/>
                    <a:pt x="7" y="14"/>
                    <a:pt x="6" y="16"/>
                  </a:cubicBezTo>
                  <a:cubicBezTo>
                    <a:pt x="5" y="17"/>
                    <a:pt x="4" y="18"/>
                    <a:pt x="3" y="19"/>
                  </a:cubicBezTo>
                  <a:cubicBezTo>
                    <a:pt x="3" y="20"/>
                    <a:pt x="2" y="20"/>
                    <a:pt x="1" y="21"/>
                  </a:cubicBezTo>
                  <a:cubicBezTo>
                    <a:pt x="1" y="21"/>
                    <a:pt x="0" y="21"/>
                    <a:pt x="0" y="21"/>
                  </a:cubicBezTo>
                  <a:cubicBezTo>
                    <a:pt x="0" y="21"/>
                    <a:pt x="1" y="23"/>
                    <a:pt x="1" y="22"/>
                  </a:cubicBezTo>
                  <a:cubicBezTo>
                    <a:pt x="1" y="21"/>
                    <a:pt x="1" y="21"/>
                    <a:pt x="2" y="21"/>
                  </a:cubicBezTo>
                  <a:cubicBezTo>
                    <a:pt x="3" y="22"/>
                    <a:pt x="3" y="23"/>
                    <a:pt x="4" y="24"/>
                  </a:cubicBezTo>
                  <a:cubicBezTo>
                    <a:pt x="4" y="25"/>
                    <a:pt x="5" y="25"/>
                    <a:pt x="5" y="25"/>
                  </a:cubicBezTo>
                  <a:cubicBezTo>
                    <a:pt x="5" y="26"/>
                    <a:pt x="6" y="26"/>
                    <a:pt x="6" y="27"/>
                  </a:cubicBezTo>
                  <a:cubicBezTo>
                    <a:pt x="6" y="28"/>
                    <a:pt x="7" y="28"/>
                    <a:pt x="7" y="29"/>
                  </a:cubicBezTo>
                  <a:cubicBezTo>
                    <a:pt x="7" y="29"/>
                    <a:pt x="7" y="30"/>
                    <a:pt x="7" y="31"/>
                  </a:cubicBezTo>
                  <a:cubicBezTo>
                    <a:pt x="7" y="30"/>
                    <a:pt x="7" y="30"/>
                    <a:pt x="7" y="29"/>
                  </a:cubicBezTo>
                  <a:cubicBezTo>
                    <a:pt x="7" y="29"/>
                    <a:pt x="8" y="29"/>
                    <a:pt x="8" y="28"/>
                  </a:cubicBezTo>
                  <a:cubicBezTo>
                    <a:pt x="8" y="29"/>
                    <a:pt x="8" y="29"/>
                    <a:pt x="7" y="29"/>
                  </a:cubicBezTo>
                  <a:cubicBezTo>
                    <a:pt x="8" y="30"/>
                    <a:pt x="8" y="29"/>
                    <a:pt x="9" y="29"/>
                  </a:cubicBezTo>
                  <a:cubicBezTo>
                    <a:pt x="9" y="28"/>
                    <a:pt x="9" y="28"/>
                    <a:pt x="10" y="28"/>
                  </a:cubicBezTo>
                  <a:cubicBezTo>
                    <a:pt x="10" y="28"/>
                    <a:pt x="10" y="27"/>
                    <a:pt x="10" y="27"/>
                  </a:cubicBezTo>
                  <a:cubicBezTo>
                    <a:pt x="10" y="28"/>
                    <a:pt x="11" y="28"/>
                    <a:pt x="11" y="28"/>
                  </a:cubicBezTo>
                  <a:cubicBezTo>
                    <a:pt x="11" y="28"/>
                    <a:pt x="10" y="28"/>
                    <a:pt x="10" y="28"/>
                  </a:cubicBezTo>
                  <a:cubicBezTo>
                    <a:pt x="10" y="28"/>
                    <a:pt x="10" y="28"/>
                    <a:pt x="9" y="28"/>
                  </a:cubicBezTo>
                  <a:cubicBezTo>
                    <a:pt x="9" y="28"/>
                    <a:pt x="8" y="29"/>
                    <a:pt x="9" y="29"/>
                  </a:cubicBezTo>
                  <a:cubicBezTo>
                    <a:pt x="9" y="29"/>
                    <a:pt x="8" y="30"/>
                    <a:pt x="8" y="30"/>
                  </a:cubicBezTo>
                  <a:cubicBezTo>
                    <a:pt x="8" y="29"/>
                    <a:pt x="7" y="30"/>
                    <a:pt x="7" y="30"/>
                  </a:cubicBezTo>
                  <a:cubicBezTo>
                    <a:pt x="7" y="31"/>
                    <a:pt x="7" y="32"/>
                    <a:pt x="7" y="32"/>
                  </a:cubicBezTo>
                  <a:cubicBezTo>
                    <a:pt x="8" y="32"/>
                    <a:pt x="8" y="31"/>
                    <a:pt x="8" y="31"/>
                  </a:cubicBezTo>
                  <a:cubicBezTo>
                    <a:pt x="8" y="31"/>
                    <a:pt x="8" y="31"/>
                    <a:pt x="9" y="31"/>
                  </a:cubicBezTo>
                  <a:cubicBezTo>
                    <a:pt x="9" y="31"/>
                    <a:pt x="9" y="30"/>
                    <a:pt x="10" y="29"/>
                  </a:cubicBezTo>
                  <a:cubicBezTo>
                    <a:pt x="9" y="30"/>
                    <a:pt x="9" y="31"/>
                    <a:pt x="9" y="32"/>
                  </a:cubicBezTo>
                  <a:cubicBezTo>
                    <a:pt x="9" y="31"/>
                    <a:pt x="9" y="31"/>
                    <a:pt x="9" y="31"/>
                  </a:cubicBezTo>
                  <a:cubicBezTo>
                    <a:pt x="8" y="32"/>
                    <a:pt x="8" y="32"/>
                    <a:pt x="8" y="33"/>
                  </a:cubicBezTo>
                  <a:cubicBezTo>
                    <a:pt x="8" y="34"/>
                    <a:pt x="9" y="32"/>
                    <a:pt x="9" y="32"/>
                  </a:cubicBezTo>
                  <a:cubicBezTo>
                    <a:pt x="10" y="32"/>
                    <a:pt x="9" y="34"/>
                    <a:pt x="9" y="34"/>
                  </a:cubicBezTo>
                  <a:cubicBezTo>
                    <a:pt x="9" y="34"/>
                    <a:pt x="10" y="34"/>
                    <a:pt x="10" y="34"/>
                  </a:cubicBezTo>
                  <a:cubicBezTo>
                    <a:pt x="12" y="34"/>
                    <a:pt x="13" y="34"/>
                    <a:pt x="15" y="34"/>
                  </a:cubicBezTo>
                  <a:cubicBezTo>
                    <a:pt x="16" y="34"/>
                    <a:pt x="18" y="34"/>
                    <a:pt x="19" y="34"/>
                  </a:cubicBezTo>
                  <a:cubicBezTo>
                    <a:pt x="19" y="34"/>
                    <a:pt x="19" y="33"/>
                    <a:pt x="19" y="33"/>
                  </a:cubicBezTo>
                  <a:cubicBezTo>
                    <a:pt x="20" y="32"/>
                    <a:pt x="20" y="31"/>
                    <a:pt x="21" y="32"/>
                  </a:cubicBezTo>
                  <a:cubicBezTo>
                    <a:pt x="22" y="32"/>
                    <a:pt x="22" y="32"/>
                    <a:pt x="23" y="32"/>
                  </a:cubicBezTo>
                  <a:cubicBezTo>
                    <a:pt x="24" y="31"/>
                    <a:pt x="25" y="31"/>
                    <a:pt x="26" y="33"/>
                  </a:cubicBezTo>
                  <a:cubicBezTo>
                    <a:pt x="26" y="33"/>
                    <a:pt x="26" y="34"/>
                    <a:pt x="27" y="34"/>
                  </a:cubicBezTo>
                  <a:cubicBezTo>
                    <a:pt x="27" y="34"/>
                    <a:pt x="27" y="33"/>
                    <a:pt x="28" y="33"/>
                  </a:cubicBezTo>
                  <a:cubicBezTo>
                    <a:pt x="29" y="33"/>
                    <a:pt x="29" y="35"/>
                    <a:pt x="30" y="35"/>
                  </a:cubicBezTo>
                  <a:cubicBezTo>
                    <a:pt x="31" y="36"/>
                    <a:pt x="32" y="34"/>
                    <a:pt x="33" y="34"/>
                  </a:cubicBezTo>
                  <a:cubicBezTo>
                    <a:pt x="35" y="34"/>
                    <a:pt x="36" y="36"/>
                    <a:pt x="35" y="37"/>
                  </a:cubicBezTo>
                  <a:cubicBezTo>
                    <a:pt x="34" y="37"/>
                    <a:pt x="33" y="37"/>
                    <a:pt x="33" y="37"/>
                  </a:cubicBezTo>
                  <a:cubicBezTo>
                    <a:pt x="32" y="37"/>
                    <a:pt x="32" y="38"/>
                    <a:pt x="31" y="38"/>
                  </a:cubicBezTo>
                  <a:cubicBezTo>
                    <a:pt x="31" y="38"/>
                    <a:pt x="30" y="38"/>
                    <a:pt x="30" y="38"/>
                  </a:cubicBezTo>
                  <a:cubicBezTo>
                    <a:pt x="29" y="38"/>
                    <a:pt x="29" y="37"/>
                    <a:pt x="29" y="37"/>
                  </a:cubicBezTo>
                  <a:cubicBezTo>
                    <a:pt x="29" y="37"/>
                    <a:pt x="28" y="36"/>
                    <a:pt x="27" y="36"/>
                  </a:cubicBezTo>
                  <a:cubicBezTo>
                    <a:pt x="27" y="36"/>
                    <a:pt x="27" y="36"/>
                    <a:pt x="26" y="36"/>
                  </a:cubicBezTo>
                  <a:cubicBezTo>
                    <a:pt x="25" y="35"/>
                    <a:pt x="25" y="35"/>
                    <a:pt x="24" y="35"/>
                  </a:cubicBezTo>
                  <a:cubicBezTo>
                    <a:pt x="24" y="35"/>
                    <a:pt x="23" y="34"/>
                    <a:pt x="22" y="34"/>
                  </a:cubicBezTo>
                  <a:cubicBezTo>
                    <a:pt x="22" y="34"/>
                    <a:pt x="22" y="35"/>
                    <a:pt x="22" y="36"/>
                  </a:cubicBezTo>
                  <a:cubicBezTo>
                    <a:pt x="21" y="36"/>
                    <a:pt x="21" y="36"/>
                    <a:pt x="20" y="36"/>
                  </a:cubicBezTo>
                  <a:cubicBezTo>
                    <a:pt x="19" y="36"/>
                    <a:pt x="19" y="36"/>
                    <a:pt x="18" y="36"/>
                  </a:cubicBezTo>
                  <a:cubicBezTo>
                    <a:pt x="17" y="37"/>
                    <a:pt x="17" y="36"/>
                    <a:pt x="16" y="37"/>
                  </a:cubicBezTo>
                  <a:cubicBezTo>
                    <a:pt x="16" y="37"/>
                    <a:pt x="16" y="38"/>
                    <a:pt x="16" y="38"/>
                  </a:cubicBezTo>
                  <a:cubicBezTo>
                    <a:pt x="16" y="39"/>
                    <a:pt x="13" y="39"/>
                    <a:pt x="12" y="39"/>
                  </a:cubicBezTo>
                  <a:cubicBezTo>
                    <a:pt x="11" y="39"/>
                    <a:pt x="9" y="39"/>
                    <a:pt x="8" y="39"/>
                  </a:cubicBezTo>
                  <a:cubicBezTo>
                    <a:pt x="8" y="39"/>
                    <a:pt x="7" y="39"/>
                    <a:pt x="7" y="39"/>
                  </a:cubicBezTo>
                  <a:cubicBezTo>
                    <a:pt x="7" y="40"/>
                    <a:pt x="7" y="41"/>
                    <a:pt x="7" y="41"/>
                  </a:cubicBezTo>
                  <a:cubicBezTo>
                    <a:pt x="7" y="42"/>
                    <a:pt x="6" y="43"/>
                    <a:pt x="6" y="43"/>
                  </a:cubicBezTo>
                  <a:cubicBezTo>
                    <a:pt x="6" y="43"/>
                    <a:pt x="6" y="43"/>
                    <a:pt x="6" y="44"/>
                  </a:cubicBezTo>
                  <a:cubicBezTo>
                    <a:pt x="6" y="44"/>
                    <a:pt x="7" y="43"/>
                    <a:pt x="7" y="43"/>
                  </a:cubicBezTo>
                  <a:cubicBezTo>
                    <a:pt x="7" y="43"/>
                    <a:pt x="7" y="43"/>
                    <a:pt x="7" y="44"/>
                  </a:cubicBezTo>
                  <a:cubicBezTo>
                    <a:pt x="7" y="44"/>
                    <a:pt x="6" y="44"/>
                    <a:pt x="6" y="44"/>
                  </a:cubicBezTo>
                  <a:cubicBezTo>
                    <a:pt x="6" y="45"/>
                    <a:pt x="6" y="45"/>
                    <a:pt x="7" y="45"/>
                  </a:cubicBezTo>
                  <a:cubicBezTo>
                    <a:pt x="7" y="45"/>
                    <a:pt x="8" y="45"/>
                    <a:pt x="8" y="44"/>
                  </a:cubicBezTo>
                  <a:cubicBezTo>
                    <a:pt x="8" y="43"/>
                    <a:pt x="8" y="43"/>
                    <a:pt x="8" y="43"/>
                  </a:cubicBezTo>
                  <a:cubicBezTo>
                    <a:pt x="8" y="43"/>
                    <a:pt x="8" y="43"/>
                    <a:pt x="8" y="44"/>
                  </a:cubicBezTo>
                  <a:cubicBezTo>
                    <a:pt x="8" y="44"/>
                    <a:pt x="8" y="44"/>
                    <a:pt x="8" y="44"/>
                  </a:cubicBezTo>
                  <a:cubicBezTo>
                    <a:pt x="8" y="44"/>
                    <a:pt x="9" y="44"/>
                    <a:pt x="9" y="44"/>
                  </a:cubicBezTo>
                  <a:cubicBezTo>
                    <a:pt x="9" y="44"/>
                    <a:pt x="9" y="44"/>
                    <a:pt x="9" y="44"/>
                  </a:cubicBezTo>
                  <a:cubicBezTo>
                    <a:pt x="9" y="44"/>
                    <a:pt x="9" y="44"/>
                    <a:pt x="9" y="45"/>
                  </a:cubicBezTo>
                  <a:cubicBezTo>
                    <a:pt x="10" y="45"/>
                    <a:pt x="10" y="45"/>
                    <a:pt x="10" y="45"/>
                  </a:cubicBezTo>
                  <a:cubicBezTo>
                    <a:pt x="11" y="45"/>
                    <a:pt x="12" y="45"/>
                    <a:pt x="12" y="45"/>
                  </a:cubicBezTo>
                  <a:cubicBezTo>
                    <a:pt x="13" y="44"/>
                    <a:pt x="13" y="44"/>
                    <a:pt x="14" y="43"/>
                  </a:cubicBezTo>
                  <a:cubicBezTo>
                    <a:pt x="14" y="46"/>
                    <a:pt x="17" y="44"/>
                    <a:pt x="17" y="45"/>
                  </a:cubicBezTo>
                  <a:cubicBezTo>
                    <a:pt x="17" y="45"/>
                    <a:pt x="18" y="45"/>
                    <a:pt x="18" y="45"/>
                  </a:cubicBezTo>
                  <a:cubicBezTo>
                    <a:pt x="18" y="44"/>
                    <a:pt x="18" y="44"/>
                    <a:pt x="18" y="44"/>
                  </a:cubicBezTo>
                  <a:cubicBezTo>
                    <a:pt x="18" y="42"/>
                    <a:pt x="19" y="43"/>
                    <a:pt x="20" y="42"/>
                  </a:cubicBezTo>
                  <a:cubicBezTo>
                    <a:pt x="20" y="43"/>
                    <a:pt x="19" y="43"/>
                    <a:pt x="19" y="43"/>
                  </a:cubicBezTo>
                  <a:cubicBezTo>
                    <a:pt x="18" y="43"/>
                    <a:pt x="18" y="43"/>
                    <a:pt x="18" y="44"/>
                  </a:cubicBezTo>
                  <a:cubicBezTo>
                    <a:pt x="19" y="45"/>
                    <a:pt x="18" y="45"/>
                    <a:pt x="17" y="46"/>
                  </a:cubicBezTo>
                  <a:cubicBezTo>
                    <a:pt x="17" y="46"/>
                    <a:pt x="17" y="44"/>
                    <a:pt x="16" y="45"/>
                  </a:cubicBezTo>
                  <a:cubicBezTo>
                    <a:pt x="16" y="45"/>
                    <a:pt x="15" y="45"/>
                    <a:pt x="14" y="45"/>
                  </a:cubicBezTo>
                  <a:cubicBezTo>
                    <a:pt x="13" y="44"/>
                    <a:pt x="13" y="45"/>
                    <a:pt x="12" y="45"/>
                  </a:cubicBezTo>
                  <a:cubicBezTo>
                    <a:pt x="11" y="45"/>
                    <a:pt x="11" y="45"/>
                    <a:pt x="11" y="45"/>
                  </a:cubicBezTo>
                  <a:cubicBezTo>
                    <a:pt x="10" y="45"/>
                    <a:pt x="10" y="45"/>
                    <a:pt x="10" y="45"/>
                  </a:cubicBezTo>
                  <a:cubicBezTo>
                    <a:pt x="9" y="45"/>
                    <a:pt x="9" y="45"/>
                    <a:pt x="9" y="45"/>
                  </a:cubicBezTo>
                  <a:cubicBezTo>
                    <a:pt x="8" y="45"/>
                    <a:pt x="8" y="44"/>
                    <a:pt x="8" y="45"/>
                  </a:cubicBezTo>
                  <a:cubicBezTo>
                    <a:pt x="8" y="45"/>
                    <a:pt x="8" y="45"/>
                    <a:pt x="7" y="45"/>
                  </a:cubicBezTo>
                  <a:cubicBezTo>
                    <a:pt x="7" y="45"/>
                    <a:pt x="7" y="45"/>
                    <a:pt x="7" y="45"/>
                  </a:cubicBezTo>
                  <a:cubicBezTo>
                    <a:pt x="6" y="46"/>
                    <a:pt x="6" y="47"/>
                    <a:pt x="7" y="48"/>
                  </a:cubicBezTo>
                  <a:cubicBezTo>
                    <a:pt x="7" y="47"/>
                    <a:pt x="8" y="47"/>
                    <a:pt x="9" y="48"/>
                  </a:cubicBezTo>
                  <a:cubicBezTo>
                    <a:pt x="10" y="48"/>
                    <a:pt x="10" y="47"/>
                    <a:pt x="11" y="47"/>
                  </a:cubicBezTo>
                  <a:cubicBezTo>
                    <a:pt x="13" y="46"/>
                    <a:pt x="15" y="47"/>
                    <a:pt x="17" y="46"/>
                  </a:cubicBezTo>
                  <a:cubicBezTo>
                    <a:pt x="19" y="46"/>
                    <a:pt x="20" y="44"/>
                    <a:pt x="22" y="44"/>
                  </a:cubicBezTo>
                  <a:cubicBezTo>
                    <a:pt x="24" y="44"/>
                    <a:pt x="26" y="44"/>
                    <a:pt x="28" y="44"/>
                  </a:cubicBezTo>
                  <a:cubicBezTo>
                    <a:pt x="31" y="44"/>
                    <a:pt x="32" y="44"/>
                    <a:pt x="35" y="44"/>
                  </a:cubicBezTo>
                  <a:cubicBezTo>
                    <a:pt x="36" y="44"/>
                    <a:pt x="38" y="44"/>
                    <a:pt x="39" y="44"/>
                  </a:cubicBezTo>
                  <a:cubicBezTo>
                    <a:pt x="40" y="44"/>
                    <a:pt x="42" y="44"/>
                    <a:pt x="42" y="44"/>
                  </a:cubicBezTo>
                  <a:cubicBezTo>
                    <a:pt x="43" y="45"/>
                    <a:pt x="41" y="46"/>
                    <a:pt x="43" y="46"/>
                  </a:cubicBezTo>
                  <a:cubicBezTo>
                    <a:pt x="43" y="46"/>
                    <a:pt x="43" y="45"/>
                    <a:pt x="44" y="46"/>
                  </a:cubicBezTo>
                  <a:cubicBezTo>
                    <a:pt x="44" y="46"/>
                    <a:pt x="45" y="46"/>
                    <a:pt x="45" y="46"/>
                  </a:cubicBezTo>
                  <a:cubicBezTo>
                    <a:pt x="46" y="47"/>
                    <a:pt x="47" y="46"/>
                    <a:pt x="47" y="47"/>
                  </a:cubicBezTo>
                  <a:cubicBezTo>
                    <a:pt x="47" y="47"/>
                    <a:pt x="48" y="47"/>
                    <a:pt x="48" y="47"/>
                  </a:cubicBezTo>
                  <a:cubicBezTo>
                    <a:pt x="49" y="47"/>
                    <a:pt x="49" y="48"/>
                    <a:pt x="49" y="48"/>
                  </a:cubicBezTo>
                  <a:cubicBezTo>
                    <a:pt x="50" y="48"/>
                    <a:pt x="50" y="48"/>
                    <a:pt x="51" y="48"/>
                  </a:cubicBezTo>
                  <a:cubicBezTo>
                    <a:pt x="51" y="47"/>
                    <a:pt x="51" y="47"/>
                    <a:pt x="52" y="47"/>
                  </a:cubicBezTo>
                  <a:cubicBezTo>
                    <a:pt x="52" y="47"/>
                    <a:pt x="53" y="47"/>
                    <a:pt x="53" y="47"/>
                  </a:cubicBezTo>
                  <a:cubicBezTo>
                    <a:pt x="54" y="47"/>
                    <a:pt x="54" y="47"/>
                    <a:pt x="55" y="47"/>
                  </a:cubicBezTo>
                  <a:cubicBezTo>
                    <a:pt x="55" y="47"/>
                    <a:pt x="56" y="47"/>
                    <a:pt x="56" y="47"/>
                  </a:cubicBezTo>
                  <a:cubicBezTo>
                    <a:pt x="57" y="47"/>
                    <a:pt x="58" y="47"/>
                    <a:pt x="58" y="47"/>
                  </a:cubicBezTo>
                  <a:cubicBezTo>
                    <a:pt x="58" y="47"/>
                    <a:pt x="59" y="46"/>
                    <a:pt x="59" y="46"/>
                  </a:cubicBezTo>
                  <a:cubicBezTo>
                    <a:pt x="59" y="46"/>
                    <a:pt x="58" y="46"/>
                    <a:pt x="58" y="46"/>
                  </a:cubicBezTo>
                  <a:cubicBezTo>
                    <a:pt x="58" y="46"/>
                    <a:pt x="58" y="45"/>
                    <a:pt x="58" y="4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78" name="Saudi Arabia">
              <a:extLst>
                <a:ext uri="{FF2B5EF4-FFF2-40B4-BE49-F238E27FC236}">
                  <a16:creationId xmlns:a16="http://schemas.microsoft.com/office/drawing/2014/main" id="{F7C54EE2-3AE2-17C8-79A1-29815B853160}"/>
                </a:ext>
              </a:extLst>
            </p:cNvPr>
            <p:cNvSpPr>
              <a:spLocks noEditPoints="1"/>
            </p:cNvSpPr>
            <p:nvPr/>
          </p:nvSpPr>
          <p:spPr bwMode="auto">
            <a:xfrm>
              <a:off x="6855236" y="2792681"/>
              <a:ext cx="718462" cy="613583"/>
            </a:xfrm>
            <a:custGeom>
              <a:avLst/>
              <a:gdLst/>
              <a:ahLst/>
              <a:cxnLst>
                <a:cxn ang="0">
                  <a:pos x="199" y="133"/>
                </a:cxn>
                <a:cxn ang="0">
                  <a:pos x="155" y="147"/>
                </a:cxn>
                <a:cxn ang="0">
                  <a:pos x="132" y="158"/>
                </a:cxn>
                <a:cxn ang="0">
                  <a:pos x="118" y="164"/>
                </a:cxn>
                <a:cxn ang="0">
                  <a:pos x="96" y="163"/>
                </a:cxn>
                <a:cxn ang="0">
                  <a:pos x="91" y="161"/>
                </a:cxn>
                <a:cxn ang="0">
                  <a:pos x="87" y="166"/>
                </a:cxn>
                <a:cxn ang="0">
                  <a:pos x="84" y="173"/>
                </a:cxn>
                <a:cxn ang="0">
                  <a:pos x="80" y="165"/>
                </a:cxn>
                <a:cxn ang="0">
                  <a:pos x="75" y="158"/>
                </a:cxn>
                <a:cxn ang="0">
                  <a:pos x="71" y="153"/>
                </a:cxn>
                <a:cxn ang="0">
                  <a:pos x="67" y="144"/>
                </a:cxn>
                <a:cxn ang="0">
                  <a:pos x="63" y="138"/>
                </a:cxn>
                <a:cxn ang="0">
                  <a:pos x="58" y="132"/>
                </a:cxn>
                <a:cxn ang="0">
                  <a:pos x="51" y="127"/>
                </a:cxn>
                <a:cxn ang="0">
                  <a:pos x="48" y="123"/>
                </a:cxn>
                <a:cxn ang="0">
                  <a:pos x="47" y="117"/>
                </a:cxn>
                <a:cxn ang="0">
                  <a:pos x="45" y="111"/>
                </a:cxn>
                <a:cxn ang="0">
                  <a:pos x="46" y="107"/>
                </a:cxn>
                <a:cxn ang="0">
                  <a:pos x="44" y="103"/>
                </a:cxn>
                <a:cxn ang="0">
                  <a:pos x="43" y="99"/>
                </a:cxn>
                <a:cxn ang="0">
                  <a:pos x="37" y="91"/>
                </a:cxn>
                <a:cxn ang="0">
                  <a:pos x="33" y="88"/>
                </a:cxn>
                <a:cxn ang="0">
                  <a:pos x="28" y="83"/>
                </a:cxn>
                <a:cxn ang="0">
                  <a:pos x="25" y="75"/>
                </a:cxn>
                <a:cxn ang="0">
                  <a:pos x="21" y="70"/>
                </a:cxn>
                <a:cxn ang="0">
                  <a:pos x="14" y="58"/>
                </a:cxn>
                <a:cxn ang="0">
                  <a:pos x="8" y="49"/>
                </a:cxn>
                <a:cxn ang="0">
                  <a:pos x="4" y="44"/>
                </a:cxn>
                <a:cxn ang="0">
                  <a:pos x="2" y="44"/>
                </a:cxn>
                <a:cxn ang="0">
                  <a:pos x="1" y="42"/>
                </a:cxn>
                <a:cxn ang="0">
                  <a:pos x="2" y="31"/>
                </a:cxn>
                <a:cxn ang="0">
                  <a:pos x="17" y="29"/>
                </a:cxn>
                <a:cxn ang="0">
                  <a:pos x="27" y="20"/>
                </a:cxn>
                <a:cxn ang="0">
                  <a:pos x="39" y="0"/>
                </a:cxn>
                <a:cxn ang="0">
                  <a:pos x="66" y="11"/>
                </a:cxn>
                <a:cxn ang="0">
                  <a:pos x="89" y="29"/>
                </a:cxn>
                <a:cxn ang="0">
                  <a:pos x="110" y="34"/>
                </a:cxn>
                <a:cxn ang="0">
                  <a:pos x="125" y="40"/>
                </a:cxn>
                <a:cxn ang="0">
                  <a:pos x="131" y="43"/>
                </a:cxn>
                <a:cxn ang="0">
                  <a:pos x="133" y="47"/>
                </a:cxn>
                <a:cxn ang="0">
                  <a:pos x="133" y="49"/>
                </a:cxn>
                <a:cxn ang="0">
                  <a:pos x="135" y="50"/>
                </a:cxn>
                <a:cxn ang="0">
                  <a:pos x="138" y="52"/>
                </a:cxn>
                <a:cxn ang="0">
                  <a:pos x="138" y="53"/>
                </a:cxn>
                <a:cxn ang="0">
                  <a:pos x="141" y="55"/>
                </a:cxn>
                <a:cxn ang="0">
                  <a:pos x="146" y="60"/>
                </a:cxn>
                <a:cxn ang="0">
                  <a:pos x="146" y="65"/>
                </a:cxn>
                <a:cxn ang="0">
                  <a:pos x="148" y="71"/>
                </a:cxn>
                <a:cxn ang="0">
                  <a:pos x="153" y="78"/>
                </a:cxn>
                <a:cxn ang="0">
                  <a:pos x="158" y="83"/>
                </a:cxn>
                <a:cxn ang="0">
                  <a:pos x="160" y="86"/>
                </a:cxn>
                <a:cxn ang="0">
                  <a:pos x="173" y="101"/>
                </a:cxn>
                <a:cxn ang="0">
                  <a:pos x="201" y="109"/>
                </a:cxn>
                <a:cxn ang="0">
                  <a:pos x="74" y="168"/>
                </a:cxn>
                <a:cxn ang="0">
                  <a:pos x="77" y="171"/>
                </a:cxn>
                <a:cxn ang="0">
                  <a:pos x="75" y="166"/>
                </a:cxn>
                <a:cxn ang="0">
                  <a:pos x="75" y="168"/>
                </a:cxn>
                <a:cxn ang="0">
                  <a:pos x="75" y="166"/>
                </a:cxn>
              </a:cxnLst>
              <a:rect l="0" t="0" r="r" b="b"/>
              <a:pathLst>
                <a:path w="203" h="173">
                  <a:moveTo>
                    <a:pt x="202" y="114"/>
                  </a:moveTo>
                  <a:cubicBezTo>
                    <a:pt x="202" y="116"/>
                    <a:pt x="202" y="118"/>
                    <a:pt x="201" y="120"/>
                  </a:cubicBezTo>
                  <a:cubicBezTo>
                    <a:pt x="201" y="122"/>
                    <a:pt x="201" y="124"/>
                    <a:pt x="200" y="126"/>
                  </a:cubicBezTo>
                  <a:cubicBezTo>
                    <a:pt x="200" y="128"/>
                    <a:pt x="199" y="130"/>
                    <a:pt x="199" y="132"/>
                  </a:cubicBezTo>
                  <a:cubicBezTo>
                    <a:pt x="199" y="132"/>
                    <a:pt x="199" y="133"/>
                    <a:pt x="199" y="133"/>
                  </a:cubicBezTo>
                  <a:cubicBezTo>
                    <a:pt x="198" y="134"/>
                    <a:pt x="197" y="134"/>
                    <a:pt x="196" y="134"/>
                  </a:cubicBezTo>
                  <a:cubicBezTo>
                    <a:pt x="194" y="135"/>
                    <a:pt x="192" y="136"/>
                    <a:pt x="190" y="137"/>
                  </a:cubicBezTo>
                  <a:cubicBezTo>
                    <a:pt x="186" y="138"/>
                    <a:pt x="182" y="140"/>
                    <a:pt x="178" y="141"/>
                  </a:cubicBezTo>
                  <a:cubicBezTo>
                    <a:pt x="175" y="143"/>
                    <a:pt x="171" y="144"/>
                    <a:pt x="167" y="145"/>
                  </a:cubicBezTo>
                  <a:cubicBezTo>
                    <a:pt x="163" y="146"/>
                    <a:pt x="159" y="147"/>
                    <a:pt x="155" y="147"/>
                  </a:cubicBezTo>
                  <a:cubicBezTo>
                    <a:pt x="153" y="148"/>
                    <a:pt x="151" y="148"/>
                    <a:pt x="149" y="148"/>
                  </a:cubicBezTo>
                  <a:cubicBezTo>
                    <a:pt x="147" y="148"/>
                    <a:pt x="145" y="148"/>
                    <a:pt x="143" y="149"/>
                  </a:cubicBezTo>
                  <a:cubicBezTo>
                    <a:pt x="142" y="149"/>
                    <a:pt x="140" y="151"/>
                    <a:pt x="138" y="152"/>
                  </a:cubicBezTo>
                  <a:cubicBezTo>
                    <a:pt x="137" y="152"/>
                    <a:pt x="135" y="153"/>
                    <a:pt x="134" y="154"/>
                  </a:cubicBezTo>
                  <a:cubicBezTo>
                    <a:pt x="133" y="155"/>
                    <a:pt x="133" y="157"/>
                    <a:pt x="132" y="158"/>
                  </a:cubicBezTo>
                  <a:cubicBezTo>
                    <a:pt x="131" y="160"/>
                    <a:pt x="130" y="162"/>
                    <a:pt x="129" y="163"/>
                  </a:cubicBezTo>
                  <a:cubicBezTo>
                    <a:pt x="129" y="164"/>
                    <a:pt x="128" y="165"/>
                    <a:pt x="127" y="166"/>
                  </a:cubicBezTo>
                  <a:cubicBezTo>
                    <a:pt x="126" y="167"/>
                    <a:pt x="125" y="168"/>
                    <a:pt x="123" y="166"/>
                  </a:cubicBezTo>
                  <a:cubicBezTo>
                    <a:pt x="122" y="166"/>
                    <a:pt x="121" y="164"/>
                    <a:pt x="120" y="164"/>
                  </a:cubicBezTo>
                  <a:cubicBezTo>
                    <a:pt x="119" y="164"/>
                    <a:pt x="118" y="164"/>
                    <a:pt x="118" y="164"/>
                  </a:cubicBezTo>
                  <a:cubicBezTo>
                    <a:pt x="117" y="164"/>
                    <a:pt x="115" y="164"/>
                    <a:pt x="114" y="163"/>
                  </a:cubicBezTo>
                  <a:cubicBezTo>
                    <a:pt x="112" y="163"/>
                    <a:pt x="110" y="163"/>
                    <a:pt x="109" y="162"/>
                  </a:cubicBezTo>
                  <a:cubicBezTo>
                    <a:pt x="107" y="162"/>
                    <a:pt x="105" y="162"/>
                    <a:pt x="103" y="162"/>
                  </a:cubicBezTo>
                  <a:cubicBezTo>
                    <a:pt x="101" y="162"/>
                    <a:pt x="99" y="162"/>
                    <a:pt x="97" y="162"/>
                  </a:cubicBezTo>
                  <a:cubicBezTo>
                    <a:pt x="97" y="162"/>
                    <a:pt x="97" y="162"/>
                    <a:pt x="96" y="163"/>
                  </a:cubicBezTo>
                  <a:cubicBezTo>
                    <a:pt x="96" y="163"/>
                    <a:pt x="96" y="163"/>
                    <a:pt x="96" y="162"/>
                  </a:cubicBezTo>
                  <a:cubicBezTo>
                    <a:pt x="95" y="162"/>
                    <a:pt x="95" y="163"/>
                    <a:pt x="95" y="163"/>
                  </a:cubicBezTo>
                  <a:cubicBezTo>
                    <a:pt x="94" y="163"/>
                    <a:pt x="95" y="163"/>
                    <a:pt x="94" y="163"/>
                  </a:cubicBezTo>
                  <a:cubicBezTo>
                    <a:pt x="94" y="162"/>
                    <a:pt x="93" y="163"/>
                    <a:pt x="93" y="163"/>
                  </a:cubicBezTo>
                  <a:cubicBezTo>
                    <a:pt x="92" y="162"/>
                    <a:pt x="92" y="162"/>
                    <a:pt x="91" y="161"/>
                  </a:cubicBezTo>
                  <a:cubicBezTo>
                    <a:pt x="91" y="161"/>
                    <a:pt x="90" y="161"/>
                    <a:pt x="89" y="161"/>
                  </a:cubicBezTo>
                  <a:cubicBezTo>
                    <a:pt x="88" y="161"/>
                    <a:pt x="88" y="162"/>
                    <a:pt x="88" y="162"/>
                  </a:cubicBezTo>
                  <a:cubicBezTo>
                    <a:pt x="87" y="163"/>
                    <a:pt x="88" y="163"/>
                    <a:pt x="88" y="163"/>
                  </a:cubicBezTo>
                  <a:cubicBezTo>
                    <a:pt x="88" y="163"/>
                    <a:pt x="88" y="164"/>
                    <a:pt x="88" y="164"/>
                  </a:cubicBezTo>
                  <a:cubicBezTo>
                    <a:pt x="87" y="164"/>
                    <a:pt x="87" y="165"/>
                    <a:pt x="87" y="166"/>
                  </a:cubicBezTo>
                  <a:cubicBezTo>
                    <a:pt x="87" y="167"/>
                    <a:pt x="87" y="168"/>
                    <a:pt x="88" y="168"/>
                  </a:cubicBezTo>
                  <a:cubicBezTo>
                    <a:pt x="88" y="169"/>
                    <a:pt x="87" y="169"/>
                    <a:pt x="88" y="170"/>
                  </a:cubicBezTo>
                  <a:cubicBezTo>
                    <a:pt x="88" y="170"/>
                    <a:pt x="87" y="170"/>
                    <a:pt x="87" y="170"/>
                  </a:cubicBezTo>
                  <a:cubicBezTo>
                    <a:pt x="86" y="171"/>
                    <a:pt x="87" y="171"/>
                    <a:pt x="86" y="172"/>
                  </a:cubicBezTo>
                  <a:cubicBezTo>
                    <a:pt x="85" y="172"/>
                    <a:pt x="85" y="173"/>
                    <a:pt x="84" y="173"/>
                  </a:cubicBezTo>
                  <a:cubicBezTo>
                    <a:pt x="84" y="173"/>
                    <a:pt x="84" y="173"/>
                    <a:pt x="84" y="172"/>
                  </a:cubicBezTo>
                  <a:cubicBezTo>
                    <a:pt x="83" y="172"/>
                    <a:pt x="83" y="171"/>
                    <a:pt x="83" y="171"/>
                  </a:cubicBezTo>
                  <a:cubicBezTo>
                    <a:pt x="83" y="169"/>
                    <a:pt x="82" y="169"/>
                    <a:pt x="82" y="168"/>
                  </a:cubicBezTo>
                  <a:cubicBezTo>
                    <a:pt x="81" y="167"/>
                    <a:pt x="82" y="167"/>
                    <a:pt x="81" y="166"/>
                  </a:cubicBezTo>
                  <a:cubicBezTo>
                    <a:pt x="80" y="166"/>
                    <a:pt x="80" y="166"/>
                    <a:pt x="80" y="165"/>
                  </a:cubicBezTo>
                  <a:cubicBezTo>
                    <a:pt x="80" y="165"/>
                    <a:pt x="80" y="164"/>
                    <a:pt x="79" y="164"/>
                  </a:cubicBezTo>
                  <a:cubicBezTo>
                    <a:pt x="79" y="165"/>
                    <a:pt x="80" y="166"/>
                    <a:pt x="80" y="166"/>
                  </a:cubicBezTo>
                  <a:cubicBezTo>
                    <a:pt x="80" y="166"/>
                    <a:pt x="79" y="164"/>
                    <a:pt x="79" y="164"/>
                  </a:cubicBezTo>
                  <a:cubicBezTo>
                    <a:pt x="79" y="163"/>
                    <a:pt x="79" y="162"/>
                    <a:pt x="79" y="161"/>
                  </a:cubicBezTo>
                  <a:cubicBezTo>
                    <a:pt x="78" y="160"/>
                    <a:pt x="76" y="159"/>
                    <a:pt x="75" y="158"/>
                  </a:cubicBezTo>
                  <a:cubicBezTo>
                    <a:pt x="75" y="158"/>
                    <a:pt x="75" y="158"/>
                    <a:pt x="75" y="158"/>
                  </a:cubicBezTo>
                  <a:cubicBezTo>
                    <a:pt x="74" y="157"/>
                    <a:pt x="74" y="157"/>
                    <a:pt x="74" y="157"/>
                  </a:cubicBezTo>
                  <a:cubicBezTo>
                    <a:pt x="73" y="157"/>
                    <a:pt x="73" y="156"/>
                    <a:pt x="72" y="155"/>
                  </a:cubicBezTo>
                  <a:cubicBezTo>
                    <a:pt x="72" y="155"/>
                    <a:pt x="72" y="154"/>
                    <a:pt x="71" y="154"/>
                  </a:cubicBezTo>
                  <a:cubicBezTo>
                    <a:pt x="71" y="154"/>
                    <a:pt x="71" y="153"/>
                    <a:pt x="71" y="153"/>
                  </a:cubicBezTo>
                  <a:cubicBezTo>
                    <a:pt x="71" y="153"/>
                    <a:pt x="71" y="153"/>
                    <a:pt x="71" y="152"/>
                  </a:cubicBezTo>
                  <a:cubicBezTo>
                    <a:pt x="70" y="152"/>
                    <a:pt x="70" y="151"/>
                    <a:pt x="70" y="150"/>
                  </a:cubicBezTo>
                  <a:cubicBezTo>
                    <a:pt x="69" y="149"/>
                    <a:pt x="69" y="149"/>
                    <a:pt x="68" y="149"/>
                  </a:cubicBezTo>
                  <a:cubicBezTo>
                    <a:pt x="68" y="148"/>
                    <a:pt x="68" y="147"/>
                    <a:pt x="68" y="147"/>
                  </a:cubicBezTo>
                  <a:cubicBezTo>
                    <a:pt x="68" y="146"/>
                    <a:pt x="67" y="146"/>
                    <a:pt x="67" y="144"/>
                  </a:cubicBezTo>
                  <a:cubicBezTo>
                    <a:pt x="67" y="143"/>
                    <a:pt x="67" y="144"/>
                    <a:pt x="66" y="143"/>
                  </a:cubicBezTo>
                  <a:cubicBezTo>
                    <a:pt x="66" y="143"/>
                    <a:pt x="66" y="142"/>
                    <a:pt x="65" y="141"/>
                  </a:cubicBezTo>
                  <a:cubicBezTo>
                    <a:pt x="65" y="141"/>
                    <a:pt x="65" y="140"/>
                    <a:pt x="65" y="139"/>
                  </a:cubicBezTo>
                  <a:cubicBezTo>
                    <a:pt x="65" y="139"/>
                    <a:pt x="63" y="138"/>
                    <a:pt x="63" y="138"/>
                  </a:cubicBezTo>
                  <a:cubicBezTo>
                    <a:pt x="63" y="138"/>
                    <a:pt x="63" y="138"/>
                    <a:pt x="63" y="138"/>
                  </a:cubicBezTo>
                  <a:cubicBezTo>
                    <a:pt x="63" y="137"/>
                    <a:pt x="63" y="136"/>
                    <a:pt x="63" y="136"/>
                  </a:cubicBezTo>
                  <a:cubicBezTo>
                    <a:pt x="63" y="136"/>
                    <a:pt x="62" y="135"/>
                    <a:pt x="62" y="136"/>
                  </a:cubicBezTo>
                  <a:cubicBezTo>
                    <a:pt x="62" y="136"/>
                    <a:pt x="61" y="135"/>
                    <a:pt x="61" y="134"/>
                  </a:cubicBezTo>
                  <a:cubicBezTo>
                    <a:pt x="61" y="134"/>
                    <a:pt x="59" y="133"/>
                    <a:pt x="59" y="133"/>
                  </a:cubicBezTo>
                  <a:cubicBezTo>
                    <a:pt x="58" y="132"/>
                    <a:pt x="58" y="132"/>
                    <a:pt x="58" y="132"/>
                  </a:cubicBezTo>
                  <a:cubicBezTo>
                    <a:pt x="58" y="131"/>
                    <a:pt x="57" y="131"/>
                    <a:pt x="57" y="131"/>
                  </a:cubicBezTo>
                  <a:cubicBezTo>
                    <a:pt x="56" y="130"/>
                    <a:pt x="55" y="130"/>
                    <a:pt x="54" y="130"/>
                  </a:cubicBezTo>
                  <a:cubicBezTo>
                    <a:pt x="55" y="130"/>
                    <a:pt x="55" y="130"/>
                    <a:pt x="55" y="131"/>
                  </a:cubicBezTo>
                  <a:cubicBezTo>
                    <a:pt x="54" y="130"/>
                    <a:pt x="52" y="129"/>
                    <a:pt x="52" y="128"/>
                  </a:cubicBezTo>
                  <a:cubicBezTo>
                    <a:pt x="51" y="127"/>
                    <a:pt x="51" y="127"/>
                    <a:pt x="51" y="127"/>
                  </a:cubicBezTo>
                  <a:cubicBezTo>
                    <a:pt x="51" y="126"/>
                    <a:pt x="51" y="125"/>
                    <a:pt x="50" y="125"/>
                  </a:cubicBezTo>
                  <a:cubicBezTo>
                    <a:pt x="50" y="126"/>
                    <a:pt x="50" y="125"/>
                    <a:pt x="50" y="125"/>
                  </a:cubicBezTo>
                  <a:cubicBezTo>
                    <a:pt x="50" y="125"/>
                    <a:pt x="50" y="124"/>
                    <a:pt x="49" y="124"/>
                  </a:cubicBezTo>
                  <a:cubicBezTo>
                    <a:pt x="49" y="124"/>
                    <a:pt x="48" y="124"/>
                    <a:pt x="49" y="124"/>
                  </a:cubicBezTo>
                  <a:cubicBezTo>
                    <a:pt x="49" y="123"/>
                    <a:pt x="49" y="123"/>
                    <a:pt x="48" y="123"/>
                  </a:cubicBezTo>
                  <a:cubicBezTo>
                    <a:pt x="48" y="123"/>
                    <a:pt x="48" y="123"/>
                    <a:pt x="48" y="122"/>
                  </a:cubicBezTo>
                  <a:cubicBezTo>
                    <a:pt x="48" y="122"/>
                    <a:pt x="47" y="122"/>
                    <a:pt x="47" y="121"/>
                  </a:cubicBezTo>
                  <a:cubicBezTo>
                    <a:pt x="47" y="121"/>
                    <a:pt x="47" y="120"/>
                    <a:pt x="47" y="120"/>
                  </a:cubicBezTo>
                  <a:cubicBezTo>
                    <a:pt x="46" y="119"/>
                    <a:pt x="46" y="119"/>
                    <a:pt x="47" y="118"/>
                  </a:cubicBezTo>
                  <a:cubicBezTo>
                    <a:pt x="47" y="118"/>
                    <a:pt x="47" y="117"/>
                    <a:pt x="47" y="117"/>
                  </a:cubicBezTo>
                  <a:cubicBezTo>
                    <a:pt x="47" y="117"/>
                    <a:pt x="47" y="117"/>
                    <a:pt x="46" y="117"/>
                  </a:cubicBezTo>
                  <a:cubicBezTo>
                    <a:pt x="46" y="117"/>
                    <a:pt x="46" y="114"/>
                    <a:pt x="46" y="114"/>
                  </a:cubicBezTo>
                  <a:cubicBezTo>
                    <a:pt x="46" y="115"/>
                    <a:pt x="45" y="113"/>
                    <a:pt x="45" y="112"/>
                  </a:cubicBezTo>
                  <a:cubicBezTo>
                    <a:pt x="45" y="112"/>
                    <a:pt x="45" y="113"/>
                    <a:pt x="45" y="113"/>
                  </a:cubicBezTo>
                  <a:cubicBezTo>
                    <a:pt x="45" y="113"/>
                    <a:pt x="45" y="112"/>
                    <a:pt x="45" y="111"/>
                  </a:cubicBezTo>
                  <a:cubicBezTo>
                    <a:pt x="45" y="111"/>
                    <a:pt x="45" y="110"/>
                    <a:pt x="45" y="110"/>
                  </a:cubicBezTo>
                  <a:cubicBezTo>
                    <a:pt x="45" y="110"/>
                    <a:pt x="45" y="110"/>
                    <a:pt x="45" y="110"/>
                  </a:cubicBezTo>
                  <a:cubicBezTo>
                    <a:pt x="45" y="109"/>
                    <a:pt x="45" y="109"/>
                    <a:pt x="46" y="108"/>
                  </a:cubicBezTo>
                  <a:cubicBezTo>
                    <a:pt x="46" y="108"/>
                    <a:pt x="46" y="107"/>
                    <a:pt x="46" y="107"/>
                  </a:cubicBezTo>
                  <a:cubicBezTo>
                    <a:pt x="46" y="107"/>
                    <a:pt x="46" y="107"/>
                    <a:pt x="46" y="107"/>
                  </a:cubicBezTo>
                  <a:cubicBezTo>
                    <a:pt x="45" y="107"/>
                    <a:pt x="46" y="106"/>
                    <a:pt x="45" y="106"/>
                  </a:cubicBezTo>
                  <a:cubicBezTo>
                    <a:pt x="45" y="105"/>
                    <a:pt x="45" y="105"/>
                    <a:pt x="45" y="104"/>
                  </a:cubicBezTo>
                  <a:cubicBezTo>
                    <a:pt x="45" y="104"/>
                    <a:pt x="44" y="104"/>
                    <a:pt x="45" y="103"/>
                  </a:cubicBezTo>
                  <a:cubicBezTo>
                    <a:pt x="45" y="103"/>
                    <a:pt x="44" y="102"/>
                    <a:pt x="44" y="102"/>
                  </a:cubicBezTo>
                  <a:cubicBezTo>
                    <a:pt x="44" y="103"/>
                    <a:pt x="44" y="103"/>
                    <a:pt x="44" y="103"/>
                  </a:cubicBezTo>
                  <a:cubicBezTo>
                    <a:pt x="44" y="103"/>
                    <a:pt x="43" y="102"/>
                    <a:pt x="43" y="101"/>
                  </a:cubicBezTo>
                  <a:cubicBezTo>
                    <a:pt x="44" y="101"/>
                    <a:pt x="44" y="102"/>
                    <a:pt x="44" y="102"/>
                  </a:cubicBezTo>
                  <a:cubicBezTo>
                    <a:pt x="44" y="103"/>
                    <a:pt x="44" y="102"/>
                    <a:pt x="44" y="102"/>
                  </a:cubicBezTo>
                  <a:cubicBezTo>
                    <a:pt x="44" y="101"/>
                    <a:pt x="43" y="101"/>
                    <a:pt x="43" y="101"/>
                  </a:cubicBezTo>
                  <a:cubicBezTo>
                    <a:pt x="42" y="101"/>
                    <a:pt x="43" y="100"/>
                    <a:pt x="43" y="99"/>
                  </a:cubicBezTo>
                  <a:cubicBezTo>
                    <a:pt x="43" y="98"/>
                    <a:pt x="42" y="98"/>
                    <a:pt x="41" y="97"/>
                  </a:cubicBezTo>
                  <a:cubicBezTo>
                    <a:pt x="41" y="97"/>
                    <a:pt x="41" y="94"/>
                    <a:pt x="40" y="94"/>
                  </a:cubicBezTo>
                  <a:cubicBezTo>
                    <a:pt x="40" y="94"/>
                    <a:pt x="40" y="95"/>
                    <a:pt x="40" y="95"/>
                  </a:cubicBezTo>
                  <a:cubicBezTo>
                    <a:pt x="40" y="95"/>
                    <a:pt x="39" y="92"/>
                    <a:pt x="39" y="92"/>
                  </a:cubicBezTo>
                  <a:cubicBezTo>
                    <a:pt x="38" y="91"/>
                    <a:pt x="38" y="91"/>
                    <a:pt x="37" y="91"/>
                  </a:cubicBezTo>
                  <a:cubicBezTo>
                    <a:pt x="37" y="90"/>
                    <a:pt x="36" y="90"/>
                    <a:pt x="36" y="89"/>
                  </a:cubicBezTo>
                  <a:cubicBezTo>
                    <a:pt x="35" y="89"/>
                    <a:pt x="34" y="88"/>
                    <a:pt x="34" y="88"/>
                  </a:cubicBezTo>
                  <a:cubicBezTo>
                    <a:pt x="34" y="88"/>
                    <a:pt x="34" y="88"/>
                    <a:pt x="34" y="88"/>
                  </a:cubicBezTo>
                  <a:cubicBezTo>
                    <a:pt x="34" y="88"/>
                    <a:pt x="34" y="87"/>
                    <a:pt x="34" y="87"/>
                  </a:cubicBezTo>
                  <a:cubicBezTo>
                    <a:pt x="33" y="87"/>
                    <a:pt x="34" y="88"/>
                    <a:pt x="33" y="88"/>
                  </a:cubicBezTo>
                  <a:cubicBezTo>
                    <a:pt x="33" y="88"/>
                    <a:pt x="32" y="87"/>
                    <a:pt x="32" y="87"/>
                  </a:cubicBezTo>
                  <a:cubicBezTo>
                    <a:pt x="32" y="86"/>
                    <a:pt x="31" y="86"/>
                    <a:pt x="31" y="87"/>
                  </a:cubicBezTo>
                  <a:cubicBezTo>
                    <a:pt x="31" y="87"/>
                    <a:pt x="29" y="86"/>
                    <a:pt x="29" y="86"/>
                  </a:cubicBezTo>
                  <a:cubicBezTo>
                    <a:pt x="29" y="85"/>
                    <a:pt x="29" y="85"/>
                    <a:pt x="29" y="85"/>
                  </a:cubicBezTo>
                  <a:cubicBezTo>
                    <a:pt x="29" y="84"/>
                    <a:pt x="28" y="84"/>
                    <a:pt x="28" y="83"/>
                  </a:cubicBezTo>
                  <a:cubicBezTo>
                    <a:pt x="28" y="82"/>
                    <a:pt x="27" y="81"/>
                    <a:pt x="26" y="81"/>
                  </a:cubicBezTo>
                  <a:cubicBezTo>
                    <a:pt x="26" y="80"/>
                    <a:pt x="26" y="80"/>
                    <a:pt x="27" y="80"/>
                  </a:cubicBezTo>
                  <a:cubicBezTo>
                    <a:pt x="27" y="80"/>
                    <a:pt x="27" y="80"/>
                    <a:pt x="27" y="79"/>
                  </a:cubicBezTo>
                  <a:cubicBezTo>
                    <a:pt x="27" y="78"/>
                    <a:pt x="27" y="77"/>
                    <a:pt x="26" y="76"/>
                  </a:cubicBezTo>
                  <a:cubicBezTo>
                    <a:pt x="26" y="76"/>
                    <a:pt x="26" y="76"/>
                    <a:pt x="25" y="75"/>
                  </a:cubicBezTo>
                  <a:cubicBezTo>
                    <a:pt x="25" y="75"/>
                    <a:pt x="25" y="74"/>
                    <a:pt x="25" y="73"/>
                  </a:cubicBezTo>
                  <a:cubicBezTo>
                    <a:pt x="24" y="73"/>
                    <a:pt x="24" y="72"/>
                    <a:pt x="24" y="72"/>
                  </a:cubicBezTo>
                  <a:cubicBezTo>
                    <a:pt x="23" y="72"/>
                    <a:pt x="22" y="70"/>
                    <a:pt x="22" y="70"/>
                  </a:cubicBezTo>
                  <a:cubicBezTo>
                    <a:pt x="22" y="70"/>
                    <a:pt x="22" y="71"/>
                    <a:pt x="22" y="71"/>
                  </a:cubicBezTo>
                  <a:cubicBezTo>
                    <a:pt x="22" y="71"/>
                    <a:pt x="21" y="70"/>
                    <a:pt x="21" y="70"/>
                  </a:cubicBezTo>
                  <a:cubicBezTo>
                    <a:pt x="21" y="69"/>
                    <a:pt x="21" y="69"/>
                    <a:pt x="21" y="68"/>
                  </a:cubicBezTo>
                  <a:cubicBezTo>
                    <a:pt x="22" y="67"/>
                    <a:pt x="20" y="67"/>
                    <a:pt x="19" y="66"/>
                  </a:cubicBezTo>
                  <a:cubicBezTo>
                    <a:pt x="18" y="65"/>
                    <a:pt x="18" y="63"/>
                    <a:pt x="17" y="62"/>
                  </a:cubicBezTo>
                  <a:cubicBezTo>
                    <a:pt x="16" y="61"/>
                    <a:pt x="16" y="60"/>
                    <a:pt x="15" y="60"/>
                  </a:cubicBezTo>
                  <a:cubicBezTo>
                    <a:pt x="15" y="59"/>
                    <a:pt x="15" y="58"/>
                    <a:pt x="14" y="58"/>
                  </a:cubicBezTo>
                  <a:cubicBezTo>
                    <a:pt x="14" y="57"/>
                    <a:pt x="13" y="57"/>
                    <a:pt x="13" y="56"/>
                  </a:cubicBezTo>
                  <a:cubicBezTo>
                    <a:pt x="12" y="55"/>
                    <a:pt x="12" y="55"/>
                    <a:pt x="12" y="54"/>
                  </a:cubicBezTo>
                  <a:cubicBezTo>
                    <a:pt x="11" y="53"/>
                    <a:pt x="9" y="52"/>
                    <a:pt x="9" y="51"/>
                  </a:cubicBezTo>
                  <a:cubicBezTo>
                    <a:pt x="9" y="50"/>
                    <a:pt x="9" y="50"/>
                    <a:pt x="9" y="50"/>
                  </a:cubicBezTo>
                  <a:cubicBezTo>
                    <a:pt x="8" y="49"/>
                    <a:pt x="8" y="49"/>
                    <a:pt x="8" y="49"/>
                  </a:cubicBezTo>
                  <a:cubicBezTo>
                    <a:pt x="8" y="48"/>
                    <a:pt x="7" y="47"/>
                    <a:pt x="7" y="47"/>
                  </a:cubicBezTo>
                  <a:cubicBezTo>
                    <a:pt x="6" y="46"/>
                    <a:pt x="6" y="46"/>
                    <a:pt x="6" y="46"/>
                  </a:cubicBezTo>
                  <a:cubicBezTo>
                    <a:pt x="5" y="45"/>
                    <a:pt x="6" y="45"/>
                    <a:pt x="6" y="45"/>
                  </a:cubicBezTo>
                  <a:cubicBezTo>
                    <a:pt x="6" y="45"/>
                    <a:pt x="5" y="45"/>
                    <a:pt x="5" y="45"/>
                  </a:cubicBezTo>
                  <a:cubicBezTo>
                    <a:pt x="5" y="45"/>
                    <a:pt x="4" y="44"/>
                    <a:pt x="4" y="44"/>
                  </a:cubicBezTo>
                  <a:cubicBezTo>
                    <a:pt x="4" y="44"/>
                    <a:pt x="3" y="44"/>
                    <a:pt x="3" y="44"/>
                  </a:cubicBezTo>
                  <a:cubicBezTo>
                    <a:pt x="3" y="45"/>
                    <a:pt x="3" y="45"/>
                    <a:pt x="3" y="45"/>
                  </a:cubicBezTo>
                  <a:cubicBezTo>
                    <a:pt x="3" y="45"/>
                    <a:pt x="2" y="45"/>
                    <a:pt x="2" y="44"/>
                  </a:cubicBezTo>
                  <a:cubicBezTo>
                    <a:pt x="2" y="44"/>
                    <a:pt x="2" y="45"/>
                    <a:pt x="2" y="45"/>
                  </a:cubicBezTo>
                  <a:cubicBezTo>
                    <a:pt x="2" y="45"/>
                    <a:pt x="2" y="44"/>
                    <a:pt x="2" y="44"/>
                  </a:cubicBezTo>
                  <a:cubicBezTo>
                    <a:pt x="2" y="44"/>
                    <a:pt x="1" y="45"/>
                    <a:pt x="1" y="44"/>
                  </a:cubicBezTo>
                  <a:cubicBezTo>
                    <a:pt x="1" y="44"/>
                    <a:pt x="0" y="45"/>
                    <a:pt x="0" y="45"/>
                  </a:cubicBezTo>
                  <a:cubicBezTo>
                    <a:pt x="0" y="45"/>
                    <a:pt x="0" y="44"/>
                    <a:pt x="0" y="45"/>
                  </a:cubicBezTo>
                  <a:cubicBezTo>
                    <a:pt x="0" y="44"/>
                    <a:pt x="0" y="44"/>
                    <a:pt x="0" y="44"/>
                  </a:cubicBezTo>
                  <a:cubicBezTo>
                    <a:pt x="1" y="44"/>
                    <a:pt x="1" y="42"/>
                    <a:pt x="1" y="42"/>
                  </a:cubicBezTo>
                  <a:cubicBezTo>
                    <a:pt x="1" y="41"/>
                    <a:pt x="2" y="40"/>
                    <a:pt x="1" y="39"/>
                  </a:cubicBezTo>
                  <a:cubicBezTo>
                    <a:pt x="1" y="38"/>
                    <a:pt x="2" y="36"/>
                    <a:pt x="2" y="35"/>
                  </a:cubicBezTo>
                  <a:cubicBezTo>
                    <a:pt x="2" y="35"/>
                    <a:pt x="2" y="34"/>
                    <a:pt x="2" y="34"/>
                  </a:cubicBezTo>
                  <a:cubicBezTo>
                    <a:pt x="2" y="33"/>
                    <a:pt x="2" y="33"/>
                    <a:pt x="2" y="32"/>
                  </a:cubicBezTo>
                  <a:cubicBezTo>
                    <a:pt x="2" y="32"/>
                    <a:pt x="3" y="31"/>
                    <a:pt x="2" y="31"/>
                  </a:cubicBezTo>
                  <a:cubicBezTo>
                    <a:pt x="2" y="30"/>
                    <a:pt x="4" y="31"/>
                    <a:pt x="4" y="31"/>
                  </a:cubicBezTo>
                  <a:cubicBezTo>
                    <a:pt x="6" y="31"/>
                    <a:pt x="7" y="31"/>
                    <a:pt x="8" y="32"/>
                  </a:cubicBezTo>
                  <a:cubicBezTo>
                    <a:pt x="9" y="32"/>
                    <a:pt x="11" y="32"/>
                    <a:pt x="12" y="32"/>
                  </a:cubicBezTo>
                  <a:cubicBezTo>
                    <a:pt x="13" y="33"/>
                    <a:pt x="14" y="32"/>
                    <a:pt x="14" y="31"/>
                  </a:cubicBezTo>
                  <a:cubicBezTo>
                    <a:pt x="15" y="30"/>
                    <a:pt x="16" y="30"/>
                    <a:pt x="17" y="29"/>
                  </a:cubicBezTo>
                  <a:cubicBezTo>
                    <a:pt x="18" y="28"/>
                    <a:pt x="18" y="27"/>
                    <a:pt x="19" y="26"/>
                  </a:cubicBezTo>
                  <a:cubicBezTo>
                    <a:pt x="19" y="25"/>
                    <a:pt x="20" y="25"/>
                    <a:pt x="21" y="24"/>
                  </a:cubicBezTo>
                  <a:cubicBezTo>
                    <a:pt x="22" y="24"/>
                    <a:pt x="24" y="24"/>
                    <a:pt x="25" y="24"/>
                  </a:cubicBezTo>
                  <a:cubicBezTo>
                    <a:pt x="26" y="24"/>
                    <a:pt x="26" y="23"/>
                    <a:pt x="26" y="22"/>
                  </a:cubicBezTo>
                  <a:cubicBezTo>
                    <a:pt x="27" y="21"/>
                    <a:pt x="27" y="20"/>
                    <a:pt x="27" y="20"/>
                  </a:cubicBezTo>
                  <a:cubicBezTo>
                    <a:pt x="28" y="19"/>
                    <a:pt x="29" y="19"/>
                    <a:pt x="30" y="18"/>
                  </a:cubicBezTo>
                  <a:cubicBezTo>
                    <a:pt x="28" y="16"/>
                    <a:pt x="27" y="14"/>
                    <a:pt x="25" y="12"/>
                  </a:cubicBezTo>
                  <a:cubicBezTo>
                    <a:pt x="23" y="11"/>
                    <a:pt x="21" y="9"/>
                    <a:pt x="20" y="7"/>
                  </a:cubicBezTo>
                  <a:cubicBezTo>
                    <a:pt x="23" y="6"/>
                    <a:pt x="27" y="5"/>
                    <a:pt x="30" y="4"/>
                  </a:cubicBezTo>
                  <a:cubicBezTo>
                    <a:pt x="33" y="3"/>
                    <a:pt x="37" y="2"/>
                    <a:pt x="39" y="0"/>
                  </a:cubicBezTo>
                  <a:cubicBezTo>
                    <a:pt x="41" y="0"/>
                    <a:pt x="43" y="1"/>
                    <a:pt x="45" y="1"/>
                  </a:cubicBezTo>
                  <a:cubicBezTo>
                    <a:pt x="47" y="1"/>
                    <a:pt x="49" y="2"/>
                    <a:pt x="51" y="2"/>
                  </a:cubicBezTo>
                  <a:cubicBezTo>
                    <a:pt x="53" y="3"/>
                    <a:pt x="54" y="4"/>
                    <a:pt x="56" y="5"/>
                  </a:cubicBezTo>
                  <a:cubicBezTo>
                    <a:pt x="57" y="6"/>
                    <a:pt x="59" y="7"/>
                    <a:pt x="61" y="8"/>
                  </a:cubicBezTo>
                  <a:cubicBezTo>
                    <a:pt x="62" y="9"/>
                    <a:pt x="64" y="10"/>
                    <a:pt x="66" y="11"/>
                  </a:cubicBezTo>
                  <a:cubicBezTo>
                    <a:pt x="67" y="12"/>
                    <a:pt x="69" y="13"/>
                    <a:pt x="70" y="14"/>
                  </a:cubicBezTo>
                  <a:cubicBezTo>
                    <a:pt x="71" y="15"/>
                    <a:pt x="73" y="16"/>
                    <a:pt x="74" y="17"/>
                  </a:cubicBezTo>
                  <a:cubicBezTo>
                    <a:pt x="76" y="18"/>
                    <a:pt x="77" y="20"/>
                    <a:pt x="79" y="21"/>
                  </a:cubicBezTo>
                  <a:cubicBezTo>
                    <a:pt x="81" y="22"/>
                    <a:pt x="82" y="23"/>
                    <a:pt x="84" y="25"/>
                  </a:cubicBezTo>
                  <a:cubicBezTo>
                    <a:pt x="86" y="26"/>
                    <a:pt x="87" y="27"/>
                    <a:pt x="89" y="29"/>
                  </a:cubicBezTo>
                  <a:cubicBezTo>
                    <a:pt x="91" y="30"/>
                    <a:pt x="92" y="31"/>
                    <a:pt x="93" y="32"/>
                  </a:cubicBezTo>
                  <a:cubicBezTo>
                    <a:pt x="94" y="32"/>
                    <a:pt x="95" y="32"/>
                    <a:pt x="96" y="32"/>
                  </a:cubicBezTo>
                  <a:cubicBezTo>
                    <a:pt x="97" y="33"/>
                    <a:pt x="98" y="33"/>
                    <a:pt x="99" y="33"/>
                  </a:cubicBezTo>
                  <a:cubicBezTo>
                    <a:pt x="101" y="33"/>
                    <a:pt x="103" y="33"/>
                    <a:pt x="105" y="33"/>
                  </a:cubicBezTo>
                  <a:cubicBezTo>
                    <a:pt x="107" y="34"/>
                    <a:pt x="109" y="34"/>
                    <a:pt x="110" y="34"/>
                  </a:cubicBezTo>
                  <a:cubicBezTo>
                    <a:pt x="112" y="33"/>
                    <a:pt x="114" y="34"/>
                    <a:pt x="115" y="34"/>
                  </a:cubicBezTo>
                  <a:cubicBezTo>
                    <a:pt x="116" y="34"/>
                    <a:pt x="119" y="34"/>
                    <a:pt x="120" y="35"/>
                  </a:cubicBezTo>
                  <a:cubicBezTo>
                    <a:pt x="120" y="35"/>
                    <a:pt x="121" y="36"/>
                    <a:pt x="121" y="37"/>
                  </a:cubicBezTo>
                  <a:cubicBezTo>
                    <a:pt x="121" y="38"/>
                    <a:pt x="121" y="38"/>
                    <a:pt x="122" y="39"/>
                  </a:cubicBezTo>
                  <a:cubicBezTo>
                    <a:pt x="122" y="40"/>
                    <a:pt x="124" y="40"/>
                    <a:pt x="125" y="40"/>
                  </a:cubicBezTo>
                  <a:cubicBezTo>
                    <a:pt x="126" y="40"/>
                    <a:pt x="128" y="39"/>
                    <a:pt x="129" y="40"/>
                  </a:cubicBezTo>
                  <a:cubicBezTo>
                    <a:pt x="130" y="40"/>
                    <a:pt x="130" y="40"/>
                    <a:pt x="130" y="41"/>
                  </a:cubicBezTo>
                  <a:cubicBezTo>
                    <a:pt x="130" y="41"/>
                    <a:pt x="130" y="41"/>
                    <a:pt x="130" y="41"/>
                  </a:cubicBezTo>
                  <a:cubicBezTo>
                    <a:pt x="130" y="41"/>
                    <a:pt x="130" y="41"/>
                    <a:pt x="130" y="41"/>
                  </a:cubicBezTo>
                  <a:cubicBezTo>
                    <a:pt x="130" y="42"/>
                    <a:pt x="130" y="42"/>
                    <a:pt x="131" y="43"/>
                  </a:cubicBezTo>
                  <a:cubicBezTo>
                    <a:pt x="131" y="43"/>
                    <a:pt x="131" y="43"/>
                    <a:pt x="131" y="44"/>
                  </a:cubicBezTo>
                  <a:cubicBezTo>
                    <a:pt x="131" y="44"/>
                    <a:pt x="132" y="45"/>
                    <a:pt x="132" y="45"/>
                  </a:cubicBezTo>
                  <a:cubicBezTo>
                    <a:pt x="133" y="45"/>
                    <a:pt x="133" y="45"/>
                    <a:pt x="133" y="46"/>
                  </a:cubicBezTo>
                  <a:cubicBezTo>
                    <a:pt x="133" y="46"/>
                    <a:pt x="133" y="46"/>
                    <a:pt x="133" y="46"/>
                  </a:cubicBezTo>
                  <a:cubicBezTo>
                    <a:pt x="133" y="46"/>
                    <a:pt x="133" y="46"/>
                    <a:pt x="133" y="47"/>
                  </a:cubicBezTo>
                  <a:cubicBezTo>
                    <a:pt x="134" y="47"/>
                    <a:pt x="135" y="48"/>
                    <a:pt x="134" y="49"/>
                  </a:cubicBezTo>
                  <a:cubicBezTo>
                    <a:pt x="134" y="48"/>
                    <a:pt x="134" y="48"/>
                    <a:pt x="134" y="48"/>
                  </a:cubicBezTo>
                  <a:cubicBezTo>
                    <a:pt x="134" y="47"/>
                    <a:pt x="134" y="48"/>
                    <a:pt x="134" y="48"/>
                  </a:cubicBezTo>
                  <a:cubicBezTo>
                    <a:pt x="134" y="48"/>
                    <a:pt x="133" y="48"/>
                    <a:pt x="134" y="48"/>
                  </a:cubicBezTo>
                  <a:cubicBezTo>
                    <a:pt x="133" y="48"/>
                    <a:pt x="133" y="48"/>
                    <a:pt x="133" y="49"/>
                  </a:cubicBezTo>
                  <a:cubicBezTo>
                    <a:pt x="133" y="49"/>
                    <a:pt x="134" y="49"/>
                    <a:pt x="134" y="48"/>
                  </a:cubicBezTo>
                  <a:cubicBezTo>
                    <a:pt x="134" y="49"/>
                    <a:pt x="134" y="49"/>
                    <a:pt x="134" y="49"/>
                  </a:cubicBezTo>
                  <a:cubicBezTo>
                    <a:pt x="134" y="49"/>
                    <a:pt x="134" y="49"/>
                    <a:pt x="134" y="49"/>
                  </a:cubicBezTo>
                  <a:cubicBezTo>
                    <a:pt x="134" y="49"/>
                    <a:pt x="134" y="50"/>
                    <a:pt x="134" y="50"/>
                  </a:cubicBezTo>
                  <a:cubicBezTo>
                    <a:pt x="134" y="50"/>
                    <a:pt x="134" y="50"/>
                    <a:pt x="135" y="50"/>
                  </a:cubicBezTo>
                  <a:cubicBezTo>
                    <a:pt x="134" y="51"/>
                    <a:pt x="135" y="50"/>
                    <a:pt x="135" y="50"/>
                  </a:cubicBezTo>
                  <a:cubicBezTo>
                    <a:pt x="135" y="50"/>
                    <a:pt x="136" y="50"/>
                    <a:pt x="136" y="50"/>
                  </a:cubicBezTo>
                  <a:cubicBezTo>
                    <a:pt x="136" y="51"/>
                    <a:pt x="137" y="51"/>
                    <a:pt x="137" y="51"/>
                  </a:cubicBezTo>
                  <a:cubicBezTo>
                    <a:pt x="138" y="50"/>
                    <a:pt x="138" y="51"/>
                    <a:pt x="138" y="51"/>
                  </a:cubicBezTo>
                  <a:cubicBezTo>
                    <a:pt x="138" y="51"/>
                    <a:pt x="138" y="52"/>
                    <a:pt x="138" y="52"/>
                  </a:cubicBezTo>
                  <a:cubicBezTo>
                    <a:pt x="138" y="51"/>
                    <a:pt x="138" y="52"/>
                    <a:pt x="138" y="52"/>
                  </a:cubicBezTo>
                  <a:cubicBezTo>
                    <a:pt x="138" y="52"/>
                    <a:pt x="137" y="51"/>
                    <a:pt x="137" y="52"/>
                  </a:cubicBezTo>
                  <a:cubicBezTo>
                    <a:pt x="137" y="52"/>
                    <a:pt x="137" y="52"/>
                    <a:pt x="137" y="52"/>
                  </a:cubicBezTo>
                  <a:cubicBezTo>
                    <a:pt x="138" y="52"/>
                    <a:pt x="138" y="52"/>
                    <a:pt x="138" y="52"/>
                  </a:cubicBezTo>
                  <a:cubicBezTo>
                    <a:pt x="138" y="52"/>
                    <a:pt x="138" y="53"/>
                    <a:pt x="138" y="53"/>
                  </a:cubicBezTo>
                  <a:cubicBezTo>
                    <a:pt x="139" y="52"/>
                    <a:pt x="139" y="54"/>
                    <a:pt x="139" y="54"/>
                  </a:cubicBezTo>
                  <a:cubicBezTo>
                    <a:pt x="139" y="55"/>
                    <a:pt x="139" y="54"/>
                    <a:pt x="139" y="54"/>
                  </a:cubicBezTo>
                  <a:cubicBezTo>
                    <a:pt x="140" y="54"/>
                    <a:pt x="140" y="55"/>
                    <a:pt x="139" y="55"/>
                  </a:cubicBezTo>
                  <a:cubicBezTo>
                    <a:pt x="140" y="55"/>
                    <a:pt x="140" y="55"/>
                    <a:pt x="140" y="55"/>
                  </a:cubicBezTo>
                  <a:cubicBezTo>
                    <a:pt x="140" y="55"/>
                    <a:pt x="141" y="55"/>
                    <a:pt x="141" y="55"/>
                  </a:cubicBezTo>
                  <a:cubicBezTo>
                    <a:pt x="140" y="54"/>
                    <a:pt x="141" y="55"/>
                    <a:pt x="141" y="54"/>
                  </a:cubicBezTo>
                  <a:cubicBezTo>
                    <a:pt x="141" y="56"/>
                    <a:pt x="143" y="58"/>
                    <a:pt x="144" y="58"/>
                  </a:cubicBezTo>
                  <a:cubicBezTo>
                    <a:pt x="145" y="58"/>
                    <a:pt x="145" y="58"/>
                    <a:pt x="146" y="59"/>
                  </a:cubicBezTo>
                  <a:cubicBezTo>
                    <a:pt x="146" y="59"/>
                    <a:pt x="147" y="60"/>
                    <a:pt x="147" y="60"/>
                  </a:cubicBezTo>
                  <a:cubicBezTo>
                    <a:pt x="147" y="60"/>
                    <a:pt x="147" y="60"/>
                    <a:pt x="146" y="60"/>
                  </a:cubicBezTo>
                  <a:cubicBezTo>
                    <a:pt x="146" y="60"/>
                    <a:pt x="146" y="59"/>
                    <a:pt x="146" y="59"/>
                  </a:cubicBezTo>
                  <a:cubicBezTo>
                    <a:pt x="145" y="59"/>
                    <a:pt x="146" y="62"/>
                    <a:pt x="146" y="62"/>
                  </a:cubicBezTo>
                  <a:cubicBezTo>
                    <a:pt x="147" y="63"/>
                    <a:pt x="148" y="63"/>
                    <a:pt x="148" y="63"/>
                  </a:cubicBezTo>
                  <a:cubicBezTo>
                    <a:pt x="149" y="65"/>
                    <a:pt x="148" y="66"/>
                    <a:pt x="148" y="67"/>
                  </a:cubicBezTo>
                  <a:cubicBezTo>
                    <a:pt x="148" y="67"/>
                    <a:pt x="147" y="65"/>
                    <a:pt x="146" y="65"/>
                  </a:cubicBezTo>
                  <a:cubicBezTo>
                    <a:pt x="146" y="66"/>
                    <a:pt x="146" y="68"/>
                    <a:pt x="147" y="68"/>
                  </a:cubicBezTo>
                  <a:cubicBezTo>
                    <a:pt x="147" y="67"/>
                    <a:pt x="147" y="67"/>
                    <a:pt x="147" y="67"/>
                  </a:cubicBezTo>
                  <a:cubicBezTo>
                    <a:pt x="148" y="68"/>
                    <a:pt x="147" y="68"/>
                    <a:pt x="148" y="69"/>
                  </a:cubicBezTo>
                  <a:cubicBezTo>
                    <a:pt x="148" y="70"/>
                    <a:pt x="149" y="71"/>
                    <a:pt x="149" y="72"/>
                  </a:cubicBezTo>
                  <a:cubicBezTo>
                    <a:pt x="149" y="71"/>
                    <a:pt x="149" y="71"/>
                    <a:pt x="148" y="71"/>
                  </a:cubicBezTo>
                  <a:cubicBezTo>
                    <a:pt x="148" y="70"/>
                    <a:pt x="148" y="71"/>
                    <a:pt x="148" y="71"/>
                  </a:cubicBezTo>
                  <a:cubicBezTo>
                    <a:pt x="149" y="72"/>
                    <a:pt x="149" y="73"/>
                    <a:pt x="150" y="73"/>
                  </a:cubicBezTo>
                  <a:cubicBezTo>
                    <a:pt x="150" y="73"/>
                    <a:pt x="150" y="73"/>
                    <a:pt x="150" y="73"/>
                  </a:cubicBezTo>
                  <a:cubicBezTo>
                    <a:pt x="151" y="73"/>
                    <a:pt x="152" y="74"/>
                    <a:pt x="152" y="75"/>
                  </a:cubicBezTo>
                  <a:cubicBezTo>
                    <a:pt x="152" y="76"/>
                    <a:pt x="152" y="77"/>
                    <a:pt x="153" y="78"/>
                  </a:cubicBezTo>
                  <a:cubicBezTo>
                    <a:pt x="153" y="78"/>
                    <a:pt x="154" y="79"/>
                    <a:pt x="154" y="79"/>
                  </a:cubicBezTo>
                  <a:cubicBezTo>
                    <a:pt x="154" y="80"/>
                    <a:pt x="154" y="80"/>
                    <a:pt x="154" y="81"/>
                  </a:cubicBezTo>
                  <a:cubicBezTo>
                    <a:pt x="155" y="82"/>
                    <a:pt x="155" y="81"/>
                    <a:pt x="155" y="81"/>
                  </a:cubicBezTo>
                  <a:cubicBezTo>
                    <a:pt x="156" y="81"/>
                    <a:pt x="156" y="82"/>
                    <a:pt x="156" y="83"/>
                  </a:cubicBezTo>
                  <a:cubicBezTo>
                    <a:pt x="157" y="83"/>
                    <a:pt x="158" y="84"/>
                    <a:pt x="158" y="83"/>
                  </a:cubicBezTo>
                  <a:cubicBezTo>
                    <a:pt x="159" y="83"/>
                    <a:pt x="159" y="82"/>
                    <a:pt x="160" y="83"/>
                  </a:cubicBezTo>
                  <a:cubicBezTo>
                    <a:pt x="160" y="83"/>
                    <a:pt x="160" y="84"/>
                    <a:pt x="160" y="84"/>
                  </a:cubicBezTo>
                  <a:cubicBezTo>
                    <a:pt x="160" y="83"/>
                    <a:pt x="161" y="82"/>
                    <a:pt x="161" y="83"/>
                  </a:cubicBezTo>
                  <a:cubicBezTo>
                    <a:pt x="162" y="83"/>
                    <a:pt x="161" y="84"/>
                    <a:pt x="161" y="84"/>
                  </a:cubicBezTo>
                  <a:cubicBezTo>
                    <a:pt x="161" y="84"/>
                    <a:pt x="159" y="86"/>
                    <a:pt x="160" y="86"/>
                  </a:cubicBezTo>
                  <a:cubicBezTo>
                    <a:pt x="161" y="86"/>
                    <a:pt x="162" y="86"/>
                    <a:pt x="162" y="86"/>
                  </a:cubicBezTo>
                  <a:cubicBezTo>
                    <a:pt x="163" y="87"/>
                    <a:pt x="163" y="87"/>
                    <a:pt x="163" y="88"/>
                  </a:cubicBezTo>
                  <a:cubicBezTo>
                    <a:pt x="164" y="90"/>
                    <a:pt x="165" y="91"/>
                    <a:pt x="166" y="92"/>
                  </a:cubicBezTo>
                  <a:cubicBezTo>
                    <a:pt x="168" y="94"/>
                    <a:pt x="169" y="95"/>
                    <a:pt x="170" y="97"/>
                  </a:cubicBezTo>
                  <a:cubicBezTo>
                    <a:pt x="171" y="98"/>
                    <a:pt x="172" y="100"/>
                    <a:pt x="173" y="101"/>
                  </a:cubicBezTo>
                  <a:cubicBezTo>
                    <a:pt x="176" y="102"/>
                    <a:pt x="180" y="102"/>
                    <a:pt x="183" y="102"/>
                  </a:cubicBezTo>
                  <a:cubicBezTo>
                    <a:pt x="187" y="103"/>
                    <a:pt x="191" y="104"/>
                    <a:pt x="196" y="104"/>
                  </a:cubicBezTo>
                  <a:cubicBezTo>
                    <a:pt x="196" y="104"/>
                    <a:pt x="197" y="104"/>
                    <a:pt x="197" y="104"/>
                  </a:cubicBezTo>
                  <a:cubicBezTo>
                    <a:pt x="198" y="104"/>
                    <a:pt x="198" y="104"/>
                    <a:pt x="198" y="104"/>
                  </a:cubicBezTo>
                  <a:cubicBezTo>
                    <a:pt x="199" y="105"/>
                    <a:pt x="200" y="107"/>
                    <a:pt x="201" y="109"/>
                  </a:cubicBezTo>
                  <a:cubicBezTo>
                    <a:pt x="202" y="111"/>
                    <a:pt x="203" y="112"/>
                    <a:pt x="202" y="114"/>
                  </a:cubicBezTo>
                  <a:close/>
                  <a:moveTo>
                    <a:pt x="77" y="169"/>
                  </a:moveTo>
                  <a:cubicBezTo>
                    <a:pt x="77" y="168"/>
                    <a:pt x="76" y="170"/>
                    <a:pt x="77" y="169"/>
                  </a:cubicBezTo>
                  <a:cubicBezTo>
                    <a:pt x="77" y="170"/>
                    <a:pt x="76" y="169"/>
                    <a:pt x="75" y="169"/>
                  </a:cubicBezTo>
                  <a:cubicBezTo>
                    <a:pt x="75" y="169"/>
                    <a:pt x="74" y="168"/>
                    <a:pt x="74" y="168"/>
                  </a:cubicBezTo>
                  <a:cubicBezTo>
                    <a:pt x="74" y="168"/>
                    <a:pt x="74" y="168"/>
                    <a:pt x="74" y="169"/>
                  </a:cubicBezTo>
                  <a:cubicBezTo>
                    <a:pt x="74" y="169"/>
                    <a:pt x="74" y="169"/>
                    <a:pt x="74" y="169"/>
                  </a:cubicBezTo>
                  <a:cubicBezTo>
                    <a:pt x="75" y="169"/>
                    <a:pt x="75" y="170"/>
                    <a:pt x="76" y="170"/>
                  </a:cubicBezTo>
                  <a:cubicBezTo>
                    <a:pt x="76" y="170"/>
                    <a:pt x="77" y="170"/>
                    <a:pt x="77" y="170"/>
                  </a:cubicBezTo>
                  <a:cubicBezTo>
                    <a:pt x="77" y="170"/>
                    <a:pt x="77" y="171"/>
                    <a:pt x="77" y="171"/>
                  </a:cubicBezTo>
                  <a:cubicBezTo>
                    <a:pt x="77" y="171"/>
                    <a:pt x="78" y="171"/>
                    <a:pt x="78" y="171"/>
                  </a:cubicBezTo>
                  <a:cubicBezTo>
                    <a:pt x="78" y="171"/>
                    <a:pt x="78" y="170"/>
                    <a:pt x="78" y="170"/>
                  </a:cubicBezTo>
                  <a:cubicBezTo>
                    <a:pt x="77" y="170"/>
                    <a:pt x="77" y="169"/>
                    <a:pt x="77" y="169"/>
                  </a:cubicBezTo>
                  <a:close/>
                  <a:moveTo>
                    <a:pt x="75" y="167"/>
                  </a:moveTo>
                  <a:cubicBezTo>
                    <a:pt x="75" y="167"/>
                    <a:pt x="75" y="167"/>
                    <a:pt x="75" y="166"/>
                  </a:cubicBezTo>
                  <a:cubicBezTo>
                    <a:pt x="75" y="167"/>
                    <a:pt x="75" y="167"/>
                    <a:pt x="75" y="167"/>
                  </a:cubicBezTo>
                  <a:close/>
                  <a:moveTo>
                    <a:pt x="76" y="167"/>
                  </a:moveTo>
                  <a:cubicBezTo>
                    <a:pt x="76" y="167"/>
                    <a:pt x="75" y="167"/>
                    <a:pt x="75" y="167"/>
                  </a:cubicBezTo>
                  <a:cubicBezTo>
                    <a:pt x="75" y="167"/>
                    <a:pt x="76" y="167"/>
                    <a:pt x="75" y="167"/>
                  </a:cubicBezTo>
                  <a:cubicBezTo>
                    <a:pt x="75" y="168"/>
                    <a:pt x="75" y="168"/>
                    <a:pt x="75" y="168"/>
                  </a:cubicBezTo>
                  <a:cubicBezTo>
                    <a:pt x="75" y="169"/>
                    <a:pt x="76" y="169"/>
                    <a:pt x="76" y="169"/>
                  </a:cubicBezTo>
                  <a:cubicBezTo>
                    <a:pt x="76" y="169"/>
                    <a:pt x="75" y="168"/>
                    <a:pt x="76" y="168"/>
                  </a:cubicBezTo>
                  <a:cubicBezTo>
                    <a:pt x="76" y="168"/>
                    <a:pt x="76" y="167"/>
                    <a:pt x="76" y="167"/>
                  </a:cubicBezTo>
                  <a:close/>
                  <a:moveTo>
                    <a:pt x="75" y="166"/>
                  </a:moveTo>
                  <a:cubicBezTo>
                    <a:pt x="75" y="166"/>
                    <a:pt x="75" y="166"/>
                    <a:pt x="75" y="166"/>
                  </a:cubicBezTo>
                  <a:cubicBezTo>
                    <a:pt x="75" y="166"/>
                    <a:pt x="75" y="166"/>
                    <a:pt x="75" y="166"/>
                  </a:cubicBezTo>
                  <a:cubicBezTo>
                    <a:pt x="75" y="166"/>
                    <a:pt x="75" y="166"/>
                    <a:pt x="75" y="16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79" name="Sao Tome and Principe">
              <a:extLst>
                <a:ext uri="{FF2B5EF4-FFF2-40B4-BE49-F238E27FC236}">
                  <a16:creationId xmlns:a16="http://schemas.microsoft.com/office/drawing/2014/main" id="{1098312B-13E2-91C3-8A4C-3BB075B1FB0C}"/>
                </a:ext>
              </a:extLst>
            </p:cNvPr>
            <p:cNvSpPr>
              <a:spLocks noEditPoints="1"/>
            </p:cNvSpPr>
            <p:nvPr/>
          </p:nvSpPr>
          <p:spPr bwMode="auto">
            <a:xfrm>
              <a:off x="5917220" y="3976720"/>
              <a:ext cx="35285" cy="67631"/>
            </a:xfrm>
            <a:custGeom>
              <a:avLst/>
              <a:gdLst/>
              <a:ahLst/>
              <a:cxnLst>
                <a:cxn ang="0">
                  <a:pos x="2" y="18"/>
                </a:cxn>
                <a:cxn ang="0">
                  <a:pos x="1" y="18"/>
                </a:cxn>
                <a:cxn ang="0">
                  <a:pos x="1" y="19"/>
                </a:cxn>
                <a:cxn ang="0">
                  <a:pos x="1" y="18"/>
                </a:cxn>
                <a:cxn ang="0">
                  <a:pos x="0" y="16"/>
                </a:cxn>
                <a:cxn ang="0">
                  <a:pos x="3" y="15"/>
                </a:cxn>
                <a:cxn ang="0">
                  <a:pos x="2" y="18"/>
                </a:cxn>
                <a:cxn ang="0">
                  <a:pos x="10" y="1"/>
                </a:cxn>
                <a:cxn ang="0">
                  <a:pos x="9" y="2"/>
                </a:cxn>
                <a:cxn ang="0">
                  <a:pos x="9" y="2"/>
                </a:cxn>
                <a:cxn ang="0">
                  <a:pos x="10" y="2"/>
                </a:cxn>
                <a:cxn ang="0">
                  <a:pos x="10" y="1"/>
                </a:cxn>
                <a:cxn ang="0">
                  <a:pos x="10" y="1"/>
                </a:cxn>
              </a:cxnLst>
              <a:rect l="0" t="0" r="r" b="b"/>
              <a:pathLst>
                <a:path w="10" h="19">
                  <a:moveTo>
                    <a:pt x="2" y="18"/>
                  </a:moveTo>
                  <a:cubicBezTo>
                    <a:pt x="2" y="18"/>
                    <a:pt x="2" y="19"/>
                    <a:pt x="1" y="18"/>
                  </a:cubicBezTo>
                  <a:cubicBezTo>
                    <a:pt x="1" y="18"/>
                    <a:pt x="1" y="19"/>
                    <a:pt x="1" y="19"/>
                  </a:cubicBezTo>
                  <a:cubicBezTo>
                    <a:pt x="1" y="19"/>
                    <a:pt x="1" y="18"/>
                    <a:pt x="1" y="18"/>
                  </a:cubicBezTo>
                  <a:cubicBezTo>
                    <a:pt x="0" y="17"/>
                    <a:pt x="0" y="17"/>
                    <a:pt x="0" y="16"/>
                  </a:cubicBezTo>
                  <a:cubicBezTo>
                    <a:pt x="1" y="15"/>
                    <a:pt x="2" y="14"/>
                    <a:pt x="3" y="15"/>
                  </a:cubicBezTo>
                  <a:cubicBezTo>
                    <a:pt x="3" y="16"/>
                    <a:pt x="3" y="17"/>
                    <a:pt x="2" y="18"/>
                  </a:cubicBezTo>
                  <a:close/>
                  <a:moveTo>
                    <a:pt x="10" y="1"/>
                  </a:moveTo>
                  <a:cubicBezTo>
                    <a:pt x="9" y="0"/>
                    <a:pt x="9" y="1"/>
                    <a:pt x="9" y="2"/>
                  </a:cubicBezTo>
                  <a:cubicBezTo>
                    <a:pt x="9" y="2"/>
                    <a:pt x="9" y="2"/>
                    <a:pt x="9" y="2"/>
                  </a:cubicBezTo>
                  <a:cubicBezTo>
                    <a:pt x="9" y="2"/>
                    <a:pt x="10" y="2"/>
                    <a:pt x="10" y="2"/>
                  </a:cubicBezTo>
                  <a:cubicBezTo>
                    <a:pt x="9" y="1"/>
                    <a:pt x="10" y="2"/>
                    <a:pt x="10" y="1"/>
                  </a:cubicBezTo>
                  <a:cubicBezTo>
                    <a:pt x="10" y="1"/>
                    <a:pt x="10" y="1"/>
                    <a:pt x="10"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80" name="San Marino">
              <a:extLst>
                <a:ext uri="{FF2B5EF4-FFF2-40B4-BE49-F238E27FC236}">
                  <a16:creationId xmlns:a16="http://schemas.microsoft.com/office/drawing/2014/main" id="{73416F9E-2E20-3A6C-6281-0F63AF80637B}"/>
                </a:ext>
              </a:extLst>
            </p:cNvPr>
            <p:cNvSpPr/>
            <p:nvPr/>
          </p:nvSpPr>
          <p:spPr>
            <a:xfrm>
              <a:off x="6113916" y="2333462"/>
              <a:ext cx="4961" cy="5785"/>
            </a:xfrm>
            <a:custGeom>
              <a:avLst/>
              <a:gdLst>
                <a:gd name="connsiteX0" fmla="*/ 4609 w 4961"/>
                <a:gd name="connsiteY0" fmla="*/ 2 h 5785"/>
                <a:gd name="connsiteX1" fmla="*/ 2829 w 4961"/>
                <a:gd name="connsiteY1" fmla="*/ 1063 h 5785"/>
                <a:gd name="connsiteX2" fmla="*/ 1460 w 4961"/>
                <a:gd name="connsiteY2" fmla="*/ 2158 h 5785"/>
                <a:gd name="connsiteX3" fmla="*/ 400 w 4961"/>
                <a:gd name="connsiteY3" fmla="*/ 2602 h 5785"/>
                <a:gd name="connsiteX4" fmla="*/ 160 w 4961"/>
                <a:gd name="connsiteY4" fmla="*/ 4587 h 5785"/>
                <a:gd name="connsiteX5" fmla="*/ 1871 w 4961"/>
                <a:gd name="connsiteY5" fmla="*/ 4929 h 5785"/>
                <a:gd name="connsiteX6" fmla="*/ 2727 w 4961"/>
                <a:gd name="connsiteY6" fmla="*/ 5785 h 5785"/>
                <a:gd name="connsiteX7" fmla="*/ 4951 w 4961"/>
                <a:gd name="connsiteY7" fmla="*/ 3184 h 5785"/>
                <a:gd name="connsiteX8" fmla="*/ 4540 w 4961"/>
                <a:gd name="connsiteY8" fmla="*/ 1097 h 5785"/>
                <a:gd name="connsiteX9" fmla="*/ 4609 w 4961"/>
                <a:gd name="connsiteY9" fmla="*/ 2 h 5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1" h="5785">
                  <a:moveTo>
                    <a:pt x="4609" y="2"/>
                  </a:moveTo>
                  <a:cubicBezTo>
                    <a:pt x="4267" y="36"/>
                    <a:pt x="3411" y="652"/>
                    <a:pt x="2829" y="1063"/>
                  </a:cubicBezTo>
                  <a:cubicBezTo>
                    <a:pt x="2248" y="1473"/>
                    <a:pt x="1632" y="2055"/>
                    <a:pt x="1460" y="2158"/>
                  </a:cubicBezTo>
                  <a:cubicBezTo>
                    <a:pt x="1324" y="2226"/>
                    <a:pt x="468" y="2431"/>
                    <a:pt x="400" y="2602"/>
                  </a:cubicBezTo>
                  <a:cubicBezTo>
                    <a:pt x="331" y="2739"/>
                    <a:pt x="-285" y="4211"/>
                    <a:pt x="160" y="4587"/>
                  </a:cubicBezTo>
                  <a:cubicBezTo>
                    <a:pt x="605" y="4963"/>
                    <a:pt x="1529" y="4724"/>
                    <a:pt x="1871" y="4929"/>
                  </a:cubicBezTo>
                  <a:cubicBezTo>
                    <a:pt x="2213" y="5134"/>
                    <a:pt x="2213" y="5716"/>
                    <a:pt x="2727" y="5785"/>
                  </a:cubicBezTo>
                  <a:cubicBezTo>
                    <a:pt x="3206" y="5819"/>
                    <a:pt x="5122" y="3834"/>
                    <a:pt x="4951" y="3184"/>
                  </a:cubicBezTo>
                  <a:cubicBezTo>
                    <a:pt x="4780" y="2534"/>
                    <a:pt x="4267" y="1747"/>
                    <a:pt x="4540" y="1097"/>
                  </a:cubicBezTo>
                  <a:cubicBezTo>
                    <a:pt x="4814" y="412"/>
                    <a:pt x="4951" y="-32"/>
                    <a:pt x="4609" y="2"/>
                  </a:cubicBezTo>
                  <a:close/>
                </a:path>
              </a:pathLst>
            </a:custGeom>
            <a:grpFill/>
            <a:ln w="1905" cap="flat">
              <a:noFill/>
              <a:prstDash val="solid"/>
              <a:miter/>
            </a:ln>
          </p:spPr>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801" b="0" i="0" u="none" strike="noStrike" kern="0" cap="none" spc="0" normalizeH="0" baseline="0" noProof="0">
                <a:ln>
                  <a:noFill/>
                </a:ln>
                <a:solidFill>
                  <a:srgbClr val="FFFFFF"/>
                </a:solidFill>
                <a:effectLst/>
                <a:uLnTx/>
                <a:uFillTx/>
                <a:latin typeface="Segoe UI"/>
                <a:ea typeface="+mn-ea"/>
                <a:cs typeface="+mn-cs"/>
              </a:endParaRPr>
            </a:p>
          </p:txBody>
        </p:sp>
        <p:sp>
          <p:nvSpPr>
            <p:cNvPr id="381" name="Samoa">
              <a:extLst>
                <a:ext uri="{FF2B5EF4-FFF2-40B4-BE49-F238E27FC236}">
                  <a16:creationId xmlns:a16="http://schemas.microsoft.com/office/drawing/2014/main" id="{3E1F6E2B-093B-51EE-BBC8-47595843A547}"/>
                </a:ext>
              </a:extLst>
            </p:cNvPr>
            <p:cNvSpPr/>
            <p:nvPr/>
          </p:nvSpPr>
          <p:spPr>
            <a:xfrm>
              <a:off x="11628146" y="4763333"/>
              <a:ext cx="28276" cy="16547"/>
            </a:xfrm>
            <a:custGeom>
              <a:avLst/>
              <a:gdLst>
                <a:gd name="connsiteX0" fmla="*/ 18637 w 25188"/>
                <a:gd name="connsiteY0" fmla="*/ 7983 h 14740"/>
                <a:gd name="connsiteX1" fmla="*/ 18637 w 25188"/>
                <a:gd name="connsiteY1" fmla="*/ 7983 h 14740"/>
                <a:gd name="connsiteX2" fmla="*/ 18637 w 25188"/>
                <a:gd name="connsiteY2" fmla="*/ 7983 h 14740"/>
                <a:gd name="connsiteX3" fmla="*/ 0 w 25188"/>
                <a:gd name="connsiteY3" fmla="*/ 0 h 14740"/>
                <a:gd name="connsiteX4" fmla="*/ 8640 w 25188"/>
                <a:gd name="connsiteY4" fmla="*/ 8680 h 14740"/>
                <a:gd name="connsiteX5" fmla="*/ 0 w 25188"/>
                <a:gd name="connsiteY5" fmla="*/ 0 h 14740"/>
                <a:gd name="connsiteX6" fmla="*/ 0 w 25188"/>
                <a:gd name="connsiteY6" fmla="*/ 0 h 1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88" h="14740">
                  <a:moveTo>
                    <a:pt x="18637" y="7983"/>
                  </a:moveTo>
                  <a:cubicBezTo>
                    <a:pt x="3100" y="12555"/>
                    <a:pt x="39288" y="20576"/>
                    <a:pt x="18637" y="7983"/>
                  </a:cubicBezTo>
                  <a:lnTo>
                    <a:pt x="18637" y="7983"/>
                  </a:lnTo>
                  <a:close/>
                  <a:moveTo>
                    <a:pt x="0" y="0"/>
                  </a:moveTo>
                  <a:cubicBezTo>
                    <a:pt x="0" y="8680"/>
                    <a:pt x="8640" y="8680"/>
                    <a:pt x="8640" y="8680"/>
                  </a:cubicBezTo>
                  <a:cubicBezTo>
                    <a:pt x="17281" y="0"/>
                    <a:pt x="0" y="0"/>
                    <a:pt x="0" y="0"/>
                  </a:cubicBezTo>
                  <a:lnTo>
                    <a:pt x="0" y="0"/>
                  </a:ln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82" name="Saint Vincent and the Grenadines">
              <a:extLst>
                <a:ext uri="{FF2B5EF4-FFF2-40B4-BE49-F238E27FC236}">
                  <a16:creationId xmlns:a16="http://schemas.microsoft.com/office/drawing/2014/main" id="{C67A9A11-0EFC-B78A-7799-766108E72061}"/>
                </a:ext>
              </a:extLst>
            </p:cNvPr>
            <p:cNvSpPr>
              <a:spLocks/>
            </p:cNvSpPr>
            <p:nvPr/>
          </p:nvSpPr>
          <p:spPr bwMode="auto">
            <a:xfrm>
              <a:off x="3607955" y="3522903"/>
              <a:ext cx="6860" cy="10781"/>
            </a:xfrm>
            <a:custGeom>
              <a:avLst/>
              <a:gdLst/>
              <a:ahLst/>
              <a:cxnLst>
                <a:cxn ang="0">
                  <a:pos x="1" y="0"/>
                </a:cxn>
                <a:cxn ang="0">
                  <a:pos x="0" y="1"/>
                </a:cxn>
                <a:cxn ang="0">
                  <a:pos x="1" y="3"/>
                </a:cxn>
                <a:cxn ang="0">
                  <a:pos x="1" y="1"/>
                </a:cxn>
                <a:cxn ang="0">
                  <a:pos x="1" y="0"/>
                </a:cxn>
              </a:cxnLst>
              <a:rect l="0" t="0" r="r" b="b"/>
              <a:pathLst>
                <a:path w="2" h="3">
                  <a:moveTo>
                    <a:pt x="1" y="0"/>
                  </a:moveTo>
                  <a:cubicBezTo>
                    <a:pt x="1" y="0"/>
                    <a:pt x="0" y="1"/>
                    <a:pt x="0" y="1"/>
                  </a:cubicBezTo>
                  <a:cubicBezTo>
                    <a:pt x="0" y="2"/>
                    <a:pt x="0" y="3"/>
                    <a:pt x="1" y="3"/>
                  </a:cubicBezTo>
                  <a:cubicBezTo>
                    <a:pt x="1" y="3"/>
                    <a:pt x="1" y="2"/>
                    <a:pt x="1" y="1"/>
                  </a:cubicBezTo>
                  <a:cubicBezTo>
                    <a:pt x="2" y="1"/>
                    <a:pt x="1" y="0"/>
                    <a:pt x="1"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83" name="Saint Pierre and Miquelon (FR)">
              <a:extLst>
                <a:ext uri="{FF2B5EF4-FFF2-40B4-BE49-F238E27FC236}">
                  <a16:creationId xmlns:a16="http://schemas.microsoft.com/office/drawing/2014/main" id="{996A021B-B904-7D7C-B110-8D4536EFF865}"/>
                </a:ext>
              </a:extLst>
            </p:cNvPr>
            <p:cNvSpPr>
              <a:spLocks/>
            </p:cNvSpPr>
            <p:nvPr/>
          </p:nvSpPr>
          <p:spPr bwMode="auto">
            <a:xfrm>
              <a:off x="4015703" y="2211441"/>
              <a:ext cx="6860" cy="13723"/>
            </a:xfrm>
            <a:custGeom>
              <a:avLst/>
              <a:gdLst/>
              <a:ahLst/>
              <a:cxnLst>
                <a:cxn ang="0">
                  <a:pos x="2" y="2"/>
                </a:cxn>
                <a:cxn ang="0">
                  <a:pos x="2" y="2"/>
                </a:cxn>
                <a:cxn ang="0">
                  <a:pos x="2" y="1"/>
                </a:cxn>
                <a:cxn ang="0">
                  <a:pos x="2" y="1"/>
                </a:cxn>
                <a:cxn ang="0">
                  <a:pos x="1" y="1"/>
                </a:cxn>
                <a:cxn ang="0">
                  <a:pos x="1" y="2"/>
                </a:cxn>
                <a:cxn ang="0">
                  <a:pos x="1" y="3"/>
                </a:cxn>
                <a:cxn ang="0">
                  <a:pos x="0" y="4"/>
                </a:cxn>
                <a:cxn ang="0">
                  <a:pos x="1" y="4"/>
                </a:cxn>
                <a:cxn ang="0">
                  <a:pos x="1" y="4"/>
                </a:cxn>
                <a:cxn ang="0">
                  <a:pos x="2" y="3"/>
                </a:cxn>
                <a:cxn ang="0">
                  <a:pos x="1" y="3"/>
                </a:cxn>
                <a:cxn ang="0">
                  <a:pos x="1" y="2"/>
                </a:cxn>
                <a:cxn ang="0">
                  <a:pos x="2" y="2"/>
                </a:cxn>
              </a:cxnLst>
              <a:rect l="0" t="0" r="r" b="b"/>
              <a:pathLst>
                <a:path w="2" h="4">
                  <a:moveTo>
                    <a:pt x="2" y="2"/>
                  </a:moveTo>
                  <a:cubicBezTo>
                    <a:pt x="2" y="2"/>
                    <a:pt x="2" y="2"/>
                    <a:pt x="2" y="2"/>
                  </a:cubicBezTo>
                  <a:cubicBezTo>
                    <a:pt x="2" y="2"/>
                    <a:pt x="2" y="1"/>
                    <a:pt x="2" y="1"/>
                  </a:cubicBezTo>
                  <a:cubicBezTo>
                    <a:pt x="2" y="1"/>
                    <a:pt x="1" y="1"/>
                    <a:pt x="2" y="1"/>
                  </a:cubicBezTo>
                  <a:cubicBezTo>
                    <a:pt x="1" y="0"/>
                    <a:pt x="1" y="1"/>
                    <a:pt x="1" y="1"/>
                  </a:cubicBezTo>
                  <a:cubicBezTo>
                    <a:pt x="1" y="2"/>
                    <a:pt x="1" y="2"/>
                    <a:pt x="1" y="2"/>
                  </a:cubicBezTo>
                  <a:cubicBezTo>
                    <a:pt x="1" y="3"/>
                    <a:pt x="1" y="3"/>
                    <a:pt x="1" y="3"/>
                  </a:cubicBezTo>
                  <a:cubicBezTo>
                    <a:pt x="1" y="4"/>
                    <a:pt x="0" y="4"/>
                    <a:pt x="0" y="4"/>
                  </a:cubicBezTo>
                  <a:cubicBezTo>
                    <a:pt x="0" y="4"/>
                    <a:pt x="0" y="4"/>
                    <a:pt x="1" y="4"/>
                  </a:cubicBezTo>
                  <a:cubicBezTo>
                    <a:pt x="1" y="4"/>
                    <a:pt x="1" y="4"/>
                    <a:pt x="1" y="4"/>
                  </a:cubicBezTo>
                  <a:cubicBezTo>
                    <a:pt x="1" y="4"/>
                    <a:pt x="2" y="4"/>
                    <a:pt x="2" y="3"/>
                  </a:cubicBezTo>
                  <a:cubicBezTo>
                    <a:pt x="2" y="3"/>
                    <a:pt x="1" y="3"/>
                    <a:pt x="1" y="3"/>
                  </a:cubicBezTo>
                  <a:cubicBezTo>
                    <a:pt x="1" y="3"/>
                    <a:pt x="1" y="3"/>
                    <a:pt x="1" y="2"/>
                  </a:cubicBezTo>
                  <a:cubicBezTo>
                    <a:pt x="1" y="2"/>
                    <a:pt x="1" y="2"/>
                    <a:pt x="2" y="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84" name="Saint Lucia">
              <a:extLst>
                <a:ext uri="{FF2B5EF4-FFF2-40B4-BE49-F238E27FC236}">
                  <a16:creationId xmlns:a16="http://schemas.microsoft.com/office/drawing/2014/main" id="{45377EF1-AC96-066E-948D-819BFC4C7AA8}"/>
                </a:ext>
              </a:extLst>
            </p:cNvPr>
            <p:cNvSpPr>
              <a:spLocks/>
            </p:cNvSpPr>
            <p:nvPr/>
          </p:nvSpPr>
          <p:spPr bwMode="auto">
            <a:xfrm>
              <a:off x="3614814" y="3494478"/>
              <a:ext cx="7842" cy="17644"/>
            </a:xfrm>
            <a:custGeom>
              <a:avLst/>
              <a:gdLst/>
              <a:ahLst/>
              <a:cxnLst>
                <a:cxn ang="0">
                  <a:pos x="2" y="0"/>
                </a:cxn>
                <a:cxn ang="0">
                  <a:pos x="1" y="1"/>
                </a:cxn>
                <a:cxn ang="0">
                  <a:pos x="0" y="3"/>
                </a:cxn>
                <a:cxn ang="0">
                  <a:pos x="1" y="5"/>
                </a:cxn>
                <a:cxn ang="0">
                  <a:pos x="2" y="3"/>
                </a:cxn>
                <a:cxn ang="0">
                  <a:pos x="2" y="2"/>
                </a:cxn>
                <a:cxn ang="0">
                  <a:pos x="2" y="0"/>
                </a:cxn>
              </a:cxnLst>
              <a:rect l="0" t="0" r="r" b="b"/>
              <a:pathLst>
                <a:path w="2" h="5">
                  <a:moveTo>
                    <a:pt x="2" y="0"/>
                  </a:moveTo>
                  <a:cubicBezTo>
                    <a:pt x="2" y="0"/>
                    <a:pt x="1" y="1"/>
                    <a:pt x="1" y="1"/>
                  </a:cubicBezTo>
                  <a:cubicBezTo>
                    <a:pt x="1" y="2"/>
                    <a:pt x="0" y="2"/>
                    <a:pt x="0" y="3"/>
                  </a:cubicBezTo>
                  <a:cubicBezTo>
                    <a:pt x="0" y="4"/>
                    <a:pt x="1" y="4"/>
                    <a:pt x="1" y="5"/>
                  </a:cubicBezTo>
                  <a:cubicBezTo>
                    <a:pt x="2" y="4"/>
                    <a:pt x="2" y="4"/>
                    <a:pt x="2" y="3"/>
                  </a:cubicBezTo>
                  <a:cubicBezTo>
                    <a:pt x="2" y="3"/>
                    <a:pt x="2" y="2"/>
                    <a:pt x="2" y="2"/>
                  </a:cubicBezTo>
                  <a:cubicBezTo>
                    <a:pt x="2" y="1"/>
                    <a:pt x="2" y="0"/>
                    <a:pt x="2"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85" name="Saint Kitts and Nevis">
              <a:extLst>
                <a:ext uri="{FF2B5EF4-FFF2-40B4-BE49-F238E27FC236}">
                  <a16:creationId xmlns:a16="http://schemas.microsoft.com/office/drawing/2014/main" id="{1621DDF6-EF34-5C3D-20C4-1FBCBE9E40CA}"/>
                </a:ext>
              </a:extLst>
            </p:cNvPr>
            <p:cNvSpPr>
              <a:spLocks noEditPoints="1"/>
            </p:cNvSpPr>
            <p:nvPr/>
          </p:nvSpPr>
          <p:spPr bwMode="auto">
            <a:xfrm>
              <a:off x="3569728" y="3367057"/>
              <a:ext cx="9801" cy="10781"/>
            </a:xfrm>
            <a:custGeom>
              <a:avLst/>
              <a:gdLst/>
              <a:ahLst/>
              <a:cxnLst>
                <a:cxn ang="0">
                  <a:pos x="2" y="3"/>
                </a:cxn>
                <a:cxn ang="0">
                  <a:pos x="2" y="2"/>
                </a:cxn>
                <a:cxn ang="0">
                  <a:pos x="2" y="3"/>
                </a:cxn>
                <a:cxn ang="0">
                  <a:pos x="1" y="1"/>
                </a:cxn>
                <a:cxn ang="0">
                  <a:pos x="0" y="0"/>
                </a:cxn>
                <a:cxn ang="0">
                  <a:pos x="1" y="2"/>
                </a:cxn>
                <a:cxn ang="0">
                  <a:pos x="1" y="1"/>
                </a:cxn>
              </a:cxnLst>
              <a:rect l="0" t="0" r="r" b="b"/>
              <a:pathLst>
                <a:path w="3" h="3">
                  <a:moveTo>
                    <a:pt x="2" y="3"/>
                  </a:moveTo>
                  <a:cubicBezTo>
                    <a:pt x="1" y="3"/>
                    <a:pt x="2" y="2"/>
                    <a:pt x="2" y="2"/>
                  </a:cubicBezTo>
                  <a:cubicBezTo>
                    <a:pt x="3" y="2"/>
                    <a:pt x="3" y="3"/>
                    <a:pt x="2" y="3"/>
                  </a:cubicBezTo>
                  <a:close/>
                  <a:moveTo>
                    <a:pt x="1" y="1"/>
                  </a:moveTo>
                  <a:cubicBezTo>
                    <a:pt x="1" y="0"/>
                    <a:pt x="0" y="0"/>
                    <a:pt x="0" y="0"/>
                  </a:cubicBezTo>
                  <a:cubicBezTo>
                    <a:pt x="0" y="1"/>
                    <a:pt x="1" y="1"/>
                    <a:pt x="1" y="2"/>
                  </a:cubicBezTo>
                  <a:cubicBezTo>
                    <a:pt x="2" y="2"/>
                    <a:pt x="2" y="1"/>
                    <a:pt x="1"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86" name="Saint Helena (UK)">
              <a:extLst>
                <a:ext uri="{FF2B5EF4-FFF2-40B4-BE49-F238E27FC236}">
                  <a16:creationId xmlns:a16="http://schemas.microsoft.com/office/drawing/2014/main" id="{ED868DDE-0396-C2CE-05E7-3BC8545D9A53}"/>
                </a:ext>
              </a:extLst>
            </p:cNvPr>
            <p:cNvSpPr>
              <a:spLocks noEditPoints="1"/>
            </p:cNvSpPr>
            <p:nvPr/>
          </p:nvSpPr>
          <p:spPr bwMode="auto">
            <a:xfrm>
              <a:off x="5201700" y="4352120"/>
              <a:ext cx="303851" cy="1266371"/>
            </a:xfrm>
            <a:custGeom>
              <a:avLst/>
              <a:gdLst/>
              <a:ahLst/>
              <a:cxnLst>
                <a:cxn ang="0">
                  <a:pos x="86" y="89"/>
                </a:cxn>
                <a:cxn ang="0">
                  <a:pos x="86" y="88"/>
                </a:cxn>
                <a:cxn ang="0">
                  <a:pos x="86" y="89"/>
                </a:cxn>
                <a:cxn ang="0">
                  <a:pos x="34" y="320"/>
                </a:cxn>
                <a:cxn ang="0">
                  <a:pos x="35" y="322"/>
                </a:cxn>
                <a:cxn ang="0">
                  <a:pos x="34" y="320"/>
                </a:cxn>
                <a:cxn ang="0">
                  <a:pos x="58" y="356"/>
                </a:cxn>
                <a:cxn ang="0">
                  <a:pos x="59" y="357"/>
                </a:cxn>
                <a:cxn ang="0">
                  <a:pos x="58" y="356"/>
                </a:cxn>
                <a:cxn ang="0">
                  <a:pos x="0" y="1"/>
                </a:cxn>
                <a:cxn ang="0">
                  <a:pos x="1" y="0"/>
                </a:cxn>
                <a:cxn ang="0">
                  <a:pos x="0" y="1"/>
                </a:cxn>
              </a:cxnLst>
              <a:rect l="0" t="0" r="r" b="b"/>
              <a:pathLst>
                <a:path w="86" h="357">
                  <a:moveTo>
                    <a:pt x="86" y="89"/>
                  </a:moveTo>
                  <a:cubicBezTo>
                    <a:pt x="85" y="90"/>
                    <a:pt x="85" y="88"/>
                    <a:pt x="86" y="88"/>
                  </a:cubicBezTo>
                  <a:cubicBezTo>
                    <a:pt x="86" y="88"/>
                    <a:pt x="86" y="89"/>
                    <a:pt x="86" y="89"/>
                  </a:cubicBezTo>
                  <a:close/>
                  <a:moveTo>
                    <a:pt x="34" y="320"/>
                  </a:moveTo>
                  <a:cubicBezTo>
                    <a:pt x="34" y="320"/>
                    <a:pt x="34" y="321"/>
                    <a:pt x="35" y="322"/>
                  </a:cubicBezTo>
                  <a:cubicBezTo>
                    <a:pt x="35" y="321"/>
                    <a:pt x="35" y="320"/>
                    <a:pt x="34" y="320"/>
                  </a:cubicBezTo>
                  <a:close/>
                  <a:moveTo>
                    <a:pt x="58" y="356"/>
                  </a:moveTo>
                  <a:cubicBezTo>
                    <a:pt x="57" y="356"/>
                    <a:pt x="58" y="357"/>
                    <a:pt x="59" y="357"/>
                  </a:cubicBezTo>
                  <a:cubicBezTo>
                    <a:pt x="59" y="357"/>
                    <a:pt x="58" y="356"/>
                    <a:pt x="58" y="356"/>
                  </a:cubicBezTo>
                  <a:close/>
                  <a:moveTo>
                    <a:pt x="0" y="1"/>
                  </a:moveTo>
                  <a:cubicBezTo>
                    <a:pt x="1" y="1"/>
                    <a:pt x="2" y="1"/>
                    <a:pt x="1" y="0"/>
                  </a:cubicBezTo>
                  <a:cubicBezTo>
                    <a:pt x="0" y="0"/>
                    <a:pt x="0" y="1"/>
                    <a:pt x="0"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87" name="Saint Barthelemy (FR)">
              <a:extLst>
                <a:ext uri="{FF2B5EF4-FFF2-40B4-BE49-F238E27FC236}">
                  <a16:creationId xmlns:a16="http://schemas.microsoft.com/office/drawing/2014/main" id="{F8A43E07-AAA3-D46D-7305-CB91D75C8B30}"/>
                </a:ext>
              </a:extLst>
            </p:cNvPr>
            <p:cNvSpPr>
              <a:spLocks noChangeAspect="1"/>
            </p:cNvSpPr>
            <p:nvPr/>
          </p:nvSpPr>
          <p:spPr bwMode="auto">
            <a:xfrm>
              <a:off x="3576241" y="3354482"/>
              <a:ext cx="5133" cy="3582"/>
            </a:xfrm>
            <a:custGeom>
              <a:avLst/>
              <a:gdLst>
                <a:gd name="connsiteX0" fmla="*/ 0 w 4572"/>
                <a:gd name="connsiteY0" fmla="*/ 0 h 3191"/>
                <a:gd name="connsiteX1" fmla="*/ 4572 w 4572"/>
                <a:gd name="connsiteY1" fmla="*/ 0 h 3191"/>
                <a:gd name="connsiteX2" fmla="*/ 4572 w 4572"/>
                <a:gd name="connsiteY2" fmla="*/ 1810 h 3191"/>
                <a:gd name="connsiteX3" fmla="*/ 3191 w 4572"/>
                <a:gd name="connsiteY3" fmla="*/ 3191 h 3191"/>
              </a:gdLst>
              <a:ahLst/>
              <a:cxnLst>
                <a:cxn ang="0">
                  <a:pos x="connsiteX0" y="connsiteY0"/>
                </a:cxn>
                <a:cxn ang="0">
                  <a:pos x="connsiteX1" y="connsiteY1"/>
                </a:cxn>
                <a:cxn ang="0">
                  <a:pos x="connsiteX2" y="connsiteY2"/>
                </a:cxn>
                <a:cxn ang="0">
                  <a:pos x="connsiteX3" y="connsiteY3"/>
                </a:cxn>
              </a:cxnLst>
              <a:rect l="l" t="t" r="r" b="b"/>
              <a:pathLst>
                <a:path w="4572" h="3191">
                  <a:moveTo>
                    <a:pt x="0" y="0"/>
                  </a:moveTo>
                  <a:lnTo>
                    <a:pt x="4572" y="0"/>
                  </a:lnTo>
                  <a:lnTo>
                    <a:pt x="4572" y="1810"/>
                  </a:lnTo>
                  <a:lnTo>
                    <a:pt x="3191" y="3191"/>
                  </a:ln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88" name="Saba">
              <a:extLst>
                <a:ext uri="{FF2B5EF4-FFF2-40B4-BE49-F238E27FC236}">
                  <a16:creationId xmlns:a16="http://schemas.microsoft.com/office/drawing/2014/main" id="{2CDF770B-C7A1-12EE-0803-84D89708840A}"/>
                </a:ext>
              </a:extLst>
            </p:cNvPr>
            <p:cNvSpPr>
              <a:spLocks noChangeAspect="1"/>
            </p:cNvSpPr>
            <p:nvPr/>
          </p:nvSpPr>
          <p:spPr bwMode="auto">
            <a:xfrm>
              <a:off x="3558958" y="3360534"/>
              <a:ext cx="5133" cy="3582"/>
            </a:xfrm>
            <a:custGeom>
              <a:avLst/>
              <a:gdLst>
                <a:gd name="connsiteX0" fmla="*/ 0 w 4572"/>
                <a:gd name="connsiteY0" fmla="*/ 0 h 3191"/>
                <a:gd name="connsiteX1" fmla="*/ 4572 w 4572"/>
                <a:gd name="connsiteY1" fmla="*/ 0 h 3191"/>
                <a:gd name="connsiteX2" fmla="*/ 4572 w 4572"/>
                <a:gd name="connsiteY2" fmla="*/ 1810 h 3191"/>
                <a:gd name="connsiteX3" fmla="*/ 3191 w 4572"/>
                <a:gd name="connsiteY3" fmla="*/ 3191 h 3191"/>
              </a:gdLst>
              <a:ahLst/>
              <a:cxnLst>
                <a:cxn ang="0">
                  <a:pos x="connsiteX0" y="connsiteY0"/>
                </a:cxn>
                <a:cxn ang="0">
                  <a:pos x="connsiteX1" y="connsiteY1"/>
                </a:cxn>
                <a:cxn ang="0">
                  <a:pos x="connsiteX2" y="connsiteY2"/>
                </a:cxn>
                <a:cxn ang="0">
                  <a:pos x="connsiteX3" y="connsiteY3"/>
                </a:cxn>
              </a:cxnLst>
              <a:rect l="l" t="t" r="r" b="b"/>
              <a:pathLst>
                <a:path w="4572" h="3191">
                  <a:moveTo>
                    <a:pt x="0" y="0"/>
                  </a:moveTo>
                  <a:lnTo>
                    <a:pt x="4572" y="0"/>
                  </a:lnTo>
                  <a:lnTo>
                    <a:pt x="4572" y="1810"/>
                  </a:lnTo>
                  <a:lnTo>
                    <a:pt x="3191" y="3191"/>
                  </a:ln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89" name="Rwanda">
              <a:extLst>
                <a:ext uri="{FF2B5EF4-FFF2-40B4-BE49-F238E27FC236}">
                  <a16:creationId xmlns:a16="http://schemas.microsoft.com/office/drawing/2014/main" id="{DEE1A555-462E-1639-8667-515678823F84}"/>
                </a:ext>
              </a:extLst>
            </p:cNvPr>
            <p:cNvSpPr>
              <a:spLocks/>
            </p:cNvSpPr>
            <p:nvPr/>
          </p:nvSpPr>
          <p:spPr bwMode="auto">
            <a:xfrm>
              <a:off x="6684689" y="4083556"/>
              <a:ext cx="71552" cy="70572"/>
            </a:xfrm>
            <a:custGeom>
              <a:avLst/>
              <a:gdLst/>
              <a:ahLst/>
              <a:cxnLst>
                <a:cxn ang="0">
                  <a:pos x="19" y="10"/>
                </a:cxn>
                <a:cxn ang="0">
                  <a:pos x="20" y="7"/>
                </a:cxn>
                <a:cxn ang="0">
                  <a:pos x="19" y="6"/>
                </a:cxn>
                <a:cxn ang="0">
                  <a:pos x="18" y="5"/>
                </a:cxn>
                <a:cxn ang="0">
                  <a:pos x="17" y="3"/>
                </a:cxn>
                <a:cxn ang="0">
                  <a:pos x="16" y="1"/>
                </a:cxn>
                <a:cxn ang="0">
                  <a:pos x="15" y="2"/>
                </a:cxn>
                <a:cxn ang="0">
                  <a:pos x="13" y="4"/>
                </a:cxn>
                <a:cxn ang="0">
                  <a:pos x="12" y="5"/>
                </a:cxn>
                <a:cxn ang="0">
                  <a:pos x="11" y="5"/>
                </a:cxn>
                <a:cxn ang="0">
                  <a:pos x="10" y="4"/>
                </a:cxn>
                <a:cxn ang="0">
                  <a:pos x="10" y="4"/>
                </a:cxn>
                <a:cxn ang="0">
                  <a:pos x="9" y="4"/>
                </a:cxn>
                <a:cxn ang="0">
                  <a:pos x="7" y="5"/>
                </a:cxn>
                <a:cxn ang="0">
                  <a:pos x="6" y="6"/>
                </a:cxn>
                <a:cxn ang="0">
                  <a:pos x="6" y="6"/>
                </a:cxn>
                <a:cxn ang="0">
                  <a:pos x="5" y="7"/>
                </a:cxn>
                <a:cxn ang="0">
                  <a:pos x="3" y="9"/>
                </a:cxn>
                <a:cxn ang="0">
                  <a:pos x="3" y="11"/>
                </a:cxn>
                <a:cxn ang="0">
                  <a:pos x="2" y="14"/>
                </a:cxn>
                <a:cxn ang="0">
                  <a:pos x="2" y="15"/>
                </a:cxn>
                <a:cxn ang="0">
                  <a:pos x="1" y="15"/>
                </a:cxn>
                <a:cxn ang="0">
                  <a:pos x="1" y="17"/>
                </a:cxn>
                <a:cxn ang="0">
                  <a:pos x="1" y="18"/>
                </a:cxn>
                <a:cxn ang="0">
                  <a:pos x="2" y="19"/>
                </a:cxn>
                <a:cxn ang="0">
                  <a:pos x="3" y="18"/>
                </a:cxn>
                <a:cxn ang="0">
                  <a:pos x="5" y="18"/>
                </a:cxn>
                <a:cxn ang="0">
                  <a:pos x="5" y="20"/>
                </a:cxn>
                <a:cxn ang="0">
                  <a:pos x="6" y="20"/>
                </a:cxn>
                <a:cxn ang="0">
                  <a:pos x="7" y="20"/>
                </a:cxn>
                <a:cxn ang="0">
                  <a:pos x="8" y="20"/>
                </a:cxn>
                <a:cxn ang="0">
                  <a:pos x="9" y="20"/>
                </a:cxn>
                <a:cxn ang="0">
                  <a:pos x="9" y="20"/>
                </a:cxn>
                <a:cxn ang="0">
                  <a:pos x="10" y="20"/>
                </a:cxn>
                <a:cxn ang="0">
                  <a:pos x="11" y="17"/>
                </a:cxn>
                <a:cxn ang="0">
                  <a:pos x="11" y="16"/>
                </a:cxn>
                <a:cxn ang="0">
                  <a:pos x="11" y="15"/>
                </a:cxn>
                <a:cxn ang="0">
                  <a:pos x="12" y="15"/>
                </a:cxn>
                <a:cxn ang="0">
                  <a:pos x="13" y="16"/>
                </a:cxn>
                <a:cxn ang="0">
                  <a:pos x="15" y="15"/>
                </a:cxn>
                <a:cxn ang="0">
                  <a:pos x="16" y="15"/>
                </a:cxn>
                <a:cxn ang="0">
                  <a:pos x="17" y="16"/>
                </a:cxn>
                <a:cxn ang="0">
                  <a:pos x="19" y="15"/>
                </a:cxn>
                <a:cxn ang="0">
                  <a:pos x="20" y="14"/>
                </a:cxn>
                <a:cxn ang="0">
                  <a:pos x="20" y="12"/>
                </a:cxn>
                <a:cxn ang="0">
                  <a:pos x="19" y="10"/>
                </a:cxn>
              </a:cxnLst>
              <a:rect l="0" t="0" r="r" b="b"/>
              <a:pathLst>
                <a:path w="20" h="20">
                  <a:moveTo>
                    <a:pt x="19" y="10"/>
                  </a:moveTo>
                  <a:cubicBezTo>
                    <a:pt x="20" y="9"/>
                    <a:pt x="20" y="8"/>
                    <a:pt x="20" y="7"/>
                  </a:cubicBezTo>
                  <a:cubicBezTo>
                    <a:pt x="20" y="7"/>
                    <a:pt x="19" y="7"/>
                    <a:pt x="19" y="6"/>
                  </a:cubicBezTo>
                  <a:cubicBezTo>
                    <a:pt x="19" y="6"/>
                    <a:pt x="19" y="5"/>
                    <a:pt x="18" y="5"/>
                  </a:cubicBezTo>
                  <a:cubicBezTo>
                    <a:pt x="18" y="4"/>
                    <a:pt x="17" y="4"/>
                    <a:pt x="17" y="3"/>
                  </a:cubicBezTo>
                  <a:cubicBezTo>
                    <a:pt x="17" y="3"/>
                    <a:pt x="16" y="1"/>
                    <a:pt x="16" y="1"/>
                  </a:cubicBezTo>
                  <a:cubicBezTo>
                    <a:pt x="15" y="0"/>
                    <a:pt x="15" y="2"/>
                    <a:pt x="15" y="2"/>
                  </a:cubicBezTo>
                  <a:cubicBezTo>
                    <a:pt x="14" y="3"/>
                    <a:pt x="14" y="3"/>
                    <a:pt x="13" y="4"/>
                  </a:cubicBezTo>
                  <a:cubicBezTo>
                    <a:pt x="13" y="4"/>
                    <a:pt x="13" y="4"/>
                    <a:pt x="12" y="5"/>
                  </a:cubicBezTo>
                  <a:cubicBezTo>
                    <a:pt x="12" y="5"/>
                    <a:pt x="11" y="6"/>
                    <a:pt x="11" y="5"/>
                  </a:cubicBezTo>
                  <a:cubicBezTo>
                    <a:pt x="11" y="5"/>
                    <a:pt x="10" y="4"/>
                    <a:pt x="10" y="4"/>
                  </a:cubicBezTo>
                  <a:cubicBezTo>
                    <a:pt x="10" y="4"/>
                    <a:pt x="10" y="4"/>
                    <a:pt x="10" y="4"/>
                  </a:cubicBezTo>
                  <a:cubicBezTo>
                    <a:pt x="9" y="4"/>
                    <a:pt x="9" y="4"/>
                    <a:pt x="9" y="4"/>
                  </a:cubicBezTo>
                  <a:cubicBezTo>
                    <a:pt x="8" y="4"/>
                    <a:pt x="8" y="4"/>
                    <a:pt x="7" y="5"/>
                  </a:cubicBezTo>
                  <a:cubicBezTo>
                    <a:pt x="7" y="5"/>
                    <a:pt x="7" y="5"/>
                    <a:pt x="6" y="6"/>
                  </a:cubicBezTo>
                  <a:cubicBezTo>
                    <a:pt x="6" y="6"/>
                    <a:pt x="6" y="6"/>
                    <a:pt x="6" y="6"/>
                  </a:cubicBezTo>
                  <a:cubicBezTo>
                    <a:pt x="5" y="6"/>
                    <a:pt x="5" y="7"/>
                    <a:pt x="5" y="7"/>
                  </a:cubicBezTo>
                  <a:cubicBezTo>
                    <a:pt x="4" y="7"/>
                    <a:pt x="4" y="9"/>
                    <a:pt x="3" y="9"/>
                  </a:cubicBezTo>
                  <a:cubicBezTo>
                    <a:pt x="3" y="10"/>
                    <a:pt x="3" y="10"/>
                    <a:pt x="3" y="11"/>
                  </a:cubicBezTo>
                  <a:cubicBezTo>
                    <a:pt x="4" y="12"/>
                    <a:pt x="4" y="14"/>
                    <a:pt x="2" y="14"/>
                  </a:cubicBezTo>
                  <a:cubicBezTo>
                    <a:pt x="2" y="14"/>
                    <a:pt x="2" y="15"/>
                    <a:pt x="2" y="15"/>
                  </a:cubicBezTo>
                  <a:cubicBezTo>
                    <a:pt x="2" y="15"/>
                    <a:pt x="1" y="15"/>
                    <a:pt x="1" y="15"/>
                  </a:cubicBezTo>
                  <a:cubicBezTo>
                    <a:pt x="0" y="16"/>
                    <a:pt x="1" y="16"/>
                    <a:pt x="1" y="17"/>
                  </a:cubicBezTo>
                  <a:cubicBezTo>
                    <a:pt x="0" y="17"/>
                    <a:pt x="1" y="18"/>
                    <a:pt x="1" y="18"/>
                  </a:cubicBezTo>
                  <a:cubicBezTo>
                    <a:pt x="1" y="19"/>
                    <a:pt x="2" y="19"/>
                    <a:pt x="2" y="19"/>
                  </a:cubicBezTo>
                  <a:cubicBezTo>
                    <a:pt x="2" y="19"/>
                    <a:pt x="2" y="18"/>
                    <a:pt x="3" y="18"/>
                  </a:cubicBezTo>
                  <a:cubicBezTo>
                    <a:pt x="3" y="18"/>
                    <a:pt x="4" y="18"/>
                    <a:pt x="5" y="18"/>
                  </a:cubicBezTo>
                  <a:cubicBezTo>
                    <a:pt x="5" y="19"/>
                    <a:pt x="5" y="20"/>
                    <a:pt x="5" y="20"/>
                  </a:cubicBezTo>
                  <a:cubicBezTo>
                    <a:pt x="6" y="20"/>
                    <a:pt x="6" y="20"/>
                    <a:pt x="6" y="20"/>
                  </a:cubicBezTo>
                  <a:cubicBezTo>
                    <a:pt x="7" y="20"/>
                    <a:pt x="7" y="20"/>
                    <a:pt x="7" y="20"/>
                  </a:cubicBezTo>
                  <a:cubicBezTo>
                    <a:pt x="8" y="20"/>
                    <a:pt x="8" y="20"/>
                    <a:pt x="8" y="20"/>
                  </a:cubicBezTo>
                  <a:cubicBezTo>
                    <a:pt x="8" y="20"/>
                    <a:pt x="9" y="20"/>
                    <a:pt x="9" y="20"/>
                  </a:cubicBezTo>
                  <a:cubicBezTo>
                    <a:pt x="9" y="20"/>
                    <a:pt x="9" y="19"/>
                    <a:pt x="9" y="20"/>
                  </a:cubicBezTo>
                  <a:cubicBezTo>
                    <a:pt x="10" y="20"/>
                    <a:pt x="10" y="20"/>
                    <a:pt x="10" y="20"/>
                  </a:cubicBezTo>
                  <a:cubicBezTo>
                    <a:pt x="11" y="19"/>
                    <a:pt x="11" y="18"/>
                    <a:pt x="11" y="17"/>
                  </a:cubicBezTo>
                  <a:cubicBezTo>
                    <a:pt x="11" y="17"/>
                    <a:pt x="11" y="16"/>
                    <a:pt x="11" y="16"/>
                  </a:cubicBezTo>
                  <a:cubicBezTo>
                    <a:pt x="11" y="15"/>
                    <a:pt x="11" y="15"/>
                    <a:pt x="11" y="15"/>
                  </a:cubicBezTo>
                  <a:cubicBezTo>
                    <a:pt x="11" y="15"/>
                    <a:pt x="12" y="15"/>
                    <a:pt x="12" y="15"/>
                  </a:cubicBezTo>
                  <a:cubicBezTo>
                    <a:pt x="13" y="16"/>
                    <a:pt x="13" y="16"/>
                    <a:pt x="13" y="16"/>
                  </a:cubicBezTo>
                  <a:cubicBezTo>
                    <a:pt x="14" y="15"/>
                    <a:pt x="14" y="15"/>
                    <a:pt x="15" y="15"/>
                  </a:cubicBezTo>
                  <a:cubicBezTo>
                    <a:pt x="15" y="15"/>
                    <a:pt x="15" y="14"/>
                    <a:pt x="16" y="15"/>
                  </a:cubicBezTo>
                  <a:cubicBezTo>
                    <a:pt x="16" y="15"/>
                    <a:pt x="17" y="16"/>
                    <a:pt x="17" y="16"/>
                  </a:cubicBezTo>
                  <a:cubicBezTo>
                    <a:pt x="18" y="16"/>
                    <a:pt x="18" y="15"/>
                    <a:pt x="19" y="15"/>
                  </a:cubicBezTo>
                  <a:cubicBezTo>
                    <a:pt x="20" y="16"/>
                    <a:pt x="20" y="14"/>
                    <a:pt x="20" y="14"/>
                  </a:cubicBezTo>
                  <a:cubicBezTo>
                    <a:pt x="20" y="13"/>
                    <a:pt x="20" y="12"/>
                    <a:pt x="20" y="12"/>
                  </a:cubicBezTo>
                  <a:cubicBezTo>
                    <a:pt x="20" y="11"/>
                    <a:pt x="19" y="11"/>
                    <a:pt x="19" y="1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90" name="Russia">
              <a:extLst>
                <a:ext uri="{FF2B5EF4-FFF2-40B4-BE49-F238E27FC236}">
                  <a16:creationId xmlns:a16="http://schemas.microsoft.com/office/drawing/2014/main" id="{D48DA468-22A4-F335-106D-19DB3D32797E}"/>
                </a:ext>
              </a:extLst>
            </p:cNvPr>
            <p:cNvSpPr>
              <a:spLocks noEditPoints="1"/>
            </p:cNvSpPr>
            <p:nvPr/>
          </p:nvSpPr>
          <p:spPr bwMode="auto">
            <a:xfrm>
              <a:off x="6317129" y="1045047"/>
              <a:ext cx="4390156" cy="1396734"/>
            </a:xfrm>
            <a:custGeom>
              <a:avLst/>
              <a:gdLst/>
              <a:ahLst/>
              <a:cxnLst>
                <a:cxn ang="0">
                  <a:pos x="479" y="24"/>
                </a:cxn>
                <a:cxn ang="0">
                  <a:pos x="745" y="45"/>
                </a:cxn>
                <a:cxn ang="0">
                  <a:pos x="225" y="88"/>
                </a:cxn>
                <a:cxn ang="0">
                  <a:pos x="230" y="75"/>
                </a:cxn>
                <a:cxn ang="0">
                  <a:pos x="223" y="53"/>
                </a:cxn>
                <a:cxn ang="0">
                  <a:pos x="242" y="62"/>
                </a:cxn>
                <a:cxn ang="0">
                  <a:pos x="789" y="68"/>
                </a:cxn>
                <a:cxn ang="0">
                  <a:pos x="416" y="10"/>
                </a:cxn>
                <a:cxn ang="0">
                  <a:pos x="464" y="23"/>
                </a:cxn>
                <a:cxn ang="0">
                  <a:pos x="150" y="9"/>
                </a:cxn>
                <a:cxn ang="0">
                  <a:pos x="1067" y="333"/>
                </a:cxn>
                <a:cxn ang="0">
                  <a:pos x="1008" y="263"/>
                </a:cxn>
                <a:cxn ang="0">
                  <a:pos x="2" y="252"/>
                </a:cxn>
                <a:cxn ang="0">
                  <a:pos x="808" y="39"/>
                </a:cxn>
                <a:cxn ang="0">
                  <a:pos x="242" y="7"/>
                </a:cxn>
                <a:cxn ang="0">
                  <a:pos x="218" y="89"/>
                </a:cxn>
                <a:cxn ang="0">
                  <a:pos x="680" y="64"/>
                </a:cxn>
                <a:cxn ang="0">
                  <a:pos x="1188" y="140"/>
                </a:cxn>
                <a:cxn ang="0">
                  <a:pos x="1174" y="154"/>
                </a:cxn>
                <a:cxn ang="0">
                  <a:pos x="1164" y="187"/>
                </a:cxn>
                <a:cxn ang="0">
                  <a:pos x="1124" y="217"/>
                </a:cxn>
                <a:cxn ang="0">
                  <a:pos x="1151" y="286"/>
                </a:cxn>
                <a:cxn ang="0">
                  <a:pos x="1092" y="171"/>
                </a:cxn>
                <a:cxn ang="0">
                  <a:pos x="1043" y="189"/>
                </a:cxn>
                <a:cxn ang="0">
                  <a:pos x="1001" y="202"/>
                </a:cxn>
                <a:cxn ang="0">
                  <a:pos x="963" y="253"/>
                </a:cxn>
                <a:cxn ang="0">
                  <a:pos x="1025" y="306"/>
                </a:cxn>
                <a:cxn ang="0">
                  <a:pos x="991" y="372"/>
                </a:cxn>
                <a:cxn ang="0">
                  <a:pos x="971" y="321"/>
                </a:cxn>
                <a:cxn ang="0">
                  <a:pos x="860" y="264"/>
                </a:cxn>
                <a:cxn ang="0">
                  <a:pos x="764" y="307"/>
                </a:cxn>
                <a:cxn ang="0">
                  <a:pos x="615" y="291"/>
                </a:cxn>
                <a:cxn ang="0">
                  <a:pos x="513" y="285"/>
                </a:cxn>
                <a:cxn ang="0">
                  <a:pos x="411" y="243"/>
                </a:cxn>
                <a:cxn ang="0">
                  <a:pos x="343" y="275"/>
                </a:cxn>
                <a:cxn ang="0">
                  <a:pos x="260" y="282"/>
                </a:cxn>
                <a:cxn ang="0">
                  <a:pos x="251" y="345"/>
                </a:cxn>
                <a:cxn ang="0">
                  <a:pos x="229" y="377"/>
                </a:cxn>
                <a:cxn ang="0">
                  <a:pos x="162" y="337"/>
                </a:cxn>
                <a:cxn ang="0">
                  <a:pos x="133" y="289"/>
                </a:cxn>
                <a:cxn ang="0">
                  <a:pos x="67" y="232"/>
                </a:cxn>
                <a:cxn ang="0">
                  <a:pos x="68" y="148"/>
                </a:cxn>
                <a:cxn ang="0">
                  <a:pos x="110" y="108"/>
                </a:cxn>
                <a:cxn ang="0">
                  <a:pos x="95" y="134"/>
                </a:cxn>
                <a:cxn ang="0">
                  <a:pos x="140" y="143"/>
                </a:cxn>
                <a:cxn ang="0">
                  <a:pos x="202" y="121"/>
                </a:cxn>
                <a:cxn ang="0">
                  <a:pos x="276" y="101"/>
                </a:cxn>
                <a:cxn ang="0">
                  <a:pos x="345" y="74"/>
                </a:cxn>
                <a:cxn ang="0">
                  <a:pos x="378" y="129"/>
                </a:cxn>
                <a:cxn ang="0">
                  <a:pos x="367" y="80"/>
                </a:cxn>
                <a:cxn ang="0">
                  <a:pos x="397" y="66"/>
                </a:cxn>
                <a:cxn ang="0">
                  <a:pos x="456" y="45"/>
                </a:cxn>
                <a:cxn ang="0">
                  <a:pos x="520" y="37"/>
                </a:cxn>
                <a:cxn ang="0">
                  <a:pos x="590" y="56"/>
                </a:cxn>
                <a:cxn ang="0">
                  <a:pos x="650" y="70"/>
                </a:cxn>
                <a:cxn ang="0">
                  <a:pos x="731" y="78"/>
                </a:cxn>
                <a:cxn ang="0">
                  <a:pos x="801" y="78"/>
                </a:cxn>
                <a:cxn ang="0">
                  <a:pos x="909" y="91"/>
                </a:cxn>
                <a:cxn ang="0">
                  <a:pos x="1094" y="102"/>
                </a:cxn>
                <a:cxn ang="0">
                  <a:pos x="1204" y="127"/>
                </a:cxn>
                <a:cxn ang="0">
                  <a:pos x="79" y="180"/>
                </a:cxn>
                <a:cxn ang="0">
                  <a:pos x="106" y="173"/>
                </a:cxn>
                <a:cxn ang="0">
                  <a:pos x="710" y="279"/>
                </a:cxn>
              </a:cxnLst>
              <a:rect l="0" t="0" r="r" b="b"/>
              <a:pathLst>
                <a:path w="1240" h="394">
                  <a:moveTo>
                    <a:pt x="735" y="49"/>
                  </a:moveTo>
                  <a:cubicBezTo>
                    <a:pt x="734" y="48"/>
                    <a:pt x="733" y="48"/>
                    <a:pt x="732" y="47"/>
                  </a:cubicBezTo>
                  <a:cubicBezTo>
                    <a:pt x="734" y="47"/>
                    <a:pt x="735" y="48"/>
                    <a:pt x="736" y="48"/>
                  </a:cubicBezTo>
                  <a:cubicBezTo>
                    <a:pt x="736" y="48"/>
                    <a:pt x="739" y="49"/>
                    <a:pt x="739" y="49"/>
                  </a:cubicBezTo>
                  <a:cubicBezTo>
                    <a:pt x="739" y="49"/>
                    <a:pt x="738" y="50"/>
                    <a:pt x="739" y="50"/>
                  </a:cubicBezTo>
                  <a:cubicBezTo>
                    <a:pt x="739" y="50"/>
                    <a:pt x="740" y="50"/>
                    <a:pt x="740" y="51"/>
                  </a:cubicBezTo>
                  <a:cubicBezTo>
                    <a:pt x="740" y="51"/>
                    <a:pt x="737" y="51"/>
                    <a:pt x="737" y="51"/>
                  </a:cubicBezTo>
                  <a:cubicBezTo>
                    <a:pt x="736" y="51"/>
                    <a:pt x="736" y="50"/>
                    <a:pt x="736" y="50"/>
                  </a:cubicBezTo>
                  <a:cubicBezTo>
                    <a:pt x="735" y="50"/>
                    <a:pt x="735" y="49"/>
                    <a:pt x="735" y="49"/>
                  </a:cubicBezTo>
                  <a:close/>
                  <a:moveTo>
                    <a:pt x="187" y="6"/>
                  </a:moveTo>
                  <a:cubicBezTo>
                    <a:pt x="187" y="6"/>
                    <a:pt x="188" y="7"/>
                    <a:pt x="189" y="7"/>
                  </a:cubicBezTo>
                  <a:cubicBezTo>
                    <a:pt x="190" y="7"/>
                    <a:pt x="191" y="7"/>
                    <a:pt x="192" y="7"/>
                  </a:cubicBezTo>
                  <a:cubicBezTo>
                    <a:pt x="193" y="7"/>
                    <a:pt x="193" y="7"/>
                    <a:pt x="194" y="7"/>
                  </a:cubicBezTo>
                  <a:cubicBezTo>
                    <a:pt x="196" y="8"/>
                    <a:pt x="198" y="8"/>
                    <a:pt x="201" y="8"/>
                  </a:cubicBezTo>
                  <a:cubicBezTo>
                    <a:pt x="202" y="9"/>
                    <a:pt x="204" y="9"/>
                    <a:pt x="205" y="8"/>
                  </a:cubicBezTo>
                  <a:cubicBezTo>
                    <a:pt x="205" y="7"/>
                    <a:pt x="204" y="7"/>
                    <a:pt x="203" y="7"/>
                  </a:cubicBezTo>
                  <a:cubicBezTo>
                    <a:pt x="202" y="7"/>
                    <a:pt x="201" y="7"/>
                    <a:pt x="200" y="7"/>
                  </a:cubicBezTo>
                  <a:cubicBezTo>
                    <a:pt x="198" y="7"/>
                    <a:pt x="197" y="6"/>
                    <a:pt x="195" y="6"/>
                  </a:cubicBezTo>
                  <a:cubicBezTo>
                    <a:pt x="193" y="6"/>
                    <a:pt x="191" y="6"/>
                    <a:pt x="189" y="6"/>
                  </a:cubicBezTo>
                  <a:cubicBezTo>
                    <a:pt x="188" y="6"/>
                    <a:pt x="187" y="6"/>
                    <a:pt x="186" y="6"/>
                  </a:cubicBezTo>
                  <a:cubicBezTo>
                    <a:pt x="186" y="5"/>
                    <a:pt x="185" y="6"/>
                    <a:pt x="185" y="6"/>
                  </a:cubicBezTo>
                  <a:cubicBezTo>
                    <a:pt x="185" y="7"/>
                    <a:pt x="186" y="6"/>
                    <a:pt x="187" y="6"/>
                  </a:cubicBezTo>
                  <a:close/>
                  <a:moveTo>
                    <a:pt x="203" y="11"/>
                  </a:moveTo>
                  <a:cubicBezTo>
                    <a:pt x="202" y="11"/>
                    <a:pt x="201" y="11"/>
                    <a:pt x="200" y="11"/>
                  </a:cubicBezTo>
                  <a:cubicBezTo>
                    <a:pt x="199" y="11"/>
                    <a:pt x="198" y="11"/>
                    <a:pt x="197" y="11"/>
                  </a:cubicBezTo>
                  <a:cubicBezTo>
                    <a:pt x="197" y="12"/>
                    <a:pt x="198" y="12"/>
                    <a:pt x="198" y="12"/>
                  </a:cubicBezTo>
                  <a:cubicBezTo>
                    <a:pt x="198" y="13"/>
                    <a:pt x="197" y="13"/>
                    <a:pt x="197" y="13"/>
                  </a:cubicBezTo>
                  <a:cubicBezTo>
                    <a:pt x="197" y="13"/>
                    <a:pt x="197" y="13"/>
                    <a:pt x="197" y="13"/>
                  </a:cubicBezTo>
                  <a:cubicBezTo>
                    <a:pt x="198" y="13"/>
                    <a:pt x="200" y="13"/>
                    <a:pt x="202" y="13"/>
                  </a:cubicBezTo>
                  <a:cubicBezTo>
                    <a:pt x="203" y="13"/>
                    <a:pt x="204" y="14"/>
                    <a:pt x="205" y="13"/>
                  </a:cubicBezTo>
                  <a:cubicBezTo>
                    <a:pt x="205" y="13"/>
                    <a:pt x="204" y="12"/>
                    <a:pt x="205" y="12"/>
                  </a:cubicBezTo>
                  <a:cubicBezTo>
                    <a:pt x="205" y="12"/>
                    <a:pt x="204" y="12"/>
                    <a:pt x="204" y="12"/>
                  </a:cubicBezTo>
                  <a:cubicBezTo>
                    <a:pt x="204" y="12"/>
                    <a:pt x="204" y="12"/>
                    <a:pt x="204" y="11"/>
                  </a:cubicBezTo>
                  <a:cubicBezTo>
                    <a:pt x="204" y="11"/>
                    <a:pt x="203" y="11"/>
                    <a:pt x="203" y="11"/>
                  </a:cubicBezTo>
                  <a:close/>
                  <a:moveTo>
                    <a:pt x="478" y="24"/>
                  </a:moveTo>
                  <a:cubicBezTo>
                    <a:pt x="479" y="23"/>
                    <a:pt x="478" y="23"/>
                    <a:pt x="479" y="23"/>
                  </a:cubicBezTo>
                  <a:cubicBezTo>
                    <a:pt x="480" y="23"/>
                    <a:pt x="481" y="23"/>
                    <a:pt x="482" y="23"/>
                  </a:cubicBezTo>
                  <a:cubicBezTo>
                    <a:pt x="482" y="23"/>
                    <a:pt x="483" y="23"/>
                    <a:pt x="483" y="23"/>
                  </a:cubicBezTo>
                  <a:cubicBezTo>
                    <a:pt x="482" y="23"/>
                    <a:pt x="481" y="23"/>
                    <a:pt x="480" y="23"/>
                  </a:cubicBezTo>
                  <a:cubicBezTo>
                    <a:pt x="480" y="23"/>
                    <a:pt x="479" y="22"/>
                    <a:pt x="479" y="22"/>
                  </a:cubicBezTo>
                  <a:cubicBezTo>
                    <a:pt x="479" y="21"/>
                    <a:pt x="480" y="21"/>
                    <a:pt x="480" y="21"/>
                  </a:cubicBezTo>
                  <a:cubicBezTo>
                    <a:pt x="480" y="21"/>
                    <a:pt x="480" y="21"/>
                    <a:pt x="479" y="21"/>
                  </a:cubicBezTo>
                  <a:cubicBezTo>
                    <a:pt x="479" y="21"/>
                    <a:pt x="478" y="21"/>
                    <a:pt x="479" y="20"/>
                  </a:cubicBezTo>
                  <a:cubicBezTo>
                    <a:pt x="479" y="20"/>
                    <a:pt x="480" y="20"/>
                    <a:pt x="480" y="20"/>
                  </a:cubicBezTo>
                  <a:cubicBezTo>
                    <a:pt x="480" y="20"/>
                    <a:pt x="479" y="20"/>
                    <a:pt x="479" y="20"/>
                  </a:cubicBezTo>
                  <a:cubicBezTo>
                    <a:pt x="479" y="19"/>
                    <a:pt x="480" y="20"/>
                    <a:pt x="481" y="19"/>
                  </a:cubicBezTo>
                  <a:cubicBezTo>
                    <a:pt x="480" y="19"/>
                    <a:pt x="480" y="19"/>
                    <a:pt x="480" y="19"/>
                  </a:cubicBezTo>
                  <a:cubicBezTo>
                    <a:pt x="481" y="18"/>
                    <a:pt x="481" y="18"/>
                    <a:pt x="482" y="19"/>
                  </a:cubicBezTo>
                  <a:cubicBezTo>
                    <a:pt x="483" y="19"/>
                    <a:pt x="484" y="20"/>
                    <a:pt x="485" y="19"/>
                  </a:cubicBezTo>
                  <a:cubicBezTo>
                    <a:pt x="484" y="19"/>
                    <a:pt x="484" y="19"/>
                    <a:pt x="483" y="19"/>
                  </a:cubicBezTo>
                  <a:cubicBezTo>
                    <a:pt x="483" y="18"/>
                    <a:pt x="484" y="18"/>
                    <a:pt x="485" y="18"/>
                  </a:cubicBezTo>
                  <a:cubicBezTo>
                    <a:pt x="486" y="18"/>
                    <a:pt x="487" y="18"/>
                    <a:pt x="488" y="19"/>
                  </a:cubicBezTo>
                  <a:cubicBezTo>
                    <a:pt x="489" y="19"/>
                    <a:pt x="490" y="19"/>
                    <a:pt x="490" y="19"/>
                  </a:cubicBezTo>
                  <a:cubicBezTo>
                    <a:pt x="490" y="19"/>
                    <a:pt x="489" y="19"/>
                    <a:pt x="489" y="19"/>
                  </a:cubicBezTo>
                  <a:cubicBezTo>
                    <a:pt x="489" y="19"/>
                    <a:pt x="489" y="20"/>
                    <a:pt x="489" y="20"/>
                  </a:cubicBezTo>
                  <a:cubicBezTo>
                    <a:pt x="489" y="20"/>
                    <a:pt x="490" y="20"/>
                    <a:pt x="490" y="20"/>
                  </a:cubicBezTo>
                  <a:cubicBezTo>
                    <a:pt x="489" y="21"/>
                    <a:pt x="490" y="21"/>
                    <a:pt x="490" y="21"/>
                  </a:cubicBezTo>
                  <a:cubicBezTo>
                    <a:pt x="490" y="21"/>
                    <a:pt x="490" y="21"/>
                    <a:pt x="490" y="22"/>
                  </a:cubicBezTo>
                  <a:cubicBezTo>
                    <a:pt x="490" y="22"/>
                    <a:pt x="490" y="23"/>
                    <a:pt x="490" y="23"/>
                  </a:cubicBezTo>
                  <a:cubicBezTo>
                    <a:pt x="491" y="23"/>
                    <a:pt x="491" y="22"/>
                    <a:pt x="491" y="22"/>
                  </a:cubicBezTo>
                  <a:cubicBezTo>
                    <a:pt x="491" y="21"/>
                    <a:pt x="491" y="21"/>
                    <a:pt x="492" y="21"/>
                  </a:cubicBezTo>
                  <a:cubicBezTo>
                    <a:pt x="493" y="21"/>
                    <a:pt x="493" y="21"/>
                    <a:pt x="493" y="20"/>
                  </a:cubicBezTo>
                  <a:cubicBezTo>
                    <a:pt x="494" y="20"/>
                    <a:pt x="494" y="20"/>
                    <a:pt x="494" y="20"/>
                  </a:cubicBezTo>
                  <a:cubicBezTo>
                    <a:pt x="495" y="20"/>
                    <a:pt x="497" y="20"/>
                    <a:pt x="497" y="20"/>
                  </a:cubicBezTo>
                  <a:cubicBezTo>
                    <a:pt x="498" y="21"/>
                    <a:pt x="499" y="21"/>
                    <a:pt x="500" y="21"/>
                  </a:cubicBezTo>
                  <a:cubicBezTo>
                    <a:pt x="500" y="21"/>
                    <a:pt x="501" y="21"/>
                    <a:pt x="502" y="22"/>
                  </a:cubicBezTo>
                  <a:cubicBezTo>
                    <a:pt x="502" y="22"/>
                    <a:pt x="503" y="22"/>
                    <a:pt x="503" y="22"/>
                  </a:cubicBezTo>
                  <a:cubicBezTo>
                    <a:pt x="503" y="22"/>
                    <a:pt x="503" y="22"/>
                    <a:pt x="502" y="22"/>
                  </a:cubicBezTo>
                  <a:cubicBezTo>
                    <a:pt x="503" y="23"/>
                    <a:pt x="505" y="23"/>
                    <a:pt x="505" y="23"/>
                  </a:cubicBezTo>
                  <a:cubicBezTo>
                    <a:pt x="505" y="23"/>
                    <a:pt x="506" y="23"/>
                    <a:pt x="505" y="23"/>
                  </a:cubicBezTo>
                  <a:cubicBezTo>
                    <a:pt x="506" y="22"/>
                    <a:pt x="509" y="23"/>
                    <a:pt x="510" y="24"/>
                  </a:cubicBezTo>
                  <a:cubicBezTo>
                    <a:pt x="510" y="24"/>
                    <a:pt x="512" y="24"/>
                    <a:pt x="512" y="25"/>
                  </a:cubicBezTo>
                  <a:cubicBezTo>
                    <a:pt x="512" y="25"/>
                    <a:pt x="511" y="26"/>
                    <a:pt x="510" y="26"/>
                  </a:cubicBezTo>
                  <a:cubicBezTo>
                    <a:pt x="510" y="27"/>
                    <a:pt x="509" y="26"/>
                    <a:pt x="508" y="26"/>
                  </a:cubicBezTo>
                  <a:cubicBezTo>
                    <a:pt x="507" y="27"/>
                    <a:pt x="506" y="27"/>
                    <a:pt x="504" y="27"/>
                  </a:cubicBezTo>
                  <a:cubicBezTo>
                    <a:pt x="503" y="27"/>
                    <a:pt x="502" y="27"/>
                    <a:pt x="501" y="27"/>
                  </a:cubicBezTo>
                  <a:cubicBezTo>
                    <a:pt x="500" y="27"/>
                    <a:pt x="500" y="27"/>
                    <a:pt x="499" y="27"/>
                  </a:cubicBezTo>
                  <a:cubicBezTo>
                    <a:pt x="499" y="27"/>
                    <a:pt x="499" y="28"/>
                    <a:pt x="499" y="28"/>
                  </a:cubicBezTo>
                  <a:cubicBezTo>
                    <a:pt x="498" y="28"/>
                    <a:pt x="498" y="27"/>
                    <a:pt x="497" y="27"/>
                  </a:cubicBezTo>
                  <a:cubicBezTo>
                    <a:pt x="496" y="27"/>
                    <a:pt x="495" y="28"/>
                    <a:pt x="494" y="28"/>
                  </a:cubicBezTo>
                  <a:cubicBezTo>
                    <a:pt x="493" y="28"/>
                    <a:pt x="492" y="28"/>
                    <a:pt x="491" y="28"/>
                  </a:cubicBezTo>
                  <a:cubicBezTo>
                    <a:pt x="489" y="28"/>
                    <a:pt x="488" y="28"/>
                    <a:pt x="487" y="28"/>
                  </a:cubicBezTo>
                  <a:cubicBezTo>
                    <a:pt x="486" y="29"/>
                    <a:pt x="485" y="29"/>
                    <a:pt x="484" y="29"/>
                  </a:cubicBezTo>
                  <a:cubicBezTo>
                    <a:pt x="483" y="30"/>
                    <a:pt x="481" y="30"/>
                    <a:pt x="480" y="30"/>
                  </a:cubicBezTo>
                  <a:cubicBezTo>
                    <a:pt x="480" y="29"/>
                    <a:pt x="479" y="29"/>
                    <a:pt x="479" y="28"/>
                  </a:cubicBezTo>
                  <a:cubicBezTo>
                    <a:pt x="479" y="28"/>
                    <a:pt x="479" y="27"/>
                    <a:pt x="480" y="27"/>
                  </a:cubicBezTo>
                  <a:cubicBezTo>
                    <a:pt x="479" y="26"/>
                    <a:pt x="479" y="26"/>
                    <a:pt x="479" y="26"/>
                  </a:cubicBezTo>
                  <a:cubicBezTo>
                    <a:pt x="479" y="26"/>
                    <a:pt x="479" y="26"/>
                    <a:pt x="479" y="25"/>
                  </a:cubicBezTo>
                  <a:cubicBezTo>
                    <a:pt x="479" y="26"/>
                    <a:pt x="479" y="25"/>
                    <a:pt x="479" y="25"/>
                  </a:cubicBezTo>
                  <a:cubicBezTo>
                    <a:pt x="479" y="25"/>
                    <a:pt x="479" y="25"/>
                    <a:pt x="479" y="24"/>
                  </a:cubicBezTo>
                  <a:cubicBezTo>
                    <a:pt x="479" y="24"/>
                    <a:pt x="478" y="24"/>
                    <a:pt x="478" y="24"/>
                  </a:cubicBezTo>
                  <a:close/>
                  <a:moveTo>
                    <a:pt x="483" y="21"/>
                  </a:moveTo>
                  <a:cubicBezTo>
                    <a:pt x="483" y="21"/>
                    <a:pt x="482" y="21"/>
                    <a:pt x="481" y="21"/>
                  </a:cubicBezTo>
                  <a:cubicBezTo>
                    <a:pt x="482" y="21"/>
                    <a:pt x="483" y="22"/>
                    <a:pt x="483" y="21"/>
                  </a:cubicBezTo>
                  <a:close/>
                  <a:moveTo>
                    <a:pt x="747" y="48"/>
                  </a:moveTo>
                  <a:cubicBezTo>
                    <a:pt x="746" y="48"/>
                    <a:pt x="743" y="47"/>
                    <a:pt x="743" y="48"/>
                  </a:cubicBezTo>
                  <a:cubicBezTo>
                    <a:pt x="743" y="48"/>
                    <a:pt x="744" y="48"/>
                    <a:pt x="744" y="48"/>
                  </a:cubicBezTo>
                  <a:cubicBezTo>
                    <a:pt x="745" y="49"/>
                    <a:pt x="744" y="49"/>
                    <a:pt x="744" y="49"/>
                  </a:cubicBezTo>
                  <a:cubicBezTo>
                    <a:pt x="744" y="49"/>
                    <a:pt x="745" y="49"/>
                    <a:pt x="745" y="49"/>
                  </a:cubicBezTo>
                  <a:cubicBezTo>
                    <a:pt x="745" y="49"/>
                    <a:pt x="744" y="49"/>
                    <a:pt x="744" y="49"/>
                  </a:cubicBezTo>
                  <a:cubicBezTo>
                    <a:pt x="745" y="49"/>
                    <a:pt x="746" y="49"/>
                    <a:pt x="746" y="49"/>
                  </a:cubicBezTo>
                  <a:cubicBezTo>
                    <a:pt x="746" y="49"/>
                    <a:pt x="746" y="49"/>
                    <a:pt x="746" y="49"/>
                  </a:cubicBezTo>
                  <a:cubicBezTo>
                    <a:pt x="746" y="50"/>
                    <a:pt x="747" y="50"/>
                    <a:pt x="748" y="50"/>
                  </a:cubicBezTo>
                  <a:cubicBezTo>
                    <a:pt x="747" y="50"/>
                    <a:pt x="747" y="51"/>
                    <a:pt x="748" y="51"/>
                  </a:cubicBezTo>
                  <a:cubicBezTo>
                    <a:pt x="748" y="51"/>
                    <a:pt x="749" y="51"/>
                    <a:pt x="749" y="51"/>
                  </a:cubicBezTo>
                  <a:cubicBezTo>
                    <a:pt x="750" y="51"/>
                    <a:pt x="749" y="51"/>
                    <a:pt x="748" y="51"/>
                  </a:cubicBezTo>
                  <a:cubicBezTo>
                    <a:pt x="748" y="51"/>
                    <a:pt x="747" y="51"/>
                    <a:pt x="746" y="51"/>
                  </a:cubicBezTo>
                  <a:cubicBezTo>
                    <a:pt x="746" y="51"/>
                    <a:pt x="747" y="52"/>
                    <a:pt x="748" y="52"/>
                  </a:cubicBezTo>
                  <a:cubicBezTo>
                    <a:pt x="748" y="52"/>
                    <a:pt x="749" y="53"/>
                    <a:pt x="750" y="53"/>
                  </a:cubicBezTo>
                  <a:cubicBezTo>
                    <a:pt x="752" y="54"/>
                    <a:pt x="753" y="54"/>
                    <a:pt x="755" y="54"/>
                  </a:cubicBezTo>
                  <a:cubicBezTo>
                    <a:pt x="757" y="54"/>
                    <a:pt x="758" y="56"/>
                    <a:pt x="760" y="56"/>
                  </a:cubicBezTo>
                  <a:cubicBezTo>
                    <a:pt x="761" y="57"/>
                    <a:pt x="763" y="56"/>
                    <a:pt x="765" y="56"/>
                  </a:cubicBezTo>
                  <a:cubicBezTo>
                    <a:pt x="766" y="57"/>
                    <a:pt x="768" y="57"/>
                    <a:pt x="770" y="57"/>
                  </a:cubicBezTo>
                  <a:cubicBezTo>
                    <a:pt x="770" y="57"/>
                    <a:pt x="771" y="57"/>
                    <a:pt x="771" y="56"/>
                  </a:cubicBezTo>
                  <a:cubicBezTo>
                    <a:pt x="771" y="56"/>
                    <a:pt x="770" y="56"/>
                    <a:pt x="770" y="55"/>
                  </a:cubicBezTo>
                  <a:cubicBezTo>
                    <a:pt x="769" y="56"/>
                    <a:pt x="769" y="55"/>
                    <a:pt x="768" y="55"/>
                  </a:cubicBezTo>
                  <a:cubicBezTo>
                    <a:pt x="769" y="54"/>
                    <a:pt x="770" y="55"/>
                    <a:pt x="771" y="55"/>
                  </a:cubicBezTo>
                  <a:cubicBezTo>
                    <a:pt x="772" y="55"/>
                    <a:pt x="774" y="56"/>
                    <a:pt x="773" y="56"/>
                  </a:cubicBezTo>
                  <a:cubicBezTo>
                    <a:pt x="776" y="56"/>
                    <a:pt x="779" y="55"/>
                    <a:pt x="781" y="55"/>
                  </a:cubicBezTo>
                  <a:cubicBezTo>
                    <a:pt x="783" y="55"/>
                    <a:pt x="786" y="54"/>
                    <a:pt x="787" y="55"/>
                  </a:cubicBezTo>
                  <a:cubicBezTo>
                    <a:pt x="787" y="55"/>
                    <a:pt x="785" y="55"/>
                    <a:pt x="785" y="55"/>
                  </a:cubicBezTo>
                  <a:cubicBezTo>
                    <a:pt x="785" y="55"/>
                    <a:pt x="786" y="55"/>
                    <a:pt x="787" y="55"/>
                  </a:cubicBezTo>
                  <a:cubicBezTo>
                    <a:pt x="788" y="56"/>
                    <a:pt x="790" y="56"/>
                    <a:pt x="791" y="56"/>
                  </a:cubicBezTo>
                  <a:cubicBezTo>
                    <a:pt x="791" y="56"/>
                    <a:pt x="790" y="55"/>
                    <a:pt x="790" y="55"/>
                  </a:cubicBezTo>
                  <a:cubicBezTo>
                    <a:pt x="791" y="55"/>
                    <a:pt x="791" y="55"/>
                    <a:pt x="792" y="55"/>
                  </a:cubicBezTo>
                  <a:cubicBezTo>
                    <a:pt x="793" y="55"/>
                    <a:pt x="795" y="55"/>
                    <a:pt x="796" y="55"/>
                  </a:cubicBezTo>
                  <a:cubicBezTo>
                    <a:pt x="795" y="54"/>
                    <a:pt x="793" y="54"/>
                    <a:pt x="791" y="54"/>
                  </a:cubicBezTo>
                  <a:cubicBezTo>
                    <a:pt x="789" y="54"/>
                    <a:pt x="787" y="54"/>
                    <a:pt x="785" y="53"/>
                  </a:cubicBezTo>
                  <a:cubicBezTo>
                    <a:pt x="784" y="52"/>
                    <a:pt x="782" y="52"/>
                    <a:pt x="780" y="51"/>
                  </a:cubicBezTo>
                  <a:cubicBezTo>
                    <a:pt x="780" y="51"/>
                    <a:pt x="779" y="50"/>
                    <a:pt x="778" y="50"/>
                  </a:cubicBezTo>
                  <a:cubicBezTo>
                    <a:pt x="778" y="50"/>
                    <a:pt x="778" y="49"/>
                    <a:pt x="778" y="49"/>
                  </a:cubicBezTo>
                  <a:cubicBezTo>
                    <a:pt x="777" y="49"/>
                    <a:pt x="777" y="49"/>
                    <a:pt x="776" y="49"/>
                  </a:cubicBezTo>
                  <a:cubicBezTo>
                    <a:pt x="777" y="49"/>
                    <a:pt x="777" y="49"/>
                    <a:pt x="777" y="49"/>
                  </a:cubicBezTo>
                  <a:cubicBezTo>
                    <a:pt x="777" y="49"/>
                    <a:pt x="776" y="49"/>
                    <a:pt x="776" y="49"/>
                  </a:cubicBezTo>
                  <a:cubicBezTo>
                    <a:pt x="777" y="48"/>
                    <a:pt x="777" y="49"/>
                    <a:pt x="778" y="49"/>
                  </a:cubicBezTo>
                  <a:cubicBezTo>
                    <a:pt x="778" y="48"/>
                    <a:pt x="778" y="48"/>
                    <a:pt x="777" y="48"/>
                  </a:cubicBezTo>
                  <a:cubicBezTo>
                    <a:pt x="779" y="48"/>
                    <a:pt x="780" y="48"/>
                    <a:pt x="782" y="48"/>
                  </a:cubicBezTo>
                  <a:cubicBezTo>
                    <a:pt x="782" y="48"/>
                    <a:pt x="783" y="49"/>
                    <a:pt x="783" y="49"/>
                  </a:cubicBezTo>
                  <a:cubicBezTo>
                    <a:pt x="783" y="49"/>
                    <a:pt x="782" y="49"/>
                    <a:pt x="782" y="50"/>
                  </a:cubicBezTo>
                  <a:cubicBezTo>
                    <a:pt x="781" y="51"/>
                    <a:pt x="786" y="52"/>
                    <a:pt x="787" y="52"/>
                  </a:cubicBezTo>
                  <a:cubicBezTo>
                    <a:pt x="787" y="53"/>
                    <a:pt x="788" y="53"/>
                    <a:pt x="789" y="53"/>
                  </a:cubicBezTo>
                  <a:cubicBezTo>
                    <a:pt x="790" y="53"/>
                    <a:pt x="790" y="53"/>
                    <a:pt x="791" y="53"/>
                  </a:cubicBezTo>
                  <a:cubicBezTo>
                    <a:pt x="792" y="54"/>
                    <a:pt x="794" y="53"/>
                    <a:pt x="796" y="54"/>
                  </a:cubicBezTo>
                  <a:cubicBezTo>
                    <a:pt x="796" y="54"/>
                    <a:pt x="799" y="54"/>
                    <a:pt x="799" y="54"/>
                  </a:cubicBezTo>
                  <a:cubicBezTo>
                    <a:pt x="799" y="53"/>
                    <a:pt x="799" y="53"/>
                    <a:pt x="799" y="53"/>
                  </a:cubicBezTo>
                  <a:cubicBezTo>
                    <a:pt x="800" y="53"/>
                    <a:pt x="799" y="52"/>
                    <a:pt x="799" y="52"/>
                  </a:cubicBezTo>
                  <a:cubicBezTo>
                    <a:pt x="799" y="52"/>
                    <a:pt x="799" y="52"/>
                    <a:pt x="800" y="52"/>
                  </a:cubicBezTo>
                  <a:cubicBezTo>
                    <a:pt x="799" y="51"/>
                    <a:pt x="798" y="52"/>
                    <a:pt x="797" y="51"/>
                  </a:cubicBezTo>
                  <a:cubicBezTo>
                    <a:pt x="795" y="50"/>
                    <a:pt x="799" y="50"/>
                    <a:pt x="800" y="50"/>
                  </a:cubicBezTo>
                  <a:cubicBezTo>
                    <a:pt x="798" y="49"/>
                    <a:pt x="796" y="49"/>
                    <a:pt x="795" y="49"/>
                  </a:cubicBezTo>
                  <a:cubicBezTo>
                    <a:pt x="793" y="49"/>
                    <a:pt x="791" y="48"/>
                    <a:pt x="790" y="48"/>
                  </a:cubicBezTo>
                  <a:cubicBezTo>
                    <a:pt x="788" y="48"/>
                    <a:pt x="787" y="47"/>
                    <a:pt x="785" y="47"/>
                  </a:cubicBezTo>
                  <a:cubicBezTo>
                    <a:pt x="785" y="47"/>
                    <a:pt x="784" y="47"/>
                    <a:pt x="783" y="47"/>
                  </a:cubicBezTo>
                  <a:cubicBezTo>
                    <a:pt x="783" y="47"/>
                    <a:pt x="782" y="47"/>
                    <a:pt x="783" y="47"/>
                  </a:cubicBezTo>
                  <a:cubicBezTo>
                    <a:pt x="781" y="47"/>
                    <a:pt x="779" y="47"/>
                    <a:pt x="777" y="47"/>
                  </a:cubicBezTo>
                  <a:cubicBezTo>
                    <a:pt x="776" y="47"/>
                    <a:pt x="774" y="46"/>
                    <a:pt x="773" y="46"/>
                  </a:cubicBezTo>
                  <a:cubicBezTo>
                    <a:pt x="772" y="46"/>
                    <a:pt x="770" y="45"/>
                    <a:pt x="769" y="45"/>
                  </a:cubicBezTo>
                  <a:cubicBezTo>
                    <a:pt x="768" y="45"/>
                    <a:pt x="767" y="45"/>
                    <a:pt x="766" y="45"/>
                  </a:cubicBezTo>
                  <a:cubicBezTo>
                    <a:pt x="766" y="44"/>
                    <a:pt x="765" y="44"/>
                    <a:pt x="765" y="44"/>
                  </a:cubicBezTo>
                  <a:cubicBezTo>
                    <a:pt x="765" y="45"/>
                    <a:pt x="766" y="45"/>
                    <a:pt x="767" y="45"/>
                  </a:cubicBezTo>
                  <a:cubicBezTo>
                    <a:pt x="768" y="45"/>
                    <a:pt x="768" y="45"/>
                    <a:pt x="769" y="46"/>
                  </a:cubicBezTo>
                  <a:cubicBezTo>
                    <a:pt x="768" y="46"/>
                    <a:pt x="766" y="45"/>
                    <a:pt x="765" y="45"/>
                  </a:cubicBezTo>
                  <a:cubicBezTo>
                    <a:pt x="764" y="45"/>
                    <a:pt x="764" y="46"/>
                    <a:pt x="765" y="46"/>
                  </a:cubicBezTo>
                  <a:cubicBezTo>
                    <a:pt x="766" y="47"/>
                    <a:pt x="766" y="47"/>
                    <a:pt x="767" y="48"/>
                  </a:cubicBezTo>
                  <a:cubicBezTo>
                    <a:pt x="768" y="48"/>
                    <a:pt x="769" y="48"/>
                    <a:pt x="770" y="49"/>
                  </a:cubicBezTo>
                  <a:cubicBezTo>
                    <a:pt x="769" y="49"/>
                    <a:pt x="768" y="49"/>
                    <a:pt x="768" y="49"/>
                  </a:cubicBezTo>
                  <a:cubicBezTo>
                    <a:pt x="767" y="49"/>
                    <a:pt x="766" y="49"/>
                    <a:pt x="766" y="49"/>
                  </a:cubicBezTo>
                  <a:cubicBezTo>
                    <a:pt x="765" y="48"/>
                    <a:pt x="765" y="48"/>
                    <a:pt x="765" y="48"/>
                  </a:cubicBezTo>
                  <a:cubicBezTo>
                    <a:pt x="764" y="47"/>
                    <a:pt x="764" y="47"/>
                    <a:pt x="763" y="47"/>
                  </a:cubicBezTo>
                  <a:cubicBezTo>
                    <a:pt x="763" y="47"/>
                    <a:pt x="762" y="48"/>
                    <a:pt x="762" y="47"/>
                  </a:cubicBezTo>
                  <a:cubicBezTo>
                    <a:pt x="761" y="47"/>
                    <a:pt x="761" y="47"/>
                    <a:pt x="760" y="47"/>
                  </a:cubicBezTo>
                  <a:cubicBezTo>
                    <a:pt x="760" y="47"/>
                    <a:pt x="759" y="47"/>
                    <a:pt x="759" y="47"/>
                  </a:cubicBezTo>
                  <a:cubicBezTo>
                    <a:pt x="759" y="47"/>
                    <a:pt x="758" y="46"/>
                    <a:pt x="759" y="46"/>
                  </a:cubicBezTo>
                  <a:cubicBezTo>
                    <a:pt x="758" y="46"/>
                    <a:pt x="756" y="46"/>
                    <a:pt x="755" y="46"/>
                  </a:cubicBezTo>
                  <a:cubicBezTo>
                    <a:pt x="754" y="45"/>
                    <a:pt x="752" y="45"/>
                    <a:pt x="751" y="45"/>
                  </a:cubicBezTo>
                  <a:cubicBezTo>
                    <a:pt x="750" y="45"/>
                    <a:pt x="749" y="44"/>
                    <a:pt x="748" y="44"/>
                  </a:cubicBezTo>
                  <a:cubicBezTo>
                    <a:pt x="746" y="44"/>
                    <a:pt x="747" y="45"/>
                    <a:pt x="748" y="45"/>
                  </a:cubicBezTo>
                  <a:cubicBezTo>
                    <a:pt x="747" y="45"/>
                    <a:pt x="746" y="45"/>
                    <a:pt x="746" y="44"/>
                  </a:cubicBezTo>
                  <a:cubicBezTo>
                    <a:pt x="746" y="45"/>
                    <a:pt x="745" y="45"/>
                    <a:pt x="745" y="45"/>
                  </a:cubicBezTo>
                  <a:cubicBezTo>
                    <a:pt x="745" y="45"/>
                    <a:pt x="745" y="45"/>
                    <a:pt x="745" y="45"/>
                  </a:cubicBezTo>
                  <a:cubicBezTo>
                    <a:pt x="745" y="45"/>
                    <a:pt x="745" y="45"/>
                    <a:pt x="745" y="45"/>
                  </a:cubicBezTo>
                  <a:cubicBezTo>
                    <a:pt x="745" y="46"/>
                    <a:pt x="744" y="46"/>
                    <a:pt x="744" y="46"/>
                  </a:cubicBezTo>
                  <a:cubicBezTo>
                    <a:pt x="744" y="46"/>
                    <a:pt x="742" y="46"/>
                    <a:pt x="743" y="46"/>
                  </a:cubicBezTo>
                  <a:cubicBezTo>
                    <a:pt x="744" y="47"/>
                    <a:pt x="746" y="47"/>
                    <a:pt x="747" y="48"/>
                  </a:cubicBezTo>
                  <a:close/>
                  <a:moveTo>
                    <a:pt x="1083" y="89"/>
                  </a:moveTo>
                  <a:cubicBezTo>
                    <a:pt x="1083" y="89"/>
                    <a:pt x="1084" y="90"/>
                    <a:pt x="1084" y="90"/>
                  </a:cubicBezTo>
                  <a:cubicBezTo>
                    <a:pt x="1085" y="90"/>
                    <a:pt x="1086" y="91"/>
                    <a:pt x="1086" y="91"/>
                  </a:cubicBezTo>
                  <a:cubicBezTo>
                    <a:pt x="1087" y="92"/>
                    <a:pt x="1088" y="91"/>
                    <a:pt x="1089" y="91"/>
                  </a:cubicBezTo>
                  <a:cubicBezTo>
                    <a:pt x="1090" y="90"/>
                    <a:pt x="1091" y="91"/>
                    <a:pt x="1092" y="91"/>
                  </a:cubicBezTo>
                  <a:cubicBezTo>
                    <a:pt x="1093" y="90"/>
                    <a:pt x="1092" y="90"/>
                    <a:pt x="1093" y="90"/>
                  </a:cubicBezTo>
                  <a:cubicBezTo>
                    <a:pt x="1093" y="90"/>
                    <a:pt x="1094" y="90"/>
                    <a:pt x="1094" y="90"/>
                  </a:cubicBezTo>
                  <a:cubicBezTo>
                    <a:pt x="1095" y="90"/>
                    <a:pt x="1097" y="90"/>
                    <a:pt x="1098" y="90"/>
                  </a:cubicBezTo>
                  <a:cubicBezTo>
                    <a:pt x="1100" y="91"/>
                    <a:pt x="1102" y="90"/>
                    <a:pt x="1103" y="90"/>
                  </a:cubicBezTo>
                  <a:cubicBezTo>
                    <a:pt x="1104" y="90"/>
                    <a:pt x="1109" y="89"/>
                    <a:pt x="1107" y="88"/>
                  </a:cubicBezTo>
                  <a:cubicBezTo>
                    <a:pt x="1107" y="87"/>
                    <a:pt x="1106" y="87"/>
                    <a:pt x="1105" y="87"/>
                  </a:cubicBezTo>
                  <a:cubicBezTo>
                    <a:pt x="1104" y="87"/>
                    <a:pt x="1103" y="86"/>
                    <a:pt x="1102" y="86"/>
                  </a:cubicBezTo>
                  <a:cubicBezTo>
                    <a:pt x="1101" y="86"/>
                    <a:pt x="1100" y="85"/>
                    <a:pt x="1099" y="85"/>
                  </a:cubicBezTo>
                  <a:cubicBezTo>
                    <a:pt x="1098" y="85"/>
                    <a:pt x="1097" y="85"/>
                    <a:pt x="1096" y="85"/>
                  </a:cubicBezTo>
                  <a:cubicBezTo>
                    <a:pt x="1095" y="84"/>
                    <a:pt x="1094" y="84"/>
                    <a:pt x="1092" y="84"/>
                  </a:cubicBezTo>
                  <a:cubicBezTo>
                    <a:pt x="1092" y="84"/>
                    <a:pt x="1091" y="85"/>
                    <a:pt x="1090" y="85"/>
                  </a:cubicBezTo>
                  <a:cubicBezTo>
                    <a:pt x="1089" y="85"/>
                    <a:pt x="1088" y="84"/>
                    <a:pt x="1087" y="84"/>
                  </a:cubicBezTo>
                  <a:cubicBezTo>
                    <a:pt x="1087" y="84"/>
                    <a:pt x="1086" y="85"/>
                    <a:pt x="1086" y="85"/>
                  </a:cubicBezTo>
                  <a:cubicBezTo>
                    <a:pt x="1086" y="85"/>
                    <a:pt x="1084" y="85"/>
                    <a:pt x="1085" y="85"/>
                  </a:cubicBezTo>
                  <a:cubicBezTo>
                    <a:pt x="1085" y="85"/>
                    <a:pt x="1084" y="86"/>
                    <a:pt x="1084" y="86"/>
                  </a:cubicBezTo>
                  <a:cubicBezTo>
                    <a:pt x="1083" y="86"/>
                    <a:pt x="1084" y="86"/>
                    <a:pt x="1083" y="86"/>
                  </a:cubicBezTo>
                  <a:cubicBezTo>
                    <a:pt x="1083" y="87"/>
                    <a:pt x="1083" y="87"/>
                    <a:pt x="1082" y="88"/>
                  </a:cubicBezTo>
                  <a:cubicBezTo>
                    <a:pt x="1083" y="88"/>
                    <a:pt x="1082" y="88"/>
                    <a:pt x="1083" y="89"/>
                  </a:cubicBezTo>
                  <a:close/>
                  <a:moveTo>
                    <a:pt x="249" y="92"/>
                  </a:moveTo>
                  <a:cubicBezTo>
                    <a:pt x="250" y="92"/>
                    <a:pt x="250" y="92"/>
                    <a:pt x="250" y="92"/>
                  </a:cubicBezTo>
                  <a:cubicBezTo>
                    <a:pt x="250" y="93"/>
                    <a:pt x="249" y="93"/>
                    <a:pt x="250" y="93"/>
                  </a:cubicBezTo>
                  <a:cubicBezTo>
                    <a:pt x="249" y="93"/>
                    <a:pt x="248" y="93"/>
                    <a:pt x="247" y="93"/>
                  </a:cubicBezTo>
                  <a:cubicBezTo>
                    <a:pt x="247" y="93"/>
                    <a:pt x="246" y="93"/>
                    <a:pt x="246" y="93"/>
                  </a:cubicBezTo>
                  <a:cubicBezTo>
                    <a:pt x="246" y="93"/>
                    <a:pt x="245" y="92"/>
                    <a:pt x="245" y="92"/>
                  </a:cubicBezTo>
                  <a:cubicBezTo>
                    <a:pt x="246" y="93"/>
                    <a:pt x="248" y="93"/>
                    <a:pt x="249" y="93"/>
                  </a:cubicBezTo>
                  <a:cubicBezTo>
                    <a:pt x="249" y="94"/>
                    <a:pt x="248" y="93"/>
                    <a:pt x="247" y="93"/>
                  </a:cubicBezTo>
                  <a:cubicBezTo>
                    <a:pt x="246" y="93"/>
                    <a:pt x="246" y="93"/>
                    <a:pt x="245" y="93"/>
                  </a:cubicBezTo>
                  <a:cubicBezTo>
                    <a:pt x="245" y="93"/>
                    <a:pt x="244" y="93"/>
                    <a:pt x="244" y="93"/>
                  </a:cubicBezTo>
                  <a:cubicBezTo>
                    <a:pt x="244" y="93"/>
                    <a:pt x="244" y="93"/>
                    <a:pt x="245" y="93"/>
                  </a:cubicBezTo>
                  <a:cubicBezTo>
                    <a:pt x="244" y="93"/>
                    <a:pt x="243" y="92"/>
                    <a:pt x="244" y="92"/>
                  </a:cubicBezTo>
                  <a:cubicBezTo>
                    <a:pt x="243" y="92"/>
                    <a:pt x="243" y="92"/>
                    <a:pt x="243" y="92"/>
                  </a:cubicBezTo>
                  <a:cubicBezTo>
                    <a:pt x="242" y="92"/>
                    <a:pt x="242" y="92"/>
                    <a:pt x="241" y="92"/>
                  </a:cubicBezTo>
                  <a:cubicBezTo>
                    <a:pt x="241" y="92"/>
                    <a:pt x="242" y="92"/>
                    <a:pt x="242" y="92"/>
                  </a:cubicBezTo>
                  <a:cubicBezTo>
                    <a:pt x="242" y="92"/>
                    <a:pt x="241" y="92"/>
                    <a:pt x="241" y="92"/>
                  </a:cubicBezTo>
                  <a:cubicBezTo>
                    <a:pt x="241" y="92"/>
                    <a:pt x="242" y="92"/>
                    <a:pt x="242" y="93"/>
                  </a:cubicBezTo>
                  <a:cubicBezTo>
                    <a:pt x="242" y="93"/>
                    <a:pt x="242" y="93"/>
                    <a:pt x="242" y="93"/>
                  </a:cubicBezTo>
                  <a:cubicBezTo>
                    <a:pt x="242" y="93"/>
                    <a:pt x="243" y="93"/>
                    <a:pt x="242" y="93"/>
                  </a:cubicBezTo>
                  <a:cubicBezTo>
                    <a:pt x="243" y="92"/>
                    <a:pt x="243" y="93"/>
                    <a:pt x="243" y="93"/>
                  </a:cubicBezTo>
                  <a:cubicBezTo>
                    <a:pt x="244" y="93"/>
                    <a:pt x="245" y="93"/>
                    <a:pt x="245" y="93"/>
                  </a:cubicBezTo>
                  <a:cubicBezTo>
                    <a:pt x="245" y="94"/>
                    <a:pt x="243" y="94"/>
                    <a:pt x="243" y="94"/>
                  </a:cubicBezTo>
                  <a:cubicBezTo>
                    <a:pt x="243" y="94"/>
                    <a:pt x="243" y="94"/>
                    <a:pt x="244" y="94"/>
                  </a:cubicBezTo>
                  <a:cubicBezTo>
                    <a:pt x="243" y="93"/>
                    <a:pt x="244" y="93"/>
                    <a:pt x="244" y="93"/>
                  </a:cubicBezTo>
                  <a:cubicBezTo>
                    <a:pt x="243" y="93"/>
                    <a:pt x="242" y="93"/>
                    <a:pt x="242" y="93"/>
                  </a:cubicBezTo>
                  <a:cubicBezTo>
                    <a:pt x="241" y="93"/>
                    <a:pt x="241" y="93"/>
                    <a:pt x="240" y="93"/>
                  </a:cubicBezTo>
                  <a:cubicBezTo>
                    <a:pt x="240" y="93"/>
                    <a:pt x="241" y="93"/>
                    <a:pt x="241" y="93"/>
                  </a:cubicBezTo>
                  <a:cubicBezTo>
                    <a:pt x="241" y="94"/>
                    <a:pt x="239" y="92"/>
                    <a:pt x="238" y="92"/>
                  </a:cubicBezTo>
                  <a:cubicBezTo>
                    <a:pt x="239" y="93"/>
                    <a:pt x="240" y="93"/>
                    <a:pt x="240" y="93"/>
                  </a:cubicBezTo>
                  <a:cubicBezTo>
                    <a:pt x="240" y="94"/>
                    <a:pt x="238" y="93"/>
                    <a:pt x="237" y="93"/>
                  </a:cubicBezTo>
                  <a:cubicBezTo>
                    <a:pt x="238" y="93"/>
                    <a:pt x="238" y="93"/>
                    <a:pt x="238" y="93"/>
                  </a:cubicBezTo>
                  <a:cubicBezTo>
                    <a:pt x="238" y="93"/>
                    <a:pt x="238" y="93"/>
                    <a:pt x="237" y="93"/>
                  </a:cubicBezTo>
                  <a:cubicBezTo>
                    <a:pt x="238" y="93"/>
                    <a:pt x="238" y="93"/>
                    <a:pt x="238" y="93"/>
                  </a:cubicBezTo>
                  <a:cubicBezTo>
                    <a:pt x="238" y="92"/>
                    <a:pt x="237" y="92"/>
                    <a:pt x="237" y="92"/>
                  </a:cubicBezTo>
                  <a:cubicBezTo>
                    <a:pt x="237" y="92"/>
                    <a:pt x="238" y="92"/>
                    <a:pt x="238" y="93"/>
                  </a:cubicBezTo>
                  <a:cubicBezTo>
                    <a:pt x="237" y="92"/>
                    <a:pt x="236" y="92"/>
                    <a:pt x="236" y="92"/>
                  </a:cubicBezTo>
                  <a:cubicBezTo>
                    <a:pt x="236" y="92"/>
                    <a:pt x="235" y="92"/>
                    <a:pt x="235" y="92"/>
                  </a:cubicBezTo>
                  <a:cubicBezTo>
                    <a:pt x="236" y="93"/>
                    <a:pt x="236" y="92"/>
                    <a:pt x="236" y="93"/>
                  </a:cubicBezTo>
                  <a:cubicBezTo>
                    <a:pt x="235" y="92"/>
                    <a:pt x="234" y="92"/>
                    <a:pt x="235" y="93"/>
                  </a:cubicBezTo>
                  <a:cubicBezTo>
                    <a:pt x="235" y="93"/>
                    <a:pt x="235" y="94"/>
                    <a:pt x="234" y="93"/>
                  </a:cubicBezTo>
                  <a:cubicBezTo>
                    <a:pt x="233" y="93"/>
                    <a:pt x="233" y="93"/>
                    <a:pt x="232" y="93"/>
                  </a:cubicBezTo>
                  <a:cubicBezTo>
                    <a:pt x="231" y="93"/>
                    <a:pt x="231" y="92"/>
                    <a:pt x="231" y="92"/>
                  </a:cubicBezTo>
                  <a:cubicBezTo>
                    <a:pt x="230" y="92"/>
                    <a:pt x="229" y="91"/>
                    <a:pt x="229" y="91"/>
                  </a:cubicBezTo>
                  <a:cubicBezTo>
                    <a:pt x="229" y="91"/>
                    <a:pt x="229" y="91"/>
                    <a:pt x="229" y="92"/>
                  </a:cubicBezTo>
                  <a:cubicBezTo>
                    <a:pt x="229" y="92"/>
                    <a:pt x="229" y="92"/>
                    <a:pt x="229" y="92"/>
                  </a:cubicBezTo>
                  <a:cubicBezTo>
                    <a:pt x="229" y="93"/>
                    <a:pt x="231" y="92"/>
                    <a:pt x="231" y="93"/>
                  </a:cubicBezTo>
                  <a:cubicBezTo>
                    <a:pt x="230" y="93"/>
                    <a:pt x="229" y="91"/>
                    <a:pt x="227" y="92"/>
                  </a:cubicBezTo>
                  <a:cubicBezTo>
                    <a:pt x="228" y="92"/>
                    <a:pt x="226" y="92"/>
                    <a:pt x="226" y="92"/>
                  </a:cubicBezTo>
                  <a:cubicBezTo>
                    <a:pt x="226" y="92"/>
                    <a:pt x="225" y="91"/>
                    <a:pt x="224" y="91"/>
                  </a:cubicBezTo>
                  <a:cubicBezTo>
                    <a:pt x="224" y="91"/>
                    <a:pt x="225" y="91"/>
                    <a:pt x="225" y="92"/>
                  </a:cubicBezTo>
                  <a:cubicBezTo>
                    <a:pt x="224" y="92"/>
                    <a:pt x="223" y="91"/>
                    <a:pt x="222" y="91"/>
                  </a:cubicBezTo>
                  <a:cubicBezTo>
                    <a:pt x="223" y="92"/>
                    <a:pt x="221" y="91"/>
                    <a:pt x="221" y="91"/>
                  </a:cubicBezTo>
                  <a:cubicBezTo>
                    <a:pt x="221" y="91"/>
                    <a:pt x="221" y="91"/>
                    <a:pt x="222" y="91"/>
                  </a:cubicBezTo>
                  <a:cubicBezTo>
                    <a:pt x="222" y="91"/>
                    <a:pt x="223" y="91"/>
                    <a:pt x="223" y="91"/>
                  </a:cubicBezTo>
                  <a:cubicBezTo>
                    <a:pt x="223" y="91"/>
                    <a:pt x="223" y="90"/>
                    <a:pt x="223" y="90"/>
                  </a:cubicBezTo>
                  <a:cubicBezTo>
                    <a:pt x="222" y="89"/>
                    <a:pt x="221" y="89"/>
                    <a:pt x="221" y="89"/>
                  </a:cubicBezTo>
                  <a:cubicBezTo>
                    <a:pt x="221" y="89"/>
                    <a:pt x="222" y="89"/>
                    <a:pt x="222" y="89"/>
                  </a:cubicBezTo>
                  <a:cubicBezTo>
                    <a:pt x="223" y="89"/>
                    <a:pt x="223" y="89"/>
                    <a:pt x="224" y="89"/>
                  </a:cubicBezTo>
                  <a:cubicBezTo>
                    <a:pt x="224" y="89"/>
                    <a:pt x="223" y="89"/>
                    <a:pt x="223" y="88"/>
                  </a:cubicBezTo>
                  <a:cubicBezTo>
                    <a:pt x="223" y="88"/>
                    <a:pt x="224" y="88"/>
                    <a:pt x="224" y="88"/>
                  </a:cubicBezTo>
                  <a:cubicBezTo>
                    <a:pt x="225" y="88"/>
                    <a:pt x="224" y="88"/>
                    <a:pt x="224" y="89"/>
                  </a:cubicBezTo>
                  <a:cubicBezTo>
                    <a:pt x="224" y="89"/>
                    <a:pt x="226" y="89"/>
                    <a:pt x="226" y="88"/>
                  </a:cubicBezTo>
                  <a:cubicBezTo>
                    <a:pt x="226" y="89"/>
                    <a:pt x="223" y="88"/>
                    <a:pt x="225" y="88"/>
                  </a:cubicBezTo>
                  <a:cubicBezTo>
                    <a:pt x="225" y="88"/>
                    <a:pt x="224" y="88"/>
                    <a:pt x="224" y="88"/>
                  </a:cubicBezTo>
                  <a:cubicBezTo>
                    <a:pt x="225" y="88"/>
                    <a:pt x="225" y="88"/>
                    <a:pt x="225" y="88"/>
                  </a:cubicBezTo>
                  <a:cubicBezTo>
                    <a:pt x="225" y="88"/>
                    <a:pt x="224" y="87"/>
                    <a:pt x="224" y="88"/>
                  </a:cubicBezTo>
                  <a:cubicBezTo>
                    <a:pt x="224" y="88"/>
                    <a:pt x="223" y="88"/>
                    <a:pt x="223" y="88"/>
                  </a:cubicBezTo>
                  <a:cubicBezTo>
                    <a:pt x="223" y="88"/>
                    <a:pt x="223" y="88"/>
                    <a:pt x="223" y="88"/>
                  </a:cubicBezTo>
                  <a:cubicBezTo>
                    <a:pt x="223" y="88"/>
                    <a:pt x="220" y="87"/>
                    <a:pt x="220" y="87"/>
                  </a:cubicBezTo>
                  <a:cubicBezTo>
                    <a:pt x="220" y="87"/>
                    <a:pt x="221" y="87"/>
                    <a:pt x="221" y="87"/>
                  </a:cubicBezTo>
                  <a:cubicBezTo>
                    <a:pt x="221" y="86"/>
                    <a:pt x="221" y="86"/>
                    <a:pt x="222" y="86"/>
                  </a:cubicBezTo>
                  <a:cubicBezTo>
                    <a:pt x="222" y="86"/>
                    <a:pt x="223" y="86"/>
                    <a:pt x="223" y="86"/>
                  </a:cubicBezTo>
                  <a:cubicBezTo>
                    <a:pt x="222" y="85"/>
                    <a:pt x="221" y="86"/>
                    <a:pt x="221" y="86"/>
                  </a:cubicBezTo>
                  <a:cubicBezTo>
                    <a:pt x="221" y="86"/>
                    <a:pt x="220" y="86"/>
                    <a:pt x="220" y="86"/>
                  </a:cubicBezTo>
                  <a:cubicBezTo>
                    <a:pt x="220" y="87"/>
                    <a:pt x="220" y="87"/>
                    <a:pt x="220" y="87"/>
                  </a:cubicBezTo>
                  <a:cubicBezTo>
                    <a:pt x="219" y="87"/>
                    <a:pt x="218" y="86"/>
                    <a:pt x="218" y="86"/>
                  </a:cubicBezTo>
                  <a:cubicBezTo>
                    <a:pt x="218" y="85"/>
                    <a:pt x="219" y="85"/>
                    <a:pt x="219" y="85"/>
                  </a:cubicBezTo>
                  <a:cubicBezTo>
                    <a:pt x="218" y="84"/>
                    <a:pt x="218" y="85"/>
                    <a:pt x="217" y="86"/>
                  </a:cubicBezTo>
                  <a:cubicBezTo>
                    <a:pt x="217" y="86"/>
                    <a:pt x="217" y="85"/>
                    <a:pt x="216" y="85"/>
                  </a:cubicBezTo>
                  <a:cubicBezTo>
                    <a:pt x="216" y="85"/>
                    <a:pt x="217" y="85"/>
                    <a:pt x="217" y="85"/>
                  </a:cubicBezTo>
                  <a:cubicBezTo>
                    <a:pt x="216" y="86"/>
                    <a:pt x="216" y="86"/>
                    <a:pt x="216" y="86"/>
                  </a:cubicBezTo>
                  <a:cubicBezTo>
                    <a:pt x="215" y="86"/>
                    <a:pt x="215" y="85"/>
                    <a:pt x="215" y="85"/>
                  </a:cubicBezTo>
                  <a:cubicBezTo>
                    <a:pt x="215" y="85"/>
                    <a:pt x="215" y="86"/>
                    <a:pt x="215" y="86"/>
                  </a:cubicBezTo>
                  <a:cubicBezTo>
                    <a:pt x="214" y="86"/>
                    <a:pt x="214" y="85"/>
                    <a:pt x="214" y="85"/>
                  </a:cubicBezTo>
                  <a:cubicBezTo>
                    <a:pt x="214" y="85"/>
                    <a:pt x="213" y="86"/>
                    <a:pt x="213" y="85"/>
                  </a:cubicBezTo>
                  <a:cubicBezTo>
                    <a:pt x="213" y="85"/>
                    <a:pt x="213" y="85"/>
                    <a:pt x="213" y="84"/>
                  </a:cubicBezTo>
                  <a:cubicBezTo>
                    <a:pt x="213" y="84"/>
                    <a:pt x="213" y="84"/>
                    <a:pt x="212" y="84"/>
                  </a:cubicBezTo>
                  <a:cubicBezTo>
                    <a:pt x="212" y="84"/>
                    <a:pt x="212" y="85"/>
                    <a:pt x="212" y="85"/>
                  </a:cubicBezTo>
                  <a:cubicBezTo>
                    <a:pt x="211" y="85"/>
                    <a:pt x="212" y="85"/>
                    <a:pt x="212" y="85"/>
                  </a:cubicBezTo>
                  <a:cubicBezTo>
                    <a:pt x="212" y="85"/>
                    <a:pt x="211" y="85"/>
                    <a:pt x="211" y="85"/>
                  </a:cubicBezTo>
                  <a:cubicBezTo>
                    <a:pt x="211" y="84"/>
                    <a:pt x="210" y="85"/>
                    <a:pt x="210" y="85"/>
                  </a:cubicBezTo>
                  <a:cubicBezTo>
                    <a:pt x="210" y="85"/>
                    <a:pt x="211" y="85"/>
                    <a:pt x="211" y="85"/>
                  </a:cubicBezTo>
                  <a:cubicBezTo>
                    <a:pt x="210" y="85"/>
                    <a:pt x="209" y="85"/>
                    <a:pt x="208" y="85"/>
                  </a:cubicBezTo>
                  <a:cubicBezTo>
                    <a:pt x="208" y="85"/>
                    <a:pt x="207" y="85"/>
                    <a:pt x="206" y="85"/>
                  </a:cubicBezTo>
                  <a:cubicBezTo>
                    <a:pt x="206" y="84"/>
                    <a:pt x="205" y="84"/>
                    <a:pt x="205" y="84"/>
                  </a:cubicBezTo>
                  <a:cubicBezTo>
                    <a:pt x="205" y="83"/>
                    <a:pt x="204" y="83"/>
                    <a:pt x="204" y="83"/>
                  </a:cubicBezTo>
                  <a:cubicBezTo>
                    <a:pt x="204" y="82"/>
                    <a:pt x="204" y="81"/>
                    <a:pt x="204" y="81"/>
                  </a:cubicBezTo>
                  <a:cubicBezTo>
                    <a:pt x="204" y="80"/>
                    <a:pt x="204" y="79"/>
                    <a:pt x="205" y="79"/>
                  </a:cubicBezTo>
                  <a:cubicBezTo>
                    <a:pt x="206" y="79"/>
                    <a:pt x="207" y="80"/>
                    <a:pt x="207" y="80"/>
                  </a:cubicBezTo>
                  <a:cubicBezTo>
                    <a:pt x="208" y="80"/>
                    <a:pt x="208" y="79"/>
                    <a:pt x="208" y="79"/>
                  </a:cubicBezTo>
                  <a:cubicBezTo>
                    <a:pt x="208" y="80"/>
                    <a:pt x="208" y="80"/>
                    <a:pt x="209" y="80"/>
                  </a:cubicBezTo>
                  <a:cubicBezTo>
                    <a:pt x="209" y="80"/>
                    <a:pt x="210" y="80"/>
                    <a:pt x="210" y="80"/>
                  </a:cubicBezTo>
                  <a:cubicBezTo>
                    <a:pt x="210" y="80"/>
                    <a:pt x="209" y="79"/>
                    <a:pt x="209" y="79"/>
                  </a:cubicBezTo>
                  <a:cubicBezTo>
                    <a:pt x="210" y="79"/>
                    <a:pt x="210" y="79"/>
                    <a:pt x="210" y="79"/>
                  </a:cubicBezTo>
                  <a:cubicBezTo>
                    <a:pt x="210" y="79"/>
                    <a:pt x="209" y="79"/>
                    <a:pt x="209" y="79"/>
                  </a:cubicBezTo>
                  <a:cubicBezTo>
                    <a:pt x="210" y="79"/>
                    <a:pt x="210" y="79"/>
                    <a:pt x="210" y="79"/>
                  </a:cubicBezTo>
                  <a:cubicBezTo>
                    <a:pt x="210" y="78"/>
                    <a:pt x="209" y="78"/>
                    <a:pt x="209" y="78"/>
                  </a:cubicBezTo>
                  <a:cubicBezTo>
                    <a:pt x="210" y="78"/>
                    <a:pt x="210" y="78"/>
                    <a:pt x="210" y="78"/>
                  </a:cubicBezTo>
                  <a:cubicBezTo>
                    <a:pt x="210" y="78"/>
                    <a:pt x="211" y="78"/>
                    <a:pt x="210" y="77"/>
                  </a:cubicBezTo>
                  <a:cubicBezTo>
                    <a:pt x="211" y="77"/>
                    <a:pt x="211" y="78"/>
                    <a:pt x="212" y="77"/>
                  </a:cubicBezTo>
                  <a:cubicBezTo>
                    <a:pt x="212" y="77"/>
                    <a:pt x="210" y="77"/>
                    <a:pt x="210" y="77"/>
                  </a:cubicBezTo>
                  <a:cubicBezTo>
                    <a:pt x="210" y="77"/>
                    <a:pt x="211" y="77"/>
                    <a:pt x="211" y="77"/>
                  </a:cubicBezTo>
                  <a:cubicBezTo>
                    <a:pt x="211" y="76"/>
                    <a:pt x="210" y="76"/>
                    <a:pt x="210" y="76"/>
                  </a:cubicBezTo>
                  <a:cubicBezTo>
                    <a:pt x="210" y="76"/>
                    <a:pt x="211" y="76"/>
                    <a:pt x="211" y="76"/>
                  </a:cubicBezTo>
                  <a:cubicBezTo>
                    <a:pt x="211" y="76"/>
                    <a:pt x="211" y="76"/>
                    <a:pt x="211" y="76"/>
                  </a:cubicBezTo>
                  <a:cubicBezTo>
                    <a:pt x="212" y="75"/>
                    <a:pt x="212" y="75"/>
                    <a:pt x="213" y="75"/>
                  </a:cubicBezTo>
                  <a:cubicBezTo>
                    <a:pt x="212" y="75"/>
                    <a:pt x="210" y="75"/>
                    <a:pt x="210" y="75"/>
                  </a:cubicBezTo>
                  <a:cubicBezTo>
                    <a:pt x="210" y="75"/>
                    <a:pt x="210" y="75"/>
                    <a:pt x="211" y="75"/>
                  </a:cubicBezTo>
                  <a:cubicBezTo>
                    <a:pt x="210" y="75"/>
                    <a:pt x="210" y="75"/>
                    <a:pt x="210" y="75"/>
                  </a:cubicBezTo>
                  <a:cubicBezTo>
                    <a:pt x="210" y="75"/>
                    <a:pt x="210" y="75"/>
                    <a:pt x="211" y="75"/>
                  </a:cubicBezTo>
                  <a:cubicBezTo>
                    <a:pt x="209" y="75"/>
                    <a:pt x="207" y="75"/>
                    <a:pt x="207" y="74"/>
                  </a:cubicBezTo>
                  <a:cubicBezTo>
                    <a:pt x="207" y="74"/>
                    <a:pt x="208" y="74"/>
                    <a:pt x="208" y="74"/>
                  </a:cubicBezTo>
                  <a:cubicBezTo>
                    <a:pt x="208" y="73"/>
                    <a:pt x="208" y="73"/>
                    <a:pt x="209" y="73"/>
                  </a:cubicBezTo>
                  <a:cubicBezTo>
                    <a:pt x="210" y="73"/>
                    <a:pt x="210" y="72"/>
                    <a:pt x="211" y="73"/>
                  </a:cubicBezTo>
                  <a:cubicBezTo>
                    <a:pt x="212" y="73"/>
                    <a:pt x="213" y="73"/>
                    <a:pt x="213" y="73"/>
                  </a:cubicBezTo>
                  <a:cubicBezTo>
                    <a:pt x="213" y="73"/>
                    <a:pt x="213" y="73"/>
                    <a:pt x="213" y="73"/>
                  </a:cubicBezTo>
                  <a:cubicBezTo>
                    <a:pt x="213" y="73"/>
                    <a:pt x="213" y="73"/>
                    <a:pt x="213" y="72"/>
                  </a:cubicBezTo>
                  <a:cubicBezTo>
                    <a:pt x="213" y="72"/>
                    <a:pt x="211" y="72"/>
                    <a:pt x="211" y="72"/>
                  </a:cubicBezTo>
                  <a:cubicBezTo>
                    <a:pt x="211" y="71"/>
                    <a:pt x="213" y="72"/>
                    <a:pt x="213" y="72"/>
                  </a:cubicBezTo>
                  <a:cubicBezTo>
                    <a:pt x="212" y="71"/>
                    <a:pt x="212" y="71"/>
                    <a:pt x="211" y="71"/>
                  </a:cubicBezTo>
                  <a:cubicBezTo>
                    <a:pt x="211" y="71"/>
                    <a:pt x="211" y="70"/>
                    <a:pt x="211" y="70"/>
                  </a:cubicBezTo>
                  <a:cubicBezTo>
                    <a:pt x="211" y="70"/>
                    <a:pt x="212" y="70"/>
                    <a:pt x="212" y="70"/>
                  </a:cubicBezTo>
                  <a:cubicBezTo>
                    <a:pt x="212" y="70"/>
                    <a:pt x="213" y="70"/>
                    <a:pt x="213" y="70"/>
                  </a:cubicBezTo>
                  <a:cubicBezTo>
                    <a:pt x="214" y="69"/>
                    <a:pt x="214" y="69"/>
                    <a:pt x="215" y="69"/>
                  </a:cubicBezTo>
                  <a:cubicBezTo>
                    <a:pt x="216" y="69"/>
                    <a:pt x="217" y="69"/>
                    <a:pt x="219" y="69"/>
                  </a:cubicBezTo>
                  <a:cubicBezTo>
                    <a:pt x="220" y="68"/>
                    <a:pt x="220" y="68"/>
                    <a:pt x="222" y="68"/>
                  </a:cubicBezTo>
                  <a:cubicBezTo>
                    <a:pt x="223" y="68"/>
                    <a:pt x="224" y="69"/>
                    <a:pt x="225" y="69"/>
                  </a:cubicBezTo>
                  <a:cubicBezTo>
                    <a:pt x="226" y="69"/>
                    <a:pt x="226" y="69"/>
                    <a:pt x="227" y="69"/>
                  </a:cubicBezTo>
                  <a:cubicBezTo>
                    <a:pt x="228" y="69"/>
                    <a:pt x="228" y="69"/>
                    <a:pt x="229" y="69"/>
                  </a:cubicBezTo>
                  <a:cubicBezTo>
                    <a:pt x="230" y="70"/>
                    <a:pt x="232" y="69"/>
                    <a:pt x="233" y="70"/>
                  </a:cubicBezTo>
                  <a:cubicBezTo>
                    <a:pt x="234" y="70"/>
                    <a:pt x="234" y="71"/>
                    <a:pt x="233" y="71"/>
                  </a:cubicBezTo>
                  <a:cubicBezTo>
                    <a:pt x="232" y="71"/>
                    <a:pt x="230" y="71"/>
                    <a:pt x="229" y="71"/>
                  </a:cubicBezTo>
                  <a:cubicBezTo>
                    <a:pt x="230" y="71"/>
                    <a:pt x="233" y="71"/>
                    <a:pt x="233" y="71"/>
                  </a:cubicBezTo>
                  <a:cubicBezTo>
                    <a:pt x="234" y="72"/>
                    <a:pt x="231" y="72"/>
                    <a:pt x="231" y="72"/>
                  </a:cubicBezTo>
                  <a:cubicBezTo>
                    <a:pt x="230" y="72"/>
                    <a:pt x="229" y="72"/>
                    <a:pt x="228" y="72"/>
                  </a:cubicBezTo>
                  <a:cubicBezTo>
                    <a:pt x="229" y="72"/>
                    <a:pt x="230" y="72"/>
                    <a:pt x="231" y="72"/>
                  </a:cubicBezTo>
                  <a:cubicBezTo>
                    <a:pt x="232" y="72"/>
                    <a:pt x="233" y="72"/>
                    <a:pt x="233" y="73"/>
                  </a:cubicBezTo>
                  <a:cubicBezTo>
                    <a:pt x="233" y="74"/>
                    <a:pt x="231" y="74"/>
                    <a:pt x="231" y="73"/>
                  </a:cubicBezTo>
                  <a:cubicBezTo>
                    <a:pt x="230" y="73"/>
                    <a:pt x="230" y="74"/>
                    <a:pt x="229" y="74"/>
                  </a:cubicBezTo>
                  <a:cubicBezTo>
                    <a:pt x="229" y="74"/>
                    <a:pt x="228" y="73"/>
                    <a:pt x="228" y="74"/>
                  </a:cubicBezTo>
                  <a:cubicBezTo>
                    <a:pt x="229" y="74"/>
                    <a:pt x="231" y="74"/>
                    <a:pt x="231" y="75"/>
                  </a:cubicBezTo>
                  <a:cubicBezTo>
                    <a:pt x="231" y="75"/>
                    <a:pt x="230" y="74"/>
                    <a:pt x="229" y="74"/>
                  </a:cubicBezTo>
                  <a:cubicBezTo>
                    <a:pt x="229" y="75"/>
                    <a:pt x="231" y="75"/>
                    <a:pt x="230" y="75"/>
                  </a:cubicBezTo>
                  <a:cubicBezTo>
                    <a:pt x="230" y="76"/>
                    <a:pt x="230" y="76"/>
                    <a:pt x="229" y="76"/>
                  </a:cubicBezTo>
                  <a:cubicBezTo>
                    <a:pt x="229" y="76"/>
                    <a:pt x="228" y="75"/>
                    <a:pt x="227" y="75"/>
                  </a:cubicBezTo>
                  <a:cubicBezTo>
                    <a:pt x="228" y="76"/>
                    <a:pt x="229" y="75"/>
                    <a:pt x="230" y="76"/>
                  </a:cubicBezTo>
                  <a:cubicBezTo>
                    <a:pt x="230" y="77"/>
                    <a:pt x="227" y="76"/>
                    <a:pt x="227" y="77"/>
                  </a:cubicBezTo>
                  <a:cubicBezTo>
                    <a:pt x="228" y="77"/>
                    <a:pt x="228" y="76"/>
                    <a:pt x="229" y="77"/>
                  </a:cubicBezTo>
                  <a:cubicBezTo>
                    <a:pt x="230" y="77"/>
                    <a:pt x="229" y="77"/>
                    <a:pt x="229" y="78"/>
                  </a:cubicBezTo>
                  <a:cubicBezTo>
                    <a:pt x="229" y="78"/>
                    <a:pt x="230" y="78"/>
                    <a:pt x="230" y="78"/>
                  </a:cubicBezTo>
                  <a:cubicBezTo>
                    <a:pt x="230" y="78"/>
                    <a:pt x="231" y="79"/>
                    <a:pt x="231" y="79"/>
                  </a:cubicBezTo>
                  <a:cubicBezTo>
                    <a:pt x="231" y="79"/>
                    <a:pt x="230" y="80"/>
                    <a:pt x="230" y="80"/>
                  </a:cubicBezTo>
                  <a:cubicBezTo>
                    <a:pt x="230" y="80"/>
                    <a:pt x="230" y="80"/>
                    <a:pt x="231" y="80"/>
                  </a:cubicBezTo>
                  <a:cubicBezTo>
                    <a:pt x="230" y="80"/>
                    <a:pt x="230" y="81"/>
                    <a:pt x="231" y="81"/>
                  </a:cubicBezTo>
                  <a:cubicBezTo>
                    <a:pt x="231" y="81"/>
                    <a:pt x="230" y="81"/>
                    <a:pt x="230" y="81"/>
                  </a:cubicBezTo>
                  <a:cubicBezTo>
                    <a:pt x="230" y="81"/>
                    <a:pt x="231" y="81"/>
                    <a:pt x="232" y="82"/>
                  </a:cubicBezTo>
                  <a:cubicBezTo>
                    <a:pt x="232" y="82"/>
                    <a:pt x="232" y="82"/>
                    <a:pt x="232" y="83"/>
                  </a:cubicBezTo>
                  <a:cubicBezTo>
                    <a:pt x="233" y="83"/>
                    <a:pt x="233" y="84"/>
                    <a:pt x="234" y="84"/>
                  </a:cubicBezTo>
                  <a:cubicBezTo>
                    <a:pt x="234" y="85"/>
                    <a:pt x="235" y="85"/>
                    <a:pt x="236" y="86"/>
                  </a:cubicBezTo>
                  <a:cubicBezTo>
                    <a:pt x="237" y="86"/>
                    <a:pt x="238" y="87"/>
                    <a:pt x="239" y="88"/>
                  </a:cubicBezTo>
                  <a:cubicBezTo>
                    <a:pt x="240" y="88"/>
                    <a:pt x="241" y="88"/>
                    <a:pt x="242" y="89"/>
                  </a:cubicBezTo>
                  <a:cubicBezTo>
                    <a:pt x="243" y="89"/>
                    <a:pt x="244" y="90"/>
                    <a:pt x="245" y="90"/>
                  </a:cubicBezTo>
                  <a:cubicBezTo>
                    <a:pt x="247" y="91"/>
                    <a:pt x="248" y="91"/>
                    <a:pt x="249" y="91"/>
                  </a:cubicBezTo>
                  <a:cubicBezTo>
                    <a:pt x="250" y="91"/>
                    <a:pt x="250" y="92"/>
                    <a:pt x="251" y="92"/>
                  </a:cubicBezTo>
                  <a:cubicBezTo>
                    <a:pt x="250" y="92"/>
                    <a:pt x="250" y="92"/>
                    <a:pt x="249" y="92"/>
                  </a:cubicBezTo>
                  <a:close/>
                  <a:moveTo>
                    <a:pt x="213" y="75"/>
                  </a:moveTo>
                  <a:cubicBezTo>
                    <a:pt x="213" y="75"/>
                    <a:pt x="212" y="75"/>
                    <a:pt x="212" y="75"/>
                  </a:cubicBezTo>
                  <a:cubicBezTo>
                    <a:pt x="212" y="75"/>
                    <a:pt x="213" y="75"/>
                    <a:pt x="213" y="75"/>
                  </a:cubicBezTo>
                  <a:close/>
                  <a:moveTo>
                    <a:pt x="237" y="93"/>
                  </a:moveTo>
                  <a:cubicBezTo>
                    <a:pt x="237" y="93"/>
                    <a:pt x="237" y="93"/>
                    <a:pt x="237" y="93"/>
                  </a:cubicBezTo>
                  <a:cubicBezTo>
                    <a:pt x="237" y="93"/>
                    <a:pt x="237" y="93"/>
                    <a:pt x="237" y="93"/>
                  </a:cubicBezTo>
                  <a:close/>
                  <a:moveTo>
                    <a:pt x="806" y="49"/>
                  </a:moveTo>
                  <a:cubicBezTo>
                    <a:pt x="805" y="49"/>
                    <a:pt x="806" y="50"/>
                    <a:pt x="807" y="50"/>
                  </a:cubicBezTo>
                  <a:cubicBezTo>
                    <a:pt x="806" y="50"/>
                    <a:pt x="806" y="51"/>
                    <a:pt x="807" y="51"/>
                  </a:cubicBezTo>
                  <a:cubicBezTo>
                    <a:pt x="806" y="51"/>
                    <a:pt x="807" y="51"/>
                    <a:pt x="807" y="52"/>
                  </a:cubicBezTo>
                  <a:cubicBezTo>
                    <a:pt x="808" y="52"/>
                    <a:pt x="808" y="52"/>
                    <a:pt x="808" y="52"/>
                  </a:cubicBezTo>
                  <a:cubicBezTo>
                    <a:pt x="809" y="53"/>
                    <a:pt x="810" y="53"/>
                    <a:pt x="811" y="53"/>
                  </a:cubicBezTo>
                  <a:cubicBezTo>
                    <a:pt x="814" y="53"/>
                    <a:pt x="816" y="54"/>
                    <a:pt x="819" y="54"/>
                  </a:cubicBezTo>
                  <a:cubicBezTo>
                    <a:pt x="822" y="55"/>
                    <a:pt x="824" y="55"/>
                    <a:pt x="827" y="56"/>
                  </a:cubicBezTo>
                  <a:cubicBezTo>
                    <a:pt x="828" y="56"/>
                    <a:pt x="829" y="56"/>
                    <a:pt x="831" y="56"/>
                  </a:cubicBezTo>
                  <a:cubicBezTo>
                    <a:pt x="832" y="56"/>
                    <a:pt x="833" y="56"/>
                    <a:pt x="834" y="56"/>
                  </a:cubicBezTo>
                  <a:cubicBezTo>
                    <a:pt x="835" y="56"/>
                    <a:pt x="837" y="57"/>
                    <a:pt x="838" y="56"/>
                  </a:cubicBezTo>
                  <a:cubicBezTo>
                    <a:pt x="839" y="55"/>
                    <a:pt x="840" y="56"/>
                    <a:pt x="841" y="55"/>
                  </a:cubicBezTo>
                  <a:cubicBezTo>
                    <a:pt x="842" y="55"/>
                    <a:pt x="842" y="55"/>
                    <a:pt x="841" y="55"/>
                  </a:cubicBezTo>
                  <a:cubicBezTo>
                    <a:pt x="841" y="54"/>
                    <a:pt x="841" y="54"/>
                    <a:pt x="841" y="54"/>
                  </a:cubicBezTo>
                  <a:cubicBezTo>
                    <a:pt x="841" y="54"/>
                    <a:pt x="840" y="53"/>
                    <a:pt x="841" y="53"/>
                  </a:cubicBezTo>
                  <a:cubicBezTo>
                    <a:pt x="840" y="53"/>
                    <a:pt x="839" y="53"/>
                    <a:pt x="839" y="53"/>
                  </a:cubicBezTo>
                  <a:cubicBezTo>
                    <a:pt x="839" y="53"/>
                    <a:pt x="838" y="54"/>
                    <a:pt x="838" y="53"/>
                  </a:cubicBezTo>
                  <a:cubicBezTo>
                    <a:pt x="838" y="53"/>
                    <a:pt x="837" y="53"/>
                    <a:pt x="837" y="53"/>
                  </a:cubicBezTo>
                  <a:cubicBezTo>
                    <a:pt x="836" y="53"/>
                    <a:pt x="836" y="53"/>
                    <a:pt x="835" y="53"/>
                  </a:cubicBezTo>
                  <a:cubicBezTo>
                    <a:pt x="835" y="53"/>
                    <a:pt x="835" y="52"/>
                    <a:pt x="834" y="52"/>
                  </a:cubicBezTo>
                  <a:cubicBezTo>
                    <a:pt x="834" y="52"/>
                    <a:pt x="833" y="52"/>
                    <a:pt x="832" y="52"/>
                  </a:cubicBezTo>
                  <a:cubicBezTo>
                    <a:pt x="831" y="52"/>
                    <a:pt x="830" y="52"/>
                    <a:pt x="829" y="52"/>
                  </a:cubicBezTo>
                  <a:cubicBezTo>
                    <a:pt x="827" y="52"/>
                    <a:pt x="825" y="53"/>
                    <a:pt x="824" y="52"/>
                  </a:cubicBezTo>
                  <a:cubicBezTo>
                    <a:pt x="823" y="52"/>
                    <a:pt x="823" y="52"/>
                    <a:pt x="823" y="52"/>
                  </a:cubicBezTo>
                  <a:cubicBezTo>
                    <a:pt x="822" y="52"/>
                    <a:pt x="822" y="51"/>
                    <a:pt x="822" y="51"/>
                  </a:cubicBezTo>
                  <a:cubicBezTo>
                    <a:pt x="821" y="50"/>
                    <a:pt x="819" y="51"/>
                    <a:pt x="818" y="51"/>
                  </a:cubicBezTo>
                  <a:cubicBezTo>
                    <a:pt x="817" y="51"/>
                    <a:pt x="815" y="50"/>
                    <a:pt x="814" y="51"/>
                  </a:cubicBezTo>
                  <a:cubicBezTo>
                    <a:pt x="814" y="51"/>
                    <a:pt x="814" y="51"/>
                    <a:pt x="814" y="51"/>
                  </a:cubicBezTo>
                  <a:cubicBezTo>
                    <a:pt x="814" y="51"/>
                    <a:pt x="813" y="51"/>
                    <a:pt x="813" y="51"/>
                  </a:cubicBezTo>
                  <a:cubicBezTo>
                    <a:pt x="813" y="51"/>
                    <a:pt x="814" y="51"/>
                    <a:pt x="814" y="51"/>
                  </a:cubicBezTo>
                  <a:cubicBezTo>
                    <a:pt x="813" y="51"/>
                    <a:pt x="812" y="51"/>
                    <a:pt x="810" y="51"/>
                  </a:cubicBezTo>
                  <a:cubicBezTo>
                    <a:pt x="810" y="51"/>
                    <a:pt x="808" y="50"/>
                    <a:pt x="809" y="50"/>
                  </a:cubicBezTo>
                  <a:cubicBezTo>
                    <a:pt x="808" y="50"/>
                    <a:pt x="806" y="49"/>
                    <a:pt x="806" y="49"/>
                  </a:cubicBezTo>
                  <a:close/>
                  <a:moveTo>
                    <a:pt x="249" y="44"/>
                  </a:moveTo>
                  <a:cubicBezTo>
                    <a:pt x="249" y="45"/>
                    <a:pt x="250" y="44"/>
                    <a:pt x="250" y="45"/>
                  </a:cubicBezTo>
                  <a:cubicBezTo>
                    <a:pt x="251" y="45"/>
                    <a:pt x="250" y="45"/>
                    <a:pt x="250" y="45"/>
                  </a:cubicBezTo>
                  <a:cubicBezTo>
                    <a:pt x="249" y="45"/>
                    <a:pt x="249" y="45"/>
                    <a:pt x="249" y="45"/>
                  </a:cubicBezTo>
                  <a:cubicBezTo>
                    <a:pt x="248" y="45"/>
                    <a:pt x="248" y="45"/>
                    <a:pt x="248" y="46"/>
                  </a:cubicBezTo>
                  <a:cubicBezTo>
                    <a:pt x="248" y="46"/>
                    <a:pt x="247" y="46"/>
                    <a:pt x="246" y="46"/>
                  </a:cubicBezTo>
                  <a:cubicBezTo>
                    <a:pt x="247" y="45"/>
                    <a:pt x="247" y="45"/>
                    <a:pt x="248" y="45"/>
                  </a:cubicBezTo>
                  <a:cubicBezTo>
                    <a:pt x="247" y="44"/>
                    <a:pt x="244" y="45"/>
                    <a:pt x="243" y="45"/>
                  </a:cubicBezTo>
                  <a:cubicBezTo>
                    <a:pt x="244" y="46"/>
                    <a:pt x="245" y="45"/>
                    <a:pt x="246" y="46"/>
                  </a:cubicBezTo>
                  <a:cubicBezTo>
                    <a:pt x="245" y="46"/>
                    <a:pt x="244" y="46"/>
                    <a:pt x="243" y="46"/>
                  </a:cubicBezTo>
                  <a:cubicBezTo>
                    <a:pt x="242" y="46"/>
                    <a:pt x="242" y="46"/>
                    <a:pt x="241" y="46"/>
                  </a:cubicBezTo>
                  <a:cubicBezTo>
                    <a:pt x="240" y="46"/>
                    <a:pt x="239" y="47"/>
                    <a:pt x="238" y="47"/>
                  </a:cubicBezTo>
                  <a:cubicBezTo>
                    <a:pt x="237" y="47"/>
                    <a:pt x="237" y="47"/>
                    <a:pt x="236" y="47"/>
                  </a:cubicBezTo>
                  <a:cubicBezTo>
                    <a:pt x="236" y="47"/>
                    <a:pt x="236" y="48"/>
                    <a:pt x="236" y="48"/>
                  </a:cubicBezTo>
                  <a:cubicBezTo>
                    <a:pt x="236" y="48"/>
                    <a:pt x="235" y="48"/>
                    <a:pt x="235" y="48"/>
                  </a:cubicBezTo>
                  <a:cubicBezTo>
                    <a:pt x="235" y="48"/>
                    <a:pt x="235" y="48"/>
                    <a:pt x="236" y="48"/>
                  </a:cubicBezTo>
                  <a:cubicBezTo>
                    <a:pt x="235" y="48"/>
                    <a:pt x="234" y="48"/>
                    <a:pt x="233" y="48"/>
                  </a:cubicBezTo>
                  <a:cubicBezTo>
                    <a:pt x="233" y="48"/>
                    <a:pt x="231" y="48"/>
                    <a:pt x="232" y="49"/>
                  </a:cubicBezTo>
                  <a:cubicBezTo>
                    <a:pt x="232" y="49"/>
                    <a:pt x="233" y="49"/>
                    <a:pt x="233" y="49"/>
                  </a:cubicBezTo>
                  <a:cubicBezTo>
                    <a:pt x="233" y="49"/>
                    <a:pt x="234" y="49"/>
                    <a:pt x="233" y="49"/>
                  </a:cubicBezTo>
                  <a:cubicBezTo>
                    <a:pt x="232" y="49"/>
                    <a:pt x="231" y="49"/>
                    <a:pt x="230" y="50"/>
                  </a:cubicBezTo>
                  <a:cubicBezTo>
                    <a:pt x="230" y="50"/>
                    <a:pt x="232" y="51"/>
                    <a:pt x="232" y="51"/>
                  </a:cubicBezTo>
                  <a:cubicBezTo>
                    <a:pt x="230" y="52"/>
                    <a:pt x="228" y="50"/>
                    <a:pt x="226" y="51"/>
                  </a:cubicBezTo>
                  <a:cubicBezTo>
                    <a:pt x="226" y="51"/>
                    <a:pt x="225" y="52"/>
                    <a:pt x="226" y="52"/>
                  </a:cubicBezTo>
                  <a:cubicBezTo>
                    <a:pt x="226" y="52"/>
                    <a:pt x="226" y="52"/>
                    <a:pt x="227" y="52"/>
                  </a:cubicBezTo>
                  <a:cubicBezTo>
                    <a:pt x="227" y="52"/>
                    <a:pt x="227" y="52"/>
                    <a:pt x="226" y="53"/>
                  </a:cubicBezTo>
                  <a:cubicBezTo>
                    <a:pt x="226" y="53"/>
                    <a:pt x="226" y="53"/>
                    <a:pt x="225" y="54"/>
                  </a:cubicBezTo>
                  <a:cubicBezTo>
                    <a:pt x="225" y="54"/>
                    <a:pt x="224" y="53"/>
                    <a:pt x="224" y="53"/>
                  </a:cubicBezTo>
                  <a:cubicBezTo>
                    <a:pt x="224" y="53"/>
                    <a:pt x="222" y="53"/>
                    <a:pt x="223" y="53"/>
                  </a:cubicBezTo>
                  <a:cubicBezTo>
                    <a:pt x="222" y="53"/>
                    <a:pt x="220" y="52"/>
                    <a:pt x="220" y="53"/>
                  </a:cubicBezTo>
                  <a:cubicBezTo>
                    <a:pt x="220" y="54"/>
                    <a:pt x="222" y="53"/>
                    <a:pt x="221" y="54"/>
                  </a:cubicBezTo>
                  <a:cubicBezTo>
                    <a:pt x="221" y="55"/>
                    <a:pt x="222" y="54"/>
                    <a:pt x="223" y="54"/>
                  </a:cubicBezTo>
                  <a:cubicBezTo>
                    <a:pt x="223" y="54"/>
                    <a:pt x="225" y="54"/>
                    <a:pt x="225" y="54"/>
                  </a:cubicBezTo>
                  <a:cubicBezTo>
                    <a:pt x="225" y="54"/>
                    <a:pt x="225" y="54"/>
                    <a:pt x="224" y="55"/>
                  </a:cubicBezTo>
                  <a:cubicBezTo>
                    <a:pt x="225" y="55"/>
                    <a:pt x="224" y="55"/>
                    <a:pt x="225" y="55"/>
                  </a:cubicBezTo>
                  <a:cubicBezTo>
                    <a:pt x="225" y="55"/>
                    <a:pt x="225" y="55"/>
                    <a:pt x="225" y="55"/>
                  </a:cubicBezTo>
                  <a:cubicBezTo>
                    <a:pt x="226" y="55"/>
                    <a:pt x="226" y="54"/>
                    <a:pt x="227" y="55"/>
                  </a:cubicBezTo>
                  <a:cubicBezTo>
                    <a:pt x="226" y="55"/>
                    <a:pt x="224" y="55"/>
                    <a:pt x="223" y="55"/>
                  </a:cubicBezTo>
                  <a:cubicBezTo>
                    <a:pt x="223" y="55"/>
                    <a:pt x="221" y="56"/>
                    <a:pt x="222" y="56"/>
                  </a:cubicBezTo>
                  <a:cubicBezTo>
                    <a:pt x="223" y="57"/>
                    <a:pt x="225" y="56"/>
                    <a:pt x="226" y="56"/>
                  </a:cubicBezTo>
                  <a:cubicBezTo>
                    <a:pt x="226" y="56"/>
                    <a:pt x="226" y="56"/>
                    <a:pt x="226" y="56"/>
                  </a:cubicBezTo>
                  <a:cubicBezTo>
                    <a:pt x="226" y="57"/>
                    <a:pt x="227" y="57"/>
                    <a:pt x="228" y="57"/>
                  </a:cubicBezTo>
                  <a:cubicBezTo>
                    <a:pt x="228" y="57"/>
                    <a:pt x="229" y="57"/>
                    <a:pt x="230" y="57"/>
                  </a:cubicBezTo>
                  <a:cubicBezTo>
                    <a:pt x="228" y="57"/>
                    <a:pt x="226" y="57"/>
                    <a:pt x="224" y="57"/>
                  </a:cubicBezTo>
                  <a:cubicBezTo>
                    <a:pt x="223" y="57"/>
                    <a:pt x="222" y="57"/>
                    <a:pt x="221" y="57"/>
                  </a:cubicBezTo>
                  <a:cubicBezTo>
                    <a:pt x="221" y="57"/>
                    <a:pt x="221" y="57"/>
                    <a:pt x="221" y="58"/>
                  </a:cubicBezTo>
                  <a:cubicBezTo>
                    <a:pt x="221" y="58"/>
                    <a:pt x="221" y="58"/>
                    <a:pt x="221" y="58"/>
                  </a:cubicBezTo>
                  <a:cubicBezTo>
                    <a:pt x="221" y="58"/>
                    <a:pt x="222" y="58"/>
                    <a:pt x="222" y="58"/>
                  </a:cubicBezTo>
                  <a:cubicBezTo>
                    <a:pt x="223" y="58"/>
                    <a:pt x="223" y="58"/>
                    <a:pt x="224" y="58"/>
                  </a:cubicBezTo>
                  <a:cubicBezTo>
                    <a:pt x="224" y="58"/>
                    <a:pt x="225" y="58"/>
                    <a:pt x="224" y="59"/>
                  </a:cubicBezTo>
                  <a:cubicBezTo>
                    <a:pt x="225" y="59"/>
                    <a:pt x="226" y="58"/>
                    <a:pt x="226" y="59"/>
                  </a:cubicBezTo>
                  <a:cubicBezTo>
                    <a:pt x="225" y="59"/>
                    <a:pt x="224" y="59"/>
                    <a:pt x="223" y="59"/>
                  </a:cubicBezTo>
                  <a:cubicBezTo>
                    <a:pt x="222" y="59"/>
                    <a:pt x="221" y="59"/>
                    <a:pt x="220" y="60"/>
                  </a:cubicBezTo>
                  <a:cubicBezTo>
                    <a:pt x="221" y="60"/>
                    <a:pt x="222" y="60"/>
                    <a:pt x="222" y="60"/>
                  </a:cubicBezTo>
                  <a:cubicBezTo>
                    <a:pt x="223" y="60"/>
                    <a:pt x="223" y="60"/>
                    <a:pt x="223" y="60"/>
                  </a:cubicBezTo>
                  <a:cubicBezTo>
                    <a:pt x="223" y="61"/>
                    <a:pt x="223" y="60"/>
                    <a:pt x="223" y="60"/>
                  </a:cubicBezTo>
                  <a:cubicBezTo>
                    <a:pt x="222" y="60"/>
                    <a:pt x="222" y="60"/>
                    <a:pt x="221" y="60"/>
                  </a:cubicBezTo>
                  <a:cubicBezTo>
                    <a:pt x="221" y="60"/>
                    <a:pt x="220" y="61"/>
                    <a:pt x="220" y="60"/>
                  </a:cubicBezTo>
                  <a:cubicBezTo>
                    <a:pt x="220" y="60"/>
                    <a:pt x="220" y="61"/>
                    <a:pt x="219" y="61"/>
                  </a:cubicBezTo>
                  <a:cubicBezTo>
                    <a:pt x="220" y="61"/>
                    <a:pt x="221" y="61"/>
                    <a:pt x="221" y="61"/>
                  </a:cubicBezTo>
                  <a:cubicBezTo>
                    <a:pt x="222" y="61"/>
                    <a:pt x="222" y="61"/>
                    <a:pt x="223" y="61"/>
                  </a:cubicBezTo>
                  <a:cubicBezTo>
                    <a:pt x="223" y="61"/>
                    <a:pt x="223" y="62"/>
                    <a:pt x="224" y="62"/>
                  </a:cubicBezTo>
                  <a:cubicBezTo>
                    <a:pt x="224" y="62"/>
                    <a:pt x="225" y="62"/>
                    <a:pt x="225" y="62"/>
                  </a:cubicBezTo>
                  <a:cubicBezTo>
                    <a:pt x="223" y="63"/>
                    <a:pt x="221" y="61"/>
                    <a:pt x="219" y="62"/>
                  </a:cubicBezTo>
                  <a:cubicBezTo>
                    <a:pt x="219" y="62"/>
                    <a:pt x="217" y="63"/>
                    <a:pt x="217" y="63"/>
                  </a:cubicBezTo>
                  <a:cubicBezTo>
                    <a:pt x="218" y="63"/>
                    <a:pt x="218" y="63"/>
                    <a:pt x="219" y="63"/>
                  </a:cubicBezTo>
                  <a:cubicBezTo>
                    <a:pt x="217" y="63"/>
                    <a:pt x="216" y="64"/>
                    <a:pt x="215" y="64"/>
                  </a:cubicBezTo>
                  <a:cubicBezTo>
                    <a:pt x="214" y="65"/>
                    <a:pt x="213" y="65"/>
                    <a:pt x="212" y="65"/>
                  </a:cubicBezTo>
                  <a:cubicBezTo>
                    <a:pt x="212" y="65"/>
                    <a:pt x="212" y="65"/>
                    <a:pt x="212" y="65"/>
                  </a:cubicBezTo>
                  <a:cubicBezTo>
                    <a:pt x="211" y="65"/>
                    <a:pt x="212" y="65"/>
                    <a:pt x="212" y="65"/>
                  </a:cubicBezTo>
                  <a:cubicBezTo>
                    <a:pt x="213" y="66"/>
                    <a:pt x="213" y="66"/>
                    <a:pt x="214" y="66"/>
                  </a:cubicBezTo>
                  <a:cubicBezTo>
                    <a:pt x="215" y="66"/>
                    <a:pt x="216" y="66"/>
                    <a:pt x="217" y="66"/>
                  </a:cubicBezTo>
                  <a:cubicBezTo>
                    <a:pt x="217" y="66"/>
                    <a:pt x="218" y="66"/>
                    <a:pt x="218" y="66"/>
                  </a:cubicBezTo>
                  <a:cubicBezTo>
                    <a:pt x="218" y="65"/>
                    <a:pt x="220" y="65"/>
                    <a:pt x="220" y="65"/>
                  </a:cubicBezTo>
                  <a:cubicBezTo>
                    <a:pt x="220" y="65"/>
                    <a:pt x="220" y="66"/>
                    <a:pt x="220" y="66"/>
                  </a:cubicBezTo>
                  <a:cubicBezTo>
                    <a:pt x="220" y="66"/>
                    <a:pt x="221" y="65"/>
                    <a:pt x="221" y="65"/>
                  </a:cubicBezTo>
                  <a:cubicBezTo>
                    <a:pt x="222" y="65"/>
                    <a:pt x="223" y="65"/>
                    <a:pt x="223" y="65"/>
                  </a:cubicBezTo>
                  <a:cubicBezTo>
                    <a:pt x="222" y="66"/>
                    <a:pt x="221" y="66"/>
                    <a:pt x="220" y="66"/>
                  </a:cubicBezTo>
                  <a:cubicBezTo>
                    <a:pt x="219" y="66"/>
                    <a:pt x="218" y="67"/>
                    <a:pt x="217" y="67"/>
                  </a:cubicBezTo>
                  <a:cubicBezTo>
                    <a:pt x="217" y="68"/>
                    <a:pt x="217" y="68"/>
                    <a:pt x="218" y="68"/>
                  </a:cubicBezTo>
                  <a:cubicBezTo>
                    <a:pt x="218" y="68"/>
                    <a:pt x="216" y="68"/>
                    <a:pt x="216" y="68"/>
                  </a:cubicBezTo>
                  <a:cubicBezTo>
                    <a:pt x="216" y="69"/>
                    <a:pt x="217" y="69"/>
                    <a:pt x="217" y="69"/>
                  </a:cubicBezTo>
                  <a:cubicBezTo>
                    <a:pt x="218" y="69"/>
                    <a:pt x="219" y="68"/>
                    <a:pt x="219" y="68"/>
                  </a:cubicBezTo>
                  <a:cubicBezTo>
                    <a:pt x="221" y="68"/>
                    <a:pt x="223" y="68"/>
                    <a:pt x="225" y="69"/>
                  </a:cubicBezTo>
                  <a:cubicBezTo>
                    <a:pt x="226" y="69"/>
                    <a:pt x="227" y="69"/>
                    <a:pt x="227" y="69"/>
                  </a:cubicBezTo>
                  <a:cubicBezTo>
                    <a:pt x="228" y="69"/>
                    <a:pt x="228" y="69"/>
                    <a:pt x="229" y="69"/>
                  </a:cubicBezTo>
                  <a:cubicBezTo>
                    <a:pt x="229" y="69"/>
                    <a:pt x="229" y="69"/>
                    <a:pt x="229" y="68"/>
                  </a:cubicBezTo>
                  <a:cubicBezTo>
                    <a:pt x="229" y="68"/>
                    <a:pt x="228" y="68"/>
                    <a:pt x="228" y="68"/>
                  </a:cubicBezTo>
                  <a:cubicBezTo>
                    <a:pt x="229" y="68"/>
                    <a:pt x="229" y="69"/>
                    <a:pt x="231" y="69"/>
                  </a:cubicBezTo>
                  <a:cubicBezTo>
                    <a:pt x="231" y="69"/>
                    <a:pt x="232" y="69"/>
                    <a:pt x="233" y="69"/>
                  </a:cubicBezTo>
                  <a:cubicBezTo>
                    <a:pt x="233" y="69"/>
                    <a:pt x="234" y="70"/>
                    <a:pt x="235" y="69"/>
                  </a:cubicBezTo>
                  <a:cubicBezTo>
                    <a:pt x="234" y="69"/>
                    <a:pt x="234" y="69"/>
                    <a:pt x="234" y="69"/>
                  </a:cubicBezTo>
                  <a:cubicBezTo>
                    <a:pt x="235" y="69"/>
                    <a:pt x="234" y="69"/>
                    <a:pt x="234" y="69"/>
                  </a:cubicBezTo>
                  <a:cubicBezTo>
                    <a:pt x="234" y="69"/>
                    <a:pt x="235" y="69"/>
                    <a:pt x="236" y="69"/>
                  </a:cubicBezTo>
                  <a:cubicBezTo>
                    <a:pt x="236" y="69"/>
                    <a:pt x="237" y="68"/>
                    <a:pt x="237" y="68"/>
                  </a:cubicBezTo>
                  <a:cubicBezTo>
                    <a:pt x="237" y="67"/>
                    <a:pt x="234" y="67"/>
                    <a:pt x="233" y="66"/>
                  </a:cubicBezTo>
                  <a:cubicBezTo>
                    <a:pt x="233" y="66"/>
                    <a:pt x="234" y="66"/>
                    <a:pt x="234" y="66"/>
                  </a:cubicBezTo>
                  <a:cubicBezTo>
                    <a:pt x="234" y="66"/>
                    <a:pt x="233" y="66"/>
                    <a:pt x="233" y="66"/>
                  </a:cubicBezTo>
                  <a:cubicBezTo>
                    <a:pt x="233" y="66"/>
                    <a:pt x="235" y="66"/>
                    <a:pt x="235" y="66"/>
                  </a:cubicBezTo>
                  <a:cubicBezTo>
                    <a:pt x="236" y="67"/>
                    <a:pt x="236" y="67"/>
                    <a:pt x="237" y="67"/>
                  </a:cubicBezTo>
                  <a:cubicBezTo>
                    <a:pt x="237" y="66"/>
                    <a:pt x="238" y="67"/>
                    <a:pt x="239" y="66"/>
                  </a:cubicBezTo>
                  <a:cubicBezTo>
                    <a:pt x="239" y="65"/>
                    <a:pt x="236" y="64"/>
                    <a:pt x="236" y="64"/>
                  </a:cubicBezTo>
                  <a:cubicBezTo>
                    <a:pt x="234" y="64"/>
                    <a:pt x="232" y="65"/>
                    <a:pt x="231" y="64"/>
                  </a:cubicBezTo>
                  <a:cubicBezTo>
                    <a:pt x="232" y="64"/>
                    <a:pt x="233" y="64"/>
                    <a:pt x="234" y="64"/>
                  </a:cubicBezTo>
                  <a:cubicBezTo>
                    <a:pt x="235" y="64"/>
                    <a:pt x="236" y="64"/>
                    <a:pt x="237" y="65"/>
                  </a:cubicBezTo>
                  <a:cubicBezTo>
                    <a:pt x="238" y="65"/>
                    <a:pt x="239" y="66"/>
                    <a:pt x="240" y="65"/>
                  </a:cubicBezTo>
                  <a:cubicBezTo>
                    <a:pt x="241" y="64"/>
                    <a:pt x="239" y="64"/>
                    <a:pt x="239" y="64"/>
                  </a:cubicBezTo>
                  <a:cubicBezTo>
                    <a:pt x="239" y="64"/>
                    <a:pt x="239" y="64"/>
                    <a:pt x="239" y="64"/>
                  </a:cubicBezTo>
                  <a:cubicBezTo>
                    <a:pt x="239" y="63"/>
                    <a:pt x="238" y="63"/>
                    <a:pt x="237" y="63"/>
                  </a:cubicBezTo>
                  <a:cubicBezTo>
                    <a:pt x="236" y="62"/>
                    <a:pt x="235" y="62"/>
                    <a:pt x="235" y="62"/>
                  </a:cubicBezTo>
                  <a:cubicBezTo>
                    <a:pt x="235" y="62"/>
                    <a:pt x="236" y="62"/>
                    <a:pt x="236" y="62"/>
                  </a:cubicBezTo>
                  <a:cubicBezTo>
                    <a:pt x="236" y="62"/>
                    <a:pt x="235" y="61"/>
                    <a:pt x="235" y="61"/>
                  </a:cubicBezTo>
                  <a:cubicBezTo>
                    <a:pt x="236" y="61"/>
                    <a:pt x="236" y="62"/>
                    <a:pt x="237" y="62"/>
                  </a:cubicBezTo>
                  <a:cubicBezTo>
                    <a:pt x="238" y="62"/>
                    <a:pt x="238" y="63"/>
                    <a:pt x="239" y="63"/>
                  </a:cubicBezTo>
                  <a:cubicBezTo>
                    <a:pt x="239" y="63"/>
                    <a:pt x="240" y="63"/>
                    <a:pt x="241" y="63"/>
                  </a:cubicBezTo>
                  <a:cubicBezTo>
                    <a:pt x="241" y="63"/>
                    <a:pt x="240" y="62"/>
                    <a:pt x="240" y="62"/>
                  </a:cubicBezTo>
                  <a:cubicBezTo>
                    <a:pt x="240" y="62"/>
                    <a:pt x="240" y="62"/>
                    <a:pt x="240" y="62"/>
                  </a:cubicBezTo>
                  <a:cubicBezTo>
                    <a:pt x="241" y="62"/>
                    <a:pt x="241" y="62"/>
                    <a:pt x="241" y="62"/>
                  </a:cubicBezTo>
                  <a:cubicBezTo>
                    <a:pt x="241" y="62"/>
                    <a:pt x="242" y="62"/>
                    <a:pt x="242" y="62"/>
                  </a:cubicBezTo>
                  <a:cubicBezTo>
                    <a:pt x="242" y="62"/>
                    <a:pt x="241" y="62"/>
                    <a:pt x="241" y="61"/>
                  </a:cubicBezTo>
                  <a:cubicBezTo>
                    <a:pt x="240" y="61"/>
                    <a:pt x="243" y="61"/>
                    <a:pt x="243" y="61"/>
                  </a:cubicBezTo>
                  <a:cubicBezTo>
                    <a:pt x="242" y="61"/>
                    <a:pt x="242" y="61"/>
                    <a:pt x="242" y="61"/>
                  </a:cubicBezTo>
                  <a:cubicBezTo>
                    <a:pt x="242" y="61"/>
                    <a:pt x="243" y="61"/>
                    <a:pt x="243" y="61"/>
                  </a:cubicBezTo>
                  <a:cubicBezTo>
                    <a:pt x="243" y="61"/>
                    <a:pt x="243" y="61"/>
                    <a:pt x="242" y="61"/>
                  </a:cubicBezTo>
                  <a:cubicBezTo>
                    <a:pt x="243" y="61"/>
                    <a:pt x="243" y="61"/>
                    <a:pt x="243" y="61"/>
                  </a:cubicBezTo>
                  <a:cubicBezTo>
                    <a:pt x="243" y="61"/>
                    <a:pt x="243" y="60"/>
                    <a:pt x="243" y="60"/>
                  </a:cubicBezTo>
                  <a:cubicBezTo>
                    <a:pt x="242" y="60"/>
                    <a:pt x="242" y="60"/>
                    <a:pt x="242" y="60"/>
                  </a:cubicBezTo>
                  <a:cubicBezTo>
                    <a:pt x="242" y="59"/>
                    <a:pt x="242" y="59"/>
                    <a:pt x="242" y="59"/>
                  </a:cubicBezTo>
                  <a:cubicBezTo>
                    <a:pt x="241" y="59"/>
                    <a:pt x="241" y="59"/>
                    <a:pt x="241" y="59"/>
                  </a:cubicBezTo>
                  <a:cubicBezTo>
                    <a:pt x="240" y="59"/>
                    <a:pt x="239" y="59"/>
                    <a:pt x="238" y="58"/>
                  </a:cubicBezTo>
                  <a:cubicBezTo>
                    <a:pt x="239" y="58"/>
                    <a:pt x="241" y="58"/>
                    <a:pt x="241" y="58"/>
                  </a:cubicBezTo>
                  <a:cubicBezTo>
                    <a:pt x="243" y="59"/>
                    <a:pt x="244" y="59"/>
                    <a:pt x="245" y="59"/>
                  </a:cubicBezTo>
                  <a:cubicBezTo>
                    <a:pt x="245" y="59"/>
                    <a:pt x="245" y="59"/>
                    <a:pt x="245" y="58"/>
                  </a:cubicBezTo>
                  <a:cubicBezTo>
                    <a:pt x="245" y="58"/>
                    <a:pt x="245" y="58"/>
                    <a:pt x="245" y="58"/>
                  </a:cubicBezTo>
                  <a:cubicBezTo>
                    <a:pt x="245" y="57"/>
                    <a:pt x="244" y="57"/>
                    <a:pt x="244" y="57"/>
                  </a:cubicBezTo>
                  <a:cubicBezTo>
                    <a:pt x="244" y="57"/>
                    <a:pt x="245" y="57"/>
                    <a:pt x="245" y="57"/>
                  </a:cubicBezTo>
                  <a:cubicBezTo>
                    <a:pt x="245" y="57"/>
                    <a:pt x="244" y="57"/>
                    <a:pt x="244" y="57"/>
                  </a:cubicBezTo>
                  <a:cubicBezTo>
                    <a:pt x="245" y="56"/>
                    <a:pt x="247" y="58"/>
                    <a:pt x="249" y="58"/>
                  </a:cubicBezTo>
                  <a:cubicBezTo>
                    <a:pt x="249" y="58"/>
                    <a:pt x="249" y="57"/>
                    <a:pt x="248" y="57"/>
                  </a:cubicBezTo>
                  <a:cubicBezTo>
                    <a:pt x="248" y="56"/>
                    <a:pt x="247" y="56"/>
                    <a:pt x="246" y="56"/>
                  </a:cubicBezTo>
                  <a:cubicBezTo>
                    <a:pt x="248" y="56"/>
                    <a:pt x="249" y="57"/>
                    <a:pt x="250" y="57"/>
                  </a:cubicBezTo>
                  <a:cubicBezTo>
                    <a:pt x="251" y="57"/>
                    <a:pt x="252" y="56"/>
                    <a:pt x="251" y="56"/>
                  </a:cubicBezTo>
                  <a:cubicBezTo>
                    <a:pt x="251" y="56"/>
                    <a:pt x="251" y="56"/>
                    <a:pt x="250" y="56"/>
                  </a:cubicBezTo>
                  <a:cubicBezTo>
                    <a:pt x="251" y="55"/>
                    <a:pt x="252" y="56"/>
                    <a:pt x="253" y="55"/>
                  </a:cubicBezTo>
                  <a:cubicBezTo>
                    <a:pt x="253" y="55"/>
                    <a:pt x="253" y="55"/>
                    <a:pt x="253" y="55"/>
                  </a:cubicBezTo>
                  <a:cubicBezTo>
                    <a:pt x="251" y="54"/>
                    <a:pt x="249" y="55"/>
                    <a:pt x="248" y="54"/>
                  </a:cubicBezTo>
                  <a:cubicBezTo>
                    <a:pt x="248" y="54"/>
                    <a:pt x="249" y="55"/>
                    <a:pt x="249" y="54"/>
                  </a:cubicBezTo>
                  <a:cubicBezTo>
                    <a:pt x="250" y="54"/>
                    <a:pt x="250" y="54"/>
                    <a:pt x="250" y="54"/>
                  </a:cubicBezTo>
                  <a:cubicBezTo>
                    <a:pt x="251" y="54"/>
                    <a:pt x="251" y="54"/>
                    <a:pt x="251" y="54"/>
                  </a:cubicBezTo>
                  <a:cubicBezTo>
                    <a:pt x="251" y="53"/>
                    <a:pt x="251" y="53"/>
                    <a:pt x="251" y="53"/>
                  </a:cubicBezTo>
                  <a:cubicBezTo>
                    <a:pt x="252" y="53"/>
                    <a:pt x="251" y="54"/>
                    <a:pt x="252" y="54"/>
                  </a:cubicBezTo>
                  <a:cubicBezTo>
                    <a:pt x="252" y="54"/>
                    <a:pt x="254" y="54"/>
                    <a:pt x="253" y="53"/>
                  </a:cubicBezTo>
                  <a:cubicBezTo>
                    <a:pt x="253" y="53"/>
                    <a:pt x="256" y="52"/>
                    <a:pt x="255" y="52"/>
                  </a:cubicBezTo>
                  <a:cubicBezTo>
                    <a:pt x="256" y="51"/>
                    <a:pt x="256" y="52"/>
                    <a:pt x="256" y="52"/>
                  </a:cubicBezTo>
                  <a:cubicBezTo>
                    <a:pt x="257" y="53"/>
                    <a:pt x="258" y="52"/>
                    <a:pt x="258" y="51"/>
                  </a:cubicBezTo>
                  <a:cubicBezTo>
                    <a:pt x="258" y="51"/>
                    <a:pt x="258" y="51"/>
                    <a:pt x="258" y="51"/>
                  </a:cubicBezTo>
                  <a:cubicBezTo>
                    <a:pt x="258" y="51"/>
                    <a:pt x="258" y="51"/>
                    <a:pt x="259" y="51"/>
                  </a:cubicBezTo>
                  <a:cubicBezTo>
                    <a:pt x="259" y="51"/>
                    <a:pt x="260" y="50"/>
                    <a:pt x="260" y="51"/>
                  </a:cubicBezTo>
                  <a:cubicBezTo>
                    <a:pt x="261" y="51"/>
                    <a:pt x="262" y="50"/>
                    <a:pt x="262" y="50"/>
                  </a:cubicBezTo>
                  <a:cubicBezTo>
                    <a:pt x="263" y="50"/>
                    <a:pt x="263" y="50"/>
                    <a:pt x="264" y="50"/>
                  </a:cubicBezTo>
                  <a:cubicBezTo>
                    <a:pt x="264" y="50"/>
                    <a:pt x="265" y="49"/>
                    <a:pt x="265" y="49"/>
                  </a:cubicBezTo>
                  <a:cubicBezTo>
                    <a:pt x="266" y="49"/>
                    <a:pt x="267" y="49"/>
                    <a:pt x="267" y="49"/>
                  </a:cubicBezTo>
                  <a:cubicBezTo>
                    <a:pt x="268" y="49"/>
                    <a:pt x="269" y="48"/>
                    <a:pt x="268" y="48"/>
                  </a:cubicBezTo>
                  <a:cubicBezTo>
                    <a:pt x="268" y="48"/>
                    <a:pt x="269" y="48"/>
                    <a:pt x="269" y="49"/>
                  </a:cubicBezTo>
                  <a:cubicBezTo>
                    <a:pt x="269" y="49"/>
                    <a:pt x="270" y="49"/>
                    <a:pt x="270" y="49"/>
                  </a:cubicBezTo>
                  <a:cubicBezTo>
                    <a:pt x="271" y="48"/>
                    <a:pt x="273" y="48"/>
                    <a:pt x="274" y="48"/>
                  </a:cubicBezTo>
                  <a:cubicBezTo>
                    <a:pt x="275" y="48"/>
                    <a:pt x="276" y="48"/>
                    <a:pt x="278" y="47"/>
                  </a:cubicBezTo>
                  <a:cubicBezTo>
                    <a:pt x="279" y="47"/>
                    <a:pt x="280" y="47"/>
                    <a:pt x="281" y="46"/>
                  </a:cubicBezTo>
                  <a:cubicBezTo>
                    <a:pt x="282" y="46"/>
                    <a:pt x="283" y="46"/>
                    <a:pt x="284" y="46"/>
                  </a:cubicBezTo>
                  <a:cubicBezTo>
                    <a:pt x="285" y="46"/>
                    <a:pt x="287" y="45"/>
                    <a:pt x="288" y="45"/>
                  </a:cubicBezTo>
                  <a:cubicBezTo>
                    <a:pt x="290" y="45"/>
                    <a:pt x="291" y="44"/>
                    <a:pt x="292" y="44"/>
                  </a:cubicBezTo>
                  <a:cubicBezTo>
                    <a:pt x="293" y="44"/>
                    <a:pt x="294" y="44"/>
                    <a:pt x="295" y="43"/>
                  </a:cubicBezTo>
                  <a:cubicBezTo>
                    <a:pt x="295" y="43"/>
                    <a:pt x="294" y="43"/>
                    <a:pt x="294" y="43"/>
                  </a:cubicBezTo>
                  <a:cubicBezTo>
                    <a:pt x="295" y="43"/>
                    <a:pt x="295" y="43"/>
                    <a:pt x="295" y="43"/>
                  </a:cubicBezTo>
                  <a:cubicBezTo>
                    <a:pt x="295" y="42"/>
                    <a:pt x="295" y="42"/>
                    <a:pt x="296" y="42"/>
                  </a:cubicBezTo>
                  <a:cubicBezTo>
                    <a:pt x="296" y="42"/>
                    <a:pt x="296" y="42"/>
                    <a:pt x="297" y="41"/>
                  </a:cubicBezTo>
                  <a:cubicBezTo>
                    <a:pt x="297" y="41"/>
                    <a:pt x="297" y="41"/>
                    <a:pt x="298" y="41"/>
                  </a:cubicBezTo>
                  <a:cubicBezTo>
                    <a:pt x="297" y="41"/>
                    <a:pt x="297" y="41"/>
                    <a:pt x="297" y="41"/>
                  </a:cubicBezTo>
                  <a:cubicBezTo>
                    <a:pt x="297" y="40"/>
                    <a:pt x="297" y="40"/>
                    <a:pt x="297" y="40"/>
                  </a:cubicBezTo>
                  <a:cubicBezTo>
                    <a:pt x="297" y="40"/>
                    <a:pt x="295" y="39"/>
                    <a:pt x="295" y="39"/>
                  </a:cubicBezTo>
                  <a:cubicBezTo>
                    <a:pt x="295" y="38"/>
                    <a:pt x="293" y="38"/>
                    <a:pt x="292" y="38"/>
                  </a:cubicBezTo>
                  <a:cubicBezTo>
                    <a:pt x="292" y="38"/>
                    <a:pt x="291" y="38"/>
                    <a:pt x="290" y="37"/>
                  </a:cubicBezTo>
                  <a:cubicBezTo>
                    <a:pt x="288" y="37"/>
                    <a:pt x="286" y="37"/>
                    <a:pt x="284" y="38"/>
                  </a:cubicBezTo>
                  <a:cubicBezTo>
                    <a:pt x="284" y="38"/>
                    <a:pt x="283" y="38"/>
                    <a:pt x="283" y="38"/>
                  </a:cubicBezTo>
                  <a:cubicBezTo>
                    <a:pt x="283" y="38"/>
                    <a:pt x="282" y="38"/>
                    <a:pt x="282" y="38"/>
                  </a:cubicBezTo>
                  <a:cubicBezTo>
                    <a:pt x="281" y="38"/>
                    <a:pt x="281" y="38"/>
                    <a:pt x="280" y="39"/>
                  </a:cubicBezTo>
                  <a:cubicBezTo>
                    <a:pt x="280" y="39"/>
                    <a:pt x="280" y="39"/>
                    <a:pt x="280" y="39"/>
                  </a:cubicBezTo>
                  <a:cubicBezTo>
                    <a:pt x="279" y="39"/>
                    <a:pt x="277" y="40"/>
                    <a:pt x="277" y="40"/>
                  </a:cubicBezTo>
                  <a:cubicBezTo>
                    <a:pt x="277" y="40"/>
                    <a:pt x="279" y="41"/>
                    <a:pt x="279" y="41"/>
                  </a:cubicBezTo>
                  <a:cubicBezTo>
                    <a:pt x="278" y="42"/>
                    <a:pt x="277" y="41"/>
                    <a:pt x="276" y="41"/>
                  </a:cubicBezTo>
                  <a:cubicBezTo>
                    <a:pt x="276" y="41"/>
                    <a:pt x="275" y="41"/>
                    <a:pt x="274" y="42"/>
                  </a:cubicBezTo>
                  <a:cubicBezTo>
                    <a:pt x="274" y="42"/>
                    <a:pt x="273" y="42"/>
                    <a:pt x="272" y="42"/>
                  </a:cubicBezTo>
                  <a:cubicBezTo>
                    <a:pt x="272" y="42"/>
                    <a:pt x="271" y="42"/>
                    <a:pt x="271" y="43"/>
                  </a:cubicBezTo>
                  <a:cubicBezTo>
                    <a:pt x="271" y="43"/>
                    <a:pt x="271" y="42"/>
                    <a:pt x="270" y="42"/>
                  </a:cubicBezTo>
                  <a:cubicBezTo>
                    <a:pt x="270" y="43"/>
                    <a:pt x="270" y="43"/>
                    <a:pt x="270" y="43"/>
                  </a:cubicBezTo>
                  <a:cubicBezTo>
                    <a:pt x="270" y="43"/>
                    <a:pt x="269" y="43"/>
                    <a:pt x="268" y="43"/>
                  </a:cubicBezTo>
                  <a:cubicBezTo>
                    <a:pt x="267" y="43"/>
                    <a:pt x="267" y="43"/>
                    <a:pt x="266" y="43"/>
                  </a:cubicBezTo>
                  <a:cubicBezTo>
                    <a:pt x="265" y="43"/>
                    <a:pt x="265" y="43"/>
                    <a:pt x="264" y="43"/>
                  </a:cubicBezTo>
                  <a:cubicBezTo>
                    <a:pt x="263" y="44"/>
                    <a:pt x="262" y="44"/>
                    <a:pt x="261" y="44"/>
                  </a:cubicBezTo>
                  <a:cubicBezTo>
                    <a:pt x="260" y="43"/>
                    <a:pt x="259" y="44"/>
                    <a:pt x="259" y="44"/>
                  </a:cubicBezTo>
                  <a:cubicBezTo>
                    <a:pt x="258" y="44"/>
                    <a:pt x="258" y="44"/>
                    <a:pt x="258" y="44"/>
                  </a:cubicBezTo>
                  <a:cubicBezTo>
                    <a:pt x="257" y="43"/>
                    <a:pt x="256" y="44"/>
                    <a:pt x="256" y="44"/>
                  </a:cubicBezTo>
                  <a:cubicBezTo>
                    <a:pt x="255" y="44"/>
                    <a:pt x="254" y="43"/>
                    <a:pt x="253" y="43"/>
                  </a:cubicBezTo>
                  <a:cubicBezTo>
                    <a:pt x="252" y="43"/>
                    <a:pt x="250" y="43"/>
                    <a:pt x="249" y="43"/>
                  </a:cubicBezTo>
                  <a:cubicBezTo>
                    <a:pt x="249" y="44"/>
                    <a:pt x="248" y="44"/>
                    <a:pt x="249" y="44"/>
                  </a:cubicBezTo>
                  <a:close/>
                  <a:moveTo>
                    <a:pt x="793" y="64"/>
                  </a:moveTo>
                  <a:cubicBezTo>
                    <a:pt x="792" y="64"/>
                    <a:pt x="791" y="65"/>
                    <a:pt x="792" y="66"/>
                  </a:cubicBezTo>
                  <a:cubicBezTo>
                    <a:pt x="793" y="67"/>
                    <a:pt x="792" y="68"/>
                    <a:pt x="791" y="68"/>
                  </a:cubicBezTo>
                  <a:cubicBezTo>
                    <a:pt x="790" y="68"/>
                    <a:pt x="789" y="68"/>
                    <a:pt x="789" y="68"/>
                  </a:cubicBezTo>
                  <a:cubicBezTo>
                    <a:pt x="788" y="68"/>
                    <a:pt x="788" y="68"/>
                    <a:pt x="788" y="68"/>
                  </a:cubicBezTo>
                  <a:cubicBezTo>
                    <a:pt x="789" y="69"/>
                    <a:pt x="790" y="69"/>
                    <a:pt x="791" y="68"/>
                  </a:cubicBezTo>
                  <a:cubicBezTo>
                    <a:pt x="793" y="68"/>
                    <a:pt x="794" y="68"/>
                    <a:pt x="795" y="68"/>
                  </a:cubicBezTo>
                  <a:cubicBezTo>
                    <a:pt x="797" y="68"/>
                    <a:pt x="798" y="68"/>
                    <a:pt x="800" y="69"/>
                  </a:cubicBezTo>
                  <a:cubicBezTo>
                    <a:pt x="801" y="69"/>
                    <a:pt x="803" y="69"/>
                    <a:pt x="804" y="69"/>
                  </a:cubicBezTo>
                  <a:cubicBezTo>
                    <a:pt x="807" y="69"/>
                    <a:pt x="811" y="70"/>
                    <a:pt x="814" y="70"/>
                  </a:cubicBezTo>
                  <a:cubicBezTo>
                    <a:pt x="815" y="70"/>
                    <a:pt x="815" y="70"/>
                    <a:pt x="816" y="70"/>
                  </a:cubicBezTo>
                  <a:cubicBezTo>
                    <a:pt x="815" y="69"/>
                    <a:pt x="815" y="69"/>
                    <a:pt x="814" y="69"/>
                  </a:cubicBezTo>
                  <a:cubicBezTo>
                    <a:pt x="813" y="68"/>
                    <a:pt x="813" y="68"/>
                    <a:pt x="813" y="67"/>
                  </a:cubicBezTo>
                  <a:cubicBezTo>
                    <a:pt x="811" y="67"/>
                    <a:pt x="809" y="66"/>
                    <a:pt x="807" y="66"/>
                  </a:cubicBezTo>
                  <a:cubicBezTo>
                    <a:pt x="805" y="65"/>
                    <a:pt x="803" y="65"/>
                    <a:pt x="802" y="64"/>
                  </a:cubicBezTo>
                  <a:cubicBezTo>
                    <a:pt x="800" y="64"/>
                    <a:pt x="799" y="64"/>
                    <a:pt x="797" y="64"/>
                  </a:cubicBezTo>
                  <a:cubicBezTo>
                    <a:pt x="796" y="64"/>
                    <a:pt x="794" y="64"/>
                    <a:pt x="793" y="64"/>
                  </a:cubicBezTo>
                  <a:close/>
                  <a:moveTo>
                    <a:pt x="154" y="10"/>
                  </a:moveTo>
                  <a:cubicBezTo>
                    <a:pt x="154" y="10"/>
                    <a:pt x="154" y="10"/>
                    <a:pt x="153" y="10"/>
                  </a:cubicBezTo>
                  <a:cubicBezTo>
                    <a:pt x="152" y="10"/>
                    <a:pt x="152" y="10"/>
                    <a:pt x="151" y="10"/>
                  </a:cubicBezTo>
                  <a:cubicBezTo>
                    <a:pt x="150" y="9"/>
                    <a:pt x="149" y="10"/>
                    <a:pt x="148" y="10"/>
                  </a:cubicBezTo>
                  <a:cubicBezTo>
                    <a:pt x="147" y="10"/>
                    <a:pt x="146" y="10"/>
                    <a:pt x="145" y="10"/>
                  </a:cubicBezTo>
                  <a:cubicBezTo>
                    <a:pt x="146" y="11"/>
                    <a:pt x="147" y="10"/>
                    <a:pt x="148" y="10"/>
                  </a:cubicBezTo>
                  <a:cubicBezTo>
                    <a:pt x="149" y="10"/>
                    <a:pt x="150" y="10"/>
                    <a:pt x="150" y="11"/>
                  </a:cubicBezTo>
                  <a:cubicBezTo>
                    <a:pt x="149" y="11"/>
                    <a:pt x="148" y="10"/>
                    <a:pt x="147" y="11"/>
                  </a:cubicBezTo>
                  <a:cubicBezTo>
                    <a:pt x="148" y="11"/>
                    <a:pt x="149" y="11"/>
                    <a:pt x="150" y="11"/>
                  </a:cubicBezTo>
                  <a:cubicBezTo>
                    <a:pt x="150" y="11"/>
                    <a:pt x="150" y="11"/>
                    <a:pt x="149" y="11"/>
                  </a:cubicBezTo>
                  <a:cubicBezTo>
                    <a:pt x="150" y="12"/>
                    <a:pt x="148" y="11"/>
                    <a:pt x="148" y="11"/>
                  </a:cubicBezTo>
                  <a:cubicBezTo>
                    <a:pt x="148" y="11"/>
                    <a:pt x="147" y="11"/>
                    <a:pt x="147" y="11"/>
                  </a:cubicBezTo>
                  <a:cubicBezTo>
                    <a:pt x="146" y="11"/>
                    <a:pt x="145" y="12"/>
                    <a:pt x="145" y="11"/>
                  </a:cubicBezTo>
                  <a:cubicBezTo>
                    <a:pt x="144" y="11"/>
                    <a:pt x="143" y="11"/>
                    <a:pt x="142" y="11"/>
                  </a:cubicBezTo>
                  <a:cubicBezTo>
                    <a:pt x="142" y="11"/>
                    <a:pt x="141" y="11"/>
                    <a:pt x="141" y="12"/>
                  </a:cubicBezTo>
                  <a:cubicBezTo>
                    <a:pt x="141" y="11"/>
                    <a:pt x="144" y="12"/>
                    <a:pt x="144" y="12"/>
                  </a:cubicBezTo>
                  <a:cubicBezTo>
                    <a:pt x="145" y="13"/>
                    <a:pt x="146" y="12"/>
                    <a:pt x="146" y="12"/>
                  </a:cubicBezTo>
                  <a:cubicBezTo>
                    <a:pt x="147" y="12"/>
                    <a:pt x="149" y="12"/>
                    <a:pt x="150" y="12"/>
                  </a:cubicBezTo>
                  <a:cubicBezTo>
                    <a:pt x="149" y="12"/>
                    <a:pt x="149" y="12"/>
                    <a:pt x="149" y="12"/>
                  </a:cubicBezTo>
                  <a:cubicBezTo>
                    <a:pt x="149" y="12"/>
                    <a:pt x="150" y="12"/>
                    <a:pt x="150" y="12"/>
                  </a:cubicBezTo>
                  <a:cubicBezTo>
                    <a:pt x="150" y="12"/>
                    <a:pt x="148" y="12"/>
                    <a:pt x="148" y="13"/>
                  </a:cubicBezTo>
                  <a:cubicBezTo>
                    <a:pt x="148" y="13"/>
                    <a:pt x="148" y="13"/>
                    <a:pt x="148" y="13"/>
                  </a:cubicBezTo>
                  <a:cubicBezTo>
                    <a:pt x="149" y="13"/>
                    <a:pt x="150" y="13"/>
                    <a:pt x="151" y="13"/>
                  </a:cubicBezTo>
                  <a:cubicBezTo>
                    <a:pt x="151" y="13"/>
                    <a:pt x="152" y="13"/>
                    <a:pt x="152" y="13"/>
                  </a:cubicBezTo>
                  <a:cubicBezTo>
                    <a:pt x="153" y="13"/>
                    <a:pt x="154" y="13"/>
                    <a:pt x="153" y="12"/>
                  </a:cubicBezTo>
                  <a:cubicBezTo>
                    <a:pt x="154" y="12"/>
                    <a:pt x="154" y="13"/>
                    <a:pt x="155" y="13"/>
                  </a:cubicBezTo>
                  <a:cubicBezTo>
                    <a:pt x="156" y="13"/>
                    <a:pt x="156" y="13"/>
                    <a:pt x="157" y="12"/>
                  </a:cubicBezTo>
                  <a:cubicBezTo>
                    <a:pt x="156" y="12"/>
                    <a:pt x="156" y="12"/>
                    <a:pt x="156" y="12"/>
                  </a:cubicBezTo>
                  <a:cubicBezTo>
                    <a:pt x="156" y="12"/>
                    <a:pt x="154" y="12"/>
                    <a:pt x="153" y="11"/>
                  </a:cubicBezTo>
                  <a:cubicBezTo>
                    <a:pt x="153" y="11"/>
                    <a:pt x="154" y="11"/>
                    <a:pt x="154" y="11"/>
                  </a:cubicBezTo>
                  <a:cubicBezTo>
                    <a:pt x="155" y="11"/>
                    <a:pt x="155" y="11"/>
                    <a:pt x="156" y="11"/>
                  </a:cubicBezTo>
                  <a:cubicBezTo>
                    <a:pt x="157" y="11"/>
                    <a:pt x="159" y="11"/>
                    <a:pt x="160" y="11"/>
                  </a:cubicBezTo>
                  <a:cubicBezTo>
                    <a:pt x="160" y="10"/>
                    <a:pt x="159" y="10"/>
                    <a:pt x="159" y="10"/>
                  </a:cubicBezTo>
                  <a:cubicBezTo>
                    <a:pt x="160" y="10"/>
                    <a:pt x="161" y="10"/>
                    <a:pt x="162" y="10"/>
                  </a:cubicBezTo>
                  <a:cubicBezTo>
                    <a:pt x="163" y="10"/>
                    <a:pt x="164" y="10"/>
                    <a:pt x="165" y="10"/>
                  </a:cubicBezTo>
                  <a:cubicBezTo>
                    <a:pt x="166" y="10"/>
                    <a:pt x="167" y="9"/>
                    <a:pt x="169" y="9"/>
                  </a:cubicBezTo>
                  <a:cubicBezTo>
                    <a:pt x="169" y="9"/>
                    <a:pt x="170" y="9"/>
                    <a:pt x="170" y="8"/>
                  </a:cubicBezTo>
                  <a:cubicBezTo>
                    <a:pt x="170" y="8"/>
                    <a:pt x="167" y="8"/>
                    <a:pt x="167" y="8"/>
                  </a:cubicBezTo>
                  <a:cubicBezTo>
                    <a:pt x="166" y="8"/>
                    <a:pt x="166" y="8"/>
                    <a:pt x="165" y="8"/>
                  </a:cubicBezTo>
                  <a:cubicBezTo>
                    <a:pt x="165" y="8"/>
                    <a:pt x="164" y="8"/>
                    <a:pt x="164" y="8"/>
                  </a:cubicBezTo>
                  <a:cubicBezTo>
                    <a:pt x="163" y="8"/>
                    <a:pt x="162" y="9"/>
                    <a:pt x="161" y="8"/>
                  </a:cubicBezTo>
                  <a:cubicBezTo>
                    <a:pt x="162" y="8"/>
                    <a:pt x="163" y="8"/>
                    <a:pt x="162" y="8"/>
                  </a:cubicBezTo>
                  <a:cubicBezTo>
                    <a:pt x="163" y="8"/>
                    <a:pt x="165" y="8"/>
                    <a:pt x="165" y="7"/>
                  </a:cubicBezTo>
                  <a:cubicBezTo>
                    <a:pt x="164" y="7"/>
                    <a:pt x="164" y="7"/>
                    <a:pt x="163" y="7"/>
                  </a:cubicBezTo>
                  <a:cubicBezTo>
                    <a:pt x="162" y="7"/>
                    <a:pt x="161" y="8"/>
                    <a:pt x="159" y="7"/>
                  </a:cubicBezTo>
                  <a:cubicBezTo>
                    <a:pt x="160" y="7"/>
                    <a:pt x="161" y="7"/>
                    <a:pt x="162" y="7"/>
                  </a:cubicBezTo>
                  <a:cubicBezTo>
                    <a:pt x="160" y="7"/>
                    <a:pt x="159" y="7"/>
                    <a:pt x="158" y="7"/>
                  </a:cubicBezTo>
                  <a:cubicBezTo>
                    <a:pt x="157" y="8"/>
                    <a:pt x="155" y="7"/>
                    <a:pt x="154" y="8"/>
                  </a:cubicBezTo>
                  <a:cubicBezTo>
                    <a:pt x="155" y="8"/>
                    <a:pt x="154" y="8"/>
                    <a:pt x="154" y="8"/>
                  </a:cubicBezTo>
                  <a:cubicBezTo>
                    <a:pt x="154" y="9"/>
                    <a:pt x="155" y="8"/>
                    <a:pt x="156" y="8"/>
                  </a:cubicBezTo>
                  <a:cubicBezTo>
                    <a:pt x="156" y="8"/>
                    <a:pt x="155" y="8"/>
                    <a:pt x="155" y="8"/>
                  </a:cubicBezTo>
                  <a:cubicBezTo>
                    <a:pt x="155" y="9"/>
                    <a:pt x="158" y="8"/>
                    <a:pt x="158" y="8"/>
                  </a:cubicBezTo>
                  <a:cubicBezTo>
                    <a:pt x="158" y="9"/>
                    <a:pt x="158" y="9"/>
                    <a:pt x="158" y="9"/>
                  </a:cubicBezTo>
                  <a:cubicBezTo>
                    <a:pt x="157" y="9"/>
                    <a:pt x="157" y="9"/>
                    <a:pt x="156" y="9"/>
                  </a:cubicBezTo>
                  <a:cubicBezTo>
                    <a:pt x="156" y="9"/>
                    <a:pt x="156" y="9"/>
                    <a:pt x="157" y="9"/>
                  </a:cubicBezTo>
                  <a:cubicBezTo>
                    <a:pt x="157" y="9"/>
                    <a:pt x="155" y="10"/>
                    <a:pt x="156" y="10"/>
                  </a:cubicBezTo>
                  <a:cubicBezTo>
                    <a:pt x="155" y="10"/>
                    <a:pt x="155" y="10"/>
                    <a:pt x="154" y="10"/>
                  </a:cubicBezTo>
                  <a:close/>
                  <a:moveTo>
                    <a:pt x="178" y="12"/>
                  </a:moveTo>
                  <a:cubicBezTo>
                    <a:pt x="179" y="12"/>
                    <a:pt x="180" y="12"/>
                    <a:pt x="181" y="12"/>
                  </a:cubicBezTo>
                  <a:cubicBezTo>
                    <a:pt x="182" y="12"/>
                    <a:pt x="183" y="12"/>
                    <a:pt x="183" y="12"/>
                  </a:cubicBezTo>
                  <a:cubicBezTo>
                    <a:pt x="183" y="12"/>
                    <a:pt x="185" y="12"/>
                    <a:pt x="185" y="12"/>
                  </a:cubicBezTo>
                  <a:cubicBezTo>
                    <a:pt x="185" y="11"/>
                    <a:pt x="182" y="11"/>
                    <a:pt x="182" y="11"/>
                  </a:cubicBezTo>
                  <a:cubicBezTo>
                    <a:pt x="181" y="11"/>
                    <a:pt x="181" y="11"/>
                    <a:pt x="180" y="11"/>
                  </a:cubicBezTo>
                  <a:cubicBezTo>
                    <a:pt x="179" y="11"/>
                    <a:pt x="179" y="11"/>
                    <a:pt x="178" y="11"/>
                  </a:cubicBezTo>
                  <a:cubicBezTo>
                    <a:pt x="178" y="11"/>
                    <a:pt x="177" y="11"/>
                    <a:pt x="178" y="11"/>
                  </a:cubicBezTo>
                  <a:cubicBezTo>
                    <a:pt x="177" y="11"/>
                    <a:pt x="177" y="12"/>
                    <a:pt x="176" y="12"/>
                  </a:cubicBezTo>
                  <a:cubicBezTo>
                    <a:pt x="176" y="12"/>
                    <a:pt x="175" y="11"/>
                    <a:pt x="175" y="12"/>
                  </a:cubicBezTo>
                  <a:cubicBezTo>
                    <a:pt x="175" y="12"/>
                    <a:pt x="175" y="12"/>
                    <a:pt x="176" y="12"/>
                  </a:cubicBezTo>
                  <a:cubicBezTo>
                    <a:pt x="176" y="12"/>
                    <a:pt x="177" y="12"/>
                    <a:pt x="178" y="12"/>
                  </a:cubicBezTo>
                  <a:close/>
                  <a:moveTo>
                    <a:pt x="410" y="11"/>
                  </a:moveTo>
                  <a:cubicBezTo>
                    <a:pt x="410" y="11"/>
                    <a:pt x="411" y="11"/>
                    <a:pt x="411" y="11"/>
                  </a:cubicBezTo>
                  <a:cubicBezTo>
                    <a:pt x="411" y="11"/>
                    <a:pt x="412" y="11"/>
                    <a:pt x="412" y="11"/>
                  </a:cubicBezTo>
                  <a:cubicBezTo>
                    <a:pt x="412" y="11"/>
                    <a:pt x="414" y="11"/>
                    <a:pt x="413" y="11"/>
                  </a:cubicBezTo>
                  <a:cubicBezTo>
                    <a:pt x="414" y="11"/>
                    <a:pt x="415" y="11"/>
                    <a:pt x="416" y="11"/>
                  </a:cubicBezTo>
                  <a:cubicBezTo>
                    <a:pt x="415" y="10"/>
                    <a:pt x="413" y="11"/>
                    <a:pt x="412" y="10"/>
                  </a:cubicBezTo>
                  <a:cubicBezTo>
                    <a:pt x="413" y="10"/>
                    <a:pt x="413" y="10"/>
                    <a:pt x="414" y="10"/>
                  </a:cubicBezTo>
                  <a:cubicBezTo>
                    <a:pt x="415" y="10"/>
                    <a:pt x="416" y="10"/>
                    <a:pt x="416" y="10"/>
                  </a:cubicBezTo>
                  <a:cubicBezTo>
                    <a:pt x="417" y="10"/>
                    <a:pt x="416" y="9"/>
                    <a:pt x="416" y="9"/>
                  </a:cubicBezTo>
                  <a:cubicBezTo>
                    <a:pt x="415" y="8"/>
                    <a:pt x="417" y="8"/>
                    <a:pt x="417" y="8"/>
                  </a:cubicBezTo>
                  <a:cubicBezTo>
                    <a:pt x="416" y="8"/>
                    <a:pt x="414" y="8"/>
                    <a:pt x="413" y="8"/>
                  </a:cubicBezTo>
                  <a:cubicBezTo>
                    <a:pt x="413" y="8"/>
                    <a:pt x="413" y="8"/>
                    <a:pt x="413" y="7"/>
                  </a:cubicBezTo>
                  <a:cubicBezTo>
                    <a:pt x="413" y="7"/>
                    <a:pt x="413" y="7"/>
                    <a:pt x="413" y="7"/>
                  </a:cubicBezTo>
                  <a:cubicBezTo>
                    <a:pt x="413" y="7"/>
                    <a:pt x="415" y="7"/>
                    <a:pt x="415" y="7"/>
                  </a:cubicBezTo>
                  <a:cubicBezTo>
                    <a:pt x="415" y="7"/>
                    <a:pt x="414" y="6"/>
                    <a:pt x="414" y="6"/>
                  </a:cubicBezTo>
                  <a:cubicBezTo>
                    <a:pt x="415" y="6"/>
                    <a:pt x="416" y="6"/>
                    <a:pt x="417" y="6"/>
                  </a:cubicBezTo>
                  <a:cubicBezTo>
                    <a:pt x="418" y="6"/>
                    <a:pt x="419" y="6"/>
                    <a:pt x="420" y="6"/>
                  </a:cubicBezTo>
                  <a:cubicBezTo>
                    <a:pt x="421" y="6"/>
                    <a:pt x="422" y="6"/>
                    <a:pt x="423" y="5"/>
                  </a:cubicBezTo>
                  <a:cubicBezTo>
                    <a:pt x="424" y="5"/>
                    <a:pt x="424" y="5"/>
                    <a:pt x="425" y="5"/>
                  </a:cubicBezTo>
                  <a:cubicBezTo>
                    <a:pt x="425" y="5"/>
                    <a:pt x="426" y="5"/>
                    <a:pt x="427" y="5"/>
                  </a:cubicBezTo>
                  <a:cubicBezTo>
                    <a:pt x="426" y="5"/>
                    <a:pt x="425" y="5"/>
                    <a:pt x="424" y="5"/>
                  </a:cubicBezTo>
                  <a:cubicBezTo>
                    <a:pt x="424" y="4"/>
                    <a:pt x="425" y="4"/>
                    <a:pt x="426" y="4"/>
                  </a:cubicBezTo>
                  <a:cubicBezTo>
                    <a:pt x="428" y="4"/>
                    <a:pt x="430" y="5"/>
                    <a:pt x="432" y="5"/>
                  </a:cubicBezTo>
                  <a:cubicBezTo>
                    <a:pt x="433" y="6"/>
                    <a:pt x="434" y="6"/>
                    <a:pt x="435" y="6"/>
                  </a:cubicBezTo>
                  <a:cubicBezTo>
                    <a:pt x="436" y="6"/>
                    <a:pt x="436" y="7"/>
                    <a:pt x="437" y="7"/>
                  </a:cubicBezTo>
                  <a:cubicBezTo>
                    <a:pt x="438" y="7"/>
                    <a:pt x="439" y="7"/>
                    <a:pt x="440" y="7"/>
                  </a:cubicBezTo>
                  <a:cubicBezTo>
                    <a:pt x="441" y="7"/>
                    <a:pt x="443" y="7"/>
                    <a:pt x="445" y="8"/>
                  </a:cubicBezTo>
                  <a:cubicBezTo>
                    <a:pt x="445" y="8"/>
                    <a:pt x="444" y="8"/>
                    <a:pt x="444" y="8"/>
                  </a:cubicBezTo>
                  <a:cubicBezTo>
                    <a:pt x="445" y="8"/>
                    <a:pt x="445" y="8"/>
                    <a:pt x="446" y="8"/>
                  </a:cubicBezTo>
                  <a:cubicBezTo>
                    <a:pt x="444" y="9"/>
                    <a:pt x="443" y="9"/>
                    <a:pt x="441" y="9"/>
                  </a:cubicBezTo>
                  <a:cubicBezTo>
                    <a:pt x="442" y="9"/>
                    <a:pt x="441" y="9"/>
                    <a:pt x="441" y="9"/>
                  </a:cubicBezTo>
                  <a:cubicBezTo>
                    <a:pt x="441" y="10"/>
                    <a:pt x="443" y="10"/>
                    <a:pt x="443" y="10"/>
                  </a:cubicBezTo>
                  <a:cubicBezTo>
                    <a:pt x="444" y="11"/>
                    <a:pt x="444" y="11"/>
                    <a:pt x="445" y="11"/>
                  </a:cubicBezTo>
                  <a:cubicBezTo>
                    <a:pt x="445" y="11"/>
                    <a:pt x="446" y="11"/>
                    <a:pt x="446" y="12"/>
                  </a:cubicBezTo>
                  <a:cubicBezTo>
                    <a:pt x="445" y="12"/>
                    <a:pt x="443" y="12"/>
                    <a:pt x="443" y="12"/>
                  </a:cubicBezTo>
                  <a:cubicBezTo>
                    <a:pt x="441" y="12"/>
                    <a:pt x="439" y="12"/>
                    <a:pt x="438" y="12"/>
                  </a:cubicBezTo>
                  <a:cubicBezTo>
                    <a:pt x="437" y="12"/>
                    <a:pt x="436" y="12"/>
                    <a:pt x="435" y="12"/>
                  </a:cubicBezTo>
                  <a:cubicBezTo>
                    <a:pt x="434" y="13"/>
                    <a:pt x="433" y="13"/>
                    <a:pt x="432" y="13"/>
                  </a:cubicBezTo>
                  <a:cubicBezTo>
                    <a:pt x="430" y="13"/>
                    <a:pt x="429" y="13"/>
                    <a:pt x="427" y="14"/>
                  </a:cubicBezTo>
                  <a:cubicBezTo>
                    <a:pt x="425" y="14"/>
                    <a:pt x="423" y="13"/>
                    <a:pt x="422" y="13"/>
                  </a:cubicBezTo>
                  <a:cubicBezTo>
                    <a:pt x="420" y="13"/>
                    <a:pt x="419" y="13"/>
                    <a:pt x="418" y="13"/>
                  </a:cubicBezTo>
                  <a:cubicBezTo>
                    <a:pt x="417" y="13"/>
                    <a:pt x="416" y="13"/>
                    <a:pt x="415" y="12"/>
                  </a:cubicBezTo>
                  <a:cubicBezTo>
                    <a:pt x="417" y="12"/>
                    <a:pt x="418" y="13"/>
                    <a:pt x="420" y="12"/>
                  </a:cubicBezTo>
                  <a:cubicBezTo>
                    <a:pt x="419" y="12"/>
                    <a:pt x="418" y="12"/>
                    <a:pt x="417" y="12"/>
                  </a:cubicBezTo>
                  <a:cubicBezTo>
                    <a:pt x="416" y="12"/>
                    <a:pt x="415" y="12"/>
                    <a:pt x="414" y="12"/>
                  </a:cubicBezTo>
                  <a:cubicBezTo>
                    <a:pt x="415" y="11"/>
                    <a:pt x="416" y="11"/>
                    <a:pt x="416" y="11"/>
                  </a:cubicBezTo>
                  <a:cubicBezTo>
                    <a:pt x="415" y="11"/>
                    <a:pt x="414" y="11"/>
                    <a:pt x="414" y="11"/>
                  </a:cubicBezTo>
                  <a:cubicBezTo>
                    <a:pt x="413" y="11"/>
                    <a:pt x="413" y="12"/>
                    <a:pt x="412" y="12"/>
                  </a:cubicBezTo>
                  <a:cubicBezTo>
                    <a:pt x="412" y="12"/>
                    <a:pt x="410" y="12"/>
                    <a:pt x="411" y="11"/>
                  </a:cubicBezTo>
                  <a:cubicBezTo>
                    <a:pt x="411" y="11"/>
                    <a:pt x="410" y="12"/>
                    <a:pt x="410" y="11"/>
                  </a:cubicBezTo>
                  <a:close/>
                  <a:moveTo>
                    <a:pt x="417" y="11"/>
                  </a:moveTo>
                  <a:cubicBezTo>
                    <a:pt x="417" y="11"/>
                    <a:pt x="418" y="11"/>
                    <a:pt x="418" y="11"/>
                  </a:cubicBezTo>
                  <a:cubicBezTo>
                    <a:pt x="419" y="11"/>
                    <a:pt x="420" y="12"/>
                    <a:pt x="422" y="12"/>
                  </a:cubicBezTo>
                  <a:cubicBezTo>
                    <a:pt x="420" y="11"/>
                    <a:pt x="418" y="11"/>
                    <a:pt x="417" y="11"/>
                  </a:cubicBezTo>
                  <a:close/>
                  <a:moveTo>
                    <a:pt x="444" y="13"/>
                  </a:moveTo>
                  <a:cubicBezTo>
                    <a:pt x="444" y="13"/>
                    <a:pt x="443" y="13"/>
                    <a:pt x="443" y="13"/>
                  </a:cubicBezTo>
                  <a:cubicBezTo>
                    <a:pt x="442" y="13"/>
                    <a:pt x="442" y="13"/>
                    <a:pt x="442" y="13"/>
                  </a:cubicBezTo>
                  <a:cubicBezTo>
                    <a:pt x="441" y="13"/>
                    <a:pt x="441" y="13"/>
                    <a:pt x="441" y="13"/>
                  </a:cubicBezTo>
                  <a:cubicBezTo>
                    <a:pt x="440" y="13"/>
                    <a:pt x="438" y="13"/>
                    <a:pt x="438" y="13"/>
                  </a:cubicBezTo>
                  <a:cubicBezTo>
                    <a:pt x="437" y="13"/>
                    <a:pt x="435" y="13"/>
                    <a:pt x="436" y="13"/>
                  </a:cubicBezTo>
                  <a:cubicBezTo>
                    <a:pt x="436" y="14"/>
                    <a:pt x="435" y="13"/>
                    <a:pt x="434" y="13"/>
                  </a:cubicBezTo>
                  <a:cubicBezTo>
                    <a:pt x="434" y="13"/>
                    <a:pt x="433" y="13"/>
                    <a:pt x="433" y="13"/>
                  </a:cubicBezTo>
                  <a:cubicBezTo>
                    <a:pt x="433" y="13"/>
                    <a:pt x="433" y="13"/>
                    <a:pt x="433" y="13"/>
                  </a:cubicBezTo>
                  <a:cubicBezTo>
                    <a:pt x="433" y="13"/>
                    <a:pt x="432" y="14"/>
                    <a:pt x="432" y="14"/>
                  </a:cubicBezTo>
                  <a:cubicBezTo>
                    <a:pt x="431" y="14"/>
                    <a:pt x="431" y="14"/>
                    <a:pt x="430" y="14"/>
                  </a:cubicBezTo>
                  <a:cubicBezTo>
                    <a:pt x="431" y="14"/>
                    <a:pt x="431" y="14"/>
                    <a:pt x="431" y="14"/>
                  </a:cubicBezTo>
                  <a:cubicBezTo>
                    <a:pt x="431" y="14"/>
                    <a:pt x="431" y="14"/>
                    <a:pt x="430" y="14"/>
                  </a:cubicBezTo>
                  <a:cubicBezTo>
                    <a:pt x="431" y="15"/>
                    <a:pt x="433" y="15"/>
                    <a:pt x="434" y="15"/>
                  </a:cubicBezTo>
                  <a:cubicBezTo>
                    <a:pt x="433" y="15"/>
                    <a:pt x="432" y="15"/>
                    <a:pt x="431" y="15"/>
                  </a:cubicBezTo>
                  <a:cubicBezTo>
                    <a:pt x="430" y="16"/>
                    <a:pt x="430" y="16"/>
                    <a:pt x="430" y="16"/>
                  </a:cubicBezTo>
                  <a:cubicBezTo>
                    <a:pt x="429" y="16"/>
                    <a:pt x="430" y="16"/>
                    <a:pt x="430" y="16"/>
                  </a:cubicBezTo>
                  <a:cubicBezTo>
                    <a:pt x="429" y="17"/>
                    <a:pt x="428" y="17"/>
                    <a:pt x="427" y="17"/>
                  </a:cubicBezTo>
                  <a:cubicBezTo>
                    <a:pt x="427" y="17"/>
                    <a:pt x="426" y="17"/>
                    <a:pt x="425" y="17"/>
                  </a:cubicBezTo>
                  <a:cubicBezTo>
                    <a:pt x="426" y="17"/>
                    <a:pt x="426" y="17"/>
                    <a:pt x="427" y="17"/>
                  </a:cubicBezTo>
                  <a:cubicBezTo>
                    <a:pt x="426" y="17"/>
                    <a:pt x="427" y="17"/>
                    <a:pt x="427" y="17"/>
                  </a:cubicBezTo>
                  <a:cubicBezTo>
                    <a:pt x="427" y="17"/>
                    <a:pt x="428" y="17"/>
                    <a:pt x="428" y="17"/>
                  </a:cubicBezTo>
                  <a:cubicBezTo>
                    <a:pt x="428" y="18"/>
                    <a:pt x="428" y="18"/>
                    <a:pt x="427" y="18"/>
                  </a:cubicBezTo>
                  <a:cubicBezTo>
                    <a:pt x="428" y="18"/>
                    <a:pt x="429" y="18"/>
                    <a:pt x="430" y="18"/>
                  </a:cubicBezTo>
                  <a:cubicBezTo>
                    <a:pt x="429" y="18"/>
                    <a:pt x="429" y="18"/>
                    <a:pt x="429" y="17"/>
                  </a:cubicBezTo>
                  <a:cubicBezTo>
                    <a:pt x="429" y="17"/>
                    <a:pt x="430" y="17"/>
                    <a:pt x="430" y="17"/>
                  </a:cubicBezTo>
                  <a:cubicBezTo>
                    <a:pt x="431" y="17"/>
                    <a:pt x="431" y="17"/>
                    <a:pt x="430" y="17"/>
                  </a:cubicBezTo>
                  <a:cubicBezTo>
                    <a:pt x="431" y="17"/>
                    <a:pt x="432" y="17"/>
                    <a:pt x="432" y="18"/>
                  </a:cubicBezTo>
                  <a:cubicBezTo>
                    <a:pt x="432" y="18"/>
                    <a:pt x="431" y="18"/>
                    <a:pt x="431" y="18"/>
                  </a:cubicBezTo>
                  <a:cubicBezTo>
                    <a:pt x="432" y="18"/>
                    <a:pt x="433" y="18"/>
                    <a:pt x="433" y="18"/>
                  </a:cubicBezTo>
                  <a:cubicBezTo>
                    <a:pt x="433" y="18"/>
                    <a:pt x="433" y="18"/>
                    <a:pt x="433" y="18"/>
                  </a:cubicBezTo>
                  <a:cubicBezTo>
                    <a:pt x="434" y="17"/>
                    <a:pt x="436" y="18"/>
                    <a:pt x="436" y="19"/>
                  </a:cubicBezTo>
                  <a:cubicBezTo>
                    <a:pt x="437" y="20"/>
                    <a:pt x="438" y="20"/>
                    <a:pt x="438" y="20"/>
                  </a:cubicBezTo>
                  <a:cubicBezTo>
                    <a:pt x="439" y="20"/>
                    <a:pt x="439" y="20"/>
                    <a:pt x="440" y="20"/>
                  </a:cubicBezTo>
                  <a:cubicBezTo>
                    <a:pt x="441" y="21"/>
                    <a:pt x="443" y="21"/>
                    <a:pt x="444" y="21"/>
                  </a:cubicBezTo>
                  <a:cubicBezTo>
                    <a:pt x="445" y="20"/>
                    <a:pt x="446" y="21"/>
                    <a:pt x="447" y="21"/>
                  </a:cubicBezTo>
                  <a:cubicBezTo>
                    <a:pt x="448" y="21"/>
                    <a:pt x="449" y="21"/>
                    <a:pt x="450" y="21"/>
                  </a:cubicBezTo>
                  <a:cubicBezTo>
                    <a:pt x="450" y="21"/>
                    <a:pt x="452" y="21"/>
                    <a:pt x="451" y="21"/>
                  </a:cubicBezTo>
                  <a:cubicBezTo>
                    <a:pt x="452" y="22"/>
                    <a:pt x="453" y="21"/>
                    <a:pt x="454" y="21"/>
                  </a:cubicBezTo>
                  <a:cubicBezTo>
                    <a:pt x="454" y="21"/>
                    <a:pt x="455" y="22"/>
                    <a:pt x="456" y="22"/>
                  </a:cubicBezTo>
                  <a:cubicBezTo>
                    <a:pt x="457" y="22"/>
                    <a:pt x="457" y="22"/>
                    <a:pt x="458" y="23"/>
                  </a:cubicBezTo>
                  <a:cubicBezTo>
                    <a:pt x="459" y="23"/>
                    <a:pt x="459" y="22"/>
                    <a:pt x="460" y="23"/>
                  </a:cubicBezTo>
                  <a:cubicBezTo>
                    <a:pt x="460" y="23"/>
                    <a:pt x="460" y="23"/>
                    <a:pt x="459" y="23"/>
                  </a:cubicBezTo>
                  <a:cubicBezTo>
                    <a:pt x="461" y="23"/>
                    <a:pt x="462" y="23"/>
                    <a:pt x="464" y="23"/>
                  </a:cubicBezTo>
                  <a:cubicBezTo>
                    <a:pt x="465" y="23"/>
                    <a:pt x="466" y="23"/>
                    <a:pt x="467" y="23"/>
                  </a:cubicBezTo>
                  <a:cubicBezTo>
                    <a:pt x="467" y="23"/>
                    <a:pt x="467" y="23"/>
                    <a:pt x="467" y="23"/>
                  </a:cubicBezTo>
                  <a:cubicBezTo>
                    <a:pt x="468" y="23"/>
                    <a:pt x="469" y="23"/>
                    <a:pt x="470" y="23"/>
                  </a:cubicBezTo>
                  <a:cubicBezTo>
                    <a:pt x="471" y="23"/>
                    <a:pt x="471" y="23"/>
                    <a:pt x="472" y="23"/>
                  </a:cubicBezTo>
                  <a:cubicBezTo>
                    <a:pt x="472" y="23"/>
                    <a:pt x="472" y="22"/>
                    <a:pt x="473" y="22"/>
                  </a:cubicBezTo>
                  <a:cubicBezTo>
                    <a:pt x="473" y="22"/>
                    <a:pt x="474" y="22"/>
                    <a:pt x="473" y="21"/>
                  </a:cubicBezTo>
                  <a:cubicBezTo>
                    <a:pt x="473" y="21"/>
                    <a:pt x="472" y="21"/>
                    <a:pt x="472" y="21"/>
                  </a:cubicBezTo>
                  <a:cubicBezTo>
                    <a:pt x="471" y="20"/>
                    <a:pt x="470" y="21"/>
                    <a:pt x="469" y="20"/>
                  </a:cubicBezTo>
                  <a:cubicBezTo>
                    <a:pt x="469" y="20"/>
                    <a:pt x="469" y="20"/>
                    <a:pt x="470" y="20"/>
                  </a:cubicBezTo>
                  <a:cubicBezTo>
                    <a:pt x="468" y="20"/>
                    <a:pt x="466" y="20"/>
                    <a:pt x="465" y="19"/>
                  </a:cubicBezTo>
                  <a:cubicBezTo>
                    <a:pt x="466" y="19"/>
                    <a:pt x="467" y="20"/>
                    <a:pt x="468" y="19"/>
                  </a:cubicBezTo>
                  <a:cubicBezTo>
                    <a:pt x="469" y="19"/>
                    <a:pt x="468" y="18"/>
                    <a:pt x="468" y="18"/>
                  </a:cubicBezTo>
                  <a:cubicBezTo>
                    <a:pt x="467" y="18"/>
                    <a:pt x="467" y="18"/>
                    <a:pt x="467" y="17"/>
                  </a:cubicBezTo>
                  <a:cubicBezTo>
                    <a:pt x="467" y="17"/>
                    <a:pt x="467" y="17"/>
                    <a:pt x="467" y="17"/>
                  </a:cubicBezTo>
                  <a:cubicBezTo>
                    <a:pt x="466" y="16"/>
                    <a:pt x="467" y="16"/>
                    <a:pt x="466" y="16"/>
                  </a:cubicBezTo>
                  <a:cubicBezTo>
                    <a:pt x="466" y="16"/>
                    <a:pt x="466" y="16"/>
                    <a:pt x="467" y="15"/>
                  </a:cubicBezTo>
                  <a:cubicBezTo>
                    <a:pt x="466" y="15"/>
                    <a:pt x="466" y="15"/>
                    <a:pt x="465" y="15"/>
                  </a:cubicBezTo>
                  <a:cubicBezTo>
                    <a:pt x="464" y="15"/>
                    <a:pt x="463" y="14"/>
                    <a:pt x="463" y="14"/>
                  </a:cubicBezTo>
                  <a:cubicBezTo>
                    <a:pt x="462" y="14"/>
                    <a:pt x="462" y="14"/>
                    <a:pt x="461" y="14"/>
                  </a:cubicBezTo>
                  <a:cubicBezTo>
                    <a:pt x="460" y="14"/>
                    <a:pt x="460" y="14"/>
                    <a:pt x="459" y="14"/>
                  </a:cubicBezTo>
                  <a:cubicBezTo>
                    <a:pt x="460" y="13"/>
                    <a:pt x="459" y="13"/>
                    <a:pt x="459" y="13"/>
                  </a:cubicBezTo>
                  <a:cubicBezTo>
                    <a:pt x="458" y="13"/>
                    <a:pt x="458" y="13"/>
                    <a:pt x="457" y="13"/>
                  </a:cubicBezTo>
                  <a:cubicBezTo>
                    <a:pt x="457" y="13"/>
                    <a:pt x="456" y="13"/>
                    <a:pt x="456" y="13"/>
                  </a:cubicBezTo>
                  <a:cubicBezTo>
                    <a:pt x="455" y="13"/>
                    <a:pt x="455" y="13"/>
                    <a:pt x="455" y="14"/>
                  </a:cubicBezTo>
                  <a:cubicBezTo>
                    <a:pt x="455" y="14"/>
                    <a:pt x="456" y="14"/>
                    <a:pt x="456" y="14"/>
                  </a:cubicBezTo>
                  <a:cubicBezTo>
                    <a:pt x="455" y="14"/>
                    <a:pt x="456" y="15"/>
                    <a:pt x="455" y="15"/>
                  </a:cubicBezTo>
                  <a:cubicBezTo>
                    <a:pt x="455" y="15"/>
                    <a:pt x="455" y="15"/>
                    <a:pt x="454" y="15"/>
                  </a:cubicBezTo>
                  <a:cubicBezTo>
                    <a:pt x="454" y="14"/>
                    <a:pt x="452" y="14"/>
                    <a:pt x="453" y="15"/>
                  </a:cubicBezTo>
                  <a:cubicBezTo>
                    <a:pt x="453" y="15"/>
                    <a:pt x="452" y="15"/>
                    <a:pt x="453" y="15"/>
                  </a:cubicBezTo>
                  <a:cubicBezTo>
                    <a:pt x="452" y="16"/>
                    <a:pt x="451" y="16"/>
                    <a:pt x="450" y="16"/>
                  </a:cubicBezTo>
                  <a:cubicBezTo>
                    <a:pt x="451" y="16"/>
                    <a:pt x="451" y="16"/>
                    <a:pt x="452" y="15"/>
                  </a:cubicBezTo>
                  <a:cubicBezTo>
                    <a:pt x="452" y="15"/>
                    <a:pt x="451" y="15"/>
                    <a:pt x="451" y="15"/>
                  </a:cubicBezTo>
                  <a:cubicBezTo>
                    <a:pt x="451" y="15"/>
                    <a:pt x="451" y="15"/>
                    <a:pt x="452" y="15"/>
                  </a:cubicBezTo>
                  <a:cubicBezTo>
                    <a:pt x="451" y="15"/>
                    <a:pt x="451" y="15"/>
                    <a:pt x="451" y="15"/>
                  </a:cubicBezTo>
                  <a:cubicBezTo>
                    <a:pt x="452" y="15"/>
                    <a:pt x="452" y="14"/>
                    <a:pt x="451" y="14"/>
                  </a:cubicBezTo>
                  <a:cubicBezTo>
                    <a:pt x="452" y="14"/>
                    <a:pt x="451" y="14"/>
                    <a:pt x="451" y="14"/>
                  </a:cubicBezTo>
                  <a:cubicBezTo>
                    <a:pt x="452" y="14"/>
                    <a:pt x="452" y="14"/>
                    <a:pt x="452" y="13"/>
                  </a:cubicBezTo>
                  <a:cubicBezTo>
                    <a:pt x="452" y="13"/>
                    <a:pt x="450" y="13"/>
                    <a:pt x="449" y="13"/>
                  </a:cubicBezTo>
                  <a:cubicBezTo>
                    <a:pt x="448" y="12"/>
                    <a:pt x="447" y="12"/>
                    <a:pt x="446" y="12"/>
                  </a:cubicBezTo>
                  <a:cubicBezTo>
                    <a:pt x="445" y="12"/>
                    <a:pt x="445" y="13"/>
                    <a:pt x="444" y="13"/>
                  </a:cubicBezTo>
                  <a:close/>
                  <a:moveTo>
                    <a:pt x="1130" y="207"/>
                  </a:moveTo>
                  <a:cubicBezTo>
                    <a:pt x="1130" y="207"/>
                    <a:pt x="1131" y="207"/>
                    <a:pt x="1131" y="207"/>
                  </a:cubicBezTo>
                  <a:cubicBezTo>
                    <a:pt x="1131" y="207"/>
                    <a:pt x="1132" y="207"/>
                    <a:pt x="1133" y="206"/>
                  </a:cubicBezTo>
                  <a:cubicBezTo>
                    <a:pt x="1133" y="206"/>
                    <a:pt x="1132" y="205"/>
                    <a:pt x="1131" y="205"/>
                  </a:cubicBezTo>
                  <a:cubicBezTo>
                    <a:pt x="1131" y="204"/>
                    <a:pt x="1130" y="204"/>
                    <a:pt x="1129" y="203"/>
                  </a:cubicBezTo>
                  <a:cubicBezTo>
                    <a:pt x="1129" y="203"/>
                    <a:pt x="1128" y="203"/>
                    <a:pt x="1128" y="204"/>
                  </a:cubicBezTo>
                  <a:cubicBezTo>
                    <a:pt x="1127" y="205"/>
                    <a:pt x="1124" y="204"/>
                    <a:pt x="1124" y="205"/>
                  </a:cubicBezTo>
                  <a:cubicBezTo>
                    <a:pt x="1124" y="205"/>
                    <a:pt x="1125" y="205"/>
                    <a:pt x="1126" y="205"/>
                  </a:cubicBezTo>
                  <a:cubicBezTo>
                    <a:pt x="1126" y="205"/>
                    <a:pt x="1126" y="207"/>
                    <a:pt x="1126" y="207"/>
                  </a:cubicBezTo>
                  <a:cubicBezTo>
                    <a:pt x="1127" y="208"/>
                    <a:pt x="1128" y="209"/>
                    <a:pt x="1127" y="210"/>
                  </a:cubicBezTo>
                  <a:cubicBezTo>
                    <a:pt x="1127" y="210"/>
                    <a:pt x="1128" y="211"/>
                    <a:pt x="1128" y="211"/>
                  </a:cubicBezTo>
                  <a:cubicBezTo>
                    <a:pt x="1128" y="210"/>
                    <a:pt x="1129" y="209"/>
                    <a:pt x="1129" y="208"/>
                  </a:cubicBezTo>
                  <a:cubicBezTo>
                    <a:pt x="1129" y="208"/>
                    <a:pt x="1130" y="207"/>
                    <a:pt x="1130" y="207"/>
                  </a:cubicBezTo>
                  <a:close/>
                  <a:moveTo>
                    <a:pt x="228" y="2"/>
                  </a:moveTo>
                  <a:cubicBezTo>
                    <a:pt x="227" y="2"/>
                    <a:pt x="226" y="2"/>
                    <a:pt x="225" y="2"/>
                  </a:cubicBezTo>
                  <a:cubicBezTo>
                    <a:pt x="225" y="2"/>
                    <a:pt x="225" y="2"/>
                    <a:pt x="225" y="2"/>
                  </a:cubicBezTo>
                  <a:cubicBezTo>
                    <a:pt x="226" y="2"/>
                    <a:pt x="227" y="3"/>
                    <a:pt x="228" y="2"/>
                  </a:cubicBezTo>
                  <a:close/>
                  <a:moveTo>
                    <a:pt x="201" y="3"/>
                  </a:moveTo>
                  <a:cubicBezTo>
                    <a:pt x="202" y="3"/>
                    <a:pt x="203" y="4"/>
                    <a:pt x="205" y="4"/>
                  </a:cubicBezTo>
                  <a:cubicBezTo>
                    <a:pt x="206" y="4"/>
                    <a:pt x="207" y="4"/>
                    <a:pt x="208" y="3"/>
                  </a:cubicBezTo>
                  <a:cubicBezTo>
                    <a:pt x="206" y="3"/>
                    <a:pt x="204" y="3"/>
                    <a:pt x="202" y="3"/>
                  </a:cubicBezTo>
                  <a:cubicBezTo>
                    <a:pt x="202" y="2"/>
                    <a:pt x="201" y="3"/>
                    <a:pt x="200" y="3"/>
                  </a:cubicBezTo>
                  <a:cubicBezTo>
                    <a:pt x="199" y="3"/>
                    <a:pt x="198" y="2"/>
                    <a:pt x="198" y="3"/>
                  </a:cubicBezTo>
                  <a:cubicBezTo>
                    <a:pt x="198" y="3"/>
                    <a:pt x="197" y="3"/>
                    <a:pt x="197" y="3"/>
                  </a:cubicBezTo>
                  <a:cubicBezTo>
                    <a:pt x="198" y="3"/>
                    <a:pt x="199" y="3"/>
                    <a:pt x="201" y="3"/>
                  </a:cubicBezTo>
                  <a:close/>
                  <a:moveTo>
                    <a:pt x="193" y="8"/>
                  </a:moveTo>
                  <a:cubicBezTo>
                    <a:pt x="192" y="8"/>
                    <a:pt x="192" y="8"/>
                    <a:pt x="192" y="8"/>
                  </a:cubicBezTo>
                  <a:cubicBezTo>
                    <a:pt x="193" y="9"/>
                    <a:pt x="193" y="8"/>
                    <a:pt x="194" y="9"/>
                  </a:cubicBezTo>
                  <a:cubicBezTo>
                    <a:pt x="194" y="9"/>
                    <a:pt x="194" y="9"/>
                    <a:pt x="194" y="9"/>
                  </a:cubicBezTo>
                  <a:cubicBezTo>
                    <a:pt x="195" y="9"/>
                    <a:pt x="196" y="9"/>
                    <a:pt x="198" y="9"/>
                  </a:cubicBezTo>
                  <a:cubicBezTo>
                    <a:pt x="198" y="9"/>
                    <a:pt x="201" y="9"/>
                    <a:pt x="201" y="9"/>
                  </a:cubicBezTo>
                  <a:cubicBezTo>
                    <a:pt x="201" y="8"/>
                    <a:pt x="198" y="8"/>
                    <a:pt x="198" y="8"/>
                  </a:cubicBezTo>
                  <a:cubicBezTo>
                    <a:pt x="196" y="8"/>
                    <a:pt x="194" y="8"/>
                    <a:pt x="193" y="8"/>
                  </a:cubicBezTo>
                  <a:close/>
                  <a:moveTo>
                    <a:pt x="133" y="10"/>
                  </a:moveTo>
                  <a:cubicBezTo>
                    <a:pt x="134" y="10"/>
                    <a:pt x="136" y="9"/>
                    <a:pt x="137" y="9"/>
                  </a:cubicBezTo>
                  <a:cubicBezTo>
                    <a:pt x="137" y="10"/>
                    <a:pt x="137" y="10"/>
                    <a:pt x="137" y="10"/>
                  </a:cubicBezTo>
                  <a:cubicBezTo>
                    <a:pt x="137" y="10"/>
                    <a:pt x="138" y="10"/>
                    <a:pt x="138" y="10"/>
                  </a:cubicBezTo>
                  <a:cubicBezTo>
                    <a:pt x="139" y="10"/>
                    <a:pt x="139" y="10"/>
                    <a:pt x="140" y="10"/>
                  </a:cubicBezTo>
                  <a:cubicBezTo>
                    <a:pt x="140" y="10"/>
                    <a:pt x="140" y="10"/>
                    <a:pt x="140" y="10"/>
                  </a:cubicBezTo>
                  <a:cubicBezTo>
                    <a:pt x="140" y="10"/>
                    <a:pt x="140" y="10"/>
                    <a:pt x="141" y="10"/>
                  </a:cubicBezTo>
                  <a:cubicBezTo>
                    <a:pt x="141" y="10"/>
                    <a:pt x="141" y="10"/>
                    <a:pt x="140" y="10"/>
                  </a:cubicBezTo>
                  <a:cubicBezTo>
                    <a:pt x="141" y="9"/>
                    <a:pt x="142" y="10"/>
                    <a:pt x="143" y="9"/>
                  </a:cubicBezTo>
                  <a:cubicBezTo>
                    <a:pt x="144" y="9"/>
                    <a:pt x="144" y="10"/>
                    <a:pt x="145" y="9"/>
                  </a:cubicBezTo>
                  <a:cubicBezTo>
                    <a:pt x="145" y="9"/>
                    <a:pt x="144" y="9"/>
                    <a:pt x="144" y="9"/>
                  </a:cubicBezTo>
                  <a:cubicBezTo>
                    <a:pt x="145" y="9"/>
                    <a:pt x="145" y="9"/>
                    <a:pt x="145" y="9"/>
                  </a:cubicBezTo>
                  <a:cubicBezTo>
                    <a:pt x="145" y="9"/>
                    <a:pt x="145" y="8"/>
                    <a:pt x="145" y="8"/>
                  </a:cubicBezTo>
                  <a:cubicBezTo>
                    <a:pt x="145" y="8"/>
                    <a:pt x="145" y="8"/>
                    <a:pt x="145" y="8"/>
                  </a:cubicBezTo>
                  <a:cubicBezTo>
                    <a:pt x="145" y="8"/>
                    <a:pt x="146" y="8"/>
                    <a:pt x="147" y="8"/>
                  </a:cubicBezTo>
                  <a:cubicBezTo>
                    <a:pt x="147" y="8"/>
                    <a:pt x="147" y="8"/>
                    <a:pt x="148" y="9"/>
                  </a:cubicBezTo>
                  <a:cubicBezTo>
                    <a:pt x="148" y="9"/>
                    <a:pt x="149" y="9"/>
                    <a:pt x="150" y="9"/>
                  </a:cubicBezTo>
                  <a:cubicBezTo>
                    <a:pt x="150" y="9"/>
                    <a:pt x="153" y="9"/>
                    <a:pt x="153" y="9"/>
                  </a:cubicBezTo>
                  <a:cubicBezTo>
                    <a:pt x="153" y="9"/>
                    <a:pt x="151" y="8"/>
                    <a:pt x="151" y="8"/>
                  </a:cubicBezTo>
                  <a:cubicBezTo>
                    <a:pt x="151" y="8"/>
                    <a:pt x="151" y="8"/>
                    <a:pt x="152" y="8"/>
                  </a:cubicBezTo>
                  <a:cubicBezTo>
                    <a:pt x="150" y="7"/>
                    <a:pt x="149" y="8"/>
                    <a:pt x="147" y="8"/>
                  </a:cubicBezTo>
                  <a:cubicBezTo>
                    <a:pt x="146" y="8"/>
                    <a:pt x="144" y="7"/>
                    <a:pt x="142" y="8"/>
                  </a:cubicBezTo>
                  <a:cubicBezTo>
                    <a:pt x="142" y="8"/>
                    <a:pt x="143" y="8"/>
                    <a:pt x="143" y="8"/>
                  </a:cubicBezTo>
                  <a:cubicBezTo>
                    <a:pt x="142" y="8"/>
                    <a:pt x="140" y="8"/>
                    <a:pt x="139" y="8"/>
                  </a:cubicBezTo>
                  <a:cubicBezTo>
                    <a:pt x="139" y="8"/>
                    <a:pt x="139" y="8"/>
                    <a:pt x="139" y="8"/>
                  </a:cubicBezTo>
                  <a:cubicBezTo>
                    <a:pt x="136" y="9"/>
                    <a:pt x="133" y="9"/>
                    <a:pt x="130" y="9"/>
                  </a:cubicBezTo>
                  <a:cubicBezTo>
                    <a:pt x="130" y="9"/>
                    <a:pt x="130" y="9"/>
                    <a:pt x="130" y="9"/>
                  </a:cubicBezTo>
                  <a:cubicBezTo>
                    <a:pt x="131" y="10"/>
                    <a:pt x="132" y="9"/>
                    <a:pt x="133" y="10"/>
                  </a:cubicBezTo>
                  <a:close/>
                  <a:moveTo>
                    <a:pt x="216" y="9"/>
                  </a:moveTo>
                  <a:cubicBezTo>
                    <a:pt x="216" y="9"/>
                    <a:pt x="216" y="9"/>
                    <a:pt x="216" y="10"/>
                  </a:cubicBezTo>
                  <a:cubicBezTo>
                    <a:pt x="216" y="10"/>
                    <a:pt x="216" y="10"/>
                    <a:pt x="216" y="10"/>
                  </a:cubicBezTo>
                  <a:cubicBezTo>
                    <a:pt x="216" y="10"/>
                    <a:pt x="216" y="10"/>
                    <a:pt x="216" y="10"/>
                  </a:cubicBezTo>
                  <a:cubicBezTo>
                    <a:pt x="217" y="10"/>
                    <a:pt x="218" y="10"/>
                    <a:pt x="219" y="10"/>
                  </a:cubicBezTo>
                  <a:cubicBezTo>
                    <a:pt x="220" y="10"/>
                    <a:pt x="222" y="10"/>
                    <a:pt x="223" y="10"/>
                  </a:cubicBezTo>
                  <a:cubicBezTo>
                    <a:pt x="224" y="10"/>
                    <a:pt x="227" y="11"/>
                    <a:pt x="229" y="10"/>
                  </a:cubicBezTo>
                  <a:cubicBezTo>
                    <a:pt x="229" y="10"/>
                    <a:pt x="228" y="10"/>
                    <a:pt x="228" y="10"/>
                  </a:cubicBezTo>
                  <a:cubicBezTo>
                    <a:pt x="229" y="10"/>
                    <a:pt x="229" y="10"/>
                    <a:pt x="230" y="10"/>
                  </a:cubicBezTo>
                  <a:cubicBezTo>
                    <a:pt x="229" y="9"/>
                    <a:pt x="231" y="9"/>
                    <a:pt x="231" y="9"/>
                  </a:cubicBezTo>
                  <a:cubicBezTo>
                    <a:pt x="232" y="9"/>
                    <a:pt x="232" y="9"/>
                    <a:pt x="233" y="9"/>
                  </a:cubicBezTo>
                  <a:cubicBezTo>
                    <a:pt x="232" y="9"/>
                    <a:pt x="232" y="9"/>
                    <a:pt x="232" y="9"/>
                  </a:cubicBezTo>
                  <a:cubicBezTo>
                    <a:pt x="232" y="9"/>
                    <a:pt x="233" y="8"/>
                    <a:pt x="233" y="8"/>
                  </a:cubicBezTo>
                  <a:cubicBezTo>
                    <a:pt x="233" y="8"/>
                    <a:pt x="232" y="8"/>
                    <a:pt x="232" y="8"/>
                  </a:cubicBezTo>
                  <a:cubicBezTo>
                    <a:pt x="231" y="7"/>
                    <a:pt x="229" y="7"/>
                    <a:pt x="228" y="7"/>
                  </a:cubicBezTo>
                  <a:cubicBezTo>
                    <a:pt x="226" y="7"/>
                    <a:pt x="225" y="8"/>
                    <a:pt x="223" y="8"/>
                  </a:cubicBezTo>
                  <a:cubicBezTo>
                    <a:pt x="222" y="8"/>
                    <a:pt x="220" y="8"/>
                    <a:pt x="219" y="8"/>
                  </a:cubicBezTo>
                  <a:cubicBezTo>
                    <a:pt x="219" y="8"/>
                    <a:pt x="220" y="8"/>
                    <a:pt x="220" y="8"/>
                  </a:cubicBezTo>
                  <a:cubicBezTo>
                    <a:pt x="219" y="7"/>
                    <a:pt x="217" y="8"/>
                    <a:pt x="216" y="8"/>
                  </a:cubicBezTo>
                  <a:cubicBezTo>
                    <a:pt x="216" y="8"/>
                    <a:pt x="216" y="8"/>
                    <a:pt x="217" y="8"/>
                  </a:cubicBezTo>
                  <a:cubicBezTo>
                    <a:pt x="216" y="8"/>
                    <a:pt x="216" y="8"/>
                    <a:pt x="215" y="9"/>
                  </a:cubicBezTo>
                  <a:cubicBezTo>
                    <a:pt x="215" y="9"/>
                    <a:pt x="215" y="9"/>
                    <a:pt x="215" y="9"/>
                  </a:cubicBezTo>
                  <a:cubicBezTo>
                    <a:pt x="215" y="9"/>
                    <a:pt x="215" y="9"/>
                    <a:pt x="216" y="9"/>
                  </a:cubicBezTo>
                  <a:close/>
                  <a:moveTo>
                    <a:pt x="274" y="100"/>
                  </a:moveTo>
                  <a:cubicBezTo>
                    <a:pt x="274" y="100"/>
                    <a:pt x="274" y="100"/>
                    <a:pt x="274" y="99"/>
                  </a:cubicBezTo>
                  <a:cubicBezTo>
                    <a:pt x="273" y="99"/>
                    <a:pt x="273" y="99"/>
                    <a:pt x="272" y="99"/>
                  </a:cubicBezTo>
                  <a:cubicBezTo>
                    <a:pt x="271" y="98"/>
                    <a:pt x="270" y="98"/>
                    <a:pt x="269" y="98"/>
                  </a:cubicBezTo>
                  <a:cubicBezTo>
                    <a:pt x="269" y="98"/>
                    <a:pt x="268" y="97"/>
                    <a:pt x="268" y="97"/>
                  </a:cubicBezTo>
                  <a:cubicBezTo>
                    <a:pt x="267" y="97"/>
                    <a:pt x="267" y="97"/>
                    <a:pt x="267" y="97"/>
                  </a:cubicBezTo>
                  <a:cubicBezTo>
                    <a:pt x="266" y="97"/>
                    <a:pt x="266" y="96"/>
                    <a:pt x="266" y="96"/>
                  </a:cubicBezTo>
                  <a:cubicBezTo>
                    <a:pt x="265" y="96"/>
                    <a:pt x="265" y="96"/>
                    <a:pt x="264" y="95"/>
                  </a:cubicBezTo>
                  <a:cubicBezTo>
                    <a:pt x="263" y="95"/>
                    <a:pt x="263" y="95"/>
                    <a:pt x="262" y="94"/>
                  </a:cubicBezTo>
                  <a:cubicBezTo>
                    <a:pt x="261" y="94"/>
                    <a:pt x="260" y="95"/>
                    <a:pt x="260" y="95"/>
                  </a:cubicBezTo>
                  <a:cubicBezTo>
                    <a:pt x="260" y="96"/>
                    <a:pt x="259" y="95"/>
                    <a:pt x="258" y="96"/>
                  </a:cubicBezTo>
                  <a:cubicBezTo>
                    <a:pt x="259" y="96"/>
                    <a:pt x="261" y="96"/>
                    <a:pt x="261" y="97"/>
                  </a:cubicBezTo>
                  <a:cubicBezTo>
                    <a:pt x="260" y="97"/>
                    <a:pt x="259" y="96"/>
                    <a:pt x="258" y="96"/>
                  </a:cubicBezTo>
                  <a:cubicBezTo>
                    <a:pt x="258" y="96"/>
                    <a:pt x="259" y="97"/>
                    <a:pt x="259" y="97"/>
                  </a:cubicBezTo>
                  <a:cubicBezTo>
                    <a:pt x="259" y="97"/>
                    <a:pt x="260" y="97"/>
                    <a:pt x="260" y="98"/>
                  </a:cubicBezTo>
                  <a:cubicBezTo>
                    <a:pt x="260" y="98"/>
                    <a:pt x="260" y="98"/>
                    <a:pt x="260" y="98"/>
                  </a:cubicBezTo>
                  <a:cubicBezTo>
                    <a:pt x="261" y="98"/>
                    <a:pt x="261" y="99"/>
                    <a:pt x="261" y="99"/>
                  </a:cubicBezTo>
                  <a:cubicBezTo>
                    <a:pt x="262" y="99"/>
                    <a:pt x="263" y="99"/>
                    <a:pt x="263" y="100"/>
                  </a:cubicBezTo>
                  <a:cubicBezTo>
                    <a:pt x="264" y="100"/>
                    <a:pt x="265" y="100"/>
                    <a:pt x="265" y="100"/>
                  </a:cubicBezTo>
                  <a:cubicBezTo>
                    <a:pt x="264" y="100"/>
                    <a:pt x="264" y="100"/>
                    <a:pt x="263" y="99"/>
                  </a:cubicBezTo>
                  <a:cubicBezTo>
                    <a:pt x="264" y="99"/>
                    <a:pt x="269" y="100"/>
                    <a:pt x="268" y="101"/>
                  </a:cubicBezTo>
                  <a:cubicBezTo>
                    <a:pt x="268" y="101"/>
                    <a:pt x="268" y="101"/>
                    <a:pt x="269" y="101"/>
                  </a:cubicBezTo>
                  <a:cubicBezTo>
                    <a:pt x="269" y="102"/>
                    <a:pt x="270" y="101"/>
                    <a:pt x="271" y="102"/>
                  </a:cubicBezTo>
                  <a:cubicBezTo>
                    <a:pt x="271" y="101"/>
                    <a:pt x="272" y="101"/>
                    <a:pt x="272" y="101"/>
                  </a:cubicBezTo>
                  <a:cubicBezTo>
                    <a:pt x="273" y="102"/>
                    <a:pt x="274" y="101"/>
                    <a:pt x="275" y="101"/>
                  </a:cubicBezTo>
                  <a:cubicBezTo>
                    <a:pt x="274" y="101"/>
                    <a:pt x="275" y="100"/>
                    <a:pt x="274" y="100"/>
                  </a:cubicBezTo>
                  <a:close/>
                  <a:moveTo>
                    <a:pt x="205" y="108"/>
                  </a:moveTo>
                  <a:cubicBezTo>
                    <a:pt x="207" y="106"/>
                    <a:pt x="202" y="105"/>
                    <a:pt x="201" y="104"/>
                  </a:cubicBezTo>
                  <a:cubicBezTo>
                    <a:pt x="200" y="104"/>
                    <a:pt x="199" y="104"/>
                    <a:pt x="198" y="104"/>
                  </a:cubicBezTo>
                  <a:cubicBezTo>
                    <a:pt x="196" y="103"/>
                    <a:pt x="195" y="103"/>
                    <a:pt x="193" y="104"/>
                  </a:cubicBezTo>
                  <a:cubicBezTo>
                    <a:pt x="192" y="104"/>
                    <a:pt x="191" y="105"/>
                    <a:pt x="191" y="106"/>
                  </a:cubicBezTo>
                  <a:cubicBezTo>
                    <a:pt x="191" y="107"/>
                    <a:pt x="191" y="107"/>
                    <a:pt x="191" y="108"/>
                  </a:cubicBezTo>
                  <a:cubicBezTo>
                    <a:pt x="191" y="108"/>
                    <a:pt x="191" y="108"/>
                    <a:pt x="191" y="108"/>
                  </a:cubicBezTo>
                  <a:cubicBezTo>
                    <a:pt x="191" y="108"/>
                    <a:pt x="192" y="108"/>
                    <a:pt x="191" y="108"/>
                  </a:cubicBezTo>
                  <a:cubicBezTo>
                    <a:pt x="191" y="108"/>
                    <a:pt x="191" y="109"/>
                    <a:pt x="192" y="109"/>
                  </a:cubicBezTo>
                  <a:cubicBezTo>
                    <a:pt x="192" y="109"/>
                    <a:pt x="192" y="109"/>
                    <a:pt x="192" y="109"/>
                  </a:cubicBezTo>
                  <a:cubicBezTo>
                    <a:pt x="192" y="109"/>
                    <a:pt x="194" y="110"/>
                    <a:pt x="194" y="110"/>
                  </a:cubicBezTo>
                  <a:cubicBezTo>
                    <a:pt x="195" y="110"/>
                    <a:pt x="196" y="110"/>
                    <a:pt x="196" y="110"/>
                  </a:cubicBezTo>
                  <a:cubicBezTo>
                    <a:pt x="197" y="110"/>
                    <a:pt x="198" y="110"/>
                    <a:pt x="199" y="110"/>
                  </a:cubicBezTo>
                  <a:cubicBezTo>
                    <a:pt x="199" y="110"/>
                    <a:pt x="200" y="110"/>
                    <a:pt x="201" y="110"/>
                  </a:cubicBezTo>
                  <a:cubicBezTo>
                    <a:pt x="201" y="109"/>
                    <a:pt x="203" y="109"/>
                    <a:pt x="203" y="108"/>
                  </a:cubicBezTo>
                  <a:cubicBezTo>
                    <a:pt x="203" y="108"/>
                    <a:pt x="203" y="108"/>
                    <a:pt x="203" y="108"/>
                  </a:cubicBezTo>
                  <a:cubicBezTo>
                    <a:pt x="203" y="108"/>
                    <a:pt x="205" y="106"/>
                    <a:pt x="205" y="107"/>
                  </a:cubicBezTo>
                  <a:cubicBezTo>
                    <a:pt x="205" y="107"/>
                    <a:pt x="205" y="108"/>
                    <a:pt x="205" y="108"/>
                  </a:cubicBezTo>
                  <a:close/>
                  <a:moveTo>
                    <a:pt x="1002" y="254"/>
                  </a:moveTo>
                  <a:cubicBezTo>
                    <a:pt x="1002" y="254"/>
                    <a:pt x="1002" y="254"/>
                    <a:pt x="1002" y="254"/>
                  </a:cubicBezTo>
                  <a:cubicBezTo>
                    <a:pt x="1002" y="254"/>
                    <a:pt x="1002" y="254"/>
                    <a:pt x="1002" y="254"/>
                  </a:cubicBezTo>
                  <a:close/>
                  <a:moveTo>
                    <a:pt x="1009" y="259"/>
                  </a:moveTo>
                  <a:cubicBezTo>
                    <a:pt x="1009" y="259"/>
                    <a:pt x="1009" y="259"/>
                    <a:pt x="1009" y="259"/>
                  </a:cubicBezTo>
                  <a:cubicBezTo>
                    <a:pt x="1010" y="259"/>
                    <a:pt x="1011" y="260"/>
                    <a:pt x="1011" y="260"/>
                  </a:cubicBezTo>
                  <a:cubicBezTo>
                    <a:pt x="1011" y="260"/>
                    <a:pt x="1010" y="258"/>
                    <a:pt x="1009" y="259"/>
                  </a:cubicBezTo>
                  <a:close/>
                  <a:moveTo>
                    <a:pt x="1073" y="337"/>
                  </a:moveTo>
                  <a:cubicBezTo>
                    <a:pt x="1072" y="336"/>
                    <a:pt x="1072" y="335"/>
                    <a:pt x="1071" y="334"/>
                  </a:cubicBezTo>
                  <a:cubicBezTo>
                    <a:pt x="1071" y="334"/>
                    <a:pt x="1070" y="333"/>
                    <a:pt x="1070" y="333"/>
                  </a:cubicBezTo>
                  <a:cubicBezTo>
                    <a:pt x="1069" y="333"/>
                    <a:pt x="1070" y="333"/>
                    <a:pt x="1069" y="333"/>
                  </a:cubicBezTo>
                  <a:cubicBezTo>
                    <a:pt x="1069" y="333"/>
                    <a:pt x="1068" y="333"/>
                    <a:pt x="1067" y="333"/>
                  </a:cubicBezTo>
                  <a:cubicBezTo>
                    <a:pt x="1067" y="333"/>
                    <a:pt x="1068" y="333"/>
                    <a:pt x="1069" y="334"/>
                  </a:cubicBezTo>
                  <a:cubicBezTo>
                    <a:pt x="1069" y="334"/>
                    <a:pt x="1070" y="334"/>
                    <a:pt x="1070" y="334"/>
                  </a:cubicBezTo>
                  <a:cubicBezTo>
                    <a:pt x="1070" y="334"/>
                    <a:pt x="1069" y="334"/>
                    <a:pt x="1069" y="334"/>
                  </a:cubicBezTo>
                  <a:cubicBezTo>
                    <a:pt x="1068" y="334"/>
                    <a:pt x="1068" y="334"/>
                    <a:pt x="1067" y="334"/>
                  </a:cubicBezTo>
                  <a:cubicBezTo>
                    <a:pt x="1067" y="333"/>
                    <a:pt x="1067" y="333"/>
                    <a:pt x="1067" y="333"/>
                  </a:cubicBezTo>
                  <a:cubicBezTo>
                    <a:pt x="1067" y="332"/>
                    <a:pt x="1067" y="333"/>
                    <a:pt x="1067" y="332"/>
                  </a:cubicBezTo>
                  <a:cubicBezTo>
                    <a:pt x="1066" y="332"/>
                    <a:pt x="1065" y="331"/>
                    <a:pt x="1064" y="330"/>
                  </a:cubicBezTo>
                  <a:cubicBezTo>
                    <a:pt x="1064" y="329"/>
                    <a:pt x="1063" y="329"/>
                    <a:pt x="1062" y="328"/>
                  </a:cubicBezTo>
                  <a:cubicBezTo>
                    <a:pt x="1061" y="327"/>
                    <a:pt x="1060" y="327"/>
                    <a:pt x="1059" y="326"/>
                  </a:cubicBezTo>
                  <a:cubicBezTo>
                    <a:pt x="1059" y="326"/>
                    <a:pt x="1059" y="326"/>
                    <a:pt x="1058" y="326"/>
                  </a:cubicBezTo>
                  <a:cubicBezTo>
                    <a:pt x="1058" y="325"/>
                    <a:pt x="1058" y="325"/>
                    <a:pt x="1057" y="325"/>
                  </a:cubicBezTo>
                  <a:cubicBezTo>
                    <a:pt x="1055" y="323"/>
                    <a:pt x="1054" y="321"/>
                    <a:pt x="1053" y="319"/>
                  </a:cubicBezTo>
                  <a:cubicBezTo>
                    <a:pt x="1052" y="316"/>
                    <a:pt x="1051" y="314"/>
                    <a:pt x="1050" y="311"/>
                  </a:cubicBezTo>
                  <a:cubicBezTo>
                    <a:pt x="1050" y="310"/>
                    <a:pt x="1049" y="310"/>
                    <a:pt x="1049" y="309"/>
                  </a:cubicBezTo>
                  <a:cubicBezTo>
                    <a:pt x="1049" y="308"/>
                    <a:pt x="1049" y="307"/>
                    <a:pt x="1049" y="307"/>
                  </a:cubicBezTo>
                  <a:cubicBezTo>
                    <a:pt x="1050" y="306"/>
                    <a:pt x="1052" y="307"/>
                    <a:pt x="1053" y="306"/>
                  </a:cubicBezTo>
                  <a:cubicBezTo>
                    <a:pt x="1052" y="306"/>
                    <a:pt x="1051" y="306"/>
                    <a:pt x="1050" y="306"/>
                  </a:cubicBezTo>
                  <a:cubicBezTo>
                    <a:pt x="1050" y="306"/>
                    <a:pt x="1049" y="306"/>
                    <a:pt x="1049" y="305"/>
                  </a:cubicBezTo>
                  <a:cubicBezTo>
                    <a:pt x="1050" y="305"/>
                    <a:pt x="1051" y="306"/>
                    <a:pt x="1051" y="306"/>
                  </a:cubicBezTo>
                  <a:cubicBezTo>
                    <a:pt x="1052" y="306"/>
                    <a:pt x="1053" y="306"/>
                    <a:pt x="1053" y="306"/>
                  </a:cubicBezTo>
                  <a:cubicBezTo>
                    <a:pt x="1053" y="306"/>
                    <a:pt x="1054" y="306"/>
                    <a:pt x="1054" y="306"/>
                  </a:cubicBezTo>
                  <a:cubicBezTo>
                    <a:pt x="1055" y="307"/>
                    <a:pt x="1056" y="307"/>
                    <a:pt x="1057" y="307"/>
                  </a:cubicBezTo>
                  <a:cubicBezTo>
                    <a:pt x="1058" y="307"/>
                    <a:pt x="1060" y="308"/>
                    <a:pt x="1061" y="309"/>
                  </a:cubicBezTo>
                  <a:cubicBezTo>
                    <a:pt x="1062" y="310"/>
                    <a:pt x="1064" y="310"/>
                    <a:pt x="1065" y="311"/>
                  </a:cubicBezTo>
                  <a:cubicBezTo>
                    <a:pt x="1065" y="312"/>
                    <a:pt x="1066" y="314"/>
                    <a:pt x="1067" y="313"/>
                  </a:cubicBezTo>
                  <a:cubicBezTo>
                    <a:pt x="1067" y="313"/>
                    <a:pt x="1066" y="312"/>
                    <a:pt x="1066" y="312"/>
                  </a:cubicBezTo>
                  <a:cubicBezTo>
                    <a:pt x="1065" y="311"/>
                    <a:pt x="1065" y="311"/>
                    <a:pt x="1064" y="310"/>
                  </a:cubicBezTo>
                  <a:cubicBezTo>
                    <a:pt x="1062" y="310"/>
                    <a:pt x="1061" y="309"/>
                    <a:pt x="1060" y="308"/>
                  </a:cubicBezTo>
                  <a:cubicBezTo>
                    <a:pt x="1058" y="306"/>
                    <a:pt x="1057" y="305"/>
                    <a:pt x="1056" y="304"/>
                  </a:cubicBezTo>
                  <a:cubicBezTo>
                    <a:pt x="1055" y="303"/>
                    <a:pt x="1055" y="303"/>
                    <a:pt x="1054" y="302"/>
                  </a:cubicBezTo>
                  <a:cubicBezTo>
                    <a:pt x="1053" y="302"/>
                    <a:pt x="1053" y="301"/>
                    <a:pt x="1052" y="300"/>
                  </a:cubicBezTo>
                  <a:cubicBezTo>
                    <a:pt x="1050" y="299"/>
                    <a:pt x="1049" y="297"/>
                    <a:pt x="1047" y="296"/>
                  </a:cubicBezTo>
                  <a:cubicBezTo>
                    <a:pt x="1046" y="295"/>
                    <a:pt x="1045" y="294"/>
                    <a:pt x="1044" y="293"/>
                  </a:cubicBezTo>
                  <a:cubicBezTo>
                    <a:pt x="1042" y="292"/>
                    <a:pt x="1041" y="290"/>
                    <a:pt x="1039" y="289"/>
                  </a:cubicBezTo>
                  <a:cubicBezTo>
                    <a:pt x="1038" y="287"/>
                    <a:pt x="1037" y="286"/>
                    <a:pt x="1036" y="285"/>
                  </a:cubicBezTo>
                  <a:cubicBezTo>
                    <a:pt x="1036" y="285"/>
                    <a:pt x="1037" y="286"/>
                    <a:pt x="1036" y="286"/>
                  </a:cubicBezTo>
                  <a:cubicBezTo>
                    <a:pt x="1036" y="286"/>
                    <a:pt x="1036" y="286"/>
                    <a:pt x="1036" y="285"/>
                  </a:cubicBezTo>
                  <a:cubicBezTo>
                    <a:pt x="1035" y="285"/>
                    <a:pt x="1035" y="285"/>
                    <a:pt x="1034" y="285"/>
                  </a:cubicBezTo>
                  <a:cubicBezTo>
                    <a:pt x="1035" y="284"/>
                    <a:pt x="1035" y="284"/>
                    <a:pt x="1035" y="285"/>
                  </a:cubicBezTo>
                  <a:cubicBezTo>
                    <a:pt x="1035" y="284"/>
                    <a:pt x="1034" y="283"/>
                    <a:pt x="1033" y="283"/>
                  </a:cubicBezTo>
                  <a:cubicBezTo>
                    <a:pt x="1033" y="282"/>
                    <a:pt x="1032" y="282"/>
                    <a:pt x="1032" y="282"/>
                  </a:cubicBezTo>
                  <a:cubicBezTo>
                    <a:pt x="1032" y="282"/>
                    <a:pt x="1033" y="283"/>
                    <a:pt x="1033" y="283"/>
                  </a:cubicBezTo>
                  <a:cubicBezTo>
                    <a:pt x="1032" y="283"/>
                    <a:pt x="1031" y="283"/>
                    <a:pt x="1031" y="282"/>
                  </a:cubicBezTo>
                  <a:cubicBezTo>
                    <a:pt x="1031" y="282"/>
                    <a:pt x="1030" y="281"/>
                    <a:pt x="1031" y="281"/>
                  </a:cubicBezTo>
                  <a:cubicBezTo>
                    <a:pt x="1030" y="280"/>
                    <a:pt x="1029" y="279"/>
                    <a:pt x="1029" y="279"/>
                  </a:cubicBezTo>
                  <a:cubicBezTo>
                    <a:pt x="1029" y="279"/>
                    <a:pt x="1029" y="279"/>
                    <a:pt x="1029" y="279"/>
                  </a:cubicBezTo>
                  <a:cubicBezTo>
                    <a:pt x="1028" y="279"/>
                    <a:pt x="1027" y="278"/>
                    <a:pt x="1027" y="278"/>
                  </a:cubicBezTo>
                  <a:cubicBezTo>
                    <a:pt x="1027" y="277"/>
                    <a:pt x="1026" y="277"/>
                    <a:pt x="1025" y="276"/>
                  </a:cubicBezTo>
                  <a:cubicBezTo>
                    <a:pt x="1026" y="276"/>
                    <a:pt x="1026" y="276"/>
                    <a:pt x="1026" y="276"/>
                  </a:cubicBezTo>
                  <a:cubicBezTo>
                    <a:pt x="1026" y="276"/>
                    <a:pt x="1025" y="275"/>
                    <a:pt x="1024" y="274"/>
                  </a:cubicBezTo>
                  <a:cubicBezTo>
                    <a:pt x="1024" y="275"/>
                    <a:pt x="1024" y="274"/>
                    <a:pt x="1024" y="273"/>
                  </a:cubicBezTo>
                  <a:cubicBezTo>
                    <a:pt x="1023" y="273"/>
                    <a:pt x="1023" y="272"/>
                    <a:pt x="1023" y="271"/>
                  </a:cubicBezTo>
                  <a:cubicBezTo>
                    <a:pt x="1023" y="271"/>
                    <a:pt x="1024" y="273"/>
                    <a:pt x="1024" y="273"/>
                  </a:cubicBezTo>
                  <a:cubicBezTo>
                    <a:pt x="1023" y="273"/>
                    <a:pt x="1024" y="274"/>
                    <a:pt x="1025" y="274"/>
                  </a:cubicBezTo>
                  <a:cubicBezTo>
                    <a:pt x="1025" y="273"/>
                    <a:pt x="1024" y="272"/>
                    <a:pt x="1023" y="271"/>
                  </a:cubicBezTo>
                  <a:cubicBezTo>
                    <a:pt x="1022" y="270"/>
                    <a:pt x="1021" y="269"/>
                    <a:pt x="1020" y="268"/>
                  </a:cubicBezTo>
                  <a:cubicBezTo>
                    <a:pt x="1020" y="268"/>
                    <a:pt x="1021" y="268"/>
                    <a:pt x="1021" y="269"/>
                  </a:cubicBezTo>
                  <a:cubicBezTo>
                    <a:pt x="1019" y="268"/>
                    <a:pt x="1017" y="266"/>
                    <a:pt x="1016" y="265"/>
                  </a:cubicBezTo>
                  <a:cubicBezTo>
                    <a:pt x="1016" y="265"/>
                    <a:pt x="1016" y="265"/>
                    <a:pt x="1015" y="264"/>
                  </a:cubicBezTo>
                  <a:cubicBezTo>
                    <a:pt x="1015" y="264"/>
                    <a:pt x="1015" y="263"/>
                    <a:pt x="1016" y="263"/>
                  </a:cubicBezTo>
                  <a:cubicBezTo>
                    <a:pt x="1016" y="264"/>
                    <a:pt x="1016" y="264"/>
                    <a:pt x="1016" y="265"/>
                  </a:cubicBezTo>
                  <a:cubicBezTo>
                    <a:pt x="1017" y="265"/>
                    <a:pt x="1018" y="265"/>
                    <a:pt x="1018" y="266"/>
                  </a:cubicBezTo>
                  <a:cubicBezTo>
                    <a:pt x="1019" y="267"/>
                    <a:pt x="1020" y="268"/>
                    <a:pt x="1021" y="269"/>
                  </a:cubicBezTo>
                  <a:cubicBezTo>
                    <a:pt x="1020" y="267"/>
                    <a:pt x="1018" y="266"/>
                    <a:pt x="1017" y="264"/>
                  </a:cubicBezTo>
                  <a:cubicBezTo>
                    <a:pt x="1016" y="264"/>
                    <a:pt x="1016" y="264"/>
                    <a:pt x="1016" y="263"/>
                  </a:cubicBezTo>
                  <a:cubicBezTo>
                    <a:pt x="1015" y="263"/>
                    <a:pt x="1015" y="263"/>
                    <a:pt x="1015" y="263"/>
                  </a:cubicBezTo>
                  <a:cubicBezTo>
                    <a:pt x="1015" y="263"/>
                    <a:pt x="1014" y="262"/>
                    <a:pt x="1014" y="262"/>
                  </a:cubicBezTo>
                  <a:cubicBezTo>
                    <a:pt x="1014" y="262"/>
                    <a:pt x="1013" y="261"/>
                    <a:pt x="1013" y="261"/>
                  </a:cubicBezTo>
                  <a:cubicBezTo>
                    <a:pt x="1012" y="262"/>
                    <a:pt x="1012" y="261"/>
                    <a:pt x="1012" y="261"/>
                  </a:cubicBezTo>
                  <a:cubicBezTo>
                    <a:pt x="1012" y="261"/>
                    <a:pt x="1011" y="260"/>
                    <a:pt x="1011" y="260"/>
                  </a:cubicBezTo>
                  <a:cubicBezTo>
                    <a:pt x="1011" y="260"/>
                    <a:pt x="1009" y="259"/>
                    <a:pt x="1009" y="259"/>
                  </a:cubicBezTo>
                  <a:cubicBezTo>
                    <a:pt x="1009" y="258"/>
                    <a:pt x="1008" y="258"/>
                    <a:pt x="1008" y="258"/>
                  </a:cubicBezTo>
                  <a:cubicBezTo>
                    <a:pt x="1009" y="257"/>
                    <a:pt x="1008" y="256"/>
                    <a:pt x="1007" y="255"/>
                  </a:cubicBezTo>
                  <a:cubicBezTo>
                    <a:pt x="1007" y="255"/>
                    <a:pt x="1006" y="254"/>
                    <a:pt x="1005" y="254"/>
                  </a:cubicBezTo>
                  <a:cubicBezTo>
                    <a:pt x="1005" y="254"/>
                    <a:pt x="1003" y="252"/>
                    <a:pt x="1002" y="252"/>
                  </a:cubicBezTo>
                  <a:cubicBezTo>
                    <a:pt x="1002" y="253"/>
                    <a:pt x="1003" y="254"/>
                    <a:pt x="1003" y="254"/>
                  </a:cubicBezTo>
                  <a:cubicBezTo>
                    <a:pt x="1003" y="254"/>
                    <a:pt x="1003" y="254"/>
                    <a:pt x="1003" y="254"/>
                  </a:cubicBezTo>
                  <a:cubicBezTo>
                    <a:pt x="1004" y="255"/>
                    <a:pt x="1002" y="254"/>
                    <a:pt x="1002" y="254"/>
                  </a:cubicBezTo>
                  <a:cubicBezTo>
                    <a:pt x="1002" y="254"/>
                    <a:pt x="1002" y="254"/>
                    <a:pt x="1001" y="254"/>
                  </a:cubicBezTo>
                  <a:cubicBezTo>
                    <a:pt x="1001" y="254"/>
                    <a:pt x="1000" y="254"/>
                    <a:pt x="1000" y="254"/>
                  </a:cubicBezTo>
                  <a:cubicBezTo>
                    <a:pt x="1001" y="254"/>
                    <a:pt x="1003" y="255"/>
                    <a:pt x="1004" y="256"/>
                  </a:cubicBezTo>
                  <a:cubicBezTo>
                    <a:pt x="1005" y="257"/>
                    <a:pt x="1006" y="257"/>
                    <a:pt x="1007" y="258"/>
                  </a:cubicBezTo>
                  <a:cubicBezTo>
                    <a:pt x="1007" y="258"/>
                    <a:pt x="1008" y="260"/>
                    <a:pt x="1008" y="260"/>
                  </a:cubicBezTo>
                  <a:cubicBezTo>
                    <a:pt x="1008" y="260"/>
                    <a:pt x="1007" y="258"/>
                    <a:pt x="1008" y="258"/>
                  </a:cubicBezTo>
                  <a:cubicBezTo>
                    <a:pt x="1008" y="258"/>
                    <a:pt x="1009" y="259"/>
                    <a:pt x="1009" y="260"/>
                  </a:cubicBezTo>
                  <a:cubicBezTo>
                    <a:pt x="1010" y="261"/>
                    <a:pt x="1009" y="260"/>
                    <a:pt x="1008" y="260"/>
                  </a:cubicBezTo>
                  <a:cubicBezTo>
                    <a:pt x="1007" y="260"/>
                    <a:pt x="1007" y="261"/>
                    <a:pt x="1008" y="261"/>
                  </a:cubicBezTo>
                  <a:cubicBezTo>
                    <a:pt x="1009" y="262"/>
                    <a:pt x="1010" y="261"/>
                    <a:pt x="1010" y="262"/>
                  </a:cubicBezTo>
                  <a:cubicBezTo>
                    <a:pt x="1009" y="262"/>
                    <a:pt x="1010" y="262"/>
                    <a:pt x="1010" y="263"/>
                  </a:cubicBezTo>
                  <a:cubicBezTo>
                    <a:pt x="1010" y="264"/>
                    <a:pt x="1008" y="264"/>
                    <a:pt x="1008" y="263"/>
                  </a:cubicBezTo>
                  <a:cubicBezTo>
                    <a:pt x="1007" y="263"/>
                    <a:pt x="1007" y="262"/>
                    <a:pt x="1006" y="262"/>
                  </a:cubicBezTo>
                  <a:cubicBezTo>
                    <a:pt x="1005" y="262"/>
                    <a:pt x="1005" y="262"/>
                    <a:pt x="1004" y="263"/>
                  </a:cubicBezTo>
                  <a:cubicBezTo>
                    <a:pt x="1004" y="264"/>
                    <a:pt x="1004" y="264"/>
                    <a:pt x="1005" y="264"/>
                  </a:cubicBezTo>
                  <a:cubicBezTo>
                    <a:pt x="1005" y="265"/>
                    <a:pt x="1006" y="266"/>
                    <a:pt x="1007" y="266"/>
                  </a:cubicBezTo>
                  <a:cubicBezTo>
                    <a:pt x="1008" y="266"/>
                    <a:pt x="1008" y="267"/>
                    <a:pt x="1009" y="268"/>
                  </a:cubicBezTo>
                  <a:cubicBezTo>
                    <a:pt x="1009" y="268"/>
                    <a:pt x="1009" y="269"/>
                    <a:pt x="1010" y="270"/>
                  </a:cubicBezTo>
                  <a:cubicBezTo>
                    <a:pt x="1010" y="271"/>
                    <a:pt x="1011" y="271"/>
                    <a:pt x="1011" y="272"/>
                  </a:cubicBezTo>
                  <a:cubicBezTo>
                    <a:pt x="1012" y="273"/>
                    <a:pt x="1011" y="274"/>
                    <a:pt x="1012" y="274"/>
                  </a:cubicBezTo>
                  <a:cubicBezTo>
                    <a:pt x="1012" y="275"/>
                    <a:pt x="1013" y="275"/>
                    <a:pt x="1013" y="276"/>
                  </a:cubicBezTo>
                  <a:cubicBezTo>
                    <a:pt x="1014" y="277"/>
                    <a:pt x="1014" y="277"/>
                    <a:pt x="1014" y="278"/>
                  </a:cubicBezTo>
                  <a:cubicBezTo>
                    <a:pt x="1015" y="278"/>
                    <a:pt x="1015" y="278"/>
                    <a:pt x="1015" y="279"/>
                  </a:cubicBezTo>
                  <a:cubicBezTo>
                    <a:pt x="1016" y="279"/>
                    <a:pt x="1017" y="279"/>
                    <a:pt x="1017" y="280"/>
                  </a:cubicBezTo>
                  <a:cubicBezTo>
                    <a:pt x="1017" y="280"/>
                    <a:pt x="1018" y="280"/>
                    <a:pt x="1018" y="281"/>
                  </a:cubicBezTo>
                  <a:cubicBezTo>
                    <a:pt x="1018" y="281"/>
                    <a:pt x="1017" y="281"/>
                    <a:pt x="1017" y="280"/>
                  </a:cubicBezTo>
                  <a:cubicBezTo>
                    <a:pt x="1018" y="281"/>
                    <a:pt x="1019" y="281"/>
                    <a:pt x="1019" y="282"/>
                  </a:cubicBezTo>
                  <a:cubicBezTo>
                    <a:pt x="1021" y="282"/>
                    <a:pt x="1022" y="283"/>
                    <a:pt x="1023" y="284"/>
                  </a:cubicBezTo>
                  <a:cubicBezTo>
                    <a:pt x="1025" y="285"/>
                    <a:pt x="1026" y="286"/>
                    <a:pt x="1027" y="287"/>
                  </a:cubicBezTo>
                  <a:cubicBezTo>
                    <a:pt x="1028" y="288"/>
                    <a:pt x="1028" y="289"/>
                    <a:pt x="1028" y="289"/>
                  </a:cubicBezTo>
                  <a:cubicBezTo>
                    <a:pt x="1028" y="290"/>
                    <a:pt x="1028" y="291"/>
                    <a:pt x="1029" y="291"/>
                  </a:cubicBezTo>
                  <a:cubicBezTo>
                    <a:pt x="1029" y="293"/>
                    <a:pt x="1030" y="294"/>
                    <a:pt x="1032" y="295"/>
                  </a:cubicBezTo>
                  <a:cubicBezTo>
                    <a:pt x="1033" y="296"/>
                    <a:pt x="1034" y="298"/>
                    <a:pt x="1035" y="299"/>
                  </a:cubicBezTo>
                  <a:cubicBezTo>
                    <a:pt x="1036" y="301"/>
                    <a:pt x="1037" y="302"/>
                    <a:pt x="1038" y="303"/>
                  </a:cubicBezTo>
                  <a:cubicBezTo>
                    <a:pt x="1039" y="304"/>
                    <a:pt x="1039" y="305"/>
                    <a:pt x="1039" y="306"/>
                  </a:cubicBezTo>
                  <a:cubicBezTo>
                    <a:pt x="1040" y="307"/>
                    <a:pt x="1040" y="307"/>
                    <a:pt x="1041" y="308"/>
                  </a:cubicBezTo>
                  <a:cubicBezTo>
                    <a:pt x="1041" y="309"/>
                    <a:pt x="1042" y="310"/>
                    <a:pt x="1042" y="312"/>
                  </a:cubicBezTo>
                  <a:cubicBezTo>
                    <a:pt x="1042" y="313"/>
                    <a:pt x="1045" y="315"/>
                    <a:pt x="1045" y="316"/>
                  </a:cubicBezTo>
                  <a:cubicBezTo>
                    <a:pt x="1047" y="317"/>
                    <a:pt x="1048" y="317"/>
                    <a:pt x="1049" y="319"/>
                  </a:cubicBezTo>
                  <a:cubicBezTo>
                    <a:pt x="1050" y="319"/>
                    <a:pt x="1051" y="320"/>
                    <a:pt x="1051" y="321"/>
                  </a:cubicBezTo>
                  <a:cubicBezTo>
                    <a:pt x="1051" y="322"/>
                    <a:pt x="1051" y="322"/>
                    <a:pt x="1051" y="323"/>
                  </a:cubicBezTo>
                  <a:cubicBezTo>
                    <a:pt x="1051" y="325"/>
                    <a:pt x="1052" y="326"/>
                    <a:pt x="1053" y="327"/>
                  </a:cubicBezTo>
                  <a:cubicBezTo>
                    <a:pt x="1054" y="329"/>
                    <a:pt x="1056" y="329"/>
                    <a:pt x="1056" y="331"/>
                  </a:cubicBezTo>
                  <a:cubicBezTo>
                    <a:pt x="1057" y="333"/>
                    <a:pt x="1057" y="335"/>
                    <a:pt x="1058" y="336"/>
                  </a:cubicBezTo>
                  <a:cubicBezTo>
                    <a:pt x="1059" y="337"/>
                    <a:pt x="1060" y="339"/>
                    <a:pt x="1061" y="340"/>
                  </a:cubicBezTo>
                  <a:cubicBezTo>
                    <a:pt x="1062" y="341"/>
                    <a:pt x="1063" y="342"/>
                    <a:pt x="1064" y="343"/>
                  </a:cubicBezTo>
                  <a:cubicBezTo>
                    <a:pt x="1064" y="342"/>
                    <a:pt x="1064" y="342"/>
                    <a:pt x="1064" y="342"/>
                  </a:cubicBezTo>
                  <a:cubicBezTo>
                    <a:pt x="1064" y="342"/>
                    <a:pt x="1064" y="342"/>
                    <a:pt x="1064" y="342"/>
                  </a:cubicBezTo>
                  <a:cubicBezTo>
                    <a:pt x="1064" y="341"/>
                    <a:pt x="1064" y="341"/>
                    <a:pt x="1064" y="340"/>
                  </a:cubicBezTo>
                  <a:cubicBezTo>
                    <a:pt x="1064" y="339"/>
                    <a:pt x="1063" y="338"/>
                    <a:pt x="1063" y="337"/>
                  </a:cubicBezTo>
                  <a:cubicBezTo>
                    <a:pt x="1063" y="337"/>
                    <a:pt x="1062" y="335"/>
                    <a:pt x="1063" y="334"/>
                  </a:cubicBezTo>
                  <a:cubicBezTo>
                    <a:pt x="1063" y="334"/>
                    <a:pt x="1063" y="334"/>
                    <a:pt x="1064" y="334"/>
                  </a:cubicBezTo>
                  <a:cubicBezTo>
                    <a:pt x="1064" y="334"/>
                    <a:pt x="1064" y="334"/>
                    <a:pt x="1064" y="334"/>
                  </a:cubicBezTo>
                  <a:cubicBezTo>
                    <a:pt x="1065" y="334"/>
                    <a:pt x="1065" y="335"/>
                    <a:pt x="1066" y="335"/>
                  </a:cubicBezTo>
                  <a:cubicBezTo>
                    <a:pt x="1066" y="335"/>
                    <a:pt x="1068" y="335"/>
                    <a:pt x="1068" y="335"/>
                  </a:cubicBezTo>
                  <a:cubicBezTo>
                    <a:pt x="1069" y="335"/>
                    <a:pt x="1070" y="336"/>
                    <a:pt x="1071" y="336"/>
                  </a:cubicBezTo>
                  <a:cubicBezTo>
                    <a:pt x="1070" y="336"/>
                    <a:pt x="1070" y="336"/>
                    <a:pt x="1070" y="336"/>
                  </a:cubicBezTo>
                  <a:cubicBezTo>
                    <a:pt x="1071" y="336"/>
                    <a:pt x="1071" y="336"/>
                    <a:pt x="1071" y="336"/>
                  </a:cubicBezTo>
                  <a:cubicBezTo>
                    <a:pt x="1071" y="336"/>
                    <a:pt x="1071" y="337"/>
                    <a:pt x="1071" y="336"/>
                  </a:cubicBezTo>
                  <a:cubicBezTo>
                    <a:pt x="1072" y="337"/>
                    <a:pt x="1073" y="338"/>
                    <a:pt x="1073" y="339"/>
                  </a:cubicBezTo>
                  <a:cubicBezTo>
                    <a:pt x="1074" y="340"/>
                    <a:pt x="1074" y="341"/>
                    <a:pt x="1075" y="341"/>
                  </a:cubicBezTo>
                  <a:cubicBezTo>
                    <a:pt x="1075" y="340"/>
                    <a:pt x="1074" y="339"/>
                    <a:pt x="1074" y="338"/>
                  </a:cubicBezTo>
                  <a:cubicBezTo>
                    <a:pt x="1074" y="337"/>
                    <a:pt x="1074" y="337"/>
                    <a:pt x="1073" y="337"/>
                  </a:cubicBezTo>
                  <a:close/>
                  <a:moveTo>
                    <a:pt x="399" y="6"/>
                  </a:moveTo>
                  <a:cubicBezTo>
                    <a:pt x="400" y="6"/>
                    <a:pt x="401" y="6"/>
                    <a:pt x="402" y="6"/>
                  </a:cubicBezTo>
                  <a:cubicBezTo>
                    <a:pt x="403" y="6"/>
                    <a:pt x="403" y="6"/>
                    <a:pt x="404" y="5"/>
                  </a:cubicBezTo>
                  <a:cubicBezTo>
                    <a:pt x="403" y="5"/>
                    <a:pt x="401" y="5"/>
                    <a:pt x="400" y="5"/>
                  </a:cubicBezTo>
                  <a:cubicBezTo>
                    <a:pt x="398" y="5"/>
                    <a:pt x="396" y="4"/>
                    <a:pt x="395" y="5"/>
                  </a:cubicBezTo>
                  <a:cubicBezTo>
                    <a:pt x="394" y="5"/>
                    <a:pt x="394" y="5"/>
                    <a:pt x="394" y="5"/>
                  </a:cubicBezTo>
                  <a:cubicBezTo>
                    <a:pt x="395" y="6"/>
                    <a:pt x="397" y="6"/>
                    <a:pt x="399" y="6"/>
                  </a:cubicBezTo>
                  <a:close/>
                  <a:moveTo>
                    <a:pt x="26" y="248"/>
                  </a:moveTo>
                  <a:cubicBezTo>
                    <a:pt x="26" y="247"/>
                    <a:pt x="25" y="247"/>
                    <a:pt x="24" y="247"/>
                  </a:cubicBezTo>
                  <a:cubicBezTo>
                    <a:pt x="24" y="246"/>
                    <a:pt x="24" y="245"/>
                    <a:pt x="23" y="246"/>
                  </a:cubicBezTo>
                  <a:cubicBezTo>
                    <a:pt x="22" y="246"/>
                    <a:pt x="21" y="245"/>
                    <a:pt x="20" y="246"/>
                  </a:cubicBezTo>
                  <a:cubicBezTo>
                    <a:pt x="20" y="246"/>
                    <a:pt x="19" y="246"/>
                    <a:pt x="19" y="246"/>
                  </a:cubicBezTo>
                  <a:cubicBezTo>
                    <a:pt x="19" y="245"/>
                    <a:pt x="18" y="245"/>
                    <a:pt x="18" y="245"/>
                  </a:cubicBezTo>
                  <a:cubicBezTo>
                    <a:pt x="17" y="245"/>
                    <a:pt x="17" y="245"/>
                    <a:pt x="16" y="245"/>
                  </a:cubicBezTo>
                  <a:cubicBezTo>
                    <a:pt x="16" y="244"/>
                    <a:pt x="15" y="244"/>
                    <a:pt x="15" y="244"/>
                  </a:cubicBezTo>
                  <a:cubicBezTo>
                    <a:pt x="14" y="244"/>
                    <a:pt x="14" y="243"/>
                    <a:pt x="13" y="244"/>
                  </a:cubicBezTo>
                  <a:cubicBezTo>
                    <a:pt x="13" y="244"/>
                    <a:pt x="12" y="244"/>
                    <a:pt x="12" y="244"/>
                  </a:cubicBezTo>
                  <a:cubicBezTo>
                    <a:pt x="12" y="245"/>
                    <a:pt x="12" y="246"/>
                    <a:pt x="12" y="246"/>
                  </a:cubicBezTo>
                  <a:cubicBezTo>
                    <a:pt x="13" y="247"/>
                    <a:pt x="13" y="247"/>
                    <a:pt x="12" y="247"/>
                  </a:cubicBezTo>
                  <a:cubicBezTo>
                    <a:pt x="11" y="247"/>
                    <a:pt x="10" y="248"/>
                    <a:pt x="10" y="247"/>
                  </a:cubicBezTo>
                  <a:cubicBezTo>
                    <a:pt x="9" y="247"/>
                    <a:pt x="8" y="247"/>
                    <a:pt x="7" y="247"/>
                  </a:cubicBezTo>
                  <a:cubicBezTo>
                    <a:pt x="6" y="247"/>
                    <a:pt x="7" y="246"/>
                    <a:pt x="8" y="246"/>
                  </a:cubicBezTo>
                  <a:cubicBezTo>
                    <a:pt x="8" y="246"/>
                    <a:pt x="9" y="245"/>
                    <a:pt x="10" y="244"/>
                  </a:cubicBezTo>
                  <a:cubicBezTo>
                    <a:pt x="10" y="244"/>
                    <a:pt x="11" y="243"/>
                    <a:pt x="10" y="243"/>
                  </a:cubicBezTo>
                  <a:cubicBezTo>
                    <a:pt x="9" y="244"/>
                    <a:pt x="8" y="246"/>
                    <a:pt x="7" y="246"/>
                  </a:cubicBezTo>
                  <a:cubicBezTo>
                    <a:pt x="6" y="247"/>
                    <a:pt x="4" y="247"/>
                    <a:pt x="3" y="247"/>
                  </a:cubicBezTo>
                  <a:cubicBezTo>
                    <a:pt x="3" y="247"/>
                    <a:pt x="2" y="247"/>
                    <a:pt x="2" y="247"/>
                  </a:cubicBezTo>
                  <a:cubicBezTo>
                    <a:pt x="2" y="248"/>
                    <a:pt x="2" y="248"/>
                    <a:pt x="2" y="249"/>
                  </a:cubicBezTo>
                  <a:cubicBezTo>
                    <a:pt x="2" y="250"/>
                    <a:pt x="1" y="251"/>
                    <a:pt x="0" y="252"/>
                  </a:cubicBezTo>
                  <a:cubicBezTo>
                    <a:pt x="1" y="252"/>
                    <a:pt x="1" y="250"/>
                    <a:pt x="2" y="250"/>
                  </a:cubicBezTo>
                  <a:cubicBezTo>
                    <a:pt x="2" y="250"/>
                    <a:pt x="2" y="249"/>
                    <a:pt x="3" y="249"/>
                  </a:cubicBezTo>
                  <a:cubicBezTo>
                    <a:pt x="3" y="249"/>
                    <a:pt x="3" y="250"/>
                    <a:pt x="3" y="250"/>
                  </a:cubicBezTo>
                  <a:cubicBezTo>
                    <a:pt x="4" y="250"/>
                    <a:pt x="4" y="250"/>
                    <a:pt x="4" y="250"/>
                  </a:cubicBezTo>
                  <a:cubicBezTo>
                    <a:pt x="5" y="250"/>
                    <a:pt x="5" y="250"/>
                    <a:pt x="6" y="250"/>
                  </a:cubicBezTo>
                  <a:cubicBezTo>
                    <a:pt x="6" y="250"/>
                    <a:pt x="6" y="250"/>
                    <a:pt x="6" y="250"/>
                  </a:cubicBezTo>
                  <a:cubicBezTo>
                    <a:pt x="5" y="250"/>
                    <a:pt x="4" y="250"/>
                    <a:pt x="4" y="251"/>
                  </a:cubicBezTo>
                  <a:cubicBezTo>
                    <a:pt x="4" y="251"/>
                    <a:pt x="3" y="251"/>
                    <a:pt x="3" y="251"/>
                  </a:cubicBezTo>
                  <a:cubicBezTo>
                    <a:pt x="3" y="251"/>
                    <a:pt x="3" y="251"/>
                    <a:pt x="3" y="251"/>
                  </a:cubicBezTo>
                  <a:cubicBezTo>
                    <a:pt x="2" y="251"/>
                    <a:pt x="3" y="251"/>
                    <a:pt x="2" y="252"/>
                  </a:cubicBezTo>
                  <a:cubicBezTo>
                    <a:pt x="2" y="252"/>
                    <a:pt x="1" y="252"/>
                    <a:pt x="1" y="252"/>
                  </a:cubicBezTo>
                  <a:cubicBezTo>
                    <a:pt x="4" y="253"/>
                    <a:pt x="6" y="253"/>
                    <a:pt x="9" y="253"/>
                  </a:cubicBezTo>
                  <a:cubicBezTo>
                    <a:pt x="12" y="253"/>
                    <a:pt x="15" y="253"/>
                    <a:pt x="18" y="253"/>
                  </a:cubicBezTo>
                  <a:cubicBezTo>
                    <a:pt x="20" y="253"/>
                    <a:pt x="23" y="253"/>
                    <a:pt x="26" y="253"/>
                  </a:cubicBezTo>
                  <a:cubicBezTo>
                    <a:pt x="25" y="252"/>
                    <a:pt x="25" y="251"/>
                    <a:pt x="25" y="250"/>
                  </a:cubicBezTo>
                  <a:cubicBezTo>
                    <a:pt x="25" y="249"/>
                    <a:pt x="26" y="249"/>
                    <a:pt x="26" y="248"/>
                  </a:cubicBezTo>
                  <a:close/>
                  <a:moveTo>
                    <a:pt x="954" y="246"/>
                  </a:moveTo>
                  <a:cubicBezTo>
                    <a:pt x="954" y="246"/>
                    <a:pt x="954" y="247"/>
                    <a:pt x="954" y="247"/>
                  </a:cubicBezTo>
                  <a:cubicBezTo>
                    <a:pt x="954" y="248"/>
                    <a:pt x="954" y="248"/>
                    <a:pt x="955" y="249"/>
                  </a:cubicBezTo>
                  <a:cubicBezTo>
                    <a:pt x="955" y="249"/>
                    <a:pt x="955" y="248"/>
                    <a:pt x="955" y="248"/>
                  </a:cubicBezTo>
                  <a:cubicBezTo>
                    <a:pt x="956" y="247"/>
                    <a:pt x="957" y="248"/>
                    <a:pt x="957" y="249"/>
                  </a:cubicBezTo>
                  <a:cubicBezTo>
                    <a:pt x="958" y="249"/>
                    <a:pt x="959" y="250"/>
                    <a:pt x="960" y="250"/>
                  </a:cubicBezTo>
                  <a:cubicBezTo>
                    <a:pt x="960" y="250"/>
                    <a:pt x="960" y="249"/>
                    <a:pt x="960" y="249"/>
                  </a:cubicBezTo>
                  <a:cubicBezTo>
                    <a:pt x="960" y="249"/>
                    <a:pt x="961" y="248"/>
                    <a:pt x="960" y="248"/>
                  </a:cubicBezTo>
                  <a:cubicBezTo>
                    <a:pt x="960" y="248"/>
                    <a:pt x="960" y="247"/>
                    <a:pt x="960" y="247"/>
                  </a:cubicBezTo>
                  <a:cubicBezTo>
                    <a:pt x="960" y="246"/>
                    <a:pt x="960" y="246"/>
                    <a:pt x="960" y="246"/>
                  </a:cubicBezTo>
                  <a:cubicBezTo>
                    <a:pt x="960" y="245"/>
                    <a:pt x="959" y="246"/>
                    <a:pt x="958" y="246"/>
                  </a:cubicBezTo>
                  <a:cubicBezTo>
                    <a:pt x="958" y="247"/>
                    <a:pt x="958" y="246"/>
                    <a:pt x="958" y="246"/>
                  </a:cubicBezTo>
                  <a:cubicBezTo>
                    <a:pt x="958" y="245"/>
                    <a:pt x="958" y="245"/>
                    <a:pt x="957" y="245"/>
                  </a:cubicBezTo>
                  <a:cubicBezTo>
                    <a:pt x="957" y="245"/>
                    <a:pt x="956" y="245"/>
                    <a:pt x="956" y="245"/>
                  </a:cubicBezTo>
                  <a:cubicBezTo>
                    <a:pt x="956" y="245"/>
                    <a:pt x="955" y="245"/>
                    <a:pt x="955" y="244"/>
                  </a:cubicBezTo>
                  <a:cubicBezTo>
                    <a:pt x="955" y="244"/>
                    <a:pt x="954" y="244"/>
                    <a:pt x="954" y="245"/>
                  </a:cubicBezTo>
                  <a:cubicBezTo>
                    <a:pt x="954" y="245"/>
                    <a:pt x="954" y="245"/>
                    <a:pt x="954" y="245"/>
                  </a:cubicBezTo>
                  <a:cubicBezTo>
                    <a:pt x="954" y="246"/>
                    <a:pt x="954" y="246"/>
                    <a:pt x="954" y="246"/>
                  </a:cubicBezTo>
                  <a:cubicBezTo>
                    <a:pt x="954" y="246"/>
                    <a:pt x="954" y="246"/>
                    <a:pt x="954" y="246"/>
                  </a:cubicBezTo>
                  <a:close/>
                  <a:moveTo>
                    <a:pt x="1126" y="348"/>
                  </a:moveTo>
                  <a:cubicBezTo>
                    <a:pt x="1126" y="347"/>
                    <a:pt x="1126" y="347"/>
                    <a:pt x="1125" y="347"/>
                  </a:cubicBezTo>
                  <a:cubicBezTo>
                    <a:pt x="1124" y="347"/>
                    <a:pt x="1124" y="348"/>
                    <a:pt x="1123" y="349"/>
                  </a:cubicBezTo>
                  <a:cubicBezTo>
                    <a:pt x="1123" y="350"/>
                    <a:pt x="1121" y="350"/>
                    <a:pt x="1120" y="349"/>
                  </a:cubicBezTo>
                  <a:cubicBezTo>
                    <a:pt x="1120" y="349"/>
                    <a:pt x="1119" y="348"/>
                    <a:pt x="1119" y="348"/>
                  </a:cubicBezTo>
                  <a:cubicBezTo>
                    <a:pt x="1118" y="348"/>
                    <a:pt x="1119" y="349"/>
                    <a:pt x="1119" y="349"/>
                  </a:cubicBezTo>
                  <a:cubicBezTo>
                    <a:pt x="1119" y="349"/>
                    <a:pt x="1119" y="350"/>
                    <a:pt x="1119" y="350"/>
                  </a:cubicBezTo>
                  <a:cubicBezTo>
                    <a:pt x="1119" y="350"/>
                    <a:pt x="1119" y="350"/>
                    <a:pt x="1119" y="351"/>
                  </a:cubicBezTo>
                  <a:cubicBezTo>
                    <a:pt x="1118" y="351"/>
                    <a:pt x="1119" y="352"/>
                    <a:pt x="1118" y="352"/>
                  </a:cubicBezTo>
                  <a:cubicBezTo>
                    <a:pt x="1118" y="352"/>
                    <a:pt x="1117" y="351"/>
                    <a:pt x="1117" y="352"/>
                  </a:cubicBezTo>
                  <a:cubicBezTo>
                    <a:pt x="1118" y="353"/>
                    <a:pt x="1118" y="353"/>
                    <a:pt x="1117" y="354"/>
                  </a:cubicBezTo>
                  <a:cubicBezTo>
                    <a:pt x="1117" y="354"/>
                    <a:pt x="1117" y="354"/>
                    <a:pt x="1117" y="354"/>
                  </a:cubicBezTo>
                  <a:cubicBezTo>
                    <a:pt x="1116" y="354"/>
                    <a:pt x="1117" y="355"/>
                    <a:pt x="1116" y="355"/>
                  </a:cubicBezTo>
                  <a:cubicBezTo>
                    <a:pt x="1116" y="355"/>
                    <a:pt x="1115" y="355"/>
                    <a:pt x="1116" y="355"/>
                  </a:cubicBezTo>
                  <a:cubicBezTo>
                    <a:pt x="1116" y="355"/>
                    <a:pt x="1117" y="355"/>
                    <a:pt x="1117" y="356"/>
                  </a:cubicBezTo>
                  <a:cubicBezTo>
                    <a:pt x="1118" y="357"/>
                    <a:pt x="1116" y="357"/>
                    <a:pt x="1116" y="357"/>
                  </a:cubicBezTo>
                  <a:cubicBezTo>
                    <a:pt x="1116" y="357"/>
                    <a:pt x="1116" y="357"/>
                    <a:pt x="1116" y="357"/>
                  </a:cubicBezTo>
                  <a:cubicBezTo>
                    <a:pt x="1117" y="358"/>
                    <a:pt x="1116" y="357"/>
                    <a:pt x="1116" y="357"/>
                  </a:cubicBezTo>
                  <a:cubicBezTo>
                    <a:pt x="1116" y="357"/>
                    <a:pt x="1116" y="357"/>
                    <a:pt x="1116" y="357"/>
                  </a:cubicBezTo>
                  <a:cubicBezTo>
                    <a:pt x="1116" y="358"/>
                    <a:pt x="1116" y="358"/>
                    <a:pt x="1116" y="358"/>
                  </a:cubicBezTo>
                  <a:cubicBezTo>
                    <a:pt x="1116" y="359"/>
                    <a:pt x="1116" y="359"/>
                    <a:pt x="1117" y="359"/>
                  </a:cubicBezTo>
                  <a:cubicBezTo>
                    <a:pt x="1117" y="359"/>
                    <a:pt x="1117" y="358"/>
                    <a:pt x="1117" y="358"/>
                  </a:cubicBezTo>
                  <a:cubicBezTo>
                    <a:pt x="1117" y="358"/>
                    <a:pt x="1118" y="358"/>
                    <a:pt x="1118" y="358"/>
                  </a:cubicBezTo>
                  <a:cubicBezTo>
                    <a:pt x="1119" y="358"/>
                    <a:pt x="1118" y="357"/>
                    <a:pt x="1118" y="356"/>
                  </a:cubicBezTo>
                  <a:cubicBezTo>
                    <a:pt x="1118" y="356"/>
                    <a:pt x="1119" y="355"/>
                    <a:pt x="1119" y="355"/>
                  </a:cubicBezTo>
                  <a:cubicBezTo>
                    <a:pt x="1120" y="354"/>
                    <a:pt x="1119" y="353"/>
                    <a:pt x="1120" y="353"/>
                  </a:cubicBezTo>
                  <a:cubicBezTo>
                    <a:pt x="1120" y="353"/>
                    <a:pt x="1120" y="353"/>
                    <a:pt x="1121" y="353"/>
                  </a:cubicBezTo>
                  <a:cubicBezTo>
                    <a:pt x="1122" y="353"/>
                    <a:pt x="1122" y="352"/>
                    <a:pt x="1122" y="352"/>
                  </a:cubicBezTo>
                  <a:cubicBezTo>
                    <a:pt x="1122" y="350"/>
                    <a:pt x="1124" y="350"/>
                    <a:pt x="1124" y="349"/>
                  </a:cubicBezTo>
                  <a:cubicBezTo>
                    <a:pt x="1125" y="349"/>
                    <a:pt x="1125" y="349"/>
                    <a:pt x="1126" y="349"/>
                  </a:cubicBezTo>
                  <a:cubicBezTo>
                    <a:pt x="1127" y="349"/>
                    <a:pt x="1127" y="349"/>
                    <a:pt x="1127" y="348"/>
                  </a:cubicBezTo>
                  <a:cubicBezTo>
                    <a:pt x="1126" y="348"/>
                    <a:pt x="1126" y="348"/>
                    <a:pt x="1126" y="348"/>
                  </a:cubicBezTo>
                  <a:close/>
                  <a:moveTo>
                    <a:pt x="1113" y="359"/>
                  </a:moveTo>
                  <a:cubicBezTo>
                    <a:pt x="1112" y="359"/>
                    <a:pt x="1111" y="358"/>
                    <a:pt x="1110" y="358"/>
                  </a:cubicBezTo>
                  <a:cubicBezTo>
                    <a:pt x="1109" y="358"/>
                    <a:pt x="1109" y="360"/>
                    <a:pt x="1109" y="360"/>
                  </a:cubicBezTo>
                  <a:cubicBezTo>
                    <a:pt x="1109" y="360"/>
                    <a:pt x="1109" y="360"/>
                    <a:pt x="1109" y="361"/>
                  </a:cubicBezTo>
                  <a:cubicBezTo>
                    <a:pt x="1109" y="361"/>
                    <a:pt x="1109" y="361"/>
                    <a:pt x="1109" y="361"/>
                  </a:cubicBezTo>
                  <a:cubicBezTo>
                    <a:pt x="1109" y="362"/>
                    <a:pt x="1109" y="362"/>
                    <a:pt x="1109" y="363"/>
                  </a:cubicBezTo>
                  <a:cubicBezTo>
                    <a:pt x="1109" y="363"/>
                    <a:pt x="1108" y="364"/>
                    <a:pt x="1108" y="365"/>
                  </a:cubicBezTo>
                  <a:cubicBezTo>
                    <a:pt x="1108" y="365"/>
                    <a:pt x="1108" y="365"/>
                    <a:pt x="1108" y="366"/>
                  </a:cubicBezTo>
                  <a:cubicBezTo>
                    <a:pt x="1109" y="366"/>
                    <a:pt x="1109" y="366"/>
                    <a:pt x="1109" y="366"/>
                  </a:cubicBezTo>
                  <a:cubicBezTo>
                    <a:pt x="1110" y="366"/>
                    <a:pt x="1110" y="367"/>
                    <a:pt x="1110" y="367"/>
                  </a:cubicBezTo>
                  <a:cubicBezTo>
                    <a:pt x="1110" y="367"/>
                    <a:pt x="1108" y="365"/>
                    <a:pt x="1110" y="365"/>
                  </a:cubicBezTo>
                  <a:cubicBezTo>
                    <a:pt x="1110" y="364"/>
                    <a:pt x="1110" y="364"/>
                    <a:pt x="1110" y="364"/>
                  </a:cubicBezTo>
                  <a:cubicBezTo>
                    <a:pt x="1110" y="363"/>
                    <a:pt x="1111" y="363"/>
                    <a:pt x="1111" y="363"/>
                  </a:cubicBezTo>
                  <a:cubicBezTo>
                    <a:pt x="1111" y="363"/>
                    <a:pt x="1110" y="362"/>
                    <a:pt x="1111" y="362"/>
                  </a:cubicBezTo>
                  <a:cubicBezTo>
                    <a:pt x="1111" y="361"/>
                    <a:pt x="1111" y="361"/>
                    <a:pt x="1111" y="360"/>
                  </a:cubicBezTo>
                  <a:cubicBezTo>
                    <a:pt x="1112" y="360"/>
                    <a:pt x="1112" y="361"/>
                    <a:pt x="1113" y="360"/>
                  </a:cubicBezTo>
                  <a:cubicBezTo>
                    <a:pt x="1113" y="360"/>
                    <a:pt x="1113" y="359"/>
                    <a:pt x="1113" y="359"/>
                  </a:cubicBezTo>
                  <a:cubicBezTo>
                    <a:pt x="1114" y="359"/>
                    <a:pt x="1114" y="359"/>
                    <a:pt x="1114" y="359"/>
                  </a:cubicBezTo>
                  <a:cubicBezTo>
                    <a:pt x="1113" y="358"/>
                    <a:pt x="1113" y="359"/>
                    <a:pt x="1113" y="359"/>
                  </a:cubicBezTo>
                  <a:close/>
                  <a:moveTo>
                    <a:pt x="191" y="5"/>
                  </a:moveTo>
                  <a:cubicBezTo>
                    <a:pt x="191" y="5"/>
                    <a:pt x="193" y="5"/>
                    <a:pt x="194" y="5"/>
                  </a:cubicBezTo>
                  <a:cubicBezTo>
                    <a:pt x="195" y="5"/>
                    <a:pt x="196" y="5"/>
                    <a:pt x="197" y="5"/>
                  </a:cubicBezTo>
                  <a:cubicBezTo>
                    <a:pt x="198" y="5"/>
                    <a:pt x="199" y="4"/>
                    <a:pt x="201" y="4"/>
                  </a:cubicBezTo>
                  <a:cubicBezTo>
                    <a:pt x="202" y="4"/>
                    <a:pt x="203" y="5"/>
                    <a:pt x="204" y="4"/>
                  </a:cubicBezTo>
                  <a:cubicBezTo>
                    <a:pt x="202" y="4"/>
                    <a:pt x="201" y="4"/>
                    <a:pt x="199" y="4"/>
                  </a:cubicBezTo>
                  <a:cubicBezTo>
                    <a:pt x="198" y="4"/>
                    <a:pt x="196" y="3"/>
                    <a:pt x="195" y="4"/>
                  </a:cubicBezTo>
                  <a:cubicBezTo>
                    <a:pt x="195" y="4"/>
                    <a:pt x="196" y="4"/>
                    <a:pt x="196" y="4"/>
                  </a:cubicBezTo>
                  <a:cubicBezTo>
                    <a:pt x="194" y="5"/>
                    <a:pt x="192" y="4"/>
                    <a:pt x="190" y="4"/>
                  </a:cubicBezTo>
                  <a:cubicBezTo>
                    <a:pt x="190" y="4"/>
                    <a:pt x="190" y="4"/>
                    <a:pt x="190" y="4"/>
                  </a:cubicBezTo>
                  <a:cubicBezTo>
                    <a:pt x="190" y="4"/>
                    <a:pt x="191" y="4"/>
                    <a:pt x="191" y="5"/>
                  </a:cubicBezTo>
                  <a:close/>
                  <a:moveTo>
                    <a:pt x="806" y="40"/>
                  </a:moveTo>
                  <a:cubicBezTo>
                    <a:pt x="807" y="40"/>
                    <a:pt x="808" y="40"/>
                    <a:pt x="808" y="40"/>
                  </a:cubicBezTo>
                  <a:cubicBezTo>
                    <a:pt x="808" y="40"/>
                    <a:pt x="808" y="40"/>
                    <a:pt x="808" y="39"/>
                  </a:cubicBezTo>
                  <a:cubicBezTo>
                    <a:pt x="808" y="39"/>
                    <a:pt x="807" y="39"/>
                    <a:pt x="807" y="39"/>
                  </a:cubicBezTo>
                  <a:cubicBezTo>
                    <a:pt x="806" y="39"/>
                    <a:pt x="806" y="39"/>
                    <a:pt x="805" y="40"/>
                  </a:cubicBezTo>
                  <a:cubicBezTo>
                    <a:pt x="805" y="40"/>
                    <a:pt x="803" y="40"/>
                    <a:pt x="804" y="40"/>
                  </a:cubicBezTo>
                  <a:cubicBezTo>
                    <a:pt x="805" y="40"/>
                    <a:pt x="805" y="40"/>
                    <a:pt x="806" y="40"/>
                  </a:cubicBezTo>
                  <a:close/>
                  <a:moveTo>
                    <a:pt x="226" y="6"/>
                  </a:moveTo>
                  <a:cubicBezTo>
                    <a:pt x="226" y="6"/>
                    <a:pt x="227" y="6"/>
                    <a:pt x="227" y="6"/>
                  </a:cubicBezTo>
                  <a:cubicBezTo>
                    <a:pt x="227" y="6"/>
                    <a:pt x="227" y="6"/>
                    <a:pt x="227" y="6"/>
                  </a:cubicBezTo>
                  <a:cubicBezTo>
                    <a:pt x="225" y="5"/>
                    <a:pt x="221" y="6"/>
                    <a:pt x="219" y="6"/>
                  </a:cubicBezTo>
                  <a:cubicBezTo>
                    <a:pt x="218" y="6"/>
                    <a:pt x="218" y="6"/>
                    <a:pt x="218" y="6"/>
                  </a:cubicBezTo>
                  <a:cubicBezTo>
                    <a:pt x="220" y="7"/>
                    <a:pt x="222" y="7"/>
                    <a:pt x="223" y="7"/>
                  </a:cubicBezTo>
                  <a:cubicBezTo>
                    <a:pt x="224" y="7"/>
                    <a:pt x="225" y="7"/>
                    <a:pt x="226" y="6"/>
                  </a:cubicBezTo>
                  <a:close/>
                  <a:moveTo>
                    <a:pt x="232" y="2"/>
                  </a:moveTo>
                  <a:cubicBezTo>
                    <a:pt x="233" y="2"/>
                    <a:pt x="234" y="2"/>
                    <a:pt x="235" y="2"/>
                  </a:cubicBezTo>
                  <a:cubicBezTo>
                    <a:pt x="235" y="2"/>
                    <a:pt x="237" y="2"/>
                    <a:pt x="237" y="2"/>
                  </a:cubicBezTo>
                  <a:cubicBezTo>
                    <a:pt x="237" y="1"/>
                    <a:pt x="236" y="1"/>
                    <a:pt x="235" y="1"/>
                  </a:cubicBezTo>
                  <a:cubicBezTo>
                    <a:pt x="234" y="1"/>
                    <a:pt x="233" y="1"/>
                    <a:pt x="232" y="1"/>
                  </a:cubicBezTo>
                  <a:cubicBezTo>
                    <a:pt x="231" y="1"/>
                    <a:pt x="229" y="1"/>
                    <a:pt x="227" y="1"/>
                  </a:cubicBezTo>
                  <a:cubicBezTo>
                    <a:pt x="227" y="2"/>
                    <a:pt x="227" y="2"/>
                    <a:pt x="227" y="2"/>
                  </a:cubicBezTo>
                  <a:cubicBezTo>
                    <a:pt x="228" y="2"/>
                    <a:pt x="229" y="2"/>
                    <a:pt x="230" y="2"/>
                  </a:cubicBezTo>
                  <a:cubicBezTo>
                    <a:pt x="231" y="2"/>
                    <a:pt x="231" y="2"/>
                    <a:pt x="232" y="2"/>
                  </a:cubicBezTo>
                  <a:close/>
                  <a:moveTo>
                    <a:pt x="750" y="61"/>
                  </a:moveTo>
                  <a:cubicBezTo>
                    <a:pt x="751" y="61"/>
                    <a:pt x="753" y="62"/>
                    <a:pt x="755" y="63"/>
                  </a:cubicBezTo>
                  <a:cubicBezTo>
                    <a:pt x="755" y="63"/>
                    <a:pt x="756" y="63"/>
                    <a:pt x="757" y="63"/>
                  </a:cubicBezTo>
                  <a:cubicBezTo>
                    <a:pt x="758" y="64"/>
                    <a:pt x="759" y="64"/>
                    <a:pt x="759" y="64"/>
                  </a:cubicBezTo>
                  <a:cubicBezTo>
                    <a:pt x="760" y="63"/>
                    <a:pt x="751" y="61"/>
                    <a:pt x="750" y="61"/>
                  </a:cubicBezTo>
                  <a:cubicBezTo>
                    <a:pt x="750" y="61"/>
                    <a:pt x="750" y="61"/>
                    <a:pt x="750" y="61"/>
                  </a:cubicBezTo>
                  <a:close/>
                  <a:moveTo>
                    <a:pt x="789" y="62"/>
                  </a:moveTo>
                  <a:cubicBezTo>
                    <a:pt x="788" y="61"/>
                    <a:pt x="786" y="60"/>
                    <a:pt x="784" y="60"/>
                  </a:cubicBezTo>
                  <a:cubicBezTo>
                    <a:pt x="783" y="60"/>
                    <a:pt x="781" y="61"/>
                    <a:pt x="782" y="62"/>
                  </a:cubicBezTo>
                  <a:cubicBezTo>
                    <a:pt x="784" y="63"/>
                    <a:pt x="786" y="63"/>
                    <a:pt x="787" y="64"/>
                  </a:cubicBezTo>
                  <a:cubicBezTo>
                    <a:pt x="788" y="64"/>
                    <a:pt x="789" y="63"/>
                    <a:pt x="790" y="63"/>
                  </a:cubicBezTo>
                  <a:cubicBezTo>
                    <a:pt x="791" y="63"/>
                    <a:pt x="789" y="62"/>
                    <a:pt x="789" y="62"/>
                  </a:cubicBezTo>
                  <a:close/>
                  <a:moveTo>
                    <a:pt x="220" y="14"/>
                  </a:moveTo>
                  <a:cubicBezTo>
                    <a:pt x="221" y="14"/>
                    <a:pt x="222" y="14"/>
                    <a:pt x="223" y="14"/>
                  </a:cubicBezTo>
                  <a:cubicBezTo>
                    <a:pt x="222" y="14"/>
                    <a:pt x="222" y="13"/>
                    <a:pt x="221" y="13"/>
                  </a:cubicBezTo>
                  <a:cubicBezTo>
                    <a:pt x="221" y="13"/>
                    <a:pt x="220" y="13"/>
                    <a:pt x="219" y="13"/>
                  </a:cubicBezTo>
                  <a:cubicBezTo>
                    <a:pt x="218" y="13"/>
                    <a:pt x="217" y="13"/>
                    <a:pt x="216" y="13"/>
                  </a:cubicBezTo>
                  <a:cubicBezTo>
                    <a:pt x="215" y="13"/>
                    <a:pt x="216" y="14"/>
                    <a:pt x="217" y="14"/>
                  </a:cubicBezTo>
                  <a:cubicBezTo>
                    <a:pt x="218" y="14"/>
                    <a:pt x="219" y="14"/>
                    <a:pt x="220" y="14"/>
                  </a:cubicBezTo>
                  <a:close/>
                  <a:moveTo>
                    <a:pt x="188" y="8"/>
                  </a:moveTo>
                  <a:cubicBezTo>
                    <a:pt x="188" y="9"/>
                    <a:pt x="191" y="8"/>
                    <a:pt x="191" y="8"/>
                  </a:cubicBezTo>
                  <a:cubicBezTo>
                    <a:pt x="193" y="8"/>
                    <a:pt x="194" y="8"/>
                    <a:pt x="195" y="8"/>
                  </a:cubicBezTo>
                  <a:cubicBezTo>
                    <a:pt x="194" y="7"/>
                    <a:pt x="193" y="8"/>
                    <a:pt x="191" y="7"/>
                  </a:cubicBezTo>
                  <a:cubicBezTo>
                    <a:pt x="190" y="7"/>
                    <a:pt x="189" y="7"/>
                    <a:pt x="188" y="7"/>
                  </a:cubicBezTo>
                  <a:cubicBezTo>
                    <a:pt x="188" y="8"/>
                    <a:pt x="187" y="7"/>
                    <a:pt x="186" y="7"/>
                  </a:cubicBezTo>
                  <a:cubicBezTo>
                    <a:pt x="185" y="7"/>
                    <a:pt x="184" y="7"/>
                    <a:pt x="183" y="8"/>
                  </a:cubicBezTo>
                  <a:cubicBezTo>
                    <a:pt x="183" y="8"/>
                    <a:pt x="187" y="8"/>
                    <a:pt x="188" y="8"/>
                  </a:cubicBezTo>
                  <a:close/>
                  <a:moveTo>
                    <a:pt x="324" y="71"/>
                  </a:moveTo>
                  <a:cubicBezTo>
                    <a:pt x="324" y="72"/>
                    <a:pt x="325" y="72"/>
                    <a:pt x="325" y="71"/>
                  </a:cubicBezTo>
                  <a:cubicBezTo>
                    <a:pt x="325" y="71"/>
                    <a:pt x="325" y="71"/>
                    <a:pt x="324" y="71"/>
                  </a:cubicBezTo>
                  <a:cubicBezTo>
                    <a:pt x="324" y="71"/>
                    <a:pt x="325" y="71"/>
                    <a:pt x="325" y="71"/>
                  </a:cubicBezTo>
                  <a:cubicBezTo>
                    <a:pt x="326" y="71"/>
                    <a:pt x="326" y="72"/>
                    <a:pt x="327" y="71"/>
                  </a:cubicBezTo>
                  <a:cubicBezTo>
                    <a:pt x="328" y="71"/>
                    <a:pt x="329" y="71"/>
                    <a:pt x="330" y="71"/>
                  </a:cubicBezTo>
                  <a:cubicBezTo>
                    <a:pt x="331" y="71"/>
                    <a:pt x="332" y="71"/>
                    <a:pt x="333" y="70"/>
                  </a:cubicBezTo>
                  <a:cubicBezTo>
                    <a:pt x="333" y="70"/>
                    <a:pt x="336" y="70"/>
                    <a:pt x="334" y="70"/>
                  </a:cubicBezTo>
                  <a:cubicBezTo>
                    <a:pt x="334" y="69"/>
                    <a:pt x="333" y="69"/>
                    <a:pt x="333" y="69"/>
                  </a:cubicBezTo>
                  <a:cubicBezTo>
                    <a:pt x="332" y="69"/>
                    <a:pt x="332" y="69"/>
                    <a:pt x="332" y="69"/>
                  </a:cubicBezTo>
                  <a:cubicBezTo>
                    <a:pt x="332" y="69"/>
                    <a:pt x="330" y="69"/>
                    <a:pt x="330" y="69"/>
                  </a:cubicBezTo>
                  <a:cubicBezTo>
                    <a:pt x="330" y="69"/>
                    <a:pt x="330" y="69"/>
                    <a:pt x="330" y="69"/>
                  </a:cubicBezTo>
                  <a:cubicBezTo>
                    <a:pt x="330" y="69"/>
                    <a:pt x="330" y="68"/>
                    <a:pt x="330" y="68"/>
                  </a:cubicBezTo>
                  <a:cubicBezTo>
                    <a:pt x="330" y="68"/>
                    <a:pt x="330" y="68"/>
                    <a:pt x="331" y="68"/>
                  </a:cubicBezTo>
                  <a:cubicBezTo>
                    <a:pt x="330" y="67"/>
                    <a:pt x="328" y="67"/>
                    <a:pt x="327" y="67"/>
                  </a:cubicBezTo>
                  <a:cubicBezTo>
                    <a:pt x="327" y="67"/>
                    <a:pt x="326" y="67"/>
                    <a:pt x="325" y="67"/>
                  </a:cubicBezTo>
                  <a:cubicBezTo>
                    <a:pt x="324" y="68"/>
                    <a:pt x="323" y="68"/>
                    <a:pt x="322" y="68"/>
                  </a:cubicBezTo>
                  <a:cubicBezTo>
                    <a:pt x="322" y="68"/>
                    <a:pt x="324" y="69"/>
                    <a:pt x="324" y="70"/>
                  </a:cubicBezTo>
                  <a:cubicBezTo>
                    <a:pt x="324" y="70"/>
                    <a:pt x="323" y="71"/>
                    <a:pt x="324" y="71"/>
                  </a:cubicBezTo>
                  <a:close/>
                  <a:moveTo>
                    <a:pt x="1134" y="339"/>
                  </a:moveTo>
                  <a:cubicBezTo>
                    <a:pt x="1134" y="339"/>
                    <a:pt x="1133" y="340"/>
                    <a:pt x="1133" y="340"/>
                  </a:cubicBezTo>
                  <a:cubicBezTo>
                    <a:pt x="1133" y="340"/>
                    <a:pt x="1133" y="340"/>
                    <a:pt x="1133" y="341"/>
                  </a:cubicBezTo>
                  <a:cubicBezTo>
                    <a:pt x="1133" y="341"/>
                    <a:pt x="1132" y="341"/>
                    <a:pt x="1132" y="341"/>
                  </a:cubicBezTo>
                  <a:cubicBezTo>
                    <a:pt x="1131" y="342"/>
                    <a:pt x="1132" y="342"/>
                    <a:pt x="1131" y="343"/>
                  </a:cubicBezTo>
                  <a:cubicBezTo>
                    <a:pt x="1131" y="343"/>
                    <a:pt x="1131" y="343"/>
                    <a:pt x="1130" y="343"/>
                  </a:cubicBezTo>
                  <a:cubicBezTo>
                    <a:pt x="1130" y="344"/>
                    <a:pt x="1131" y="346"/>
                    <a:pt x="1130" y="346"/>
                  </a:cubicBezTo>
                  <a:cubicBezTo>
                    <a:pt x="1131" y="346"/>
                    <a:pt x="1132" y="346"/>
                    <a:pt x="1131" y="346"/>
                  </a:cubicBezTo>
                  <a:cubicBezTo>
                    <a:pt x="1132" y="346"/>
                    <a:pt x="1132" y="345"/>
                    <a:pt x="1132" y="345"/>
                  </a:cubicBezTo>
                  <a:cubicBezTo>
                    <a:pt x="1133" y="345"/>
                    <a:pt x="1133" y="343"/>
                    <a:pt x="1133" y="344"/>
                  </a:cubicBezTo>
                  <a:cubicBezTo>
                    <a:pt x="1134" y="344"/>
                    <a:pt x="1134" y="342"/>
                    <a:pt x="1134" y="342"/>
                  </a:cubicBezTo>
                  <a:cubicBezTo>
                    <a:pt x="1134" y="341"/>
                    <a:pt x="1135" y="340"/>
                    <a:pt x="1135" y="340"/>
                  </a:cubicBezTo>
                  <a:cubicBezTo>
                    <a:pt x="1135" y="340"/>
                    <a:pt x="1134" y="339"/>
                    <a:pt x="1134" y="339"/>
                  </a:cubicBezTo>
                  <a:close/>
                  <a:moveTo>
                    <a:pt x="234" y="8"/>
                  </a:moveTo>
                  <a:cubicBezTo>
                    <a:pt x="234" y="8"/>
                    <a:pt x="237" y="8"/>
                    <a:pt x="237" y="8"/>
                  </a:cubicBezTo>
                  <a:cubicBezTo>
                    <a:pt x="239" y="9"/>
                    <a:pt x="240" y="9"/>
                    <a:pt x="242" y="8"/>
                  </a:cubicBezTo>
                  <a:cubicBezTo>
                    <a:pt x="245" y="8"/>
                    <a:pt x="248" y="8"/>
                    <a:pt x="251" y="7"/>
                  </a:cubicBezTo>
                  <a:cubicBezTo>
                    <a:pt x="251" y="7"/>
                    <a:pt x="250" y="6"/>
                    <a:pt x="250" y="6"/>
                  </a:cubicBezTo>
                  <a:cubicBezTo>
                    <a:pt x="250" y="6"/>
                    <a:pt x="250" y="6"/>
                    <a:pt x="250" y="6"/>
                  </a:cubicBezTo>
                  <a:cubicBezTo>
                    <a:pt x="250" y="6"/>
                    <a:pt x="246" y="5"/>
                    <a:pt x="246" y="5"/>
                  </a:cubicBezTo>
                  <a:cubicBezTo>
                    <a:pt x="245" y="5"/>
                    <a:pt x="244" y="5"/>
                    <a:pt x="243" y="5"/>
                  </a:cubicBezTo>
                  <a:cubicBezTo>
                    <a:pt x="242" y="5"/>
                    <a:pt x="242" y="6"/>
                    <a:pt x="242" y="6"/>
                  </a:cubicBezTo>
                  <a:cubicBezTo>
                    <a:pt x="243" y="6"/>
                    <a:pt x="243" y="6"/>
                    <a:pt x="242" y="6"/>
                  </a:cubicBezTo>
                  <a:cubicBezTo>
                    <a:pt x="242" y="6"/>
                    <a:pt x="242" y="6"/>
                    <a:pt x="242" y="7"/>
                  </a:cubicBezTo>
                  <a:cubicBezTo>
                    <a:pt x="241" y="7"/>
                    <a:pt x="240" y="6"/>
                    <a:pt x="239" y="6"/>
                  </a:cubicBezTo>
                  <a:cubicBezTo>
                    <a:pt x="238" y="6"/>
                    <a:pt x="237" y="7"/>
                    <a:pt x="236" y="7"/>
                  </a:cubicBezTo>
                  <a:cubicBezTo>
                    <a:pt x="235" y="7"/>
                    <a:pt x="234" y="7"/>
                    <a:pt x="234" y="8"/>
                  </a:cubicBezTo>
                  <a:close/>
                  <a:moveTo>
                    <a:pt x="411" y="14"/>
                  </a:moveTo>
                  <a:cubicBezTo>
                    <a:pt x="411" y="14"/>
                    <a:pt x="411" y="14"/>
                    <a:pt x="411" y="14"/>
                  </a:cubicBezTo>
                  <a:cubicBezTo>
                    <a:pt x="411" y="14"/>
                    <a:pt x="412" y="14"/>
                    <a:pt x="412" y="14"/>
                  </a:cubicBezTo>
                  <a:cubicBezTo>
                    <a:pt x="412" y="14"/>
                    <a:pt x="411" y="15"/>
                    <a:pt x="412" y="15"/>
                  </a:cubicBezTo>
                  <a:cubicBezTo>
                    <a:pt x="413" y="15"/>
                    <a:pt x="414" y="15"/>
                    <a:pt x="415" y="15"/>
                  </a:cubicBezTo>
                  <a:cubicBezTo>
                    <a:pt x="416" y="15"/>
                    <a:pt x="419" y="15"/>
                    <a:pt x="420" y="16"/>
                  </a:cubicBezTo>
                  <a:cubicBezTo>
                    <a:pt x="420" y="16"/>
                    <a:pt x="419" y="16"/>
                    <a:pt x="418" y="16"/>
                  </a:cubicBezTo>
                  <a:cubicBezTo>
                    <a:pt x="419" y="17"/>
                    <a:pt x="421" y="16"/>
                    <a:pt x="422" y="16"/>
                  </a:cubicBezTo>
                  <a:cubicBezTo>
                    <a:pt x="423" y="16"/>
                    <a:pt x="425" y="16"/>
                    <a:pt x="426" y="15"/>
                  </a:cubicBezTo>
                  <a:cubicBezTo>
                    <a:pt x="426" y="15"/>
                    <a:pt x="428" y="15"/>
                    <a:pt x="428" y="14"/>
                  </a:cubicBezTo>
                  <a:cubicBezTo>
                    <a:pt x="426" y="14"/>
                    <a:pt x="424" y="14"/>
                    <a:pt x="423" y="14"/>
                  </a:cubicBezTo>
                  <a:cubicBezTo>
                    <a:pt x="420" y="13"/>
                    <a:pt x="417" y="13"/>
                    <a:pt x="415" y="13"/>
                  </a:cubicBezTo>
                  <a:cubicBezTo>
                    <a:pt x="414" y="13"/>
                    <a:pt x="413" y="13"/>
                    <a:pt x="411" y="13"/>
                  </a:cubicBezTo>
                  <a:cubicBezTo>
                    <a:pt x="411" y="13"/>
                    <a:pt x="410" y="13"/>
                    <a:pt x="409" y="13"/>
                  </a:cubicBezTo>
                  <a:cubicBezTo>
                    <a:pt x="409" y="13"/>
                    <a:pt x="411" y="13"/>
                    <a:pt x="411" y="14"/>
                  </a:cubicBezTo>
                  <a:close/>
                  <a:moveTo>
                    <a:pt x="332" y="8"/>
                  </a:moveTo>
                  <a:cubicBezTo>
                    <a:pt x="333" y="8"/>
                    <a:pt x="334" y="8"/>
                    <a:pt x="335" y="8"/>
                  </a:cubicBezTo>
                  <a:cubicBezTo>
                    <a:pt x="336" y="8"/>
                    <a:pt x="337" y="8"/>
                    <a:pt x="337" y="8"/>
                  </a:cubicBezTo>
                  <a:cubicBezTo>
                    <a:pt x="338" y="8"/>
                    <a:pt x="339" y="8"/>
                    <a:pt x="339" y="7"/>
                  </a:cubicBezTo>
                  <a:cubicBezTo>
                    <a:pt x="340" y="7"/>
                    <a:pt x="340" y="7"/>
                    <a:pt x="339" y="7"/>
                  </a:cubicBezTo>
                  <a:cubicBezTo>
                    <a:pt x="339" y="6"/>
                    <a:pt x="337" y="7"/>
                    <a:pt x="337" y="7"/>
                  </a:cubicBezTo>
                  <a:cubicBezTo>
                    <a:pt x="335" y="7"/>
                    <a:pt x="334" y="7"/>
                    <a:pt x="332" y="7"/>
                  </a:cubicBezTo>
                  <a:cubicBezTo>
                    <a:pt x="332" y="7"/>
                    <a:pt x="331" y="7"/>
                    <a:pt x="332" y="8"/>
                  </a:cubicBezTo>
                  <a:close/>
                  <a:moveTo>
                    <a:pt x="593" y="59"/>
                  </a:moveTo>
                  <a:cubicBezTo>
                    <a:pt x="593" y="59"/>
                    <a:pt x="594" y="60"/>
                    <a:pt x="593" y="60"/>
                  </a:cubicBezTo>
                  <a:cubicBezTo>
                    <a:pt x="593" y="60"/>
                    <a:pt x="591" y="59"/>
                    <a:pt x="591" y="60"/>
                  </a:cubicBezTo>
                  <a:cubicBezTo>
                    <a:pt x="591" y="61"/>
                    <a:pt x="593" y="61"/>
                    <a:pt x="594" y="61"/>
                  </a:cubicBezTo>
                  <a:cubicBezTo>
                    <a:pt x="595" y="61"/>
                    <a:pt x="597" y="62"/>
                    <a:pt x="598" y="62"/>
                  </a:cubicBezTo>
                  <a:cubicBezTo>
                    <a:pt x="599" y="62"/>
                    <a:pt x="601" y="62"/>
                    <a:pt x="602" y="62"/>
                  </a:cubicBezTo>
                  <a:cubicBezTo>
                    <a:pt x="602" y="62"/>
                    <a:pt x="602" y="61"/>
                    <a:pt x="602" y="61"/>
                  </a:cubicBezTo>
                  <a:cubicBezTo>
                    <a:pt x="603" y="61"/>
                    <a:pt x="603" y="61"/>
                    <a:pt x="603" y="61"/>
                  </a:cubicBezTo>
                  <a:cubicBezTo>
                    <a:pt x="603" y="61"/>
                    <a:pt x="603" y="60"/>
                    <a:pt x="603" y="59"/>
                  </a:cubicBezTo>
                  <a:cubicBezTo>
                    <a:pt x="602" y="59"/>
                    <a:pt x="601" y="59"/>
                    <a:pt x="600" y="59"/>
                  </a:cubicBezTo>
                  <a:cubicBezTo>
                    <a:pt x="598" y="59"/>
                    <a:pt x="597" y="59"/>
                    <a:pt x="596" y="58"/>
                  </a:cubicBezTo>
                  <a:cubicBezTo>
                    <a:pt x="595" y="58"/>
                    <a:pt x="592" y="58"/>
                    <a:pt x="593" y="59"/>
                  </a:cubicBezTo>
                  <a:close/>
                  <a:moveTo>
                    <a:pt x="201" y="6"/>
                  </a:moveTo>
                  <a:cubicBezTo>
                    <a:pt x="200" y="6"/>
                    <a:pt x="198" y="6"/>
                    <a:pt x="197" y="6"/>
                  </a:cubicBezTo>
                  <a:cubicBezTo>
                    <a:pt x="197" y="6"/>
                    <a:pt x="195" y="5"/>
                    <a:pt x="194" y="6"/>
                  </a:cubicBezTo>
                  <a:cubicBezTo>
                    <a:pt x="195" y="6"/>
                    <a:pt x="197" y="6"/>
                    <a:pt x="198" y="6"/>
                  </a:cubicBezTo>
                  <a:cubicBezTo>
                    <a:pt x="199" y="6"/>
                    <a:pt x="200" y="7"/>
                    <a:pt x="201" y="7"/>
                  </a:cubicBezTo>
                  <a:cubicBezTo>
                    <a:pt x="202" y="7"/>
                    <a:pt x="202" y="7"/>
                    <a:pt x="202" y="7"/>
                  </a:cubicBezTo>
                  <a:cubicBezTo>
                    <a:pt x="202" y="7"/>
                    <a:pt x="203" y="7"/>
                    <a:pt x="203" y="7"/>
                  </a:cubicBezTo>
                  <a:cubicBezTo>
                    <a:pt x="203" y="7"/>
                    <a:pt x="204" y="7"/>
                    <a:pt x="205" y="7"/>
                  </a:cubicBezTo>
                  <a:cubicBezTo>
                    <a:pt x="206" y="7"/>
                    <a:pt x="207" y="7"/>
                    <a:pt x="208" y="7"/>
                  </a:cubicBezTo>
                  <a:cubicBezTo>
                    <a:pt x="207" y="6"/>
                    <a:pt x="205" y="7"/>
                    <a:pt x="204" y="6"/>
                  </a:cubicBezTo>
                  <a:cubicBezTo>
                    <a:pt x="203" y="6"/>
                    <a:pt x="202" y="6"/>
                    <a:pt x="201" y="6"/>
                  </a:cubicBezTo>
                  <a:close/>
                  <a:moveTo>
                    <a:pt x="202" y="1"/>
                  </a:moveTo>
                  <a:cubicBezTo>
                    <a:pt x="202" y="2"/>
                    <a:pt x="203" y="1"/>
                    <a:pt x="203" y="1"/>
                  </a:cubicBezTo>
                  <a:cubicBezTo>
                    <a:pt x="205" y="1"/>
                    <a:pt x="206" y="1"/>
                    <a:pt x="207" y="1"/>
                  </a:cubicBezTo>
                  <a:cubicBezTo>
                    <a:pt x="208" y="1"/>
                    <a:pt x="210" y="1"/>
                    <a:pt x="211" y="1"/>
                  </a:cubicBezTo>
                  <a:cubicBezTo>
                    <a:pt x="210" y="1"/>
                    <a:pt x="210" y="1"/>
                    <a:pt x="211" y="1"/>
                  </a:cubicBezTo>
                  <a:cubicBezTo>
                    <a:pt x="210" y="0"/>
                    <a:pt x="208" y="0"/>
                    <a:pt x="207" y="0"/>
                  </a:cubicBezTo>
                  <a:cubicBezTo>
                    <a:pt x="205" y="0"/>
                    <a:pt x="204" y="0"/>
                    <a:pt x="202" y="1"/>
                  </a:cubicBezTo>
                  <a:cubicBezTo>
                    <a:pt x="202" y="1"/>
                    <a:pt x="203" y="1"/>
                    <a:pt x="203" y="1"/>
                  </a:cubicBezTo>
                  <a:cubicBezTo>
                    <a:pt x="203" y="1"/>
                    <a:pt x="202" y="1"/>
                    <a:pt x="202" y="1"/>
                  </a:cubicBezTo>
                  <a:close/>
                  <a:moveTo>
                    <a:pt x="798" y="85"/>
                  </a:moveTo>
                  <a:cubicBezTo>
                    <a:pt x="796" y="84"/>
                    <a:pt x="795" y="84"/>
                    <a:pt x="794" y="84"/>
                  </a:cubicBezTo>
                  <a:cubicBezTo>
                    <a:pt x="793" y="84"/>
                    <a:pt x="792" y="84"/>
                    <a:pt x="791" y="85"/>
                  </a:cubicBezTo>
                  <a:cubicBezTo>
                    <a:pt x="792" y="85"/>
                    <a:pt x="792" y="85"/>
                    <a:pt x="793" y="85"/>
                  </a:cubicBezTo>
                  <a:cubicBezTo>
                    <a:pt x="793" y="85"/>
                    <a:pt x="794" y="86"/>
                    <a:pt x="795" y="86"/>
                  </a:cubicBezTo>
                  <a:cubicBezTo>
                    <a:pt x="795" y="85"/>
                    <a:pt x="794" y="85"/>
                    <a:pt x="793" y="85"/>
                  </a:cubicBezTo>
                  <a:cubicBezTo>
                    <a:pt x="794" y="85"/>
                    <a:pt x="795" y="85"/>
                    <a:pt x="796" y="86"/>
                  </a:cubicBezTo>
                  <a:cubicBezTo>
                    <a:pt x="797" y="86"/>
                    <a:pt x="798" y="86"/>
                    <a:pt x="798" y="85"/>
                  </a:cubicBezTo>
                  <a:close/>
                  <a:moveTo>
                    <a:pt x="206" y="10"/>
                  </a:moveTo>
                  <a:cubicBezTo>
                    <a:pt x="205" y="10"/>
                    <a:pt x="204" y="10"/>
                    <a:pt x="202" y="10"/>
                  </a:cubicBezTo>
                  <a:cubicBezTo>
                    <a:pt x="203" y="10"/>
                    <a:pt x="205" y="11"/>
                    <a:pt x="204" y="11"/>
                  </a:cubicBezTo>
                  <a:cubicBezTo>
                    <a:pt x="205" y="11"/>
                    <a:pt x="205" y="12"/>
                    <a:pt x="206" y="12"/>
                  </a:cubicBezTo>
                  <a:cubicBezTo>
                    <a:pt x="207" y="13"/>
                    <a:pt x="208" y="13"/>
                    <a:pt x="208" y="13"/>
                  </a:cubicBezTo>
                  <a:cubicBezTo>
                    <a:pt x="209" y="13"/>
                    <a:pt x="210" y="13"/>
                    <a:pt x="211" y="13"/>
                  </a:cubicBezTo>
                  <a:cubicBezTo>
                    <a:pt x="210" y="13"/>
                    <a:pt x="210" y="13"/>
                    <a:pt x="210" y="12"/>
                  </a:cubicBezTo>
                  <a:cubicBezTo>
                    <a:pt x="210" y="12"/>
                    <a:pt x="211" y="12"/>
                    <a:pt x="212" y="12"/>
                  </a:cubicBezTo>
                  <a:cubicBezTo>
                    <a:pt x="212" y="12"/>
                    <a:pt x="213" y="13"/>
                    <a:pt x="213" y="12"/>
                  </a:cubicBezTo>
                  <a:cubicBezTo>
                    <a:pt x="212" y="11"/>
                    <a:pt x="211" y="12"/>
                    <a:pt x="210" y="12"/>
                  </a:cubicBezTo>
                  <a:cubicBezTo>
                    <a:pt x="211" y="11"/>
                    <a:pt x="212" y="11"/>
                    <a:pt x="213" y="11"/>
                  </a:cubicBezTo>
                  <a:cubicBezTo>
                    <a:pt x="214" y="11"/>
                    <a:pt x="216" y="12"/>
                    <a:pt x="217" y="11"/>
                  </a:cubicBezTo>
                  <a:cubicBezTo>
                    <a:pt x="216" y="11"/>
                    <a:pt x="214" y="11"/>
                    <a:pt x="213" y="10"/>
                  </a:cubicBezTo>
                  <a:cubicBezTo>
                    <a:pt x="212" y="10"/>
                    <a:pt x="211" y="10"/>
                    <a:pt x="210" y="10"/>
                  </a:cubicBezTo>
                  <a:cubicBezTo>
                    <a:pt x="208" y="10"/>
                    <a:pt x="207" y="10"/>
                    <a:pt x="206" y="10"/>
                  </a:cubicBezTo>
                  <a:close/>
                  <a:moveTo>
                    <a:pt x="212" y="86"/>
                  </a:moveTo>
                  <a:cubicBezTo>
                    <a:pt x="212" y="86"/>
                    <a:pt x="211" y="86"/>
                    <a:pt x="211" y="87"/>
                  </a:cubicBezTo>
                  <a:cubicBezTo>
                    <a:pt x="211" y="87"/>
                    <a:pt x="213" y="87"/>
                    <a:pt x="213" y="87"/>
                  </a:cubicBezTo>
                  <a:cubicBezTo>
                    <a:pt x="214" y="87"/>
                    <a:pt x="215" y="88"/>
                    <a:pt x="216" y="88"/>
                  </a:cubicBezTo>
                  <a:cubicBezTo>
                    <a:pt x="216" y="89"/>
                    <a:pt x="216" y="89"/>
                    <a:pt x="217" y="89"/>
                  </a:cubicBezTo>
                  <a:cubicBezTo>
                    <a:pt x="217" y="89"/>
                    <a:pt x="218" y="89"/>
                    <a:pt x="218" y="90"/>
                  </a:cubicBezTo>
                  <a:cubicBezTo>
                    <a:pt x="218" y="90"/>
                    <a:pt x="218" y="90"/>
                    <a:pt x="219" y="90"/>
                  </a:cubicBezTo>
                  <a:cubicBezTo>
                    <a:pt x="219" y="90"/>
                    <a:pt x="219" y="90"/>
                    <a:pt x="219" y="90"/>
                  </a:cubicBezTo>
                  <a:cubicBezTo>
                    <a:pt x="218" y="89"/>
                    <a:pt x="218" y="90"/>
                    <a:pt x="218" y="89"/>
                  </a:cubicBezTo>
                  <a:cubicBezTo>
                    <a:pt x="218" y="89"/>
                    <a:pt x="218" y="89"/>
                    <a:pt x="218" y="89"/>
                  </a:cubicBezTo>
                  <a:cubicBezTo>
                    <a:pt x="218" y="89"/>
                    <a:pt x="218" y="89"/>
                    <a:pt x="219" y="89"/>
                  </a:cubicBezTo>
                  <a:cubicBezTo>
                    <a:pt x="219" y="89"/>
                    <a:pt x="218" y="88"/>
                    <a:pt x="218" y="88"/>
                  </a:cubicBezTo>
                  <a:cubicBezTo>
                    <a:pt x="219" y="88"/>
                    <a:pt x="219" y="88"/>
                    <a:pt x="219" y="88"/>
                  </a:cubicBezTo>
                  <a:cubicBezTo>
                    <a:pt x="219" y="87"/>
                    <a:pt x="218" y="87"/>
                    <a:pt x="218" y="87"/>
                  </a:cubicBezTo>
                  <a:cubicBezTo>
                    <a:pt x="218" y="87"/>
                    <a:pt x="218" y="87"/>
                    <a:pt x="218" y="87"/>
                  </a:cubicBezTo>
                  <a:cubicBezTo>
                    <a:pt x="218" y="88"/>
                    <a:pt x="216" y="87"/>
                    <a:pt x="215" y="87"/>
                  </a:cubicBezTo>
                  <a:cubicBezTo>
                    <a:pt x="215" y="87"/>
                    <a:pt x="216" y="87"/>
                    <a:pt x="216" y="87"/>
                  </a:cubicBezTo>
                  <a:cubicBezTo>
                    <a:pt x="215" y="86"/>
                    <a:pt x="215" y="86"/>
                    <a:pt x="215" y="86"/>
                  </a:cubicBezTo>
                  <a:cubicBezTo>
                    <a:pt x="216" y="86"/>
                    <a:pt x="216" y="87"/>
                    <a:pt x="217" y="87"/>
                  </a:cubicBezTo>
                  <a:cubicBezTo>
                    <a:pt x="217" y="87"/>
                    <a:pt x="216" y="86"/>
                    <a:pt x="216" y="86"/>
                  </a:cubicBezTo>
                  <a:cubicBezTo>
                    <a:pt x="215" y="86"/>
                    <a:pt x="214" y="86"/>
                    <a:pt x="215" y="86"/>
                  </a:cubicBezTo>
                  <a:cubicBezTo>
                    <a:pt x="214" y="86"/>
                    <a:pt x="213" y="86"/>
                    <a:pt x="212" y="86"/>
                  </a:cubicBezTo>
                  <a:close/>
                  <a:moveTo>
                    <a:pt x="415" y="56"/>
                  </a:moveTo>
                  <a:cubicBezTo>
                    <a:pt x="415" y="56"/>
                    <a:pt x="414" y="56"/>
                    <a:pt x="414" y="56"/>
                  </a:cubicBezTo>
                  <a:cubicBezTo>
                    <a:pt x="415" y="57"/>
                    <a:pt x="416" y="56"/>
                    <a:pt x="416" y="57"/>
                  </a:cubicBezTo>
                  <a:cubicBezTo>
                    <a:pt x="417" y="57"/>
                    <a:pt x="418" y="57"/>
                    <a:pt x="418" y="57"/>
                  </a:cubicBezTo>
                  <a:cubicBezTo>
                    <a:pt x="417" y="56"/>
                    <a:pt x="416" y="56"/>
                    <a:pt x="415" y="56"/>
                  </a:cubicBezTo>
                  <a:close/>
                  <a:moveTo>
                    <a:pt x="1148" y="293"/>
                  </a:moveTo>
                  <a:cubicBezTo>
                    <a:pt x="1148" y="293"/>
                    <a:pt x="1146" y="290"/>
                    <a:pt x="1145" y="291"/>
                  </a:cubicBezTo>
                  <a:cubicBezTo>
                    <a:pt x="1144" y="292"/>
                    <a:pt x="1146" y="294"/>
                    <a:pt x="1145" y="295"/>
                  </a:cubicBezTo>
                  <a:cubicBezTo>
                    <a:pt x="1145" y="295"/>
                    <a:pt x="1144" y="295"/>
                    <a:pt x="1144" y="295"/>
                  </a:cubicBezTo>
                  <a:cubicBezTo>
                    <a:pt x="1143" y="295"/>
                    <a:pt x="1144" y="296"/>
                    <a:pt x="1143" y="296"/>
                  </a:cubicBezTo>
                  <a:cubicBezTo>
                    <a:pt x="1141" y="296"/>
                    <a:pt x="1143" y="297"/>
                    <a:pt x="1144" y="297"/>
                  </a:cubicBezTo>
                  <a:cubicBezTo>
                    <a:pt x="1144" y="298"/>
                    <a:pt x="1144" y="298"/>
                    <a:pt x="1145" y="298"/>
                  </a:cubicBezTo>
                  <a:cubicBezTo>
                    <a:pt x="1146" y="298"/>
                    <a:pt x="1146" y="299"/>
                    <a:pt x="1146" y="299"/>
                  </a:cubicBezTo>
                  <a:cubicBezTo>
                    <a:pt x="1147" y="299"/>
                    <a:pt x="1146" y="297"/>
                    <a:pt x="1147" y="297"/>
                  </a:cubicBezTo>
                  <a:cubicBezTo>
                    <a:pt x="1147" y="297"/>
                    <a:pt x="1148" y="297"/>
                    <a:pt x="1148" y="297"/>
                  </a:cubicBezTo>
                  <a:cubicBezTo>
                    <a:pt x="1148" y="297"/>
                    <a:pt x="1148" y="297"/>
                    <a:pt x="1148" y="296"/>
                  </a:cubicBezTo>
                  <a:cubicBezTo>
                    <a:pt x="1148" y="296"/>
                    <a:pt x="1148" y="296"/>
                    <a:pt x="1148" y="296"/>
                  </a:cubicBezTo>
                  <a:cubicBezTo>
                    <a:pt x="1148" y="296"/>
                    <a:pt x="1148" y="295"/>
                    <a:pt x="1148" y="294"/>
                  </a:cubicBezTo>
                  <a:cubicBezTo>
                    <a:pt x="1148" y="294"/>
                    <a:pt x="1148" y="294"/>
                    <a:pt x="1148" y="293"/>
                  </a:cubicBezTo>
                  <a:close/>
                  <a:moveTo>
                    <a:pt x="1145" y="310"/>
                  </a:moveTo>
                  <a:cubicBezTo>
                    <a:pt x="1145" y="311"/>
                    <a:pt x="1145" y="311"/>
                    <a:pt x="1145" y="311"/>
                  </a:cubicBezTo>
                  <a:cubicBezTo>
                    <a:pt x="1145" y="312"/>
                    <a:pt x="1144" y="312"/>
                    <a:pt x="1145" y="312"/>
                  </a:cubicBezTo>
                  <a:cubicBezTo>
                    <a:pt x="1146" y="313"/>
                    <a:pt x="1146" y="312"/>
                    <a:pt x="1146" y="311"/>
                  </a:cubicBezTo>
                  <a:cubicBezTo>
                    <a:pt x="1146" y="311"/>
                    <a:pt x="1146" y="310"/>
                    <a:pt x="1145" y="310"/>
                  </a:cubicBezTo>
                  <a:close/>
                  <a:moveTo>
                    <a:pt x="1189" y="246"/>
                  </a:moveTo>
                  <a:cubicBezTo>
                    <a:pt x="1188" y="246"/>
                    <a:pt x="1187" y="245"/>
                    <a:pt x="1186" y="245"/>
                  </a:cubicBezTo>
                  <a:cubicBezTo>
                    <a:pt x="1186" y="244"/>
                    <a:pt x="1185" y="244"/>
                    <a:pt x="1185" y="244"/>
                  </a:cubicBezTo>
                  <a:cubicBezTo>
                    <a:pt x="1185" y="243"/>
                    <a:pt x="1185" y="243"/>
                    <a:pt x="1185" y="243"/>
                  </a:cubicBezTo>
                  <a:cubicBezTo>
                    <a:pt x="1184" y="243"/>
                    <a:pt x="1183" y="242"/>
                    <a:pt x="1182" y="243"/>
                  </a:cubicBezTo>
                  <a:cubicBezTo>
                    <a:pt x="1182" y="243"/>
                    <a:pt x="1181" y="243"/>
                    <a:pt x="1181" y="243"/>
                  </a:cubicBezTo>
                  <a:cubicBezTo>
                    <a:pt x="1181" y="244"/>
                    <a:pt x="1182" y="244"/>
                    <a:pt x="1183" y="244"/>
                  </a:cubicBezTo>
                  <a:cubicBezTo>
                    <a:pt x="1183" y="244"/>
                    <a:pt x="1184" y="244"/>
                    <a:pt x="1184" y="244"/>
                  </a:cubicBezTo>
                  <a:cubicBezTo>
                    <a:pt x="1185" y="245"/>
                    <a:pt x="1186" y="246"/>
                    <a:pt x="1187" y="246"/>
                  </a:cubicBezTo>
                  <a:cubicBezTo>
                    <a:pt x="1188" y="247"/>
                    <a:pt x="1190" y="248"/>
                    <a:pt x="1191" y="248"/>
                  </a:cubicBezTo>
                  <a:cubicBezTo>
                    <a:pt x="1192" y="248"/>
                    <a:pt x="1194" y="249"/>
                    <a:pt x="1195" y="250"/>
                  </a:cubicBezTo>
                  <a:cubicBezTo>
                    <a:pt x="1194" y="249"/>
                    <a:pt x="1193" y="248"/>
                    <a:pt x="1192" y="247"/>
                  </a:cubicBezTo>
                  <a:cubicBezTo>
                    <a:pt x="1191" y="247"/>
                    <a:pt x="1190" y="247"/>
                    <a:pt x="1189" y="246"/>
                  </a:cubicBezTo>
                  <a:close/>
                  <a:moveTo>
                    <a:pt x="1145" y="303"/>
                  </a:moveTo>
                  <a:cubicBezTo>
                    <a:pt x="1145" y="303"/>
                    <a:pt x="1144" y="303"/>
                    <a:pt x="1145" y="303"/>
                  </a:cubicBezTo>
                  <a:cubicBezTo>
                    <a:pt x="1145" y="304"/>
                    <a:pt x="1145" y="305"/>
                    <a:pt x="1145" y="305"/>
                  </a:cubicBezTo>
                  <a:cubicBezTo>
                    <a:pt x="1145" y="306"/>
                    <a:pt x="1146" y="306"/>
                    <a:pt x="1146" y="306"/>
                  </a:cubicBezTo>
                  <a:cubicBezTo>
                    <a:pt x="1146" y="307"/>
                    <a:pt x="1147" y="307"/>
                    <a:pt x="1147" y="306"/>
                  </a:cubicBezTo>
                  <a:cubicBezTo>
                    <a:pt x="1148" y="306"/>
                    <a:pt x="1146" y="305"/>
                    <a:pt x="1146" y="304"/>
                  </a:cubicBezTo>
                  <a:cubicBezTo>
                    <a:pt x="1146" y="303"/>
                    <a:pt x="1146" y="303"/>
                    <a:pt x="1145" y="303"/>
                  </a:cubicBezTo>
                  <a:close/>
                  <a:moveTo>
                    <a:pt x="1145" y="322"/>
                  </a:moveTo>
                  <a:cubicBezTo>
                    <a:pt x="1144" y="322"/>
                    <a:pt x="1145" y="323"/>
                    <a:pt x="1145" y="323"/>
                  </a:cubicBezTo>
                  <a:cubicBezTo>
                    <a:pt x="1145" y="324"/>
                    <a:pt x="1146" y="323"/>
                    <a:pt x="1145" y="322"/>
                  </a:cubicBezTo>
                  <a:close/>
                  <a:moveTo>
                    <a:pt x="1143" y="327"/>
                  </a:moveTo>
                  <a:cubicBezTo>
                    <a:pt x="1142" y="327"/>
                    <a:pt x="1143" y="327"/>
                    <a:pt x="1143" y="328"/>
                  </a:cubicBezTo>
                  <a:cubicBezTo>
                    <a:pt x="1143" y="328"/>
                    <a:pt x="1144" y="328"/>
                    <a:pt x="1144" y="328"/>
                  </a:cubicBezTo>
                  <a:cubicBezTo>
                    <a:pt x="1144" y="327"/>
                    <a:pt x="1143" y="327"/>
                    <a:pt x="1143" y="327"/>
                  </a:cubicBezTo>
                  <a:close/>
                  <a:moveTo>
                    <a:pt x="1143" y="329"/>
                  </a:moveTo>
                  <a:cubicBezTo>
                    <a:pt x="1143" y="329"/>
                    <a:pt x="1143" y="329"/>
                    <a:pt x="1143" y="330"/>
                  </a:cubicBezTo>
                  <a:cubicBezTo>
                    <a:pt x="1143" y="329"/>
                    <a:pt x="1142" y="329"/>
                    <a:pt x="1142" y="329"/>
                  </a:cubicBezTo>
                  <a:cubicBezTo>
                    <a:pt x="1142" y="330"/>
                    <a:pt x="1142" y="331"/>
                    <a:pt x="1142" y="331"/>
                  </a:cubicBezTo>
                  <a:cubicBezTo>
                    <a:pt x="1142" y="331"/>
                    <a:pt x="1142" y="332"/>
                    <a:pt x="1142" y="332"/>
                  </a:cubicBezTo>
                  <a:cubicBezTo>
                    <a:pt x="1141" y="333"/>
                    <a:pt x="1140" y="332"/>
                    <a:pt x="1141" y="333"/>
                  </a:cubicBezTo>
                  <a:cubicBezTo>
                    <a:pt x="1141" y="333"/>
                    <a:pt x="1141" y="333"/>
                    <a:pt x="1142" y="333"/>
                  </a:cubicBezTo>
                  <a:cubicBezTo>
                    <a:pt x="1142" y="333"/>
                    <a:pt x="1142" y="333"/>
                    <a:pt x="1142" y="332"/>
                  </a:cubicBezTo>
                  <a:cubicBezTo>
                    <a:pt x="1143" y="332"/>
                    <a:pt x="1143" y="332"/>
                    <a:pt x="1143" y="331"/>
                  </a:cubicBezTo>
                  <a:cubicBezTo>
                    <a:pt x="1143" y="331"/>
                    <a:pt x="1143" y="331"/>
                    <a:pt x="1143" y="331"/>
                  </a:cubicBezTo>
                  <a:cubicBezTo>
                    <a:pt x="1143" y="331"/>
                    <a:pt x="1143" y="330"/>
                    <a:pt x="1143" y="330"/>
                  </a:cubicBezTo>
                  <a:cubicBezTo>
                    <a:pt x="1143" y="330"/>
                    <a:pt x="1143" y="329"/>
                    <a:pt x="1143" y="329"/>
                  </a:cubicBezTo>
                  <a:close/>
                  <a:moveTo>
                    <a:pt x="1143" y="319"/>
                  </a:moveTo>
                  <a:cubicBezTo>
                    <a:pt x="1143" y="319"/>
                    <a:pt x="1144" y="320"/>
                    <a:pt x="1144" y="320"/>
                  </a:cubicBezTo>
                  <a:cubicBezTo>
                    <a:pt x="1144" y="320"/>
                    <a:pt x="1145" y="320"/>
                    <a:pt x="1145" y="320"/>
                  </a:cubicBezTo>
                  <a:cubicBezTo>
                    <a:pt x="1145" y="320"/>
                    <a:pt x="1143" y="318"/>
                    <a:pt x="1143" y="319"/>
                  </a:cubicBezTo>
                  <a:close/>
                  <a:moveTo>
                    <a:pt x="1120" y="365"/>
                  </a:moveTo>
                  <a:cubicBezTo>
                    <a:pt x="1120" y="365"/>
                    <a:pt x="1118" y="365"/>
                    <a:pt x="1118" y="366"/>
                  </a:cubicBezTo>
                  <a:cubicBezTo>
                    <a:pt x="1118" y="366"/>
                    <a:pt x="1119" y="367"/>
                    <a:pt x="1119" y="366"/>
                  </a:cubicBezTo>
                  <a:cubicBezTo>
                    <a:pt x="1120" y="366"/>
                    <a:pt x="1120" y="366"/>
                    <a:pt x="1121" y="366"/>
                  </a:cubicBezTo>
                  <a:cubicBezTo>
                    <a:pt x="1122" y="365"/>
                    <a:pt x="1121" y="365"/>
                    <a:pt x="1120" y="365"/>
                  </a:cubicBezTo>
                  <a:close/>
                  <a:moveTo>
                    <a:pt x="680" y="64"/>
                  </a:moveTo>
                  <a:cubicBezTo>
                    <a:pt x="681" y="64"/>
                    <a:pt x="682" y="64"/>
                    <a:pt x="682" y="64"/>
                  </a:cubicBezTo>
                  <a:cubicBezTo>
                    <a:pt x="683" y="64"/>
                    <a:pt x="681" y="64"/>
                    <a:pt x="681" y="64"/>
                  </a:cubicBezTo>
                  <a:cubicBezTo>
                    <a:pt x="681" y="64"/>
                    <a:pt x="681" y="63"/>
                    <a:pt x="681" y="63"/>
                  </a:cubicBezTo>
                  <a:cubicBezTo>
                    <a:pt x="681" y="63"/>
                    <a:pt x="681" y="63"/>
                    <a:pt x="680" y="64"/>
                  </a:cubicBezTo>
                  <a:cubicBezTo>
                    <a:pt x="680" y="64"/>
                    <a:pt x="680" y="64"/>
                    <a:pt x="681" y="64"/>
                  </a:cubicBezTo>
                  <a:cubicBezTo>
                    <a:pt x="680" y="64"/>
                    <a:pt x="680" y="64"/>
                    <a:pt x="680" y="64"/>
                  </a:cubicBezTo>
                  <a:close/>
                  <a:moveTo>
                    <a:pt x="1025" y="100"/>
                  </a:moveTo>
                  <a:cubicBezTo>
                    <a:pt x="1025" y="101"/>
                    <a:pt x="1026" y="101"/>
                    <a:pt x="1027" y="101"/>
                  </a:cubicBezTo>
                  <a:cubicBezTo>
                    <a:pt x="1027" y="101"/>
                    <a:pt x="1028" y="101"/>
                    <a:pt x="1028" y="101"/>
                  </a:cubicBezTo>
                  <a:cubicBezTo>
                    <a:pt x="1030" y="102"/>
                    <a:pt x="1031" y="102"/>
                    <a:pt x="1032" y="102"/>
                  </a:cubicBezTo>
                  <a:cubicBezTo>
                    <a:pt x="1033" y="102"/>
                    <a:pt x="1035" y="103"/>
                    <a:pt x="1036" y="103"/>
                  </a:cubicBezTo>
                  <a:cubicBezTo>
                    <a:pt x="1036" y="103"/>
                    <a:pt x="1038" y="103"/>
                    <a:pt x="1037" y="102"/>
                  </a:cubicBezTo>
                  <a:cubicBezTo>
                    <a:pt x="1037" y="102"/>
                    <a:pt x="1036" y="101"/>
                    <a:pt x="1036" y="101"/>
                  </a:cubicBezTo>
                  <a:cubicBezTo>
                    <a:pt x="1036" y="101"/>
                    <a:pt x="1036" y="101"/>
                    <a:pt x="1037" y="101"/>
                  </a:cubicBezTo>
                  <a:cubicBezTo>
                    <a:pt x="1035" y="99"/>
                    <a:pt x="1032" y="100"/>
                    <a:pt x="1031" y="99"/>
                  </a:cubicBezTo>
                  <a:cubicBezTo>
                    <a:pt x="1030" y="99"/>
                    <a:pt x="1028" y="99"/>
                    <a:pt x="1027" y="99"/>
                  </a:cubicBezTo>
                  <a:cubicBezTo>
                    <a:pt x="1027" y="99"/>
                    <a:pt x="1026" y="99"/>
                    <a:pt x="1026" y="99"/>
                  </a:cubicBezTo>
                  <a:cubicBezTo>
                    <a:pt x="1025" y="98"/>
                    <a:pt x="1025" y="99"/>
                    <a:pt x="1025" y="99"/>
                  </a:cubicBezTo>
                  <a:cubicBezTo>
                    <a:pt x="1025" y="99"/>
                    <a:pt x="1024" y="99"/>
                    <a:pt x="1024" y="99"/>
                  </a:cubicBezTo>
                  <a:cubicBezTo>
                    <a:pt x="1024" y="100"/>
                    <a:pt x="1024" y="100"/>
                    <a:pt x="1025" y="100"/>
                  </a:cubicBezTo>
                  <a:close/>
                  <a:moveTo>
                    <a:pt x="951" y="247"/>
                  </a:moveTo>
                  <a:cubicBezTo>
                    <a:pt x="951" y="247"/>
                    <a:pt x="952" y="248"/>
                    <a:pt x="952" y="247"/>
                  </a:cubicBezTo>
                  <a:cubicBezTo>
                    <a:pt x="952" y="247"/>
                    <a:pt x="952" y="247"/>
                    <a:pt x="952" y="246"/>
                  </a:cubicBezTo>
                  <a:cubicBezTo>
                    <a:pt x="951" y="246"/>
                    <a:pt x="952" y="246"/>
                    <a:pt x="952" y="246"/>
                  </a:cubicBezTo>
                  <a:cubicBezTo>
                    <a:pt x="952" y="245"/>
                    <a:pt x="951" y="245"/>
                    <a:pt x="951" y="245"/>
                  </a:cubicBezTo>
                  <a:cubicBezTo>
                    <a:pt x="950" y="245"/>
                    <a:pt x="950" y="246"/>
                    <a:pt x="949" y="246"/>
                  </a:cubicBezTo>
                  <a:cubicBezTo>
                    <a:pt x="949" y="247"/>
                    <a:pt x="949" y="247"/>
                    <a:pt x="950" y="248"/>
                  </a:cubicBezTo>
                  <a:cubicBezTo>
                    <a:pt x="950" y="247"/>
                    <a:pt x="950" y="247"/>
                    <a:pt x="950" y="247"/>
                  </a:cubicBezTo>
                  <a:cubicBezTo>
                    <a:pt x="950" y="247"/>
                    <a:pt x="950" y="247"/>
                    <a:pt x="951" y="247"/>
                  </a:cubicBezTo>
                  <a:close/>
                  <a:moveTo>
                    <a:pt x="478" y="41"/>
                  </a:moveTo>
                  <a:cubicBezTo>
                    <a:pt x="479" y="41"/>
                    <a:pt x="479" y="41"/>
                    <a:pt x="479" y="41"/>
                  </a:cubicBezTo>
                  <a:cubicBezTo>
                    <a:pt x="480" y="41"/>
                    <a:pt x="480" y="41"/>
                    <a:pt x="480" y="41"/>
                  </a:cubicBezTo>
                  <a:cubicBezTo>
                    <a:pt x="480" y="41"/>
                    <a:pt x="479" y="40"/>
                    <a:pt x="478" y="40"/>
                  </a:cubicBezTo>
                  <a:cubicBezTo>
                    <a:pt x="478" y="40"/>
                    <a:pt x="478" y="40"/>
                    <a:pt x="478" y="40"/>
                  </a:cubicBezTo>
                  <a:cubicBezTo>
                    <a:pt x="478" y="40"/>
                    <a:pt x="479" y="40"/>
                    <a:pt x="478" y="41"/>
                  </a:cubicBezTo>
                  <a:close/>
                  <a:moveTo>
                    <a:pt x="968" y="91"/>
                  </a:moveTo>
                  <a:cubicBezTo>
                    <a:pt x="968" y="92"/>
                    <a:pt x="970" y="92"/>
                    <a:pt x="970" y="92"/>
                  </a:cubicBezTo>
                  <a:cubicBezTo>
                    <a:pt x="969" y="92"/>
                    <a:pt x="969" y="91"/>
                    <a:pt x="968" y="91"/>
                  </a:cubicBezTo>
                  <a:close/>
                  <a:moveTo>
                    <a:pt x="977" y="93"/>
                  </a:moveTo>
                  <a:cubicBezTo>
                    <a:pt x="976" y="93"/>
                    <a:pt x="976" y="93"/>
                    <a:pt x="975" y="93"/>
                  </a:cubicBezTo>
                  <a:cubicBezTo>
                    <a:pt x="975" y="93"/>
                    <a:pt x="975" y="93"/>
                    <a:pt x="975" y="93"/>
                  </a:cubicBezTo>
                  <a:cubicBezTo>
                    <a:pt x="976" y="93"/>
                    <a:pt x="976" y="93"/>
                    <a:pt x="977" y="93"/>
                  </a:cubicBezTo>
                  <a:close/>
                  <a:moveTo>
                    <a:pt x="960" y="91"/>
                  </a:moveTo>
                  <a:cubicBezTo>
                    <a:pt x="961" y="91"/>
                    <a:pt x="962" y="91"/>
                    <a:pt x="963" y="91"/>
                  </a:cubicBezTo>
                  <a:cubicBezTo>
                    <a:pt x="962" y="91"/>
                    <a:pt x="960" y="90"/>
                    <a:pt x="959" y="90"/>
                  </a:cubicBezTo>
                  <a:cubicBezTo>
                    <a:pt x="960" y="90"/>
                    <a:pt x="960" y="90"/>
                    <a:pt x="960" y="91"/>
                  </a:cubicBezTo>
                  <a:cubicBezTo>
                    <a:pt x="960" y="91"/>
                    <a:pt x="960" y="91"/>
                    <a:pt x="960" y="91"/>
                  </a:cubicBezTo>
                  <a:close/>
                  <a:moveTo>
                    <a:pt x="1145" y="113"/>
                  </a:moveTo>
                  <a:cubicBezTo>
                    <a:pt x="1143" y="113"/>
                    <a:pt x="1141" y="112"/>
                    <a:pt x="1139" y="112"/>
                  </a:cubicBezTo>
                  <a:cubicBezTo>
                    <a:pt x="1141" y="113"/>
                    <a:pt x="1143" y="113"/>
                    <a:pt x="1145" y="113"/>
                  </a:cubicBezTo>
                  <a:close/>
                  <a:moveTo>
                    <a:pt x="1147" y="113"/>
                  </a:moveTo>
                  <a:cubicBezTo>
                    <a:pt x="1146" y="113"/>
                    <a:pt x="1146" y="113"/>
                    <a:pt x="1145" y="113"/>
                  </a:cubicBezTo>
                  <a:cubicBezTo>
                    <a:pt x="1145" y="113"/>
                    <a:pt x="1147" y="113"/>
                    <a:pt x="1147" y="113"/>
                  </a:cubicBezTo>
                  <a:cubicBezTo>
                    <a:pt x="1147" y="113"/>
                    <a:pt x="1147" y="113"/>
                    <a:pt x="1147" y="113"/>
                  </a:cubicBezTo>
                  <a:close/>
                  <a:moveTo>
                    <a:pt x="1020" y="368"/>
                  </a:moveTo>
                  <a:cubicBezTo>
                    <a:pt x="1020" y="368"/>
                    <a:pt x="1020" y="368"/>
                    <a:pt x="1020" y="368"/>
                  </a:cubicBezTo>
                  <a:cubicBezTo>
                    <a:pt x="1020" y="368"/>
                    <a:pt x="1020" y="368"/>
                    <a:pt x="1020" y="368"/>
                  </a:cubicBezTo>
                  <a:close/>
                  <a:moveTo>
                    <a:pt x="1145" y="234"/>
                  </a:moveTo>
                  <a:cubicBezTo>
                    <a:pt x="1145" y="234"/>
                    <a:pt x="1145" y="234"/>
                    <a:pt x="1145" y="234"/>
                  </a:cubicBezTo>
                  <a:cubicBezTo>
                    <a:pt x="1145" y="234"/>
                    <a:pt x="1145" y="234"/>
                    <a:pt x="1145" y="234"/>
                  </a:cubicBezTo>
                  <a:close/>
                  <a:moveTo>
                    <a:pt x="1118" y="203"/>
                  </a:moveTo>
                  <a:cubicBezTo>
                    <a:pt x="1118" y="203"/>
                    <a:pt x="1118" y="203"/>
                    <a:pt x="1118" y="203"/>
                  </a:cubicBezTo>
                  <a:cubicBezTo>
                    <a:pt x="1118" y="203"/>
                    <a:pt x="1118" y="203"/>
                    <a:pt x="1118" y="203"/>
                  </a:cubicBezTo>
                  <a:cubicBezTo>
                    <a:pt x="1118" y="203"/>
                    <a:pt x="1118" y="203"/>
                    <a:pt x="1118" y="203"/>
                  </a:cubicBezTo>
                  <a:close/>
                  <a:moveTo>
                    <a:pt x="1234" y="151"/>
                  </a:moveTo>
                  <a:cubicBezTo>
                    <a:pt x="1234" y="151"/>
                    <a:pt x="1233" y="151"/>
                    <a:pt x="1234" y="151"/>
                  </a:cubicBezTo>
                  <a:cubicBezTo>
                    <a:pt x="1234" y="151"/>
                    <a:pt x="1235" y="151"/>
                    <a:pt x="1235" y="151"/>
                  </a:cubicBezTo>
                  <a:cubicBezTo>
                    <a:pt x="1235" y="151"/>
                    <a:pt x="1235" y="151"/>
                    <a:pt x="1236" y="152"/>
                  </a:cubicBezTo>
                  <a:cubicBezTo>
                    <a:pt x="1236" y="152"/>
                    <a:pt x="1237" y="152"/>
                    <a:pt x="1237" y="152"/>
                  </a:cubicBezTo>
                  <a:cubicBezTo>
                    <a:pt x="1237" y="153"/>
                    <a:pt x="1236" y="153"/>
                    <a:pt x="1237" y="153"/>
                  </a:cubicBezTo>
                  <a:cubicBezTo>
                    <a:pt x="1236" y="153"/>
                    <a:pt x="1234" y="153"/>
                    <a:pt x="1233" y="152"/>
                  </a:cubicBezTo>
                  <a:cubicBezTo>
                    <a:pt x="1233" y="152"/>
                    <a:pt x="1232" y="152"/>
                    <a:pt x="1233" y="151"/>
                  </a:cubicBezTo>
                  <a:cubicBezTo>
                    <a:pt x="1232" y="150"/>
                    <a:pt x="1230" y="150"/>
                    <a:pt x="1229" y="150"/>
                  </a:cubicBezTo>
                  <a:cubicBezTo>
                    <a:pt x="1230" y="150"/>
                    <a:pt x="1231" y="150"/>
                    <a:pt x="1232" y="152"/>
                  </a:cubicBezTo>
                  <a:cubicBezTo>
                    <a:pt x="1232" y="153"/>
                    <a:pt x="1230" y="152"/>
                    <a:pt x="1230" y="152"/>
                  </a:cubicBezTo>
                  <a:cubicBezTo>
                    <a:pt x="1228" y="152"/>
                    <a:pt x="1227" y="151"/>
                    <a:pt x="1225" y="150"/>
                  </a:cubicBezTo>
                  <a:cubicBezTo>
                    <a:pt x="1225" y="150"/>
                    <a:pt x="1224" y="150"/>
                    <a:pt x="1223" y="150"/>
                  </a:cubicBezTo>
                  <a:cubicBezTo>
                    <a:pt x="1223" y="150"/>
                    <a:pt x="1222" y="149"/>
                    <a:pt x="1222" y="149"/>
                  </a:cubicBezTo>
                  <a:cubicBezTo>
                    <a:pt x="1222" y="149"/>
                    <a:pt x="1221" y="149"/>
                    <a:pt x="1220" y="149"/>
                  </a:cubicBezTo>
                  <a:cubicBezTo>
                    <a:pt x="1220" y="149"/>
                    <a:pt x="1219" y="149"/>
                    <a:pt x="1218" y="148"/>
                  </a:cubicBezTo>
                  <a:cubicBezTo>
                    <a:pt x="1217" y="148"/>
                    <a:pt x="1216" y="148"/>
                    <a:pt x="1216" y="148"/>
                  </a:cubicBezTo>
                  <a:cubicBezTo>
                    <a:pt x="1215" y="148"/>
                    <a:pt x="1214" y="147"/>
                    <a:pt x="1214" y="147"/>
                  </a:cubicBezTo>
                  <a:cubicBezTo>
                    <a:pt x="1214" y="147"/>
                    <a:pt x="1214" y="148"/>
                    <a:pt x="1215" y="148"/>
                  </a:cubicBezTo>
                  <a:cubicBezTo>
                    <a:pt x="1214" y="148"/>
                    <a:pt x="1213" y="148"/>
                    <a:pt x="1213" y="148"/>
                  </a:cubicBezTo>
                  <a:cubicBezTo>
                    <a:pt x="1212" y="148"/>
                    <a:pt x="1211" y="148"/>
                    <a:pt x="1211" y="148"/>
                  </a:cubicBezTo>
                  <a:cubicBezTo>
                    <a:pt x="1211" y="147"/>
                    <a:pt x="1211" y="147"/>
                    <a:pt x="1211" y="147"/>
                  </a:cubicBezTo>
                  <a:cubicBezTo>
                    <a:pt x="1211" y="147"/>
                    <a:pt x="1210" y="147"/>
                    <a:pt x="1210" y="147"/>
                  </a:cubicBezTo>
                  <a:cubicBezTo>
                    <a:pt x="1209" y="147"/>
                    <a:pt x="1209" y="147"/>
                    <a:pt x="1208" y="147"/>
                  </a:cubicBezTo>
                  <a:cubicBezTo>
                    <a:pt x="1207" y="146"/>
                    <a:pt x="1206" y="146"/>
                    <a:pt x="1205" y="146"/>
                  </a:cubicBezTo>
                  <a:cubicBezTo>
                    <a:pt x="1205" y="145"/>
                    <a:pt x="1205" y="144"/>
                    <a:pt x="1204" y="144"/>
                  </a:cubicBezTo>
                  <a:cubicBezTo>
                    <a:pt x="1203" y="144"/>
                    <a:pt x="1202" y="143"/>
                    <a:pt x="1201" y="143"/>
                  </a:cubicBezTo>
                  <a:cubicBezTo>
                    <a:pt x="1200" y="142"/>
                    <a:pt x="1199" y="142"/>
                    <a:pt x="1198" y="141"/>
                  </a:cubicBezTo>
                  <a:cubicBezTo>
                    <a:pt x="1197" y="141"/>
                    <a:pt x="1195" y="141"/>
                    <a:pt x="1194" y="141"/>
                  </a:cubicBezTo>
                  <a:cubicBezTo>
                    <a:pt x="1192" y="141"/>
                    <a:pt x="1190" y="140"/>
                    <a:pt x="1188" y="140"/>
                  </a:cubicBezTo>
                  <a:cubicBezTo>
                    <a:pt x="1187" y="140"/>
                    <a:pt x="1188" y="141"/>
                    <a:pt x="1187" y="141"/>
                  </a:cubicBezTo>
                  <a:cubicBezTo>
                    <a:pt x="1186" y="141"/>
                    <a:pt x="1185" y="141"/>
                    <a:pt x="1185" y="141"/>
                  </a:cubicBezTo>
                  <a:cubicBezTo>
                    <a:pt x="1183" y="141"/>
                    <a:pt x="1181" y="142"/>
                    <a:pt x="1179" y="141"/>
                  </a:cubicBezTo>
                  <a:cubicBezTo>
                    <a:pt x="1178" y="140"/>
                    <a:pt x="1178" y="140"/>
                    <a:pt x="1177" y="139"/>
                  </a:cubicBezTo>
                  <a:cubicBezTo>
                    <a:pt x="1176" y="138"/>
                    <a:pt x="1175" y="139"/>
                    <a:pt x="1174" y="138"/>
                  </a:cubicBezTo>
                  <a:cubicBezTo>
                    <a:pt x="1172" y="138"/>
                    <a:pt x="1171" y="137"/>
                    <a:pt x="1169" y="136"/>
                  </a:cubicBezTo>
                  <a:cubicBezTo>
                    <a:pt x="1170" y="136"/>
                    <a:pt x="1170" y="137"/>
                    <a:pt x="1171" y="136"/>
                  </a:cubicBezTo>
                  <a:cubicBezTo>
                    <a:pt x="1171" y="136"/>
                    <a:pt x="1170" y="135"/>
                    <a:pt x="1170" y="135"/>
                  </a:cubicBezTo>
                  <a:cubicBezTo>
                    <a:pt x="1171" y="135"/>
                    <a:pt x="1170" y="135"/>
                    <a:pt x="1170" y="135"/>
                  </a:cubicBezTo>
                  <a:cubicBezTo>
                    <a:pt x="1170" y="134"/>
                    <a:pt x="1169" y="134"/>
                    <a:pt x="1169" y="134"/>
                  </a:cubicBezTo>
                  <a:cubicBezTo>
                    <a:pt x="1169" y="133"/>
                    <a:pt x="1168" y="133"/>
                    <a:pt x="1168" y="133"/>
                  </a:cubicBezTo>
                  <a:cubicBezTo>
                    <a:pt x="1167" y="132"/>
                    <a:pt x="1167" y="133"/>
                    <a:pt x="1167" y="133"/>
                  </a:cubicBezTo>
                  <a:cubicBezTo>
                    <a:pt x="1167" y="133"/>
                    <a:pt x="1168" y="134"/>
                    <a:pt x="1168" y="134"/>
                  </a:cubicBezTo>
                  <a:cubicBezTo>
                    <a:pt x="1168" y="135"/>
                    <a:pt x="1167" y="135"/>
                    <a:pt x="1166" y="134"/>
                  </a:cubicBezTo>
                  <a:cubicBezTo>
                    <a:pt x="1166" y="134"/>
                    <a:pt x="1165" y="134"/>
                    <a:pt x="1165" y="134"/>
                  </a:cubicBezTo>
                  <a:cubicBezTo>
                    <a:pt x="1165" y="133"/>
                    <a:pt x="1165" y="133"/>
                    <a:pt x="1164" y="133"/>
                  </a:cubicBezTo>
                  <a:cubicBezTo>
                    <a:pt x="1164" y="133"/>
                    <a:pt x="1163" y="132"/>
                    <a:pt x="1163" y="132"/>
                  </a:cubicBezTo>
                  <a:cubicBezTo>
                    <a:pt x="1163" y="133"/>
                    <a:pt x="1164" y="133"/>
                    <a:pt x="1164" y="133"/>
                  </a:cubicBezTo>
                  <a:cubicBezTo>
                    <a:pt x="1163" y="133"/>
                    <a:pt x="1163" y="133"/>
                    <a:pt x="1162" y="133"/>
                  </a:cubicBezTo>
                  <a:cubicBezTo>
                    <a:pt x="1163" y="133"/>
                    <a:pt x="1164" y="133"/>
                    <a:pt x="1165" y="134"/>
                  </a:cubicBezTo>
                  <a:cubicBezTo>
                    <a:pt x="1165" y="135"/>
                    <a:pt x="1163" y="135"/>
                    <a:pt x="1162" y="135"/>
                  </a:cubicBezTo>
                  <a:cubicBezTo>
                    <a:pt x="1163" y="135"/>
                    <a:pt x="1163" y="135"/>
                    <a:pt x="1163" y="135"/>
                  </a:cubicBezTo>
                  <a:cubicBezTo>
                    <a:pt x="1163" y="135"/>
                    <a:pt x="1162" y="134"/>
                    <a:pt x="1162" y="134"/>
                  </a:cubicBezTo>
                  <a:cubicBezTo>
                    <a:pt x="1162" y="135"/>
                    <a:pt x="1162" y="135"/>
                    <a:pt x="1163" y="136"/>
                  </a:cubicBezTo>
                  <a:cubicBezTo>
                    <a:pt x="1163" y="136"/>
                    <a:pt x="1164" y="137"/>
                    <a:pt x="1165" y="137"/>
                  </a:cubicBezTo>
                  <a:cubicBezTo>
                    <a:pt x="1166" y="138"/>
                    <a:pt x="1168" y="139"/>
                    <a:pt x="1170" y="139"/>
                  </a:cubicBezTo>
                  <a:cubicBezTo>
                    <a:pt x="1171" y="139"/>
                    <a:pt x="1171" y="139"/>
                    <a:pt x="1172" y="140"/>
                  </a:cubicBezTo>
                  <a:cubicBezTo>
                    <a:pt x="1172" y="140"/>
                    <a:pt x="1173" y="140"/>
                    <a:pt x="1173" y="141"/>
                  </a:cubicBezTo>
                  <a:cubicBezTo>
                    <a:pt x="1173" y="142"/>
                    <a:pt x="1172" y="142"/>
                    <a:pt x="1172" y="142"/>
                  </a:cubicBezTo>
                  <a:cubicBezTo>
                    <a:pt x="1171" y="142"/>
                    <a:pt x="1170" y="142"/>
                    <a:pt x="1170" y="142"/>
                  </a:cubicBezTo>
                  <a:cubicBezTo>
                    <a:pt x="1170" y="142"/>
                    <a:pt x="1169" y="143"/>
                    <a:pt x="1170" y="143"/>
                  </a:cubicBezTo>
                  <a:cubicBezTo>
                    <a:pt x="1170" y="143"/>
                    <a:pt x="1171" y="143"/>
                    <a:pt x="1171" y="143"/>
                  </a:cubicBezTo>
                  <a:cubicBezTo>
                    <a:pt x="1171" y="143"/>
                    <a:pt x="1171" y="143"/>
                    <a:pt x="1171" y="143"/>
                  </a:cubicBezTo>
                  <a:cubicBezTo>
                    <a:pt x="1171" y="143"/>
                    <a:pt x="1172" y="143"/>
                    <a:pt x="1172" y="143"/>
                  </a:cubicBezTo>
                  <a:cubicBezTo>
                    <a:pt x="1172" y="142"/>
                    <a:pt x="1171" y="142"/>
                    <a:pt x="1171" y="142"/>
                  </a:cubicBezTo>
                  <a:cubicBezTo>
                    <a:pt x="1172" y="142"/>
                    <a:pt x="1173" y="142"/>
                    <a:pt x="1174" y="142"/>
                  </a:cubicBezTo>
                  <a:cubicBezTo>
                    <a:pt x="1174" y="142"/>
                    <a:pt x="1174" y="143"/>
                    <a:pt x="1175" y="143"/>
                  </a:cubicBezTo>
                  <a:cubicBezTo>
                    <a:pt x="1175" y="143"/>
                    <a:pt x="1175" y="144"/>
                    <a:pt x="1176" y="144"/>
                  </a:cubicBezTo>
                  <a:cubicBezTo>
                    <a:pt x="1176" y="144"/>
                    <a:pt x="1175" y="144"/>
                    <a:pt x="1175" y="145"/>
                  </a:cubicBezTo>
                  <a:cubicBezTo>
                    <a:pt x="1175" y="145"/>
                    <a:pt x="1175" y="145"/>
                    <a:pt x="1174" y="145"/>
                  </a:cubicBezTo>
                  <a:cubicBezTo>
                    <a:pt x="1174" y="145"/>
                    <a:pt x="1174" y="145"/>
                    <a:pt x="1174" y="145"/>
                  </a:cubicBezTo>
                  <a:cubicBezTo>
                    <a:pt x="1174" y="145"/>
                    <a:pt x="1174" y="145"/>
                    <a:pt x="1174" y="145"/>
                  </a:cubicBezTo>
                  <a:cubicBezTo>
                    <a:pt x="1173" y="146"/>
                    <a:pt x="1173" y="146"/>
                    <a:pt x="1174" y="147"/>
                  </a:cubicBezTo>
                  <a:cubicBezTo>
                    <a:pt x="1174" y="147"/>
                    <a:pt x="1174" y="147"/>
                    <a:pt x="1173" y="148"/>
                  </a:cubicBezTo>
                  <a:cubicBezTo>
                    <a:pt x="1172" y="148"/>
                    <a:pt x="1171" y="148"/>
                    <a:pt x="1171" y="149"/>
                  </a:cubicBezTo>
                  <a:cubicBezTo>
                    <a:pt x="1171" y="149"/>
                    <a:pt x="1170" y="150"/>
                    <a:pt x="1169" y="150"/>
                  </a:cubicBezTo>
                  <a:cubicBezTo>
                    <a:pt x="1169" y="149"/>
                    <a:pt x="1170" y="150"/>
                    <a:pt x="1170" y="149"/>
                  </a:cubicBezTo>
                  <a:cubicBezTo>
                    <a:pt x="1171" y="149"/>
                    <a:pt x="1170" y="149"/>
                    <a:pt x="1169" y="149"/>
                  </a:cubicBezTo>
                  <a:cubicBezTo>
                    <a:pt x="1169" y="149"/>
                    <a:pt x="1168" y="149"/>
                    <a:pt x="1167" y="149"/>
                  </a:cubicBezTo>
                  <a:cubicBezTo>
                    <a:pt x="1167" y="149"/>
                    <a:pt x="1166" y="149"/>
                    <a:pt x="1165" y="149"/>
                  </a:cubicBezTo>
                  <a:cubicBezTo>
                    <a:pt x="1165" y="149"/>
                    <a:pt x="1164" y="149"/>
                    <a:pt x="1164" y="149"/>
                  </a:cubicBezTo>
                  <a:cubicBezTo>
                    <a:pt x="1163" y="149"/>
                    <a:pt x="1162" y="149"/>
                    <a:pt x="1161" y="149"/>
                  </a:cubicBezTo>
                  <a:cubicBezTo>
                    <a:pt x="1161" y="148"/>
                    <a:pt x="1160" y="148"/>
                    <a:pt x="1160" y="148"/>
                  </a:cubicBezTo>
                  <a:cubicBezTo>
                    <a:pt x="1159" y="148"/>
                    <a:pt x="1158" y="148"/>
                    <a:pt x="1158" y="147"/>
                  </a:cubicBezTo>
                  <a:cubicBezTo>
                    <a:pt x="1158" y="147"/>
                    <a:pt x="1158" y="147"/>
                    <a:pt x="1159" y="147"/>
                  </a:cubicBezTo>
                  <a:cubicBezTo>
                    <a:pt x="1158" y="147"/>
                    <a:pt x="1157" y="147"/>
                    <a:pt x="1156" y="146"/>
                  </a:cubicBezTo>
                  <a:cubicBezTo>
                    <a:pt x="1155" y="146"/>
                    <a:pt x="1154" y="146"/>
                    <a:pt x="1153" y="145"/>
                  </a:cubicBezTo>
                  <a:cubicBezTo>
                    <a:pt x="1153" y="145"/>
                    <a:pt x="1152" y="145"/>
                    <a:pt x="1152" y="145"/>
                  </a:cubicBezTo>
                  <a:cubicBezTo>
                    <a:pt x="1151" y="145"/>
                    <a:pt x="1151" y="145"/>
                    <a:pt x="1150" y="145"/>
                  </a:cubicBezTo>
                  <a:cubicBezTo>
                    <a:pt x="1149" y="146"/>
                    <a:pt x="1149" y="145"/>
                    <a:pt x="1148" y="145"/>
                  </a:cubicBezTo>
                  <a:cubicBezTo>
                    <a:pt x="1148" y="145"/>
                    <a:pt x="1148" y="145"/>
                    <a:pt x="1147" y="145"/>
                  </a:cubicBezTo>
                  <a:cubicBezTo>
                    <a:pt x="1148" y="146"/>
                    <a:pt x="1148" y="145"/>
                    <a:pt x="1149" y="146"/>
                  </a:cubicBezTo>
                  <a:cubicBezTo>
                    <a:pt x="1149" y="146"/>
                    <a:pt x="1150" y="146"/>
                    <a:pt x="1150" y="146"/>
                  </a:cubicBezTo>
                  <a:cubicBezTo>
                    <a:pt x="1151" y="146"/>
                    <a:pt x="1152" y="145"/>
                    <a:pt x="1153" y="146"/>
                  </a:cubicBezTo>
                  <a:cubicBezTo>
                    <a:pt x="1154" y="146"/>
                    <a:pt x="1156" y="147"/>
                    <a:pt x="1157" y="147"/>
                  </a:cubicBezTo>
                  <a:cubicBezTo>
                    <a:pt x="1158" y="148"/>
                    <a:pt x="1156" y="148"/>
                    <a:pt x="1156" y="148"/>
                  </a:cubicBezTo>
                  <a:cubicBezTo>
                    <a:pt x="1155" y="148"/>
                    <a:pt x="1155" y="147"/>
                    <a:pt x="1154" y="147"/>
                  </a:cubicBezTo>
                  <a:cubicBezTo>
                    <a:pt x="1154" y="147"/>
                    <a:pt x="1152" y="147"/>
                    <a:pt x="1152" y="147"/>
                  </a:cubicBezTo>
                  <a:cubicBezTo>
                    <a:pt x="1152" y="148"/>
                    <a:pt x="1151" y="148"/>
                    <a:pt x="1151" y="147"/>
                  </a:cubicBezTo>
                  <a:cubicBezTo>
                    <a:pt x="1150" y="147"/>
                    <a:pt x="1149" y="147"/>
                    <a:pt x="1148" y="147"/>
                  </a:cubicBezTo>
                  <a:cubicBezTo>
                    <a:pt x="1148" y="147"/>
                    <a:pt x="1147" y="146"/>
                    <a:pt x="1147" y="146"/>
                  </a:cubicBezTo>
                  <a:cubicBezTo>
                    <a:pt x="1146" y="146"/>
                    <a:pt x="1147" y="147"/>
                    <a:pt x="1147" y="147"/>
                  </a:cubicBezTo>
                  <a:cubicBezTo>
                    <a:pt x="1148" y="147"/>
                    <a:pt x="1148" y="147"/>
                    <a:pt x="1149" y="147"/>
                  </a:cubicBezTo>
                  <a:cubicBezTo>
                    <a:pt x="1150" y="147"/>
                    <a:pt x="1150" y="148"/>
                    <a:pt x="1151" y="148"/>
                  </a:cubicBezTo>
                  <a:cubicBezTo>
                    <a:pt x="1152" y="148"/>
                    <a:pt x="1152" y="148"/>
                    <a:pt x="1152" y="149"/>
                  </a:cubicBezTo>
                  <a:cubicBezTo>
                    <a:pt x="1153" y="149"/>
                    <a:pt x="1152" y="149"/>
                    <a:pt x="1152" y="149"/>
                  </a:cubicBezTo>
                  <a:cubicBezTo>
                    <a:pt x="1151" y="149"/>
                    <a:pt x="1152" y="150"/>
                    <a:pt x="1152" y="150"/>
                  </a:cubicBezTo>
                  <a:cubicBezTo>
                    <a:pt x="1152" y="150"/>
                    <a:pt x="1152" y="149"/>
                    <a:pt x="1153" y="149"/>
                  </a:cubicBezTo>
                  <a:cubicBezTo>
                    <a:pt x="1153" y="150"/>
                    <a:pt x="1153" y="149"/>
                    <a:pt x="1153" y="149"/>
                  </a:cubicBezTo>
                  <a:cubicBezTo>
                    <a:pt x="1154" y="149"/>
                    <a:pt x="1155" y="149"/>
                    <a:pt x="1156" y="150"/>
                  </a:cubicBezTo>
                  <a:cubicBezTo>
                    <a:pt x="1156" y="150"/>
                    <a:pt x="1157" y="150"/>
                    <a:pt x="1157" y="150"/>
                  </a:cubicBezTo>
                  <a:cubicBezTo>
                    <a:pt x="1157" y="150"/>
                    <a:pt x="1157" y="149"/>
                    <a:pt x="1157" y="149"/>
                  </a:cubicBezTo>
                  <a:cubicBezTo>
                    <a:pt x="1157" y="148"/>
                    <a:pt x="1159" y="148"/>
                    <a:pt x="1159" y="148"/>
                  </a:cubicBezTo>
                  <a:cubicBezTo>
                    <a:pt x="1160" y="148"/>
                    <a:pt x="1161" y="150"/>
                    <a:pt x="1162" y="150"/>
                  </a:cubicBezTo>
                  <a:cubicBezTo>
                    <a:pt x="1162" y="151"/>
                    <a:pt x="1163" y="151"/>
                    <a:pt x="1164" y="152"/>
                  </a:cubicBezTo>
                  <a:cubicBezTo>
                    <a:pt x="1165" y="152"/>
                    <a:pt x="1166" y="152"/>
                    <a:pt x="1167" y="153"/>
                  </a:cubicBezTo>
                  <a:cubicBezTo>
                    <a:pt x="1169" y="153"/>
                    <a:pt x="1170" y="154"/>
                    <a:pt x="1172" y="154"/>
                  </a:cubicBezTo>
                  <a:cubicBezTo>
                    <a:pt x="1172" y="153"/>
                    <a:pt x="1170" y="153"/>
                    <a:pt x="1171" y="153"/>
                  </a:cubicBezTo>
                  <a:cubicBezTo>
                    <a:pt x="1171" y="153"/>
                    <a:pt x="1171" y="152"/>
                    <a:pt x="1171" y="152"/>
                  </a:cubicBezTo>
                  <a:cubicBezTo>
                    <a:pt x="1172" y="152"/>
                    <a:pt x="1173" y="153"/>
                    <a:pt x="1174" y="154"/>
                  </a:cubicBezTo>
                  <a:cubicBezTo>
                    <a:pt x="1175" y="154"/>
                    <a:pt x="1176" y="155"/>
                    <a:pt x="1177" y="155"/>
                  </a:cubicBezTo>
                  <a:cubicBezTo>
                    <a:pt x="1177" y="155"/>
                    <a:pt x="1176" y="155"/>
                    <a:pt x="1176" y="155"/>
                  </a:cubicBezTo>
                  <a:cubicBezTo>
                    <a:pt x="1176" y="156"/>
                    <a:pt x="1177" y="156"/>
                    <a:pt x="1177" y="156"/>
                  </a:cubicBezTo>
                  <a:cubicBezTo>
                    <a:pt x="1177" y="156"/>
                    <a:pt x="1177" y="156"/>
                    <a:pt x="1177" y="156"/>
                  </a:cubicBezTo>
                  <a:cubicBezTo>
                    <a:pt x="1177" y="156"/>
                    <a:pt x="1177" y="156"/>
                    <a:pt x="1178" y="156"/>
                  </a:cubicBezTo>
                  <a:cubicBezTo>
                    <a:pt x="1178" y="156"/>
                    <a:pt x="1178" y="156"/>
                    <a:pt x="1179" y="156"/>
                  </a:cubicBezTo>
                  <a:cubicBezTo>
                    <a:pt x="1179" y="156"/>
                    <a:pt x="1180" y="156"/>
                    <a:pt x="1180" y="157"/>
                  </a:cubicBezTo>
                  <a:cubicBezTo>
                    <a:pt x="1181" y="157"/>
                    <a:pt x="1183" y="158"/>
                    <a:pt x="1184" y="159"/>
                  </a:cubicBezTo>
                  <a:cubicBezTo>
                    <a:pt x="1183" y="159"/>
                    <a:pt x="1183" y="159"/>
                    <a:pt x="1182" y="159"/>
                  </a:cubicBezTo>
                  <a:cubicBezTo>
                    <a:pt x="1183" y="159"/>
                    <a:pt x="1184" y="159"/>
                    <a:pt x="1184" y="159"/>
                  </a:cubicBezTo>
                  <a:cubicBezTo>
                    <a:pt x="1183" y="160"/>
                    <a:pt x="1183" y="159"/>
                    <a:pt x="1182" y="159"/>
                  </a:cubicBezTo>
                  <a:cubicBezTo>
                    <a:pt x="1182" y="159"/>
                    <a:pt x="1183" y="160"/>
                    <a:pt x="1182" y="159"/>
                  </a:cubicBezTo>
                  <a:cubicBezTo>
                    <a:pt x="1182" y="159"/>
                    <a:pt x="1182" y="159"/>
                    <a:pt x="1181" y="159"/>
                  </a:cubicBezTo>
                  <a:cubicBezTo>
                    <a:pt x="1181" y="159"/>
                    <a:pt x="1180" y="159"/>
                    <a:pt x="1181" y="160"/>
                  </a:cubicBezTo>
                  <a:cubicBezTo>
                    <a:pt x="1181" y="160"/>
                    <a:pt x="1182" y="160"/>
                    <a:pt x="1182" y="160"/>
                  </a:cubicBezTo>
                  <a:cubicBezTo>
                    <a:pt x="1183" y="160"/>
                    <a:pt x="1182" y="160"/>
                    <a:pt x="1183" y="160"/>
                  </a:cubicBezTo>
                  <a:cubicBezTo>
                    <a:pt x="1183" y="160"/>
                    <a:pt x="1184" y="160"/>
                    <a:pt x="1184" y="160"/>
                  </a:cubicBezTo>
                  <a:cubicBezTo>
                    <a:pt x="1185" y="160"/>
                    <a:pt x="1185" y="160"/>
                    <a:pt x="1185" y="161"/>
                  </a:cubicBezTo>
                  <a:cubicBezTo>
                    <a:pt x="1186" y="161"/>
                    <a:pt x="1185" y="161"/>
                    <a:pt x="1186" y="161"/>
                  </a:cubicBezTo>
                  <a:cubicBezTo>
                    <a:pt x="1186" y="162"/>
                    <a:pt x="1186" y="161"/>
                    <a:pt x="1187" y="161"/>
                  </a:cubicBezTo>
                  <a:cubicBezTo>
                    <a:pt x="1188" y="161"/>
                    <a:pt x="1187" y="161"/>
                    <a:pt x="1186" y="161"/>
                  </a:cubicBezTo>
                  <a:cubicBezTo>
                    <a:pt x="1186" y="160"/>
                    <a:pt x="1185" y="160"/>
                    <a:pt x="1184" y="160"/>
                  </a:cubicBezTo>
                  <a:cubicBezTo>
                    <a:pt x="1185" y="160"/>
                    <a:pt x="1186" y="160"/>
                    <a:pt x="1187" y="161"/>
                  </a:cubicBezTo>
                  <a:cubicBezTo>
                    <a:pt x="1188" y="161"/>
                    <a:pt x="1189" y="162"/>
                    <a:pt x="1190" y="162"/>
                  </a:cubicBezTo>
                  <a:cubicBezTo>
                    <a:pt x="1189" y="162"/>
                    <a:pt x="1188" y="161"/>
                    <a:pt x="1187" y="162"/>
                  </a:cubicBezTo>
                  <a:cubicBezTo>
                    <a:pt x="1187" y="162"/>
                    <a:pt x="1189" y="162"/>
                    <a:pt x="1190" y="162"/>
                  </a:cubicBezTo>
                  <a:cubicBezTo>
                    <a:pt x="1190" y="162"/>
                    <a:pt x="1191" y="163"/>
                    <a:pt x="1192" y="163"/>
                  </a:cubicBezTo>
                  <a:cubicBezTo>
                    <a:pt x="1193" y="163"/>
                    <a:pt x="1195" y="163"/>
                    <a:pt x="1196" y="165"/>
                  </a:cubicBezTo>
                  <a:cubicBezTo>
                    <a:pt x="1195" y="165"/>
                    <a:pt x="1196" y="166"/>
                    <a:pt x="1196" y="166"/>
                  </a:cubicBezTo>
                  <a:cubicBezTo>
                    <a:pt x="1197" y="166"/>
                    <a:pt x="1198" y="166"/>
                    <a:pt x="1199" y="167"/>
                  </a:cubicBezTo>
                  <a:cubicBezTo>
                    <a:pt x="1200" y="167"/>
                    <a:pt x="1200" y="167"/>
                    <a:pt x="1201" y="168"/>
                  </a:cubicBezTo>
                  <a:cubicBezTo>
                    <a:pt x="1202" y="168"/>
                    <a:pt x="1203" y="168"/>
                    <a:pt x="1203" y="169"/>
                  </a:cubicBezTo>
                  <a:cubicBezTo>
                    <a:pt x="1203" y="169"/>
                    <a:pt x="1202" y="169"/>
                    <a:pt x="1202" y="169"/>
                  </a:cubicBezTo>
                  <a:cubicBezTo>
                    <a:pt x="1202" y="169"/>
                    <a:pt x="1203" y="170"/>
                    <a:pt x="1202" y="170"/>
                  </a:cubicBezTo>
                  <a:cubicBezTo>
                    <a:pt x="1201" y="170"/>
                    <a:pt x="1201" y="171"/>
                    <a:pt x="1202" y="171"/>
                  </a:cubicBezTo>
                  <a:cubicBezTo>
                    <a:pt x="1203" y="171"/>
                    <a:pt x="1204" y="173"/>
                    <a:pt x="1203" y="172"/>
                  </a:cubicBezTo>
                  <a:cubicBezTo>
                    <a:pt x="1203" y="172"/>
                    <a:pt x="1202" y="172"/>
                    <a:pt x="1202" y="172"/>
                  </a:cubicBezTo>
                  <a:cubicBezTo>
                    <a:pt x="1201" y="172"/>
                    <a:pt x="1200" y="171"/>
                    <a:pt x="1200" y="171"/>
                  </a:cubicBezTo>
                  <a:cubicBezTo>
                    <a:pt x="1198" y="171"/>
                    <a:pt x="1196" y="171"/>
                    <a:pt x="1195" y="170"/>
                  </a:cubicBezTo>
                  <a:cubicBezTo>
                    <a:pt x="1193" y="170"/>
                    <a:pt x="1192" y="170"/>
                    <a:pt x="1190" y="170"/>
                  </a:cubicBezTo>
                  <a:cubicBezTo>
                    <a:pt x="1189" y="169"/>
                    <a:pt x="1187" y="170"/>
                    <a:pt x="1186" y="169"/>
                  </a:cubicBezTo>
                  <a:cubicBezTo>
                    <a:pt x="1186" y="169"/>
                    <a:pt x="1184" y="167"/>
                    <a:pt x="1185" y="168"/>
                  </a:cubicBezTo>
                  <a:cubicBezTo>
                    <a:pt x="1185" y="167"/>
                    <a:pt x="1184" y="167"/>
                    <a:pt x="1184" y="167"/>
                  </a:cubicBezTo>
                  <a:cubicBezTo>
                    <a:pt x="1184" y="168"/>
                    <a:pt x="1184" y="168"/>
                    <a:pt x="1184" y="168"/>
                  </a:cubicBezTo>
                  <a:cubicBezTo>
                    <a:pt x="1183" y="168"/>
                    <a:pt x="1183" y="168"/>
                    <a:pt x="1182" y="167"/>
                  </a:cubicBezTo>
                  <a:cubicBezTo>
                    <a:pt x="1182" y="167"/>
                    <a:pt x="1181" y="167"/>
                    <a:pt x="1180" y="167"/>
                  </a:cubicBezTo>
                  <a:cubicBezTo>
                    <a:pt x="1181" y="167"/>
                    <a:pt x="1181" y="167"/>
                    <a:pt x="1182" y="168"/>
                  </a:cubicBezTo>
                  <a:cubicBezTo>
                    <a:pt x="1182" y="168"/>
                    <a:pt x="1182" y="168"/>
                    <a:pt x="1183" y="169"/>
                  </a:cubicBezTo>
                  <a:cubicBezTo>
                    <a:pt x="1183" y="169"/>
                    <a:pt x="1184" y="169"/>
                    <a:pt x="1184" y="169"/>
                  </a:cubicBezTo>
                  <a:cubicBezTo>
                    <a:pt x="1185" y="170"/>
                    <a:pt x="1185" y="169"/>
                    <a:pt x="1186" y="170"/>
                  </a:cubicBezTo>
                  <a:cubicBezTo>
                    <a:pt x="1185" y="170"/>
                    <a:pt x="1183" y="170"/>
                    <a:pt x="1183" y="170"/>
                  </a:cubicBezTo>
                  <a:cubicBezTo>
                    <a:pt x="1183" y="170"/>
                    <a:pt x="1182" y="170"/>
                    <a:pt x="1182" y="170"/>
                  </a:cubicBezTo>
                  <a:cubicBezTo>
                    <a:pt x="1182" y="170"/>
                    <a:pt x="1182" y="170"/>
                    <a:pt x="1183" y="171"/>
                  </a:cubicBezTo>
                  <a:cubicBezTo>
                    <a:pt x="1182" y="170"/>
                    <a:pt x="1182" y="172"/>
                    <a:pt x="1182" y="172"/>
                  </a:cubicBezTo>
                  <a:cubicBezTo>
                    <a:pt x="1181" y="173"/>
                    <a:pt x="1181" y="172"/>
                    <a:pt x="1180" y="173"/>
                  </a:cubicBezTo>
                  <a:cubicBezTo>
                    <a:pt x="1179" y="173"/>
                    <a:pt x="1179" y="174"/>
                    <a:pt x="1178" y="174"/>
                  </a:cubicBezTo>
                  <a:cubicBezTo>
                    <a:pt x="1177" y="174"/>
                    <a:pt x="1177" y="174"/>
                    <a:pt x="1176" y="174"/>
                  </a:cubicBezTo>
                  <a:cubicBezTo>
                    <a:pt x="1176" y="174"/>
                    <a:pt x="1178" y="174"/>
                    <a:pt x="1177" y="175"/>
                  </a:cubicBezTo>
                  <a:cubicBezTo>
                    <a:pt x="1177" y="175"/>
                    <a:pt x="1176" y="175"/>
                    <a:pt x="1175" y="176"/>
                  </a:cubicBezTo>
                  <a:cubicBezTo>
                    <a:pt x="1175" y="175"/>
                    <a:pt x="1174" y="175"/>
                    <a:pt x="1173" y="175"/>
                  </a:cubicBezTo>
                  <a:cubicBezTo>
                    <a:pt x="1174" y="176"/>
                    <a:pt x="1175" y="176"/>
                    <a:pt x="1175" y="176"/>
                  </a:cubicBezTo>
                  <a:cubicBezTo>
                    <a:pt x="1176" y="177"/>
                    <a:pt x="1175" y="177"/>
                    <a:pt x="1174" y="177"/>
                  </a:cubicBezTo>
                  <a:cubicBezTo>
                    <a:pt x="1174" y="177"/>
                    <a:pt x="1173" y="177"/>
                    <a:pt x="1173" y="177"/>
                  </a:cubicBezTo>
                  <a:cubicBezTo>
                    <a:pt x="1173" y="177"/>
                    <a:pt x="1172" y="177"/>
                    <a:pt x="1172" y="177"/>
                  </a:cubicBezTo>
                  <a:cubicBezTo>
                    <a:pt x="1171" y="177"/>
                    <a:pt x="1171" y="178"/>
                    <a:pt x="1172" y="177"/>
                  </a:cubicBezTo>
                  <a:cubicBezTo>
                    <a:pt x="1172" y="178"/>
                    <a:pt x="1172" y="178"/>
                    <a:pt x="1171" y="178"/>
                  </a:cubicBezTo>
                  <a:cubicBezTo>
                    <a:pt x="1171" y="178"/>
                    <a:pt x="1170" y="178"/>
                    <a:pt x="1169" y="178"/>
                  </a:cubicBezTo>
                  <a:cubicBezTo>
                    <a:pt x="1167" y="177"/>
                    <a:pt x="1170" y="179"/>
                    <a:pt x="1170" y="180"/>
                  </a:cubicBezTo>
                  <a:cubicBezTo>
                    <a:pt x="1170" y="180"/>
                    <a:pt x="1169" y="180"/>
                    <a:pt x="1169" y="180"/>
                  </a:cubicBezTo>
                  <a:cubicBezTo>
                    <a:pt x="1169" y="180"/>
                    <a:pt x="1170" y="180"/>
                    <a:pt x="1170" y="181"/>
                  </a:cubicBezTo>
                  <a:cubicBezTo>
                    <a:pt x="1169" y="182"/>
                    <a:pt x="1167" y="180"/>
                    <a:pt x="1166" y="181"/>
                  </a:cubicBezTo>
                  <a:cubicBezTo>
                    <a:pt x="1167" y="181"/>
                    <a:pt x="1168" y="181"/>
                    <a:pt x="1169" y="182"/>
                  </a:cubicBezTo>
                  <a:cubicBezTo>
                    <a:pt x="1169" y="183"/>
                    <a:pt x="1167" y="182"/>
                    <a:pt x="1167" y="182"/>
                  </a:cubicBezTo>
                  <a:cubicBezTo>
                    <a:pt x="1167" y="182"/>
                    <a:pt x="1168" y="182"/>
                    <a:pt x="1168" y="183"/>
                  </a:cubicBezTo>
                  <a:cubicBezTo>
                    <a:pt x="1168" y="183"/>
                    <a:pt x="1168" y="183"/>
                    <a:pt x="1168" y="183"/>
                  </a:cubicBezTo>
                  <a:cubicBezTo>
                    <a:pt x="1167" y="183"/>
                    <a:pt x="1166" y="183"/>
                    <a:pt x="1165" y="183"/>
                  </a:cubicBezTo>
                  <a:cubicBezTo>
                    <a:pt x="1166" y="183"/>
                    <a:pt x="1167" y="184"/>
                    <a:pt x="1167" y="184"/>
                  </a:cubicBezTo>
                  <a:cubicBezTo>
                    <a:pt x="1167" y="184"/>
                    <a:pt x="1166" y="184"/>
                    <a:pt x="1166" y="184"/>
                  </a:cubicBezTo>
                  <a:cubicBezTo>
                    <a:pt x="1166" y="184"/>
                    <a:pt x="1169" y="184"/>
                    <a:pt x="1168" y="185"/>
                  </a:cubicBezTo>
                  <a:cubicBezTo>
                    <a:pt x="1167" y="185"/>
                    <a:pt x="1167" y="185"/>
                    <a:pt x="1166" y="185"/>
                  </a:cubicBezTo>
                  <a:cubicBezTo>
                    <a:pt x="1167" y="185"/>
                    <a:pt x="1167" y="185"/>
                    <a:pt x="1167" y="185"/>
                  </a:cubicBezTo>
                  <a:cubicBezTo>
                    <a:pt x="1167" y="185"/>
                    <a:pt x="1167" y="185"/>
                    <a:pt x="1167" y="186"/>
                  </a:cubicBezTo>
                  <a:cubicBezTo>
                    <a:pt x="1167" y="186"/>
                    <a:pt x="1167" y="186"/>
                    <a:pt x="1167" y="186"/>
                  </a:cubicBezTo>
                  <a:cubicBezTo>
                    <a:pt x="1167" y="186"/>
                    <a:pt x="1168" y="187"/>
                    <a:pt x="1167" y="187"/>
                  </a:cubicBezTo>
                  <a:cubicBezTo>
                    <a:pt x="1167" y="187"/>
                    <a:pt x="1166" y="186"/>
                    <a:pt x="1166" y="186"/>
                  </a:cubicBezTo>
                  <a:cubicBezTo>
                    <a:pt x="1166" y="186"/>
                    <a:pt x="1167" y="187"/>
                    <a:pt x="1167" y="187"/>
                  </a:cubicBezTo>
                  <a:cubicBezTo>
                    <a:pt x="1166" y="187"/>
                    <a:pt x="1166" y="187"/>
                    <a:pt x="1165" y="187"/>
                  </a:cubicBezTo>
                  <a:cubicBezTo>
                    <a:pt x="1165" y="187"/>
                    <a:pt x="1165" y="187"/>
                    <a:pt x="1164" y="187"/>
                  </a:cubicBezTo>
                  <a:cubicBezTo>
                    <a:pt x="1165" y="187"/>
                    <a:pt x="1166" y="187"/>
                    <a:pt x="1166" y="188"/>
                  </a:cubicBezTo>
                  <a:cubicBezTo>
                    <a:pt x="1166" y="188"/>
                    <a:pt x="1164" y="187"/>
                    <a:pt x="1164" y="187"/>
                  </a:cubicBezTo>
                  <a:cubicBezTo>
                    <a:pt x="1164" y="188"/>
                    <a:pt x="1166" y="189"/>
                    <a:pt x="1164" y="190"/>
                  </a:cubicBezTo>
                  <a:cubicBezTo>
                    <a:pt x="1164" y="190"/>
                    <a:pt x="1164" y="189"/>
                    <a:pt x="1164" y="190"/>
                  </a:cubicBezTo>
                  <a:cubicBezTo>
                    <a:pt x="1163" y="190"/>
                    <a:pt x="1163" y="190"/>
                    <a:pt x="1163" y="190"/>
                  </a:cubicBezTo>
                  <a:cubicBezTo>
                    <a:pt x="1163" y="190"/>
                    <a:pt x="1162" y="190"/>
                    <a:pt x="1161" y="190"/>
                  </a:cubicBezTo>
                  <a:cubicBezTo>
                    <a:pt x="1162" y="190"/>
                    <a:pt x="1162" y="190"/>
                    <a:pt x="1163" y="191"/>
                  </a:cubicBezTo>
                  <a:cubicBezTo>
                    <a:pt x="1163" y="191"/>
                    <a:pt x="1161" y="191"/>
                    <a:pt x="1161" y="191"/>
                  </a:cubicBezTo>
                  <a:cubicBezTo>
                    <a:pt x="1161" y="191"/>
                    <a:pt x="1163" y="192"/>
                    <a:pt x="1163" y="192"/>
                  </a:cubicBezTo>
                  <a:cubicBezTo>
                    <a:pt x="1162" y="193"/>
                    <a:pt x="1165" y="195"/>
                    <a:pt x="1165" y="195"/>
                  </a:cubicBezTo>
                  <a:cubicBezTo>
                    <a:pt x="1166" y="196"/>
                    <a:pt x="1165" y="196"/>
                    <a:pt x="1164" y="196"/>
                  </a:cubicBezTo>
                  <a:cubicBezTo>
                    <a:pt x="1163" y="196"/>
                    <a:pt x="1163" y="195"/>
                    <a:pt x="1162" y="195"/>
                  </a:cubicBezTo>
                  <a:cubicBezTo>
                    <a:pt x="1161" y="194"/>
                    <a:pt x="1160" y="194"/>
                    <a:pt x="1159" y="194"/>
                  </a:cubicBezTo>
                  <a:cubicBezTo>
                    <a:pt x="1159" y="193"/>
                    <a:pt x="1158" y="193"/>
                    <a:pt x="1159" y="193"/>
                  </a:cubicBezTo>
                  <a:cubicBezTo>
                    <a:pt x="1159" y="193"/>
                    <a:pt x="1158" y="193"/>
                    <a:pt x="1158" y="193"/>
                  </a:cubicBezTo>
                  <a:cubicBezTo>
                    <a:pt x="1157" y="193"/>
                    <a:pt x="1157" y="193"/>
                    <a:pt x="1157" y="192"/>
                  </a:cubicBezTo>
                  <a:cubicBezTo>
                    <a:pt x="1156" y="192"/>
                    <a:pt x="1155" y="191"/>
                    <a:pt x="1154" y="191"/>
                  </a:cubicBezTo>
                  <a:cubicBezTo>
                    <a:pt x="1153" y="190"/>
                    <a:pt x="1151" y="190"/>
                    <a:pt x="1150" y="190"/>
                  </a:cubicBezTo>
                  <a:cubicBezTo>
                    <a:pt x="1150" y="190"/>
                    <a:pt x="1150" y="190"/>
                    <a:pt x="1150" y="190"/>
                  </a:cubicBezTo>
                  <a:cubicBezTo>
                    <a:pt x="1150" y="189"/>
                    <a:pt x="1149" y="189"/>
                    <a:pt x="1149" y="189"/>
                  </a:cubicBezTo>
                  <a:cubicBezTo>
                    <a:pt x="1149" y="189"/>
                    <a:pt x="1149" y="189"/>
                    <a:pt x="1149" y="189"/>
                  </a:cubicBezTo>
                  <a:cubicBezTo>
                    <a:pt x="1149" y="189"/>
                    <a:pt x="1148" y="189"/>
                    <a:pt x="1148" y="189"/>
                  </a:cubicBezTo>
                  <a:cubicBezTo>
                    <a:pt x="1149" y="190"/>
                    <a:pt x="1148" y="190"/>
                    <a:pt x="1147" y="190"/>
                  </a:cubicBezTo>
                  <a:cubicBezTo>
                    <a:pt x="1147" y="190"/>
                    <a:pt x="1146" y="190"/>
                    <a:pt x="1146" y="190"/>
                  </a:cubicBezTo>
                  <a:cubicBezTo>
                    <a:pt x="1145" y="189"/>
                    <a:pt x="1145" y="190"/>
                    <a:pt x="1144" y="190"/>
                  </a:cubicBezTo>
                  <a:cubicBezTo>
                    <a:pt x="1144" y="189"/>
                    <a:pt x="1144" y="189"/>
                    <a:pt x="1143" y="189"/>
                  </a:cubicBezTo>
                  <a:cubicBezTo>
                    <a:pt x="1142" y="189"/>
                    <a:pt x="1140" y="190"/>
                    <a:pt x="1138" y="190"/>
                  </a:cubicBezTo>
                  <a:cubicBezTo>
                    <a:pt x="1138" y="190"/>
                    <a:pt x="1139" y="190"/>
                    <a:pt x="1138" y="190"/>
                  </a:cubicBezTo>
                  <a:cubicBezTo>
                    <a:pt x="1138" y="191"/>
                    <a:pt x="1138" y="191"/>
                    <a:pt x="1137" y="191"/>
                  </a:cubicBezTo>
                  <a:cubicBezTo>
                    <a:pt x="1137" y="191"/>
                    <a:pt x="1137" y="191"/>
                    <a:pt x="1137" y="191"/>
                  </a:cubicBezTo>
                  <a:cubicBezTo>
                    <a:pt x="1137" y="191"/>
                    <a:pt x="1136" y="191"/>
                    <a:pt x="1136" y="190"/>
                  </a:cubicBezTo>
                  <a:cubicBezTo>
                    <a:pt x="1136" y="191"/>
                    <a:pt x="1137" y="191"/>
                    <a:pt x="1137" y="191"/>
                  </a:cubicBezTo>
                  <a:cubicBezTo>
                    <a:pt x="1137" y="191"/>
                    <a:pt x="1136" y="191"/>
                    <a:pt x="1136" y="191"/>
                  </a:cubicBezTo>
                  <a:cubicBezTo>
                    <a:pt x="1137" y="191"/>
                    <a:pt x="1136" y="192"/>
                    <a:pt x="1136" y="192"/>
                  </a:cubicBezTo>
                  <a:cubicBezTo>
                    <a:pt x="1135" y="191"/>
                    <a:pt x="1135" y="191"/>
                    <a:pt x="1134" y="191"/>
                  </a:cubicBezTo>
                  <a:cubicBezTo>
                    <a:pt x="1134" y="191"/>
                    <a:pt x="1135" y="191"/>
                    <a:pt x="1135" y="192"/>
                  </a:cubicBezTo>
                  <a:cubicBezTo>
                    <a:pt x="1135" y="192"/>
                    <a:pt x="1135" y="192"/>
                    <a:pt x="1135" y="192"/>
                  </a:cubicBezTo>
                  <a:cubicBezTo>
                    <a:pt x="1135" y="193"/>
                    <a:pt x="1135" y="193"/>
                    <a:pt x="1135" y="193"/>
                  </a:cubicBezTo>
                  <a:cubicBezTo>
                    <a:pt x="1135" y="194"/>
                    <a:pt x="1135" y="195"/>
                    <a:pt x="1135" y="196"/>
                  </a:cubicBezTo>
                  <a:cubicBezTo>
                    <a:pt x="1135" y="196"/>
                    <a:pt x="1135" y="197"/>
                    <a:pt x="1135" y="197"/>
                  </a:cubicBezTo>
                  <a:cubicBezTo>
                    <a:pt x="1134" y="197"/>
                    <a:pt x="1134" y="197"/>
                    <a:pt x="1133" y="197"/>
                  </a:cubicBezTo>
                  <a:cubicBezTo>
                    <a:pt x="1132" y="196"/>
                    <a:pt x="1132" y="195"/>
                    <a:pt x="1131" y="194"/>
                  </a:cubicBezTo>
                  <a:cubicBezTo>
                    <a:pt x="1131" y="194"/>
                    <a:pt x="1131" y="194"/>
                    <a:pt x="1131" y="193"/>
                  </a:cubicBezTo>
                  <a:cubicBezTo>
                    <a:pt x="1131" y="193"/>
                    <a:pt x="1130" y="193"/>
                    <a:pt x="1130" y="193"/>
                  </a:cubicBezTo>
                  <a:cubicBezTo>
                    <a:pt x="1129" y="192"/>
                    <a:pt x="1129" y="192"/>
                    <a:pt x="1128" y="191"/>
                  </a:cubicBezTo>
                  <a:cubicBezTo>
                    <a:pt x="1129" y="192"/>
                    <a:pt x="1129" y="190"/>
                    <a:pt x="1128" y="190"/>
                  </a:cubicBezTo>
                  <a:cubicBezTo>
                    <a:pt x="1127" y="190"/>
                    <a:pt x="1127" y="190"/>
                    <a:pt x="1126" y="191"/>
                  </a:cubicBezTo>
                  <a:cubicBezTo>
                    <a:pt x="1126" y="191"/>
                    <a:pt x="1126" y="191"/>
                    <a:pt x="1126" y="192"/>
                  </a:cubicBezTo>
                  <a:cubicBezTo>
                    <a:pt x="1125" y="192"/>
                    <a:pt x="1125" y="194"/>
                    <a:pt x="1124" y="193"/>
                  </a:cubicBezTo>
                  <a:cubicBezTo>
                    <a:pt x="1124" y="193"/>
                    <a:pt x="1125" y="193"/>
                    <a:pt x="1124" y="194"/>
                  </a:cubicBezTo>
                  <a:cubicBezTo>
                    <a:pt x="1123" y="194"/>
                    <a:pt x="1123" y="194"/>
                    <a:pt x="1122" y="194"/>
                  </a:cubicBezTo>
                  <a:cubicBezTo>
                    <a:pt x="1122" y="194"/>
                    <a:pt x="1123" y="194"/>
                    <a:pt x="1123" y="194"/>
                  </a:cubicBezTo>
                  <a:cubicBezTo>
                    <a:pt x="1122" y="194"/>
                    <a:pt x="1122" y="194"/>
                    <a:pt x="1122" y="194"/>
                  </a:cubicBezTo>
                  <a:cubicBezTo>
                    <a:pt x="1122" y="194"/>
                    <a:pt x="1122" y="194"/>
                    <a:pt x="1123" y="194"/>
                  </a:cubicBezTo>
                  <a:cubicBezTo>
                    <a:pt x="1123" y="195"/>
                    <a:pt x="1123" y="194"/>
                    <a:pt x="1123" y="194"/>
                  </a:cubicBezTo>
                  <a:cubicBezTo>
                    <a:pt x="1124" y="195"/>
                    <a:pt x="1125" y="195"/>
                    <a:pt x="1125" y="195"/>
                  </a:cubicBezTo>
                  <a:cubicBezTo>
                    <a:pt x="1125" y="196"/>
                    <a:pt x="1125" y="197"/>
                    <a:pt x="1125" y="197"/>
                  </a:cubicBezTo>
                  <a:cubicBezTo>
                    <a:pt x="1125" y="197"/>
                    <a:pt x="1124" y="197"/>
                    <a:pt x="1124" y="197"/>
                  </a:cubicBezTo>
                  <a:cubicBezTo>
                    <a:pt x="1124" y="197"/>
                    <a:pt x="1123" y="197"/>
                    <a:pt x="1122" y="196"/>
                  </a:cubicBezTo>
                  <a:cubicBezTo>
                    <a:pt x="1122" y="196"/>
                    <a:pt x="1121" y="195"/>
                    <a:pt x="1120" y="195"/>
                  </a:cubicBezTo>
                  <a:cubicBezTo>
                    <a:pt x="1120" y="195"/>
                    <a:pt x="1119" y="194"/>
                    <a:pt x="1118" y="194"/>
                  </a:cubicBezTo>
                  <a:cubicBezTo>
                    <a:pt x="1118" y="194"/>
                    <a:pt x="1117" y="194"/>
                    <a:pt x="1117" y="194"/>
                  </a:cubicBezTo>
                  <a:cubicBezTo>
                    <a:pt x="1117" y="195"/>
                    <a:pt x="1118" y="195"/>
                    <a:pt x="1118" y="195"/>
                  </a:cubicBezTo>
                  <a:cubicBezTo>
                    <a:pt x="1118" y="195"/>
                    <a:pt x="1117" y="195"/>
                    <a:pt x="1117" y="195"/>
                  </a:cubicBezTo>
                  <a:cubicBezTo>
                    <a:pt x="1116" y="196"/>
                    <a:pt x="1118" y="197"/>
                    <a:pt x="1118" y="197"/>
                  </a:cubicBezTo>
                  <a:cubicBezTo>
                    <a:pt x="1118" y="197"/>
                    <a:pt x="1118" y="197"/>
                    <a:pt x="1117" y="196"/>
                  </a:cubicBezTo>
                  <a:cubicBezTo>
                    <a:pt x="1117" y="196"/>
                    <a:pt x="1117" y="196"/>
                    <a:pt x="1117" y="196"/>
                  </a:cubicBezTo>
                  <a:cubicBezTo>
                    <a:pt x="1117" y="195"/>
                    <a:pt x="1117" y="195"/>
                    <a:pt x="1116" y="195"/>
                  </a:cubicBezTo>
                  <a:cubicBezTo>
                    <a:pt x="1116" y="195"/>
                    <a:pt x="1115" y="195"/>
                    <a:pt x="1115" y="195"/>
                  </a:cubicBezTo>
                  <a:cubicBezTo>
                    <a:pt x="1114" y="195"/>
                    <a:pt x="1114" y="195"/>
                    <a:pt x="1114" y="195"/>
                  </a:cubicBezTo>
                  <a:cubicBezTo>
                    <a:pt x="1113" y="194"/>
                    <a:pt x="1113" y="195"/>
                    <a:pt x="1112" y="195"/>
                  </a:cubicBezTo>
                  <a:cubicBezTo>
                    <a:pt x="1112" y="196"/>
                    <a:pt x="1114" y="195"/>
                    <a:pt x="1114" y="196"/>
                  </a:cubicBezTo>
                  <a:cubicBezTo>
                    <a:pt x="1114" y="197"/>
                    <a:pt x="1113" y="196"/>
                    <a:pt x="1113" y="196"/>
                  </a:cubicBezTo>
                  <a:cubicBezTo>
                    <a:pt x="1113" y="197"/>
                    <a:pt x="1112" y="197"/>
                    <a:pt x="1113" y="197"/>
                  </a:cubicBezTo>
                  <a:cubicBezTo>
                    <a:pt x="1113" y="198"/>
                    <a:pt x="1114" y="198"/>
                    <a:pt x="1114" y="198"/>
                  </a:cubicBezTo>
                  <a:cubicBezTo>
                    <a:pt x="1114" y="198"/>
                    <a:pt x="1115" y="199"/>
                    <a:pt x="1115" y="199"/>
                  </a:cubicBezTo>
                  <a:cubicBezTo>
                    <a:pt x="1115" y="199"/>
                    <a:pt x="1114" y="199"/>
                    <a:pt x="1114" y="200"/>
                  </a:cubicBezTo>
                  <a:cubicBezTo>
                    <a:pt x="1114" y="200"/>
                    <a:pt x="1115" y="201"/>
                    <a:pt x="1116" y="201"/>
                  </a:cubicBezTo>
                  <a:cubicBezTo>
                    <a:pt x="1117" y="201"/>
                    <a:pt x="1118" y="202"/>
                    <a:pt x="1118" y="203"/>
                  </a:cubicBezTo>
                  <a:cubicBezTo>
                    <a:pt x="1118" y="202"/>
                    <a:pt x="1116" y="202"/>
                    <a:pt x="1117" y="203"/>
                  </a:cubicBezTo>
                  <a:cubicBezTo>
                    <a:pt x="1117" y="203"/>
                    <a:pt x="1120" y="204"/>
                    <a:pt x="1120" y="205"/>
                  </a:cubicBezTo>
                  <a:cubicBezTo>
                    <a:pt x="1120" y="205"/>
                    <a:pt x="1117" y="204"/>
                    <a:pt x="1117" y="204"/>
                  </a:cubicBezTo>
                  <a:cubicBezTo>
                    <a:pt x="1117" y="204"/>
                    <a:pt x="1116" y="204"/>
                    <a:pt x="1117" y="204"/>
                  </a:cubicBezTo>
                  <a:cubicBezTo>
                    <a:pt x="1117" y="204"/>
                    <a:pt x="1118" y="205"/>
                    <a:pt x="1118" y="205"/>
                  </a:cubicBezTo>
                  <a:cubicBezTo>
                    <a:pt x="1119" y="205"/>
                    <a:pt x="1120" y="206"/>
                    <a:pt x="1118" y="206"/>
                  </a:cubicBezTo>
                  <a:cubicBezTo>
                    <a:pt x="1119" y="206"/>
                    <a:pt x="1118" y="205"/>
                    <a:pt x="1118" y="206"/>
                  </a:cubicBezTo>
                  <a:cubicBezTo>
                    <a:pt x="1118" y="206"/>
                    <a:pt x="1118" y="206"/>
                    <a:pt x="1118" y="206"/>
                  </a:cubicBezTo>
                  <a:cubicBezTo>
                    <a:pt x="1117" y="207"/>
                    <a:pt x="1119" y="207"/>
                    <a:pt x="1119" y="207"/>
                  </a:cubicBezTo>
                  <a:cubicBezTo>
                    <a:pt x="1119" y="207"/>
                    <a:pt x="1118" y="208"/>
                    <a:pt x="1118" y="208"/>
                  </a:cubicBezTo>
                  <a:cubicBezTo>
                    <a:pt x="1117" y="208"/>
                    <a:pt x="1118" y="209"/>
                    <a:pt x="1118" y="210"/>
                  </a:cubicBezTo>
                  <a:cubicBezTo>
                    <a:pt x="1118" y="212"/>
                    <a:pt x="1119" y="213"/>
                    <a:pt x="1120" y="214"/>
                  </a:cubicBezTo>
                  <a:cubicBezTo>
                    <a:pt x="1121" y="216"/>
                    <a:pt x="1123" y="216"/>
                    <a:pt x="1124" y="217"/>
                  </a:cubicBezTo>
                  <a:cubicBezTo>
                    <a:pt x="1125" y="217"/>
                    <a:pt x="1126" y="217"/>
                    <a:pt x="1127" y="217"/>
                  </a:cubicBezTo>
                  <a:cubicBezTo>
                    <a:pt x="1127" y="217"/>
                    <a:pt x="1127" y="218"/>
                    <a:pt x="1128" y="218"/>
                  </a:cubicBezTo>
                  <a:cubicBezTo>
                    <a:pt x="1128" y="219"/>
                    <a:pt x="1129" y="218"/>
                    <a:pt x="1128" y="218"/>
                  </a:cubicBezTo>
                  <a:cubicBezTo>
                    <a:pt x="1128" y="217"/>
                    <a:pt x="1127" y="217"/>
                    <a:pt x="1127" y="217"/>
                  </a:cubicBezTo>
                  <a:cubicBezTo>
                    <a:pt x="1126" y="215"/>
                    <a:pt x="1129" y="216"/>
                    <a:pt x="1129" y="216"/>
                  </a:cubicBezTo>
                  <a:cubicBezTo>
                    <a:pt x="1130" y="217"/>
                    <a:pt x="1131" y="217"/>
                    <a:pt x="1132" y="217"/>
                  </a:cubicBezTo>
                  <a:cubicBezTo>
                    <a:pt x="1133" y="217"/>
                    <a:pt x="1133" y="217"/>
                    <a:pt x="1134" y="217"/>
                  </a:cubicBezTo>
                  <a:cubicBezTo>
                    <a:pt x="1134" y="218"/>
                    <a:pt x="1136" y="220"/>
                    <a:pt x="1135" y="220"/>
                  </a:cubicBezTo>
                  <a:cubicBezTo>
                    <a:pt x="1135" y="220"/>
                    <a:pt x="1136" y="220"/>
                    <a:pt x="1136" y="221"/>
                  </a:cubicBezTo>
                  <a:cubicBezTo>
                    <a:pt x="1136" y="221"/>
                    <a:pt x="1135" y="221"/>
                    <a:pt x="1135" y="221"/>
                  </a:cubicBezTo>
                  <a:cubicBezTo>
                    <a:pt x="1135" y="221"/>
                    <a:pt x="1134" y="222"/>
                    <a:pt x="1135" y="222"/>
                  </a:cubicBezTo>
                  <a:cubicBezTo>
                    <a:pt x="1136" y="223"/>
                    <a:pt x="1136" y="223"/>
                    <a:pt x="1137" y="224"/>
                  </a:cubicBezTo>
                  <a:cubicBezTo>
                    <a:pt x="1138" y="224"/>
                    <a:pt x="1139" y="225"/>
                    <a:pt x="1140" y="226"/>
                  </a:cubicBezTo>
                  <a:cubicBezTo>
                    <a:pt x="1141" y="227"/>
                    <a:pt x="1141" y="228"/>
                    <a:pt x="1142" y="229"/>
                  </a:cubicBezTo>
                  <a:cubicBezTo>
                    <a:pt x="1143" y="229"/>
                    <a:pt x="1145" y="228"/>
                    <a:pt x="1146" y="229"/>
                  </a:cubicBezTo>
                  <a:cubicBezTo>
                    <a:pt x="1146" y="229"/>
                    <a:pt x="1147" y="230"/>
                    <a:pt x="1148" y="231"/>
                  </a:cubicBezTo>
                  <a:cubicBezTo>
                    <a:pt x="1148" y="231"/>
                    <a:pt x="1149" y="232"/>
                    <a:pt x="1150" y="232"/>
                  </a:cubicBezTo>
                  <a:cubicBezTo>
                    <a:pt x="1150" y="232"/>
                    <a:pt x="1151" y="233"/>
                    <a:pt x="1151" y="233"/>
                  </a:cubicBezTo>
                  <a:cubicBezTo>
                    <a:pt x="1152" y="234"/>
                    <a:pt x="1152" y="234"/>
                    <a:pt x="1151" y="234"/>
                  </a:cubicBezTo>
                  <a:cubicBezTo>
                    <a:pt x="1151" y="235"/>
                    <a:pt x="1152" y="235"/>
                    <a:pt x="1151" y="236"/>
                  </a:cubicBezTo>
                  <a:cubicBezTo>
                    <a:pt x="1151" y="236"/>
                    <a:pt x="1150" y="236"/>
                    <a:pt x="1150" y="235"/>
                  </a:cubicBezTo>
                  <a:cubicBezTo>
                    <a:pt x="1148" y="235"/>
                    <a:pt x="1147" y="234"/>
                    <a:pt x="1145" y="234"/>
                  </a:cubicBezTo>
                  <a:cubicBezTo>
                    <a:pt x="1146" y="234"/>
                    <a:pt x="1145" y="233"/>
                    <a:pt x="1145" y="232"/>
                  </a:cubicBezTo>
                  <a:cubicBezTo>
                    <a:pt x="1145" y="232"/>
                    <a:pt x="1146" y="232"/>
                    <a:pt x="1146" y="232"/>
                  </a:cubicBezTo>
                  <a:cubicBezTo>
                    <a:pt x="1146" y="231"/>
                    <a:pt x="1147" y="231"/>
                    <a:pt x="1147" y="231"/>
                  </a:cubicBezTo>
                  <a:cubicBezTo>
                    <a:pt x="1146" y="231"/>
                    <a:pt x="1145" y="230"/>
                    <a:pt x="1145" y="231"/>
                  </a:cubicBezTo>
                  <a:cubicBezTo>
                    <a:pt x="1145" y="231"/>
                    <a:pt x="1146" y="231"/>
                    <a:pt x="1146" y="231"/>
                  </a:cubicBezTo>
                  <a:cubicBezTo>
                    <a:pt x="1145" y="232"/>
                    <a:pt x="1144" y="231"/>
                    <a:pt x="1144" y="231"/>
                  </a:cubicBezTo>
                  <a:cubicBezTo>
                    <a:pt x="1143" y="231"/>
                    <a:pt x="1144" y="232"/>
                    <a:pt x="1143" y="232"/>
                  </a:cubicBezTo>
                  <a:cubicBezTo>
                    <a:pt x="1143" y="232"/>
                    <a:pt x="1143" y="231"/>
                    <a:pt x="1143" y="232"/>
                  </a:cubicBezTo>
                  <a:cubicBezTo>
                    <a:pt x="1143" y="232"/>
                    <a:pt x="1142" y="232"/>
                    <a:pt x="1142" y="232"/>
                  </a:cubicBezTo>
                  <a:cubicBezTo>
                    <a:pt x="1143" y="232"/>
                    <a:pt x="1146" y="233"/>
                    <a:pt x="1144" y="234"/>
                  </a:cubicBezTo>
                  <a:cubicBezTo>
                    <a:pt x="1144" y="234"/>
                    <a:pt x="1143" y="234"/>
                    <a:pt x="1143" y="235"/>
                  </a:cubicBezTo>
                  <a:cubicBezTo>
                    <a:pt x="1143" y="235"/>
                    <a:pt x="1143" y="236"/>
                    <a:pt x="1143" y="236"/>
                  </a:cubicBezTo>
                  <a:cubicBezTo>
                    <a:pt x="1144" y="237"/>
                    <a:pt x="1144" y="237"/>
                    <a:pt x="1144" y="238"/>
                  </a:cubicBezTo>
                  <a:cubicBezTo>
                    <a:pt x="1145" y="238"/>
                    <a:pt x="1145" y="239"/>
                    <a:pt x="1145" y="239"/>
                  </a:cubicBezTo>
                  <a:cubicBezTo>
                    <a:pt x="1146" y="241"/>
                    <a:pt x="1148" y="243"/>
                    <a:pt x="1150" y="245"/>
                  </a:cubicBezTo>
                  <a:cubicBezTo>
                    <a:pt x="1151" y="245"/>
                    <a:pt x="1153" y="246"/>
                    <a:pt x="1154" y="246"/>
                  </a:cubicBezTo>
                  <a:cubicBezTo>
                    <a:pt x="1155" y="247"/>
                    <a:pt x="1156" y="247"/>
                    <a:pt x="1156" y="248"/>
                  </a:cubicBezTo>
                  <a:cubicBezTo>
                    <a:pt x="1157" y="249"/>
                    <a:pt x="1157" y="250"/>
                    <a:pt x="1157" y="250"/>
                  </a:cubicBezTo>
                  <a:cubicBezTo>
                    <a:pt x="1156" y="250"/>
                    <a:pt x="1157" y="251"/>
                    <a:pt x="1156" y="251"/>
                  </a:cubicBezTo>
                  <a:cubicBezTo>
                    <a:pt x="1156" y="252"/>
                    <a:pt x="1155" y="251"/>
                    <a:pt x="1155" y="251"/>
                  </a:cubicBezTo>
                  <a:cubicBezTo>
                    <a:pt x="1154" y="251"/>
                    <a:pt x="1153" y="252"/>
                    <a:pt x="1152" y="251"/>
                  </a:cubicBezTo>
                  <a:cubicBezTo>
                    <a:pt x="1151" y="250"/>
                    <a:pt x="1150" y="251"/>
                    <a:pt x="1149" y="251"/>
                  </a:cubicBezTo>
                  <a:cubicBezTo>
                    <a:pt x="1148" y="251"/>
                    <a:pt x="1148" y="252"/>
                    <a:pt x="1147" y="252"/>
                  </a:cubicBezTo>
                  <a:cubicBezTo>
                    <a:pt x="1147" y="253"/>
                    <a:pt x="1147" y="253"/>
                    <a:pt x="1147" y="254"/>
                  </a:cubicBezTo>
                  <a:cubicBezTo>
                    <a:pt x="1147" y="255"/>
                    <a:pt x="1146" y="255"/>
                    <a:pt x="1146" y="256"/>
                  </a:cubicBezTo>
                  <a:cubicBezTo>
                    <a:pt x="1147" y="258"/>
                    <a:pt x="1149" y="260"/>
                    <a:pt x="1151" y="261"/>
                  </a:cubicBezTo>
                  <a:cubicBezTo>
                    <a:pt x="1151" y="261"/>
                    <a:pt x="1150" y="261"/>
                    <a:pt x="1150" y="260"/>
                  </a:cubicBezTo>
                  <a:cubicBezTo>
                    <a:pt x="1151" y="260"/>
                    <a:pt x="1152" y="261"/>
                    <a:pt x="1152" y="262"/>
                  </a:cubicBezTo>
                  <a:cubicBezTo>
                    <a:pt x="1152" y="262"/>
                    <a:pt x="1151" y="262"/>
                    <a:pt x="1151" y="262"/>
                  </a:cubicBezTo>
                  <a:cubicBezTo>
                    <a:pt x="1151" y="262"/>
                    <a:pt x="1153" y="263"/>
                    <a:pt x="1153" y="263"/>
                  </a:cubicBezTo>
                  <a:cubicBezTo>
                    <a:pt x="1154" y="264"/>
                    <a:pt x="1154" y="264"/>
                    <a:pt x="1155" y="265"/>
                  </a:cubicBezTo>
                  <a:cubicBezTo>
                    <a:pt x="1154" y="265"/>
                    <a:pt x="1155" y="264"/>
                    <a:pt x="1155" y="265"/>
                  </a:cubicBezTo>
                  <a:cubicBezTo>
                    <a:pt x="1156" y="265"/>
                    <a:pt x="1156" y="266"/>
                    <a:pt x="1157" y="266"/>
                  </a:cubicBezTo>
                  <a:cubicBezTo>
                    <a:pt x="1156" y="266"/>
                    <a:pt x="1153" y="265"/>
                    <a:pt x="1153" y="264"/>
                  </a:cubicBezTo>
                  <a:cubicBezTo>
                    <a:pt x="1153" y="264"/>
                    <a:pt x="1153" y="265"/>
                    <a:pt x="1153" y="265"/>
                  </a:cubicBezTo>
                  <a:cubicBezTo>
                    <a:pt x="1152" y="265"/>
                    <a:pt x="1152" y="264"/>
                    <a:pt x="1151" y="265"/>
                  </a:cubicBezTo>
                  <a:cubicBezTo>
                    <a:pt x="1151" y="265"/>
                    <a:pt x="1151" y="265"/>
                    <a:pt x="1151" y="265"/>
                  </a:cubicBezTo>
                  <a:cubicBezTo>
                    <a:pt x="1151" y="265"/>
                    <a:pt x="1151" y="266"/>
                    <a:pt x="1150" y="266"/>
                  </a:cubicBezTo>
                  <a:cubicBezTo>
                    <a:pt x="1149" y="265"/>
                    <a:pt x="1148" y="267"/>
                    <a:pt x="1148" y="268"/>
                  </a:cubicBezTo>
                  <a:cubicBezTo>
                    <a:pt x="1148" y="269"/>
                    <a:pt x="1147" y="268"/>
                    <a:pt x="1147" y="268"/>
                  </a:cubicBezTo>
                  <a:cubicBezTo>
                    <a:pt x="1146" y="267"/>
                    <a:pt x="1146" y="267"/>
                    <a:pt x="1145" y="267"/>
                  </a:cubicBezTo>
                  <a:cubicBezTo>
                    <a:pt x="1145" y="267"/>
                    <a:pt x="1144" y="267"/>
                    <a:pt x="1144" y="267"/>
                  </a:cubicBezTo>
                  <a:cubicBezTo>
                    <a:pt x="1145" y="267"/>
                    <a:pt x="1145" y="268"/>
                    <a:pt x="1145" y="268"/>
                  </a:cubicBezTo>
                  <a:cubicBezTo>
                    <a:pt x="1145" y="268"/>
                    <a:pt x="1146" y="268"/>
                    <a:pt x="1146" y="268"/>
                  </a:cubicBezTo>
                  <a:cubicBezTo>
                    <a:pt x="1146" y="268"/>
                    <a:pt x="1146" y="268"/>
                    <a:pt x="1145" y="268"/>
                  </a:cubicBezTo>
                  <a:cubicBezTo>
                    <a:pt x="1146" y="268"/>
                    <a:pt x="1147" y="268"/>
                    <a:pt x="1147" y="268"/>
                  </a:cubicBezTo>
                  <a:cubicBezTo>
                    <a:pt x="1147" y="269"/>
                    <a:pt x="1148" y="269"/>
                    <a:pt x="1147" y="269"/>
                  </a:cubicBezTo>
                  <a:cubicBezTo>
                    <a:pt x="1147" y="269"/>
                    <a:pt x="1148" y="269"/>
                    <a:pt x="1147" y="270"/>
                  </a:cubicBezTo>
                  <a:cubicBezTo>
                    <a:pt x="1147" y="270"/>
                    <a:pt x="1148" y="270"/>
                    <a:pt x="1148" y="270"/>
                  </a:cubicBezTo>
                  <a:cubicBezTo>
                    <a:pt x="1149" y="270"/>
                    <a:pt x="1149" y="271"/>
                    <a:pt x="1149" y="271"/>
                  </a:cubicBezTo>
                  <a:cubicBezTo>
                    <a:pt x="1149" y="271"/>
                    <a:pt x="1148" y="271"/>
                    <a:pt x="1148" y="271"/>
                  </a:cubicBezTo>
                  <a:cubicBezTo>
                    <a:pt x="1149" y="272"/>
                    <a:pt x="1149" y="272"/>
                    <a:pt x="1150" y="273"/>
                  </a:cubicBezTo>
                  <a:cubicBezTo>
                    <a:pt x="1150" y="273"/>
                    <a:pt x="1150" y="273"/>
                    <a:pt x="1150" y="273"/>
                  </a:cubicBezTo>
                  <a:cubicBezTo>
                    <a:pt x="1150" y="273"/>
                    <a:pt x="1151" y="273"/>
                    <a:pt x="1151" y="274"/>
                  </a:cubicBezTo>
                  <a:cubicBezTo>
                    <a:pt x="1151" y="274"/>
                    <a:pt x="1151" y="274"/>
                    <a:pt x="1151" y="274"/>
                  </a:cubicBezTo>
                  <a:cubicBezTo>
                    <a:pt x="1152" y="274"/>
                    <a:pt x="1152" y="274"/>
                    <a:pt x="1152" y="274"/>
                  </a:cubicBezTo>
                  <a:cubicBezTo>
                    <a:pt x="1152" y="275"/>
                    <a:pt x="1152" y="275"/>
                    <a:pt x="1151" y="275"/>
                  </a:cubicBezTo>
                  <a:cubicBezTo>
                    <a:pt x="1152" y="275"/>
                    <a:pt x="1151" y="275"/>
                    <a:pt x="1152" y="276"/>
                  </a:cubicBezTo>
                  <a:cubicBezTo>
                    <a:pt x="1152" y="276"/>
                    <a:pt x="1152" y="276"/>
                    <a:pt x="1152" y="276"/>
                  </a:cubicBezTo>
                  <a:cubicBezTo>
                    <a:pt x="1152" y="276"/>
                    <a:pt x="1152" y="277"/>
                    <a:pt x="1153" y="278"/>
                  </a:cubicBezTo>
                  <a:cubicBezTo>
                    <a:pt x="1153" y="278"/>
                    <a:pt x="1153" y="279"/>
                    <a:pt x="1153" y="280"/>
                  </a:cubicBezTo>
                  <a:cubicBezTo>
                    <a:pt x="1153" y="280"/>
                    <a:pt x="1153" y="280"/>
                    <a:pt x="1153" y="280"/>
                  </a:cubicBezTo>
                  <a:cubicBezTo>
                    <a:pt x="1153" y="281"/>
                    <a:pt x="1153" y="281"/>
                    <a:pt x="1153" y="282"/>
                  </a:cubicBezTo>
                  <a:cubicBezTo>
                    <a:pt x="1153" y="282"/>
                    <a:pt x="1152" y="282"/>
                    <a:pt x="1152" y="282"/>
                  </a:cubicBezTo>
                  <a:cubicBezTo>
                    <a:pt x="1152" y="283"/>
                    <a:pt x="1152" y="283"/>
                    <a:pt x="1151" y="283"/>
                  </a:cubicBezTo>
                  <a:cubicBezTo>
                    <a:pt x="1151" y="284"/>
                    <a:pt x="1152" y="284"/>
                    <a:pt x="1152" y="284"/>
                  </a:cubicBezTo>
                  <a:cubicBezTo>
                    <a:pt x="1152" y="285"/>
                    <a:pt x="1151" y="285"/>
                    <a:pt x="1151" y="285"/>
                  </a:cubicBezTo>
                  <a:cubicBezTo>
                    <a:pt x="1151" y="285"/>
                    <a:pt x="1151" y="286"/>
                    <a:pt x="1151" y="286"/>
                  </a:cubicBezTo>
                  <a:cubicBezTo>
                    <a:pt x="1151" y="286"/>
                    <a:pt x="1151" y="286"/>
                    <a:pt x="1150" y="287"/>
                  </a:cubicBezTo>
                  <a:cubicBezTo>
                    <a:pt x="1150" y="287"/>
                    <a:pt x="1150" y="288"/>
                    <a:pt x="1150" y="288"/>
                  </a:cubicBezTo>
                  <a:cubicBezTo>
                    <a:pt x="1150" y="288"/>
                    <a:pt x="1150" y="290"/>
                    <a:pt x="1149" y="289"/>
                  </a:cubicBezTo>
                  <a:cubicBezTo>
                    <a:pt x="1149" y="289"/>
                    <a:pt x="1149" y="288"/>
                    <a:pt x="1149" y="288"/>
                  </a:cubicBezTo>
                  <a:cubicBezTo>
                    <a:pt x="1148" y="288"/>
                    <a:pt x="1148" y="287"/>
                    <a:pt x="1147" y="287"/>
                  </a:cubicBezTo>
                  <a:cubicBezTo>
                    <a:pt x="1147" y="286"/>
                    <a:pt x="1146" y="286"/>
                    <a:pt x="1145" y="285"/>
                  </a:cubicBezTo>
                  <a:cubicBezTo>
                    <a:pt x="1144" y="285"/>
                    <a:pt x="1144" y="284"/>
                    <a:pt x="1143" y="284"/>
                  </a:cubicBezTo>
                  <a:cubicBezTo>
                    <a:pt x="1142" y="283"/>
                    <a:pt x="1141" y="281"/>
                    <a:pt x="1140" y="280"/>
                  </a:cubicBezTo>
                  <a:cubicBezTo>
                    <a:pt x="1138" y="278"/>
                    <a:pt x="1136" y="277"/>
                    <a:pt x="1135" y="275"/>
                  </a:cubicBezTo>
                  <a:cubicBezTo>
                    <a:pt x="1134" y="274"/>
                    <a:pt x="1132" y="273"/>
                    <a:pt x="1131" y="272"/>
                  </a:cubicBezTo>
                  <a:cubicBezTo>
                    <a:pt x="1132" y="272"/>
                    <a:pt x="1132" y="272"/>
                    <a:pt x="1132" y="273"/>
                  </a:cubicBezTo>
                  <a:cubicBezTo>
                    <a:pt x="1132" y="273"/>
                    <a:pt x="1132" y="273"/>
                    <a:pt x="1133" y="273"/>
                  </a:cubicBezTo>
                  <a:cubicBezTo>
                    <a:pt x="1133" y="273"/>
                    <a:pt x="1133" y="272"/>
                    <a:pt x="1132" y="272"/>
                  </a:cubicBezTo>
                  <a:cubicBezTo>
                    <a:pt x="1131" y="272"/>
                    <a:pt x="1130" y="271"/>
                    <a:pt x="1129" y="271"/>
                  </a:cubicBezTo>
                  <a:cubicBezTo>
                    <a:pt x="1127" y="269"/>
                    <a:pt x="1125" y="267"/>
                    <a:pt x="1123" y="265"/>
                  </a:cubicBezTo>
                  <a:cubicBezTo>
                    <a:pt x="1121" y="263"/>
                    <a:pt x="1118" y="260"/>
                    <a:pt x="1116" y="258"/>
                  </a:cubicBezTo>
                  <a:cubicBezTo>
                    <a:pt x="1113" y="256"/>
                    <a:pt x="1111" y="255"/>
                    <a:pt x="1109" y="253"/>
                  </a:cubicBezTo>
                  <a:cubicBezTo>
                    <a:pt x="1107" y="251"/>
                    <a:pt x="1104" y="249"/>
                    <a:pt x="1102" y="247"/>
                  </a:cubicBezTo>
                  <a:cubicBezTo>
                    <a:pt x="1100" y="244"/>
                    <a:pt x="1097" y="242"/>
                    <a:pt x="1095" y="239"/>
                  </a:cubicBezTo>
                  <a:cubicBezTo>
                    <a:pt x="1095" y="239"/>
                    <a:pt x="1094" y="238"/>
                    <a:pt x="1094" y="237"/>
                  </a:cubicBezTo>
                  <a:cubicBezTo>
                    <a:pt x="1093" y="237"/>
                    <a:pt x="1093" y="236"/>
                    <a:pt x="1092" y="236"/>
                  </a:cubicBezTo>
                  <a:cubicBezTo>
                    <a:pt x="1092" y="236"/>
                    <a:pt x="1092" y="235"/>
                    <a:pt x="1092" y="235"/>
                  </a:cubicBezTo>
                  <a:cubicBezTo>
                    <a:pt x="1091" y="235"/>
                    <a:pt x="1091" y="234"/>
                    <a:pt x="1091" y="233"/>
                  </a:cubicBezTo>
                  <a:cubicBezTo>
                    <a:pt x="1090" y="232"/>
                    <a:pt x="1089" y="231"/>
                    <a:pt x="1088" y="230"/>
                  </a:cubicBezTo>
                  <a:cubicBezTo>
                    <a:pt x="1088" y="230"/>
                    <a:pt x="1087" y="228"/>
                    <a:pt x="1088" y="227"/>
                  </a:cubicBezTo>
                  <a:cubicBezTo>
                    <a:pt x="1088" y="227"/>
                    <a:pt x="1088" y="228"/>
                    <a:pt x="1088" y="229"/>
                  </a:cubicBezTo>
                  <a:cubicBezTo>
                    <a:pt x="1088" y="228"/>
                    <a:pt x="1088" y="228"/>
                    <a:pt x="1088" y="227"/>
                  </a:cubicBezTo>
                  <a:cubicBezTo>
                    <a:pt x="1088" y="227"/>
                    <a:pt x="1088" y="227"/>
                    <a:pt x="1088" y="227"/>
                  </a:cubicBezTo>
                  <a:cubicBezTo>
                    <a:pt x="1089" y="226"/>
                    <a:pt x="1088" y="225"/>
                    <a:pt x="1088" y="225"/>
                  </a:cubicBezTo>
                  <a:cubicBezTo>
                    <a:pt x="1089" y="225"/>
                    <a:pt x="1089" y="225"/>
                    <a:pt x="1090" y="225"/>
                  </a:cubicBezTo>
                  <a:cubicBezTo>
                    <a:pt x="1090" y="225"/>
                    <a:pt x="1089" y="225"/>
                    <a:pt x="1089" y="224"/>
                  </a:cubicBezTo>
                  <a:cubicBezTo>
                    <a:pt x="1089" y="224"/>
                    <a:pt x="1089" y="224"/>
                    <a:pt x="1089" y="223"/>
                  </a:cubicBezTo>
                  <a:cubicBezTo>
                    <a:pt x="1089" y="222"/>
                    <a:pt x="1088" y="221"/>
                    <a:pt x="1088" y="221"/>
                  </a:cubicBezTo>
                  <a:cubicBezTo>
                    <a:pt x="1087" y="220"/>
                    <a:pt x="1086" y="219"/>
                    <a:pt x="1085" y="219"/>
                  </a:cubicBezTo>
                  <a:cubicBezTo>
                    <a:pt x="1085" y="219"/>
                    <a:pt x="1084" y="218"/>
                    <a:pt x="1084" y="218"/>
                  </a:cubicBezTo>
                  <a:cubicBezTo>
                    <a:pt x="1084" y="218"/>
                    <a:pt x="1083" y="218"/>
                    <a:pt x="1083" y="218"/>
                  </a:cubicBezTo>
                  <a:cubicBezTo>
                    <a:pt x="1083" y="218"/>
                    <a:pt x="1084" y="217"/>
                    <a:pt x="1084" y="217"/>
                  </a:cubicBezTo>
                  <a:cubicBezTo>
                    <a:pt x="1085" y="217"/>
                    <a:pt x="1086" y="218"/>
                    <a:pt x="1087" y="218"/>
                  </a:cubicBezTo>
                  <a:cubicBezTo>
                    <a:pt x="1087" y="218"/>
                    <a:pt x="1089" y="218"/>
                    <a:pt x="1088" y="217"/>
                  </a:cubicBezTo>
                  <a:cubicBezTo>
                    <a:pt x="1088" y="216"/>
                    <a:pt x="1088" y="215"/>
                    <a:pt x="1087" y="215"/>
                  </a:cubicBezTo>
                  <a:cubicBezTo>
                    <a:pt x="1088" y="215"/>
                    <a:pt x="1089" y="216"/>
                    <a:pt x="1089" y="216"/>
                  </a:cubicBezTo>
                  <a:cubicBezTo>
                    <a:pt x="1090" y="216"/>
                    <a:pt x="1090" y="216"/>
                    <a:pt x="1091" y="216"/>
                  </a:cubicBezTo>
                  <a:cubicBezTo>
                    <a:pt x="1091" y="215"/>
                    <a:pt x="1092" y="215"/>
                    <a:pt x="1092" y="215"/>
                  </a:cubicBezTo>
                  <a:cubicBezTo>
                    <a:pt x="1093" y="216"/>
                    <a:pt x="1093" y="216"/>
                    <a:pt x="1093" y="216"/>
                  </a:cubicBezTo>
                  <a:cubicBezTo>
                    <a:pt x="1093" y="216"/>
                    <a:pt x="1092" y="215"/>
                    <a:pt x="1092" y="215"/>
                  </a:cubicBezTo>
                  <a:cubicBezTo>
                    <a:pt x="1092" y="215"/>
                    <a:pt x="1092" y="214"/>
                    <a:pt x="1092" y="214"/>
                  </a:cubicBezTo>
                  <a:cubicBezTo>
                    <a:pt x="1093" y="213"/>
                    <a:pt x="1093" y="213"/>
                    <a:pt x="1093" y="213"/>
                  </a:cubicBezTo>
                  <a:cubicBezTo>
                    <a:pt x="1093" y="212"/>
                    <a:pt x="1093" y="212"/>
                    <a:pt x="1093" y="212"/>
                  </a:cubicBezTo>
                  <a:cubicBezTo>
                    <a:pt x="1094" y="212"/>
                    <a:pt x="1094" y="211"/>
                    <a:pt x="1094" y="210"/>
                  </a:cubicBezTo>
                  <a:cubicBezTo>
                    <a:pt x="1094" y="210"/>
                    <a:pt x="1095" y="211"/>
                    <a:pt x="1095" y="211"/>
                  </a:cubicBezTo>
                  <a:cubicBezTo>
                    <a:pt x="1095" y="210"/>
                    <a:pt x="1094" y="210"/>
                    <a:pt x="1094" y="210"/>
                  </a:cubicBezTo>
                  <a:cubicBezTo>
                    <a:pt x="1094" y="209"/>
                    <a:pt x="1094" y="208"/>
                    <a:pt x="1095" y="208"/>
                  </a:cubicBezTo>
                  <a:cubicBezTo>
                    <a:pt x="1094" y="208"/>
                    <a:pt x="1094" y="207"/>
                    <a:pt x="1094" y="207"/>
                  </a:cubicBezTo>
                  <a:cubicBezTo>
                    <a:pt x="1095" y="206"/>
                    <a:pt x="1094" y="206"/>
                    <a:pt x="1093" y="205"/>
                  </a:cubicBezTo>
                  <a:cubicBezTo>
                    <a:pt x="1093" y="205"/>
                    <a:pt x="1093" y="204"/>
                    <a:pt x="1093" y="204"/>
                  </a:cubicBezTo>
                  <a:cubicBezTo>
                    <a:pt x="1093" y="203"/>
                    <a:pt x="1093" y="202"/>
                    <a:pt x="1094" y="202"/>
                  </a:cubicBezTo>
                  <a:cubicBezTo>
                    <a:pt x="1094" y="202"/>
                    <a:pt x="1094" y="201"/>
                    <a:pt x="1094" y="200"/>
                  </a:cubicBezTo>
                  <a:cubicBezTo>
                    <a:pt x="1093" y="200"/>
                    <a:pt x="1094" y="199"/>
                    <a:pt x="1094" y="199"/>
                  </a:cubicBezTo>
                  <a:cubicBezTo>
                    <a:pt x="1095" y="199"/>
                    <a:pt x="1095" y="199"/>
                    <a:pt x="1095" y="198"/>
                  </a:cubicBezTo>
                  <a:cubicBezTo>
                    <a:pt x="1095" y="198"/>
                    <a:pt x="1095" y="198"/>
                    <a:pt x="1095" y="198"/>
                  </a:cubicBezTo>
                  <a:cubicBezTo>
                    <a:pt x="1096" y="197"/>
                    <a:pt x="1096" y="197"/>
                    <a:pt x="1096" y="197"/>
                  </a:cubicBezTo>
                  <a:cubicBezTo>
                    <a:pt x="1095" y="196"/>
                    <a:pt x="1095" y="195"/>
                    <a:pt x="1095" y="195"/>
                  </a:cubicBezTo>
                  <a:cubicBezTo>
                    <a:pt x="1096" y="194"/>
                    <a:pt x="1096" y="194"/>
                    <a:pt x="1096" y="194"/>
                  </a:cubicBezTo>
                  <a:cubicBezTo>
                    <a:pt x="1097" y="192"/>
                    <a:pt x="1096" y="192"/>
                    <a:pt x="1095" y="192"/>
                  </a:cubicBezTo>
                  <a:cubicBezTo>
                    <a:pt x="1094" y="191"/>
                    <a:pt x="1095" y="191"/>
                    <a:pt x="1095" y="190"/>
                  </a:cubicBezTo>
                  <a:cubicBezTo>
                    <a:pt x="1096" y="189"/>
                    <a:pt x="1097" y="190"/>
                    <a:pt x="1097" y="189"/>
                  </a:cubicBezTo>
                  <a:cubicBezTo>
                    <a:pt x="1097" y="189"/>
                    <a:pt x="1098" y="189"/>
                    <a:pt x="1098" y="189"/>
                  </a:cubicBezTo>
                  <a:cubicBezTo>
                    <a:pt x="1098" y="188"/>
                    <a:pt x="1098" y="188"/>
                    <a:pt x="1098" y="187"/>
                  </a:cubicBezTo>
                  <a:cubicBezTo>
                    <a:pt x="1099" y="187"/>
                    <a:pt x="1099" y="188"/>
                    <a:pt x="1100" y="187"/>
                  </a:cubicBezTo>
                  <a:cubicBezTo>
                    <a:pt x="1100" y="187"/>
                    <a:pt x="1100" y="187"/>
                    <a:pt x="1100" y="187"/>
                  </a:cubicBezTo>
                  <a:cubicBezTo>
                    <a:pt x="1100" y="187"/>
                    <a:pt x="1100" y="187"/>
                    <a:pt x="1101" y="187"/>
                  </a:cubicBezTo>
                  <a:cubicBezTo>
                    <a:pt x="1101" y="187"/>
                    <a:pt x="1101" y="188"/>
                    <a:pt x="1102" y="188"/>
                  </a:cubicBezTo>
                  <a:cubicBezTo>
                    <a:pt x="1102" y="188"/>
                    <a:pt x="1101" y="187"/>
                    <a:pt x="1101" y="187"/>
                  </a:cubicBezTo>
                  <a:cubicBezTo>
                    <a:pt x="1102" y="186"/>
                    <a:pt x="1102" y="187"/>
                    <a:pt x="1103" y="187"/>
                  </a:cubicBezTo>
                  <a:cubicBezTo>
                    <a:pt x="1103" y="187"/>
                    <a:pt x="1103" y="186"/>
                    <a:pt x="1102" y="186"/>
                  </a:cubicBezTo>
                  <a:cubicBezTo>
                    <a:pt x="1102" y="186"/>
                    <a:pt x="1101" y="185"/>
                    <a:pt x="1101" y="185"/>
                  </a:cubicBezTo>
                  <a:cubicBezTo>
                    <a:pt x="1100" y="185"/>
                    <a:pt x="1100" y="185"/>
                    <a:pt x="1100" y="185"/>
                  </a:cubicBezTo>
                  <a:cubicBezTo>
                    <a:pt x="1099" y="185"/>
                    <a:pt x="1100" y="185"/>
                    <a:pt x="1100" y="184"/>
                  </a:cubicBezTo>
                  <a:cubicBezTo>
                    <a:pt x="1100" y="184"/>
                    <a:pt x="1099" y="184"/>
                    <a:pt x="1100" y="184"/>
                  </a:cubicBezTo>
                  <a:cubicBezTo>
                    <a:pt x="1100" y="183"/>
                    <a:pt x="1101" y="183"/>
                    <a:pt x="1101" y="183"/>
                  </a:cubicBezTo>
                  <a:cubicBezTo>
                    <a:pt x="1100" y="182"/>
                    <a:pt x="1100" y="182"/>
                    <a:pt x="1100" y="182"/>
                  </a:cubicBezTo>
                  <a:cubicBezTo>
                    <a:pt x="1100" y="181"/>
                    <a:pt x="1099" y="181"/>
                    <a:pt x="1099" y="181"/>
                  </a:cubicBezTo>
                  <a:cubicBezTo>
                    <a:pt x="1098" y="181"/>
                    <a:pt x="1097" y="181"/>
                    <a:pt x="1096" y="180"/>
                  </a:cubicBezTo>
                  <a:cubicBezTo>
                    <a:pt x="1096" y="179"/>
                    <a:pt x="1096" y="179"/>
                    <a:pt x="1096" y="179"/>
                  </a:cubicBezTo>
                  <a:cubicBezTo>
                    <a:pt x="1095" y="178"/>
                    <a:pt x="1096" y="179"/>
                    <a:pt x="1096" y="178"/>
                  </a:cubicBezTo>
                  <a:cubicBezTo>
                    <a:pt x="1096" y="178"/>
                    <a:pt x="1095" y="177"/>
                    <a:pt x="1095" y="177"/>
                  </a:cubicBezTo>
                  <a:cubicBezTo>
                    <a:pt x="1094" y="176"/>
                    <a:pt x="1093" y="175"/>
                    <a:pt x="1091" y="174"/>
                  </a:cubicBezTo>
                  <a:cubicBezTo>
                    <a:pt x="1091" y="173"/>
                    <a:pt x="1090" y="172"/>
                    <a:pt x="1091" y="172"/>
                  </a:cubicBezTo>
                  <a:cubicBezTo>
                    <a:pt x="1091" y="172"/>
                    <a:pt x="1091" y="171"/>
                    <a:pt x="1091" y="171"/>
                  </a:cubicBezTo>
                  <a:cubicBezTo>
                    <a:pt x="1091" y="170"/>
                    <a:pt x="1092" y="170"/>
                    <a:pt x="1092" y="171"/>
                  </a:cubicBezTo>
                  <a:cubicBezTo>
                    <a:pt x="1094" y="171"/>
                    <a:pt x="1095" y="171"/>
                    <a:pt x="1096" y="171"/>
                  </a:cubicBezTo>
                  <a:cubicBezTo>
                    <a:pt x="1096" y="171"/>
                    <a:pt x="1097" y="171"/>
                    <a:pt x="1098" y="172"/>
                  </a:cubicBezTo>
                  <a:cubicBezTo>
                    <a:pt x="1098" y="172"/>
                    <a:pt x="1098" y="172"/>
                    <a:pt x="1099" y="172"/>
                  </a:cubicBezTo>
                  <a:cubicBezTo>
                    <a:pt x="1099" y="172"/>
                    <a:pt x="1096" y="171"/>
                    <a:pt x="1096" y="171"/>
                  </a:cubicBezTo>
                  <a:cubicBezTo>
                    <a:pt x="1096" y="170"/>
                    <a:pt x="1099" y="171"/>
                    <a:pt x="1100" y="171"/>
                  </a:cubicBezTo>
                  <a:cubicBezTo>
                    <a:pt x="1099" y="170"/>
                    <a:pt x="1098" y="170"/>
                    <a:pt x="1097" y="170"/>
                  </a:cubicBezTo>
                  <a:cubicBezTo>
                    <a:pt x="1096" y="170"/>
                    <a:pt x="1095" y="170"/>
                    <a:pt x="1094" y="170"/>
                  </a:cubicBezTo>
                  <a:cubicBezTo>
                    <a:pt x="1092" y="170"/>
                    <a:pt x="1091" y="170"/>
                    <a:pt x="1090" y="169"/>
                  </a:cubicBezTo>
                  <a:cubicBezTo>
                    <a:pt x="1089" y="169"/>
                    <a:pt x="1088" y="168"/>
                    <a:pt x="1087" y="168"/>
                  </a:cubicBezTo>
                  <a:cubicBezTo>
                    <a:pt x="1086" y="168"/>
                    <a:pt x="1085" y="168"/>
                    <a:pt x="1085" y="169"/>
                  </a:cubicBezTo>
                  <a:cubicBezTo>
                    <a:pt x="1085" y="169"/>
                    <a:pt x="1084" y="169"/>
                    <a:pt x="1084" y="169"/>
                  </a:cubicBezTo>
                  <a:cubicBezTo>
                    <a:pt x="1083" y="169"/>
                    <a:pt x="1083" y="169"/>
                    <a:pt x="1082" y="170"/>
                  </a:cubicBezTo>
                  <a:cubicBezTo>
                    <a:pt x="1082" y="170"/>
                    <a:pt x="1081" y="170"/>
                    <a:pt x="1081" y="170"/>
                  </a:cubicBezTo>
                  <a:cubicBezTo>
                    <a:pt x="1081" y="170"/>
                    <a:pt x="1081" y="170"/>
                    <a:pt x="1081" y="171"/>
                  </a:cubicBezTo>
                  <a:cubicBezTo>
                    <a:pt x="1081" y="171"/>
                    <a:pt x="1083" y="171"/>
                    <a:pt x="1083" y="172"/>
                  </a:cubicBezTo>
                  <a:cubicBezTo>
                    <a:pt x="1083" y="172"/>
                    <a:pt x="1082" y="172"/>
                    <a:pt x="1083" y="172"/>
                  </a:cubicBezTo>
                  <a:cubicBezTo>
                    <a:pt x="1082" y="172"/>
                    <a:pt x="1084" y="174"/>
                    <a:pt x="1084" y="174"/>
                  </a:cubicBezTo>
                  <a:cubicBezTo>
                    <a:pt x="1085" y="174"/>
                    <a:pt x="1085" y="174"/>
                    <a:pt x="1086" y="175"/>
                  </a:cubicBezTo>
                  <a:cubicBezTo>
                    <a:pt x="1086" y="175"/>
                    <a:pt x="1086" y="176"/>
                    <a:pt x="1086" y="176"/>
                  </a:cubicBezTo>
                  <a:cubicBezTo>
                    <a:pt x="1087" y="177"/>
                    <a:pt x="1087" y="177"/>
                    <a:pt x="1087" y="177"/>
                  </a:cubicBezTo>
                  <a:cubicBezTo>
                    <a:pt x="1088" y="178"/>
                    <a:pt x="1089" y="178"/>
                    <a:pt x="1089" y="178"/>
                  </a:cubicBezTo>
                  <a:cubicBezTo>
                    <a:pt x="1090" y="178"/>
                    <a:pt x="1091" y="178"/>
                    <a:pt x="1091" y="178"/>
                  </a:cubicBezTo>
                  <a:cubicBezTo>
                    <a:pt x="1091" y="179"/>
                    <a:pt x="1090" y="179"/>
                    <a:pt x="1091" y="179"/>
                  </a:cubicBezTo>
                  <a:cubicBezTo>
                    <a:pt x="1090" y="179"/>
                    <a:pt x="1090" y="179"/>
                    <a:pt x="1090" y="179"/>
                  </a:cubicBezTo>
                  <a:cubicBezTo>
                    <a:pt x="1091" y="180"/>
                    <a:pt x="1091" y="180"/>
                    <a:pt x="1090" y="180"/>
                  </a:cubicBezTo>
                  <a:cubicBezTo>
                    <a:pt x="1090" y="180"/>
                    <a:pt x="1089" y="179"/>
                    <a:pt x="1089" y="179"/>
                  </a:cubicBezTo>
                  <a:cubicBezTo>
                    <a:pt x="1088" y="179"/>
                    <a:pt x="1088" y="179"/>
                    <a:pt x="1088" y="179"/>
                  </a:cubicBezTo>
                  <a:cubicBezTo>
                    <a:pt x="1088" y="178"/>
                    <a:pt x="1086" y="178"/>
                    <a:pt x="1086" y="178"/>
                  </a:cubicBezTo>
                  <a:cubicBezTo>
                    <a:pt x="1086" y="179"/>
                    <a:pt x="1087" y="179"/>
                    <a:pt x="1088" y="179"/>
                  </a:cubicBezTo>
                  <a:cubicBezTo>
                    <a:pt x="1087" y="179"/>
                    <a:pt x="1086" y="179"/>
                    <a:pt x="1085" y="179"/>
                  </a:cubicBezTo>
                  <a:cubicBezTo>
                    <a:pt x="1084" y="178"/>
                    <a:pt x="1084" y="179"/>
                    <a:pt x="1084" y="179"/>
                  </a:cubicBezTo>
                  <a:cubicBezTo>
                    <a:pt x="1084" y="179"/>
                    <a:pt x="1084" y="180"/>
                    <a:pt x="1084" y="181"/>
                  </a:cubicBezTo>
                  <a:cubicBezTo>
                    <a:pt x="1084" y="181"/>
                    <a:pt x="1084" y="181"/>
                    <a:pt x="1084" y="181"/>
                  </a:cubicBezTo>
                  <a:cubicBezTo>
                    <a:pt x="1084" y="181"/>
                    <a:pt x="1083" y="181"/>
                    <a:pt x="1083" y="181"/>
                  </a:cubicBezTo>
                  <a:cubicBezTo>
                    <a:pt x="1083" y="181"/>
                    <a:pt x="1083" y="181"/>
                    <a:pt x="1084" y="182"/>
                  </a:cubicBezTo>
                  <a:cubicBezTo>
                    <a:pt x="1083" y="182"/>
                    <a:pt x="1083" y="182"/>
                    <a:pt x="1083" y="181"/>
                  </a:cubicBezTo>
                  <a:cubicBezTo>
                    <a:pt x="1083" y="182"/>
                    <a:pt x="1083" y="183"/>
                    <a:pt x="1082" y="182"/>
                  </a:cubicBezTo>
                  <a:cubicBezTo>
                    <a:pt x="1083" y="183"/>
                    <a:pt x="1083" y="183"/>
                    <a:pt x="1083" y="183"/>
                  </a:cubicBezTo>
                  <a:cubicBezTo>
                    <a:pt x="1083" y="183"/>
                    <a:pt x="1082" y="183"/>
                    <a:pt x="1082" y="183"/>
                  </a:cubicBezTo>
                  <a:cubicBezTo>
                    <a:pt x="1082" y="184"/>
                    <a:pt x="1083" y="184"/>
                    <a:pt x="1083" y="184"/>
                  </a:cubicBezTo>
                  <a:cubicBezTo>
                    <a:pt x="1083" y="184"/>
                    <a:pt x="1082" y="185"/>
                    <a:pt x="1082" y="185"/>
                  </a:cubicBezTo>
                  <a:cubicBezTo>
                    <a:pt x="1083" y="185"/>
                    <a:pt x="1082" y="186"/>
                    <a:pt x="1081" y="186"/>
                  </a:cubicBezTo>
                  <a:cubicBezTo>
                    <a:pt x="1081" y="187"/>
                    <a:pt x="1082" y="187"/>
                    <a:pt x="1082" y="188"/>
                  </a:cubicBezTo>
                  <a:cubicBezTo>
                    <a:pt x="1082" y="188"/>
                    <a:pt x="1081" y="187"/>
                    <a:pt x="1081" y="188"/>
                  </a:cubicBezTo>
                  <a:cubicBezTo>
                    <a:pt x="1081" y="188"/>
                    <a:pt x="1080" y="188"/>
                    <a:pt x="1080" y="188"/>
                  </a:cubicBezTo>
                  <a:cubicBezTo>
                    <a:pt x="1080" y="188"/>
                    <a:pt x="1079" y="188"/>
                    <a:pt x="1079" y="188"/>
                  </a:cubicBezTo>
                  <a:cubicBezTo>
                    <a:pt x="1079" y="188"/>
                    <a:pt x="1079" y="189"/>
                    <a:pt x="1079" y="189"/>
                  </a:cubicBezTo>
                  <a:cubicBezTo>
                    <a:pt x="1079" y="190"/>
                    <a:pt x="1078" y="189"/>
                    <a:pt x="1078" y="188"/>
                  </a:cubicBezTo>
                  <a:cubicBezTo>
                    <a:pt x="1079" y="188"/>
                    <a:pt x="1076" y="187"/>
                    <a:pt x="1076" y="187"/>
                  </a:cubicBezTo>
                  <a:cubicBezTo>
                    <a:pt x="1076" y="187"/>
                    <a:pt x="1077" y="187"/>
                    <a:pt x="1077" y="187"/>
                  </a:cubicBezTo>
                  <a:cubicBezTo>
                    <a:pt x="1076" y="186"/>
                    <a:pt x="1077" y="186"/>
                    <a:pt x="1077" y="186"/>
                  </a:cubicBezTo>
                  <a:cubicBezTo>
                    <a:pt x="1077" y="186"/>
                    <a:pt x="1076" y="185"/>
                    <a:pt x="1076" y="185"/>
                  </a:cubicBezTo>
                  <a:cubicBezTo>
                    <a:pt x="1076" y="185"/>
                    <a:pt x="1076" y="185"/>
                    <a:pt x="1075" y="185"/>
                  </a:cubicBezTo>
                  <a:cubicBezTo>
                    <a:pt x="1075" y="185"/>
                    <a:pt x="1073" y="185"/>
                    <a:pt x="1073" y="186"/>
                  </a:cubicBezTo>
                  <a:cubicBezTo>
                    <a:pt x="1072" y="186"/>
                    <a:pt x="1072" y="185"/>
                    <a:pt x="1072" y="185"/>
                  </a:cubicBezTo>
                  <a:cubicBezTo>
                    <a:pt x="1072" y="184"/>
                    <a:pt x="1071" y="183"/>
                    <a:pt x="1070" y="183"/>
                  </a:cubicBezTo>
                  <a:cubicBezTo>
                    <a:pt x="1070" y="183"/>
                    <a:pt x="1070" y="182"/>
                    <a:pt x="1069" y="183"/>
                  </a:cubicBezTo>
                  <a:cubicBezTo>
                    <a:pt x="1069" y="183"/>
                    <a:pt x="1068" y="183"/>
                    <a:pt x="1069" y="182"/>
                  </a:cubicBezTo>
                  <a:cubicBezTo>
                    <a:pt x="1069" y="182"/>
                    <a:pt x="1069" y="182"/>
                    <a:pt x="1069" y="182"/>
                  </a:cubicBezTo>
                  <a:cubicBezTo>
                    <a:pt x="1069" y="182"/>
                    <a:pt x="1069" y="182"/>
                    <a:pt x="1069" y="182"/>
                  </a:cubicBezTo>
                  <a:cubicBezTo>
                    <a:pt x="1069" y="182"/>
                    <a:pt x="1069" y="181"/>
                    <a:pt x="1069" y="181"/>
                  </a:cubicBezTo>
                  <a:cubicBezTo>
                    <a:pt x="1069" y="181"/>
                    <a:pt x="1069" y="181"/>
                    <a:pt x="1069" y="181"/>
                  </a:cubicBezTo>
                  <a:cubicBezTo>
                    <a:pt x="1069" y="181"/>
                    <a:pt x="1068" y="180"/>
                    <a:pt x="1068" y="180"/>
                  </a:cubicBezTo>
                  <a:cubicBezTo>
                    <a:pt x="1068" y="180"/>
                    <a:pt x="1069" y="180"/>
                    <a:pt x="1069" y="179"/>
                  </a:cubicBezTo>
                  <a:cubicBezTo>
                    <a:pt x="1068" y="179"/>
                    <a:pt x="1068" y="179"/>
                    <a:pt x="1067" y="178"/>
                  </a:cubicBezTo>
                  <a:cubicBezTo>
                    <a:pt x="1067" y="178"/>
                    <a:pt x="1068" y="178"/>
                    <a:pt x="1067" y="177"/>
                  </a:cubicBezTo>
                  <a:cubicBezTo>
                    <a:pt x="1067" y="177"/>
                    <a:pt x="1066" y="176"/>
                    <a:pt x="1065" y="176"/>
                  </a:cubicBezTo>
                  <a:cubicBezTo>
                    <a:pt x="1065" y="176"/>
                    <a:pt x="1064" y="176"/>
                    <a:pt x="1064" y="177"/>
                  </a:cubicBezTo>
                  <a:cubicBezTo>
                    <a:pt x="1064" y="177"/>
                    <a:pt x="1064" y="177"/>
                    <a:pt x="1064" y="178"/>
                  </a:cubicBezTo>
                  <a:cubicBezTo>
                    <a:pt x="1064" y="178"/>
                    <a:pt x="1063" y="178"/>
                    <a:pt x="1063" y="178"/>
                  </a:cubicBezTo>
                  <a:cubicBezTo>
                    <a:pt x="1063" y="179"/>
                    <a:pt x="1060" y="177"/>
                    <a:pt x="1060" y="177"/>
                  </a:cubicBezTo>
                  <a:cubicBezTo>
                    <a:pt x="1060" y="177"/>
                    <a:pt x="1060" y="177"/>
                    <a:pt x="1060" y="177"/>
                  </a:cubicBezTo>
                  <a:cubicBezTo>
                    <a:pt x="1060" y="177"/>
                    <a:pt x="1060" y="177"/>
                    <a:pt x="1059" y="177"/>
                  </a:cubicBezTo>
                  <a:cubicBezTo>
                    <a:pt x="1059" y="177"/>
                    <a:pt x="1059" y="176"/>
                    <a:pt x="1058" y="176"/>
                  </a:cubicBezTo>
                  <a:cubicBezTo>
                    <a:pt x="1058" y="176"/>
                    <a:pt x="1057" y="176"/>
                    <a:pt x="1057" y="176"/>
                  </a:cubicBezTo>
                  <a:cubicBezTo>
                    <a:pt x="1056" y="176"/>
                    <a:pt x="1054" y="176"/>
                    <a:pt x="1055" y="177"/>
                  </a:cubicBezTo>
                  <a:cubicBezTo>
                    <a:pt x="1055" y="177"/>
                    <a:pt x="1054" y="177"/>
                    <a:pt x="1053" y="177"/>
                  </a:cubicBezTo>
                  <a:cubicBezTo>
                    <a:pt x="1053" y="177"/>
                    <a:pt x="1053" y="177"/>
                    <a:pt x="1053" y="177"/>
                  </a:cubicBezTo>
                  <a:cubicBezTo>
                    <a:pt x="1052" y="177"/>
                    <a:pt x="1052" y="177"/>
                    <a:pt x="1052" y="177"/>
                  </a:cubicBezTo>
                  <a:cubicBezTo>
                    <a:pt x="1051" y="177"/>
                    <a:pt x="1051" y="178"/>
                    <a:pt x="1050" y="178"/>
                  </a:cubicBezTo>
                  <a:cubicBezTo>
                    <a:pt x="1048" y="177"/>
                    <a:pt x="1047" y="177"/>
                    <a:pt x="1046" y="177"/>
                  </a:cubicBezTo>
                  <a:cubicBezTo>
                    <a:pt x="1045" y="177"/>
                    <a:pt x="1044" y="177"/>
                    <a:pt x="1045" y="178"/>
                  </a:cubicBezTo>
                  <a:cubicBezTo>
                    <a:pt x="1044" y="178"/>
                    <a:pt x="1044" y="178"/>
                    <a:pt x="1043" y="179"/>
                  </a:cubicBezTo>
                  <a:cubicBezTo>
                    <a:pt x="1043" y="180"/>
                    <a:pt x="1043" y="180"/>
                    <a:pt x="1042" y="180"/>
                  </a:cubicBezTo>
                  <a:cubicBezTo>
                    <a:pt x="1043" y="180"/>
                    <a:pt x="1043" y="181"/>
                    <a:pt x="1044" y="182"/>
                  </a:cubicBezTo>
                  <a:cubicBezTo>
                    <a:pt x="1044" y="182"/>
                    <a:pt x="1045" y="183"/>
                    <a:pt x="1045" y="183"/>
                  </a:cubicBezTo>
                  <a:cubicBezTo>
                    <a:pt x="1045" y="183"/>
                    <a:pt x="1044" y="183"/>
                    <a:pt x="1044" y="184"/>
                  </a:cubicBezTo>
                  <a:cubicBezTo>
                    <a:pt x="1043" y="184"/>
                    <a:pt x="1043" y="185"/>
                    <a:pt x="1043" y="185"/>
                  </a:cubicBezTo>
                  <a:cubicBezTo>
                    <a:pt x="1043" y="187"/>
                    <a:pt x="1044" y="187"/>
                    <a:pt x="1045" y="188"/>
                  </a:cubicBezTo>
                  <a:cubicBezTo>
                    <a:pt x="1044" y="188"/>
                    <a:pt x="1043" y="189"/>
                    <a:pt x="1043" y="189"/>
                  </a:cubicBezTo>
                  <a:cubicBezTo>
                    <a:pt x="1044" y="190"/>
                    <a:pt x="1043" y="190"/>
                    <a:pt x="1042" y="191"/>
                  </a:cubicBezTo>
                  <a:cubicBezTo>
                    <a:pt x="1042" y="191"/>
                    <a:pt x="1041" y="191"/>
                    <a:pt x="1041" y="192"/>
                  </a:cubicBezTo>
                  <a:cubicBezTo>
                    <a:pt x="1041" y="193"/>
                    <a:pt x="1041" y="194"/>
                    <a:pt x="1041" y="194"/>
                  </a:cubicBezTo>
                  <a:cubicBezTo>
                    <a:pt x="1041" y="195"/>
                    <a:pt x="1042" y="195"/>
                    <a:pt x="1041" y="195"/>
                  </a:cubicBezTo>
                  <a:cubicBezTo>
                    <a:pt x="1042" y="195"/>
                    <a:pt x="1043" y="196"/>
                    <a:pt x="1043" y="197"/>
                  </a:cubicBezTo>
                  <a:cubicBezTo>
                    <a:pt x="1043" y="197"/>
                    <a:pt x="1042" y="196"/>
                    <a:pt x="1042" y="196"/>
                  </a:cubicBezTo>
                  <a:cubicBezTo>
                    <a:pt x="1042" y="196"/>
                    <a:pt x="1041" y="196"/>
                    <a:pt x="1041" y="196"/>
                  </a:cubicBezTo>
                  <a:cubicBezTo>
                    <a:pt x="1041" y="197"/>
                    <a:pt x="1045" y="199"/>
                    <a:pt x="1045" y="199"/>
                  </a:cubicBezTo>
                  <a:cubicBezTo>
                    <a:pt x="1045" y="199"/>
                    <a:pt x="1043" y="199"/>
                    <a:pt x="1043" y="199"/>
                  </a:cubicBezTo>
                  <a:cubicBezTo>
                    <a:pt x="1043" y="199"/>
                    <a:pt x="1044" y="199"/>
                    <a:pt x="1044" y="199"/>
                  </a:cubicBezTo>
                  <a:cubicBezTo>
                    <a:pt x="1044" y="200"/>
                    <a:pt x="1043" y="200"/>
                    <a:pt x="1044" y="200"/>
                  </a:cubicBezTo>
                  <a:cubicBezTo>
                    <a:pt x="1044" y="200"/>
                    <a:pt x="1044" y="201"/>
                    <a:pt x="1045" y="201"/>
                  </a:cubicBezTo>
                  <a:cubicBezTo>
                    <a:pt x="1045" y="201"/>
                    <a:pt x="1046" y="201"/>
                    <a:pt x="1046" y="201"/>
                  </a:cubicBezTo>
                  <a:cubicBezTo>
                    <a:pt x="1046" y="200"/>
                    <a:pt x="1045" y="200"/>
                    <a:pt x="1046" y="200"/>
                  </a:cubicBezTo>
                  <a:cubicBezTo>
                    <a:pt x="1046" y="200"/>
                    <a:pt x="1047" y="201"/>
                    <a:pt x="1048" y="201"/>
                  </a:cubicBezTo>
                  <a:cubicBezTo>
                    <a:pt x="1047" y="200"/>
                    <a:pt x="1046" y="200"/>
                    <a:pt x="1046" y="200"/>
                  </a:cubicBezTo>
                  <a:cubicBezTo>
                    <a:pt x="1047" y="200"/>
                    <a:pt x="1049" y="200"/>
                    <a:pt x="1050" y="201"/>
                  </a:cubicBezTo>
                  <a:cubicBezTo>
                    <a:pt x="1050" y="201"/>
                    <a:pt x="1050" y="201"/>
                    <a:pt x="1050" y="200"/>
                  </a:cubicBezTo>
                  <a:cubicBezTo>
                    <a:pt x="1050" y="200"/>
                    <a:pt x="1051" y="201"/>
                    <a:pt x="1051" y="201"/>
                  </a:cubicBezTo>
                  <a:cubicBezTo>
                    <a:pt x="1052" y="201"/>
                    <a:pt x="1052" y="201"/>
                    <a:pt x="1053" y="201"/>
                  </a:cubicBezTo>
                  <a:cubicBezTo>
                    <a:pt x="1053" y="201"/>
                    <a:pt x="1054" y="201"/>
                    <a:pt x="1054" y="202"/>
                  </a:cubicBezTo>
                  <a:cubicBezTo>
                    <a:pt x="1054" y="203"/>
                    <a:pt x="1055" y="203"/>
                    <a:pt x="1055" y="203"/>
                  </a:cubicBezTo>
                  <a:cubicBezTo>
                    <a:pt x="1055" y="203"/>
                    <a:pt x="1055" y="203"/>
                    <a:pt x="1056" y="204"/>
                  </a:cubicBezTo>
                  <a:cubicBezTo>
                    <a:pt x="1055" y="203"/>
                    <a:pt x="1054" y="203"/>
                    <a:pt x="1053" y="203"/>
                  </a:cubicBezTo>
                  <a:cubicBezTo>
                    <a:pt x="1052" y="203"/>
                    <a:pt x="1053" y="204"/>
                    <a:pt x="1053" y="204"/>
                  </a:cubicBezTo>
                  <a:cubicBezTo>
                    <a:pt x="1052" y="204"/>
                    <a:pt x="1051" y="204"/>
                    <a:pt x="1051" y="203"/>
                  </a:cubicBezTo>
                  <a:cubicBezTo>
                    <a:pt x="1050" y="203"/>
                    <a:pt x="1049" y="203"/>
                    <a:pt x="1049" y="203"/>
                  </a:cubicBezTo>
                  <a:cubicBezTo>
                    <a:pt x="1049" y="204"/>
                    <a:pt x="1051" y="205"/>
                    <a:pt x="1049" y="204"/>
                  </a:cubicBezTo>
                  <a:cubicBezTo>
                    <a:pt x="1048" y="204"/>
                    <a:pt x="1048" y="205"/>
                    <a:pt x="1048" y="205"/>
                  </a:cubicBezTo>
                  <a:cubicBezTo>
                    <a:pt x="1047" y="205"/>
                    <a:pt x="1047" y="204"/>
                    <a:pt x="1046" y="204"/>
                  </a:cubicBezTo>
                  <a:cubicBezTo>
                    <a:pt x="1045" y="204"/>
                    <a:pt x="1045" y="204"/>
                    <a:pt x="1044" y="203"/>
                  </a:cubicBezTo>
                  <a:cubicBezTo>
                    <a:pt x="1044" y="203"/>
                    <a:pt x="1044" y="203"/>
                    <a:pt x="1044" y="203"/>
                  </a:cubicBezTo>
                  <a:cubicBezTo>
                    <a:pt x="1043" y="203"/>
                    <a:pt x="1043" y="203"/>
                    <a:pt x="1043" y="203"/>
                  </a:cubicBezTo>
                  <a:cubicBezTo>
                    <a:pt x="1042" y="203"/>
                    <a:pt x="1042" y="203"/>
                    <a:pt x="1041" y="203"/>
                  </a:cubicBezTo>
                  <a:cubicBezTo>
                    <a:pt x="1040" y="203"/>
                    <a:pt x="1042" y="204"/>
                    <a:pt x="1042" y="204"/>
                  </a:cubicBezTo>
                  <a:cubicBezTo>
                    <a:pt x="1041" y="204"/>
                    <a:pt x="1040" y="204"/>
                    <a:pt x="1040" y="205"/>
                  </a:cubicBezTo>
                  <a:cubicBezTo>
                    <a:pt x="1040" y="205"/>
                    <a:pt x="1040" y="206"/>
                    <a:pt x="1041" y="206"/>
                  </a:cubicBezTo>
                  <a:cubicBezTo>
                    <a:pt x="1040" y="206"/>
                    <a:pt x="1040" y="206"/>
                    <a:pt x="1039" y="206"/>
                  </a:cubicBezTo>
                  <a:cubicBezTo>
                    <a:pt x="1039" y="206"/>
                    <a:pt x="1038" y="206"/>
                    <a:pt x="1038" y="206"/>
                  </a:cubicBezTo>
                  <a:cubicBezTo>
                    <a:pt x="1037" y="206"/>
                    <a:pt x="1036" y="205"/>
                    <a:pt x="1035" y="205"/>
                  </a:cubicBezTo>
                  <a:cubicBezTo>
                    <a:pt x="1035" y="205"/>
                    <a:pt x="1033" y="205"/>
                    <a:pt x="1034" y="206"/>
                  </a:cubicBezTo>
                  <a:cubicBezTo>
                    <a:pt x="1034" y="206"/>
                    <a:pt x="1035" y="206"/>
                    <a:pt x="1034" y="206"/>
                  </a:cubicBezTo>
                  <a:cubicBezTo>
                    <a:pt x="1033" y="207"/>
                    <a:pt x="1032" y="207"/>
                    <a:pt x="1032" y="207"/>
                  </a:cubicBezTo>
                  <a:cubicBezTo>
                    <a:pt x="1031" y="207"/>
                    <a:pt x="1030" y="206"/>
                    <a:pt x="1029" y="207"/>
                  </a:cubicBezTo>
                  <a:cubicBezTo>
                    <a:pt x="1029" y="207"/>
                    <a:pt x="1028" y="206"/>
                    <a:pt x="1028" y="206"/>
                  </a:cubicBezTo>
                  <a:cubicBezTo>
                    <a:pt x="1027" y="206"/>
                    <a:pt x="1026" y="205"/>
                    <a:pt x="1026" y="205"/>
                  </a:cubicBezTo>
                  <a:cubicBezTo>
                    <a:pt x="1025" y="205"/>
                    <a:pt x="1025" y="205"/>
                    <a:pt x="1024" y="204"/>
                  </a:cubicBezTo>
                  <a:cubicBezTo>
                    <a:pt x="1025" y="204"/>
                    <a:pt x="1025" y="204"/>
                    <a:pt x="1026" y="204"/>
                  </a:cubicBezTo>
                  <a:cubicBezTo>
                    <a:pt x="1026" y="204"/>
                    <a:pt x="1026" y="204"/>
                    <a:pt x="1026" y="204"/>
                  </a:cubicBezTo>
                  <a:cubicBezTo>
                    <a:pt x="1027" y="203"/>
                    <a:pt x="1028" y="204"/>
                    <a:pt x="1028" y="204"/>
                  </a:cubicBezTo>
                  <a:cubicBezTo>
                    <a:pt x="1029" y="204"/>
                    <a:pt x="1030" y="204"/>
                    <a:pt x="1031" y="204"/>
                  </a:cubicBezTo>
                  <a:cubicBezTo>
                    <a:pt x="1032" y="204"/>
                    <a:pt x="1032" y="203"/>
                    <a:pt x="1033" y="203"/>
                  </a:cubicBezTo>
                  <a:cubicBezTo>
                    <a:pt x="1032" y="202"/>
                    <a:pt x="1031" y="202"/>
                    <a:pt x="1030" y="203"/>
                  </a:cubicBezTo>
                  <a:cubicBezTo>
                    <a:pt x="1029" y="203"/>
                    <a:pt x="1029" y="202"/>
                    <a:pt x="1028" y="202"/>
                  </a:cubicBezTo>
                  <a:cubicBezTo>
                    <a:pt x="1028" y="202"/>
                    <a:pt x="1027" y="202"/>
                    <a:pt x="1027" y="202"/>
                  </a:cubicBezTo>
                  <a:cubicBezTo>
                    <a:pt x="1027" y="201"/>
                    <a:pt x="1025" y="201"/>
                    <a:pt x="1024" y="200"/>
                  </a:cubicBezTo>
                  <a:cubicBezTo>
                    <a:pt x="1024" y="200"/>
                    <a:pt x="1022" y="199"/>
                    <a:pt x="1021" y="199"/>
                  </a:cubicBezTo>
                  <a:cubicBezTo>
                    <a:pt x="1021" y="199"/>
                    <a:pt x="1021" y="199"/>
                    <a:pt x="1021" y="199"/>
                  </a:cubicBezTo>
                  <a:cubicBezTo>
                    <a:pt x="1021" y="199"/>
                    <a:pt x="1021" y="200"/>
                    <a:pt x="1021" y="200"/>
                  </a:cubicBezTo>
                  <a:cubicBezTo>
                    <a:pt x="1020" y="199"/>
                    <a:pt x="1020" y="199"/>
                    <a:pt x="1019" y="199"/>
                  </a:cubicBezTo>
                  <a:cubicBezTo>
                    <a:pt x="1019" y="199"/>
                    <a:pt x="1018" y="200"/>
                    <a:pt x="1019" y="200"/>
                  </a:cubicBezTo>
                  <a:cubicBezTo>
                    <a:pt x="1020" y="201"/>
                    <a:pt x="1018" y="201"/>
                    <a:pt x="1018" y="201"/>
                  </a:cubicBezTo>
                  <a:cubicBezTo>
                    <a:pt x="1017" y="200"/>
                    <a:pt x="1016" y="200"/>
                    <a:pt x="1016" y="200"/>
                  </a:cubicBezTo>
                  <a:cubicBezTo>
                    <a:pt x="1016" y="200"/>
                    <a:pt x="1017" y="200"/>
                    <a:pt x="1017" y="200"/>
                  </a:cubicBezTo>
                  <a:cubicBezTo>
                    <a:pt x="1017" y="199"/>
                    <a:pt x="1016" y="200"/>
                    <a:pt x="1015" y="200"/>
                  </a:cubicBezTo>
                  <a:cubicBezTo>
                    <a:pt x="1015" y="200"/>
                    <a:pt x="1014" y="199"/>
                    <a:pt x="1014" y="199"/>
                  </a:cubicBezTo>
                  <a:cubicBezTo>
                    <a:pt x="1013" y="199"/>
                    <a:pt x="1012" y="199"/>
                    <a:pt x="1011" y="198"/>
                  </a:cubicBezTo>
                  <a:cubicBezTo>
                    <a:pt x="1009" y="198"/>
                    <a:pt x="1008" y="198"/>
                    <a:pt x="1007" y="198"/>
                  </a:cubicBezTo>
                  <a:cubicBezTo>
                    <a:pt x="1006" y="197"/>
                    <a:pt x="1005" y="197"/>
                    <a:pt x="1004" y="198"/>
                  </a:cubicBezTo>
                  <a:cubicBezTo>
                    <a:pt x="1004" y="198"/>
                    <a:pt x="1004" y="198"/>
                    <a:pt x="1004" y="198"/>
                  </a:cubicBezTo>
                  <a:cubicBezTo>
                    <a:pt x="1004" y="198"/>
                    <a:pt x="1004" y="198"/>
                    <a:pt x="1004" y="198"/>
                  </a:cubicBezTo>
                  <a:cubicBezTo>
                    <a:pt x="1004" y="198"/>
                    <a:pt x="1003" y="199"/>
                    <a:pt x="1003" y="199"/>
                  </a:cubicBezTo>
                  <a:cubicBezTo>
                    <a:pt x="1004" y="199"/>
                    <a:pt x="1004" y="200"/>
                    <a:pt x="1005" y="200"/>
                  </a:cubicBezTo>
                  <a:cubicBezTo>
                    <a:pt x="1005" y="200"/>
                    <a:pt x="1006" y="200"/>
                    <a:pt x="1006" y="201"/>
                  </a:cubicBezTo>
                  <a:cubicBezTo>
                    <a:pt x="1006" y="201"/>
                    <a:pt x="1005" y="200"/>
                    <a:pt x="1005" y="200"/>
                  </a:cubicBezTo>
                  <a:cubicBezTo>
                    <a:pt x="1005" y="200"/>
                    <a:pt x="1004" y="201"/>
                    <a:pt x="1004" y="201"/>
                  </a:cubicBezTo>
                  <a:cubicBezTo>
                    <a:pt x="1004" y="201"/>
                    <a:pt x="1003" y="201"/>
                    <a:pt x="1003" y="200"/>
                  </a:cubicBezTo>
                  <a:cubicBezTo>
                    <a:pt x="1003" y="200"/>
                    <a:pt x="1003" y="200"/>
                    <a:pt x="1003" y="200"/>
                  </a:cubicBezTo>
                  <a:cubicBezTo>
                    <a:pt x="1002" y="200"/>
                    <a:pt x="1003" y="201"/>
                    <a:pt x="1003" y="201"/>
                  </a:cubicBezTo>
                  <a:cubicBezTo>
                    <a:pt x="1004" y="202"/>
                    <a:pt x="1004" y="201"/>
                    <a:pt x="1004" y="201"/>
                  </a:cubicBezTo>
                  <a:cubicBezTo>
                    <a:pt x="1004" y="201"/>
                    <a:pt x="1004" y="202"/>
                    <a:pt x="1005" y="202"/>
                  </a:cubicBezTo>
                  <a:cubicBezTo>
                    <a:pt x="1005" y="202"/>
                    <a:pt x="1005" y="201"/>
                    <a:pt x="1005" y="201"/>
                  </a:cubicBezTo>
                  <a:cubicBezTo>
                    <a:pt x="1005" y="201"/>
                    <a:pt x="1005" y="202"/>
                    <a:pt x="1005" y="202"/>
                  </a:cubicBezTo>
                  <a:cubicBezTo>
                    <a:pt x="1006" y="202"/>
                    <a:pt x="1006" y="202"/>
                    <a:pt x="1006" y="203"/>
                  </a:cubicBezTo>
                  <a:cubicBezTo>
                    <a:pt x="1006" y="203"/>
                    <a:pt x="1005" y="203"/>
                    <a:pt x="1005" y="203"/>
                  </a:cubicBezTo>
                  <a:cubicBezTo>
                    <a:pt x="1005" y="203"/>
                    <a:pt x="1005" y="202"/>
                    <a:pt x="1005" y="202"/>
                  </a:cubicBezTo>
                  <a:cubicBezTo>
                    <a:pt x="1005" y="203"/>
                    <a:pt x="1005" y="203"/>
                    <a:pt x="1005" y="203"/>
                  </a:cubicBezTo>
                  <a:cubicBezTo>
                    <a:pt x="1004" y="203"/>
                    <a:pt x="1004" y="203"/>
                    <a:pt x="1004" y="203"/>
                  </a:cubicBezTo>
                  <a:cubicBezTo>
                    <a:pt x="1003" y="203"/>
                    <a:pt x="1003" y="203"/>
                    <a:pt x="1003" y="203"/>
                  </a:cubicBezTo>
                  <a:cubicBezTo>
                    <a:pt x="1002" y="203"/>
                    <a:pt x="1002" y="203"/>
                    <a:pt x="1001" y="202"/>
                  </a:cubicBezTo>
                  <a:cubicBezTo>
                    <a:pt x="1001" y="201"/>
                    <a:pt x="999" y="201"/>
                    <a:pt x="998" y="201"/>
                  </a:cubicBezTo>
                  <a:cubicBezTo>
                    <a:pt x="998" y="201"/>
                    <a:pt x="996" y="201"/>
                    <a:pt x="996" y="202"/>
                  </a:cubicBezTo>
                  <a:cubicBezTo>
                    <a:pt x="996" y="202"/>
                    <a:pt x="997" y="202"/>
                    <a:pt x="997" y="202"/>
                  </a:cubicBezTo>
                  <a:cubicBezTo>
                    <a:pt x="997" y="203"/>
                    <a:pt x="994" y="202"/>
                    <a:pt x="995" y="203"/>
                  </a:cubicBezTo>
                  <a:cubicBezTo>
                    <a:pt x="995" y="203"/>
                    <a:pt x="994" y="202"/>
                    <a:pt x="993" y="202"/>
                  </a:cubicBezTo>
                  <a:cubicBezTo>
                    <a:pt x="993" y="202"/>
                    <a:pt x="992" y="203"/>
                    <a:pt x="991" y="202"/>
                  </a:cubicBezTo>
                  <a:cubicBezTo>
                    <a:pt x="990" y="202"/>
                    <a:pt x="989" y="202"/>
                    <a:pt x="988" y="202"/>
                  </a:cubicBezTo>
                  <a:cubicBezTo>
                    <a:pt x="988" y="201"/>
                    <a:pt x="987" y="201"/>
                    <a:pt x="986" y="201"/>
                  </a:cubicBezTo>
                  <a:cubicBezTo>
                    <a:pt x="986" y="201"/>
                    <a:pt x="984" y="200"/>
                    <a:pt x="984" y="201"/>
                  </a:cubicBezTo>
                  <a:cubicBezTo>
                    <a:pt x="984" y="202"/>
                    <a:pt x="985" y="202"/>
                    <a:pt x="985" y="202"/>
                  </a:cubicBezTo>
                  <a:cubicBezTo>
                    <a:pt x="986" y="203"/>
                    <a:pt x="987" y="203"/>
                    <a:pt x="986" y="203"/>
                  </a:cubicBezTo>
                  <a:cubicBezTo>
                    <a:pt x="986" y="203"/>
                    <a:pt x="986" y="203"/>
                    <a:pt x="985" y="203"/>
                  </a:cubicBezTo>
                  <a:cubicBezTo>
                    <a:pt x="985" y="203"/>
                    <a:pt x="985" y="204"/>
                    <a:pt x="985" y="204"/>
                  </a:cubicBezTo>
                  <a:cubicBezTo>
                    <a:pt x="984" y="204"/>
                    <a:pt x="983" y="203"/>
                    <a:pt x="983" y="203"/>
                  </a:cubicBezTo>
                  <a:cubicBezTo>
                    <a:pt x="982" y="203"/>
                    <a:pt x="982" y="203"/>
                    <a:pt x="981" y="202"/>
                  </a:cubicBezTo>
                  <a:cubicBezTo>
                    <a:pt x="981" y="202"/>
                    <a:pt x="982" y="201"/>
                    <a:pt x="981" y="201"/>
                  </a:cubicBezTo>
                  <a:cubicBezTo>
                    <a:pt x="981" y="201"/>
                    <a:pt x="980" y="201"/>
                    <a:pt x="980" y="201"/>
                  </a:cubicBezTo>
                  <a:cubicBezTo>
                    <a:pt x="980" y="201"/>
                    <a:pt x="980" y="201"/>
                    <a:pt x="979" y="201"/>
                  </a:cubicBezTo>
                  <a:cubicBezTo>
                    <a:pt x="979" y="201"/>
                    <a:pt x="978" y="201"/>
                    <a:pt x="977" y="201"/>
                  </a:cubicBezTo>
                  <a:cubicBezTo>
                    <a:pt x="976" y="201"/>
                    <a:pt x="976" y="201"/>
                    <a:pt x="975" y="201"/>
                  </a:cubicBezTo>
                  <a:cubicBezTo>
                    <a:pt x="974" y="201"/>
                    <a:pt x="973" y="201"/>
                    <a:pt x="972" y="201"/>
                  </a:cubicBezTo>
                  <a:cubicBezTo>
                    <a:pt x="973" y="201"/>
                    <a:pt x="972" y="201"/>
                    <a:pt x="972" y="201"/>
                  </a:cubicBezTo>
                  <a:cubicBezTo>
                    <a:pt x="972" y="201"/>
                    <a:pt x="971" y="201"/>
                    <a:pt x="971" y="201"/>
                  </a:cubicBezTo>
                  <a:cubicBezTo>
                    <a:pt x="971" y="201"/>
                    <a:pt x="972" y="202"/>
                    <a:pt x="972" y="202"/>
                  </a:cubicBezTo>
                  <a:cubicBezTo>
                    <a:pt x="971" y="202"/>
                    <a:pt x="970" y="202"/>
                    <a:pt x="969" y="201"/>
                  </a:cubicBezTo>
                  <a:cubicBezTo>
                    <a:pt x="969" y="201"/>
                    <a:pt x="970" y="201"/>
                    <a:pt x="970" y="201"/>
                  </a:cubicBezTo>
                  <a:cubicBezTo>
                    <a:pt x="969" y="201"/>
                    <a:pt x="969" y="201"/>
                    <a:pt x="969" y="201"/>
                  </a:cubicBezTo>
                  <a:cubicBezTo>
                    <a:pt x="968" y="201"/>
                    <a:pt x="967" y="201"/>
                    <a:pt x="967" y="201"/>
                  </a:cubicBezTo>
                  <a:cubicBezTo>
                    <a:pt x="966" y="201"/>
                    <a:pt x="965" y="201"/>
                    <a:pt x="964" y="202"/>
                  </a:cubicBezTo>
                  <a:cubicBezTo>
                    <a:pt x="963" y="202"/>
                    <a:pt x="962" y="202"/>
                    <a:pt x="961" y="202"/>
                  </a:cubicBezTo>
                  <a:cubicBezTo>
                    <a:pt x="961" y="202"/>
                    <a:pt x="960" y="201"/>
                    <a:pt x="960" y="202"/>
                  </a:cubicBezTo>
                  <a:cubicBezTo>
                    <a:pt x="959" y="202"/>
                    <a:pt x="958" y="202"/>
                    <a:pt x="957" y="203"/>
                  </a:cubicBezTo>
                  <a:cubicBezTo>
                    <a:pt x="957" y="203"/>
                    <a:pt x="956" y="203"/>
                    <a:pt x="955" y="204"/>
                  </a:cubicBezTo>
                  <a:cubicBezTo>
                    <a:pt x="955" y="205"/>
                    <a:pt x="955" y="205"/>
                    <a:pt x="955" y="206"/>
                  </a:cubicBezTo>
                  <a:cubicBezTo>
                    <a:pt x="955" y="207"/>
                    <a:pt x="955" y="207"/>
                    <a:pt x="955" y="208"/>
                  </a:cubicBezTo>
                  <a:cubicBezTo>
                    <a:pt x="955" y="209"/>
                    <a:pt x="954" y="209"/>
                    <a:pt x="954" y="210"/>
                  </a:cubicBezTo>
                  <a:cubicBezTo>
                    <a:pt x="953" y="211"/>
                    <a:pt x="953" y="210"/>
                    <a:pt x="952" y="211"/>
                  </a:cubicBezTo>
                  <a:cubicBezTo>
                    <a:pt x="951" y="212"/>
                    <a:pt x="952" y="214"/>
                    <a:pt x="952" y="215"/>
                  </a:cubicBezTo>
                  <a:cubicBezTo>
                    <a:pt x="953" y="216"/>
                    <a:pt x="954" y="218"/>
                    <a:pt x="953" y="218"/>
                  </a:cubicBezTo>
                  <a:cubicBezTo>
                    <a:pt x="953" y="218"/>
                    <a:pt x="952" y="218"/>
                    <a:pt x="952" y="218"/>
                  </a:cubicBezTo>
                  <a:cubicBezTo>
                    <a:pt x="952" y="218"/>
                    <a:pt x="952" y="218"/>
                    <a:pt x="951" y="218"/>
                  </a:cubicBezTo>
                  <a:cubicBezTo>
                    <a:pt x="951" y="219"/>
                    <a:pt x="951" y="219"/>
                    <a:pt x="951" y="220"/>
                  </a:cubicBezTo>
                  <a:cubicBezTo>
                    <a:pt x="952" y="220"/>
                    <a:pt x="951" y="221"/>
                    <a:pt x="951" y="221"/>
                  </a:cubicBezTo>
                  <a:cubicBezTo>
                    <a:pt x="950" y="221"/>
                    <a:pt x="950" y="222"/>
                    <a:pt x="950" y="222"/>
                  </a:cubicBezTo>
                  <a:cubicBezTo>
                    <a:pt x="950" y="223"/>
                    <a:pt x="947" y="222"/>
                    <a:pt x="949" y="224"/>
                  </a:cubicBezTo>
                  <a:cubicBezTo>
                    <a:pt x="948" y="224"/>
                    <a:pt x="948" y="224"/>
                    <a:pt x="948" y="225"/>
                  </a:cubicBezTo>
                  <a:cubicBezTo>
                    <a:pt x="949" y="226"/>
                    <a:pt x="948" y="225"/>
                    <a:pt x="948" y="225"/>
                  </a:cubicBezTo>
                  <a:cubicBezTo>
                    <a:pt x="948" y="226"/>
                    <a:pt x="947" y="226"/>
                    <a:pt x="947" y="226"/>
                  </a:cubicBezTo>
                  <a:cubicBezTo>
                    <a:pt x="946" y="226"/>
                    <a:pt x="947" y="227"/>
                    <a:pt x="947" y="227"/>
                  </a:cubicBezTo>
                  <a:cubicBezTo>
                    <a:pt x="946" y="227"/>
                    <a:pt x="947" y="227"/>
                    <a:pt x="947" y="228"/>
                  </a:cubicBezTo>
                  <a:cubicBezTo>
                    <a:pt x="947" y="228"/>
                    <a:pt x="947" y="228"/>
                    <a:pt x="946" y="229"/>
                  </a:cubicBezTo>
                  <a:cubicBezTo>
                    <a:pt x="946" y="229"/>
                    <a:pt x="947" y="229"/>
                    <a:pt x="947" y="229"/>
                  </a:cubicBezTo>
                  <a:cubicBezTo>
                    <a:pt x="946" y="229"/>
                    <a:pt x="946" y="230"/>
                    <a:pt x="947" y="231"/>
                  </a:cubicBezTo>
                  <a:cubicBezTo>
                    <a:pt x="947" y="231"/>
                    <a:pt x="948" y="231"/>
                    <a:pt x="948" y="231"/>
                  </a:cubicBezTo>
                  <a:cubicBezTo>
                    <a:pt x="948" y="231"/>
                    <a:pt x="947" y="231"/>
                    <a:pt x="947" y="232"/>
                  </a:cubicBezTo>
                  <a:cubicBezTo>
                    <a:pt x="947" y="232"/>
                    <a:pt x="947" y="232"/>
                    <a:pt x="946" y="232"/>
                  </a:cubicBezTo>
                  <a:cubicBezTo>
                    <a:pt x="947" y="232"/>
                    <a:pt x="947" y="233"/>
                    <a:pt x="947" y="233"/>
                  </a:cubicBezTo>
                  <a:cubicBezTo>
                    <a:pt x="947" y="234"/>
                    <a:pt x="946" y="234"/>
                    <a:pt x="947" y="234"/>
                  </a:cubicBezTo>
                  <a:cubicBezTo>
                    <a:pt x="947" y="234"/>
                    <a:pt x="946" y="235"/>
                    <a:pt x="946" y="235"/>
                  </a:cubicBezTo>
                  <a:cubicBezTo>
                    <a:pt x="946" y="236"/>
                    <a:pt x="946" y="236"/>
                    <a:pt x="946" y="237"/>
                  </a:cubicBezTo>
                  <a:cubicBezTo>
                    <a:pt x="945" y="236"/>
                    <a:pt x="945" y="237"/>
                    <a:pt x="945" y="238"/>
                  </a:cubicBezTo>
                  <a:cubicBezTo>
                    <a:pt x="944" y="238"/>
                    <a:pt x="944" y="238"/>
                    <a:pt x="944" y="239"/>
                  </a:cubicBezTo>
                  <a:cubicBezTo>
                    <a:pt x="944" y="239"/>
                    <a:pt x="944" y="239"/>
                    <a:pt x="943" y="240"/>
                  </a:cubicBezTo>
                  <a:cubicBezTo>
                    <a:pt x="943" y="240"/>
                    <a:pt x="943" y="239"/>
                    <a:pt x="942" y="240"/>
                  </a:cubicBezTo>
                  <a:cubicBezTo>
                    <a:pt x="942" y="240"/>
                    <a:pt x="941" y="241"/>
                    <a:pt x="941" y="241"/>
                  </a:cubicBezTo>
                  <a:cubicBezTo>
                    <a:pt x="942" y="243"/>
                    <a:pt x="940" y="244"/>
                    <a:pt x="939" y="245"/>
                  </a:cubicBezTo>
                  <a:cubicBezTo>
                    <a:pt x="939" y="245"/>
                    <a:pt x="939" y="245"/>
                    <a:pt x="938" y="245"/>
                  </a:cubicBezTo>
                  <a:cubicBezTo>
                    <a:pt x="938" y="245"/>
                    <a:pt x="938" y="246"/>
                    <a:pt x="938" y="246"/>
                  </a:cubicBezTo>
                  <a:cubicBezTo>
                    <a:pt x="937" y="247"/>
                    <a:pt x="937" y="248"/>
                    <a:pt x="938" y="248"/>
                  </a:cubicBezTo>
                  <a:cubicBezTo>
                    <a:pt x="938" y="249"/>
                    <a:pt x="939" y="249"/>
                    <a:pt x="940" y="249"/>
                  </a:cubicBezTo>
                  <a:cubicBezTo>
                    <a:pt x="941" y="249"/>
                    <a:pt x="942" y="250"/>
                    <a:pt x="943" y="250"/>
                  </a:cubicBezTo>
                  <a:cubicBezTo>
                    <a:pt x="944" y="250"/>
                    <a:pt x="944" y="251"/>
                    <a:pt x="944" y="251"/>
                  </a:cubicBezTo>
                  <a:cubicBezTo>
                    <a:pt x="945" y="251"/>
                    <a:pt x="945" y="251"/>
                    <a:pt x="946" y="251"/>
                  </a:cubicBezTo>
                  <a:cubicBezTo>
                    <a:pt x="947" y="251"/>
                    <a:pt x="948" y="250"/>
                    <a:pt x="949" y="250"/>
                  </a:cubicBezTo>
                  <a:cubicBezTo>
                    <a:pt x="949" y="250"/>
                    <a:pt x="951" y="251"/>
                    <a:pt x="951" y="250"/>
                  </a:cubicBezTo>
                  <a:cubicBezTo>
                    <a:pt x="951" y="249"/>
                    <a:pt x="951" y="251"/>
                    <a:pt x="952" y="250"/>
                  </a:cubicBezTo>
                  <a:cubicBezTo>
                    <a:pt x="952" y="250"/>
                    <a:pt x="953" y="251"/>
                    <a:pt x="954" y="251"/>
                  </a:cubicBezTo>
                  <a:cubicBezTo>
                    <a:pt x="954" y="251"/>
                    <a:pt x="954" y="252"/>
                    <a:pt x="954" y="252"/>
                  </a:cubicBezTo>
                  <a:cubicBezTo>
                    <a:pt x="954" y="252"/>
                    <a:pt x="954" y="252"/>
                    <a:pt x="954" y="252"/>
                  </a:cubicBezTo>
                  <a:cubicBezTo>
                    <a:pt x="954" y="253"/>
                    <a:pt x="955" y="253"/>
                    <a:pt x="955" y="253"/>
                  </a:cubicBezTo>
                  <a:cubicBezTo>
                    <a:pt x="956" y="254"/>
                    <a:pt x="955" y="254"/>
                    <a:pt x="955" y="254"/>
                  </a:cubicBezTo>
                  <a:cubicBezTo>
                    <a:pt x="956" y="254"/>
                    <a:pt x="957" y="256"/>
                    <a:pt x="957" y="256"/>
                  </a:cubicBezTo>
                  <a:cubicBezTo>
                    <a:pt x="956" y="257"/>
                    <a:pt x="959" y="259"/>
                    <a:pt x="959" y="259"/>
                  </a:cubicBezTo>
                  <a:cubicBezTo>
                    <a:pt x="960" y="259"/>
                    <a:pt x="959" y="258"/>
                    <a:pt x="960" y="258"/>
                  </a:cubicBezTo>
                  <a:cubicBezTo>
                    <a:pt x="961" y="258"/>
                    <a:pt x="961" y="259"/>
                    <a:pt x="962" y="259"/>
                  </a:cubicBezTo>
                  <a:cubicBezTo>
                    <a:pt x="963" y="259"/>
                    <a:pt x="962" y="256"/>
                    <a:pt x="961" y="256"/>
                  </a:cubicBezTo>
                  <a:cubicBezTo>
                    <a:pt x="960" y="256"/>
                    <a:pt x="960" y="256"/>
                    <a:pt x="959" y="256"/>
                  </a:cubicBezTo>
                  <a:cubicBezTo>
                    <a:pt x="959" y="255"/>
                    <a:pt x="959" y="255"/>
                    <a:pt x="959" y="254"/>
                  </a:cubicBezTo>
                  <a:cubicBezTo>
                    <a:pt x="960" y="254"/>
                    <a:pt x="960" y="253"/>
                    <a:pt x="961" y="254"/>
                  </a:cubicBezTo>
                  <a:cubicBezTo>
                    <a:pt x="962" y="254"/>
                    <a:pt x="962" y="253"/>
                    <a:pt x="963" y="253"/>
                  </a:cubicBezTo>
                  <a:cubicBezTo>
                    <a:pt x="963" y="253"/>
                    <a:pt x="963" y="254"/>
                    <a:pt x="963" y="255"/>
                  </a:cubicBezTo>
                  <a:cubicBezTo>
                    <a:pt x="963" y="255"/>
                    <a:pt x="962" y="255"/>
                    <a:pt x="963" y="256"/>
                  </a:cubicBezTo>
                  <a:cubicBezTo>
                    <a:pt x="962" y="256"/>
                    <a:pt x="962" y="255"/>
                    <a:pt x="962" y="255"/>
                  </a:cubicBezTo>
                  <a:cubicBezTo>
                    <a:pt x="961" y="255"/>
                    <a:pt x="961" y="256"/>
                    <a:pt x="961" y="256"/>
                  </a:cubicBezTo>
                  <a:cubicBezTo>
                    <a:pt x="962" y="256"/>
                    <a:pt x="962" y="256"/>
                    <a:pt x="963" y="257"/>
                  </a:cubicBezTo>
                  <a:cubicBezTo>
                    <a:pt x="963" y="257"/>
                    <a:pt x="964" y="257"/>
                    <a:pt x="965" y="257"/>
                  </a:cubicBezTo>
                  <a:cubicBezTo>
                    <a:pt x="965" y="257"/>
                    <a:pt x="966" y="257"/>
                    <a:pt x="966" y="257"/>
                  </a:cubicBezTo>
                  <a:cubicBezTo>
                    <a:pt x="967" y="257"/>
                    <a:pt x="967" y="258"/>
                    <a:pt x="967" y="258"/>
                  </a:cubicBezTo>
                  <a:cubicBezTo>
                    <a:pt x="966" y="258"/>
                    <a:pt x="966" y="258"/>
                    <a:pt x="966" y="259"/>
                  </a:cubicBezTo>
                  <a:cubicBezTo>
                    <a:pt x="966" y="259"/>
                    <a:pt x="966" y="259"/>
                    <a:pt x="966" y="260"/>
                  </a:cubicBezTo>
                  <a:cubicBezTo>
                    <a:pt x="966" y="260"/>
                    <a:pt x="965" y="260"/>
                    <a:pt x="965" y="260"/>
                  </a:cubicBezTo>
                  <a:cubicBezTo>
                    <a:pt x="965" y="260"/>
                    <a:pt x="965" y="261"/>
                    <a:pt x="965" y="261"/>
                  </a:cubicBezTo>
                  <a:cubicBezTo>
                    <a:pt x="965" y="262"/>
                    <a:pt x="967" y="262"/>
                    <a:pt x="967" y="262"/>
                  </a:cubicBezTo>
                  <a:cubicBezTo>
                    <a:pt x="968" y="261"/>
                    <a:pt x="970" y="262"/>
                    <a:pt x="971" y="261"/>
                  </a:cubicBezTo>
                  <a:cubicBezTo>
                    <a:pt x="971" y="260"/>
                    <a:pt x="971" y="260"/>
                    <a:pt x="972" y="260"/>
                  </a:cubicBezTo>
                  <a:cubicBezTo>
                    <a:pt x="972" y="259"/>
                    <a:pt x="972" y="259"/>
                    <a:pt x="972" y="258"/>
                  </a:cubicBezTo>
                  <a:cubicBezTo>
                    <a:pt x="971" y="258"/>
                    <a:pt x="972" y="256"/>
                    <a:pt x="973" y="257"/>
                  </a:cubicBezTo>
                  <a:cubicBezTo>
                    <a:pt x="973" y="258"/>
                    <a:pt x="974" y="258"/>
                    <a:pt x="974" y="259"/>
                  </a:cubicBezTo>
                  <a:cubicBezTo>
                    <a:pt x="974" y="259"/>
                    <a:pt x="974" y="259"/>
                    <a:pt x="973" y="260"/>
                  </a:cubicBezTo>
                  <a:cubicBezTo>
                    <a:pt x="973" y="260"/>
                    <a:pt x="974" y="261"/>
                    <a:pt x="974" y="261"/>
                  </a:cubicBezTo>
                  <a:cubicBezTo>
                    <a:pt x="973" y="261"/>
                    <a:pt x="974" y="262"/>
                    <a:pt x="974" y="262"/>
                  </a:cubicBezTo>
                  <a:cubicBezTo>
                    <a:pt x="974" y="262"/>
                    <a:pt x="975" y="262"/>
                    <a:pt x="975" y="262"/>
                  </a:cubicBezTo>
                  <a:cubicBezTo>
                    <a:pt x="976" y="261"/>
                    <a:pt x="975" y="260"/>
                    <a:pt x="975" y="259"/>
                  </a:cubicBezTo>
                  <a:cubicBezTo>
                    <a:pt x="975" y="259"/>
                    <a:pt x="975" y="258"/>
                    <a:pt x="974" y="258"/>
                  </a:cubicBezTo>
                  <a:cubicBezTo>
                    <a:pt x="974" y="258"/>
                    <a:pt x="974" y="257"/>
                    <a:pt x="974" y="257"/>
                  </a:cubicBezTo>
                  <a:cubicBezTo>
                    <a:pt x="974" y="256"/>
                    <a:pt x="973" y="256"/>
                    <a:pt x="973" y="256"/>
                  </a:cubicBezTo>
                  <a:cubicBezTo>
                    <a:pt x="973" y="256"/>
                    <a:pt x="972" y="256"/>
                    <a:pt x="972" y="256"/>
                  </a:cubicBezTo>
                  <a:cubicBezTo>
                    <a:pt x="972" y="255"/>
                    <a:pt x="971" y="254"/>
                    <a:pt x="970" y="254"/>
                  </a:cubicBezTo>
                  <a:cubicBezTo>
                    <a:pt x="971" y="253"/>
                    <a:pt x="973" y="254"/>
                    <a:pt x="973" y="254"/>
                  </a:cubicBezTo>
                  <a:cubicBezTo>
                    <a:pt x="974" y="255"/>
                    <a:pt x="976" y="255"/>
                    <a:pt x="977" y="255"/>
                  </a:cubicBezTo>
                  <a:cubicBezTo>
                    <a:pt x="978" y="254"/>
                    <a:pt x="978" y="254"/>
                    <a:pt x="979" y="254"/>
                  </a:cubicBezTo>
                  <a:cubicBezTo>
                    <a:pt x="979" y="254"/>
                    <a:pt x="979" y="254"/>
                    <a:pt x="979" y="254"/>
                  </a:cubicBezTo>
                  <a:cubicBezTo>
                    <a:pt x="980" y="253"/>
                    <a:pt x="980" y="254"/>
                    <a:pt x="980" y="254"/>
                  </a:cubicBezTo>
                  <a:cubicBezTo>
                    <a:pt x="980" y="254"/>
                    <a:pt x="981" y="255"/>
                    <a:pt x="981" y="255"/>
                  </a:cubicBezTo>
                  <a:cubicBezTo>
                    <a:pt x="982" y="255"/>
                    <a:pt x="983" y="256"/>
                    <a:pt x="984" y="256"/>
                  </a:cubicBezTo>
                  <a:cubicBezTo>
                    <a:pt x="985" y="256"/>
                    <a:pt x="986" y="256"/>
                    <a:pt x="987" y="257"/>
                  </a:cubicBezTo>
                  <a:cubicBezTo>
                    <a:pt x="987" y="258"/>
                    <a:pt x="987" y="258"/>
                    <a:pt x="987" y="258"/>
                  </a:cubicBezTo>
                  <a:cubicBezTo>
                    <a:pt x="988" y="259"/>
                    <a:pt x="989" y="259"/>
                    <a:pt x="989" y="259"/>
                  </a:cubicBezTo>
                  <a:cubicBezTo>
                    <a:pt x="991" y="260"/>
                    <a:pt x="992" y="260"/>
                    <a:pt x="993" y="261"/>
                  </a:cubicBezTo>
                  <a:cubicBezTo>
                    <a:pt x="994" y="261"/>
                    <a:pt x="996" y="262"/>
                    <a:pt x="997" y="262"/>
                  </a:cubicBezTo>
                  <a:cubicBezTo>
                    <a:pt x="997" y="262"/>
                    <a:pt x="996" y="262"/>
                    <a:pt x="996" y="262"/>
                  </a:cubicBezTo>
                  <a:cubicBezTo>
                    <a:pt x="996" y="263"/>
                    <a:pt x="996" y="262"/>
                    <a:pt x="997" y="263"/>
                  </a:cubicBezTo>
                  <a:cubicBezTo>
                    <a:pt x="998" y="263"/>
                    <a:pt x="999" y="264"/>
                    <a:pt x="1000" y="264"/>
                  </a:cubicBezTo>
                  <a:cubicBezTo>
                    <a:pt x="1001" y="264"/>
                    <a:pt x="1002" y="264"/>
                    <a:pt x="1002" y="264"/>
                  </a:cubicBezTo>
                  <a:cubicBezTo>
                    <a:pt x="1002" y="264"/>
                    <a:pt x="1002" y="265"/>
                    <a:pt x="1002" y="265"/>
                  </a:cubicBezTo>
                  <a:cubicBezTo>
                    <a:pt x="1002" y="265"/>
                    <a:pt x="1003" y="265"/>
                    <a:pt x="1003" y="266"/>
                  </a:cubicBezTo>
                  <a:cubicBezTo>
                    <a:pt x="1003" y="266"/>
                    <a:pt x="1003" y="266"/>
                    <a:pt x="1003" y="266"/>
                  </a:cubicBezTo>
                  <a:cubicBezTo>
                    <a:pt x="1003" y="266"/>
                    <a:pt x="1002" y="266"/>
                    <a:pt x="1002" y="267"/>
                  </a:cubicBezTo>
                  <a:cubicBezTo>
                    <a:pt x="1002" y="267"/>
                    <a:pt x="1003" y="267"/>
                    <a:pt x="1003" y="267"/>
                  </a:cubicBezTo>
                  <a:cubicBezTo>
                    <a:pt x="1003" y="267"/>
                    <a:pt x="1002" y="267"/>
                    <a:pt x="1002" y="267"/>
                  </a:cubicBezTo>
                  <a:cubicBezTo>
                    <a:pt x="1001" y="267"/>
                    <a:pt x="999" y="266"/>
                    <a:pt x="997" y="266"/>
                  </a:cubicBezTo>
                  <a:cubicBezTo>
                    <a:pt x="998" y="267"/>
                    <a:pt x="999" y="267"/>
                    <a:pt x="1000" y="267"/>
                  </a:cubicBezTo>
                  <a:cubicBezTo>
                    <a:pt x="1000" y="267"/>
                    <a:pt x="1000" y="267"/>
                    <a:pt x="1001" y="268"/>
                  </a:cubicBezTo>
                  <a:cubicBezTo>
                    <a:pt x="1001" y="268"/>
                    <a:pt x="1002" y="268"/>
                    <a:pt x="1002" y="268"/>
                  </a:cubicBezTo>
                  <a:cubicBezTo>
                    <a:pt x="1002" y="268"/>
                    <a:pt x="1003" y="269"/>
                    <a:pt x="1003" y="269"/>
                  </a:cubicBezTo>
                  <a:cubicBezTo>
                    <a:pt x="1004" y="269"/>
                    <a:pt x="1004" y="269"/>
                    <a:pt x="1004" y="269"/>
                  </a:cubicBezTo>
                  <a:cubicBezTo>
                    <a:pt x="1004" y="269"/>
                    <a:pt x="1004" y="269"/>
                    <a:pt x="1005" y="270"/>
                  </a:cubicBezTo>
                  <a:cubicBezTo>
                    <a:pt x="1005" y="270"/>
                    <a:pt x="1005" y="270"/>
                    <a:pt x="1006" y="270"/>
                  </a:cubicBezTo>
                  <a:cubicBezTo>
                    <a:pt x="1006" y="271"/>
                    <a:pt x="1007" y="272"/>
                    <a:pt x="1006" y="273"/>
                  </a:cubicBezTo>
                  <a:cubicBezTo>
                    <a:pt x="1006" y="273"/>
                    <a:pt x="1007" y="274"/>
                    <a:pt x="1008" y="274"/>
                  </a:cubicBezTo>
                  <a:cubicBezTo>
                    <a:pt x="1008" y="274"/>
                    <a:pt x="1009" y="275"/>
                    <a:pt x="1010" y="275"/>
                  </a:cubicBezTo>
                  <a:cubicBezTo>
                    <a:pt x="1011" y="276"/>
                    <a:pt x="1012" y="275"/>
                    <a:pt x="1012" y="276"/>
                  </a:cubicBezTo>
                  <a:cubicBezTo>
                    <a:pt x="1012" y="276"/>
                    <a:pt x="1011" y="276"/>
                    <a:pt x="1011" y="277"/>
                  </a:cubicBezTo>
                  <a:cubicBezTo>
                    <a:pt x="1012" y="278"/>
                    <a:pt x="1013" y="278"/>
                    <a:pt x="1013" y="278"/>
                  </a:cubicBezTo>
                  <a:cubicBezTo>
                    <a:pt x="1014" y="279"/>
                    <a:pt x="1013" y="279"/>
                    <a:pt x="1012" y="279"/>
                  </a:cubicBezTo>
                  <a:cubicBezTo>
                    <a:pt x="1012" y="279"/>
                    <a:pt x="1013" y="281"/>
                    <a:pt x="1013" y="281"/>
                  </a:cubicBezTo>
                  <a:cubicBezTo>
                    <a:pt x="1012" y="281"/>
                    <a:pt x="1011" y="282"/>
                    <a:pt x="1012" y="282"/>
                  </a:cubicBezTo>
                  <a:cubicBezTo>
                    <a:pt x="1013" y="283"/>
                    <a:pt x="1013" y="283"/>
                    <a:pt x="1012" y="283"/>
                  </a:cubicBezTo>
                  <a:cubicBezTo>
                    <a:pt x="1012" y="283"/>
                    <a:pt x="1013" y="284"/>
                    <a:pt x="1013" y="284"/>
                  </a:cubicBezTo>
                  <a:cubicBezTo>
                    <a:pt x="1013" y="285"/>
                    <a:pt x="1012" y="285"/>
                    <a:pt x="1012" y="285"/>
                  </a:cubicBezTo>
                  <a:cubicBezTo>
                    <a:pt x="1012" y="285"/>
                    <a:pt x="1013" y="285"/>
                    <a:pt x="1013" y="286"/>
                  </a:cubicBezTo>
                  <a:cubicBezTo>
                    <a:pt x="1013" y="286"/>
                    <a:pt x="1013" y="286"/>
                    <a:pt x="1013" y="286"/>
                  </a:cubicBezTo>
                  <a:cubicBezTo>
                    <a:pt x="1013" y="286"/>
                    <a:pt x="1013" y="287"/>
                    <a:pt x="1013" y="287"/>
                  </a:cubicBezTo>
                  <a:cubicBezTo>
                    <a:pt x="1014" y="287"/>
                    <a:pt x="1014" y="287"/>
                    <a:pt x="1014" y="288"/>
                  </a:cubicBezTo>
                  <a:cubicBezTo>
                    <a:pt x="1015" y="288"/>
                    <a:pt x="1014" y="288"/>
                    <a:pt x="1015" y="288"/>
                  </a:cubicBezTo>
                  <a:cubicBezTo>
                    <a:pt x="1015" y="289"/>
                    <a:pt x="1015" y="289"/>
                    <a:pt x="1015" y="289"/>
                  </a:cubicBezTo>
                  <a:cubicBezTo>
                    <a:pt x="1015" y="289"/>
                    <a:pt x="1014" y="289"/>
                    <a:pt x="1015" y="290"/>
                  </a:cubicBezTo>
                  <a:cubicBezTo>
                    <a:pt x="1015" y="290"/>
                    <a:pt x="1015" y="290"/>
                    <a:pt x="1015" y="290"/>
                  </a:cubicBezTo>
                  <a:cubicBezTo>
                    <a:pt x="1015" y="291"/>
                    <a:pt x="1015" y="291"/>
                    <a:pt x="1015" y="291"/>
                  </a:cubicBezTo>
                  <a:cubicBezTo>
                    <a:pt x="1016" y="292"/>
                    <a:pt x="1016" y="292"/>
                    <a:pt x="1016" y="292"/>
                  </a:cubicBezTo>
                  <a:cubicBezTo>
                    <a:pt x="1016" y="293"/>
                    <a:pt x="1016" y="293"/>
                    <a:pt x="1017" y="294"/>
                  </a:cubicBezTo>
                  <a:cubicBezTo>
                    <a:pt x="1018" y="294"/>
                    <a:pt x="1019" y="295"/>
                    <a:pt x="1020" y="296"/>
                  </a:cubicBezTo>
                  <a:cubicBezTo>
                    <a:pt x="1020" y="297"/>
                    <a:pt x="1020" y="297"/>
                    <a:pt x="1021" y="298"/>
                  </a:cubicBezTo>
                  <a:cubicBezTo>
                    <a:pt x="1021" y="298"/>
                    <a:pt x="1022" y="298"/>
                    <a:pt x="1022" y="299"/>
                  </a:cubicBezTo>
                  <a:cubicBezTo>
                    <a:pt x="1022" y="299"/>
                    <a:pt x="1021" y="299"/>
                    <a:pt x="1021" y="299"/>
                  </a:cubicBezTo>
                  <a:cubicBezTo>
                    <a:pt x="1021" y="300"/>
                    <a:pt x="1021" y="300"/>
                    <a:pt x="1021" y="300"/>
                  </a:cubicBezTo>
                  <a:cubicBezTo>
                    <a:pt x="1022" y="301"/>
                    <a:pt x="1023" y="301"/>
                    <a:pt x="1023" y="302"/>
                  </a:cubicBezTo>
                  <a:cubicBezTo>
                    <a:pt x="1024" y="303"/>
                    <a:pt x="1025" y="303"/>
                    <a:pt x="1025" y="304"/>
                  </a:cubicBezTo>
                  <a:cubicBezTo>
                    <a:pt x="1025" y="304"/>
                    <a:pt x="1025" y="306"/>
                    <a:pt x="1026" y="306"/>
                  </a:cubicBezTo>
                  <a:cubicBezTo>
                    <a:pt x="1025" y="306"/>
                    <a:pt x="1025" y="306"/>
                    <a:pt x="1025" y="306"/>
                  </a:cubicBezTo>
                  <a:cubicBezTo>
                    <a:pt x="1025" y="307"/>
                    <a:pt x="1026" y="306"/>
                    <a:pt x="1026" y="307"/>
                  </a:cubicBezTo>
                  <a:cubicBezTo>
                    <a:pt x="1026" y="307"/>
                    <a:pt x="1026" y="307"/>
                    <a:pt x="1026" y="307"/>
                  </a:cubicBezTo>
                  <a:cubicBezTo>
                    <a:pt x="1026" y="308"/>
                    <a:pt x="1027" y="309"/>
                    <a:pt x="1026" y="309"/>
                  </a:cubicBezTo>
                  <a:cubicBezTo>
                    <a:pt x="1027" y="309"/>
                    <a:pt x="1027" y="309"/>
                    <a:pt x="1026" y="309"/>
                  </a:cubicBezTo>
                  <a:cubicBezTo>
                    <a:pt x="1027" y="309"/>
                    <a:pt x="1027" y="310"/>
                    <a:pt x="1027" y="310"/>
                  </a:cubicBezTo>
                  <a:cubicBezTo>
                    <a:pt x="1027" y="309"/>
                    <a:pt x="1028" y="309"/>
                    <a:pt x="1028" y="310"/>
                  </a:cubicBezTo>
                  <a:cubicBezTo>
                    <a:pt x="1028" y="310"/>
                    <a:pt x="1028" y="311"/>
                    <a:pt x="1028" y="311"/>
                  </a:cubicBezTo>
                  <a:cubicBezTo>
                    <a:pt x="1027" y="312"/>
                    <a:pt x="1029" y="314"/>
                    <a:pt x="1029" y="314"/>
                  </a:cubicBezTo>
                  <a:cubicBezTo>
                    <a:pt x="1030" y="315"/>
                    <a:pt x="1030" y="316"/>
                    <a:pt x="1029" y="317"/>
                  </a:cubicBezTo>
                  <a:cubicBezTo>
                    <a:pt x="1029" y="318"/>
                    <a:pt x="1028" y="318"/>
                    <a:pt x="1028" y="319"/>
                  </a:cubicBezTo>
                  <a:cubicBezTo>
                    <a:pt x="1028" y="319"/>
                    <a:pt x="1028" y="320"/>
                    <a:pt x="1028" y="320"/>
                  </a:cubicBezTo>
                  <a:cubicBezTo>
                    <a:pt x="1028" y="321"/>
                    <a:pt x="1027" y="321"/>
                    <a:pt x="1027" y="322"/>
                  </a:cubicBezTo>
                  <a:cubicBezTo>
                    <a:pt x="1027" y="323"/>
                    <a:pt x="1027" y="323"/>
                    <a:pt x="1027" y="324"/>
                  </a:cubicBezTo>
                  <a:cubicBezTo>
                    <a:pt x="1027" y="325"/>
                    <a:pt x="1027" y="325"/>
                    <a:pt x="1027" y="326"/>
                  </a:cubicBezTo>
                  <a:cubicBezTo>
                    <a:pt x="1028" y="327"/>
                    <a:pt x="1028" y="327"/>
                    <a:pt x="1028" y="328"/>
                  </a:cubicBezTo>
                  <a:cubicBezTo>
                    <a:pt x="1027" y="328"/>
                    <a:pt x="1027" y="328"/>
                    <a:pt x="1027" y="328"/>
                  </a:cubicBezTo>
                  <a:cubicBezTo>
                    <a:pt x="1027" y="328"/>
                    <a:pt x="1027" y="328"/>
                    <a:pt x="1027" y="329"/>
                  </a:cubicBezTo>
                  <a:cubicBezTo>
                    <a:pt x="1027" y="329"/>
                    <a:pt x="1026" y="330"/>
                    <a:pt x="1026" y="330"/>
                  </a:cubicBezTo>
                  <a:cubicBezTo>
                    <a:pt x="1026" y="331"/>
                    <a:pt x="1026" y="332"/>
                    <a:pt x="1027" y="332"/>
                  </a:cubicBezTo>
                  <a:cubicBezTo>
                    <a:pt x="1027" y="333"/>
                    <a:pt x="1027" y="333"/>
                    <a:pt x="1027" y="334"/>
                  </a:cubicBezTo>
                  <a:cubicBezTo>
                    <a:pt x="1027" y="334"/>
                    <a:pt x="1027" y="335"/>
                    <a:pt x="1027" y="336"/>
                  </a:cubicBezTo>
                  <a:cubicBezTo>
                    <a:pt x="1028" y="336"/>
                    <a:pt x="1027" y="336"/>
                    <a:pt x="1027" y="336"/>
                  </a:cubicBezTo>
                  <a:cubicBezTo>
                    <a:pt x="1027" y="337"/>
                    <a:pt x="1028" y="339"/>
                    <a:pt x="1028" y="340"/>
                  </a:cubicBezTo>
                  <a:cubicBezTo>
                    <a:pt x="1028" y="340"/>
                    <a:pt x="1027" y="340"/>
                    <a:pt x="1027" y="340"/>
                  </a:cubicBezTo>
                  <a:cubicBezTo>
                    <a:pt x="1027" y="341"/>
                    <a:pt x="1027" y="341"/>
                    <a:pt x="1027" y="341"/>
                  </a:cubicBezTo>
                  <a:cubicBezTo>
                    <a:pt x="1027" y="342"/>
                    <a:pt x="1027" y="342"/>
                    <a:pt x="1027" y="343"/>
                  </a:cubicBezTo>
                  <a:cubicBezTo>
                    <a:pt x="1027" y="344"/>
                    <a:pt x="1027" y="344"/>
                    <a:pt x="1027" y="345"/>
                  </a:cubicBezTo>
                  <a:cubicBezTo>
                    <a:pt x="1026" y="345"/>
                    <a:pt x="1026" y="346"/>
                    <a:pt x="1026" y="346"/>
                  </a:cubicBezTo>
                  <a:cubicBezTo>
                    <a:pt x="1025" y="347"/>
                    <a:pt x="1025" y="348"/>
                    <a:pt x="1025" y="348"/>
                  </a:cubicBezTo>
                  <a:cubicBezTo>
                    <a:pt x="1025" y="349"/>
                    <a:pt x="1024" y="349"/>
                    <a:pt x="1024" y="350"/>
                  </a:cubicBezTo>
                  <a:cubicBezTo>
                    <a:pt x="1024" y="350"/>
                    <a:pt x="1024" y="351"/>
                    <a:pt x="1024" y="351"/>
                  </a:cubicBezTo>
                  <a:cubicBezTo>
                    <a:pt x="1024" y="352"/>
                    <a:pt x="1023" y="352"/>
                    <a:pt x="1023" y="353"/>
                  </a:cubicBezTo>
                  <a:cubicBezTo>
                    <a:pt x="1023" y="353"/>
                    <a:pt x="1023" y="353"/>
                    <a:pt x="1023" y="354"/>
                  </a:cubicBezTo>
                  <a:cubicBezTo>
                    <a:pt x="1023" y="354"/>
                    <a:pt x="1023" y="354"/>
                    <a:pt x="1023" y="354"/>
                  </a:cubicBezTo>
                  <a:cubicBezTo>
                    <a:pt x="1023" y="355"/>
                    <a:pt x="1023" y="355"/>
                    <a:pt x="1023" y="355"/>
                  </a:cubicBezTo>
                  <a:cubicBezTo>
                    <a:pt x="1023" y="355"/>
                    <a:pt x="1022" y="354"/>
                    <a:pt x="1022" y="355"/>
                  </a:cubicBezTo>
                  <a:cubicBezTo>
                    <a:pt x="1022" y="356"/>
                    <a:pt x="1022" y="355"/>
                    <a:pt x="1022" y="356"/>
                  </a:cubicBezTo>
                  <a:cubicBezTo>
                    <a:pt x="1022" y="356"/>
                    <a:pt x="1022" y="356"/>
                    <a:pt x="1022" y="356"/>
                  </a:cubicBezTo>
                  <a:cubicBezTo>
                    <a:pt x="1022" y="356"/>
                    <a:pt x="1022" y="357"/>
                    <a:pt x="1022" y="357"/>
                  </a:cubicBezTo>
                  <a:cubicBezTo>
                    <a:pt x="1022" y="357"/>
                    <a:pt x="1023" y="358"/>
                    <a:pt x="1022" y="358"/>
                  </a:cubicBezTo>
                  <a:cubicBezTo>
                    <a:pt x="1022" y="359"/>
                    <a:pt x="1021" y="358"/>
                    <a:pt x="1021" y="359"/>
                  </a:cubicBezTo>
                  <a:cubicBezTo>
                    <a:pt x="1020" y="359"/>
                    <a:pt x="1021" y="359"/>
                    <a:pt x="1021" y="360"/>
                  </a:cubicBezTo>
                  <a:cubicBezTo>
                    <a:pt x="1021" y="360"/>
                    <a:pt x="1020" y="361"/>
                    <a:pt x="1020" y="361"/>
                  </a:cubicBezTo>
                  <a:cubicBezTo>
                    <a:pt x="1020" y="362"/>
                    <a:pt x="1020" y="362"/>
                    <a:pt x="1020" y="362"/>
                  </a:cubicBezTo>
                  <a:cubicBezTo>
                    <a:pt x="1021" y="363"/>
                    <a:pt x="1021" y="363"/>
                    <a:pt x="1020" y="363"/>
                  </a:cubicBezTo>
                  <a:cubicBezTo>
                    <a:pt x="1020" y="363"/>
                    <a:pt x="1020" y="364"/>
                    <a:pt x="1020" y="364"/>
                  </a:cubicBezTo>
                  <a:cubicBezTo>
                    <a:pt x="1020" y="364"/>
                    <a:pt x="1020" y="364"/>
                    <a:pt x="1020" y="364"/>
                  </a:cubicBezTo>
                  <a:cubicBezTo>
                    <a:pt x="1020" y="364"/>
                    <a:pt x="1021" y="365"/>
                    <a:pt x="1021" y="365"/>
                  </a:cubicBezTo>
                  <a:cubicBezTo>
                    <a:pt x="1021" y="365"/>
                    <a:pt x="1021" y="366"/>
                    <a:pt x="1021" y="366"/>
                  </a:cubicBezTo>
                  <a:cubicBezTo>
                    <a:pt x="1021" y="366"/>
                    <a:pt x="1020" y="367"/>
                    <a:pt x="1020" y="367"/>
                  </a:cubicBezTo>
                  <a:cubicBezTo>
                    <a:pt x="1020" y="366"/>
                    <a:pt x="1019" y="366"/>
                    <a:pt x="1019" y="366"/>
                  </a:cubicBezTo>
                  <a:cubicBezTo>
                    <a:pt x="1020" y="367"/>
                    <a:pt x="1020" y="369"/>
                    <a:pt x="1019" y="369"/>
                  </a:cubicBezTo>
                  <a:cubicBezTo>
                    <a:pt x="1019" y="369"/>
                    <a:pt x="1018" y="370"/>
                    <a:pt x="1018" y="370"/>
                  </a:cubicBezTo>
                  <a:cubicBezTo>
                    <a:pt x="1018" y="370"/>
                    <a:pt x="1018" y="371"/>
                    <a:pt x="1017" y="371"/>
                  </a:cubicBezTo>
                  <a:cubicBezTo>
                    <a:pt x="1017" y="371"/>
                    <a:pt x="1017" y="372"/>
                    <a:pt x="1016" y="373"/>
                  </a:cubicBezTo>
                  <a:cubicBezTo>
                    <a:pt x="1015" y="373"/>
                    <a:pt x="1014" y="373"/>
                    <a:pt x="1014" y="374"/>
                  </a:cubicBezTo>
                  <a:cubicBezTo>
                    <a:pt x="1014" y="374"/>
                    <a:pt x="1014" y="374"/>
                    <a:pt x="1014" y="375"/>
                  </a:cubicBezTo>
                  <a:cubicBezTo>
                    <a:pt x="1013" y="375"/>
                    <a:pt x="1013" y="375"/>
                    <a:pt x="1013" y="375"/>
                  </a:cubicBezTo>
                  <a:cubicBezTo>
                    <a:pt x="1012" y="375"/>
                    <a:pt x="1012" y="375"/>
                    <a:pt x="1012" y="376"/>
                  </a:cubicBezTo>
                  <a:cubicBezTo>
                    <a:pt x="1012" y="376"/>
                    <a:pt x="1012" y="376"/>
                    <a:pt x="1011" y="376"/>
                  </a:cubicBezTo>
                  <a:cubicBezTo>
                    <a:pt x="1011" y="376"/>
                    <a:pt x="1010" y="376"/>
                    <a:pt x="1010" y="376"/>
                  </a:cubicBezTo>
                  <a:cubicBezTo>
                    <a:pt x="1009" y="376"/>
                    <a:pt x="1009" y="377"/>
                    <a:pt x="1009" y="377"/>
                  </a:cubicBezTo>
                  <a:cubicBezTo>
                    <a:pt x="1008" y="377"/>
                    <a:pt x="1008" y="377"/>
                    <a:pt x="1008" y="377"/>
                  </a:cubicBezTo>
                  <a:cubicBezTo>
                    <a:pt x="1008" y="378"/>
                    <a:pt x="1007" y="378"/>
                    <a:pt x="1006" y="378"/>
                  </a:cubicBezTo>
                  <a:cubicBezTo>
                    <a:pt x="1006" y="377"/>
                    <a:pt x="1006" y="377"/>
                    <a:pt x="1006" y="377"/>
                  </a:cubicBezTo>
                  <a:cubicBezTo>
                    <a:pt x="1006" y="377"/>
                    <a:pt x="1005" y="376"/>
                    <a:pt x="1004" y="376"/>
                  </a:cubicBezTo>
                  <a:cubicBezTo>
                    <a:pt x="1004" y="376"/>
                    <a:pt x="1005" y="377"/>
                    <a:pt x="1005" y="377"/>
                  </a:cubicBezTo>
                  <a:cubicBezTo>
                    <a:pt x="1004" y="377"/>
                    <a:pt x="1004" y="376"/>
                    <a:pt x="1003" y="376"/>
                  </a:cubicBezTo>
                  <a:cubicBezTo>
                    <a:pt x="1003" y="376"/>
                    <a:pt x="1003" y="375"/>
                    <a:pt x="1002" y="375"/>
                  </a:cubicBezTo>
                  <a:cubicBezTo>
                    <a:pt x="1002" y="376"/>
                    <a:pt x="1002" y="376"/>
                    <a:pt x="1001" y="376"/>
                  </a:cubicBezTo>
                  <a:cubicBezTo>
                    <a:pt x="1001" y="376"/>
                    <a:pt x="1000" y="375"/>
                    <a:pt x="1000" y="375"/>
                  </a:cubicBezTo>
                  <a:cubicBezTo>
                    <a:pt x="999" y="375"/>
                    <a:pt x="999" y="375"/>
                    <a:pt x="999" y="376"/>
                  </a:cubicBezTo>
                  <a:cubicBezTo>
                    <a:pt x="998" y="376"/>
                    <a:pt x="998" y="373"/>
                    <a:pt x="997" y="372"/>
                  </a:cubicBezTo>
                  <a:cubicBezTo>
                    <a:pt x="997" y="372"/>
                    <a:pt x="997" y="372"/>
                    <a:pt x="998" y="372"/>
                  </a:cubicBezTo>
                  <a:cubicBezTo>
                    <a:pt x="998" y="372"/>
                    <a:pt x="997" y="372"/>
                    <a:pt x="997" y="372"/>
                  </a:cubicBezTo>
                  <a:cubicBezTo>
                    <a:pt x="997" y="371"/>
                    <a:pt x="997" y="371"/>
                    <a:pt x="997" y="371"/>
                  </a:cubicBezTo>
                  <a:cubicBezTo>
                    <a:pt x="997" y="371"/>
                    <a:pt x="996" y="371"/>
                    <a:pt x="996" y="371"/>
                  </a:cubicBezTo>
                  <a:cubicBezTo>
                    <a:pt x="997" y="371"/>
                    <a:pt x="995" y="372"/>
                    <a:pt x="995" y="373"/>
                  </a:cubicBezTo>
                  <a:cubicBezTo>
                    <a:pt x="995" y="373"/>
                    <a:pt x="995" y="373"/>
                    <a:pt x="994" y="373"/>
                  </a:cubicBezTo>
                  <a:cubicBezTo>
                    <a:pt x="994" y="373"/>
                    <a:pt x="994" y="373"/>
                    <a:pt x="994" y="373"/>
                  </a:cubicBezTo>
                  <a:cubicBezTo>
                    <a:pt x="994" y="373"/>
                    <a:pt x="993" y="373"/>
                    <a:pt x="994" y="373"/>
                  </a:cubicBezTo>
                  <a:cubicBezTo>
                    <a:pt x="993" y="373"/>
                    <a:pt x="994" y="372"/>
                    <a:pt x="994" y="372"/>
                  </a:cubicBezTo>
                  <a:cubicBezTo>
                    <a:pt x="994" y="371"/>
                    <a:pt x="994" y="371"/>
                    <a:pt x="994" y="371"/>
                  </a:cubicBezTo>
                  <a:cubicBezTo>
                    <a:pt x="994" y="371"/>
                    <a:pt x="994" y="371"/>
                    <a:pt x="994" y="371"/>
                  </a:cubicBezTo>
                  <a:cubicBezTo>
                    <a:pt x="994" y="371"/>
                    <a:pt x="994" y="371"/>
                    <a:pt x="993" y="371"/>
                  </a:cubicBezTo>
                  <a:cubicBezTo>
                    <a:pt x="993" y="371"/>
                    <a:pt x="993" y="371"/>
                    <a:pt x="993" y="371"/>
                  </a:cubicBezTo>
                  <a:cubicBezTo>
                    <a:pt x="992" y="371"/>
                    <a:pt x="992" y="371"/>
                    <a:pt x="992" y="371"/>
                  </a:cubicBezTo>
                  <a:cubicBezTo>
                    <a:pt x="992" y="370"/>
                    <a:pt x="992" y="372"/>
                    <a:pt x="992" y="372"/>
                  </a:cubicBezTo>
                  <a:cubicBezTo>
                    <a:pt x="992" y="372"/>
                    <a:pt x="992" y="372"/>
                    <a:pt x="992" y="372"/>
                  </a:cubicBezTo>
                  <a:cubicBezTo>
                    <a:pt x="992" y="372"/>
                    <a:pt x="991" y="372"/>
                    <a:pt x="991" y="372"/>
                  </a:cubicBezTo>
                  <a:cubicBezTo>
                    <a:pt x="991" y="372"/>
                    <a:pt x="992" y="372"/>
                    <a:pt x="992" y="372"/>
                  </a:cubicBezTo>
                  <a:cubicBezTo>
                    <a:pt x="992" y="372"/>
                    <a:pt x="992" y="374"/>
                    <a:pt x="992" y="374"/>
                  </a:cubicBezTo>
                  <a:cubicBezTo>
                    <a:pt x="991" y="374"/>
                    <a:pt x="990" y="374"/>
                    <a:pt x="991" y="375"/>
                  </a:cubicBezTo>
                  <a:cubicBezTo>
                    <a:pt x="991" y="375"/>
                    <a:pt x="990" y="375"/>
                    <a:pt x="990" y="375"/>
                  </a:cubicBezTo>
                  <a:cubicBezTo>
                    <a:pt x="990" y="375"/>
                    <a:pt x="991" y="376"/>
                    <a:pt x="991" y="376"/>
                  </a:cubicBezTo>
                  <a:cubicBezTo>
                    <a:pt x="991" y="376"/>
                    <a:pt x="991" y="376"/>
                    <a:pt x="991" y="377"/>
                  </a:cubicBezTo>
                  <a:cubicBezTo>
                    <a:pt x="990" y="376"/>
                    <a:pt x="991" y="379"/>
                    <a:pt x="991" y="379"/>
                  </a:cubicBezTo>
                  <a:cubicBezTo>
                    <a:pt x="991" y="379"/>
                    <a:pt x="990" y="378"/>
                    <a:pt x="990" y="378"/>
                  </a:cubicBezTo>
                  <a:cubicBezTo>
                    <a:pt x="990" y="378"/>
                    <a:pt x="990" y="378"/>
                    <a:pt x="990" y="378"/>
                  </a:cubicBezTo>
                  <a:cubicBezTo>
                    <a:pt x="989" y="378"/>
                    <a:pt x="989" y="378"/>
                    <a:pt x="988" y="378"/>
                  </a:cubicBezTo>
                  <a:cubicBezTo>
                    <a:pt x="988" y="379"/>
                    <a:pt x="988" y="378"/>
                    <a:pt x="987" y="378"/>
                  </a:cubicBezTo>
                  <a:cubicBezTo>
                    <a:pt x="988" y="378"/>
                    <a:pt x="988" y="379"/>
                    <a:pt x="988" y="378"/>
                  </a:cubicBezTo>
                  <a:cubicBezTo>
                    <a:pt x="989" y="378"/>
                    <a:pt x="987" y="378"/>
                    <a:pt x="987" y="378"/>
                  </a:cubicBezTo>
                  <a:cubicBezTo>
                    <a:pt x="987" y="378"/>
                    <a:pt x="987" y="378"/>
                    <a:pt x="987" y="378"/>
                  </a:cubicBezTo>
                  <a:cubicBezTo>
                    <a:pt x="987" y="377"/>
                    <a:pt x="985" y="377"/>
                    <a:pt x="986" y="378"/>
                  </a:cubicBezTo>
                  <a:cubicBezTo>
                    <a:pt x="987" y="379"/>
                    <a:pt x="988" y="379"/>
                    <a:pt x="988" y="379"/>
                  </a:cubicBezTo>
                  <a:cubicBezTo>
                    <a:pt x="988" y="379"/>
                    <a:pt x="988" y="381"/>
                    <a:pt x="988" y="381"/>
                  </a:cubicBezTo>
                  <a:cubicBezTo>
                    <a:pt x="988" y="383"/>
                    <a:pt x="987" y="381"/>
                    <a:pt x="987" y="381"/>
                  </a:cubicBezTo>
                  <a:cubicBezTo>
                    <a:pt x="986" y="380"/>
                    <a:pt x="986" y="380"/>
                    <a:pt x="986" y="379"/>
                  </a:cubicBezTo>
                  <a:cubicBezTo>
                    <a:pt x="986" y="379"/>
                    <a:pt x="986" y="379"/>
                    <a:pt x="985" y="378"/>
                  </a:cubicBezTo>
                  <a:cubicBezTo>
                    <a:pt x="985" y="378"/>
                    <a:pt x="983" y="378"/>
                    <a:pt x="983" y="377"/>
                  </a:cubicBezTo>
                  <a:cubicBezTo>
                    <a:pt x="984" y="377"/>
                    <a:pt x="984" y="376"/>
                    <a:pt x="984" y="376"/>
                  </a:cubicBezTo>
                  <a:cubicBezTo>
                    <a:pt x="985" y="376"/>
                    <a:pt x="985" y="376"/>
                    <a:pt x="986" y="376"/>
                  </a:cubicBezTo>
                  <a:cubicBezTo>
                    <a:pt x="986" y="375"/>
                    <a:pt x="988" y="376"/>
                    <a:pt x="988" y="375"/>
                  </a:cubicBezTo>
                  <a:cubicBezTo>
                    <a:pt x="987" y="375"/>
                    <a:pt x="988" y="375"/>
                    <a:pt x="988" y="375"/>
                  </a:cubicBezTo>
                  <a:cubicBezTo>
                    <a:pt x="988" y="374"/>
                    <a:pt x="987" y="374"/>
                    <a:pt x="987" y="374"/>
                  </a:cubicBezTo>
                  <a:cubicBezTo>
                    <a:pt x="987" y="373"/>
                    <a:pt x="988" y="373"/>
                    <a:pt x="988" y="373"/>
                  </a:cubicBezTo>
                  <a:cubicBezTo>
                    <a:pt x="987" y="372"/>
                    <a:pt x="987" y="372"/>
                    <a:pt x="987" y="371"/>
                  </a:cubicBezTo>
                  <a:cubicBezTo>
                    <a:pt x="987" y="370"/>
                    <a:pt x="987" y="370"/>
                    <a:pt x="986" y="369"/>
                  </a:cubicBezTo>
                  <a:cubicBezTo>
                    <a:pt x="986" y="369"/>
                    <a:pt x="985" y="369"/>
                    <a:pt x="985" y="368"/>
                  </a:cubicBezTo>
                  <a:cubicBezTo>
                    <a:pt x="985" y="367"/>
                    <a:pt x="984" y="367"/>
                    <a:pt x="984" y="367"/>
                  </a:cubicBezTo>
                  <a:cubicBezTo>
                    <a:pt x="984" y="366"/>
                    <a:pt x="983" y="365"/>
                    <a:pt x="983" y="365"/>
                  </a:cubicBezTo>
                  <a:cubicBezTo>
                    <a:pt x="983" y="364"/>
                    <a:pt x="982" y="363"/>
                    <a:pt x="983" y="363"/>
                  </a:cubicBezTo>
                  <a:cubicBezTo>
                    <a:pt x="983" y="363"/>
                    <a:pt x="982" y="361"/>
                    <a:pt x="981" y="361"/>
                  </a:cubicBezTo>
                  <a:cubicBezTo>
                    <a:pt x="980" y="360"/>
                    <a:pt x="979" y="358"/>
                    <a:pt x="978" y="357"/>
                  </a:cubicBezTo>
                  <a:cubicBezTo>
                    <a:pt x="977" y="356"/>
                    <a:pt x="977" y="356"/>
                    <a:pt x="976" y="355"/>
                  </a:cubicBezTo>
                  <a:cubicBezTo>
                    <a:pt x="976" y="355"/>
                    <a:pt x="975" y="355"/>
                    <a:pt x="975" y="354"/>
                  </a:cubicBezTo>
                  <a:cubicBezTo>
                    <a:pt x="975" y="354"/>
                    <a:pt x="975" y="354"/>
                    <a:pt x="975" y="354"/>
                  </a:cubicBezTo>
                  <a:cubicBezTo>
                    <a:pt x="976" y="354"/>
                    <a:pt x="975" y="354"/>
                    <a:pt x="976" y="353"/>
                  </a:cubicBezTo>
                  <a:cubicBezTo>
                    <a:pt x="976" y="353"/>
                    <a:pt x="976" y="353"/>
                    <a:pt x="976" y="353"/>
                  </a:cubicBezTo>
                  <a:cubicBezTo>
                    <a:pt x="977" y="353"/>
                    <a:pt x="977" y="353"/>
                    <a:pt x="977" y="353"/>
                  </a:cubicBezTo>
                  <a:cubicBezTo>
                    <a:pt x="978" y="353"/>
                    <a:pt x="978" y="353"/>
                    <a:pt x="979" y="352"/>
                  </a:cubicBezTo>
                  <a:cubicBezTo>
                    <a:pt x="979" y="352"/>
                    <a:pt x="979" y="351"/>
                    <a:pt x="979" y="351"/>
                  </a:cubicBezTo>
                  <a:cubicBezTo>
                    <a:pt x="979" y="351"/>
                    <a:pt x="978" y="350"/>
                    <a:pt x="979" y="350"/>
                  </a:cubicBezTo>
                  <a:cubicBezTo>
                    <a:pt x="979" y="350"/>
                    <a:pt x="979" y="350"/>
                    <a:pt x="979" y="349"/>
                  </a:cubicBezTo>
                  <a:cubicBezTo>
                    <a:pt x="979" y="349"/>
                    <a:pt x="980" y="349"/>
                    <a:pt x="980" y="349"/>
                  </a:cubicBezTo>
                  <a:cubicBezTo>
                    <a:pt x="981" y="350"/>
                    <a:pt x="982" y="350"/>
                    <a:pt x="982" y="350"/>
                  </a:cubicBezTo>
                  <a:cubicBezTo>
                    <a:pt x="983" y="350"/>
                    <a:pt x="984" y="351"/>
                    <a:pt x="984" y="351"/>
                  </a:cubicBezTo>
                  <a:cubicBezTo>
                    <a:pt x="985" y="351"/>
                    <a:pt x="987" y="351"/>
                    <a:pt x="988" y="351"/>
                  </a:cubicBezTo>
                  <a:cubicBezTo>
                    <a:pt x="989" y="352"/>
                    <a:pt x="992" y="353"/>
                    <a:pt x="992" y="351"/>
                  </a:cubicBezTo>
                  <a:cubicBezTo>
                    <a:pt x="992" y="351"/>
                    <a:pt x="991" y="350"/>
                    <a:pt x="991" y="350"/>
                  </a:cubicBezTo>
                  <a:cubicBezTo>
                    <a:pt x="990" y="349"/>
                    <a:pt x="990" y="349"/>
                    <a:pt x="990" y="348"/>
                  </a:cubicBezTo>
                  <a:cubicBezTo>
                    <a:pt x="990" y="347"/>
                    <a:pt x="991" y="347"/>
                    <a:pt x="991" y="346"/>
                  </a:cubicBezTo>
                  <a:cubicBezTo>
                    <a:pt x="992" y="345"/>
                    <a:pt x="991" y="345"/>
                    <a:pt x="991" y="345"/>
                  </a:cubicBezTo>
                  <a:cubicBezTo>
                    <a:pt x="991" y="344"/>
                    <a:pt x="991" y="344"/>
                    <a:pt x="991" y="344"/>
                  </a:cubicBezTo>
                  <a:cubicBezTo>
                    <a:pt x="990" y="343"/>
                    <a:pt x="991" y="343"/>
                    <a:pt x="991" y="343"/>
                  </a:cubicBezTo>
                  <a:cubicBezTo>
                    <a:pt x="991" y="342"/>
                    <a:pt x="991" y="342"/>
                    <a:pt x="991" y="342"/>
                  </a:cubicBezTo>
                  <a:cubicBezTo>
                    <a:pt x="991" y="341"/>
                    <a:pt x="990" y="341"/>
                    <a:pt x="990" y="340"/>
                  </a:cubicBezTo>
                  <a:cubicBezTo>
                    <a:pt x="990" y="340"/>
                    <a:pt x="991" y="340"/>
                    <a:pt x="991" y="339"/>
                  </a:cubicBezTo>
                  <a:cubicBezTo>
                    <a:pt x="991" y="339"/>
                    <a:pt x="991" y="340"/>
                    <a:pt x="991" y="340"/>
                  </a:cubicBezTo>
                  <a:cubicBezTo>
                    <a:pt x="991" y="339"/>
                    <a:pt x="991" y="338"/>
                    <a:pt x="991" y="338"/>
                  </a:cubicBezTo>
                  <a:cubicBezTo>
                    <a:pt x="990" y="338"/>
                    <a:pt x="991" y="338"/>
                    <a:pt x="991" y="337"/>
                  </a:cubicBezTo>
                  <a:cubicBezTo>
                    <a:pt x="990" y="337"/>
                    <a:pt x="990" y="337"/>
                    <a:pt x="989" y="336"/>
                  </a:cubicBezTo>
                  <a:cubicBezTo>
                    <a:pt x="989" y="336"/>
                    <a:pt x="989" y="336"/>
                    <a:pt x="990" y="335"/>
                  </a:cubicBezTo>
                  <a:cubicBezTo>
                    <a:pt x="990" y="334"/>
                    <a:pt x="989" y="334"/>
                    <a:pt x="989" y="333"/>
                  </a:cubicBezTo>
                  <a:cubicBezTo>
                    <a:pt x="988" y="333"/>
                    <a:pt x="988" y="332"/>
                    <a:pt x="988" y="331"/>
                  </a:cubicBezTo>
                  <a:cubicBezTo>
                    <a:pt x="988" y="331"/>
                    <a:pt x="988" y="331"/>
                    <a:pt x="988" y="330"/>
                  </a:cubicBezTo>
                  <a:cubicBezTo>
                    <a:pt x="988" y="330"/>
                    <a:pt x="988" y="329"/>
                    <a:pt x="987" y="329"/>
                  </a:cubicBezTo>
                  <a:cubicBezTo>
                    <a:pt x="987" y="328"/>
                    <a:pt x="986" y="328"/>
                    <a:pt x="987" y="327"/>
                  </a:cubicBezTo>
                  <a:cubicBezTo>
                    <a:pt x="987" y="327"/>
                    <a:pt x="987" y="326"/>
                    <a:pt x="987" y="326"/>
                  </a:cubicBezTo>
                  <a:cubicBezTo>
                    <a:pt x="988" y="326"/>
                    <a:pt x="988" y="327"/>
                    <a:pt x="989" y="326"/>
                  </a:cubicBezTo>
                  <a:cubicBezTo>
                    <a:pt x="989" y="325"/>
                    <a:pt x="989" y="325"/>
                    <a:pt x="989" y="324"/>
                  </a:cubicBezTo>
                  <a:cubicBezTo>
                    <a:pt x="989" y="323"/>
                    <a:pt x="989" y="323"/>
                    <a:pt x="988" y="323"/>
                  </a:cubicBezTo>
                  <a:cubicBezTo>
                    <a:pt x="987" y="322"/>
                    <a:pt x="987" y="322"/>
                    <a:pt x="987" y="321"/>
                  </a:cubicBezTo>
                  <a:cubicBezTo>
                    <a:pt x="986" y="321"/>
                    <a:pt x="985" y="320"/>
                    <a:pt x="985" y="320"/>
                  </a:cubicBezTo>
                  <a:cubicBezTo>
                    <a:pt x="985" y="319"/>
                    <a:pt x="986" y="319"/>
                    <a:pt x="985" y="318"/>
                  </a:cubicBezTo>
                  <a:cubicBezTo>
                    <a:pt x="985" y="318"/>
                    <a:pt x="985" y="318"/>
                    <a:pt x="985" y="317"/>
                  </a:cubicBezTo>
                  <a:cubicBezTo>
                    <a:pt x="984" y="318"/>
                    <a:pt x="983" y="317"/>
                    <a:pt x="983" y="316"/>
                  </a:cubicBezTo>
                  <a:cubicBezTo>
                    <a:pt x="983" y="316"/>
                    <a:pt x="982" y="316"/>
                    <a:pt x="982" y="316"/>
                  </a:cubicBezTo>
                  <a:cubicBezTo>
                    <a:pt x="982" y="316"/>
                    <a:pt x="981" y="316"/>
                    <a:pt x="981" y="316"/>
                  </a:cubicBezTo>
                  <a:cubicBezTo>
                    <a:pt x="981" y="316"/>
                    <a:pt x="980" y="316"/>
                    <a:pt x="980" y="316"/>
                  </a:cubicBezTo>
                  <a:cubicBezTo>
                    <a:pt x="979" y="317"/>
                    <a:pt x="978" y="316"/>
                    <a:pt x="978" y="317"/>
                  </a:cubicBezTo>
                  <a:cubicBezTo>
                    <a:pt x="978" y="317"/>
                    <a:pt x="977" y="318"/>
                    <a:pt x="977" y="318"/>
                  </a:cubicBezTo>
                  <a:cubicBezTo>
                    <a:pt x="976" y="317"/>
                    <a:pt x="977" y="318"/>
                    <a:pt x="976" y="318"/>
                  </a:cubicBezTo>
                  <a:cubicBezTo>
                    <a:pt x="976" y="319"/>
                    <a:pt x="976" y="318"/>
                    <a:pt x="976" y="319"/>
                  </a:cubicBezTo>
                  <a:cubicBezTo>
                    <a:pt x="976" y="319"/>
                    <a:pt x="975" y="319"/>
                    <a:pt x="975" y="319"/>
                  </a:cubicBezTo>
                  <a:cubicBezTo>
                    <a:pt x="974" y="319"/>
                    <a:pt x="973" y="319"/>
                    <a:pt x="972" y="319"/>
                  </a:cubicBezTo>
                  <a:cubicBezTo>
                    <a:pt x="972" y="319"/>
                    <a:pt x="972" y="320"/>
                    <a:pt x="972" y="320"/>
                  </a:cubicBezTo>
                  <a:cubicBezTo>
                    <a:pt x="971" y="320"/>
                    <a:pt x="971" y="320"/>
                    <a:pt x="971" y="320"/>
                  </a:cubicBezTo>
                  <a:cubicBezTo>
                    <a:pt x="971" y="320"/>
                    <a:pt x="971" y="320"/>
                    <a:pt x="971" y="321"/>
                  </a:cubicBezTo>
                  <a:cubicBezTo>
                    <a:pt x="970" y="321"/>
                    <a:pt x="970" y="321"/>
                    <a:pt x="970" y="321"/>
                  </a:cubicBezTo>
                  <a:cubicBezTo>
                    <a:pt x="970" y="321"/>
                    <a:pt x="969" y="321"/>
                    <a:pt x="969" y="321"/>
                  </a:cubicBezTo>
                  <a:cubicBezTo>
                    <a:pt x="969" y="321"/>
                    <a:pt x="970" y="321"/>
                    <a:pt x="970" y="321"/>
                  </a:cubicBezTo>
                  <a:cubicBezTo>
                    <a:pt x="970" y="322"/>
                    <a:pt x="970" y="322"/>
                    <a:pt x="970" y="322"/>
                  </a:cubicBezTo>
                  <a:cubicBezTo>
                    <a:pt x="970" y="323"/>
                    <a:pt x="970" y="323"/>
                    <a:pt x="970" y="323"/>
                  </a:cubicBezTo>
                  <a:cubicBezTo>
                    <a:pt x="969" y="323"/>
                    <a:pt x="968" y="323"/>
                    <a:pt x="968" y="323"/>
                  </a:cubicBezTo>
                  <a:cubicBezTo>
                    <a:pt x="967" y="323"/>
                    <a:pt x="967" y="323"/>
                    <a:pt x="967" y="323"/>
                  </a:cubicBezTo>
                  <a:cubicBezTo>
                    <a:pt x="966" y="324"/>
                    <a:pt x="966" y="323"/>
                    <a:pt x="966" y="323"/>
                  </a:cubicBezTo>
                  <a:cubicBezTo>
                    <a:pt x="965" y="324"/>
                    <a:pt x="964" y="324"/>
                    <a:pt x="963" y="324"/>
                  </a:cubicBezTo>
                  <a:cubicBezTo>
                    <a:pt x="963" y="324"/>
                    <a:pt x="963" y="323"/>
                    <a:pt x="963" y="324"/>
                  </a:cubicBezTo>
                  <a:cubicBezTo>
                    <a:pt x="962" y="324"/>
                    <a:pt x="962" y="324"/>
                    <a:pt x="962" y="324"/>
                  </a:cubicBezTo>
                  <a:cubicBezTo>
                    <a:pt x="961" y="324"/>
                    <a:pt x="961" y="323"/>
                    <a:pt x="960" y="323"/>
                  </a:cubicBezTo>
                  <a:cubicBezTo>
                    <a:pt x="960" y="323"/>
                    <a:pt x="959" y="323"/>
                    <a:pt x="958" y="324"/>
                  </a:cubicBezTo>
                  <a:cubicBezTo>
                    <a:pt x="958" y="324"/>
                    <a:pt x="957" y="324"/>
                    <a:pt x="956" y="323"/>
                  </a:cubicBezTo>
                  <a:cubicBezTo>
                    <a:pt x="956" y="323"/>
                    <a:pt x="956" y="323"/>
                    <a:pt x="955" y="322"/>
                  </a:cubicBezTo>
                  <a:cubicBezTo>
                    <a:pt x="955" y="322"/>
                    <a:pt x="954" y="321"/>
                    <a:pt x="954" y="321"/>
                  </a:cubicBezTo>
                  <a:cubicBezTo>
                    <a:pt x="953" y="320"/>
                    <a:pt x="952" y="320"/>
                    <a:pt x="951" y="319"/>
                  </a:cubicBezTo>
                  <a:cubicBezTo>
                    <a:pt x="951" y="319"/>
                    <a:pt x="952" y="318"/>
                    <a:pt x="951" y="318"/>
                  </a:cubicBezTo>
                  <a:cubicBezTo>
                    <a:pt x="951" y="318"/>
                    <a:pt x="951" y="317"/>
                    <a:pt x="951" y="317"/>
                  </a:cubicBezTo>
                  <a:cubicBezTo>
                    <a:pt x="951" y="316"/>
                    <a:pt x="950" y="316"/>
                    <a:pt x="950" y="316"/>
                  </a:cubicBezTo>
                  <a:cubicBezTo>
                    <a:pt x="950" y="316"/>
                    <a:pt x="949" y="315"/>
                    <a:pt x="949" y="315"/>
                  </a:cubicBezTo>
                  <a:cubicBezTo>
                    <a:pt x="949" y="315"/>
                    <a:pt x="949" y="315"/>
                    <a:pt x="948" y="315"/>
                  </a:cubicBezTo>
                  <a:cubicBezTo>
                    <a:pt x="948" y="315"/>
                    <a:pt x="948" y="315"/>
                    <a:pt x="948" y="314"/>
                  </a:cubicBezTo>
                  <a:cubicBezTo>
                    <a:pt x="948" y="314"/>
                    <a:pt x="947" y="314"/>
                    <a:pt x="947" y="314"/>
                  </a:cubicBezTo>
                  <a:cubicBezTo>
                    <a:pt x="946" y="313"/>
                    <a:pt x="947" y="312"/>
                    <a:pt x="946" y="311"/>
                  </a:cubicBezTo>
                  <a:cubicBezTo>
                    <a:pt x="946" y="311"/>
                    <a:pt x="945" y="311"/>
                    <a:pt x="944" y="311"/>
                  </a:cubicBezTo>
                  <a:cubicBezTo>
                    <a:pt x="944" y="311"/>
                    <a:pt x="943" y="311"/>
                    <a:pt x="943" y="311"/>
                  </a:cubicBezTo>
                  <a:cubicBezTo>
                    <a:pt x="942" y="311"/>
                    <a:pt x="941" y="310"/>
                    <a:pt x="941" y="310"/>
                  </a:cubicBezTo>
                  <a:cubicBezTo>
                    <a:pt x="940" y="310"/>
                    <a:pt x="939" y="310"/>
                    <a:pt x="939" y="309"/>
                  </a:cubicBezTo>
                  <a:cubicBezTo>
                    <a:pt x="938" y="309"/>
                    <a:pt x="938" y="309"/>
                    <a:pt x="938" y="309"/>
                  </a:cubicBezTo>
                  <a:cubicBezTo>
                    <a:pt x="938" y="308"/>
                    <a:pt x="937" y="308"/>
                    <a:pt x="937" y="308"/>
                  </a:cubicBezTo>
                  <a:cubicBezTo>
                    <a:pt x="937" y="308"/>
                    <a:pt x="936" y="308"/>
                    <a:pt x="936" y="307"/>
                  </a:cubicBezTo>
                  <a:cubicBezTo>
                    <a:pt x="935" y="307"/>
                    <a:pt x="935" y="307"/>
                    <a:pt x="934" y="307"/>
                  </a:cubicBezTo>
                  <a:cubicBezTo>
                    <a:pt x="934" y="307"/>
                    <a:pt x="933" y="306"/>
                    <a:pt x="933" y="306"/>
                  </a:cubicBezTo>
                  <a:cubicBezTo>
                    <a:pt x="933" y="305"/>
                    <a:pt x="932" y="305"/>
                    <a:pt x="932" y="305"/>
                  </a:cubicBezTo>
                  <a:cubicBezTo>
                    <a:pt x="931" y="305"/>
                    <a:pt x="931" y="305"/>
                    <a:pt x="932" y="306"/>
                  </a:cubicBezTo>
                  <a:cubicBezTo>
                    <a:pt x="932" y="306"/>
                    <a:pt x="931" y="306"/>
                    <a:pt x="931" y="306"/>
                  </a:cubicBezTo>
                  <a:cubicBezTo>
                    <a:pt x="930" y="305"/>
                    <a:pt x="930" y="305"/>
                    <a:pt x="930" y="306"/>
                  </a:cubicBezTo>
                  <a:cubicBezTo>
                    <a:pt x="929" y="306"/>
                    <a:pt x="929" y="305"/>
                    <a:pt x="928" y="305"/>
                  </a:cubicBezTo>
                  <a:cubicBezTo>
                    <a:pt x="928" y="305"/>
                    <a:pt x="927" y="304"/>
                    <a:pt x="926" y="305"/>
                  </a:cubicBezTo>
                  <a:cubicBezTo>
                    <a:pt x="925" y="305"/>
                    <a:pt x="926" y="304"/>
                    <a:pt x="926" y="304"/>
                  </a:cubicBezTo>
                  <a:cubicBezTo>
                    <a:pt x="925" y="303"/>
                    <a:pt x="924" y="303"/>
                    <a:pt x="924" y="303"/>
                  </a:cubicBezTo>
                  <a:cubicBezTo>
                    <a:pt x="924" y="304"/>
                    <a:pt x="923" y="303"/>
                    <a:pt x="922" y="303"/>
                  </a:cubicBezTo>
                  <a:cubicBezTo>
                    <a:pt x="922" y="303"/>
                    <a:pt x="922" y="304"/>
                    <a:pt x="921" y="304"/>
                  </a:cubicBezTo>
                  <a:cubicBezTo>
                    <a:pt x="920" y="304"/>
                    <a:pt x="920" y="304"/>
                    <a:pt x="919" y="303"/>
                  </a:cubicBezTo>
                  <a:cubicBezTo>
                    <a:pt x="918" y="303"/>
                    <a:pt x="918" y="303"/>
                    <a:pt x="917" y="303"/>
                  </a:cubicBezTo>
                  <a:cubicBezTo>
                    <a:pt x="916" y="303"/>
                    <a:pt x="915" y="302"/>
                    <a:pt x="914" y="301"/>
                  </a:cubicBezTo>
                  <a:cubicBezTo>
                    <a:pt x="913" y="301"/>
                    <a:pt x="913" y="301"/>
                    <a:pt x="912" y="300"/>
                  </a:cubicBezTo>
                  <a:cubicBezTo>
                    <a:pt x="912" y="299"/>
                    <a:pt x="911" y="299"/>
                    <a:pt x="911" y="298"/>
                  </a:cubicBezTo>
                  <a:cubicBezTo>
                    <a:pt x="911" y="298"/>
                    <a:pt x="911" y="297"/>
                    <a:pt x="910" y="297"/>
                  </a:cubicBezTo>
                  <a:cubicBezTo>
                    <a:pt x="910" y="296"/>
                    <a:pt x="909" y="296"/>
                    <a:pt x="909" y="296"/>
                  </a:cubicBezTo>
                  <a:cubicBezTo>
                    <a:pt x="908" y="296"/>
                    <a:pt x="908" y="295"/>
                    <a:pt x="907" y="295"/>
                  </a:cubicBezTo>
                  <a:cubicBezTo>
                    <a:pt x="907" y="294"/>
                    <a:pt x="907" y="294"/>
                    <a:pt x="906" y="293"/>
                  </a:cubicBezTo>
                  <a:cubicBezTo>
                    <a:pt x="906" y="292"/>
                    <a:pt x="906" y="292"/>
                    <a:pt x="905" y="292"/>
                  </a:cubicBezTo>
                  <a:cubicBezTo>
                    <a:pt x="904" y="291"/>
                    <a:pt x="904" y="291"/>
                    <a:pt x="904" y="291"/>
                  </a:cubicBezTo>
                  <a:cubicBezTo>
                    <a:pt x="902" y="290"/>
                    <a:pt x="901" y="289"/>
                    <a:pt x="900" y="288"/>
                  </a:cubicBezTo>
                  <a:cubicBezTo>
                    <a:pt x="899" y="287"/>
                    <a:pt x="898" y="287"/>
                    <a:pt x="898" y="286"/>
                  </a:cubicBezTo>
                  <a:cubicBezTo>
                    <a:pt x="898" y="286"/>
                    <a:pt x="898" y="285"/>
                    <a:pt x="897" y="285"/>
                  </a:cubicBezTo>
                  <a:cubicBezTo>
                    <a:pt x="896" y="285"/>
                    <a:pt x="898" y="286"/>
                    <a:pt x="897" y="286"/>
                  </a:cubicBezTo>
                  <a:cubicBezTo>
                    <a:pt x="897" y="286"/>
                    <a:pt x="896" y="285"/>
                    <a:pt x="896" y="285"/>
                  </a:cubicBezTo>
                  <a:cubicBezTo>
                    <a:pt x="896" y="285"/>
                    <a:pt x="897" y="285"/>
                    <a:pt x="897" y="284"/>
                  </a:cubicBezTo>
                  <a:cubicBezTo>
                    <a:pt x="897" y="284"/>
                    <a:pt x="896" y="284"/>
                    <a:pt x="895" y="284"/>
                  </a:cubicBezTo>
                  <a:cubicBezTo>
                    <a:pt x="895" y="284"/>
                    <a:pt x="895" y="283"/>
                    <a:pt x="895" y="283"/>
                  </a:cubicBezTo>
                  <a:cubicBezTo>
                    <a:pt x="894" y="282"/>
                    <a:pt x="893" y="282"/>
                    <a:pt x="893" y="282"/>
                  </a:cubicBezTo>
                  <a:cubicBezTo>
                    <a:pt x="893" y="282"/>
                    <a:pt x="893" y="281"/>
                    <a:pt x="893" y="281"/>
                  </a:cubicBezTo>
                  <a:cubicBezTo>
                    <a:pt x="891" y="280"/>
                    <a:pt x="890" y="279"/>
                    <a:pt x="889" y="278"/>
                  </a:cubicBezTo>
                  <a:cubicBezTo>
                    <a:pt x="888" y="277"/>
                    <a:pt x="889" y="277"/>
                    <a:pt x="888" y="277"/>
                  </a:cubicBezTo>
                  <a:cubicBezTo>
                    <a:pt x="888" y="276"/>
                    <a:pt x="888" y="276"/>
                    <a:pt x="887" y="276"/>
                  </a:cubicBezTo>
                  <a:cubicBezTo>
                    <a:pt x="887" y="276"/>
                    <a:pt x="886" y="276"/>
                    <a:pt x="886" y="276"/>
                  </a:cubicBezTo>
                  <a:cubicBezTo>
                    <a:pt x="885" y="275"/>
                    <a:pt x="886" y="275"/>
                    <a:pt x="886" y="275"/>
                  </a:cubicBezTo>
                  <a:cubicBezTo>
                    <a:pt x="886" y="275"/>
                    <a:pt x="885" y="275"/>
                    <a:pt x="885" y="275"/>
                  </a:cubicBezTo>
                  <a:cubicBezTo>
                    <a:pt x="885" y="275"/>
                    <a:pt x="885" y="274"/>
                    <a:pt x="885" y="274"/>
                  </a:cubicBezTo>
                  <a:cubicBezTo>
                    <a:pt x="884" y="273"/>
                    <a:pt x="883" y="273"/>
                    <a:pt x="883" y="273"/>
                  </a:cubicBezTo>
                  <a:cubicBezTo>
                    <a:pt x="882" y="272"/>
                    <a:pt x="882" y="272"/>
                    <a:pt x="881" y="272"/>
                  </a:cubicBezTo>
                  <a:cubicBezTo>
                    <a:pt x="880" y="272"/>
                    <a:pt x="880" y="271"/>
                    <a:pt x="880" y="271"/>
                  </a:cubicBezTo>
                  <a:cubicBezTo>
                    <a:pt x="879" y="271"/>
                    <a:pt x="880" y="271"/>
                    <a:pt x="880" y="271"/>
                  </a:cubicBezTo>
                  <a:cubicBezTo>
                    <a:pt x="880" y="270"/>
                    <a:pt x="879" y="270"/>
                    <a:pt x="880" y="270"/>
                  </a:cubicBezTo>
                  <a:cubicBezTo>
                    <a:pt x="880" y="270"/>
                    <a:pt x="880" y="270"/>
                    <a:pt x="879" y="269"/>
                  </a:cubicBezTo>
                  <a:cubicBezTo>
                    <a:pt x="879" y="269"/>
                    <a:pt x="879" y="270"/>
                    <a:pt x="879" y="270"/>
                  </a:cubicBezTo>
                  <a:cubicBezTo>
                    <a:pt x="878" y="270"/>
                    <a:pt x="878" y="269"/>
                    <a:pt x="878" y="269"/>
                  </a:cubicBezTo>
                  <a:cubicBezTo>
                    <a:pt x="877" y="269"/>
                    <a:pt x="877" y="268"/>
                    <a:pt x="876" y="268"/>
                  </a:cubicBezTo>
                  <a:cubicBezTo>
                    <a:pt x="875" y="269"/>
                    <a:pt x="875" y="268"/>
                    <a:pt x="875" y="268"/>
                  </a:cubicBezTo>
                  <a:cubicBezTo>
                    <a:pt x="875" y="267"/>
                    <a:pt x="874" y="267"/>
                    <a:pt x="874" y="267"/>
                  </a:cubicBezTo>
                  <a:cubicBezTo>
                    <a:pt x="873" y="266"/>
                    <a:pt x="873" y="267"/>
                    <a:pt x="872" y="266"/>
                  </a:cubicBezTo>
                  <a:cubicBezTo>
                    <a:pt x="872" y="266"/>
                    <a:pt x="872" y="266"/>
                    <a:pt x="871" y="266"/>
                  </a:cubicBezTo>
                  <a:cubicBezTo>
                    <a:pt x="871" y="266"/>
                    <a:pt x="867" y="264"/>
                    <a:pt x="867" y="266"/>
                  </a:cubicBezTo>
                  <a:cubicBezTo>
                    <a:pt x="867" y="266"/>
                    <a:pt x="868" y="267"/>
                    <a:pt x="867" y="266"/>
                  </a:cubicBezTo>
                  <a:cubicBezTo>
                    <a:pt x="866" y="266"/>
                    <a:pt x="866" y="266"/>
                    <a:pt x="865" y="265"/>
                  </a:cubicBezTo>
                  <a:cubicBezTo>
                    <a:pt x="864" y="265"/>
                    <a:pt x="863" y="265"/>
                    <a:pt x="863" y="265"/>
                  </a:cubicBezTo>
                  <a:cubicBezTo>
                    <a:pt x="862" y="265"/>
                    <a:pt x="861" y="264"/>
                    <a:pt x="860" y="264"/>
                  </a:cubicBezTo>
                  <a:cubicBezTo>
                    <a:pt x="860" y="263"/>
                    <a:pt x="860" y="263"/>
                    <a:pt x="859" y="264"/>
                  </a:cubicBezTo>
                  <a:cubicBezTo>
                    <a:pt x="859" y="264"/>
                    <a:pt x="859" y="263"/>
                    <a:pt x="858" y="263"/>
                  </a:cubicBezTo>
                  <a:cubicBezTo>
                    <a:pt x="857" y="263"/>
                    <a:pt x="857" y="262"/>
                    <a:pt x="856" y="262"/>
                  </a:cubicBezTo>
                  <a:cubicBezTo>
                    <a:pt x="855" y="262"/>
                    <a:pt x="854" y="261"/>
                    <a:pt x="853" y="262"/>
                  </a:cubicBezTo>
                  <a:cubicBezTo>
                    <a:pt x="853" y="262"/>
                    <a:pt x="853" y="262"/>
                    <a:pt x="853" y="262"/>
                  </a:cubicBezTo>
                  <a:cubicBezTo>
                    <a:pt x="853" y="262"/>
                    <a:pt x="853" y="261"/>
                    <a:pt x="852" y="262"/>
                  </a:cubicBezTo>
                  <a:cubicBezTo>
                    <a:pt x="852" y="262"/>
                    <a:pt x="853" y="262"/>
                    <a:pt x="852" y="262"/>
                  </a:cubicBezTo>
                  <a:cubicBezTo>
                    <a:pt x="852" y="262"/>
                    <a:pt x="851" y="261"/>
                    <a:pt x="851" y="261"/>
                  </a:cubicBezTo>
                  <a:cubicBezTo>
                    <a:pt x="850" y="261"/>
                    <a:pt x="850" y="262"/>
                    <a:pt x="849" y="262"/>
                  </a:cubicBezTo>
                  <a:cubicBezTo>
                    <a:pt x="849" y="262"/>
                    <a:pt x="849" y="262"/>
                    <a:pt x="848" y="262"/>
                  </a:cubicBezTo>
                  <a:cubicBezTo>
                    <a:pt x="847" y="263"/>
                    <a:pt x="846" y="262"/>
                    <a:pt x="846" y="262"/>
                  </a:cubicBezTo>
                  <a:cubicBezTo>
                    <a:pt x="845" y="263"/>
                    <a:pt x="844" y="263"/>
                    <a:pt x="844" y="262"/>
                  </a:cubicBezTo>
                  <a:cubicBezTo>
                    <a:pt x="843" y="262"/>
                    <a:pt x="842" y="263"/>
                    <a:pt x="841" y="263"/>
                  </a:cubicBezTo>
                  <a:cubicBezTo>
                    <a:pt x="840" y="263"/>
                    <a:pt x="839" y="263"/>
                    <a:pt x="839" y="263"/>
                  </a:cubicBezTo>
                  <a:cubicBezTo>
                    <a:pt x="838" y="264"/>
                    <a:pt x="837" y="264"/>
                    <a:pt x="837" y="264"/>
                  </a:cubicBezTo>
                  <a:cubicBezTo>
                    <a:pt x="836" y="264"/>
                    <a:pt x="836" y="264"/>
                    <a:pt x="835" y="264"/>
                  </a:cubicBezTo>
                  <a:cubicBezTo>
                    <a:pt x="835" y="264"/>
                    <a:pt x="834" y="264"/>
                    <a:pt x="834" y="264"/>
                  </a:cubicBezTo>
                  <a:cubicBezTo>
                    <a:pt x="833" y="264"/>
                    <a:pt x="833" y="264"/>
                    <a:pt x="833" y="264"/>
                  </a:cubicBezTo>
                  <a:cubicBezTo>
                    <a:pt x="833" y="264"/>
                    <a:pt x="833" y="265"/>
                    <a:pt x="833" y="265"/>
                  </a:cubicBezTo>
                  <a:cubicBezTo>
                    <a:pt x="833" y="265"/>
                    <a:pt x="832" y="265"/>
                    <a:pt x="832" y="265"/>
                  </a:cubicBezTo>
                  <a:cubicBezTo>
                    <a:pt x="832" y="266"/>
                    <a:pt x="832" y="267"/>
                    <a:pt x="831" y="267"/>
                  </a:cubicBezTo>
                  <a:cubicBezTo>
                    <a:pt x="831" y="267"/>
                    <a:pt x="831" y="268"/>
                    <a:pt x="831" y="268"/>
                  </a:cubicBezTo>
                  <a:cubicBezTo>
                    <a:pt x="831" y="269"/>
                    <a:pt x="829" y="269"/>
                    <a:pt x="830" y="270"/>
                  </a:cubicBezTo>
                  <a:cubicBezTo>
                    <a:pt x="830" y="271"/>
                    <a:pt x="831" y="271"/>
                    <a:pt x="831" y="272"/>
                  </a:cubicBezTo>
                  <a:cubicBezTo>
                    <a:pt x="832" y="272"/>
                    <a:pt x="832" y="271"/>
                    <a:pt x="833" y="271"/>
                  </a:cubicBezTo>
                  <a:cubicBezTo>
                    <a:pt x="834" y="271"/>
                    <a:pt x="834" y="271"/>
                    <a:pt x="835" y="271"/>
                  </a:cubicBezTo>
                  <a:cubicBezTo>
                    <a:pt x="835" y="272"/>
                    <a:pt x="836" y="272"/>
                    <a:pt x="836" y="272"/>
                  </a:cubicBezTo>
                  <a:cubicBezTo>
                    <a:pt x="837" y="272"/>
                    <a:pt x="837" y="273"/>
                    <a:pt x="838" y="274"/>
                  </a:cubicBezTo>
                  <a:cubicBezTo>
                    <a:pt x="838" y="275"/>
                    <a:pt x="840" y="275"/>
                    <a:pt x="840" y="276"/>
                  </a:cubicBezTo>
                  <a:cubicBezTo>
                    <a:pt x="840" y="276"/>
                    <a:pt x="840" y="277"/>
                    <a:pt x="840" y="277"/>
                  </a:cubicBezTo>
                  <a:cubicBezTo>
                    <a:pt x="840" y="277"/>
                    <a:pt x="840" y="277"/>
                    <a:pt x="840" y="277"/>
                  </a:cubicBezTo>
                  <a:cubicBezTo>
                    <a:pt x="841" y="278"/>
                    <a:pt x="841" y="278"/>
                    <a:pt x="841" y="278"/>
                  </a:cubicBezTo>
                  <a:cubicBezTo>
                    <a:pt x="841" y="279"/>
                    <a:pt x="840" y="279"/>
                    <a:pt x="840" y="279"/>
                  </a:cubicBezTo>
                  <a:cubicBezTo>
                    <a:pt x="840" y="279"/>
                    <a:pt x="840" y="279"/>
                    <a:pt x="840" y="279"/>
                  </a:cubicBezTo>
                  <a:cubicBezTo>
                    <a:pt x="839" y="280"/>
                    <a:pt x="839" y="280"/>
                    <a:pt x="839" y="281"/>
                  </a:cubicBezTo>
                  <a:cubicBezTo>
                    <a:pt x="839" y="281"/>
                    <a:pt x="838" y="281"/>
                    <a:pt x="838" y="282"/>
                  </a:cubicBezTo>
                  <a:cubicBezTo>
                    <a:pt x="838" y="282"/>
                    <a:pt x="838" y="283"/>
                    <a:pt x="838" y="283"/>
                  </a:cubicBezTo>
                  <a:cubicBezTo>
                    <a:pt x="838" y="283"/>
                    <a:pt x="839" y="284"/>
                    <a:pt x="839" y="284"/>
                  </a:cubicBezTo>
                  <a:cubicBezTo>
                    <a:pt x="838" y="284"/>
                    <a:pt x="838" y="284"/>
                    <a:pt x="838" y="284"/>
                  </a:cubicBezTo>
                  <a:cubicBezTo>
                    <a:pt x="839" y="285"/>
                    <a:pt x="838" y="285"/>
                    <a:pt x="839" y="286"/>
                  </a:cubicBezTo>
                  <a:cubicBezTo>
                    <a:pt x="838" y="286"/>
                    <a:pt x="839" y="287"/>
                    <a:pt x="839" y="287"/>
                  </a:cubicBezTo>
                  <a:cubicBezTo>
                    <a:pt x="839" y="288"/>
                    <a:pt x="839" y="288"/>
                    <a:pt x="839" y="288"/>
                  </a:cubicBezTo>
                  <a:cubicBezTo>
                    <a:pt x="838" y="289"/>
                    <a:pt x="839" y="290"/>
                    <a:pt x="839" y="290"/>
                  </a:cubicBezTo>
                  <a:cubicBezTo>
                    <a:pt x="839" y="291"/>
                    <a:pt x="839" y="291"/>
                    <a:pt x="839" y="292"/>
                  </a:cubicBezTo>
                  <a:cubicBezTo>
                    <a:pt x="838" y="293"/>
                    <a:pt x="838" y="293"/>
                    <a:pt x="839" y="294"/>
                  </a:cubicBezTo>
                  <a:cubicBezTo>
                    <a:pt x="839" y="294"/>
                    <a:pt x="839" y="294"/>
                    <a:pt x="838" y="295"/>
                  </a:cubicBezTo>
                  <a:cubicBezTo>
                    <a:pt x="838" y="295"/>
                    <a:pt x="841" y="295"/>
                    <a:pt x="841" y="296"/>
                  </a:cubicBezTo>
                  <a:cubicBezTo>
                    <a:pt x="841" y="296"/>
                    <a:pt x="841" y="296"/>
                    <a:pt x="841" y="297"/>
                  </a:cubicBezTo>
                  <a:cubicBezTo>
                    <a:pt x="841" y="297"/>
                    <a:pt x="842" y="297"/>
                    <a:pt x="842" y="297"/>
                  </a:cubicBezTo>
                  <a:cubicBezTo>
                    <a:pt x="842" y="298"/>
                    <a:pt x="842" y="298"/>
                    <a:pt x="841" y="299"/>
                  </a:cubicBezTo>
                  <a:cubicBezTo>
                    <a:pt x="841" y="299"/>
                    <a:pt x="840" y="299"/>
                    <a:pt x="839" y="299"/>
                  </a:cubicBezTo>
                  <a:cubicBezTo>
                    <a:pt x="838" y="299"/>
                    <a:pt x="837" y="299"/>
                    <a:pt x="837" y="300"/>
                  </a:cubicBezTo>
                  <a:cubicBezTo>
                    <a:pt x="837" y="300"/>
                    <a:pt x="836" y="301"/>
                    <a:pt x="836" y="301"/>
                  </a:cubicBezTo>
                  <a:cubicBezTo>
                    <a:pt x="836" y="301"/>
                    <a:pt x="836" y="301"/>
                    <a:pt x="835" y="302"/>
                  </a:cubicBezTo>
                  <a:cubicBezTo>
                    <a:pt x="835" y="302"/>
                    <a:pt x="835" y="303"/>
                    <a:pt x="834" y="303"/>
                  </a:cubicBezTo>
                  <a:cubicBezTo>
                    <a:pt x="834" y="303"/>
                    <a:pt x="834" y="304"/>
                    <a:pt x="833" y="304"/>
                  </a:cubicBezTo>
                  <a:cubicBezTo>
                    <a:pt x="833" y="304"/>
                    <a:pt x="833" y="304"/>
                    <a:pt x="833" y="304"/>
                  </a:cubicBezTo>
                  <a:cubicBezTo>
                    <a:pt x="833" y="304"/>
                    <a:pt x="833" y="304"/>
                    <a:pt x="833" y="304"/>
                  </a:cubicBezTo>
                  <a:cubicBezTo>
                    <a:pt x="833" y="304"/>
                    <a:pt x="832" y="304"/>
                    <a:pt x="832" y="304"/>
                  </a:cubicBezTo>
                  <a:cubicBezTo>
                    <a:pt x="831" y="304"/>
                    <a:pt x="830" y="303"/>
                    <a:pt x="830" y="303"/>
                  </a:cubicBezTo>
                  <a:cubicBezTo>
                    <a:pt x="829" y="303"/>
                    <a:pt x="828" y="303"/>
                    <a:pt x="827" y="302"/>
                  </a:cubicBezTo>
                  <a:cubicBezTo>
                    <a:pt x="826" y="302"/>
                    <a:pt x="825" y="302"/>
                    <a:pt x="825" y="302"/>
                  </a:cubicBezTo>
                  <a:cubicBezTo>
                    <a:pt x="824" y="302"/>
                    <a:pt x="823" y="301"/>
                    <a:pt x="822" y="301"/>
                  </a:cubicBezTo>
                  <a:cubicBezTo>
                    <a:pt x="821" y="300"/>
                    <a:pt x="821" y="300"/>
                    <a:pt x="820" y="300"/>
                  </a:cubicBezTo>
                  <a:cubicBezTo>
                    <a:pt x="819" y="299"/>
                    <a:pt x="817" y="298"/>
                    <a:pt x="815" y="299"/>
                  </a:cubicBezTo>
                  <a:cubicBezTo>
                    <a:pt x="815" y="299"/>
                    <a:pt x="814" y="300"/>
                    <a:pt x="813" y="300"/>
                  </a:cubicBezTo>
                  <a:cubicBezTo>
                    <a:pt x="812" y="300"/>
                    <a:pt x="812" y="300"/>
                    <a:pt x="811" y="300"/>
                  </a:cubicBezTo>
                  <a:cubicBezTo>
                    <a:pt x="810" y="300"/>
                    <a:pt x="808" y="299"/>
                    <a:pt x="807" y="298"/>
                  </a:cubicBezTo>
                  <a:cubicBezTo>
                    <a:pt x="806" y="298"/>
                    <a:pt x="805" y="297"/>
                    <a:pt x="805" y="297"/>
                  </a:cubicBezTo>
                  <a:cubicBezTo>
                    <a:pt x="804" y="297"/>
                    <a:pt x="803" y="296"/>
                    <a:pt x="803" y="296"/>
                  </a:cubicBezTo>
                  <a:cubicBezTo>
                    <a:pt x="802" y="296"/>
                    <a:pt x="801" y="296"/>
                    <a:pt x="800" y="296"/>
                  </a:cubicBezTo>
                  <a:cubicBezTo>
                    <a:pt x="800" y="296"/>
                    <a:pt x="799" y="296"/>
                    <a:pt x="798" y="296"/>
                  </a:cubicBezTo>
                  <a:cubicBezTo>
                    <a:pt x="797" y="296"/>
                    <a:pt x="797" y="297"/>
                    <a:pt x="796" y="298"/>
                  </a:cubicBezTo>
                  <a:cubicBezTo>
                    <a:pt x="795" y="298"/>
                    <a:pt x="795" y="298"/>
                    <a:pt x="794" y="299"/>
                  </a:cubicBezTo>
                  <a:cubicBezTo>
                    <a:pt x="793" y="299"/>
                    <a:pt x="792" y="301"/>
                    <a:pt x="792" y="302"/>
                  </a:cubicBezTo>
                  <a:cubicBezTo>
                    <a:pt x="792" y="302"/>
                    <a:pt x="793" y="303"/>
                    <a:pt x="792" y="303"/>
                  </a:cubicBezTo>
                  <a:cubicBezTo>
                    <a:pt x="791" y="303"/>
                    <a:pt x="791" y="304"/>
                    <a:pt x="790" y="304"/>
                  </a:cubicBezTo>
                  <a:cubicBezTo>
                    <a:pt x="790" y="304"/>
                    <a:pt x="789" y="304"/>
                    <a:pt x="788" y="304"/>
                  </a:cubicBezTo>
                  <a:cubicBezTo>
                    <a:pt x="787" y="304"/>
                    <a:pt x="787" y="304"/>
                    <a:pt x="786" y="305"/>
                  </a:cubicBezTo>
                  <a:cubicBezTo>
                    <a:pt x="785" y="305"/>
                    <a:pt x="784" y="305"/>
                    <a:pt x="783" y="305"/>
                  </a:cubicBezTo>
                  <a:cubicBezTo>
                    <a:pt x="783" y="305"/>
                    <a:pt x="782" y="305"/>
                    <a:pt x="781" y="305"/>
                  </a:cubicBezTo>
                  <a:cubicBezTo>
                    <a:pt x="781" y="306"/>
                    <a:pt x="780" y="306"/>
                    <a:pt x="780" y="306"/>
                  </a:cubicBezTo>
                  <a:cubicBezTo>
                    <a:pt x="779" y="305"/>
                    <a:pt x="779" y="306"/>
                    <a:pt x="778" y="306"/>
                  </a:cubicBezTo>
                  <a:cubicBezTo>
                    <a:pt x="778" y="306"/>
                    <a:pt x="777" y="307"/>
                    <a:pt x="777" y="308"/>
                  </a:cubicBezTo>
                  <a:cubicBezTo>
                    <a:pt x="776" y="308"/>
                    <a:pt x="775" y="308"/>
                    <a:pt x="774" y="308"/>
                  </a:cubicBezTo>
                  <a:cubicBezTo>
                    <a:pt x="773" y="308"/>
                    <a:pt x="773" y="307"/>
                    <a:pt x="772" y="307"/>
                  </a:cubicBezTo>
                  <a:cubicBezTo>
                    <a:pt x="772" y="307"/>
                    <a:pt x="772" y="307"/>
                    <a:pt x="771" y="308"/>
                  </a:cubicBezTo>
                  <a:cubicBezTo>
                    <a:pt x="771" y="308"/>
                    <a:pt x="769" y="307"/>
                    <a:pt x="769" y="307"/>
                  </a:cubicBezTo>
                  <a:cubicBezTo>
                    <a:pt x="768" y="307"/>
                    <a:pt x="767" y="307"/>
                    <a:pt x="766" y="307"/>
                  </a:cubicBezTo>
                  <a:cubicBezTo>
                    <a:pt x="766" y="307"/>
                    <a:pt x="765" y="307"/>
                    <a:pt x="764" y="307"/>
                  </a:cubicBezTo>
                  <a:cubicBezTo>
                    <a:pt x="764" y="307"/>
                    <a:pt x="763" y="306"/>
                    <a:pt x="762" y="306"/>
                  </a:cubicBezTo>
                  <a:cubicBezTo>
                    <a:pt x="761" y="306"/>
                    <a:pt x="761" y="306"/>
                    <a:pt x="760" y="305"/>
                  </a:cubicBezTo>
                  <a:cubicBezTo>
                    <a:pt x="759" y="305"/>
                    <a:pt x="758" y="306"/>
                    <a:pt x="757" y="306"/>
                  </a:cubicBezTo>
                  <a:cubicBezTo>
                    <a:pt x="756" y="306"/>
                    <a:pt x="754" y="306"/>
                    <a:pt x="753" y="305"/>
                  </a:cubicBezTo>
                  <a:cubicBezTo>
                    <a:pt x="752" y="304"/>
                    <a:pt x="752" y="304"/>
                    <a:pt x="751" y="304"/>
                  </a:cubicBezTo>
                  <a:cubicBezTo>
                    <a:pt x="750" y="303"/>
                    <a:pt x="750" y="303"/>
                    <a:pt x="749" y="303"/>
                  </a:cubicBezTo>
                  <a:cubicBezTo>
                    <a:pt x="749" y="302"/>
                    <a:pt x="749" y="302"/>
                    <a:pt x="749" y="302"/>
                  </a:cubicBezTo>
                  <a:cubicBezTo>
                    <a:pt x="748" y="302"/>
                    <a:pt x="749" y="302"/>
                    <a:pt x="748" y="302"/>
                  </a:cubicBezTo>
                  <a:cubicBezTo>
                    <a:pt x="748" y="301"/>
                    <a:pt x="748" y="301"/>
                    <a:pt x="747" y="300"/>
                  </a:cubicBezTo>
                  <a:cubicBezTo>
                    <a:pt x="747" y="299"/>
                    <a:pt x="746" y="299"/>
                    <a:pt x="745" y="299"/>
                  </a:cubicBezTo>
                  <a:cubicBezTo>
                    <a:pt x="745" y="299"/>
                    <a:pt x="744" y="299"/>
                    <a:pt x="743" y="299"/>
                  </a:cubicBezTo>
                  <a:cubicBezTo>
                    <a:pt x="742" y="299"/>
                    <a:pt x="741" y="299"/>
                    <a:pt x="741" y="299"/>
                  </a:cubicBezTo>
                  <a:cubicBezTo>
                    <a:pt x="741" y="299"/>
                    <a:pt x="740" y="298"/>
                    <a:pt x="739" y="298"/>
                  </a:cubicBezTo>
                  <a:cubicBezTo>
                    <a:pt x="738" y="297"/>
                    <a:pt x="736" y="296"/>
                    <a:pt x="734" y="296"/>
                  </a:cubicBezTo>
                  <a:cubicBezTo>
                    <a:pt x="733" y="295"/>
                    <a:pt x="732" y="296"/>
                    <a:pt x="730" y="295"/>
                  </a:cubicBezTo>
                  <a:cubicBezTo>
                    <a:pt x="730" y="295"/>
                    <a:pt x="729" y="295"/>
                    <a:pt x="729" y="295"/>
                  </a:cubicBezTo>
                  <a:cubicBezTo>
                    <a:pt x="729" y="295"/>
                    <a:pt x="729" y="295"/>
                    <a:pt x="728" y="295"/>
                  </a:cubicBezTo>
                  <a:cubicBezTo>
                    <a:pt x="727" y="294"/>
                    <a:pt x="726" y="294"/>
                    <a:pt x="726" y="294"/>
                  </a:cubicBezTo>
                  <a:cubicBezTo>
                    <a:pt x="725" y="294"/>
                    <a:pt x="724" y="294"/>
                    <a:pt x="723" y="294"/>
                  </a:cubicBezTo>
                  <a:cubicBezTo>
                    <a:pt x="722" y="294"/>
                    <a:pt x="722" y="294"/>
                    <a:pt x="721" y="294"/>
                  </a:cubicBezTo>
                  <a:cubicBezTo>
                    <a:pt x="720" y="295"/>
                    <a:pt x="719" y="295"/>
                    <a:pt x="719" y="295"/>
                  </a:cubicBezTo>
                  <a:cubicBezTo>
                    <a:pt x="718" y="295"/>
                    <a:pt x="718" y="295"/>
                    <a:pt x="718" y="295"/>
                  </a:cubicBezTo>
                  <a:cubicBezTo>
                    <a:pt x="717" y="295"/>
                    <a:pt x="717" y="295"/>
                    <a:pt x="717" y="295"/>
                  </a:cubicBezTo>
                  <a:cubicBezTo>
                    <a:pt x="716" y="296"/>
                    <a:pt x="716" y="295"/>
                    <a:pt x="715" y="296"/>
                  </a:cubicBezTo>
                  <a:cubicBezTo>
                    <a:pt x="715" y="296"/>
                    <a:pt x="715" y="297"/>
                    <a:pt x="714" y="297"/>
                  </a:cubicBezTo>
                  <a:cubicBezTo>
                    <a:pt x="713" y="297"/>
                    <a:pt x="713" y="297"/>
                    <a:pt x="712" y="297"/>
                  </a:cubicBezTo>
                  <a:cubicBezTo>
                    <a:pt x="711" y="297"/>
                    <a:pt x="711" y="297"/>
                    <a:pt x="710" y="297"/>
                  </a:cubicBezTo>
                  <a:cubicBezTo>
                    <a:pt x="710" y="298"/>
                    <a:pt x="709" y="297"/>
                    <a:pt x="709" y="297"/>
                  </a:cubicBezTo>
                  <a:cubicBezTo>
                    <a:pt x="708" y="297"/>
                    <a:pt x="708" y="297"/>
                    <a:pt x="707" y="297"/>
                  </a:cubicBezTo>
                  <a:cubicBezTo>
                    <a:pt x="706" y="297"/>
                    <a:pt x="706" y="296"/>
                    <a:pt x="705" y="296"/>
                  </a:cubicBezTo>
                  <a:cubicBezTo>
                    <a:pt x="704" y="295"/>
                    <a:pt x="704" y="296"/>
                    <a:pt x="703" y="296"/>
                  </a:cubicBezTo>
                  <a:cubicBezTo>
                    <a:pt x="702" y="296"/>
                    <a:pt x="702" y="295"/>
                    <a:pt x="701" y="295"/>
                  </a:cubicBezTo>
                  <a:cubicBezTo>
                    <a:pt x="700" y="295"/>
                    <a:pt x="700" y="295"/>
                    <a:pt x="699" y="294"/>
                  </a:cubicBezTo>
                  <a:cubicBezTo>
                    <a:pt x="698" y="293"/>
                    <a:pt x="698" y="293"/>
                    <a:pt x="697" y="293"/>
                  </a:cubicBezTo>
                  <a:cubicBezTo>
                    <a:pt x="696" y="293"/>
                    <a:pt x="696" y="292"/>
                    <a:pt x="696" y="292"/>
                  </a:cubicBezTo>
                  <a:cubicBezTo>
                    <a:pt x="695" y="292"/>
                    <a:pt x="696" y="292"/>
                    <a:pt x="696" y="291"/>
                  </a:cubicBezTo>
                  <a:cubicBezTo>
                    <a:pt x="695" y="291"/>
                    <a:pt x="695" y="291"/>
                    <a:pt x="695" y="291"/>
                  </a:cubicBezTo>
                  <a:cubicBezTo>
                    <a:pt x="694" y="290"/>
                    <a:pt x="694" y="290"/>
                    <a:pt x="694" y="289"/>
                  </a:cubicBezTo>
                  <a:cubicBezTo>
                    <a:pt x="693" y="288"/>
                    <a:pt x="693" y="288"/>
                    <a:pt x="692" y="287"/>
                  </a:cubicBezTo>
                  <a:cubicBezTo>
                    <a:pt x="692" y="287"/>
                    <a:pt x="691" y="286"/>
                    <a:pt x="691" y="286"/>
                  </a:cubicBezTo>
                  <a:cubicBezTo>
                    <a:pt x="691" y="285"/>
                    <a:pt x="691" y="285"/>
                    <a:pt x="691" y="285"/>
                  </a:cubicBezTo>
                  <a:cubicBezTo>
                    <a:pt x="690" y="284"/>
                    <a:pt x="689" y="284"/>
                    <a:pt x="688" y="284"/>
                  </a:cubicBezTo>
                  <a:cubicBezTo>
                    <a:pt x="687" y="284"/>
                    <a:pt x="685" y="283"/>
                    <a:pt x="684" y="283"/>
                  </a:cubicBezTo>
                  <a:cubicBezTo>
                    <a:pt x="683" y="283"/>
                    <a:pt x="683" y="283"/>
                    <a:pt x="682" y="283"/>
                  </a:cubicBezTo>
                  <a:cubicBezTo>
                    <a:pt x="681" y="283"/>
                    <a:pt x="681" y="282"/>
                    <a:pt x="680" y="282"/>
                  </a:cubicBezTo>
                  <a:cubicBezTo>
                    <a:pt x="679" y="282"/>
                    <a:pt x="678" y="282"/>
                    <a:pt x="677" y="281"/>
                  </a:cubicBezTo>
                  <a:cubicBezTo>
                    <a:pt x="676" y="281"/>
                    <a:pt x="675" y="281"/>
                    <a:pt x="675" y="281"/>
                  </a:cubicBezTo>
                  <a:cubicBezTo>
                    <a:pt x="673" y="280"/>
                    <a:pt x="671" y="281"/>
                    <a:pt x="670" y="280"/>
                  </a:cubicBezTo>
                  <a:cubicBezTo>
                    <a:pt x="669" y="280"/>
                    <a:pt x="668" y="279"/>
                    <a:pt x="667" y="279"/>
                  </a:cubicBezTo>
                  <a:cubicBezTo>
                    <a:pt x="666" y="279"/>
                    <a:pt x="665" y="279"/>
                    <a:pt x="665" y="278"/>
                  </a:cubicBezTo>
                  <a:cubicBezTo>
                    <a:pt x="663" y="278"/>
                    <a:pt x="661" y="278"/>
                    <a:pt x="660" y="277"/>
                  </a:cubicBezTo>
                  <a:cubicBezTo>
                    <a:pt x="660" y="277"/>
                    <a:pt x="659" y="276"/>
                    <a:pt x="659" y="276"/>
                  </a:cubicBezTo>
                  <a:cubicBezTo>
                    <a:pt x="659" y="277"/>
                    <a:pt x="659" y="277"/>
                    <a:pt x="659" y="278"/>
                  </a:cubicBezTo>
                  <a:cubicBezTo>
                    <a:pt x="659" y="279"/>
                    <a:pt x="659" y="279"/>
                    <a:pt x="659" y="280"/>
                  </a:cubicBezTo>
                  <a:cubicBezTo>
                    <a:pt x="658" y="280"/>
                    <a:pt x="657" y="280"/>
                    <a:pt x="657" y="281"/>
                  </a:cubicBezTo>
                  <a:cubicBezTo>
                    <a:pt x="656" y="281"/>
                    <a:pt x="658" y="283"/>
                    <a:pt x="657" y="283"/>
                  </a:cubicBezTo>
                  <a:cubicBezTo>
                    <a:pt x="657" y="284"/>
                    <a:pt x="656" y="283"/>
                    <a:pt x="656" y="283"/>
                  </a:cubicBezTo>
                  <a:cubicBezTo>
                    <a:pt x="655" y="283"/>
                    <a:pt x="655" y="284"/>
                    <a:pt x="656" y="285"/>
                  </a:cubicBezTo>
                  <a:cubicBezTo>
                    <a:pt x="656" y="286"/>
                    <a:pt x="656" y="286"/>
                    <a:pt x="656" y="287"/>
                  </a:cubicBezTo>
                  <a:cubicBezTo>
                    <a:pt x="656" y="287"/>
                    <a:pt x="656" y="288"/>
                    <a:pt x="656" y="289"/>
                  </a:cubicBezTo>
                  <a:cubicBezTo>
                    <a:pt x="657" y="289"/>
                    <a:pt x="658" y="289"/>
                    <a:pt x="658" y="290"/>
                  </a:cubicBezTo>
                  <a:cubicBezTo>
                    <a:pt x="659" y="290"/>
                    <a:pt x="659" y="291"/>
                    <a:pt x="659" y="291"/>
                  </a:cubicBezTo>
                  <a:cubicBezTo>
                    <a:pt x="659" y="292"/>
                    <a:pt x="660" y="292"/>
                    <a:pt x="661" y="293"/>
                  </a:cubicBezTo>
                  <a:cubicBezTo>
                    <a:pt x="661" y="293"/>
                    <a:pt x="662" y="293"/>
                    <a:pt x="663" y="293"/>
                  </a:cubicBezTo>
                  <a:cubicBezTo>
                    <a:pt x="663" y="294"/>
                    <a:pt x="663" y="294"/>
                    <a:pt x="663" y="295"/>
                  </a:cubicBezTo>
                  <a:cubicBezTo>
                    <a:pt x="664" y="295"/>
                    <a:pt x="664" y="296"/>
                    <a:pt x="664" y="297"/>
                  </a:cubicBezTo>
                  <a:cubicBezTo>
                    <a:pt x="664" y="298"/>
                    <a:pt x="663" y="299"/>
                    <a:pt x="662" y="299"/>
                  </a:cubicBezTo>
                  <a:cubicBezTo>
                    <a:pt x="662" y="300"/>
                    <a:pt x="662" y="299"/>
                    <a:pt x="661" y="299"/>
                  </a:cubicBezTo>
                  <a:cubicBezTo>
                    <a:pt x="661" y="299"/>
                    <a:pt x="661" y="299"/>
                    <a:pt x="661" y="300"/>
                  </a:cubicBezTo>
                  <a:cubicBezTo>
                    <a:pt x="660" y="300"/>
                    <a:pt x="660" y="300"/>
                    <a:pt x="660" y="300"/>
                  </a:cubicBezTo>
                  <a:cubicBezTo>
                    <a:pt x="660" y="301"/>
                    <a:pt x="659" y="301"/>
                    <a:pt x="659" y="302"/>
                  </a:cubicBezTo>
                  <a:cubicBezTo>
                    <a:pt x="658" y="302"/>
                    <a:pt x="657" y="301"/>
                    <a:pt x="657" y="301"/>
                  </a:cubicBezTo>
                  <a:cubicBezTo>
                    <a:pt x="656" y="300"/>
                    <a:pt x="654" y="300"/>
                    <a:pt x="653" y="300"/>
                  </a:cubicBezTo>
                  <a:cubicBezTo>
                    <a:pt x="652" y="300"/>
                    <a:pt x="652" y="301"/>
                    <a:pt x="651" y="300"/>
                  </a:cubicBezTo>
                  <a:cubicBezTo>
                    <a:pt x="651" y="299"/>
                    <a:pt x="651" y="300"/>
                    <a:pt x="650" y="300"/>
                  </a:cubicBezTo>
                  <a:cubicBezTo>
                    <a:pt x="649" y="300"/>
                    <a:pt x="648" y="299"/>
                    <a:pt x="647" y="299"/>
                  </a:cubicBezTo>
                  <a:cubicBezTo>
                    <a:pt x="646" y="299"/>
                    <a:pt x="646" y="300"/>
                    <a:pt x="646" y="299"/>
                  </a:cubicBezTo>
                  <a:cubicBezTo>
                    <a:pt x="646" y="299"/>
                    <a:pt x="645" y="299"/>
                    <a:pt x="645" y="299"/>
                  </a:cubicBezTo>
                  <a:cubicBezTo>
                    <a:pt x="645" y="298"/>
                    <a:pt x="644" y="299"/>
                    <a:pt x="644" y="299"/>
                  </a:cubicBezTo>
                  <a:cubicBezTo>
                    <a:pt x="644" y="300"/>
                    <a:pt x="643" y="299"/>
                    <a:pt x="643" y="300"/>
                  </a:cubicBezTo>
                  <a:cubicBezTo>
                    <a:pt x="642" y="300"/>
                    <a:pt x="642" y="300"/>
                    <a:pt x="642" y="300"/>
                  </a:cubicBezTo>
                  <a:cubicBezTo>
                    <a:pt x="641" y="299"/>
                    <a:pt x="640" y="299"/>
                    <a:pt x="639" y="299"/>
                  </a:cubicBezTo>
                  <a:cubicBezTo>
                    <a:pt x="638" y="299"/>
                    <a:pt x="638" y="299"/>
                    <a:pt x="637" y="298"/>
                  </a:cubicBezTo>
                  <a:cubicBezTo>
                    <a:pt x="636" y="298"/>
                    <a:pt x="635" y="299"/>
                    <a:pt x="634" y="298"/>
                  </a:cubicBezTo>
                  <a:cubicBezTo>
                    <a:pt x="633" y="297"/>
                    <a:pt x="631" y="297"/>
                    <a:pt x="631" y="295"/>
                  </a:cubicBezTo>
                  <a:cubicBezTo>
                    <a:pt x="630" y="294"/>
                    <a:pt x="629" y="293"/>
                    <a:pt x="628" y="293"/>
                  </a:cubicBezTo>
                  <a:cubicBezTo>
                    <a:pt x="626" y="293"/>
                    <a:pt x="624" y="293"/>
                    <a:pt x="621" y="292"/>
                  </a:cubicBezTo>
                  <a:cubicBezTo>
                    <a:pt x="620" y="292"/>
                    <a:pt x="619" y="293"/>
                    <a:pt x="618" y="292"/>
                  </a:cubicBezTo>
                  <a:cubicBezTo>
                    <a:pt x="617" y="292"/>
                    <a:pt x="617" y="291"/>
                    <a:pt x="617" y="290"/>
                  </a:cubicBezTo>
                  <a:cubicBezTo>
                    <a:pt x="616" y="290"/>
                    <a:pt x="615" y="290"/>
                    <a:pt x="615" y="291"/>
                  </a:cubicBezTo>
                  <a:cubicBezTo>
                    <a:pt x="615" y="291"/>
                    <a:pt x="615" y="292"/>
                    <a:pt x="615" y="292"/>
                  </a:cubicBezTo>
                  <a:cubicBezTo>
                    <a:pt x="614" y="292"/>
                    <a:pt x="614" y="291"/>
                    <a:pt x="613" y="291"/>
                  </a:cubicBezTo>
                  <a:cubicBezTo>
                    <a:pt x="612" y="291"/>
                    <a:pt x="611" y="289"/>
                    <a:pt x="611" y="290"/>
                  </a:cubicBezTo>
                  <a:cubicBezTo>
                    <a:pt x="611" y="292"/>
                    <a:pt x="610" y="292"/>
                    <a:pt x="609" y="291"/>
                  </a:cubicBezTo>
                  <a:cubicBezTo>
                    <a:pt x="608" y="291"/>
                    <a:pt x="607" y="291"/>
                    <a:pt x="607" y="292"/>
                  </a:cubicBezTo>
                  <a:cubicBezTo>
                    <a:pt x="606" y="292"/>
                    <a:pt x="606" y="293"/>
                    <a:pt x="606" y="293"/>
                  </a:cubicBezTo>
                  <a:cubicBezTo>
                    <a:pt x="605" y="293"/>
                    <a:pt x="606" y="294"/>
                    <a:pt x="605" y="294"/>
                  </a:cubicBezTo>
                  <a:cubicBezTo>
                    <a:pt x="604" y="294"/>
                    <a:pt x="604" y="294"/>
                    <a:pt x="603" y="294"/>
                  </a:cubicBezTo>
                  <a:cubicBezTo>
                    <a:pt x="602" y="294"/>
                    <a:pt x="602" y="294"/>
                    <a:pt x="601" y="295"/>
                  </a:cubicBezTo>
                  <a:cubicBezTo>
                    <a:pt x="601" y="296"/>
                    <a:pt x="600" y="296"/>
                    <a:pt x="600" y="296"/>
                  </a:cubicBezTo>
                  <a:cubicBezTo>
                    <a:pt x="601" y="297"/>
                    <a:pt x="600" y="297"/>
                    <a:pt x="600" y="297"/>
                  </a:cubicBezTo>
                  <a:cubicBezTo>
                    <a:pt x="599" y="297"/>
                    <a:pt x="598" y="297"/>
                    <a:pt x="598" y="297"/>
                  </a:cubicBezTo>
                  <a:cubicBezTo>
                    <a:pt x="597" y="297"/>
                    <a:pt x="597" y="298"/>
                    <a:pt x="596" y="298"/>
                  </a:cubicBezTo>
                  <a:cubicBezTo>
                    <a:pt x="596" y="298"/>
                    <a:pt x="596" y="298"/>
                    <a:pt x="595" y="298"/>
                  </a:cubicBezTo>
                  <a:cubicBezTo>
                    <a:pt x="595" y="299"/>
                    <a:pt x="596" y="299"/>
                    <a:pt x="595" y="299"/>
                  </a:cubicBezTo>
                  <a:cubicBezTo>
                    <a:pt x="594" y="300"/>
                    <a:pt x="594" y="299"/>
                    <a:pt x="593" y="300"/>
                  </a:cubicBezTo>
                  <a:cubicBezTo>
                    <a:pt x="593" y="300"/>
                    <a:pt x="593" y="301"/>
                    <a:pt x="594" y="301"/>
                  </a:cubicBezTo>
                  <a:cubicBezTo>
                    <a:pt x="594" y="301"/>
                    <a:pt x="595" y="301"/>
                    <a:pt x="594" y="302"/>
                  </a:cubicBezTo>
                  <a:cubicBezTo>
                    <a:pt x="594" y="302"/>
                    <a:pt x="593" y="302"/>
                    <a:pt x="593" y="303"/>
                  </a:cubicBezTo>
                  <a:cubicBezTo>
                    <a:pt x="592" y="303"/>
                    <a:pt x="592" y="303"/>
                    <a:pt x="592" y="303"/>
                  </a:cubicBezTo>
                  <a:cubicBezTo>
                    <a:pt x="591" y="303"/>
                    <a:pt x="591" y="302"/>
                    <a:pt x="591" y="303"/>
                  </a:cubicBezTo>
                  <a:cubicBezTo>
                    <a:pt x="590" y="303"/>
                    <a:pt x="591" y="303"/>
                    <a:pt x="591" y="304"/>
                  </a:cubicBezTo>
                  <a:cubicBezTo>
                    <a:pt x="591" y="304"/>
                    <a:pt x="590" y="304"/>
                    <a:pt x="590" y="304"/>
                  </a:cubicBezTo>
                  <a:cubicBezTo>
                    <a:pt x="589" y="304"/>
                    <a:pt x="589" y="304"/>
                    <a:pt x="588" y="304"/>
                  </a:cubicBezTo>
                  <a:cubicBezTo>
                    <a:pt x="588" y="304"/>
                    <a:pt x="589" y="305"/>
                    <a:pt x="589" y="305"/>
                  </a:cubicBezTo>
                  <a:cubicBezTo>
                    <a:pt x="588" y="305"/>
                    <a:pt x="587" y="305"/>
                    <a:pt x="587" y="304"/>
                  </a:cubicBezTo>
                  <a:cubicBezTo>
                    <a:pt x="586" y="304"/>
                    <a:pt x="586" y="304"/>
                    <a:pt x="585" y="305"/>
                  </a:cubicBezTo>
                  <a:cubicBezTo>
                    <a:pt x="585" y="305"/>
                    <a:pt x="585" y="304"/>
                    <a:pt x="584" y="304"/>
                  </a:cubicBezTo>
                  <a:cubicBezTo>
                    <a:pt x="584" y="304"/>
                    <a:pt x="582" y="305"/>
                    <a:pt x="583" y="306"/>
                  </a:cubicBezTo>
                  <a:cubicBezTo>
                    <a:pt x="583" y="307"/>
                    <a:pt x="583" y="307"/>
                    <a:pt x="583" y="307"/>
                  </a:cubicBezTo>
                  <a:cubicBezTo>
                    <a:pt x="582" y="308"/>
                    <a:pt x="582" y="308"/>
                    <a:pt x="581" y="308"/>
                  </a:cubicBezTo>
                  <a:cubicBezTo>
                    <a:pt x="580" y="308"/>
                    <a:pt x="579" y="308"/>
                    <a:pt x="579" y="308"/>
                  </a:cubicBezTo>
                  <a:cubicBezTo>
                    <a:pt x="578" y="308"/>
                    <a:pt x="578" y="309"/>
                    <a:pt x="577" y="309"/>
                  </a:cubicBezTo>
                  <a:cubicBezTo>
                    <a:pt x="577" y="308"/>
                    <a:pt x="577" y="308"/>
                    <a:pt x="576" y="307"/>
                  </a:cubicBezTo>
                  <a:cubicBezTo>
                    <a:pt x="576" y="307"/>
                    <a:pt x="575" y="307"/>
                    <a:pt x="574" y="307"/>
                  </a:cubicBezTo>
                  <a:cubicBezTo>
                    <a:pt x="573" y="306"/>
                    <a:pt x="573" y="306"/>
                    <a:pt x="573" y="306"/>
                  </a:cubicBezTo>
                  <a:cubicBezTo>
                    <a:pt x="573" y="306"/>
                    <a:pt x="573" y="306"/>
                    <a:pt x="573" y="305"/>
                  </a:cubicBezTo>
                  <a:cubicBezTo>
                    <a:pt x="572" y="305"/>
                    <a:pt x="571" y="305"/>
                    <a:pt x="571" y="304"/>
                  </a:cubicBezTo>
                  <a:cubicBezTo>
                    <a:pt x="571" y="304"/>
                    <a:pt x="571" y="304"/>
                    <a:pt x="570" y="304"/>
                  </a:cubicBezTo>
                  <a:cubicBezTo>
                    <a:pt x="569" y="304"/>
                    <a:pt x="568" y="303"/>
                    <a:pt x="569" y="303"/>
                  </a:cubicBezTo>
                  <a:cubicBezTo>
                    <a:pt x="569" y="302"/>
                    <a:pt x="570" y="302"/>
                    <a:pt x="570" y="302"/>
                  </a:cubicBezTo>
                  <a:cubicBezTo>
                    <a:pt x="570" y="302"/>
                    <a:pt x="569" y="300"/>
                    <a:pt x="568" y="301"/>
                  </a:cubicBezTo>
                  <a:cubicBezTo>
                    <a:pt x="568" y="301"/>
                    <a:pt x="568" y="301"/>
                    <a:pt x="568" y="302"/>
                  </a:cubicBezTo>
                  <a:cubicBezTo>
                    <a:pt x="568" y="302"/>
                    <a:pt x="567" y="302"/>
                    <a:pt x="567" y="302"/>
                  </a:cubicBezTo>
                  <a:cubicBezTo>
                    <a:pt x="567" y="303"/>
                    <a:pt x="567" y="303"/>
                    <a:pt x="566" y="303"/>
                  </a:cubicBezTo>
                  <a:cubicBezTo>
                    <a:pt x="566" y="303"/>
                    <a:pt x="566" y="304"/>
                    <a:pt x="566" y="304"/>
                  </a:cubicBezTo>
                  <a:cubicBezTo>
                    <a:pt x="566" y="304"/>
                    <a:pt x="565" y="304"/>
                    <a:pt x="565" y="304"/>
                  </a:cubicBezTo>
                  <a:cubicBezTo>
                    <a:pt x="564" y="304"/>
                    <a:pt x="564" y="305"/>
                    <a:pt x="563" y="304"/>
                  </a:cubicBezTo>
                  <a:cubicBezTo>
                    <a:pt x="563" y="303"/>
                    <a:pt x="563" y="304"/>
                    <a:pt x="562" y="304"/>
                  </a:cubicBezTo>
                  <a:cubicBezTo>
                    <a:pt x="562" y="304"/>
                    <a:pt x="562" y="303"/>
                    <a:pt x="562" y="303"/>
                  </a:cubicBezTo>
                  <a:cubicBezTo>
                    <a:pt x="561" y="303"/>
                    <a:pt x="561" y="303"/>
                    <a:pt x="561" y="303"/>
                  </a:cubicBezTo>
                  <a:cubicBezTo>
                    <a:pt x="560" y="303"/>
                    <a:pt x="560" y="303"/>
                    <a:pt x="559" y="303"/>
                  </a:cubicBezTo>
                  <a:cubicBezTo>
                    <a:pt x="559" y="303"/>
                    <a:pt x="559" y="303"/>
                    <a:pt x="558" y="303"/>
                  </a:cubicBezTo>
                  <a:cubicBezTo>
                    <a:pt x="558" y="303"/>
                    <a:pt x="558" y="303"/>
                    <a:pt x="558" y="303"/>
                  </a:cubicBezTo>
                  <a:cubicBezTo>
                    <a:pt x="557" y="303"/>
                    <a:pt x="557" y="303"/>
                    <a:pt x="557" y="302"/>
                  </a:cubicBezTo>
                  <a:cubicBezTo>
                    <a:pt x="556" y="302"/>
                    <a:pt x="556" y="301"/>
                    <a:pt x="555" y="301"/>
                  </a:cubicBezTo>
                  <a:cubicBezTo>
                    <a:pt x="555" y="301"/>
                    <a:pt x="555" y="300"/>
                    <a:pt x="555" y="300"/>
                  </a:cubicBezTo>
                  <a:cubicBezTo>
                    <a:pt x="554" y="300"/>
                    <a:pt x="554" y="300"/>
                    <a:pt x="554" y="300"/>
                  </a:cubicBezTo>
                  <a:cubicBezTo>
                    <a:pt x="553" y="300"/>
                    <a:pt x="553" y="299"/>
                    <a:pt x="553" y="299"/>
                  </a:cubicBezTo>
                  <a:cubicBezTo>
                    <a:pt x="553" y="299"/>
                    <a:pt x="554" y="299"/>
                    <a:pt x="554" y="299"/>
                  </a:cubicBezTo>
                  <a:cubicBezTo>
                    <a:pt x="554" y="298"/>
                    <a:pt x="553" y="298"/>
                    <a:pt x="553" y="298"/>
                  </a:cubicBezTo>
                  <a:cubicBezTo>
                    <a:pt x="553" y="298"/>
                    <a:pt x="552" y="298"/>
                    <a:pt x="552" y="298"/>
                  </a:cubicBezTo>
                  <a:cubicBezTo>
                    <a:pt x="552" y="298"/>
                    <a:pt x="552" y="298"/>
                    <a:pt x="551" y="298"/>
                  </a:cubicBezTo>
                  <a:cubicBezTo>
                    <a:pt x="551" y="297"/>
                    <a:pt x="550" y="297"/>
                    <a:pt x="549" y="297"/>
                  </a:cubicBezTo>
                  <a:cubicBezTo>
                    <a:pt x="549" y="297"/>
                    <a:pt x="548" y="296"/>
                    <a:pt x="548" y="296"/>
                  </a:cubicBezTo>
                  <a:cubicBezTo>
                    <a:pt x="547" y="297"/>
                    <a:pt x="547" y="297"/>
                    <a:pt x="546" y="296"/>
                  </a:cubicBezTo>
                  <a:cubicBezTo>
                    <a:pt x="546" y="296"/>
                    <a:pt x="546" y="295"/>
                    <a:pt x="545" y="295"/>
                  </a:cubicBezTo>
                  <a:cubicBezTo>
                    <a:pt x="545" y="294"/>
                    <a:pt x="545" y="294"/>
                    <a:pt x="544" y="293"/>
                  </a:cubicBezTo>
                  <a:cubicBezTo>
                    <a:pt x="544" y="293"/>
                    <a:pt x="543" y="292"/>
                    <a:pt x="543" y="292"/>
                  </a:cubicBezTo>
                  <a:cubicBezTo>
                    <a:pt x="542" y="292"/>
                    <a:pt x="541" y="292"/>
                    <a:pt x="541" y="291"/>
                  </a:cubicBezTo>
                  <a:cubicBezTo>
                    <a:pt x="541" y="290"/>
                    <a:pt x="541" y="290"/>
                    <a:pt x="540" y="290"/>
                  </a:cubicBezTo>
                  <a:cubicBezTo>
                    <a:pt x="540" y="289"/>
                    <a:pt x="539" y="290"/>
                    <a:pt x="538" y="289"/>
                  </a:cubicBezTo>
                  <a:cubicBezTo>
                    <a:pt x="538" y="289"/>
                    <a:pt x="537" y="289"/>
                    <a:pt x="537" y="289"/>
                  </a:cubicBezTo>
                  <a:cubicBezTo>
                    <a:pt x="537" y="289"/>
                    <a:pt x="536" y="288"/>
                    <a:pt x="536" y="288"/>
                  </a:cubicBezTo>
                  <a:cubicBezTo>
                    <a:pt x="535" y="288"/>
                    <a:pt x="534" y="288"/>
                    <a:pt x="533" y="288"/>
                  </a:cubicBezTo>
                  <a:cubicBezTo>
                    <a:pt x="533" y="288"/>
                    <a:pt x="533" y="289"/>
                    <a:pt x="533" y="289"/>
                  </a:cubicBezTo>
                  <a:cubicBezTo>
                    <a:pt x="533" y="290"/>
                    <a:pt x="532" y="290"/>
                    <a:pt x="532" y="289"/>
                  </a:cubicBezTo>
                  <a:cubicBezTo>
                    <a:pt x="529" y="289"/>
                    <a:pt x="531" y="290"/>
                    <a:pt x="530" y="291"/>
                  </a:cubicBezTo>
                  <a:cubicBezTo>
                    <a:pt x="530" y="291"/>
                    <a:pt x="529" y="291"/>
                    <a:pt x="529" y="291"/>
                  </a:cubicBezTo>
                  <a:cubicBezTo>
                    <a:pt x="528" y="291"/>
                    <a:pt x="528" y="291"/>
                    <a:pt x="527" y="291"/>
                  </a:cubicBezTo>
                  <a:cubicBezTo>
                    <a:pt x="526" y="292"/>
                    <a:pt x="524" y="291"/>
                    <a:pt x="523" y="291"/>
                  </a:cubicBezTo>
                  <a:cubicBezTo>
                    <a:pt x="522" y="291"/>
                    <a:pt x="523" y="291"/>
                    <a:pt x="523" y="291"/>
                  </a:cubicBezTo>
                  <a:cubicBezTo>
                    <a:pt x="522" y="291"/>
                    <a:pt x="522" y="291"/>
                    <a:pt x="522" y="291"/>
                  </a:cubicBezTo>
                  <a:cubicBezTo>
                    <a:pt x="521" y="291"/>
                    <a:pt x="520" y="291"/>
                    <a:pt x="520" y="291"/>
                  </a:cubicBezTo>
                  <a:cubicBezTo>
                    <a:pt x="520" y="290"/>
                    <a:pt x="520" y="289"/>
                    <a:pt x="519" y="289"/>
                  </a:cubicBezTo>
                  <a:cubicBezTo>
                    <a:pt x="519" y="288"/>
                    <a:pt x="518" y="289"/>
                    <a:pt x="517" y="289"/>
                  </a:cubicBezTo>
                  <a:cubicBezTo>
                    <a:pt x="516" y="289"/>
                    <a:pt x="516" y="288"/>
                    <a:pt x="516" y="287"/>
                  </a:cubicBezTo>
                  <a:cubicBezTo>
                    <a:pt x="516" y="286"/>
                    <a:pt x="516" y="286"/>
                    <a:pt x="515" y="286"/>
                  </a:cubicBezTo>
                  <a:cubicBezTo>
                    <a:pt x="515" y="286"/>
                    <a:pt x="514" y="286"/>
                    <a:pt x="514" y="286"/>
                  </a:cubicBezTo>
                  <a:cubicBezTo>
                    <a:pt x="514" y="285"/>
                    <a:pt x="513" y="286"/>
                    <a:pt x="513" y="285"/>
                  </a:cubicBezTo>
                  <a:cubicBezTo>
                    <a:pt x="512" y="285"/>
                    <a:pt x="512" y="285"/>
                    <a:pt x="511" y="285"/>
                  </a:cubicBezTo>
                  <a:cubicBezTo>
                    <a:pt x="511" y="286"/>
                    <a:pt x="512" y="286"/>
                    <a:pt x="511" y="286"/>
                  </a:cubicBezTo>
                  <a:cubicBezTo>
                    <a:pt x="511" y="286"/>
                    <a:pt x="510" y="286"/>
                    <a:pt x="510" y="286"/>
                  </a:cubicBezTo>
                  <a:cubicBezTo>
                    <a:pt x="509" y="287"/>
                    <a:pt x="511" y="288"/>
                    <a:pt x="511" y="289"/>
                  </a:cubicBezTo>
                  <a:cubicBezTo>
                    <a:pt x="511" y="289"/>
                    <a:pt x="510" y="289"/>
                    <a:pt x="509" y="289"/>
                  </a:cubicBezTo>
                  <a:cubicBezTo>
                    <a:pt x="509" y="290"/>
                    <a:pt x="509" y="290"/>
                    <a:pt x="509" y="290"/>
                  </a:cubicBezTo>
                  <a:cubicBezTo>
                    <a:pt x="509" y="290"/>
                    <a:pt x="508" y="290"/>
                    <a:pt x="508" y="290"/>
                  </a:cubicBezTo>
                  <a:cubicBezTo>
                    <a:pt x="508" y="290"/>
                    <a:pt x="509" y="291"/>
                    <a:pt x="509" y="291"/>
                  </a:cubicBezTo>
                  <a:cubicBezTo>
                    <a:pt x="508" y="291"/>
                    <a:pt x="508" y="290"/>
                    <a:pt x="507" y="290"/>
                  </a:cubicBezTo>
                  <a:cubicBezTo>
                    <a:pt x="507" y="289"/>
                    <a:pt x="505" y="288"/>
                    <a:pt x="505" y="288"/>
                  </a:cubicBezTo>
                  <a:cubicBezTo>
                    <a:pt x="499" y="282"/>
                    <a:pt x="495" y="277"/>
                    <a:pt x="489" y="272"/>
                  </a:cubicBezTo>
                  <a:cubicBezTo>
                    <a:pt x="486" y="270"/>
                    <a:pt x="483" y="267"/>
                    <a:pt x="480" y="265"/>
                  </a:cubicBezTo>
                  <a:cubicBezTo>
                    <a:pt x="477" y="262"/>
                    <a:pt x="473" y="261"/>
                    <a:pt x="470" y="259"/>
                  </a:cubicBezTo>
                  <a:cubicBezTo>
                    <a:pt x="468" y="258"/>
                    <a:pt x="466" y="258"/>
                    <a:pt x="465" y="257"/>
                  </a:cubicBezTo>
                  <a:cubicBezTo>
                    <a:pt x="465" y="256"/>
                    <a:pt x="464" y="256"/>
                    <a:pt x="464" y="255"/>
                  </a:cubicBezTo>
                  <a:cubicBezTo>
                    <a:pt x="463" y="255"/>
                    <a:pt x="464" y="255"/>
                    <a:pt x="465" y="255"/>
                  </a:cubicBezTo>
                  <a:cubicBezTo>
                    <a:pt x="465" y="255"/>
                    <a:pt x="466" y="255"/>
                    <a:pt x="466" y="255"/>
                  </a:cubicBezTo>
                  <a:cubicBezTo>
                    <a:pt x="466" y="255"/>
                    <a:pt x="467" y="254"/>
                    <a:pt x="466" y="253"/>
                  </a:cubicBezTo>
                  <a:cubicBezTo>
                    <a:pt x="466" y="253"/>
                    <a:pt x="466" y="253"/>
                    <a:pt x="466" y="253"/>
                  </a:cubicBezTo>
                  <a:cubicBezTo>
                    <a:pt x="466" y="253"/>
                    <a:pt x="467" y="252"/>
                    <a:pt x="466" y="252"/>
                  </a:cubicBezTo>
                  <a:cubicBezTo>
                    <a:pt x="466" y="252"/>
                    <a:pt x="465" y="252"/>
                    <a:pt x="465" y="252"/>
                  </a:cubicBezTo>
                  <a:cubicBezTo>
                    <a:pt x="465" y="253"/>
                    <a:pt x="465" y="253"/>
                    <a:pt x="464" y="253"/>
                  </a:cubicBezTo>
                  <a:cubicBezTo>
                    <a:pt x="463" y="253"/>
                    <a:pt x="463" y="253"/>
                    <a:pt x="462" y="253"/>
                  </a:cubicBezTo>
                  <a:cubicBezTo>
                    <a:pt x="462" y="253"/>
                    <a:pt x="461" y="253"/>
                    <a:pt x="461" y="254"/>
                  </a:cubicBezTo>
                  <a:cubicBezTo>
                    <a:pt x="461" y="254"/>
                    <a:pt x="460" y="255"/>
                    <a:pt x="460" y="255"/>
                  </a:cubicBezTo>
                  <a:cubicBezTo>
                    <a:pt x="459" y="255"/>
                    <a:pt x="458" y="256"/>
                    <a:pt x="457" y="256"/>
                  </a:cubicBezTo>
                  <a:cubicBezTo>
                    <a:pt x="457" y="256"/>
                    <a:pt x="456" y="255"/>
                    <a:pt x="456" y="256"/>
                  </a:cubicBezTo>
                  <a:cubicBezTo>
                    <a:pt x="455" y="256"/>
                    <a:pt x="456" y="257"/>
                    <a:pt x="456" y="257"/>
                  </a:cubicBezTo>
                  <a:cubicBezTo>
                    <a:pt x="456" y="257"/>
                    <a:pt x="454" y="259"/>
                    <a:pt x="453" y="259"/>
                  </a:cubicBezTo>
                  <a:cubicBezTo>
                    <a:pt x="453" y="258"/>
                    <a:pt x="452" y="258"/>
                    <a:pt x="452" y="258"/>
                  </a:cubicBezTo>
                  <a:cubicBezTo>
                    <a:pt x="452" y="259"/>
                    <a:pt x="452" y="259"/>
                    <a:pt x="451" y="259"/>
                  </a:cubicBezTo>
                  <a:cubicBezTo>
                    <a:pt x="451" y="259"/>
                    <a:pt x="451" y="259"/>
                    <a:pt x="451" y="260"/>
                  </a:cubicBezTo>
                  <a:cubicBezTo>
                    <a:pt x="451" y="260"/>
                    <a:pt x="450" y="260"/>
                    <a:pt x="450" y="260"/>
                  </a:cubicBezTo>
                  <a:cubicBezTo>
                    <a:pt x="450" y="260"/>
                    <a:pt x="451" y="262"/>
                    <a:pt x="450" y="262"/>
                  </a:cubicBezTo>
                  <a:cubicBezTo>
                    <a:pt x="449" y="262"/>
                    <a:pt x="449" y="261"/>
                    <a:pt x="447" y="261"/>
                  </a:cubicBezTo>
                  <a:cubicBezTo>
                    <a:pt x="447" y="261"/>
                    <a:pt x="447" y="261"/>
                    <a:pt x="446" y="261"/>
                  </a:cubicBezTo>
                  <a:cubicBezTo>
                    <a:pt x="446" y="260"/>
                    <a:pt x="445" y="260"/>
                    <a:pt x="445" y="261"/>
                  </a:cubicBezTo>
                  <a:cubicBezTo>
                    <a:pt x="445" y="261"/>
                    <a:pt x="444" y="260"/>
                    <a:pt x="444" y="261"/>
                  </a:cubicBezTo>
                  <a:cubicBezTo>
                    <a:pt x="444" y="261"/>
                    <a:pt x="444" y="261"/>
                    <a:pt x="443" y="261"/>
                  </a:cubicBezTo>
                  <a:cubicBezTo>
                    <a:pt x="443" y="261"/>
                    <a:pt x="443" y="261"/>
                    <a:pt x="443" y="262"/>
                  </a:cubicBezTo>
                  <a:cubicBezTo>
                    <a:pt x="443" y="262"/>
                    <a:pt x="442" y="263"/>
                    <a:pt x="442" y="263"/>
                  </a:cubicBezTo>
                  <a:cubicBezTo>
                    <a:pt x="442" y="262"/>
                    <a:pt x="442" y="262"/>
                    <a:pt x="441" y="262"/>
                  </a:cubicBezTo>
                  <a:cubicBezTo>
                    <a:pt x="441" y="261"/>
                    <a:pt x="440" y="261"/>
                    <a:pt x="440" y="261"/>
                  </a:cubicBezTo>
                  <a:cubicBezTo>
                    <a:pt x="440" y="260"/>
                    <a:pt x="440" y="260"/>
                    <a:pt x="440" y="260"/>
                  </a:cubicBezTo>
                  <a:cubicBezTo>
                    <a:pt x="440" y="260"/>
                    <a:pt x="440" y="259"/>
                    <a:pt x="440" y="259"/>
                  </a:cubicBezTo>
                  <a:cubicBezTo>
                    <a:pt x="440" y="259"/>
                    <a:pt x="441" y="259"/>
                    <a:pt x="441" y="259"/>
                  </a:cubicBezTo>
                  <a:cubicBezTo>
                    <a:pt x="440" y="258"/>
                    <a:pt x="441" y="258"/>
                    <a:pt x="441" y="258"/>
                  </a:cubicBezTo>
                  <a:cubicBezTo>
                    <a:pt x="442" y="258"/>
                    <a:pt x="442" y="258"/>
                    <a:pt x="443" y="258"/>
                  </a:cubicBezTo>
                  <a:cubicBezTo>
                    <a:pt x="443" y="258"/>
                    <a:pt x="442" y="256"/>
                    <a:pt x="442" y="256"/>
                  </a:cubicBezTo>
                  <a:cubicBezTo>
                    <a:pt x="442" y="256"/>
                    <a:pt x="442" y="256"/>
                    <a:pt x="441" y="256"/>
                  </a:cubicBezTo>
                  <a:cubicBezTo>
                    <a:pt x="441" y="256"/>
                    <a:pt x="441" y="257"/>
                    <a:pt x="441" y="257"/>
                  </a:cubicBezTo>
                  <a:cubicBezTo>
                    <a:pt x="441" y="257"/>
                    <a:pt x="441" y="257"/>
                    <a:pt x="441" y="257"/>
                  </a:cubicBezTo>
                  <a:cubicBezTo>
                    <a:pt x="441" y="257"/>
                    <a:pt x="440" y="257"/>
                    <a:pt x="440" y="257"/>
                  </a:cubicBezTo>
                  <a:cubicBezTo>
                    <a:pt x="440" y="257"/>
                    <a:pt x="439" y="257"/>
                    <a:pt x="439" y="257"/>
                  </a:cubicBezTo>
                  <a:cubicBezTo>
                    <a:pt x="437" y="257"/>
                    <a:pt x="437" y="257"/>
                    <a:pt x="436" y="256"/>
                  </a:cubicBezTo>
                  <a:cubicBezTo>
                    <a:pt x="436" y="255"/>
                    <a:pt x="434" y="255"/>
                    <a:pt x="433" y="255"/>
                  </a:cubicBezTo>
                  <a:cubicBezTo>
                    <a:pt x="433" y="255"/>
                    <a:pt x="432" y="256"/>
                    <a:pt x="432" y="256"/>
                  </a:cubicBezTo>
                  <a:cubicBezTo>
                    <a:pt x="433" y="256"/>
                    <a:pt x="433" y="256"/>
                    <a:pt x="434" y="256"/>
                  </a:cubicBezTo>
                  <a:cubicBezTo>
                    <a:pt x="434" y="256"/>
                    <a:pt x="434" y="257"/>
                    <a:pt x="434" y="257"/>
                  </a:cubicBezTo>
                  <a:cubicBezTo>
                    <a:pt x="434" y="257"/>
                    <a:pt x="433" y="257"/>
                    <a:pt x="433" y="257"/>
                  </a:cubicBezTo>
                  <a:cubicBezTo>
                    <a:pt x="433" y="257"/>
                    <a:pt x="433" y="258"/>
                    <a:pt x="432" y="258"/>
                  </a:cubicBezTo>
                  <a:cubicBezTo>
                    <a:pt x="432" y="257"/>
                    <a:pt x="432" y="257"/>
                    <a:pt x="432" y="257"/>
                  </a:cubicBezTo>
                  <a:cubicBezTo>
                    <a:pt x="432" y="256"/>
                    <a:pt x="431" y="256"/>
                    <a:pt x="431" y="256"/>
                  </a:cubicBezTo>
                  <a:cubicBezTo>
                    <a:pt x="431" y="256"/>
                    <a:pt x="431" y="256"/>
                    <a:pt x="432" y="255"/>
                  </a:cubicBezTo>
                  <a:cubicBezTo>
                    <a:pt x="431" y="255"/>
                    <a:pt x="431" y="255"/>
                    <a:pt x="430" y="255"/>
                  </a:cubicBezTo>
                  <a:cubicBezTo>
                    <a:pt x="430" y="254"/>
                    <a:pt x="430" y="254"/>
                    <a:pt x="430" y="254"/>
                  </a:cubicBezTo>
                  <a:cubicBezTo>
                    <a:pt x="429" y="253"/>
                    <a:pt x="428" y="253"/>
                    <a:pt x="427" y="253"/>
                  </a:cubicBezTo>
                  <a:cubicBezTo>
                    <a:pt x="427" y="253"/>
                    <a:pt x="428" y="253"/>
                    <a:pt x="428" y="253"/>
                  </a:cubicBezTo>
                  <a:cubicBezTo>
                    <a:pt x="428" y="254"/>
                    <a:pt x="428" y="254"/>
                    <a:pt x="428" y="254"/>
                  </a:cubicBezTo>
                  <a:cubicBezTo>
                    <a:pt x="428" y="254"/>
                    <a:pt x="430" y="255"/>
                    <a:pt x="429" y="255"/>
                  </a:cubicBezTo>
                  <a:cubicBezTo>
                    <a:pt x="429" y="255"/>
                    <a:pt x="428" y="255"/>
                    <a:pt x="428" y="254"/>
                  </a:cubicBezTo>
                  <a:cubicBezTo>
                    <a:pt x="427" y="254"/>
                    <a:pt x="426" y="254"/>
                    <a:pt x="426" y="254"/>
                  </a:cubicBezTo>
                  <a:cubicBezTo>
                    <a:pt x="425" y="254"/>
                    <a:pt x="426" y="256"/>
                    <a:pt x="424" y="255"/>
                  </a:cubicBezTo>
                  <a:cubicBezTo>
                    <a:pt x="424" y="255"/>
                    <a:pt x="424" y="256"/>
                    <a:pt x="424" y="255"/>
                  </a:cubicBezTo>
                  <a:cubicBezTo>
                    <a:pt x="423" y="255"/>
                    <a:pt x="423" y="255"/>
                    <a:pt x="423" y="255"/>
                  </a:cubicBezTo>
                  <a:cubicBezTo>
                    <a:pt x="423" y="255"/>
                    <a:pt x="422" y="254"/>
                    <a:pt x="422" y="255"/>
                  </a:cubicBezTo>
                  <a:cubicBezTo>
                    <a:pt x="422" y="255"/>
                    <a:pt x="421" y="256"/>
                    <a:pt x="421" y="255"/>
                  </a:cubicBezTo>
                  <a:cubicBezTo>
                    <a:pt x="420" y="255"/>
                    <a:pt x="420" y="255"/>
                    <a:pt x="420" y="254"/>
                  </a:cubicBezTo>
                  <a:cubicBezTo>
                    <a:pt x="420" y="254"/>
                    <a:pt x="419" y="254"/>
                    <a:pt x="419" y="253"/>
                  </a:cubicBezTo>
                  <a:cubicBezTo>
                    <a:pt x="419" y="253"/>
                    <a:pt x="419" y="253"/>
                    <a:pt x="420" y="253"/>
                  </a:cubicBezTo>
                  <a:cubicBezTo>
                    <a:pt x="421" y="254"/>
                    <a:pt x="420" y="253"/>
                    <a:pt x="420" y="252"/>
                  </a:cubicBezTo>
                  <a:cubicBezTo>
                    <a:pt x="419" y="252"/>
                    <a:pt x="419" y="251"/>
                    <a:pt x="419" y="251"/>
                  </a:cubicBezTo>
                  <a:cubicBezTo>
                    <a:pt x="419" y="250"/>
                    <a:pt x="420" y="250"/>
                    <a:pt x="420" y="250"/>
                  </a:cubicBezTo>
                  <a:cubicBezTo>
                    <a:pt x="419" y="249"/>
                    <a:pt x="417" y="249"/>
                    <a:pt x="417" y="248"/>
                  </a:cubicBezTo>
                  <a:cubicBezTo>
                    <a:pt x="417" y="248"/>
                    <a:pt x="416" y="248"/>
                    <a:pt x="416" y="247"/>
                  </a:cubicBezTo>
                  <a:cubicBezTo>
                    <a:pt x="416" y="247"/>
                    <a:pt x="416" y="247"/>
                    <a:pt x="416" y="247"/>
                  </a:cubicBezTo>
                  <a:cubicBezTo>
                    <a:pt x="416" y="246"/>
                    <a:pt x="416" y="245"/>
                    <a:pt x="415" y="245"/>
                  </a:cubicBezTo>
                  <a:cubicBezTo>
                    <a:pt x="415" y="245"/>
                    <a:pt x="414" y="244"/>
                    <a:pt x="413" y="244"/>
                  </a:cubicBezTo>
                  <a:cubicBezTo>
                    <a:pt x="413" y="244"/>
                    <a:pt x="413" y="243"/>
                    <a:pt x="413" y="243"/>
                  </a:cubicBezTo>
                  <a:cubicBezTo>
                    <a:pt x="412" y="243"/>
                    <a:pt x="412" y="243"/>
                    <a:pt x="411" y="243"/>
                  </a:cubicBezTo>
                  <a:cubicBezTo>
                    <a:pt x="410" y="243"/>
                    <a:pt x="411" y="244"/>
                    <a:pt x="410" y="244"/>
                  </a:cubicBezTo>
                  <a:cubicBezTo>
                    <a:pt x="409" y="245"/>
                    <a:pt x="408" y="244"/>
                    <a:pt x="407" y="244"/>
                  </a:cubicBezTo>
                  <a:cubicBezTo>
                    <a:pt x="406" y="244"/>
                    <a:pt x="406" y="243"/>
                    <a:pt x="405" y="243"/>
                  </a:cubicBezTo>
                  <a:cubicBezTo>
                    <a:pt x="404" y="243"/>
                    <a:pt x="403" y="243"/>
                    <a:pt x="403" y="243"/>
                  </a:cubicBezTo>
                  <a:cubicBezTo>
                    <a:pt x="402" y="243"/>
                    <a:pt x="401" y="242"/>
                    <a:pt x="401" y="243"/>
                  </a:cubicBezTo>
                  <a:cubicBezTo>
                    <a:pt x="400" y="243"/>
                    <a:pt x="400" y="242"/>
                    <a:pt x="399" y="242"/>
                  </a:cubicBezTo>
                  <a:cubicBezTo>
                    <a:pt x="399" y="242"/>
                    <a:pt x="398" y="242"/>
                    <a:pt x="398" y="242"/>
                  </a:cubicBezTo>
                  <a:cubicBezTo>
                    <a:pt x="397" y="242"/>
                    <a:pt x="398" y="242"/>
                    <a:pt x="398" y="243"/>
                  </a:cubicBezTo>
                  <a:cubicBezTo>
                    <a:pt x="399" y="243"/>
                    <a:pt x="399" y="244"/>
                    <a:pt x="398" y="243"/>
                  </a:cubicBezTo>
                  <a:cubicBezTo>
                    <a:pt x="397" y="243"/>
                    <a:pt x="397" y="243"/>
                    <a:pt x="396" y="243"/>
                  </a:cubicBezTo>
                  <a:cubicBezTo>
                    <a:pt x="396" y="243"/>
                    <a:pt x="396" y="243"/>
                    <a:pt x="396" y="243"/>
                  </a:cubicBezTo>
                  <a:cubicBezTo>
                    <a:pt x="396" y="244"/>
                    <a:pt x="396" y="244"/>
                    <a:pt x="396" y="244"/>
                  </a:cubicBezTo>
                  <a:cubicBezTo>
                    <a:pt x="396" y="244"/>
                    <a:pt x="395" y="244"/>
                    <a:pt x="395" y="244"/>
                  </a:cubicBezTo>
                  <a:cubicBezTo>
                    <a:pt x="395" y="244"/>
                    <a:pt x="393" y="244"/>
                    <a:pt x="393" y="245"/>
                  </a:cubicBezTo>
                  <a:cubicBezTo>
                    <a:pt x="393" y="245"/>
                    <a:pt x="394" y="246"/>
                    <a:pt x="394" y="246"/>
                  </a:cubicBezTo>
                  <a:cubicBezTo>
                    <a:pt x="394" y="246"/>
                    <a:pt x="394" y="246"/>
                    <a:pt x="393" y="247"/>
                  </a:cubicBezTo>
                  <a:cubicBezTo>
                    <a:pt x="393" y="247"/>
                    <a:pt x="392" y="247"/>
                    <a:pt x="391" y="247"/>
                  </a:cubicBezTo>
                  <a:cubicBezTo>
                    <a:pt x="390" y="246"/>
                    <a:pt x="391" y="247"/>
                    <a:pt x="390" y="248"/>
                  </a:cubicBezTo>
                  <a:cubicBezTo>
                    <a:pt x="389" y="248"/>
                    <a:pt x="389" y="248"/>
                    <a:pt x="388" y="248"/>
                  </a:cubicBezTo>
                  <a:cubicBezTo>
                    <a:pt x="388" y="248"/>
                    <a:pt x="387" y="248"/>
                    <a:pt x="386" y="248"/>
                  </a:cubicBezTo>
                  <a:cubicBezTo>
                    <a:pt x="386" y="248"/>
                    <a:pt x="386" y="248"/>
                    <a:pt x="386" y="248"/>
                  </a:cubicBezTo>
                  <a:cubicBezTo>
                    <a:pt x="386" y="248"/>
                    <a:pt x="385" y="248"/>
                    <a:pt x="385" y="248"/>
                  </a:cubicBezTo>
                  <a:cubicBezTo>
                    <a:pt x="384" y="249"/>
                    <a:pt x="383" y="249"/>
                    <a:pt x="383" y="249"/>
                  </a:cubicBezTo>
                  <a:cubicBezTo>
                    <a:pt x="382" y="249"/>
                    <a:pt x="382" y="249"/>
                    <a:pt x="381" y="249"/>
                  </a:cubicBezTo>
                  <a:cubicBezTo>
                    <a:pt x="380" y="249"/>
                    <a:pt x="379" y="250"/>
                    <a:pt x="377" y="250"/>
                  </a:cubicBezTo>
                  <a:cubicBezTo>
                    <a:pt x="376" y="250"/>
                    <a:pt x="377" y="249"/>
                    <a:pt x="376" y="249"/>
                  </a:cubicBezTo>
                  <a:cubicBezTo>
                    <a:pt x="375" y="250"/>
                    <a:pt x="375" y="251"/>
                    <a:pt x="375" y="250"/>
                  </a:cubicBezTo>
                  <a:cubicBezTo>
                    <a:pt x="374" y="250"/>
                    <a:pt x="372" y="250"/>
                    <a:pt x="373" y="251"/>
                  </a:cubicBezTo>
                  <a:cubicBezTo>
                    <a:pt x="373" y="251"/>
                    <a:pt x="372" y="251"/>
                    <a:pt x="372" y="251"/>
                  </a:cubicBezTo>
                  <a:cubicBezTo>
                    <a:pt x="371" y="251"/>
                    <a:pt x="371" y="251"/>
                    <a:pt x="371" y="252"/>
                  </a:cubicBezTo>
                  <a:cubicBezTo>
                    <a:pt x="371" y="252"/>
                    <a:pt x="372" y="253"/>
                    <a:pt x="371" y="253"/>
                  </a:cubicBezTo>
                  <a:cubicBezTo>
                    <a:pt x="371" y="254"/>
                    <a:pt x="370" y="253"/>
                    <a:pt x="370" y="253"/>
                  </a:cubicBezTo>
                  <a:cubicBezTo>
                    <a:pt x="369" y="252"/>
                    <a:pt x="369" y="253"/>
                    <a:pt x="368" y="253"/>
                  </a:cubicBezTo>
                  <a:cubicBezTo>
                    <a:pt x="367" y="253"/>
                    <a:pt x="367" y="253"/>
                    <a:pt x="366" y="253"/>
                  </a:cubicBezTo>
                  <a:cubicBezTo>
                    <a:pt x="366" y="253"/>
                    <a:pt x="365" y="253"/>
                    <a:pt x="364" y="253"/>
                  </a:cubicBezTo>
                  <a:cubicBezTo>
                    <a:pt x="364" y="253"/>
                    <a:pt x="363" y="253"/>
                    <a:pt x="362" y="253"/>
                  </a:cubicBezTo>
                  <a:cubicBezTo>
                    <a:pt x="362" y="253"/>
                    <a:pt x="361" y="254"/>
                    <a:pt x="362" y="254"/>
                  </a:cubicBezTo>
                  <a:cubicBezTo>
                    <a:pt x="362" y="254"/>
                    <a:pt x="362" y="255"/>
                    <a:pt x="361" y="255"/>
                  </a:cubicBezTo>
                  <a:cubicBezTo>
                    <a:pt x="361" y="254"/>
                    <a:pt x="360" y="254"/>
                    <a:pt x="359" y="254"/>
                  </a:cubicBezTo>
                  <a:cubicBezTo>
                    <a:pt x="359" y="255"/>
                    <a:pt x="358" y="255"/>
                    <a:pt x="357" y="255"/>
                  </a:cubicBezTo>
                  <a:cubicBezTo>
                    <a:pt x="357" y="255"/>
                    <a:pt x="356" y="255"/>
                    <a:pt x="356" y="255"/>
                  </a:cubicBezTo>
                  <a:cubicBezTo>
                    <a:pt x="355" y="255"/>
                    <a:pt x="356" y="255"/>
                    <a:pt x="355" y="256"/>
                  </a:cubicBezTo>
                  <a:cubicBezTo>
                    <a:pt x="355" y="256"/>
                    <a:pt x="354" y="256"/>
                    <a:pt x="354" y="256"/>
                  </a:cubicBezTo>
                  <a:cubicBezTo>
                    <a:pt x="353" y="256"/>
                    <a:pt x="353" y="256"/>
                    <a:pt x="353" y="256"/>
                  </a:cubicBezTo>
                  <a:cubicBezTo>
                    <a:pt x="353" y="256"/>
                    <a:pt x="352" y="256"/>
                    <a:pt x="352" y="256"/>
                  </a:cubicBezTo>
                  <a:cubicBezTo>
                    <a:pt x="352" y="256"/>
                    <a:pt x="351" y="256"/>
                    <a:pt x="351" y="257"/>
                  </a:cubicBezTo>
                  <a:cubicBezTo>
                    <a:pt x="352" y="257"/>
                    <a:pt x="351" y="257"/>
                    <a:pt x="351" y="257"/>
                  </a:cubicBezTo>
                  <a:cubicBezTo>
                    <a:pt x="352" y="259"/>
                    <a:pt x="350" y="257"/>
                    <a:pt x="350" y="257"/>
                  </a:cubicBezTo>
                  <a:cubicBezTo>
                    <a:pt x="351" y="256"/>
                    <a:pt x="348" y="256"/>
                    <a:pt x="348" y="256"/>
                  </a:cubicBezTo>
                  <a:cubicBezTo>
                    <a:pt x="348" y="257"/>
                    <a:pt x="347" y="256"/>
                    <a:pt x="347" y="257"/>
                  </a:cubicBezTo>
                  <a:cubicBezTo>
                    <a:pt x="346" y="257"/>
                    <a:pt x="347" y="257"/>
                    <a:pt x="346" y="257"/>
                  </a:cubicBezTo>
                  <a:cubicBezTo>
                    <a:pt x="346" y="257"/>
                    <a:pt x="346" y="257"/>
                    <a:pt x="346" y="257"/>
                  </a:cubicBezTo>
                  <a:cubicBezTo>
                    <a:pt x="345" y="257"/>
                    <a:pt x="345" y="257"/>
                    <a:pt x="345" y="257"/>
                  </a:cubicBezTo>
                  <a:cubicBezTo>
                    <a:pt x="345" y="257"/>
                    <a:pt x="344" y="257"/>
                    <a:pt x="344" y="257"/>
                  </a:cubicBezTo>
                  <a:cubicBezTo>
                    <a:pt x="344" y="257"/>
                    <a:pt x="344" y="257"/>
                    <a:pt x="343" y="257"/>
                  </a:cubicBezTo>
                  <a:cubicBezTo>
                    <a:pt x="343" y="257"/>
                    <a:pt x="343" y="257"/>
                    <a:pt x="343" y="257"/>
                  </a:cubicBezTo>
                  <a:cubicBezTo>
                    <a:pt x="343" y="257"/>
                    <a:pt x="342" y="256"/>
                    <a:pt x="341" y="256"/>
                  </a:cubicBezTo>
                  <a:cubicBezTo>
                    <a:pt x="341" y="256"/>
                    <a:pt x="340" y="256"/>
                    <a:pt x="340" y="257"/>
                  </a:cubicBezTo>
                  <a:cubicBezTo>
                    <a:pt x="340" y="257"/>
                    <a:pt x="341" y="258"/>
                    <a:pt x="340" y="258"/>
                  </a:cubicBezTo>
                  <a:cubicBezTo>
                    <a:pt x="340" y="257"/>
                    <a:pt x="340" y="257"/>
                    <a:pt x="339" y="257"/>
                  </a:cubicBezTo>
                  <a:cubicBezTo>
                    <a:pt x="339" y="257"/>
                    <a:pt x="338" y="257"/>
                    <a:pt x="339" y="258"/>
                  </a:cubicBezTo>
                  <a:cubicBezTo>
                    <a:pt x="339" y="258"/>
                    <a:pt x="339" y="258"/>
                    <a:pt x="340" y="258"/>
                  </a:cubicBezTo>
                  <a:cubicBezTo>
                    <a:pt x="340" y="258"/>
                    <a:pt x="340" y="258"/>
                    <a:pt x="341" y="259"/>
                  </a:cubicBezTo>
                  <a:cubicBezTo>
                    <a:pt x="341" y="259"/>
                    <a:pt x="340" y="259"/>
                    <a:pt x="340" y="260"/>
                  </a:cubicBezTo>
                  <a:cubicBezTo>
                    <a:pt x="340" y="260"/>
                    <a:pt x="340" y="260"/>
                    <a:pt x="340" y="260"/>
                  </a:cubicBezTo>
                  <a:cubicBezTo>
                    <a:pt x="340" y="260"/>
                    <a:pt x="340" y="260"/>
                    <a:pt x="340" y="260"/>
                  </a:cubicBezTo>
                  <a:cubicBezTo>
                    <a:pt x="340" y="261"/>
                    <a:pt x="340" y="260"/>
                    <a:pt x="339" y="260"/>
                  </a:cubicBezTo>
                  <a:cubicBezTo>
                    <a:pt x="339" y="260"/>
                    <a:pt x="339" y="261"/>
                    <a:pt x="339" y="261"/>
                  </a:cubicBezTo>
                  <a:cubicBezTo>
                    <a:pt x="340" y="261"/>
                    <a:pt x="341" y="261"/>
                    <a:pt x="342" y="261"/>
                  </a:cubicBezTo>
                  <a:cubicBezTo>
                    <a:pt x="342" y="262"/>
                    <a:pt x="343" y="262"/>
                    <a:pt x="343" y="261"/>
                  </a:cubicBezTo>
                  <a:cubicBezTo>
                    <a:pt x="343" y="260"/>
                    <a:pt x="345" y="262"/>
                    <a:pt x="345" y="262"/>
                  </a:cubicBezTo>
                  <a:cubicBezTo>
                    <a:pt x="344" y="262"/>
                    <a:pt x="344" y="263"/>
                    <a:pt x="343" y="262"/>
                  </a:cubicBezTo>
                  <a:cubicBezTo>
                    <a:pt x="343" y="262"/>
                    <a:pt x="343" y="262"/>
                    <a:pt x="342" y="262"/>
                  </a:cubicBezTo>
                  <a:cubicBezTo>
                    <a:pt x="342" y="262"/>
                    <a:pt x="342" y="263"/>
                    <a:pt x="342" y="263"/>
                  </a:cubicBezTo>
                  <a:cubicBezTo>
                    <a:pt x="342" y="263"/>
                    <a:pt x="342" y="264"/>
                    <a:pt x="342" y="264"/>
                  </a:cubicBezTo>
                  <a:cubicBezTo>
                    <a:pt x="343" y="264"/>
                    <a:pt x="343" y="264"/>
                    <a:pt x="343" y="264"/>
                  </a:cubicBezTo>
                  <a:cubicBezTo>
                    <a:pt x="344" y="264"/>
                    <a:pt x="344" y="265"/>
                    <a:pt x="345" y="265"/>
                  </a:cubicBezTo>
                  <a:cubicBezTo>
                    <a:pt x="346" y="265"/>
                    <a:pt x="346" y="265"/>
                    <a:pt x="346" y="265"/>
                  </a:cubicBezTo>
                  <a:cubicBezTo>
                    <a:pt x="347" y="265"/>
                    <a:pt x="347" y="265"/>
                    <a:pt x="348" y="265"/>
                  </a:cubicBezTo>
                  <a:cubicBezTo>
                    <a:pt x="348" y="266"/>
                    <a:pt x="351" y="265"/>
                    <a:pt x="351" y="267"/>
                  </a:cubicBezTo>
                  <a:cubicBezTo>
                    <a:pt x="351" y="268"/>
                    <a:pt x="349" y="267"/>
                    <a:pt x="348" y="267"/>
                  </a:cubicBezTo>
                  <a:cubicBezTo>
                    <a:pt x="348" y="267"/>
                    <a:pt x="347" y="268"/>
                    <a:pt x="346" y="267"/>
                  </a:cubicBezTo>
                  <a:cubicBezTo>
                    <a:pt x="346" y="267"/>
                    <a:pt x="346" y="267"/>
                    <a:pt x="345" y="267"/>
                  </a:cubicBezTo>
                  <a:cubicBezTo>
                    <a:pt x="345" y="267"/>
                    <a:pt x="344" y="267"/>
                    <a:pt x="343" y="267"/>
                  </a:cubicBezTo>
                  <a:cubicBezTo>
                    <a:pt x="343" y="267"/>
                    <a:pt x="342" y="267"/>
                    <a:pt x="342" y="267"/>
                  </a:cubicBezTo>
                  <a:cubicBezTo>
                    <a:pt x="344" y="269"/>
                    <a:pt x="339" y="270"/>
                    <a:pt x="340" y="271"/>
                  </a:cubicBezTo>
                  <a:cubicBezTo>
                    <a:pt x="341" y="271"/>
                    <a:pt x="342" y="271"/>
                    <a:pt x="342" y="271"/>
                  </a:cubicBezTo>
                  <a:cubicBezTo>
                    <a:pt x="342" y="272"/>
                    <a:pt x="342" y="272"/>
                    <a:pt x="342" y="272"/>
                  </a:cubicBezTo>
                  <a:cubicBezTo>
                    <a:pt x="343" y="273"/>
                    <a:pt x="344" y="273"/>
                    <a:pt x="344" y="274"/>
                  </a:cubicBezTo>
                  <a:cubicBezTo>
                    <a:pt x="344" y="274"/>
                    <a:pt x="343" y="275"/>
                    <a:pt x="343" y="275"/>
                  </a:cubicBezTo>
                  <a:cubicBezTo>
                    <a:pt x="342" y="276"/>
                    <a:pt x="342" y="276"/>
                    <a:pt x="341" y="276"/>
                  </a:cubicBezTo>
                  <a:cubicBezTo>
                    <a:pt x="340" y="276"/>
                    <a:pt x="340" y="277"/>
                    <a:pt x="339" y="277"/>
                  </a:cubicBezTo>
                  <a:cubicBezTo>
                    <a:pt x="338" y="278"/>
                    <a:pt x="337" y="277"/>
                    <a:pt x="337" y="278"/>
                  </a:cubicBezTo>
                  <a:cubicBezTo>
                    <a:pt x="337" y="279"/>
                    <a:pt x="338" y="279"/>
                    <a:pt x="338" y="279"/>
                  </a:cubicBezTo>
                  <a:cubicBezTo>
                    <a:pt x="338" y="279"/>
                    <a:pt x="340" y="280"/>
                    <a:pt x="341" y="280"/>
                  </a:cubicBezTo>
                  <a:cubicBezTo>
                    <a:pt x="341" y="280"/>
                    <a:pt x="342" y="280"/>
                    <a:pt x="341" y="281"/>
                  </a:cubicBezTo>
                  <a:cubicBezTo>
                    <a:pt x="341" y="281"/>
                    <a:pt x="341" y="281"/>
                    <a:pt x="341" y="281"/>
                  </a:cubicBezTo>
                  <a:cubicBezTo>
                    <a:pt x="341" y="281"/>
                    <a:pt x="342" y="281"/>
                    <a:pt x="342" y="282"/>
                  </a:cubicBezTo>
                  <a:cubicBezTo>
                    <a:pt x="343" y="282"/>
                    <a:pt x="345" y="281"/>
                    <a:pt x="346" y="282"/>
                  </a:cubicBezTo>
                  <a:cubicBezTo>
                    <a:pt x="346" y="283"/>
                    <a:pt x="347" y="283"/>
                    <a:pt x="348" y="283"/>
                  </a:cubicBezTo>
                  <a:cubicBezTo>
                    <a:pt x="349" y="283"/>
                    <a:pt x="350" y="283"/>
                    <a:pt x="351" y="284"/>
                  </a:cubicBezTo>
                  <a:cubicBezTo>
                    <a:pt x="352" y="284"/>
                    <a:pt x="352" y="285"/>
                    <a:pt x="353" y="285"/>
                  </a:cubicBezTo>
                  <a:cubicBezTo>
                    <a:pt x="351" y="286"/>
                    <a:pt x="352" y="287"/>
                    <a:pt x="352" y="288"/>
                  </a:cubicBezTo>
                  <a:cubicBezTo>
                    <a:pt x="353" y="290"/>
                    <a:pt x="352" y="291"/>
                    <a:pt x="351" y="291"/>
                  </a:cubicBezTo>
                  <a:cubicBezTo>
                    <a:pt x="348" y="292"/>
                    <a:pt x="346" y="292"/>
                    <a:pt x="344" y="292"/>
                  </a:cubicBezTo>
                  <a:cubicBezTo>
                    <a:pt x="343" y="292"/>
                    <a:pt x="343" y="291"/>
                    <a:pt x="342" y="291"/>
                  </a:cubicBezTo>
                  <a:cubicBezTo>
                    <a:pt x="342" y="291"/>
                    <a:pt x="342" y="290"/>
                    <a:pt x="342" y="290"/>
                  </a:cubicBezTo>
                  <a:cubicBezTo>
                    <a:pt x="341" y="290"/>
                    <a:pt x="340" y="290"/>
                    <a:pt x="340" y="290"/>
                  </a:cubicBezTo>
                  <a:cubicBezTo>
                    <a:pt x="340" y="290"/>
                    <a:pt x="340" y="290"/>
                    <a:pt x="340" y="290"/>
                  </a:cubicBezTo>
                  <a:cubicBezTo>
                    <a:pt x="340" y="291"/>
                    <a:pt x="340" y="292"/>
                    <a:pt x="340" y="293"/>
                  </a:cubicBezTo>
                  <a:cubicBezTo>
                    <a:pt x="339" y="293"/>
                    <a:pt x="339" y="293"/>
                    <a:pt x="338" y="293"/>
                  </a:cubicBezTo>
                  <a:cubicBezTo>
                    <a:pt x="338" y="294"/>
                    <a:pt x="338" y="294"/>
                    <a:pt x="337" y="294"/>
                  </a:cubicBezTo>
                  <a:cubicBezTo>
                    <a:pt x="336" y="293"/>
                    <a:pt x="338" y="293"/>
                    <a:pt x="337" y="293"/>
                  </a:cubicBezTo>
                  <a:cubicBezTo>
                    <a:pt x="337" y="292"/>
                    <a:pt x="336" y="292"/>
                    <a:pt x="336" y="292"/>
                  </a:cubicBezTo>
                  <a:cubicBezTo>
                    <a:pt x="335" y="292"/>
                    <a:pt x="335" y="292"/>
                    <a:pt x="334" y="292"/>
                  </a:cubicBezTo>
                  <a:cubicBezTo>
                    <a:pt x="334" y="292"/>
                    <a:pt x="333" y="292"/>
                    <a:pt x="333" y="292"/>
                  </a:cubicBezTo>
                  <a:cubicBezTo>
                    <a:pt x="332" y="292"/>
                    <a:pt x="331" y="292"/>
                    <a:pt x="331" y="291"/>
                  </a:cubicBezTo>
                  <a:cubicBezTo>
                    <a:pt x="330" y="291"/>
                    <a:pt x="330" y="290"/>
                    <a:pt x="330" y="290"/>
                  </a:cubicBezTo>
                  <a:cubicBezTo>
                    <a:pt x="329" y="290"/>
                    <a:pt x="329" y="290"/>
                    <a:pt x="329" y="290"/>
                  </a:cubicBezTo>
                  <a:cubicBezTo>
                    <a:pt x="327" y="290"/>
                    <a:pt x="329" y="288"/>
                    <a:pt x="328" y="288"/>
                  </a:cubicBezTo>
                  <a:cubicBezTo>
                    <a:pt x="327" y="287"/>
                    <a:pt x="327" y="288"/>
                    <a:pt x="326" y="287"/>
                  </a:cubicBezTo>
                  <a:cubicBezTo>
                    <a:pt x="326" y="287"/>
                    <a:pt x="326" y="287"/>
                    <a:pt x="325" y="287"/>
                  </a:cubicBezTo>
                  <a:cubicBezTo>
                    <a:pt x="324" y="286"/>
                    <a:pt x="325" y="288"/>
                    <a:pt x="324" y="287"/>
                  </a:cubicBezTo>
                  <a:cubicBezTo>
                    <a:pt x="323" y="287"/>
                    <a:pt x="323" y="288"/>
                    <a:pt x="322" y="287"/>
                  </a:cubicBezTo>
                  <a:cubicBezTo>
                    <a:pt x="322" y="287"/>
                    <a:pt x="321" y="287"/>
                    <a:pt x="321" y="287"/>
                  </a:cubicBezTo>
                  <a:cubicBezTo>
                    <a:pt x="320" y="287"/>
                    <a:pt x="322" y="289"/>
                    <a:pt x="321" y="289"/>
                  </a:cubicBezTo>
                  <a:cubicBezTo>
                    <a:pt x="320" y="289"/>
                    <a:pt x="320" y="289"/>
                    <a:pt x="319" y="289"/>
                  </a:cubicBezTo>
                  <a:cubicBezTo>
                    <a:pt x="319" y="290"/>
                    <a:pt x="319" y="290"/>
                    <a:pt x="318" y="290"/>
                  </a:cubicBezTo>
                  <a:cubicBezTo>
                    <a:pt x="318" y="289"/>
                    <a:pt x="318" y="289"/>
                    <a:pt x="317" y="289"/>
                  </a:cubicBezTo>
                  <a:cubicBezTo>
                    <a:pt x="317" y="288"/>
                    <a:pt x="316" y="288"/>
                    <a:pt x="316" y="287"/>
                  </a:cubicBezTo>
                  <a:cubicBezTo>
                    <a:pt x="316" y="287"/>
                    <a:pt x="315" y="287"/>
                    <a:pt x="315" y="288"/>
                  </a:cubicBezTo>
                  <a:cubicBezTo>
                    <a:pt x="314" y="288"/>
                    <a:pt x="314" y="288"/>
                    <a:pt x="313" y="288"/>
                  </a:cubicBezTo>
                  <a:cubicBezTo>
                    <a:pt x="312" y="287"/>
                    <a:pt x="312" y="287"/>
                    <a:pt x="312" y="288"/>
                  </a:cubicBezTo>
                  <a:cubicBezTo>
                    <a:pt x="312" y="289"/>
                    <a:pt x="311" y="288"/>
                    <a:pt x="311" y="288"/>
                  </a:cubicBezTo>
                  <a:cubicBezTo>
                    <a:pt x="311" y="288"/>
                    <a:pt x="310" y="287"/>
                    <a:pt x="310" y="288"/>
                  </a:cubicBezTo>
                  <a:cubicBezTo>
                    <a:pt x="310" y="288"/>
                    <a:pt x="310" y="288"/>
                    <a:pt x="310" y="289"/>
                  </a:cubicBezTo>
                  <a:cubicBezTo>
                    <a:pt x="309" y="289"/>
                    <a:pt x="310" y="290"/>
                    <a:pt x="309" y="289"/>
                  </a:cubicBezTo>
                  <a:cubicBezTo>
                    <a:pt x="309" y="289"/>
                    <a:pt x="308" y="289"/>
                    <a:pt x="308" y="290"/>
                  </a:cubicBezTo>
                  <a:cubicBezTo>
                    <a:pt x="308" y="290"/>
                    <a:pt x="308" y="291"/>
                    <a:pt x="308" y="291"/>
                  </a:cubicBezTo>
                  <a:cubicBezTo>
                    <a:pt x="307" y="292"/>
                    <a:pt x="307" y="292"/>
                    <a:pt x="306" y="292"/>
                  </a:cubicBezTo>
                  <a:cubicBezTo>
                    <a:pt x="306" y="293"/>
                    <a:pt x="305" y="293"/>
                    <a:pt x="305" y="293"/>
                  </a:cubicBezTo>
                  <a:cubicBezTo>
                    <a:pt x="304" y="293"/>
                    <a:pt x="304" y="292"/>
                    <a:pt x="303" y="292"/>
                  </a:cubicBezTo>
                  <a:cubicBezTo>
                    <a:pt x="302" y="292"/>
                    <a:pt x="302" y="292"/>
                    <a:pt x="301" y="291"/>
                  </a:cubicBezTo>
                  <a:cubicBezTo>
                    <a:pt x="300" y="291"/>
                    <a:pt x="300" y="291"/>
                    <a:pt x="299" y="290"/>
                  </a:cubicBezTo>
                  <a:cubicBezTo>
                    <a:pt x="299" y="290"/>
                    <a:pt x="299" y="289"/>
                    <a:pt x="299" y="289"/>
                  </a:cubicBezTo>
                  <a:cubicBezTo>
                    <a:pt x="298" y="289"/>
                    <a:pt x="298" y="289"/>
                    <a:pt x="297" y="289"/>
                  </a:cubicBezTo>
                  <a:cubicBezTo>
                    <a:pt x="296" y="288"/>
                    <a:pt x="296" y="288"/>
                    <a:pt x="294" y="288"/>
                  </a:cubicBezTo>
                  <a:cubicBezTo>
                    <a:pt x="294" y="288"/>
                    <a:pt x="294" y="289"/>
                    <a:pt x="295" y="289"/>
                  </a:cubicBezTo>
                  <a:cubicBezTo>
                    <a:pt x="296" y="289"/>
                    <a:pt x="296" y="291"/>
                    <a:pt x="296" y="292"/>
                  </a:cubicBezTo>
                  <a:cubicBezTo>
                    <a:pt x="296" y="292"/>
                    <a:pt x="297" y="293"/>
                    <a:pt x="296" y="293"/>
                  </a:cubicBezTo>
                  <a:cubicBezTo>
                    <a:pt x="295" y="293"/>
                    <a:pt x="295" y="293"/>
                    <a:pt x="294" y="293"/>
                  </a:cubicBezTo>
                  <a:cubicBezTo>
                    <a:pt x="294" y="292"/>
                    <a:pt x="294" y="291"/>
                    <a:pt x="294" y="291"/>
                  </a:cubicBezTo>
                  <a:cubicBezTo>
                    <a:pt x="294" y="289"/>
                    <a:pt x="293" y="289"/>
                    <a:pt x="292" y="289"/>
                  </a:cubicBezTo>
                  <a:cubicBezTo>
                    <a:pt x="291" y="289"/>
                    <a:pt x="291" y="288"/>
                    <a:pt x="291" y="288"/>
                  </a:cubicBezTo>
                  <a:cubicBezTo>
                    <a:pt x="290" y="287"/>
                    <a:pt x="290" y="287"/>
                    <a:pt x="290" y="287"/>
                  </a:cubicBezTo>
                  <a:cubicBezTo>
                    <a:pt x="289" y="287"/>
                    <a:pt x="289" y="286"/>
                    <a:pt x="288" y="286"/>
                  </a:cubicBezTo>
                  <a:cubicBezTo>
                    <a:pt x="287" y="286"/>
                    <a:pt x="287" y="286"/>
                    <a:pt x="286" y="286"/>
                  </a:cubicBezTo>
                  <a:cubicBezTo>
                    <a:pt x="286" y="285"/>
                    <a:pt x="286" y="285"/>
                    <a:pt x="285" y="285"/>
                  </a:cubicBezTo>
                  <a:cubicBezTo>
                    <a:pt x="285" y="285"/>
                    <a:pt x="285" y="284"/>
                    <a:pt x="285" y="284"/>
                  </a:cubicBezTo>
                  <a:cubicBezTo>
                    <a:pt x="285" y="284"/>
                    <a:pt x="285" y="284"/>
                    <a:pt x="284" y="284"/>
                  </a:cubicBezTo>
                  <a:cubicBezTo>
                    <a:pt x="284" y="284"/>
                    <a:pt x="284" y="283"/>
                    <a:pt x="283" y="283"/>
                  </a:cubicBezTo>
                  <a:cubicBezTo>
                    <a:pt x="283" y="283"/>
                    <a:pt x="282" y="283"/>
                    <a:pt x="282" y="283"/>
                  </a:cubicBezTo>
                  <a:cubicBezTo>
                    <a:pt x="282" y="283"/>
                    <a:pt x="281" y="283"/>
                    <a:pt x="281" y="283"/>
                  </a:cubicBezTo>
                  <a:cubicBezTo>
                    <a:pt x="281" y="283"/>
                    <a:pt x="280" y="283"/>
                    <a:pt x="280" y="283"/>
                  </a:cubicBezTo>
                  <a:cubicBezTo>
                    <a:pt x="280" y="283"/>
                    <a:pt x="280" y="284"/>
                    <a:pt x="279" y="283"/>
                  </a:cubicBezTo>
                  <a:cubicBezTo>
                    <a:pt x="279" y="283"/>
                    <a:pt x="278" y="283"/>
                    <a:pt x="278" y="283"/>
                  </a:cubicBezTo>
                  <a:cubicBezTo>
                    <a:pt x="276" y="284"/>
                    <a:pt x="275" y="282"/>
                    <a:pt x="275" y="282"/>
                  </a:cubicBezTo>
                  <a:cubicBezTo>
                    <a:pt x="274" y="281"/>
                    <a:pt x="274" y="281"/>
                    <a:pt x="274" y="280"/>
                  </a:cubicBezTo>
                  <a:cubicBezTo>
                    <a:pt x="273" y="280"/>
                    <a:pt x="273" y="281"/>
                    <a:pt x="273" y="281"/>
                  </a:cubicBezTo>
                  <a:cubicBezTo>
                    <a:pt x="272" y="281"/>
                    <a:pt x="272" y="281"/>
                    <a:pt x="271" y="281"/>
                  </a:cubicBezTo>
                  <a:cubicBezTo>
                    <a:pt x="271" y="281"/>
                    <a:pt x="270" y="281"/>
                    <a:pt x="270" y="282"/>
                  </a:cubicBezTo>
                  <a:cubicBezTo>
                    <a:pt x="269" y="282"/>
                    <a:pt x="270" y="283"/>
                    <a:pt x="270" y="283"/>
                  </a:cubicBezTo>
                  <a:cubicBezTo>
                    <a:pt x="269" y="284"/>
                    <a:pt x="269" y="283"/>
                    <a:pt x="268" y="283"/>
                  </a:cubicBezTo>
                  <a:cubicBezTo>
                    <a:pt x="268" y="282"/>
                    <a:pt x="266" y="284"/>
                    <a:pt x="266" y="283"/>
                  </a:cubicBezTo>
                  <a:cubicBezTo>
                    <a:pt x="265" y="282"/>
                    <a:pt x="266" y="282"/>
                    <a:pt x="266" y="282"/>
                  </a:cubicBezTo>
                  <a:cubicBezTo>
                    <a:pt x="267" y="282"/>
                    <a:pt x="265" y="281"/>
                    <a:pt x="265" y="281"/>
                  </a:cubicBezTo>
                  <a:cubicBezTo>
                    <a:pt x="265" y="281"/>
                    <a:pt x="263" y="281"/>
                    <a:pt x="263" y="281"/>
                  </a:cubicBezTo>
                  <a:cubicBezTo>
                    <a:pt x="262" y="281"/>
                    <a:pt x="261" y="280"/>
                    <a:pt x="261" y="280"/>
                  </a:cubicBezTo>
                  <a:cubicBezTo>
                    <a:pt x="260" y="281"/>
                    <a:pt x="261" y="281"/>
                    <a:pt x="261" y="282"/>
                  </a:cubicBezTo>
                  <a:cubicBezTo>
                    <a:pt x="261" y="282"/>
                    <a:pt x="260" y="282"/>
                    <a:pt x="260" y="282"/>
                  </a:cubicBezTo>
                  <a:cubicBezTo>
                    <a:pt x="261" y="282"/>
                    <a:pt x="260" y="281"/>
                    <a:pt x="259" y="282"/>
                  </a:cubicBezTo>
                  <a:cubicBezTo>
                    <a:pt x="259" y="282"/>
                    <a:pt x="259" y="282"/>
                    <a:pt x="259" y="283"/>
                  </a:cubicBezTo>
                  <a:cubicBezTo>
                    <a:pt x="259" y="283"/>
                    <a:pt x="260" y="283"/>
                    <a:pt x="259" y="283"/>
                  </a:cubicBezTo>
                  <a:cubicBezTo>
                    <a:pt x="259" y="284"/>
                    <a:pt x="259" y="284"/>
                    <a:pt x="258" y="284"/>
                  </a:cubicBezTo>
                  <a:cubicBezTo>
                    <a:pt x="258" y="284"/>
                    <a:pt x="258" y="284"/>
                    <a:pt x="258" y="285"/>
                  </a:cubicBezTo>
                  <a:cubicBezTo>
                    <a:pt x="258" y="286"/>
                    <a:pt x="257" y="286"/>
                    <a:pt x="256" y="286"/>
                  </a:cubicBezTo>
                  <a:cubicBezTo>
                    <a:pt x="255" y="286"/>
                    <a:pt x="255" y="286"/>
                    <a:pt x="254" y="287"/>
                  </a:cubicBezTo>
                  <a:cubicBezTo>
                    <a:pt x="253" y="287"/>
                    <a:pt x="252" y="287"/>
                    <a:pt x="252" y="287"/>
                  </a:cubicBezTo>
                  <a:cubicBezTo>
                    <a:pt x="251" y="287"/>
                    <a:pt x="251" y="288"/>
                    <a:pt x="251" y="288"/>
                  </a:cubicBezTo>
                  <a:cubicBezTo>
                    <a:pt x="251" y="289"/>
                    <a:pt x="252" y="289"/>
                    <a:pt x="251" y="290"/>
                  </a:cubicBezTo>
                  <a:cubicBezTo>
                    <a:pt x="251" y="290"/>
                    <a:pt x="250" y="290"/>
                    <a:pt x="249" y="291"/>
                  </a:cubicBezTo>
                  <a:cubicBezTo>
                    <a:pt x="249" y="292"/>
                    <a:pt x="248" y="292"/>
                    <a:pt x="247" y="292"/>
                  </a:cubicBezTo>
                  <a:cubicBezTo>
                    <a:pt x="247" y="292"/>
                    <a:pt x="246" y="292"/>
                    <a:pt x="246" y="292"/>
                  </a:cubicBezTo>
                  <a:cubicBezTo>
                    <a:pt x="246" y="292"/>
                    <a:pt x="245" y="292"/>
                    <a:pt x="245" y="292"/>
                  </a:cubicBezTo>
                  <a:cubicBezTo>
                    <a:pt x="246" y="292"/>
                    <a:pt x="246" y="292"/>
                    <a:pt x="246" y="293"/>
                  </a:cubicBezTo>
                  <a:cubicBezTo>
                    <a:pt x="246" y="293"/>
                    <a:pt x="246" y="294"/>
                    <a:pt x="246" y="294"/>
                  </a:cubicBezTo>
                  <a:cubicBezTo>
                    <a:pt x="247" y="295"/>
                    <a:pt x="247" y="296"/>
                    <a:pt x="248" y="297"/>
                  </a:cubicBezTo>
                  <a:cubicBezTo>
                    <a:pt x="248" y="297"/>
                    <a:pt x="248" y="297"/>
                    <a:pt x="248" y="298"/>
                  </a:cubicBezTo>
                  <a:cubicBezTo>
                    <a:pt x="249" y="298"/>
                    <a:pt x="249" y="298"/>
                    <a:pt x="249" y="298"/>
                  </a:cubicBezTo>
                  <a:cubicBezTo>
                    <a:pt x="250" y="300"/>
                    <a:pt x="247" y="300"/>
                    <a:pt x="246" y="301"/>
                  </a:cubicBezTo>
                  <a:cubicBezTo>
                    <a:pt x="246" y="301"/>
                    <a:pt x="245" y="301"/>
                    <a:pt x="245" y="300"/>
                  </a:cubicBezTo>
                  <a:cubicBezTo>
                    <a:pt x="244" y="300"/>
                    <a:pt x="244" y="300"/>
                    <a:pt x="244" y="300"/>
                  </a:cubicBezTo>
                  <a:cubicBezTo>
                    <a:pt x="244" y="300"/>
                    <a:pt x="244" y="300"/>
                    <a:pt x="244" y="300"/>
                  </a:cubicBezTo>
                  <a:cubicBezTo>
                    <a:pt x="243" y="299"/>
                    <a:pt x="243" y="299"/>
                    <a:pt x="243" y="299"/>
                  </a:cubicBezTo>
                  <a:cubicBezTo>
                    <a:pt x="243" y="298"/>
                    <a:pt x="242" y="298"/>
                    <a:pt x="242" y="298"/>
                  </a:cubicBezTo>
                  <a:cubicBezTo>
                    <a:pt x="242" y="297"/>
                    <a:pt x="241" y="297"/>
                    <a:pt x="240" y="296"/>
                  </a:cubicBezTo>
                  <a:cubicBezTo>
                    <a:pt x="240" y="296"/>
                    <a:pt x="239" y="295"/>
                    <a:pt x="239" y="295"/>
                  </a:cubicBezTo>
                  <a:cubicBezTo>
                    <a:pt x="238" y="295"/>
                    <a:pt x="238" y="294"/>
                    <a:pt x="238" y="294"/>
                  </a:cubicBezTo>
                  <a:cubicBezTo>
                    <a:pt x="237" y="294"/>
                    <a:pt x="236" y="294"/>
                    <a:pt x="236" y="295"/>
                  </a:cubicBezTo>
                  <a:cubicBezTo>
                    <a:pt x="236" y="296"/>
                    <a:pt x="235" y="296"/>
                    <a:pt x="235" y="296"/>
                  </a:cubicBezTo>
                  <a:cubicBezTo>
                    <a:pt x="236" y="297"/>
                    <a:pt x="235" y="297"/>
                    <a:pt x="235" y="297"/>
                  </a:cubicBezTo>
                  <a:cubicBezTo>
                    <a:pt x="236" y="298"/>
                    <a:pt x="236" y="298"/>
                    <a:pt x="236" y="298"/>
                  </a:cubicBezTo>
                  <a:cubicBezTo>
                    <a:pt x="235" y="299"/>
                    <a:pt x="235" y="299"/>
                    <a:pt x="234" y="300"/>
                  </a:cubicBezTo>
                  <a:cubicBezTo>
                    <a:pt x="234" y="300"/>
                    <a:pt x="233" y="300"/>
                    <a:pt x="233" y="300"/>
                  </a:cubicBezTo>
                  <a:cubicBezTo>
                    <a:pt x="233" y="301"/>
                    <a:pt x="233" y="302"/>
                    <a:pt x="233" y="302"/>
                  </a:cubicBezTo>
                  <a:cubicBezTo>
                    <a:pt x="233" y="303"/>
                    <a:pt x="233" y="304"/>
                    <a:pt x="233" y="305"/>
                  </a:cubicBezTo>
                  <a:cubicBezTo>
                    <a:pt x="233" y="307"/>
                    <a:pt x="234" y="306"/>
                    <a:pt x="235" y="307"/>
                  </a:cubicBezTo>
                  <a:cubicBezTo>
                    <a:pt x="236" y="309"/>
                    <a:pt x="235" y="309"/>
                    <a:pt x="234" y="310"/>
                  </a:cubicBezTo>
                  <a:cubicBezTo>
                    <a:pt x="233" y="311"/>
                    <a:pt x="233" y="312"/>
                    <a:pt x="233" y="312"/>
                  </a:cubicBezTo>
                  <a:cubicBezTo>
                    <a:pt x="233" y="313"/>
                    <a:pt x="233" y="313"/>
                    <a:pt x="233" y="314"/>
                  </a:cubicBezTo>
                  <a:cubicBezTo>
                    <a:pt x="232" y="315"/>
                    <a:pt x="232" y="316"/>
                    <a:pt x="234" y="316"/>
                  </a:cubicBezTo>
                  <a:cubicBezTo>
                    <a:pt x="235" y="316"/>
                    <a:pt x="236" y="317"/>
                    <a:pt x="238" y="317"/>
                  </a:cubicBezTo>
                  <a:cubicBezTo>
                    <a:pt x="238" y="317"/>
                    <a:pt x="238" y="318"/>
                    <a:pt x="238" y="318"/>
                  </a:cubicBezTo>
                  <a:cubicBezTo>
                    <a:pt x="238" y="318"/>
                    <a:pt x="238" y="318"/>
                    <a:pt x="238" y="319"/>
                  </a:cubicBezTo>
                  <a:cubicBezTo>
                    <a:pt x="239" y="319"/>
                    <a:pt x="239" y="319"/>
                    <a:pt x="239" y="319"/>
                  </a:cubicBezTo>
                  <a:cubicBezTo>
                    <a:pt x="239" y="320"/>
                    <a:pt x="238" y="320"/>
                    <a:pt x="238" y="320"/>
                  </a:cubicBezTo>
                  <a:cubicBezTo>
                    <a:pt x="238" y="320"/>
                    <a:pt x="239" y="321"/>
                    <a:pt x="239" y="321"/>
                  </a:cubicBezTo>
                  <a:cubicBezTo>
                    <a:pt x="239" y="322"/>
                    <a:pt x="239" y="322"/>
                    <a:pt x="239" y="322"/>
                  </a:cubicBezTo>
                  <a:cubicBezTo>
                    <a:pt x="240" y="323"/>
                    <a:pt x="241" y="323"/>
                    <a:pt x="241" y="324"/>
                  </a:cubicBezTo>
                  <a:cubicBezTo>
                    <a:pt x="242" y="322"/>
                    <a:pt x="241" y="322"/>
                    <a:pt x="243" y="322"/>
                  </a:cubicBezTo>
                  <a:cubicBezTo>
                    <a:pt x="244" y="323"/>
                    <a:pt x="246" y="322"/>
                    <a:pt x="247" y="323"/>
                  </a:cubicBezTo>
                  <a:cubicBezTo>
                    <a:pt x="248" y="323"/>
                    <a:pt x="249" y="325"/>
                    <a:pt x="250" y="326"/>
                  </a:cubicBezTo>
                  <a:cubicBezTo>
                    <a:pt x="251" y="326"/>
                    <a:pt x="251" y="326"/>
                    <a:pt x="252" y="327"/>
                  </a:cubicBezTo>
                  <a:cubicBezTo>
                    <a:pt x="252" y="327"/>
                    <a:pt x="253" y="328"/>
                    <a:pt x="253" y="328"/>
                  </a:cubicBezTo>
                  <a:cubicBezTo>
                    <a:pt x="254" y="329"/>
                    <a:pt x="254" y="330"/>
                    <a:pt x="255" y="331"/>
                  </a:cubicBezTo>
                  <a:cubicBezTo>
                    <a:pt x="256" y="332"/>
                    <a:pt x="257" y="333"/>
                    <a:pt x="257" y="333"/>
                  </a:cubicBezTo>
                  <a:cubicBezTo>
                    <a:pt x="257" y="334"/>
                    <a:pt x="255" y="334"/>
                    <a:pt x="255" y="334"/>
                  </a:cubicBezTo>
                  <a:cubicBezTo>
                    <a:pt x="255" y="334"/>
                    <a:pt x="254" y="333"/>
                    <a:pt x="254" y="333"/>
                  </a:cubicBezTo>
                  <a:cubicBezTo>
                    <a:pt x="253" y="334"/>
                    <a:pt x="253" y="334"/>
                    <a:pt x="253" y="335"/>
                  </a:cubicBezTo>
                  <a:cubicBezTo>
                    <a:pt x="254" y="335"/>
                    <a:pt x="254" y="336"/>
                    <a:pt x="255" y="336"/>
                  </a:cubicBezTo>
                  <a:cubicBezTo>
                    <a:pt x="256" y="336"/>
                    <a:pt x="256" y="337"/>
                    <a:pt x="257" y="337"/>
                  </a:cubicBezTo>
                  <a:cubicBezTo>
                    <a:pt x="258" y="337"/>
                    <a:pt x="259" y="337"/>
                    <a:pt x="259" y="338"/>
                  </a:cubicBezTo>
                  <a:cubicBezTo>
                    <a:pt x="260" y="338"/>
                    <a:pt x="261" y="339"/>
                    <a:pt x="261" y="339"/>
                  </a:cubicBezTo>
                  <a:cubicBezTo>
                    <a:pt x="260" y="339"/>
                    <a:pt x="260" y="339"/>
                    <a:pt x="260" y="339"/>
                  </a:cubicBezTo>
                  <a:cubicBezTo>
                    <a:pt x="260" y="339"/>
                    <a:pt x="259" y="338"/>
                    <a:pt x="259" y="338"/>
                  </a:cubicBezTo>
                  <a:cubicBezTo>
                    <a:pt x="259" y="338"/>
                    <a:pt x="259" y="339"/>
                    <a:pt x="259" y="339"/>
                  </a:cubicBezTo>
                  <a:cubicBezTo>
                    <a:pt x="259" y="339"/>
                    <a:pt x="259" y="339"/>
                    <a:pt x="259" y="340"/>
                  </a:cubicBezTo>
                  <a:cubicBezTo>
                    <a:pt x="259" y="340"/>
                    <a:pt x="259" y="340"/>
                    <a:pt x="259" y="340"/>
                  </a:cubicBezTo>
                  <a:cubicBezTo>
                    <a:pt x="258" y="340"/>
                    <a:pt x="258" y="340"/>
                    <a:pt x="258" y="340"/>
                  </a:cubicBezTo>
                  <a:cubicBezTo>
                    <a:pt x="258" y="340"/>
                    <a:pt x="258" y="341"/>
                    <a:pt x="258" y="341"/>
                  </a:cubicBezTo>
                  <a:cubicBezTo>
                    <a:pt x="258" y="341"/>
                    <a:pt x="258" y="340"/>
                    <a:pt x="257" y="340"/>
                  </a:cubicBezTo>
                  <a:cubicBezTo>
                    <a:pt x="257" y="340"/>
                    <a:pt x="257" y="340"/>
                    <a:pt x="258" y="341"/>
                  </a:cubicBezTo>
                  <a:cubicBezTo>
                    <a:pt x="257" y="340"/>
                    <a:pt x="257" y="340"/>
                    <a:pt x="257" y="340"/>
                  </a:cubicBezTo>
                  <a:cubicBezTo>
                    <a:pt x="257" y="340"/>
                    <a:pt x="258" y="341"/>
                    <a:pt x="257" y="341"/>
                  </a:cubicBezTo>
                  <a:cubicBezTo>
                    <a:pt x="257" y="341"/>
                    <a:pt x="257" y="340"/>
                    <a:pt x="257" y="340"/>
                  </a:cubicBezTo>
                  <a:cubicBezTo>
                    <a:pt x="257" y="340"/>
                    <a:pt x="257" y="341"/>
                    <a:pt x="257" y="341"/>
                  </a:cubicBezTo>
                  <a:cubicBezTo>
                    <a:pt x="257" y="341"/>
                    <a:pt x="256" y="341"/>
                    <a:pt x="256" y="340"/>
                  </a:cubicBezTo>
                  <a:cubicBezTo>
                    <a:pt x="256" y="340"/>
                    <a:pt x="256" y="341"/>
                    <a:pt x="255" y="341"/>
                  </a:cubicBezTo>
                  <a:cubicBezTo>
                    <a:pt x="256" y="341"/>
                    <a:pt x="257" y="341"/>
                    <a:pt x="256" y="342"/>
                  </a:cubicBezTo>
                  <a:cubicBezTo>
                    <a:pt x="257" y="342"/>
                    <a:pt x="256" y="342"/>
                    <a:pt x="257" y="343"/>
                  </a:cubicBezTo>
                  <a:cubicBezTo>
                    <a:pt x="258" y="344"/>
                    <a:pt x="257" y="343"/>
                    <a:pt x="257" y="344"/>
                  </a:cubicBezTo>
                  <a:cubicBezTo>
                    <a:pt x="256" y="343"/>
                    <a:pt x="257" y="343"/>
                    <a:pt x="256" y="343"/>
                  </a:cubicBezTo>
                  <a:cubicBezTo>
                    <a:pt x="256" y="343"/>
                    <a:pt x="256" y="343"/>
                    <a:pt x="256" y="343"/>
                  </a:cubicBezTo>
                  <a:cubicBezTo>
                    <a:pt x="255" y="342"/>
                    <a:pt x="255" y="342"/>
                    <a:pt x="255" y="342"/>
                  </a:cubicBezTo>
                  <a:cubicBezTo>
                    <a:pt x="255" y="342"/>
                    <a:pt x="254" y="342"/>
                    <a:pt x="254" y="343"/>
                  </a:cubicBezTo>
                  <a:cubicBezTo>
                    <a:pt x="254" y="343"/>
                    <a:pt x="253" y="343"/>
                    <a:pt x="253" y="343"/>
                  </a:cubicBezTo>
                  <a:cubicBezTo>
                    <a:pt x="253" y="343"/>
                    <a:pt x="254" y="343"/>
                    <a:pt x="254" y="343"/>
                  </a:cubicBezTo>
                  <a:cubicBezTo>
                    <a:pt x="254" y="344"/>
                    <a:pt x="253" y="343"/>
                    <a:pt x="253" y="344"/>
                  </a:cubicBezTo>
                  <a:cubicBezTo>
                    <a:pt x="253" y="344"/>
                    <a:pt x="252" y="344"/>
                    <a:pt x="253" y="345"/>
                  </a:cubicBezTo>
                  <a:cubicBezTo>
                    <a:pt x="252" y="344"/>
                    <a:pt x="252" y="345"/>
                    <a:pt x="251" y="345"/>
                  </a:cubicBezTo>
                  <a:cubicBezTo>
                    <a:pt x="251" y="344"/>
                    <a:pt x="251" y="345"/>
                    <a:pt x="251" y="345"/>
                  </a:cubicBezTo>
                  <a:cubicBezTo>
                    <a:pt x="250" y="345"/>
                    <a:pt x="249" y="345"/>
                    <a:pt x="249" y="345"/>
                  </a:cubicBezTo>
                  <a:cubicBezTo>
                    <a:pt x="249" y="345"/>
                    <a:pt x="250" y="346"/>
                    <a:pt x="249" y="346"/>
                  </a:cubicBezTo>
                  <a:cubicBezTo>
                    <a:pt x="249" y="346"/>
                    <a:pt x="249" y="345"/>
                    <a:pt x="248" y="345"/>
                  </a:cubicBezTo>
                  <a:cubicBezTo>
                    <a:pt x="248" y="345"/>
                    <a:pt x="247" y="344"/>
                    <a:pt x="247" y="344"/>
                  </a:cubicBezTo>
                  <a:cubicBezTo>
                    <a:pt x="247" y="344"/>
                    <a:pt x="247" y="345"/>
                    <a:pt x="247" y="345"/>
                  </a:cubicBezTo>
                  <a:cubicBezTo>
                    <a:pt x="247" y="345"/>
                    <a:pt x="247" y="346"/>
                    <a:pt x="248" y="346"/>
                  </a:cubicBezTo>
                  <a:cubicBezTo>
                    <a:pt x="248" y="346"/>
                    <a:pt x="248" y="346"/>
                    <a:pt x="248" y="346"/>
                  </a:cubicBezTo>
                  <a:cubicBezTo>
                    <a:pt x="247" y="347"/>
                    <a:pt x="247" y="346"/>
                    <a:pt x="247" y="345"/>
                  </a:cubicBezTo>
                  <a:cubicBezTo>
                    <a:pt x="246" y="345"/>
                    <a:pt x="246" y="345"/>
                    <a:pt x="246" y="345"/>
                  </a:cubicBezTo>
                  <a:cubicBezTo>
                    <a:pt x="246" y="345"/>
                    <a:pt x="246" y="345"/>
                    <a:pt x="246" y="345"/>
                  </a:cubicBezTo>
                  <a:cubicBezTo>
                    <a:pt x="246" y="345"/>
                    <a:pt x="246" y="345"/>
                    <a:pt x="245" y="344"/>
                  </a:cubicBezTo>
                  <a:cubicBezTo>
                    <a:pt x="245" y="345"/>
                    <a:pt x="246" y="345"/>
                    <a:pt x="247" y="346"/>
                  </a:cubicBezTo>
                  <a:cubicBezTo>
                    <a:pt x="247" y="346"/>
                    <a:pt x="247" y="347"/>
                    <a:pt x="247" y="346"/>
                  </a:cubicBezTo>
                  <a:cubicBezTo>
                    <a:pt x="246" y="346"/>
                    <a:pt x="247" y="347"/>
                    <a:pt x="247" y="347"/>
                  </a:cubicBezTo>
                  <a:cubicBezTo>
                    <a:pt x="247" y="348"/>
                    <a:pt x="246" y="348"/>
                    <a:pt x="246" y="348"/>
                  </a:cubicBezTo>
                  <a:cubicBezTo>
                    <a:pt x="246" y="348"/>
                    <a:pt x="247" y="348"/>
                    <a:pt x="246" y="348"/>
                  </a:cubicBezTo>
                  <a:cubicBezTo>
                    <a:pt x="246" y="349"/>
                    <a:pt x="246" y="350"/>
                    <a:pt x="246" y="350"/>
                  </a:cubicBezTo>
                  <a:cubicBezTo>
                    <a:pt x="246" y="351"/>
                    <a:pt x="246" y="350"/>
                    <a:pt x="246" y="350"/>
                  </a:cubicBezTo>
                  <a:cubicBezTo>
                    <a:pt x="246" y="351"/>
                    <a:pt x="246" y="351"/>
                    <a:pt x="246" y="351"/>
                  </a:cubicBezTo>
                  <a:cubicBezTo>
                    <a:pt x="245" y="352"/>
                    <a:pt x="245" y="353"/>
                    <a:pt x="245" y="353"/>
                  </a:cubicBezTo>
                  <a:cubicBezTo>
                    <a:pt x="245" y="353"/>
                    <a:pt x="245" y="353"/>
                    <a:pt x="244" y="353"/>
                  </a:cubicBezTo>
                  <a:cubicBezTo>
                    <a:pt x="244" y="353"/>
                    <a:pt x="245" y="355"/>
                    <a:pt x="244" y="355"/>
                  </a:cubicBezTo>
                  <a:cubicBezTo>
                    <a:pt x="244" y="355"/>
                    <a:pt x="243" y="354"/>
                    <a:pt x="243" y="353"/>
                  </a:cubicBezTo>
                  <a:cubicBezTo>
                    <a:pt x="243" y="354"/>
                    <a:pt x="244" y="354"/>
                    <a:pt x="244" y="354"/>
                  </a:cubicBezTo>
                  <a:cubicBezTo>
                    <a:pt x="244" y="355"/>
                    <a:pt x="243" y="355"/>
                    <a:pt x="243" y="355"/>
                  </a:cubicBezTo>
                  <a:cubicBezTo>
                    <a:pt x="243" y="355"/>
                    <a:pt x="243" y="356"/>
                    <a:pt x="242" y="356"/>
                  </a:cubicBezTo>
                  <a:cubicBezTo>
                    <a:pt x="242" y="356"/>
                    <a:pt x="242" y="356"/>
                    <a:pt x="242" y="356"/>
                  </a:cubicBezTo>
                  <a:cubicBezTo>
                    <a:pt x="241" y="357"/>
                    <a:pt x="242" y="357"/>
                    <a:pt x="242" y="358"/>
                  </a:cubicBezTo>
                  <a:cubicBezTo>
                    <a:pt x="241" y="358"/>
                    <a:pt x="242" y="359"/>
                    <a:pt x="242" y="359"/>
                  </a:cubicBezTo>
                  <a:cubicBezTo>
                    <a:pt x="243" y="359"/>
                    <a:pt x="244" y="359"/>
                    <a:pt x="245" y="360"/>
                  </a:cubicBezTo>
                  <a:cubicBezTo>
                    <a:pt x="245" y="360"/>
                    <a:pt x="245" y="361"/>
                    <a:pt x="246" y="361"/>
                  </a:cubicBezTo>
                  <a:cubicBezTo>
                    <a:pt x="246" y="361"/>
                    <a:pt x="247" y="361"/>
                    <a:pt x="247" y="361"/>
                  </a:cubicBezTo>
                  <a:cubicBezTo>
                    <a:pt x="248" y="362"/>
                    <a:pt x="247" y="363"/>
                    <a:pt x="248" y="363"/>
                  </a:cubicBezTo>
                  <a:cubicBezTo>
                    <a:pt x="249" y="363"/>
                    <a:pt x="249" y="364"/>
                    <a:pt x="249" y="364"/>
                  </a:cubicBezTo>
                  <a:cubicBezTo>
                    <a:pt x="249" y="364"/>
                    <a:pt x="249" y="365"/>
                    <a:pt x="250" y="365"/>
                  </a:cubicBezTo>
                  <a:cubicBezTo>
                    <a:pt x="250" y="365"/>
                    <a:pt x="250" y="366"/>
                    <a:pt x="250" y="366"/>
                  </a:cubicBezTo>
                  <a:cubicBezTo>
                    <a:pt x="250" y="366"/>
                    <a:pt x="250" y="366"/>
                    <a:pt x="250" y="366"/>
                  </a:cubicBezTo>
                  <a:cubicBezTo>
                    <a:pt x="250" y="366"/>
                    <a:pt x="250" y="367"/>
                    <a:pt x="250" y="367"/>
                  </a:cubicBezTo>
                  <a:cubicBezTo>
                    <a:pt x="250" y="367"/>
                    <a:pt x="250" y="368"/>
                    <a:pt x="249" y="368"/>
                  </a:cubicBezTo>
                  <a:cubicBezTo>
                    <a:pt x="249" y="368"/>
                    <a:pt x="250" y="369"/>
                    <a:pt x="250" y="368"/>
                  </a:cubicBezTo>
                  <a:cubicBezTo>
                    <a:pt x="250" y="367"/>
                    <a:pt x="250" y="367"/>
                    <a:pt x="250" y="366"/>
                  </a:cubicBezTo>
                  <a:cubicBezTo>
                    <a:pt x="250" y="366"/>
                    <a:pt x="250" y="365"/>
                    <a:pt x="250" y="365"/>
                  </a:cubicBezTo>
                  <a:cubicBezTo>
                    <a:pt x="251" y="364"/>
                    <a:pt x="252" y="364"/>
                    <a:pt x="251" y="365"/>
                  </a:cubicBezTo>
                  <a:cubicBezTo>
                    <a:pt x="251" y="365"/>
                    <a:pt x="251" y="366"/>
                    <a:pt x="251" y="366"/>
                  </a:cubicBezTo>
                  <a:cubicBezTo>
                    <a:pt x="251" y="367"/>
                    <a:pt x="251" y="368"/>
                    <a:pt x="251" y="369"/>
                  </a:cubicBezTo>
                  <a:cubicBezTo>
                    <a:pt x="251" y="370"/>
                    <a:pt x="251" y="371"/>
                    <a:pt x="251" y="371"/>
                  </a:cubicBezTo>
                  <a:cubicBezTo>
                    <a:pt x="251" y="371"/>
                    <a:pt x="252" y="370"/>
                    <a:pt x="252" y="371"/>
                  </a:cubicBezTo>
                  <a:cubicBezTo>
                    <a:pt x="252" y="371"/>
                    <a:pt x="251" y="372"/>
                    <a:pt x="251" y="372"/>
                  </a:cubicBezTo>
                  <a:cubicBezTo>
                    <a:pt x="250" y="373"/>
                    <a:pt x="251" y="374"/>
                    <a:pt x="252" y="375"/>
                  </a:cubicBezTo>
                  <a:cubicBezTo>
                    <a:pt x="253" y="375"/>
                    <a:pt x="254" y="376"/>
                    <a:pt x="254" y="377"/>
                  </a:cubicBezTo>
                  <a:cubicBezTo>
                    <a:pt x="254" y="377"/>
                    <a:pt x="254" y="378"/>
                    <a:pt x="254" y="378"/>
                  </a:cubicBezTo>
                  <a:cubicBezTo>
                    <a:pt x="255" y="378"/>
                    <a:pt x="255" y="378"/>
                    <a:pt x="255" y="379"/>
                  </a:cubicBezTo>
                  <a:cubicBezTo>
                    <a:pt x="256" y="379"/>
                    <a:pt x="256" y="379"/>
                    <a:pt x="256" y="379"/>
                  </a:cubicBezTo>
                  <a:cubicBezTo>
                    <a:pt x="257" y="380"/>
                    <a:pt x="257" y="380"/>
                    <a:pt x="258" y="381"/>
                  </a:cubicBezTo>
                  <a:cubicBezTo>
                    <a:pt x="259" y="382"/>
                    <a:pt x="260" y="383"/>
                    <a:pt x="261" y="384"/>
                  </a:cubicBezTo>
                  <a:cubicBezTo>
                    <a:pt x="261" y="385"/>
                    <a:pt x="261" y="386"/>
                    <a:pt x="262" y="386"/>
                  </a:cubicBezTo>
                  <a:cubicBezTo>
                    <a:pt x="263" y="386"/>
                    <a:pt x="264" y="387"/>
                    <a:pt x="263" y="387"/>
                  </a:cubicBezTo>
                  <a:cubicBezTo>
                    <a:pt x="262" y="389"/>
                    <a:pt x="262" y="390"/>
                    <a:pt x="261" y="390"/>
                  </a:cubicBezTo>
                  <a:cubicBezTo>
                    <a:pt x="260" y="391"/>
                    <a:pt x="260" y="391"/>
                    <a:pt x="259" y="391"/>
                  </a:cubicBezTo>
                  <a:cubicBezTo>
                    <a:pt x="259" y="391"/>
                    <a:pt x="259" y="392"/>
                    <a:pt x="259" y="392"/>
                  </a:cubicBezTo>
                  <a:cubicBezTo>
                    <a:pt x="259" y="392"/>
                    <a:pt x="259" y="392"/>
                    <a:pt x="259" y="392"/>
                  </a:cubicBezTo>
                  <a:cubicBezTo>
                    <a:pt x="258" y="393"/>
                    <a:pt x="259" y="394"/>
                    <a:pt x="258" y="394"/>
                  </a:cubicBezTo>
                  <a:cubicBezTo>
                    <a:pt x="257" y="394"/>
                    <a:pt x="257" y="393"/>
                    <a:pt x="256" y="393"/>
                  </a:cubicBezTo>
                  <a:cubicBezTo>
                    <a:pt x="256" y="393"/>
                    <a:pt x="256" y="394"/>
                    <a:pt x="255" y="394"/>
                  </a:cubicBezTo>
                  <a:cubicBezTo>
                    <a:pt x="255" y="394"/>
                    <a:pt x="255" y="393"/>
                    <a:pt x="255" y="393"/>
                  </a:cubicBezTo>
                  <a:cubicBezTo>
                    <a:pt x="255" y="393"/>
                    <a:pt x="254" y="393"/>
                    <a:pt x="254" y="393"/>
                  </a:cubicBezTo>
                  <a:cubicBezTo>
                    <a:pt x="253" y="393"/>
                    <a:pt x="253" y="392"/>
                    <a:pt x="252" y="392"/>
                  </a:cubicBezTo>
                  <a:cubicBezTo>
                    <a:pt x="252" y="391"/>
                    <a:pt x="252" y="391"/>
                    <a:pt x="251" y="390"/>
                  </a:cubicBezTo>
                  <a:cubicBezTo>
                    <a:pt x="251" y="390"/>
                    <a:pt x="251" y="390"/>
                    <a:pt x="251" y="390"/>
                  </a:cubicBezTo>
                  <a:cubicBezTo>
                    <a:pt x="251" y="390"/>
                    <a:pt x="250" y="390"/>
                    <a:pt x="250" y="390"/>
                  </a:cubicBezTo>
                  <a:cubicBezTo>
                    <a:pt x="250" y="390"/>
                    <a:pt x="250" y="389"/>
                    <a:pt x="249" y="389"/>
                  </a:cubicBezTo>
                  <a:cubicBezTo>
                    <a:pt x="249" y="388"/>
                    <a:pt x="249" y="388"/>
                    <a:pt x="248" y="388"/>
                  </a:cubicBezTo>
                  <a:cubicBezTo>
                    <a:pt x="248" y="388"/>
                    <a:pt x="248" y="388"/>
                    <a:pt x="247" y="387"/>
                  </a:cubicBezTo>
                  <a:cubicBezTo>
                    <a:pt x="247" y="387"/>
                    <a:pt x="247" y="387"/>
                    <a:pt x="247" y="387"/>
                  </a:cubicBezTo>
                  <a:cubicBezTo>
                    <a:pt x="247" y="386"/>
                    <a:pt x="246" y="387"/>
                    <a:pt x="246" y="387"/>
                  </a:cubicBezTo>
                  <a:cubicBezTo>
                    <a:pt x="245" y="387"/>
                    <a:pt x="246" y="387"/>
                    <a:pt x="245" y="386"/>
                  </a:cubicBezTo>
                  <a:cubicBezTo>
                    <a:pt x="245" y="386"/>
                    <a:pt x="245" y="386"/>
                    <a:pt x="245" y="386"/>
                  </a:cubicBezTo>
                  <a:cubicBezTo>
                    <a:pt x="244" y="386"/>
                    <a:pt x="244" y="386"/>
                    <a:pt x="244" y="386"/>
                  </a:cubicBezTo>
                  <a:cubicBezTo>
                    <a:pt x="243" y="386"/>
                    <a:pt x="243" y="386"/>
                    <a:pt x="243" y="385"/>
                  </a:cubicBezTo>
                  <a:cubicBezTo>
                    <a:pt x="243" y="385"/>
                    <a:pt x="242" y="385"/>
                    <a:pt x="242" y="385"/>
                  </a:cubicBezTo>
                  <a:cubicBezTo>
                    <a:pt x="242" y="385"/>
                    <a:pt x="241" y="385"/>
                    <a:pt x="241" y="385"/>
                  </a:cubicBezTo>
                  <a:cubicBezTo>
                    <a:pt x="240" y="385"/>
                    <a:pt x="240" y="385"/>
                    <a:pt x="240" y="384"/>
                  </a:cubicBezTo>
                  <a:cubicBezTo>
                    <a:pt x="239" y="384"/>
                    <a:pt x="236" y="383"/>
                    <a:pt x="237" y="382"/>
                  </a:cubicBezTo>
                  <a:cubicBezTo>
                    <a:pt x="237" y="381"/>
                    <a:pt x="238" y="380"/>
                    <a:pt x="236" y="379"/>
                  </a:cubicBezTo>
                  <a:cubicBezTo>
                    <a:pt x="236" y="379"/>
                    <a:pt x="235" y="379"/>
                    <a:pt x="234" y="379"/>
                  </a:cubicBezTo>
                  <a:cubicBezTo>
                    <a:pt x="234" y="379"/>
                    <a:pt x="233" y="379"/>
                    <a:pt x="233" y="379"/>
                  </a:cubicBezTo>
                  <a:cubicBezTo>
                    <a:pt x="233" y="378"/>
                    <a:pt x="232" y="378"/>
                    <a:pt x="232" y="378"/>
                  </a:cubicBezTo>
                  <a:cubicBezTo>
                    <a:pt x="231" y="377"/>
                    <a:pt x="231" y="378"/>
                    <a:pt x="230" y="377"/>
                  </a:cubicBezTo>
                  <a:cubicBezTo>
                    <a:pt x="230" y="377"/>
                    <a:pt x="229" y="376"/>
                    <a:pt x="229" y="377"/>
                  </a:cubicBezTo>
                  <a:cubicBezTo>
                    <a:pt x="229" y="377"/>
                    <a:pt x="229" y="378"/>
                    <a:pt x="228" y="378"/>
                  </a:cubicBezTo>
                  <a:cubicBezTo>
                    <a:pt x="228" y="378"/>
                    <a:pt x="227" y="377"/>
                    <a:pt x="227" y="377"/>
                  </a:cubicBezTo>
                  <a:cubicBezTo>
                    <a:pt x="227" y="377"/>
                    <a:pt x="226" y="377"/>
                    <a:pt x="226" y="377"/>
                  </a:cubicBezTo>
                  <a:cubicBezTo>
                    <a:pt x="225" y="377"/>
                    <a:pt x="224" y="377"/>
                    <a:pt x="224" y="377"/>
                  </a:cubicBezTo>
                  <a:cubicBezTo>
                    <a:pt x="223" y="377"/>
                    <a:pt x="223" y="378"/>
                    <a:pt x="223" y="378"/>
                  </a:cubicBezTo>
                  <a:cubicBezTo>
                    <a:pt x="223" y="378"/>
                    <a:pt x="222" y="378"/>
                    <a:pt x="222" y="378"/>
                  </a:cubicBezTo>
                  <a:cubicBezTo>
                    <a:pt x="222" y="379"/>
                    <a:pt x="222" y="379"/>
                    <a:pt x="221" y="379"/>
                  </a:cubicBezTo>
                  <a:cubicBezTo>
                    <a:pt x="221" y="379"/>
                    <a:pt x="220" y="379"/>
                    <a:pt x="220" y="379"/>
                  </a:cubicBezTo>
                  <a:cubicBezTo>
                    <a:pt x="220" y="379"/>
                    <a:pt x="219" y="378"/>
                    <a:pt x="219" y="378"/>
                  </a:cubicBezTo>
                  <a:cubicBezTo>
                    <a:pt x="219" y="378"/>
                    <a:pt x="220" y="377"/>
                    <a:pt x="220" y="377"/>
                  </a:cubicBezTo>
                  <a:cubicBezTo>
                    <a:pt x="220" y="377"/>
                    <a:pt x="219" y="377"/>
                    <a:pt x="218" y="376"/>
                  </a:cubicBezTo>
                  <a:cubicBezTo>
                    <a:pt x="218" y="376"/>
                    <a:pt x="218" y="376"/>
                    <a:pt x="217" y="376"/>
                  </a:cubicBezTo>
                  <a:cubicBezTo>
                    <a:pt x="216" y="375"/>
                    <a:pt x="216" y="375"/>
                    <a:pt x="215" y="375"/>
                  </a:cubicBezTo>
                  <a:cubicBezTo>
                    <a:pt x="214" y="375"/>
                    <a:pt x="214" y="375"/>
                    <a:pt x="213" y="375"/>
                  </a:cubicBezTo>
                  <a:cubicBezTo>
                    <a:pt x="212" y="374"/>
                    <a:pt x="212" y="373"/>
                    <a:pt x="211" y="373"/>
                  </a:cubicBezTo>
                  <a:cubicBezTo>
                    <a:pt x="210" y="372"/>
                    <a:pt x="210" y="372"/>
                    <a:pt x="209" y="372"/>
                  </a:cubicBezTo>
                  <a:cubicBezTo>
                    <a:pt x="208" y="373"/>
                    <a:pt x="207" y="372"/>
                    <a:pt x="207" y="372"/>
                  </a:cubicBezTo>
                  <a:cubicBezTo>
                    <a:pt x="206" y="372"/>
                    <a:pt x="205" y="371"/>
                    <a:pt x="205" y="372"/>
                  </a:cubicBezTo>
                  <a:cubicBezTo>
                    <a:pt x="204" y="372"/>
                    <a:pt x="204" y="372"/>
                    <a:pt x="203" y="372"/>
                  </a:cubicBezTo>
                  <a:cubicBezTo>
                    <a:pt x="203" y="372"/>
                    <a:pt x="202" y="372"/>
                    <a:pt x="201" y="372"/>
                  </a:cubicBezTo>
                  <a:cubicBezTo>
                    <a:pt x="200" y="372"/>
                    <a:pt x="199" y="372"/>
                    <a:pt x="198" y="371"/>
                  </a:cubicBezTo>
                  <a:cubicBezTo>
                    <a:pt x="197" y="370"/>
                    <a:pt x="197" y="370"/>
                    <a:pt x="196" y="370"/>
                  </a:cubicBezTo>
                  <a:cubicBezTo>
                    <a:pt x="196" y="370"/>
                    <a:pt x="195" y="370"/>
                    <a:pt x="195" y="370"/>
                  </a:cubicBezTo>
                  <a:cubicBezTo>
                    <a:pt x="194" y="370"/>
                    <a:pt x="193" y="370"/>
                    <a:pt x="193" y="369"/>
                  </a:cubicBezTo>
                  <a:cubicBezTo>
                    <a:pt x="192" y="369"/>
                    <a:pt x="192" y="369"/>
                    <a:pt x="191" y="369"/>
                  </a:cubicBezTo>
                  <a:cubicBezTo>
                    <a:pt x="190" y="368"/>
                    <a:pt x="190" y="369"/>
                    <a:pt x="189" y="369"/>
                  </a:cubicBezTo>
                  <a:cubicBezTo>
                    <a:pt x="188" y="368"/>
                    <a:pt x="187" y="368"/>
                    <a:pt x="186" y="368"/>
                  </a:cubicBezTo>
                  <a:cubicBezTo>
                    <a:pt x="185" y="368"/>
                    <a:pt x="185" y="369"/>
                    <a:pt x="185" y="370"/>
                  </a:cubicBezTo>
                  <a:cubicBezTo>
                    <a:pt x="184" y="370"/>
                    <a:pt x="184" y="370"/>
                    <a:pt x="184" y="369"/>
                  </a:cubicBezTo>
                  <a:cubicBezTo>
                    <a:pt x="184" y="369"/>
                    <a:pt x="183" y="369"/>
                    <a:pt x="183" y="368"/>
                  </a:cubicBezTo>
                  <a:cubicBezTo>
                    <a:pt x="181" y="368"/>
                    <a:pt x="180" y="367"/>
                    <a:pt x="179" y="366"/>
                  </a:cubicBezTo>
                  <a:cubicBezTo>
                    <a:pt x="178" y="365"/>
                    <a:pt x="177" y="364"/>
                    <a:pt x="176" y="363"/>
                  </a:cubicBezTo>
                  <a:cubicBezTo>
                    <a:pt x="176" y="363"/>
                    <a:pt x="175" y="362"/>
                    <a:pt x="175" y="362"/>
                  </a:cubicBezTo>
                  <a:cubicBezTo>
                    <a:pt x="174" y="361"/>
                    <a:pt x="174" y="361"/>
                    <a:pt x="173" y="361"/>
                  </a:cubicBezTo>
                  <a:cubicBezTo>
                    <a:pt x="172" y="359"/>
                    <a:pt x="169" y="360"/>
                    <a:pt x="167" y="359"/>
                  </a:cubicBezTo>
                  <a:cubicBezTo>
                    <a:pt x="167" y="358"/>
                    <a:pt x="167" y="358"/>
                    <a:pt x="166" y="358"/>
                  </a:cubicBezTo>
                  <a:cubicBezTo>
                    <a:pt x="166" y="358"/>
                    <a:pt x="166" y="357"/>
                    <a:pt x="166" y="357"/>
                  </a:cubicBezTo>
                  <a:cubicBezTo>
                    <a:pt x="166" y="357"/>
                    <a:pt x="166" y="357"/>
                    <a:pt x="166" y="357"/>
                  </a:cubicBezTo>
                  <a:cubicBezTo>
                    <a:pt x="165" y="357"/>
                    <a:pt x="165" y="357"/>
                    <a:pt x="165" y="357"/>
                  </a:cubicBezTo>
                  <a:cubicBezTo>
                    <a:pt x="165" y="356"/>
                    <a:pt x="164" y="356"/>
                    <a:pt x="164" y="356"/>
                  </a:cubicBezTo>
                  <a:cubicBezTo>
                    <a:pt x="164" y="356"/>
                    <a:pt x="164" y="356"/>
                    <a:pt x="164" y="357"/>
                  </a:cubicBezTo>
                  <a:cubicBezTo>
                    <a:pt x="163" y="357"/>
                    <a:pt x="163" y="356"/>
                    <a:pt x="163" y="356"/>
                  </a:cubicBezTo>
                  <a:cubicBezTo>
                    <a:pt x="161" y="356"/>
                    <a:pt x="160" y="356"/>
                    <a:pt x="160" y="355"/>
                  </a:cubicBezTo>
                  <a:cubicBezTo>
                    <a:pt x="159" y="354"/>
                    <a:pt x="159" y="353"/>
                    <a:pt x="158" y="352"/>
                  </a:cubicBezTo>
                  <a:cubicBezTo>
                    <a:pt x="156" y="352"/>
                    <a:pt x="155" y="351"/>
                    <a:pt x="154" y="351"/>
                  </a:cubicBezTo>
                  <a:cubicBezTo>
                    <a:pt x="154" y="351"/>
                    <a:pt x="153" y="351"/>
                    <a:pt x="153" y="351"/>
                  </a:cubicBezTo>
                  <a:cubicBezTo>
                    <a:pt x="152" y="350"/>
                    <a:pt x="153" y="350"/>
                    <a:pt x="153" y="350"/>
                  </a:cubicBezTo>
                  <a:cubicBezTo>
                    <a:pt x="153" y="350"/>
                    <a:pt x="154" y="350"/>
                    <a:pt x="155" y="350"/>
                  </a:cubicBezTo>
                  <a:cubicBezTo>
                    <a:pt x="155" y="350"/>
                    <a:pt x="156" y="349"/>
                    <a:pt x="155" y="349"/>
                  </a:cubicBezTo>
                  <a:cubicBezTo>
                    <a:pt x="155" y="349"/>
                    <a:pt x="154" y="349"/>
                    <a:pt x="154" y="349"/>
                  </a:cubicBezTo>
                  <a:cubicBezTo>
                    <a:pt x="154" y="349"/>
                    <a:pt x="154" y="349"/>
                    <a:pt x="154" y="349"/>
                  </a:cubicBezTo>
                  <a:cubicBezTo>
                    <a:pt x="154" y="349"/>
                    <a:pt x="154" y="349"/>
                    <a:pt x="154" y="349"/>
                  </a:cubicBezTo>
                  <a:cubicBezTo>
                    <a:pt x="154" y="349"/>
                    <a:pt x="154" y="349"/>
                    <a:pt x="154" y="349"/>
                  </a:cubicBezTo>
                  <a:cubicBezTo>
                    <a:pt x="154" y="349"/>
                    <a:pt x="154" y="348"/>
                    <a:pt x="154" y="349"/>
                  </a:cubicBezTo>
                  <a:cubicBezTo>
                    <a:pt x="153" y="349"/>
                    <a:pt x="153" y="349"/>
                    <a:pt x="153" y="349"/>
                  </a:cubicBezTo>
                  <a:cubicBezTo>
                    <a:pt x="153" y="349"/>
                    <a:pt x="154" y="348"/>
                    <a:pt x="154" y="348"/>
                  </a:cubicBezTo>
                  <a:cubicBezTo>
                    <a:pt x="154" y="348"/>
                    <a:pt x="155" y="348"/>
                    <a:pt x="155" y="348"/>
                  </a:cubicBezTo>
                  <a:cubicBezTo>
                    <a:pt x="156" y="348"/>
                    <a:pt x="157" y="349"/>
                    <a:pt x="157" y="349"/>
                  </a:cubicBezTo>
                  <a:cubicBezTo>
                    <a:pt x="157" y="350"/>
                    <a:pt x="157" y="349"/>
                    <a:pt x="157" y="350"/>
                  </a:cubicBezTo>
                  <a:cubicBezTo>
                    <a:pt x="156" y="350"/>
                    <a:pt x="159" y="350"/>
                    <a:pt x="159" y="350"/>
                  </a:cubicBezTo>
                  <a:cubicBezTo>
                    <a:pt x="158" y="349"/>
                    <a:pt x="158" y="349"/>
                    <a:pt x="157" y="349"/>
                  </a:cubicBezTo>
                  <a:cubicBezTo>
                    <a:pt x="157" y="349"/>
                    <a:pt x="159" y="349"/>
                    <a:pt x="159" y="349"/>
                  </a:cubicBezTo>
                  <a:cubicBezTo>
                    <a:pt x="160" y="349"/>
                    <a:pt x="160" y="349"/>
                    <a:pt x="160" y="349"/>
                  </a:cubicBezTo>
                  <a:cubicBezTo>
                    <a:pt x="160" y="349"/>
                    <a:pt x="162" y="349"/>
                    <a:pt x="161" y="349"/>
                  </a:cubicBezTo>
                  <a:cubicBezTo>
                    <a:pt x="161" y="349"/>
                    <a:pt x="161" y="349"/>
                    <a:pt x="162" y="349"/>
                  </a:cubicBezTo>
                  <a:cubicBezTo>
                    <a:pt x="162" y="349"/>
                    <a:pt x="162" y="349"/>
                    <a:pt x="162" y="349"/>
                  </a:cubicBezTo>
                  <a:cubicBezTo>
                    <a:pt x="162" y="349"/>
                    <a:pt x="162" y="349"/>
                    <a:pt x="162" y="348"/>
                  </a:cubicBezTo>
                  <a:cubicBezTo>
                    <a:pt x="162" y="348"/>
                    <a:pt x="162" y="348"/>
                    <a:pt x="162" y="348"/>
                  </a:cubicBezTo>
                  <a:cubicBezTo>
                    <a:pt x="162" y="347"/>
                    <a:pt x="162" y="347"/>
                    <a:pt x="162" y="347"/>
                  </a:cubicBezTo>
                  <a:cubicBezTo>
                    <a:pt x="162" y="346"/>
                    <a:pt x="161" y="346"/>
                    <a:pt x="161" y="346"/>
                  </a:cubicBezTo>
                  <a:cubicBezTo>
                    <a:pt x="161" y="346"/>
                    <a:pt x="161" y="346"/>
                    <a:pt x="161" y="347"/>
                  </a:cubicBezTo>
                  <a:cubicBezTo>
                    <a:pt x="161" y="347"/>
                    <a:pt x="161" y="347"/>
                    <a:pt x="161" y="347"/>
                  </a:cubicBezTo>
                  <a:cubicBezTo>
                    <a:pt x="161" y="347"/>
                    <a:pt x="161" y="348"/>
                    <a:pt x="161" y="348"/>
                  </a:cubicBezTo>
                  <a:cubicBezTo>
                    <a:pt x="161" y="348"/>
                    <a:pt x="160" y="345"/>
                    <a:pt x="161" y="345"/>
                  </a:cubicBezTo>
                  <a:cubicBezTo>
                    <a:pt x="161" y="345"/>
                    <a:pt x="161" y="346"/>
                    <a:pt x="162" y="346"/>
                  </a:cubicBezTo>
                  <a:cubicBezTo>
                    <a:pt x="161" y="345"/>
                    <a:pt x="162" y="345"/>
                    <a:pt x="162" y="345"/>
                  </a:cubicBezTo>
                  <a:cubicBezTo>
                    <a:pt x="163" y="344"/>
                    <a:pt x="163" y="344"/>
                    <a:pt x="163" y="343"/>
                  </a:cubicBezTo>
                  <a:cubicBezTo>
                    <a:pt x="163" y="343"/>
                    <a:pt x="163" y="342"/>
                    <a:pt x="163" y="341"/>
                  </a:cubicBezTo>
                  <a:cubicBezTo>
                    <a:pt x="163" y="341"/>
                    <a:pt x="164" y="341"/>
                    <a:pt x="164" y="341"/>
                  </a:cubicBezTo>
                  <a:cubicBezTo>
                    <a:pt x="164" y="341"/>
                    <a:pt x="164" y="341"/>
                    <a:pt x="164" y="341"/>
                  </a:cubicBezTo>
                  <a:cubicBezTo>
                    <a:pt x="164" y="341"/>
                    <a:pt x="164" y="342"/>
                    <a:pt x="164" y="342"/>
                  </a:cubicBezTo>
                  <a:cubicBezTo>
                    <a:pt x="164" y="342"/>
                    <a:pt x="164" y="342"/>
                    <a:pt x="164" y="342"/>
                  </a:cubicBezTo>
                  <a:cubicBezTo>
                    <a:pt x="164" y="343"/>
                    <a:pt x="163" y="344"/>
                    <a:pt x="164" y="344"/>
                  </a:cubicBezTo>
                  <a:cubicBezTo>
                    <a:pt x="164" y="344"/>
                    <a:pt x="165" y="342"/>
                    <a:pt x="165" y="342"/>
                  </a:cubicBezTo>
                  <a:cubicBezTo>
                    <a:pt x="165" y="341"/>
                    <a:pt x="165" y="340"/>
                    <a:pt x="166" y="340"/>
                  </a:cubicBezTo>
                  <a:cubicBezTo>
                    <a:pt x="166" y="341"/>
                    <a:pt x="167" y="342"/>
                    <a:pt x="168" y="341"/>
                  </a:cubicBezTo>
                  <a:cubicBezTo>
                    <a:pt x="169" y="341"/>
                    <a:pt x="167" y="340"/>
                    <a:pt x="167" y="340"/>
                  </a:cubicBezTo>
                  <a:cubicBezTo>
                    <a:pt x="166" y="339"/>
                    <a:pt x="165" y="338"/>
                    <a:pt x="163" y="337"/>
                  </a:cubicBezTo>
                  <a:cubicBezTo>
                    <a:pt x="163" y="338"/>
                    <a:pt x="163" y="338"/>
                    <a:pt x="163" y="338"/>
                  </a:cubicBezTo>
                  <a:cubicBezTo>
                    <a:pt x="163" y="337"/>
                    <a:pt x="162" y="337"/>
                    <a:pt x="162" y="337"/>
                  </a:cubicBezTo>
                  <a:cubicBezTo>
                    <a:pt x="161" y="337"/>
                    <a:pt x="160" y="335"/>
                    <a:pt x="160" y="335"/>
                  </a:cubicBezTo>
                  <a:cubicBezTo>
                    <a:pt x="160" y="335"/>
                    <a:pt x="162" y="335"/>
                    <a:pt x="162" y="335"/>
                  </a:cubicBezTo>
                  <a:cubicBezTo>
                    <a:pt x="162" y="335"/>
                    <a:pt x="163" y="335"/>
                    <a:pt x="163" y="335"/>
                  </a:cubicBezTo>
                  <a:cubicBezTo>
                    <a:pt x="164" y="334"/>
                    <a:pt x="165" y="334"/>
                    <a:pt x="165" y="334"/>
                  </a:cubicBezTo>
                  <a:cubicBezTo>
                    <a:pt x="166" y="335"/>
                    <a:pt x="168" y="335"/>
                    <a:pt x="168" y="334"/>
                  </a:cubicBezTo>
                  <a:cubicBezTo>
                    <a:pt x="167" y="334"/>
                    <a:pt x="166" y="333"/>
                    <a:pt x="166" y="334"/>
                  </a:cubicBezTo>
                  <a:cubicBezTo>
                    <a:pt x="165" y="334"/>
                    <a:pt x="166" y="332"/>
                    <a:pt x="167" y="332"/>
                  </a:cubicBezTo>
                  <a:cubicBezTo>
                    <a:pt x="167" y="333"/>
                    <a:pt x="168" y="333"/>
                    <a:pt x="169" y="332"/>
                  </a:cubicBezTo>
                  <a:cubicBezTo>
                    <a:pt x="169" y="332"/>
                    <a:pt x="169" y="332"/>
                    <a:pt x="170" y="332"/>
                  </a:cubicBezTo>
                  <a:cubicBezTo>
                    <a:pt x="171" y="331"/>
                    <a:pt x="171" y="331"/>
                    <a:pt x="171" y="331"/>
                  </a:cubicBezTo>
                  <a:cubicBezTo>
                    <a:pt x="171" y="331"/>
                    <a:pt x="172" y="331"/>
                    <a:pt x="172" y="331"/>
                  </a:cubicBezTo>
                  <a:cubicBezTo>
                    <a:pt x="173" y="331"/>
                    <a:pt x="173" y="331"/>
                    <a:pt x="173" y="330"/>
                  </a:cubicBezTo>
                  <a:cubicBezTo>
                    <a:pt x="173" y="330"/>
                    <a:pt x="173" y="330"/>
                    <a:pt x="174" y="330"/>
                  </a:cubicBezTo>
                  <a:cubicBezTo>
                    <a:pt x="174" y="329"/>
                    <a:pt x="173" y="330"/>
                    <a:pt x="173" y="330"/>
                  </a:cubicBezTo>
                  <a:cubicBezTo>
                    <a:pt x="173" y="330"/>
                    <a:pt x="173" y="329"/>
                    <a:pt x="173" y="328"/>
                  </a:cubicBezTo>
                  <a:cubicBezTo>
                    <a:pt x="172" y="328"/>
                    <a:pt x="171" y="328"/>
                    <a:pt x="170" y="328"/>
                  </a:cubicBezTo>
                  <a:cubicBezTo>
                    <a:pt x="170" y="328"/>
                    <a:pt x="170" y="328"/>
                    <a:pt x="170" y="328"/>
                  </a:cubicBezTo>
                  <a:cubicBezTo>
                    <a:pt x="170" y="328"/>
                    <a:pt x="170" y="329"/>
                    <a:pt x="170" y="329"/>
                  </a:cubicBezTo>
                  <a:cubicBezTo>
                    <a:pt x="169" y="329"/>
                    <a:pt x="168" y="329"/>
                    <a:pt x="168" y="329"/>
                  </a:cubicBezTo>
                  <a:cubicBezTo>
                    <a:pt x="167" y="330"/>
                    <a:pt x="167" y="330"/>
                    <a:pt x="166" y="330"/>
                  </a:cubicBezTo>
                  <a:cubicBezTo>
                    <a:pt x="166" y="329"/>
                    <a:pt x="167" y="328"/>
                    <a:pt x="167" y="328"/>
                  </a:cubicBezTo>
                  <a:cubicBezTo>
                    <a:pt x="168" y="328"/>
                    <a:pt x="169" y="329"/>
                    <a:pt x="169" y="328"/>
                  </a:cubicBezTo>
                  <a:cubicBezTo>
                    <a:pt x="168" y="328"/>
                    <a:pt x="167" y="328"/>
                    <a:pt x="167" y="328"/>
                  </a:cubicBezTo>
                  <a:cubicBezTo>
                    <a:pt x="166" y="329"/>
                    <a:pt x="166" y="329"/>
                    <a:pt x="165" y="330"/>
                  </a:cubicBezTo>
                  <a:cubicBezTo>
                    <a:pt x="165" y="330"/>
                    <a:pt x="164" y="330"/>
                    <a:pt x="164" y="329"/>
                  </a:cubicBezTo>
                  <a:cubicBezTo>
                    <a:pt x="164" y="329"/>
                    <a:pt x="164" y="329"/>
                    <a:pt x="164" y="328"/>
                  </a:cubicBezTo>
                  <a:cubicBezTo>
                    <a:pt x="165" y="328"/>
                    <a:pt x="164" y="328"/>
                    <a:pt x="164" y="327"/>
                  </a:cubicBezTo>
                  <a:cubicBezTo>
                    <a:pt x="163" y="327"/>
                    <a:pt x="164" y="327"/>
                    <a:pt x="164" y="327"/>
                  </a:cubicBezTo>
                  <a:cubicBezTo>
                    <a:pt x="164" y="326"/>
                    <a:pt x="164" y="325"/>
                    <a:pt x="164" y="325"/>
                  </a:cubicBezTo>
                  <a:cubicBezTo>
                    <a:pt x="165" y="324"/>
                    <a:pt x="165" y="324"/>
                    <a:pt x="166" y="324"/>
                  </a:cubicBezTo>
                  <a:cubicBezTo>
                    <a:pt x="167" y="324"/>
                    <a:pt x="167" y="324"/>
                    <a:pt x="167" y="324"/>
                  </a:cubicBezTo>
                  <a:cubicBezTo>
                    <a:pt x="168" y="324"/>
                    <a:pt x="168" y="322"/>
                    <a:pt x="168" y="322"/>
                  </a:cubicBezTo>
                  <a:cubicBezTo>
                    <a:pt x="169" y="321"/>
                    <a:pt x="170" y="322"/>
                    <a:pt x="171" y="322"/>
                  </a:cubicBezTo>
                  <a:cubicBezTo>
                    <a:pt x="172" y="322"/>
                    <a:pt x="173" y="322"/>
                    <a:pt x="174" y="322"/>
                  </a:cubicBezTo>
                  <a:cubicBezTo>
                    <a:pt x="174" y="322"/>
                    <a:pt x="175" y="322"/>
                    <a:pt x="176" y="322"/>
                  </a:cubicBezTo>
                  <a:cubicBezTo>
                    <a:pt x="177" y="321"/>
                    <a:pt x="175" y="320"/>
                    <a:pt x="176" y="320"/>
                  </a:cubicBezTo>
                  <a:cubicBezTo>
                    <a:pt x="176" y="319"/>
                    <a:pt x="176" y="318"/>
                    <a:pt x="177" y="318"/>
                  </a:cubicBezTo>
                  <a:cubicBezTo>
                    <a:pt x="177" y="318"/>
                    <a:pt x="178" y="317"/>
                    <a:pt x="177" y="317"/>
                  </a:cubicBezTo>
                  <a:cubicBezTo>
                    <a:pt x="177" y="317"/>
                    <a:pt x="176" y="317"/>
                    <a:pt x="176" y="317"/>
                  </a:cubicBezTo>
                  <a:cubicBezTo>
                    <a:pt x="176" y="317"/>
                    <a:pt x="176" y="316"/>
                    <a:pt x="176" y="316"/>
                  </a:cubicBezTo>
                  <a:cubicBezTo>
                    <a:pt x="176" y="316"/>
                    <a:pt x="176" y="316"/>
                    <a:pt x="176" y="316"/>
                  </a:cubicBezTo>
                  <a:cubicBezTo>
                    <a:pt x="176" y="315"/>
                    <a:pt x="175" y="315"/>
                    <a:pt x="176" y="315"/>
                  </a:cubicBezTo>
                  <a:cubicBezTo>
                    <a:pt x="176" y="315"/>
                    <a:pt x="176" y="315"/>
                    <a:pt x="175" y="314"/>
                  </a:cubicBezTo>
                  <a:cubicBezTo>
                    <a:pt x="175" y="314"/>
                    <a:pt x="173" y="315"/>
                    <a:pt x="174" y="313"/>
                  </a:cubicBezTo>
                  <a:cubicBezTo>
                    <a:pt x="174" y="313"/>
                    <a:pt x="174" y="312"/>
                    <a:pt x="175" y="312"/>
                  </a:cubicBezTo>
                  <a:cubicBezTo>
                    <a:pt x="175" y="312"/>
                    <a:pt x="175" y="312"/>
                    <a:pt x="176" y="312"/>
                  </a:cubicBezTo>
                  <a:cubicBezTo>
                    <a:pt x="176" y="312"/>
                    <a:pt x="177" y="312"/>
                    <a:pt x="177" y="311"/>
                  </a:cubicBezTo>
                  <a:cubicBezTo>
                    <a:pt x="177" y="311"/>
                    <a:pt x="177" y="311"/>
                    <a:pt x="176" y="311"/>
                  </a:cubicBezTo>
                  <a:cubicBezTo>
                    <a:pt x="175" y="311"/>
                    <a:pt x="174" y="311"/>
                    <a:pt x="173" y="310"/>
                  </a:cubicBezTo>
                  <a:cubicBezTo>
                    <a:pt x="173" y="309"/>
                    <a:pt x="175" y="309"/>
                    <a:pt x="175" y="309"/>
                  </a:cubicBezTo>
                  <a:cubicBezTo>
                    <a:pt x="175" y="309"/>
                    <a:pt x="175" y="308"/>
                    <a:pt x="176" y="308"/>
                  </a:cubicBezTo>
                  <a:cubicBezTo>
                    <a:pt x="176" y="308"/>
                    <a:pt x="176" y="308"/>
                    <a:pt x="176" y="308"/>
                  </a:cubicBezTo>
                  <a:cubicBezTo>
                    <a:pt x="177" y="307"/>
                    <a:pt x="177" y="307"/>
                    <a:pt x="177" y="306"/>
                  </a:cubicBezTo>
                  <a:cubicBezTo>
                    <a:pt x="177" y="305"/>
                    <a:pt x="176" y="305"/>
                    <a:pt x="176" y="305"/>
                  </a:cubicBezTo>
                  <a:cubicBezTo>
                    <a:pt x="175" y="304"/>
                    <a:pt x="176" y="304"/>
                    <a:pt x="176" y="303"/>
                  </a:cubicBezTo>
                  <a:cubicBezTo>
                    <a:pt x="177" y="303"/>
                    <a:pt x="175" y="303"/>
                    <a:pt x="175" y="303"/>
                  </a:cubicBezTo>
                  <a:cubicBezTo>
                    <a:pt x="174" y="303"/>
                    <a:pt x="174" y="304"/>
                    <a:pt x="173" y="304"/>
                  </a:cubicBezTo>
                  <a:cubicBezTo>
                    <a:pt x="173" y="303"/>
                    <a:pt x="172" y="303"/>
                    <a:pt x="172" y="303"/>
                  </a:cubicBezTo>
                  <a:cubicBezTo>
                    <a:pt x="171" y="302"/>
                    <a:pt x="171" y="302"/>
                    <a:pt x="171" y="302"/>
                  </a:cubicBezTo>
                  <a:cubicBezTo>
                    <a:pt x="170" y="302"/>
                    <a:pt x="169" y="302"/>
                    <a:pt x="169" y="302"/>
                  </a:cubicBezTo>
                  <a:cubicBezTo>
                    <a:pt x="168" y="301"/>
                    <a:pt x="168" y="301"/>
                    <a:pt x="168" y="300"/>
                  </a:cubicBezTo>
                  <a:cubicBezTo>
                    <a:pt x="167" y="300"/>
                    <a:pt x="167" y="301"/>
                    <a:pt x="167" y="301"/>
                  </a:cubicBezTo>
                  <a:cubicBezTo>
                    <a:pt x="166" y="301"/>
                    <a:pt x="166" y="301"/>
                    <a:pt x="165" y="300"/>
                  </a:cubicBezTo>
                  <a:cubicBezTo>
                    <a:pt x="165" y="300"/>
                    <a:pt x="164" y="300"/>
                    <a:pt x="164" y="300"/>
                  </a:cubicBezTo>
                  <a:cubicBezTo>
                    <a:pt x="163" y="300"/>
                    <a:pt x="163" y="299"/>
                    <a:pt x="163" y="299"/>
                  </a:cubicBezTo>
                  <a:cubicBezTo>
                    <a:pt x="163" y="299"/>
                    <a:pt x="162" y="299"/>
                    <a:pt x="162" y="299"/>
                  </a:cubicBezTo>
                  <a:cubicBezTo>
                    <a:pt x="162" y="299"/>
                    <a:pt x="161" y="299"/>
                    <a:pt x="161" y="299"/>
                  </a:cubicBezTo>
                  <a:cubicBezTo>
                    <a:pt x="160" y="299"/>
                    <a:pt x="160" y="298"/>
                    <a:pt x="160" y="298"/>
                  </a:cubicBezTo>
                  <a:cubicBezTo>
                    <a:pt x="159" y="298"/>
                    <a:pt x="159" y="298"/>
                    <a:pt x="159" y="299"/>
                  </a:cubicBezTo>
                  <a:cubicBezTo>
                    <a:pt x="159" y="300"/>
                    <a:pt x="159" y="299"/>
                    <a:pt x="158" y="300"/>
                  </a:cubicBezTo>
                  <a:cubicBezTo>
                    <a:pt x="158" y="300"/>
                    <a:pt x="158" y="300"/>
                    <a:pt x="157" y="299"/>
                  </a:cubicBezTo>
                  <a:cubicBezTo>
                    <a:pt x="157" y="299"/>
                    <a:pt x="156" y="299"/>
                    <a:pt x="156" y="298"/>
                  </a:cubicBezTo>
                  <a:cubicBezTo>
                    <a:pt x="155" y="298"/>
                    <a:pt x="154" y="297"/>
                    <a:pt x="154" y="297"/>
                  </a:cubicBezTo>
                  <a:cubicBezTo>
                    <a:pt x="154" y="297"/>
                    <a:pt x="154" y="296"/>
                    <a:pt x="154" y="296"/>
                  </a:cubicBezTo>
                  <a:cubicBezTo>
                    <a:pt x="153" y="295"/>
                    <a:pt x="153" y="295"/>
                    <a:pt x="152" y="295"/>
                  </a:cubicBezTo>
                  <a:cubicBezTo>
                    <a:pt x="152" y="294"/>
                    <a:pt x="152" y="294"/>
                    <a:pt x="152" y="294"/>
                  </a:cubicBezTo>
                  <a:cubicBezTo>
                    <a:pt x="151" y="294"/>
                    <a:pt x="150" y="295"/>
                    <a:pt x="149" y="295"/>
                  </a:cubicBezTo>
                  <a:cubicBezTo>
                    <a:pt x="148" y="295"/>
                    <a:pt x="148" y="295"/>
                    <a:pt x="147" y="296"/>
                  </a:cubicBezTo>
                  <a:cubicBezTo>
                    <a:pt x="146" y="296"/>
                    <a:pt x="146" y="296"/>
                    <a:pt x="146" y="297"/>
                  </a:cubicBezTo>
                  <a:cubicBezTo>
                    <a:pt x="145" y="297"/>
                    <a:pt x="145" y="297"/>
                    <a:pt x="145" y="296"/>
                  </a:cubicBezTo>
                  <a:cubicBezTo>
                    <a:pt x="145" y="296"/>
                    <a:pt x="145" y="296"/>
                    <a:pt x="145" y="296"/>
                  </a:cubicBezTo>
                  <a:cubicBezTo>
                    <a:pt x="145" y="296"/>
                    <a:pt x="144" y="296"/>
                    <a:pt x="144" y="296"/>
                  </a:cubicBezTo>
                  <a:cubicBezTo>
                    <a:pt x="144" y="295"/>
                    <a:pt x="144" y="296"/>
                    <a:pt x="143" y="296"/>
                  </a:cubicBezTo>
                  <a:cubicBezTo>
                    <a:pt x="142" y="296"/>
                    <a:pt x="142" y="295"/>
                    <a:pt x="142" y="295"/>
                  </a:cubicBezTo>
                  <a:cubicBezTo>
                    <a:pt x="141" y="294"/>
                    <a:pt x="139" y="294"/>
                    <a:pt x="138" y="295"/>
                  </a:cubicBezTo>
                  <a:cubicBezTo>
                    <a:pt x="137" y="295"/>
                    <a:pt x="137" y="295"/>
                    <a:pt x="136" y="294"/>
                  </a:cubicBezTo>
                  <a:cubicBezTo>
                    <a:pt x="136" y="294"/>
                    <a:pt x="135" y="294"/>
                    <a:pt x="135" y="293"/>
                  </a:cubicBezTo>
                  <a:cubicBezTo>
                    <a:pt x="135" y="293"/>
                    <a:pt x="134" y="292"/>
                    <a:pt x="135" y="292"/>
                  </a:cubicBezTo>
                  <a:cubicBezTo>
                    <a:pt x="135" y="292"/>
                    <a:pt x="135" y="291"/>
                    <a:pt x="135" y="291"/>
                  </a:cubicBezTo>
                  <a:cubicBezTo>
                    <a:pt x="134" y="290"/>
                    <a:pt x="134" y="289"/>
                    <a:pt x="133" y="289"/>
                  </a:cubicBezTo>
                  <a:cubicBezTo>
                    <a:pt x="133" y="289"/>
                    <a:pt x="133" y="288"/>
                    <a:pt x="134" y="288"/>
                  </a:cubicBezTo>
                  <a:cubicBezTo>
                    <a:pt x="134" y="288"/>
                    <a:pt x="132" y="288"/>
                    <a:pt x="132" y="288"/>
                  </a:cubicBezTo>
                  <a:cubicBezTo>
                    <a:pt x="131" y="287"/>
                    <a:pt x="132" y="286"/>
                    <a:pt x="131" y="286"/>
                  </a:cubicBezTo>
                  <a:cubicBezTo>
                    <a:pt x="130" y="285"/>
                    <a:pt x="128" y="287"/>
                    <a:pt x="127" y="286"/>
                  </a:cubicBezTo>
                  <a:cubicBezTo>
                    <a:pt x="127" y="286"/>
                    <a:pt x="126" y="286"/>
                    <a:pt x="125" y="286"/>
                  </a:cubicBezTo>
                  <a:cubicBezTo>
                    <a:pt x="125" y="285"/>
                    <a:pt x="125" y="286"/>
                    <a:pt x="124" y="286"/>
                  </a:cubicBezTo>
                  <a:cubicBezTo>
                    <a:pt x="124" y="286"/>
                    <a:pt x="124" y="286"/>
                    <a:pt x="124" y="286"/>
                  </a:cubicBezTo>
                  <a:cubicBezTo>
                    <a:pt x="124" y="285"/>
                    <a:pt x="124" y="285"/>
                    <a:pt x="124" y="285"/>
                  </a:cubicBezTo>
                  <a:cubicBezTo>
                    <a:pt x="124" y="284"/>
                    <a:pt x="124" y="284"/>
                    <a:pt x="124" y="284"/>
                  </a:cubicBezTo>
                  <a:cubicBezTo>
                    <a:pt x="123" y="284"/>
                    <a:pt x="124" y="283"/>
                    <a:pt x="123" y="283"/>
                  </a:cubicBezTo>
                  <a:cubicBezTo>
                    <a:pt x="123" y="282"/>
                    <a:pt x="123" y="282"/>
                    <a:pt x="123" y="282"/>
                  </a:cubicBezTo>
                  <a:cubicBezTo>
                    <a:pt x="123" y="282"/>
                    <a:pt x="122" y="281"/>
                    <a:pt x="122" y="281"/>
                  </a:cubicBezTo>
                  <a:cubicBezTo>
                    <a:pt x="122" y="281"/>
                    <a:pt x="123" y="281"/>
                    <a:pt x="123" y="281"/>
                  </a:cubicBezTo>
                  <a:cubicBezTo>
                    <a:pt x="124" y="281"/>
                    <a:pt x="125" y="281"/>
                    <a:pt x="125" y="280"/>
                  </a:cubicBezTo>
                  <a:cubicBezTo>
                    <a:pt x="125" y="280"/>
                    <a:pt x="124" y="279"/>
                    <a:pt x="123" y="279"/>
                  </a:cubicBezTo>
                  <a:cubicBezTo>
                    <a:pt x="123" y="279"/>
                    <a:pt x="122" y="278"/>
                    <a:pt x="122" y="278"/>
                  </a:cubicBezTo>
                  <a:cubicBezTo>
                    <a:pt x="121" y="277"/>
                    <a:pt x="122" y="276"/>
                    <a:pt x="121" y="275"/>
                  </a:cubicBezTo>
                  <a:cubicBezTo>
                    <a:pt x="120" y="275"/>
                    <a:pt x="119" y="274"/>
                    <a:pt x="119" y="274"/>
                  </a:cubicBezTo>
                  <a:cubicBezTo>
                    <a:pt x="118" y="274"/>
                    <a:pt x="118" y="274"/>
                    <a:pt x="117" y="274"/>
                  </a:cubicBezTo>
                  <a:cubicBezTo>
                    <a:pt x="117" y="274"/>
                    <a:pt x="117" y="275"/>
                    <a:pt x="116" y="275"/>
                  </a:cubicBezTo>
                  <a:cubicBezTo>
                    <a:pt x="116" y="274"/>
                    <a:pt x="116" y="274"/>
                    <a:pt x="116" y="274"/>
                  </a:cubicBezTo>
                  <a:cubicBezTo>
                    <a:pt x="115" y="274"/>
                    <a:pt x="115" y="274"/>
                    <a:pt x="114" y="274"/>
                  </a:cubicBezTo>
                  <a:cubicBezTo>
                    <a:pt x="113" y="274"/>
                    <a:pt x="113" y="275"/>
                    <a:pt x="112" y="275"/>
                  </a:cubicBezTo>
                  <a:cubicBezTo>
                    <a:pt x="111" y="275"/>
                    <a:pt x="110" y="275"/>
                    <a:pt x="109" y="274"/>
                  </a:cubicBezTo>
                  <a:cubicBezTo>
                    <a:pt x="108" y="274"/>
                    <a:pt x="107" y="274"/>
                    <a:pt x="107" y="275"/>
                  </a:cubicBezTo>
                  <a:cubicBezTo>
                    <a:pt x="107" y="275"/>
                    <a:pt x="107" y="276"/>
                    <a:pt x="106" y="276"/>
                  </a:cubicBezTo>
                  <a:cubicBezTo>
                    <a:pt x="106" y="277"/>
                    <a:pt x="105" y="277"/>
                    <a:pt x="104" y="277"/>
                  </a:cubicBezTo>
                  <a:cubicBezTo>
                    <a:pt x="104" y="277"/>
                    <a:pt x="103" y="277"/>
                    <a:pt x="103" y="277"/>
                  </a:cubicBezTo>
                  <a:cubicBezTo>
                    <a:pt x="103" y="277"/>
                    <a:pt x="103" y="277"/>
                    <a:pt x="102" y="277"/>
                  </a:cubicBezTo>
                  <a:cubicBezTo>
                    <a:pt x="102" y="276"/>
                    <a:pt x="101" y="276"/>
                    <a:pt x="101" y="275"/>
                  </a:cubicBezTo>
                  <a:cubicBezTo>
                    <a:pt x="101" y="275"/>
                    <a:pt x="101" y="275"/>
                    <a:pt x="101" y="275"/>
                  </a:cubicBezTo>
                  <a:cubicBezTo>
                    <a:pt x="100" y="274"/>
                    <a:pt x="101" y="275"/>
                    <a:pt x="101" y="274"/>
                  </a:cubicBezTo>
                  <a:cubicBezTo>
                    <a:pt x="100" y="273"/>
                    <a:pt x="100" y="273"/>
                    <a:pt x="100" y="272"/>
                  </a:cubicBezTo>
                  <a:cubicBezTo>
                    <a:pt x="100" y="272"/>
                    <a:pt x="100" y="272"/>
                    <a:pt x="100" y="272"/>
                  </a:cubicBezTo>
                  <a:cubicBezTo>
                    <a:pt x="100" y="271"/>
                    <a:pt x="99" y="271"/>
                    <a:pt x="99" y="270"/>
                  </a:cubicBezTo>
                  <a:cubicBezTo>
                    <a:pt x="100" y="270"/>
                    <a:pt x="100" y="269"/>
                    <a:pt x="99" y="269"/>
                  </a:cubicBezTo>
                  <a:cubicBezTo>
                    <a:pt x="98" y="268"/>
                    <a:pt x="98" y="268"/>
                    <a:pt x="97" y="267"/>
                  </a:cubicBezTo>
                  <a:cubicBezTo>
                    <a:pt x="97" y="267"/>
                    <a:pt x="98" y="266"/>
                    <a:pt x="97" y="266"/>
                  </a:cubicBezTo>
                  <a:cubicBezTo>
                    <a:pt x="97" y="265"/>
                    <a:pt x="98" y="265"/>
                    <a:pt x="99" y="265"/>
                  </a:cubicBezTo>
                  <a:cubicBezTo>
                    <a:pt x="100" y="265"/>
                    <a:pt x="100" y="265"/>
                    <a:pt x="101" y="266"/>
                  </a:cubicBezTo>
                  <a:cubicBezTo>
                    <a:pt x="101" y="266"/>
                    <a:pt x="103" y="266"/>
                    <a:pt x="104" y="266"/>
                  </a:cubicBezTo>
                  <a:cubicBezTo>
                    <a:pt x="104" y="266"/>
                    <a:pt x="105" y="266"/>
                    <a:pt x="105" y="266"/>
                  </a:cubicBezTo>
                  <a:cubicBezTo>
                    <a:pt x="106" y="265"/>
                    <a:pt x="106" y="265"/>
                    <a:pt x="106" y="265"/>
                  </a:cubicBezTo>
                  <a:cubicBezTo>
                    <a:pt x="106" y="264"/>
                    <a:pt x="106" y="264"/>
                    <a:pt x="106" y="264"/>
                  </a:cubicBezTo>
                  <a:cubicBezTo>
                    <a:pt x="106" y="264"/>
                    <a:pt x="108" y="264"/>
                    <a:pt x="108" y="264"/>
                  </a:cubicBezTo>
                  <a:cubicBezTo>
                    <a:pt x="109" y="264"/>
                    <a:pt x="108" y="263"/>
                    <a:pt x="108" y="262"/>
                  </a:cubicBezTo>
                  <a:cubicBezTo>
                    <a:pt x="108" y="262"/>
                    <a:pt x="105" y="261"/>
                    <a:pt x="105" y="260"/>
                  </a:cubicBezTo>
                  <a:cubicBezTo>
                    <a:pt x="106" y="260"/>
                    <a:pt x="106" y="260"/>
                    <a:pt x="105" y="260"/>
                  </a:cubicBezTo>
                  <a:cubicBezTo>
                    <a:pt x="104" y="259"/>
                    <a:pt x="103" y="259"/>
                    <a:pt x="102" y="259"/>
                  </a:cubicBezTo>
                  <a:cubicBezTo>
                    <a:pt x="102" y="259"/>
                    <a:pt x="100" y="259"/>
                    <a:pt x="100" y="259"/>
                  </a:cubicBezTo>
                  <a:cubicBezTo>
                    <a:pt x="100" y="258"/>
                    <a:pt x="101" y="257"/>
                    <a:pt x="100" y="256"/>
                  </a:cubicBezTo>
                  <a:cubicBezTo>
                    <a:pt x="99" y="256"/>
                    <a:pt x="98" y="256"/>
                    <a:pt x="98" y="255"/>
                  </a:cubicBezTo>
                  <a:cubicBezTo>
                    <a:pt x="97" y="255"/>
                    <a:pt x="96" y="255"/>
                    <a:pt x="96" y="254"/>
                  </a:cubicBezTo>
                  <a:cubicBezTo>
                    <a:pt x="95" y="254"/>
                    <a:pt x="95" y="252"/>
                    <a:pt x="94" y="252"/>
                  </a:cubicBezTo>
                  <a:cubicBezTo>
                    <a:pt x="94" y="252"/>
                    <a:pt x="93" y="252"/>
                    <a:pt x="93" y="251"/>
                  </a:cubicBezTo>
                  <a:cubicBezTo>
                    <a:pt x="93" y="251"/>
                    <a:pt x="93" y="251"/>
                    <a:pt x="94" y="251"/>
                  </a:cubicBezTo>
                  <a:cubicBezTo>
                    <a:pt x="94" y="250"/>
                    <a:pt x="93" y="250"/>
                    <a:pt x="92" y="250"/>
                  </a:cubicBezTo>
                  <a:cubicBezTo>
                    <a:pt x="92" y="249"/>
                    <a:pt x="91" y="249"/>
                    <a:pt x="90" y="249"/>
                  </a:cubicBezTo>
                  <a:cubicBezTo>
                    <a:pt x="90" y="248"/>
                    <a:pt x="91" y="248"/>
                    <a:pt x="91" y="248"/>
                  </a:cubicBezTo>
                  <a:cubicBezTo>
                    <a:pt x="91" y="247"/>
                    <a:pt x="90" y="247"/>
                    <a:pt x="91" y="247"/>
                  </a:cubicBezTo>
                  <a:cubicBezTo>
                    <a:pt x="91" y="247"/>
                    <a:pt x="91" y="247"/>
                    <a:pt x="91" y="247"/>
                  </a:cubicBezTo>
                  <a:cubicBezTo>
                    <a:pt x="91" y="246"/>
                    <a:pt x="91" y="246"/>
                    <a:pt x="91" y="246"/>
                  </a:cubicBezTo>
                  <a:cubicBezTo>
                    <a:pt x="91" y="246"/>
                    <a:pt x="92" y="246"/>
                    <a:pt x="92" y="246"/>
                  </a:cubicBezTo>
                  <a:cubicBezTo>
                    <a:pt x="92" y="245"/>
                    <a:pt x="91" y="245"/>
                    <a:pt x="91" y="244"/>
                  </a:cubicBezTo>
                  <a:cubicBezTo>
                    <a:pt x="91" y="244"/>
                    <a:pt x="91" y="244"/>
                    <a:pt x="90" y="244"/>
                  </a:cubicBezTo>
                  <a:cubicBezTo>
                    <a:pt x="90" y="244"/>
                    <a:pt x="90" y="244"/>
                    <a:pt x="90" y="243"/>
                  </a:cubicBezTo>
                  <a:cubicBezTo>
                    <a:pt x="90" y="243"/>
                    <a:pt x="90" y="243"/>
                    <a:pt x="90" y="242"/>
                  </a:cubicBezTo>
                  <a:cubicBezTo>
                    <a:pt x="91" y="242"/>
                    <a:pt x="90" y="240"/>
                    <a:pt x="90" y="240"/>
                  </a:cubicBezTo>
                  <a:cubicBezTo>
                    <a:pt x="90" y="240"/>
                    <a:pt x="89" y="240"/>
                    <a:pt x="89" y="240"/>
                  </a:cubicBezTo>
                  <a:cubicBezTo>
                    <a:pt x="89" y="239"/>
                    <a:pt x="88" y="240"/>
                    <a:pt x="88" y="239"/>
                  </a:cubicBezTo>
                  <a:cubicBezTo>
                    <a:pt x="87" y="239"/>
                    <a:pt x="88" y="239"/>
                    <a:pt x="88" y="239"/>
                  </a:cubicBezTo>
                  <a:cubicBezTo>
                    <a:pt x="87" y="239"/>
                    <a:pt x="87" y="239"/>
                    <a:pt x="87" y="238"/>
                  </a:cubicBezTo>
                  <a:cubicBezTo>
                    <a:pt x="86" y="238"/>
                    <a:pt x="87" y="238"/>
                    <a:pt x="86" y="238"/>
                  </a:cubicBezTo>
                  <a:cubicBezTo>
                    <a:pt x="86" y="238"/>
                    <a:pt x="86" y="238"/>
                    <a:pt x="85" y="238"/>
                  </a:cubicBezTo>
                  <a:cubicBezTo>
                    <a:pt x="85" y="238"/>
                    <a:pt x="84" y="237"/>
                    <a:pt x="84" y="238"/>
                  </a:cubicBezTo>
                  <a:cubicBezTo>
                    <a:pt x="83" y="238"/>
                    <a:pt x="83" y="237"/>
                    <a:pt x="82" y="237"/>
                  </a:cubicBezTo>
                  <a:cubicBezTo>
                    <a:pt x="81" y="238"/>
                    <a:pt x="81" y="238"/>
                    <a:pt x="81" y="238"/>
                  </a:cubicBezTo>
                  <a:cubicBezTo>
                    <a:pt x="80" y="238"/>
                    <a:pt x="80" y="238"/>
                    <a:pt x="79" y="239"/>
                  </a:cubicBezTo>
                  <a:cubicBezTo>
                    <a:pt x="78" y="240"/>
                    <a:pt x="77" y="238"/>
                    <a:pt x="77" y="238"/>
                  </a:cubicBezTo>
                  <a:cubicBezTo>
                    <a:pt x="78" y="237"/>
                    <a:pt x="78" y="237"/>
                    <a:pt x="78" y="237"/>
                  </a:cubicBezTo>
                  <a:cubicBezTo>
                    <a:pt x="78" y="236"/>
                    <a:pt x="77" y="236"/>
                    <a:pt x="77" y="236"/>
                  </a:cubicBezTo>
                  <a:cubicBezTo>
                    <a:pt x="76" y="236"/>
                    <a:pt x="75" y="236"/>
                    <a:pt x="75" y="236"/>
                  </a:cubicBezTo>
                  <a:cubicBezTo>
                    <a:pt x="74" y="236"/>
                    <a:pt x="73" y="237"/>
                    <a:pt x="73" y="237"/>
                  </a:cubicBezTo>
                  <a:cubicBezTo>
                    <a:pt x="72" y="237"/>
                    <a:pt x="72" y="236"/>
                    <a:pt x="71" y="235"/>
                  </a:cubicBezTo>
                  <a:cubicBezTo>
                    <a:pt x="71" y="235"/>
                    <a:pt x="70" y="235"/>
                    <a:pt x="70" y="235"/>
                  </a:cubicBezTo>
                  <a:cubicBezTo>
                    <a:pt x="69" y="235"/>
                    <a:pt x="69" y="235"/>
                    <a:pt x="69" y="235"/>
                  </a:cubicBezTo>
                  <a:cubicBezTo>
                    <a:pt x="69" y="235"/>
                    <a:pt x="69" y="236"/>
                    <a:pt x="68" y="235"/>
                  </a:cubicBezTo>
                  <a:cubicBezTo>
                    <a:pt x="68" y="235"/>
                    <a:pt x="68" y="235"/>
                    <a:pt x="67" y="235"/>
                  </a:cubicBezTo>
                  <a:cubicBezTo>
                    <a:pt x="67" y="234"/>
                    <a:pt x="68" y="234"/>
                    <a:pt x="68" y="233"/>
                  </a:cubicBezTo>
                  <a:cubicBezTo>
                    <a:pt x="68" y="233"/>
                    <a:pt x="67" y="232"/>
                    <a:pt x="67" y="232"/>
                  </a:cubicBezTo>
                  <a:cubicBezTo>
                    <a:pt x="67" y="231"/>
                    <a:pt x="67" y="231"/>
                    <a:pt x="67" y="231"/>
                  </a:cubicBezTo>
                  <a:cubicBezTo>
                    <a:pt x="66" y="231"/>
                    <a:pt x="67" y="231"/>
                    <a:pt x="67" y="231"/>
                  </a:cubicBezTo>
                  <a:cubicBezTo>
                    <a:pt x="66" y="230"/>
                    <a:pt x="66" y="230"/>
                    <a:pt x="66" y="230"/>
                  </a:cubicBezTo>
                  <a:cubicBezTo>
                    <a:pt x="66" y="230"/>
                    <a:pt x="66" y="230"/>
                    <a:pt x="66" y="230"/>
                  </a:cubicBezTo>
                  <a:cubicBezTo>
                    <a:pt x="65" y="229"/>
                    <a:pt x="65" y="229"/>
                    <a:pt x="65" y="229"/>
                  </a:cubicBezTo>
                  <a:cubicBezTo>
                    <a:pt x="65" y="229"/>
                    <a:pt x="64" y="228"/>
                    <a:pt x="65" y="228"/>
                  </a:cubicBezTo>
                  <a:cubicBezTo>
                    <a:pt x="65" y="227"/>
                    <a:pt x="62" y="227"/>
                    <a:pt x="62" y="227"/>
                  </a:cubicBezTo>
                  <a:cubicBezTo>
                    <a:pt x="62" y="227"/>
                    <a:pt x="63" y="226"/>
                    <a:pt x="63" y="225"/>
                  </a:cubicBezTo>
                  <a:cubicBezTo>
                    <a:pt x="63" y="225"/>
                    <a:pt x="62" y="225"/>
                    <a:pt x="63" y="224"/>
                  </a:cubicBezTo>
                  <a:cubicBezTo>
                    <a:pt x="65" y="223"/>
                    <a:pt x="62" y="222"/>
                    <a:pt x="61" y="222"/>
                  </a:cubicBezTo>
                  <a:cubicBezTo>
                    <a:pt x="61" y="221"/>
                    <a:pt x="61" y="221"/>
                    <a:pt x="61" y="221"/>
                  </a:cubicBezTo>
                  <a:cubicBezTo>
                    <a:pt x="61" y="221"/>
                    <a:pt x="61" y="220"/>
                    <a:pt x="60" y="220"/>
                  </a:cubicBezTo>
                  <a:cubicBezTo>
                    <a:pt x="60" y="220"/>
                    <a:pt x="59" y="221"/>
                    <a:pt x="59" y="220"/>
                  </a:cubicBezTo>
                  <a:cubicBezTo>
                    <a:pt x="59" y="219"/>
                    <a:pt x="60" y="220"/>
                    <a:pt x="59" y="219"/>
                  </a:cubicBezTo>
                  <a:cubicBezTo>
                    <a:pt x="59" y="219"/>
                    <a:pt x="60" y="219"/>
                    <a:pt x="60" y="218"/>
                  </a:cubicBezTo>
                  <a:cubicBezTo>
                    <a:pt x="60" y="218"/>
                    <a:pt x="61" y="218"/>
                    <a:pt x="60" y="217"/>
                  </a:cubicBezTo>
                  <a:cubicBezTo>
                    <a:pt x="61" y="217"/>
                    <a:pt x="62" y="217"/>
                    <a:pt x="62" y="217"/>
                  </a:cubicBezTo>
                  <a:cubicBezTo>
                    <a:pt x="63" y="217"/>
                    <a:pt x="62" y="216"/>
                    <a:pt x="62" y="216"/>
                  </a:cubicBezTo>
                  <a:cubicBezTo>
                    <a:pt x="61" y="216"/>
                    <a:pt x="61" y="216"/>
                    <a:pt x="61" y="215"/>
                  </a:cubicBezTo>
                  <a:cubicBezTo>
                    <a:pt x="61" y="215"/>
                    <a:pt x="61" y="215"/>
                    <a:pt x="61" y="215"/>
                  </a:cubicBezTo>
                  <a:cubicBezTo>
                    <a:pt x="61" y="215"/>
                    <a:pt x="61" y="215"/>
                    <a:pt x="61" y="215"/>
                  </a:cubicBezTo>
                  <a:cubicBezTo>
                    <a:pt x="61" y="214"/>
                    <a:pt x="60" y="214"/>
                    <a:pt x="60" y="214"/>
                  </a:cubicBezTo>
                  <a:cubicBezTo>
                    <a:pt x="59" y="213"/>
                    <a:pt x="59" y="213"/>
                    <a:pt x="59" y="212"/>
                  </a:cubicBezTo>
                  <a:cubicBezTo>
                    <a:pt x="60" y="211"/>
                    <a:pt x="59" y="209"/>
                    <a:pt x="58" y="208"/>
                  </a:cubicBezTo>
                  <a:cubicBezTo>
                    <a:pt x="58" y="207"/>
                    <a:pt x="58" y="207"/>
                    <a:pt x="59" y="206"/>
                  </a:cubicBezTo>
                  <a:cubicBezTo>
                    <a:pt x="60" y="205"/>
                    <a:pt x="61" y="205"/>
                    <a:pt x="61" y="203"/>
                  </a:cubicBezTo>
                  <a:cubicBezTo>
                    <a:pt x="61" y="202"/>
                    <a:pt x="62" y="202"/>
                    <a:pt x="63" y="202"/>
                  </a:cubicBezTo>
                  <a:cubicBezTo>
                    <a:pt x="62" y="202"/>
                    <a:pt x="62" y="202"/>
                    <a:pt x="62" y="202"/>
                  </a:cubicBezTo>
                  <a:cubicBezTo>
                    <a:pt x="63" y="202"/>
                    <a:pt x="64" y="202"/>
                    <a:pt x="63" y="201"/>
                  </a:cubicBezTo>
                  <a:cubicBezTo>
                    <a:pt x="62" y="201"/>
                    <a:pt x="62" y="201"/>
                    <a:pt x="62" y="200"/>
                  </a:cubicBezTo>
                  <a:cubicBezTo>
                    <a:pt x="62" y="200"/>
                    <a:pt x="62" y="200"/>
                    <a:pt x="62" y="199"/>
                  </a:cubicBezTo>
                  <a:cubicBezTo>
                    <a:pt x="62" y="199"/>
                    <a:pt x="61" y="198"/>
                    <a:pt x="62" y="197"/>
                  </a:cubicBezTo>
                  <a:cubicBezTo>
                    <a:pt x="62" y="197"/>
                    <a:pt x="63" y="198"/>
                    <a:pt x="63" y="198"/>
                  </a:cubicBezTo>
                  <a:cubicBezTo>
                    <a:pt x="64" y="199"/>
                    <a:pt x="65" y="198"/>
                    <a:pt x="65" y="198"/>
                  </a:cubicBezTo>
                  <a:cubicBezTo>
                    <a:pt x="65" y="197"/>
                    <a:pt x="65" y="197"/>
                    <a:pt x="66" y="197"/>
                  </a:cubicBezTo>
                  <a:cubicBezTo>
                    <a:pt x="67" y="197"/>
                    <a:pt x="67" y="198"/>
                    <a:pt x="68" y="197"/>
                  </a:cubicBezTo>
                  <a:cubicBezTo>
                    <a:pt x="69" y="197"/>
                    <a:pt x="70" y="196"/>
                    <a:pt x="69" y="196"/>
                  </a:cubicBezTo>
                  <a:cubicBezTo>
                    <a:pt x="69" y="196"/>
                    <a:pt x="70" y="195"/>
                    <a:pt x="70" y="195"/>
                  </a:cubicBezTo>
                  <a:cubicBezTo>
                    <a:pt x="71" y="195"/>
                    <a:pt x="72" y="195"/>
                    <a:pt x="73" y="195"/>
                  </a:cubicBezTo>
                  <a:cubicBezTo>
                    <a:pt x="74" y="196"/>
                    <a:pt x="74" y="196"/>
                    <a:pt x="75" y="196"/>
                  </a:cubicBezTo>
                  <a:cubicBezTo>
                    <a:pt x="76" y="196"/>
                    <a:pt x="77" y="196"/>
                    <a:pt x="78" y="197"/>
                  </a:cubicBezTo>
                  <a:cubicBezTo>
                    <a:pt x="78" y="197"/>
                    <a:pt x="78" y="196"/>
                    <a:pt x="78" y="196"/>
                  </a:cubicBezTo>
                  <a:cubicBezTo>
                    <a:pt x="78" y="195"/>
                    <a:pt x="77" y="195"/>
                    <a:pt x="77" y="195"/>
                  </a:cubicBezTo>
                  <a:cubicBezTo>
                    <a:pt x="76" y="195"/>
                    <a:pt x="76" y="194"/>
                    <a:pt x="74" y="193"/>
                  </a:cubicBezTo>
                  <a:cubicBezTo>
                    <a:pt x="74" y="193"/>
                    <a:pt x="73" y="193"/>
                    <a:pt x="73" y="193"/>
                  </a:cubicBezTo>
                  <a:cubicBezTo>
                    <a:pt x="72" y="193"/>
                    <a:pt x="72" y="194"/>
                    <a:pt x="71" y="194"/>
                  </a:cubicBezTo>
                  <a:cubicBezTo>
                    <a:pt x="70" y="194"/>
                    <a:pt x="69" y="194"/>
                    <a:pt x="68" y="193"/>
                  </a:cubicBezTo>
                  <a:cubicBezTo>
                    <a:pt x="68" y="193"/>
                    <a:pt x="67" y="192"/>
                    <a:pt x="67" y="192"/>
                  </a:cubicBezTo>
                  <a:cubicBezTo>
                    <a:pt x="67" y="192"/>
                    <a:pt x="65" y="191"/>
                    <a:pt x="65" y="191"/>
                  </a:cubicBezTo>
                  <a:cubicBezTo>
                    <a:pt x="65" y="191"/>
                    <a:pt x="64" y="190"/>
                    <a:pt x="64" y="190"/>
                  </a:cubicBezTo>
                  <a:cubicBezTo>
                    <a:pt x="64" y="190"/>
                    <a:pt x="65" y="190"/>
                    <a:pt x="66" y="191"/>
                  </a:cubicBezTo>
                  <a:cubicBezTo>
                    <a:pt x="66" y="191"/>
                    <a:pt x="65" y="189"/>
                    <a:pt x="65" y="189"/>
                  </a:cubicBezTo>
                  <a:cubicBezTo>
                    <a:pt x="64" y="190"/>
                    <a:pt x="64" y="189"/>
                    <a:pt x="65" y="189"/>
                  </a:cubicBezTo>
                  <a:cubicBezTo>
                    <a:pt x="66" y="189"/>
                    <a:pt x="65" y="188"/>
                    <a:pt x="65" y="188"/>
                  </a:cubicBezTo>
                  <a:cubicBezTo>
                    <a:pt x="66" y="188"/>
                    <a:pt x="66" y="189"/>
                    <a:pt x="66" y="188"/>
                  </a:cubicBezTo>
                  <a:cubicBezTo>
                    <a:pt x="66" y="188"/>
                    <a:pt x="65" y="188"/>
                    <a:pt x="65" y="188"/>
                  </a:cubicBezTo>
                  <a:cubicBezTo>
                    <a:pt x="65" y="188"/>
                    <a:pt x="64" y="188"/>
                    <a:pt x="63" y="189"/>
                  </a:cubicBezTo>
                  <a:cubicBezTo>
                    <a:pt x="63" y="189"/>
                    <a:pt x="62" y="190"/>
                    <a:pt x="61" y="190"/>
                  </a:cubicBezTo>
                  <a:cubicBezTo>
                    <a:pt x="61" y="190"/>
                    <a:pt x="60" y="190"/>
                    <a:pt x="60" y="190"/>
                  </a:cubicBezTo>
                  <a:cubicBezTo>
                    <a:pt x="59" y="190"/>
                    <a:pt x="59" y="190"/>
                    <a:pt x="59" y="190"/>
                  </a:cubicBezTo>
                  <a:cubicBezTo>
                    <a:pt x="60" y="189"/>
                    <a:pt x="61" y="188"/>
                    <a:pt x="61" y="188"/>
                  </a:cubicBezTo>
                  <a:cubicBezTo>
                    <a:pt x="62" y="187"/>
                    <a:pt x="63" y="186"/>
                    <a:pt x="64" y="186"/>
                  </a:cubicBezTo>
                  <a:cubicBezTo>
                    <a:pt x="65" y="186"/>
                    <a:pt x="65" y="185"/>
                    <a:pt x="65" y="184"/>
                  </a:cubicBezTo>
                  <a:cubicBezTo>
                    <a:pt x="66" y="184"/>
                    <a:pt x="66" y="184"/>
                    <a:pt x="67" y="184"/>
                  </a:cubicBezTo>
                  <a:cubicBezTo>
                    <a:pt x="68" y="183"/>
                    <a:pt x="69" y="183"/>
                    <a:pt x="69" y="182"/>
                  </a:cubicBezTo>
                  <a:cubicBezTo>
                    <a:pt x="70" y="181"/>
                    <a:pt x="71" y="180"/>
                    <a:pt x="72" y="180"/>
                  </a:cubicBezTo>
                  <a:cubicBezTo>
                    <a:pt x="73" y="179"/>
                    <a:pt x="73" y="179"/>
                    <a:pt x="74" y="178"/>
                  </a:cubicBezTo>
                  <a:cubicBezTo>
                    <a:pt x="75" y="177"/>
                    <a:pt x="75" y="176"/>
                    <a:pt x="76" y="175"/>
                  </a:cubicBezTo>
                  <a:cubicBezTo>
                    <a:pt x="77" y="175"/>
                    <a:pt x="78" y="174"/>
                    <a:pt x="79" y="173"/>
                  </a:cubicBezTo>
                  <a:cubicBezTo>
                    <a:pt x="80" y="172"/>
                    <a:pt x="80" y="172"/>
                    <a:pt x="81" y="171"/>
                  </a:cubicBezTo>
                  <a:cubicBezTo>
                    <a:pt x="82" y="170"/>
                    <a:pt x="83" y="169"/>
                    <a:pt x="83" y="168"/>
                  </a:cubicBezTo>
                  <a:cubicBezTo>
                    <a:pt x="83" y="167"/>
                    <a:pt x="84" y="167"/>
                    <a:pt x="84" y="166"/>
                  </a:cubicBezTo>
                  <a:cubicBezTo>
                    <a:pt x="83" y="165"/>
                    <a:pt x="82" y="165"/>
                    <a:pt x="82" y="164"/>
                  </a:cubicBezTo>
                  <a:cubicBezTo>
                    <a:pt x="81" y="164"/>
                    <a:pt x="81" y="163"/>
                    <a:pt x="81" y="163"/>
                  </a:cubicBezTo>
                  <a:cubicBezTo>
                    <a:pt x="80" y="163"/>
                    <a:pt x="80" y="163"/>
                    <a:pt x="80" y="163"/>
                  </a:cubicBezTo>
                  <a:cubicBezTo>
                    <a:pt x="79" y="162"/>
                    <a:pt x="78" y="161"/>
                    <a:pt x="77" y="161"/>
                  </a:cubicBezTo>
                  <a:cubicBezTo>
                    <a:pt x="76" y="161"/>
                    <a:pt x="75" y="160"/>
                    <a:pt x="73" y="160"/>
                  </a:cubicBezTo>
                  <a:cubicBezTo>
                    <a:pt x="72" y="159"/>
                    <a:pt x="71" y="158"/>
                    <a:pt x="71" y="158"/>
                  </a:cubicBezTo>
                  <a:cubicBezTo>
                    <a:pt x="71" y="158"/>
                    <a:pt x="72" y="158"/>
                    <a:pt x="72" y="157"/>
                  </a:cubicBezTo>
                  <a:cubicBezTo>
                    <a:pt x="73" y="157"/>
                    <a:pt x="74" y="156"/>
                    <a:pt x="74" y="155"/>
                  </a:cubicBezTo>
                  <a:cubicBezTo>
                    <a:pt x="75" y="155"/>
                    <a:pt x="75" y="155"/>
                    <a:pt x="74" y="154"/>
                  </a:cubicBezTo>
                  <a:cubicBezTo>
                    <a:pt x="74" y="153"/>
                    <a:pt x="75" y="153"/>
                    <a:pt x="74" y="153"/>
                  </a:cubicBezTo>
                  <a:cubicBezTo>
                    <a:pt x="74" y="153"/>
                    <a:pt x="73" y="153"/>
                    <a:pt x="73" y="153"/>
                  </a:cubicBezTo>
                  <a:cubicBezTo>
                    <a:pt x="72" y="152"/>
                    <a:pt x="71" y="152"/>
                    <a:pt x="70" y="152"/>
                  </a:cubicBezTo>
                  <a:cubicBezTo>
                    <a:pt x="70" y="151"/>
                    <a:pt x="71" y="151"/>
                    <a:pt x="70" y="151"/>
                  </a:cubicBezTo>
                  <a:cubicBezTo>
                    <a:pt x="70" y="150"/>
                    <a:pt x="70" y="150"/>
                    <a:pt x="70" y="150"/>
                  </a:cubicBezTo>
                  <a:cubicBezTo>
                    <a:pt x="69" y="149"/>
                    <a:pt x="71" y="150"/>
                    <a:pt x="71" y="149"/>
                  </a:cubicBezTo>
                  <a:cubicBezTo>
                    <a:pt x="71" y="149"/>
                    <a:pt x="71" y="149"/>
                    <a:pt x="71" y="149"/>
                  </a:cubicBezTo>
                  <a:cubicBezTo>
                    <a:pt x="70" y="148"/>
                    <a:pt x="70" y="148"/>
                    <a:pt x="70" y="148"/>
                  </a:cubicBezTo>
                  <a:cubicBezTo>
                    <a:pt x="70" y="147"/>
                    <a:pt x="69" y="148"/>
                    <a:pt x="68" y="148"/>
                  </a:cubicBezTo>
                  <a:cubicBezTo>
                    <a:pt x="67" y="148"/>
                    <a:pt x="67" y="147"/>
                    <a:pt x="66" y="146"/>
                  </a:cubicBezTo>
                  <a:cubicBezTo>
                    <a:pt x="66" y="145"/>
                    <a:pt x="66" y="145"/>
                    <a:pt x="67" y="145"/>
                  </a:cubicBezTo>
                  <a:cubicBezTo>
                    <a:pt x="67" y="145"/>
                    <a:pt x="68" y="145"/>
                    <a:pt x="68" y="145"/>
                  </a:cubicBezTo>
                  <a:cubicBezTo>
                    <a:pt x="68" y="144"/>
                    <a:pt x="67" y="145"/>
                    <a:pt x="67" y="144"/>
                  </a:cubicBezTo>
                  <a:cubicBezTo>
                    <a:pt x="68" y="144"/>
                    <a:pt x="68" y="144"/>
                    <a:pt x="68" y="144"/>
                  </a:cubicBezTo>
                  <a:cubicBezTo>
                    <a:pt x="67" y="144"/>
                    <a:pt x="67" y="144"/>
                    <a:pt x="66" y="144"/>
                  </a:cubicBezTo>
                  <a:cubicBezTo>
                    <a:pt x="65" y="144"/>
                    <a:pt x="66" y="143"/>
                    <a:pt x="66" y="143"/>
                  </a:cubicBezTo>
                  <a:cubicBezTo>
                    <a:pt x="67" y="142"/>
                    <a:pt x="66" y="141"/>
                    <a:pt x="67" y="141"/>
                  </a:cubicBezTo>
                  <a:cubicBezTo>
                    <a:pt x="67" y="140"/>
                    <a:pt x="66" y="140"/>
                    <a:pt x="66" y="140"/>
                  </a:cubicBezTo>
                  <a:cubicBezTo>
                    <a:pt x="67" y="139"/>
                    <a:pt x="68" y="139"/>
                    <a:pt x="68" y="139"/>
                  </a:cubicBezTo>
                  <a:cubicBezTo>
                    <a:pt x="69" y="139"/>
                    <a:pt x="68" y="137"/>
                    <a:pt x="68" y="137"/>
                  </a:cubicBezTo>
                  <a:cubicBezTo>
                    <a:pt x="67" y="136"/>
                    <a:pt x="67" y="135"/>
                    <a:pt x="66" y="134"/>
                  </a:cubicBezTo>
                  <a:cubicBezTo>
                    <a:pt x="65" y="134"/>
                    <a:pt x="64" y="133"/>
                    <a:pt x="64" y="132"/>
                  </a:cubicBezTo>
                  <a:cubicBezTo>
                    <a:pt x="63" y="131"/>
                    <a:pt x="62" y="130"/>
                    <a:pt x="61" y="130"/>
                  </a:cubicBezTo>
                  <a:cubicBezTo>
                    <a:pt x="61" y="129"/>
                    <a:pt x="59" y="128"/>
                    <a:pt x="59" y="127"/>
                  </a:cubicBezTo>
                  <a:cubicBezTo>
                    <a:pt x="60" y="126"/>
                    <a:pt x="61" y="125"/>
                    <a:pt x="62" y="124"/>
                  </a:cubicBezTo>
                  <a:cubicBezTo>
                    <a:pt x="62" y="124"/>
                    <a:pt x="63" y="123"/>
                    <a:pt x="64" y="122"/>
                  </a:cubicBezTo>
                  <a:cubicBezTo>
                    <a:pt x="65" y="122"/>
                    <a:pt x="65" y="121"/>
                    <a:pt x="64" y="120"/>
                  </a:cubicBezTo>
                  <a:cubicBezTo>
                    <a:pt x="64" y="119"/>
                    <a:pt x="63" y="119"/>
                    <a:pt x="62" y="119"/>
                  </a:cubicBezTo>
                  <a:cubicBezTo>
                    <a:pt x="61" y="118"/>
                    <a:pt x="60" y="117"/>
                    <a:pt x="60" y="116"/>
                  </a:cubicBezTo>
                  <a:cubicBezTo>
                    <a:pt x="59" y="116"/>
                    <a:pt x="57" y="116"/>
                    <a:pt x="56" y="116"/>
                  </a:cubicBezTo>
                  <a:cubicBezTo>
                    <a:pt x="55" y="116"/>
                    <a:pt x="55" y="115"/>
                    <a:pt x="54" y="114"/>
                  </a:cubicBezTo>
                  <a:cubicBezTo>
                    <a:pt x="53" y="114"/>
                    <a:pt x="52" y="113"/>
                    <a:pt x="53" y="112"/>
                  </a:cubicBezTo>
                  <a:cubicBezTo>
                    <a:pt x="53" y="111"/>
                    <a:pt x="55" y="110"/>
                    <a:pt x="54" y="109"/>
                  </a:cubicBezTo>
                  <a:cubicBezTo>
                    <a:pt x="54" y="109"/>
                    <a:pt x="52" y="109"/>
                    <a:pt x="52" y="109"/>
                  </a:cubicBezTo>
                  <a:cubicBezTo>
                    <a:pt x="53" y="109"/>
                    <a:pt x="53" y="108"/>
                    <a:pt x="54" y="108"/>
                  </a:cubicBezTo>
                  <a:cubicBezTo>
                    <a:pt x="55" y="108"/>
                    <a:pt x="56" y="108"/>
                    <a:pt x="56" y="108"/>
                  </a:cubicBezTo>
                  <a:cubicBezTo>
                    <a:pt x="57" y="107"/>
                    <a:pt x="58" y="107"/>
                    <a:pt x="58" y="106"/>
                  </a:cubicBezTo>
                  <a:cubicBezTo>
                    <a:pt x="58" y="105"/>
                    <a:pt x="57" y="105"/>
                    <a:pt x="58" y="105"/>
                  </a:cubicBezTo>
                  <a:cubicBezTo>
                    <a:pt x="60" y="105"/>
                    <a:pt x="62" y="105"/>
                    <a:pt x="63" y="104"/>
                  </a:cubicBezTo>
                  <a:cubicBezTo>
                    <a:pt x="63" y="104"/>
                    <a:pt x="63" y="103"/>
                    <a:pt x="63" y="103"/>
                  </a:cubicBezTo>
                  <a:cubicBezTo>
                    <a:pt x="64" y="102"/>
                    <a:pt x="63" y="102"/>
                    <a:pt x="63" y="102"/>
                  </a:cubicBezTo>
                  <a:cubicBezTo>
                    <a:pt x="63" y="102"/>
                    <a:pt x="64" y="102"/>
                    <a:pt x="65" y="103"/>
                  </a:cubicBezTo>
                  <a:cubicBezTo>
                    <a:pt x="66" y="103"/>
                    <a:pt x="66" y="103"/>
                    <a:pt x="67" y="103"/>
                  </a:cubicBezTo>
                  <a:cubicBezTo>
                    <a:pt x="69" y="103"/>
                    <a:pt x="68" y="101"/>
                    <a:pt x="67" y="101"/>
                  </a:cubicBezTo>
                  <a:cubicBezTo>
                    <a:pt x="68" y="101"/>
                    <a:pt x="73" y="101"/>
                    <a:pt x="71" y="102"/>
                  </a:cubicBezTo>
                  <a:cubicBezTo>
                    <a:pt x="71" y="102"/>
                    <a:pt x="72" y="101"/>
                    <a:pt x="73" y="102"/>
                  </a:cubicBezTo>
                  <a:cubicBezTo>
                    <a:pt x="73" y="102"/>
                    <a:pt x="74" y="102"/>
                    <a:pt x="74" y="102"/>
                  </a:cubicBezTo>
                  <a:cubicBezTo>
                    <a:pt x="74" y="101"/>
                    <a:pt x="73" y="101"/>
                    <a:pt x="73" y="100"/>
                  </a:cubicBezTo>
                  <a:cubicBezTo>
                    <a:pt x="74" y="100"/>
                    <a:pt x="76" y="101"/>
                    <a:pt x="76" y="101"/>
                  </a:cubicBezTo>
                  <a:cubicBezTo>
                    <a:pt x="76" y="100"/>
                    <a:pt x="75" y="100"/>
                    <a:pt x="75" y="99"/>
                  </a:cubicBezTo>
                  <a:cubicBezTo>
                    <a:pt x="74" y="99"/>
                    <a:pt x="76" y="99"/>
                    <a:pt x="76" y="99"/>
                  </a:cubicBezTo>
                  <a:cubicBezTo>
                    <a:pt x="77" y="100"/>
                    <a:pt x="78" y="100"/>
                    <a:pt x="78" y="100"/>
                  </a:cubicBezTo>
                  <a:cubicBezTo>
                    <a:pt x="79" y="100"/>
                    <a:pt x="79" y="100"/>
                    <a:pt x="79" y="101"/>
                  </a:cubicBezTo>
                  <a:cubicBezTo>
                    <a:pt x="80" y="101"/>
                    <a:pt x="80" y="101"/>
                    <a:pt x="81" y="101"/>
                  </a:cubicBezTo>
                  <a:cubicBezTo>
                    <a:pt x="82" y="101"/>
                    <a:pt x="83" y="101"/>
                    <a:pt x="83" y="101"/>
                  </a:cubicBezTo>
                  <a:cubicBezTo>
                    <a:pt x="84" y="102"/>
                    <a:pt x="82" y="102"/>
                    <a:pt x="81" y="102"/>
                  </a:cubicBezTo>
                  <a:cubicBezTo>
                    <a:pt x="80" y="102"/>
                    <a:pt x="79" y="102"/>
                    <a:pt x="78" y="102"/>
                  </a:cubicBezTo>
                  <a:cubicBezTo>
                    <a:pt x="77" y="102"/>
                    <a:pt x="77" y="102"/>
                    <a:pt x="77" y="102"/>
                  </a:cubicBezTo>
                  <a:cubicBezTo>
                    <a:pt x="77" y="102"/>
                    <a:pt x="77" y="101"/>
                    <a:pt x="76" y="101"/>
                  </a:cubicBezTo>
                  <a:cubicBezTo>
                    <a:pt x="76" y="101"/>
                    <a:pt x="76" y="101"/>
                    <a:pt x="76" y="102"/>
                  </a:cubicBezTo>
                  <a:cubicBezTo>
                    <a:pt x="76" y="102"/>
                    <a:pt x="76" y="102"/>
                    <a:pt x="75" y="102"/>
                  </a:cubicBezTo>
                  <a:cubicBezTo>
                    <a:pt x="76" y="102"/>
                    <a:pt x="76" y="102"/>
                    <a:pt x="76" y="103"/>
                  </a:cubicBezTo>
                  <a:cubicBezTo>
                    <a:pt x="76" y="102"/>
                    <a:pt x="77" y="102"/>
                    <a:pt x="78" y="103"/>
                  </a:cubicBezTo>
                  <a:cubicBezTo>
                    <a:pt x="78" y="103"/>
                    <a:pt x="79" y="103"/>
                    <a:pt x="79" y="103"/>
                  </a:cubicBezTo>
                  <a:cubicBezTo>
                    <a:pt x="79" y="103"/>
                    <a:pt x="78" y="104"/>
                    <a:pt x="77" y="104"/>
                  </a:cubicBezTo>
                  <a:cubicBezTo>
                    <a:pt x="78" y="104"/>
                    <a:pt x="79" y="103"/>
                    <a:pt x="80" y="103"/>
                  </a:cubicBezTo>
                  <a:cubicBezTo>
                    <a:pt x="81" y="104"/>
                    <a:pt x="81" y="103"/>
                    <a:pt x="82" y="104"/>
                  </a:cubicBezTo>
                  <a:cubicBezTo>
                    <a:pt x="82" y="104"/>
                    <a:pt x="81" y="104"/>
                    <a:pt x="81" y="104"/>
                  </a:cubicBezTo>
                  <a:cubicBezTo>
                    <a:pt x="82" y="104"/>
                    <a:pt x="83" y="103"/>
                    <a:pt x="83" y="104"/>
                  </a:cubicBezTo>
                  <a:cubicBezTo>
                    <a:pt x="83" y="104"/>
                    <a:pt x="82" y="104"/>
                    <a:pt x="82" y="105"/>
                  </a:cubicBezTo>
                  <a:cubicBezTo>
                    <a:pt x="83" y="105"/>
                    <a:pt x="82" y="105"/>
                    <a:pt x="83" y="104"/>
                  </a:cubicBezTo>
                  <a:cubicBezTo>
                    <a:pt x="83" y="104"/>
                    <a:pt x="84" y="104"/>
                    <a:pt x="85" y="104"/>
                  </a:cubicBezTo>
                  <a:cubicBezTo>
                    <a:pt x="85" y="104"/>
                    <a:pt x="87" y="104"/>
                    <a:pt x="86" y="104"/>
                  </a:cubicBezTo>
                  <a:cubicBezTo>
                    <a:pt x="87" y="104"/>
                    <a:pt x="85" y="105"/>
                    <a:pt x="85" y="105"/>
                  </a:cubicBezTo>
                  <a:cubicBezTo>
                    <a:pt x="85" y="105"/>
                    <a:pt x="86" y="105"/>
                    <a:pt x="87" y="105"/>
                  </a:cubicBezTo>
                  <a:cubicBezTo>
                    <a:pt x="87" y="106"/>
                    <a:pt x="86" y="106"/>
                    <a:pt x="86" y="106"/>
                  </a:cubicBezTo>
                  <a:cubicBezTo>
                    <a:pt x="86" y="106"/>
                    <a:pt x="86" y="106"/>
                    <a:pt x="86" y="106"/>
                  </a:cubicBezTo>
                  <a:cubicBezTo>
                    <a:pt x="87" y="106"/>
                    <a:pt x="87" y="106"/>
                    <a:pt x="87" y="106"/>
                  </a:cubicBezTo>
                  <a:cubicBezTo>
                    <a:pt x="87" y="106"/>
                    <a:pt x="85" y="107"/>
                    <a:pt x="85" y="107"/>
                  </a:cubicBezTo>
                  <a:cubicBezTo>
                    <a:pt x="85" y="107"/>
                    <a:pt x="84" y="107"/>
                    <a:pt x="84" y="107"/>
                  </a:cubicBezTo>
                  <a:cubicBezTo>
                    <a:pt x="84" y="108"/>
                    <a:pt x="84" y="108"/>
                    <a:pt x="84" y="108"/>
                  </a:cubicBezTo>
                  <a:cubicBezTo>
                    <a:pt x="84" y="108"/>
                    <a:pt x="84" y="107"/>
                    <a:pt x="85" y="107"/>
                  </a:cubicBezTo>
                  <a:cubicBezTo>
                    <a:pt x="85" y="107"/>
                    <a:pt x="86" y="107"/>
                    <a:pt x="87" y="107"/>
                  </a:cubicBezTo>
                  <a:cubicBezTo>
                    <a:pt x="87" y="106"/>
                    <a:pt x="87" y="106"/>
                    <a:pt x="87" y="105"/>
                  </a:cubicBezTo>
                  <a:cubicBezTo>
                    <a:pt x="87" y="105"/>
                    <a:pt x="88" y="105"/>
                    <a:pt x="88" y="105"/>
                  </a:cubicBezTo>
                  <a:cubicBezTo>
                    <a:pt x="89" y="105"/>
                    <a:pt x="89" y="105"/>
                    <a:pt x="90" y="105"/>
                  </a:cubicBezTo>
                  <a:cubicBezTo>
                    <a:pt x="91" y="105"/>
                    <a:pt x="91" y="105"/>
                    <a:pt x="92" y="105"/>
                  </a:cubicBezTo>
                  <a:cubicBezTo>
                    <a:pt x="93" y="105"/>
                    <a:pt x="94" y="105"/>
                    <a:pt x="95" y="106"/>
                  </a:cubicBezTo>
                  <a:cubicBezTo>
                    <a:pt x="96" y="106"/>
                    <a:pt x="96" y="106"/>
                    <a:pt x="97" y="106"/>
                  </a:cubicBezTo>
                  <a:cubicBezTo>
                    <a:pt x="97" y="106"/>
                    <a:pt x="97" y="106"/>
                    <a:pt x="97" y="106"/>
                  </a:cubicBezTo>
                  <a:cubicBezTo>
                    <a:pt x="98" y="106"/>
                    <a:pt x="98" y="106"/>
                    <a:pt x="98" y="106"/>
                  </a:cubicBezTo>
                  <a:cubicBezTo>
                    <a:pt x="99" y="106"/>
                    <a:pt x="99" y="106"/>
                    <a:pt x="99" y="106"/>
                  </a:cubicBezTo>
                  <a:cubicBezTo>
                    <a:pt x="99" y="106"/>
                    <a:pt x="99" y="106"/>
                    <a:pt x="99" y="106"/>
                  </a:cubicBezTo>
                  <a:cubicBezTo>
                    <a:pt x="99" y="106"/>
                    <a:pt x="99" y="106"/>
                    <a:pt x="98" y="105"/>
                  </a:cubicBezTo>
                  <a:cubicBezTo>
                    <a:pt x="100" y="105"/>
                    <a:pt x="101" y="106"/>
                    <a:pt x="102" y="106"/>
                  </a:cubicBezTo>
                  <a:cubicBezTo>
                    <a:pt x="103" y="106"/>
                    <a:pt x="104" y="106"/>
                    <a:pt x="104" y="106"/>
                  </a:cubicBezTo>
                  <a:cubicBezTo>
                    <a:pt x="105" y="106"/>
                    <a:pt x="105" y="107"/>
                    <a:pt x="106" y="107"/>
                  </a:cubicBezTo>
                  <a:cubicBezTo>
                    <a:pt x="106" y="107"/>
                    <a:pt x="107" y="107"/>
                    <a:pt x="107" y="107"/>
                  </a:cubicBezTo>
                  <a:cubicBezTo>
                    <a:pt x="108" y="108"/>
                    <a:pt x="109" y="108"/>
                    <a:pt x="110" y="108"/>
                  </a:cubicBezTo>
                  <a:cubicBezTo>
                    <a:pt x="111" y="108"/>
                    <a:pt x="112" y="109"/>
                    <a:pt x="113" y="109"/>
                  </a:cubicBezTo>
                  <a:cubicBezTo>
                    <a:pt x="115" y="110"/>
                    <a:pt x="116" y="110"/>
                    <a:pt x="117" y="111"/>
                  </a:cubicBezTo>
                  <a:cubicBezTo>
                    <a:pt x="119" y="111"/>
                    <a:pt x="120" y="112"/>
                    <a:pt x="121" y="112"/>
                  </a:cubicBezTo>
                  <a:cubicBezTo>
                    <a:pt x="121" y="113"/>
                    <a:pt x="123" y="113"/>
                    <a:pt x="123" y="114"/>
                  </a:cubicBezTo>
                  <a:cubicBezTo>
                    <a:pt x="123" y="114"/>
                    <a:pt x="126" y="114"/>
                    <a:pt x="126" y="115"/>
                  </a:cubicBezTo>
                  <a:cubicBezTo>
                    <a:pt x="126" y="114"/>
                    <a:pt x="125" y="114"/>
                    <a:pt x="124" y="114"/>
                  </a:cubicBezTo>
                  <a:cubicBezTo>
                    <a:pt x="125" y="114"/>
                    <a:pt x="125" y="114"/>
                    <a:pt x="126" y="114"/>
                  </a:cubicBezTo>
                  <a:cubicBezTo>
                    <a:pt x="126" y="114"/>
                    <a:pt x="127" y="114"/>
                    <a:pt x="127" y="114"/>
                  </a:cubicBezTo>
                  <a:cubicBezTo>
                    <a:pt x="128" y="115"/>
                    <a:pt x="128" y="115"/>
                    <a:pt x="128" y="115"/>
                  </a:cubicBezTo>
                  <a:cubicBezTo>
                    <a:pt x="130" y="115"/>
                    <a:pt x="132" y="117"/>
                    <a:pt x="135" y="117"/>
                  </a:cubicBezTo>
                  <a:cubicBezTo>
                    <a:pt x="134" y="116"/>
                    <a:pt x="134" y="116"/>
                    <a:pt x="133" y="116"/>
                  </a:cubicBezTo>
                  <a:cubicBezTo>
                    <a:pt x="134" y="115"/>
                    <a:pt x="135" y="117"/>
                    <a:pt x="136" y="117"/>
                  </a:cubicBezTo>
                  <a:cubicBezTo>
                    <a:pt x="137" y="118"/>
                    <a:pt x="137" y="118"/>
                    <a:pt x="138" y="118"/>
                  </a:cubicBezTo>
                  <a:cubicBezTo>
                    <a:pt x="139" y="118"/>
                    <a:pt x="139" y="119"/>
                    <a:pt x="138" y="119"/>
                  </a:cubicBezTo>
                  <a:cubicBezTo>
                    <a:pt x="138" y="119"/>
                    <a:pt x="140" y="120"/>
                    <a:pt x="140" y="119"/>
                  </a:cubicBezTo>
                  <a:cubicBezTo>
                    <a:pt x="140" y="119"/>
                    <a:pt x="142" y="120"/>
                    <a:pt x="142" y="120"/>
                  </a:cubicBezTo>
                  <a:cubicBezTo>
                    <a:pt x="143" y="120"/>
                    <a:pt x="144" y="120"/>
                    <a:pt x="144" y="121"/>
                  </a:cubicBezTo>
                  <a:cubicBezTo>
                    <a:pt x="144" y="121"/>
                    <a:pt x="144" y="121"/>
                    <a:pt x="144" y="121"/>
                  </a:cubicBezTo>
                  <a:cubicBezTo>
                    <a:pt x="144" y="122"/>
                    <a:pt x="144" y="122"/>
                    <a:pt x="144" y="122"/>
                  </a:cubicBezTo>
                  <a:cubicBezTo>
                    <a:pt x="144" y="123"/>
                    <a:pt x="145" y="122"/>
                    <a:pt x="145" y="123"/>
                  </a:cubicBezTo>
                  <a:cubicBezTo>
                    <a:pt x="146" y="124"/>
                    <a:pt x="145" y="125"/>
                    <a:pt x="146" y="125"/>
                  </a:cubicBezTo>
                  <a:cubicBezTo>
                    <a:pt x="147" y="125"/>
                    <a:pt x="147" y="125"/>
                    <a:pt x="148" y="126"/>
                  </a:cubicBezTo>
                  <a:cubicBezTo>
                    <a:pt x="148" y="126"/>
                    <a:pt x="148" y="126"/>
                    <a:pt x="148" y="127"/>
                  </a:cubicBezTo>
                  <a:cubicBezTo>
                    <a:pt x="148" y="127"/>
                    <a:pt x="147" y="127"/>
                    <a:pt x="147" y="127"/>
                  </a:cubicBezTo>
                  <a:cubicBezTo>
                    <a:pt x="147" y="127"/>
                    <a:pt x="147" y="127"/>
                    <a:pt x="147" y="127"/>
                  </a:cubicBezTo>
                  <a:cubicBezTo>
                    <a:pt x="147" y="127"/>
                    <a:pt x="147" y="128"/>
                    <a:pt x="147" y="128"/>
                  </a:cubicBezTo>
                  <a:cubicBezTo>
                    <a:pt x="147" y="128"/>
                    <a:pt x="147" y="129"/>
                    <a:pt x="146" y="129"/>
                  </a:cubicBezTo>
                  <a:cubicBezTo>
                    <a:pt x="146" y="130"/>
                    <a:pt x="145" y="130"/>
                    <a:pt x="144" y="131"/>
                  </a:cubicBezTo>
                  <a:cubicBezTo>
                    <a:pt x="144" y="131"/>
                    <a:pt x="143" y="132"/>
                    <a:pt x="142" y="132"/>
                  </a:cubicBezTo>
                  <a:cubicBezTo>
                    <a:pt x="142" y="133"/>
                    <a:pt x="141" y="133"/>
                    <a:pt x="141" y="133"/>
                  </a:cubicBezTo>
                  <a:cubicBezTo>
                    <a:pt x="141" y="133"/>
                    <a:pt x="140" y="134"/>
                    <a:pt x="140" y="134"/>
                  </a:cubicBezTo>
                  <a:cubicBezTo>
                    <a:pt x="138" y="134"/>
                    <a:pt x="137" y="134"/>
                    <a:pt x="136" y="135"/>
                  </a:cubicBezTo>
                  <a:cubicBezTo>
                    <a:pt x="134" y="135"/>
                    <a:pt x="133" y="135"/>
                    <a:pt x="132" y="135"/>
                  </a:cubicBezTo>
                  <a:cubicBezTo>
                    <a:pt x="129" y="136"/>
                    <a:pt x="126" y="136"/>
                    <a:pt x="124" y="135"/>
                  </a:cubicBezTo>
                  <a:cubicBezTo>
                    <a:pt x="122" y="135"/>
                    <a:pt x="121" y="134"/>
                    <a:pt x="119" y="134"/>
                  </a:cubicBezTo>
                  <a:cubicBezTo>
                    <a:pt x="118" y="134"/>
                    <a:pt x="117" y="133"/>
                    <a:pt x="115" y="133"/>
                  </a:cubicBezTo>
                  <a:cubicBezTo>
                    <a:pt x="114" y="133"/>
                    <a:pt x="112" y="133"/>
                    <a:pt x="111" y="133"/>
                  </a:cubicBezTo>
                  <a:cubicBezTo>
                    <a:pt x="109" y="133"/>
                    <a:pt x="108" y="133"/>
                    <a:pt x="107" y="133"/>
                  </a:cubicBezTo>
                  <a:cubicBezTo>
                    <a:pt x="106" y="132"/>
                    <a:pt x="105" y="131"/>
                    <a:pt x="103" y="131"/>
                  </a:cubicBezTo>
                  <a:cubicBezTo>
                    <a:pt x="102" y="131"/>
                    <a:pt x="101" y="130"/>
                    <a:pt x="100" y="131"/>
                  </a:cubicBezTo>
                  <a:cubicBezTo>
                    <a:pt x="99" y="131"/>
                    <a:pt x="99" y="131"/>
                    <a:pt x="98" y="131"/>
                  </a:cubicBezTo>
                  <a:cubicBezTo>
                    <a:pt x="98" y="130"/>
                    <a:pt x="98" y="130"/>
                    <a:pt x="99" y="130"/>
                  </a:cubicBezTo>
                  <a:cubicBezTo>
                    <a:pt x="99" y="130"/>
                    <a:pt x="98" y="130"/>
                    <a:pt x="98" y="130"/>
                  </a:cubicBezTo>
                  <a:cubicBezTo>
                    <a:pt x="97" y="130"/>
                    <a:pt x="97" y="130"/>
                    <a:pt x="96" y="130"/>
                  </a:cubicBezTo>
                  <a:cubicBezTo>
                    <a:pt x="96" y="130"/>
                    <a:pt x="96" y="129"/>
                    <a:pt x="96" y="129"/>
                  </a:cubicBezTo>
                  <a:cubicBezTo>
                    <a:pt x="96" y="129"/>
                    <a:pt x="96" y="129"/>
                    <a:pt x="96" y="130"/>
                  </a:cubicBezTo>
                  <a:cubicBezTo>
                    <a:pt x="95" y="130"/>
                    <a:pt x="95" y="130"/>
                    <a:pt x="95" y="130"/>
                  </a:cubicBezTo>
                  <a:cubicBezTo>
                    <a:pt x="94" y="129"/>
                    <a:pt x="94" y="129"/>
                    <a:pt x="93" y="129"/>
                  </a:cubicBezTo>
                  <a:cubicBezTo>
                    <a:pt x="93" y="129"/>
                    <a:pt x="92" y="129"/>
                    <a:pt x="92" y="128"/>
                  </a:cubicBezTo>
                  <a:cubicBezTo>
                    <a:pt x="92" y="129"/>
                    <a:pt x="92" y="129"/>
                    <a:pt x="92" y="128"/>
                  </a:cubicBezTo>
                  <a:cubicBezTo>
                    <a:pt x="92" y="129"/>
                    <a:pt x="92" y="129"/>
                    <a:pt x="92" y="129"/>
                  </a:cubicBezTo>
                  <a:cubicBezTo>
                    <a:pt x="92" y="129"/>
                    <a:pt x="92" y="129"/>
                    <a:pt x="92" y="129"/>
                  </a:cubicBezTo>
                  <a:cubicBezTo>
                    <a:pt x="92" y="129"/>
                    <a:pt x="92" y="129"/>
                    <a:pt x="92" y="129"/>
                  </a:cubicBezTo>
                  <a:cubicBezTo>
                    <a:pt x="92" y="129"/>
                    <a:pt x="92" y="129"/>
                    <a:pt x="92" y="129"/>
                  </a:cubicBezTo>
                  <a:cubicBezTo>
                    <a:pt x="92" y="129"/>
                    <a:pt x="92" y="129"/>
                    <a:pt x="92" y="129"/>
                  </a:cubicBezTo>
                  <a:cubicBezTo>
                    <a:pt x="91" y="130"/>
                    <a:pt x="90" y="129"/>
                    <a:pt x="90" y="129"/>
                  </a:cubicBezTo>
                  <a:cubicBezTo>
                    <a:pt x="89" y="128"/>
                    <a:pt x="88" y="128"/>
                    <a:pt x="88" y="128"/>
                  </a:cubicBezTo>
                  <a:cubicBezTo>
                    <a:pt x="87" y="127"/>
                    <a:pt x="86" y="127"/>
                    <a:pt x="86" y="126"/>
                  </a:cubicBezTo>
                  <a:cubicBezTo>
                    <a:pt x="86" y="126"/>
                    <a:pt x="87" y="126"/>
                    <a:pt x="87" y="126"/>
                  </a:cubicBezTo>
                  <a:cubicBezTo>
                    <a:pt x="87" y="126"/>
                    <a:pt x="86" y="126"/>
                    <a:pt x="86" y="126"/>
                  </a:cubicBezTo>
                  <a:cubicBezTo>
                    <a:pt x="86" y="126"/>
                    <a:pt x="85" y="126"/>
                    <a:pt x="85" y="126"/>
                  </a:cubicBezTo>
                  <a:cubicBezTo>
                    <a:pt x="84" y="125"/>
                    <a:pt x="83" y="125"/>
                    <a:pt x="83" y="125"/>
                  </a:cubicBezTo>
                  <a:cubicBezTo>
                    <a:pt x="82" y="125"/>
                    <a:pt x="81" y="125"/>
                    <a:pt x="81" y="125"/>
                  </a:cubicBezTo>
                  <a:cubicBezTo>
                    <a:pt x="80" y="125"/>
                    <a:pt x="79" y="125"/>
                    <a:pt x="79" y="125"/>
                  </a:cubicBezTo>
                  <a:cubicBezTo>
                    <a:pt x="80" y="125"/>
                    <a:pt x="80" y="126"/>
                    <a:pt x="81" y="126"/>
                  </a:cubicBezTo>
                  <a:cubicBezTo>
                    <a:pt x="81" y="126"/>
                    <a:pt x="82" y="126"/>
                    <a:pt x="83" y="126"/>
                  </a:cubicBezTo>
                  <a:cubicBezTo>
                    <a:pt x="83" y="126"/>
                    <a:pt x="82" y="126"/>
                    <a:pt x="82" y="126"/>
                  </a:cubicBezTo>
                  <a:cubicBezTo>
                    <a:pt x="83" y="126"/>
                    <a:pt x="84" y="126"/>
                    <a:pt x="84" y="127"/>
                  </a:cubicBezTo>
                  <a:cubicBezTo>
                    <a:pt x="84" y="127"/>
                    <a:pt x="83" y="127"/>
                    <a:pt x="83" y="127"/>
                  </a:cubicBezTo>
                  <a:cubicBezTo>
                    <a:pt x="84" y="127"/>
                    <a:pt x="84" y="128"/>
                    <a:pt x="84" y="128"/>
                  </a:cubicBezTo>
                  <a:cubicBezTo>
                    <a:pt x="84" y="128"/>
                    <a:pt x="85" y="128"/>
                    <a:pt x="85" y="128"/>
                  </a:cubicBezTo>
                  <a:cubicBezTo>
                    <a:pt x="86" y="129"/>
                    <a:pt x="86" y="129"/>
                    <a:pt x="87" y="129"/>
                  </a:cubicBezTo>
                  <a:cubicBezTo>
                    <a:pt x="88" y="129"/>
                    <a:pt x="87" y="129"/>
                    <a:pt x="86" y="129"/>
                  </a:cubicBezTo>
                  <a:cubicBezTo>
                    <a:pt x="87" y="130"/>
                    <a:pt x="90" y="129"/>
                    <a:pt x="90" y="130"/>
                  </a:cubicBezTo>
                  <a:cubicBezTo>
                    <a:pt x="90" y="130"/>
                    <a:pt x="89" y="130"/>
                    <a:pt x="89" y="130"/>
                  </a:cubicBezTo>
                  <a:cubicBezTo>
                    <a:pt x="88" y="131"/>
                    <a:pt x="88" y="130"/>
                    <a:pt x="87" y="131"/>
                  </a:cubicBezTo>
                  <a:cubicBezTo>
                    <a:pt x="88" y="131"/>
                    <a:pt x="89" y="131"/>
                    <a:pt x="89" y="131"/>
                  </a:cubicBezTo>
                  <a:cubicBezTo>
                    <a:pt x="89" y="130"/>
                    <a:pt x="90" y="131"/>
                    <a:pt x="90" y="130"/>
                  </a:cubicBezTo>
                  <a:cubicBezTo>
                    <a:pt x="90" y="130"/>
                    <a:pt x="92" y="131"/>
                    <a:pt x="92" y="131"/>
                  </a:cubicBezTo>
                  <a:cubicBezTo>
                    <a:pt x="91" y="131"/>
                    <a:pt x="90" y="131"/>
                    <a:pt x="89" y="131"/>
                  </a:cubicBezTo>
                  <a:cubicBezTo>
                    <a:pt x="90" y="131"/>
                    <a:pt x="88" y="131"/>
                    <a:pt x="88" y="131"/>
                  </a:cubicBezTo>
                  <a:cubicBezTo>
                    <a:pt x="89" y="132"/>
                    <a:pt x="89" y="131"/>
                    <a:pt x="90" y="131"/>
                  </a:cubicBezTo>
                  <a:cubicBezTo>
                    <a:pt x="90" y="131"/>
                    <a:pt x="91" y="132"/>
                    <a:pt x="91" y="132"/>
                  </a:cubicBezTo>
                  <a:cubicBezTo>
                    <a:pt x="91" y="132"/>
                    <a:pt x="93" y="132"/>
                    <a:pt x="93" y="132"/>
                  </a:cubicBezTo>
                  <a:cubicBezTo>
                    <a:pt x="93" y="132"/>
                    <a:pt x="93" y="132"/>
                    <a:pt x="93" y="132"/>
                  </a:cubicBezTo>
                  <a:cubicBezTo>
                    <a:pt x="93" y="132"/>
                    <a:pt x="93" y="132"/>
                    <a:pt x="94" y="132"/>
                  </a:cubicBezTo>
                  <a:cubicBezTo>
                    <a:pt x="93" y="132"/>
                    <a:pt x="93" y="132"/>
                    <a:pt x="92" y="132"/>
                  </a:cubicBezTo>
                  <a:cubicBezTo>
                    <a:pt x="93" y="133"/>
                    <a:pt x="93" y="133"/>
                    <a:pt x="93" y="133"/>
                  </a:cubicBezTo>
                  <a:cubicBezTo>
                    <a:pt x="93" y="133"/>
                    <a:pt x="92" y="133"/>
                    <a:pt x="91" y="133"/>
                  </a:cubicBezTo>
                  <a:cubicBezTo>
                    <a:pt x="92" y="133"/>
                    <a:pt x="93" y="133"/>
                    <a:pt x="95" y="134"/>
                  </a:cubicBezTo>
                  <a:cubicBezTo>
                    <a:pt x="95" y="134"/>
                    <a:pt x="95" y="134"/>
                    <a:pt x="96" y="134"/>
                  </a:cubicBezTo>
                  <a:cubicBezTo>
                    <a:pt x="97" y="134"/>
                    <a:pt x="97" y="134"/>
                    <a:pt x="97" y="134"/>
                  </a:cubicBezTo>
                  <a:cubicBezTo>
                    <a:pt x="98" y="135"/>
                    <a:pt x="99" y="135"/>
                    <a:pt x="99" y="135"/>
                  </a:cubicBezTo>
                  <a:cubicBezTo>
                    <a:pt x="100" y="135"/>
                    <a:pt x="100" y="135"/>
                    <a:pt x="101" y="136"/>
                  </a:cubicBezTo>
                  <a:cubicBezTo>
                    <a:pt x="101" y="136"/>
                    <a:pt x="102" y="136"/>
                    <a:pt x="102" y="136"/>
                  </a:cubicBezTo>
                  <a:cubicBezTo>
                    <a:pt x="102" y="137"/>
                    <a:pt x="101" y="137"/>
                    <a:pt x="102" y="137"/>
                  </a:cubicBezTo>
                  <a:cubicBezTo>
                    <a:pt x="102" y="137"/>
                    <a:pt x="103" y="137"/>
                    <a:pt x="103" y="137"/>
                  </a:cubicBezTo>
                  <a:cubicBezTo>
                    <a:pt x="103" y="138"/>
                    <a:pt x="103" y="138"/>
                    <a:pt x="103" y="138"/>
                  </a:cubicBezTo>
                  <a:cubicBezTo>
                    <a:pt x="104" y="138"/>
                    <a:pt x="103" y="138"/>
                    <a:pt x="103" y="138"/>
                  </a:cubicBezTo>
                  <a:cubicBezTo>
                    <a:pt x="103" y="139"/>
                    <a:pt x="104" y="139"/>
                    <a:pt x="104" y="139"/>
                  </a:cubicBezTo>
                  <a:cubicBezTo>
                    <a:pt x="104" y="139"/>
                    <a:pt x="103" y="139"/>
                    <a:pt x="103" y="139"/>
                  </a:cubicBezTo>
                  <a:cubicBezTo>
                    <a:pt x="103" y="139"/>
                    <a:pt x="103" y="138"/>
                    <a:pt x="102" y="138"/>
                  </a:cubicBezTo>
                  <a:cubicBezTo>
                    <a:pt x="102" y="138"/>
                    <a:pt x="102" y="138"/>
                    <a:pt x="102" y="139"/>
                  </a:cubicBezTo>
                  <a:cubicBezTo>
                    <a:pt x="102" y="139"/>
                    <a:pt x="103" y="139"/>
                    <a:pt x="102" y="139"/>
                  </a:cubicBezTo>
                  <a:cubicBezTo>
                    <a:pt x="103" y="140"/>
                    <a:pt x="103" y="140"/>
                    <a:pt x="103" y="141"/>
                  </a:cubicBezTo>
                  <a:cubicBezTo>
                    <a:pt x="103" y="141"/>
                    <a:pt x="102" y="141"/>
                    <a:pt x="102" y="141"/>
                  </a:cubicBezTo>
                  <a:cubicBezTo>
                    <a:pt x="102" y="141"/>
                    <a:pt x="103" y="141"/>
                    <a:pt x="103" y="141"/>
                  </a:cubicBezTo>
                  <a:cubicBezTo>
                    <a:pt x="103" y="142"/>
                    <a:pt x="102" y="141"/>
                    <a:pt x="101" y="141"/>
                  </a:cubicBezTo>
                  <a:cubicBezTo>
                    <a:pt x="101" y="141"/>
                    <a:pt x="101" y="142"/>
                    <a:pt x="101" y="142"/>
                  </a:cubicBezTo>
                  <a:cubicBezTo>
                    <a:pt x="101" y="142"/>
                    <a:pt x="101" y="142"/>
                    <a:pt x="100" y="142"/>
                  </a:cubicBezTo>
                  <a:cubicBezTo>
                    <a:pt x="101" y="142"/>
                    <a:pt x="100" y="142"/>
                    <a:pt x="100" y="142"/>
                  </a:cubicBezTo>
                  <a:cubicBezTo>
                    <a:pt x="100" y="142"/>
                    <a:pt x="101" y="142"/>
                    <a:pt x="101" y="143"/>
                  </a:cubicBezTo>
                  <a:cubicBezTo>
                    <a:pt x="101" y="143"/>
                    <a:pt x="101" y="143"/>
                    <a:pt x="102" y="143"/>
                  </a:cubicBezTo>
                  <a:cubicBezTo>
                    <a:pt x="102" y="143"/>
                    <a:pt x="104" y="144"/>
                    <a:pt x="103" y="144"/>
                  </a:cubicBezTo>
                  <a:cubicBezTo>
                    <a:pt x="103" y="144"/>
                    <a:pt x="103" y="145"/>
                    <a:pt x="103" y="145"/>
                  </a:cubicBezTo>
                  <a:cubicBezTo>
                    <a:pt x="103" y="145"/>
                    <a:pt x="104" y="145"/>
                    <a:pt x="104" y="145"/>
                  </a:cubicBezTo>
                  <a:cubicBezTo>
                    <a:pt x="104" y="145"/>
                    <a:pt x="104" y="145"/>
                    <a:pt x="104" y="145"/>
                  </a:cubicBezTo>
                  <a:cubicBezTo>
                    <a:pt x="104" y="145"/>
                    <a:pt x="104" y="146"/>
                    <a:pt x="104" y="145"/>
                  </a:cubicBezTo>
                  <a:cubicBezTo>
                    <a:pt x="104" y="146"/>
                    <a:pt x="104" y="146"/>
                    <a:pt x="104" y="146"/>
                  </a:cubicBezTo>
                  <a:cubicBezTo>
                    <a:pt x="104" y="146"/>
                    <a:pt x="106" y="147"/>
                    <a:pt x="106" y="147"/>
                  </a:cubicBezTo>
                  <a:cubicBezTo>
                    <a:pt x="106" y="148"/>
                    <a:pt x="105" y="148"/>
                    <a:pt x="105" y="148"/>
                  </a:cubicBezTo>
                  <a:cubicBezTo>
                    <a:pt x="105" y="148"/>
                    <a:pt x="105" y="148"/>
                    <a:pt x="105" y="148"/>
                  </a:cubicBezTo>
                  <a:cubicBezTo>
                    <a:pt x="106" y="148"/>
                    <a:pt x="106" y="148"/>
                    <a:pt x="106" y="148"/>
                  </a:cubicBezTo>
                  <a:cubicBezTo>
                    <a:pt x="106" y="149"/>
                    <a:pt x="105" y="148"/>
                    <a:pt x="106" y="149"/>
                  </a:cubicBezTo>
                  <a:cubicBezTo>
                    <a:pt x="106" y="149"/>
                    <a:pt x="105" y="150"/>
                    <a:pt x="105" y="150"/>
                  </a:cubicBezTo>
                  <a:cubicBezTo>
                    <a:pt x="105" y="150"/>
                    <a:pt x="106" y="150"/>
                    <a:pt x="107" y="151"/>
                  </a:cubicBezTo>
                  <a:cubicBezTo>
                    <a:pt x="107" y="151"/>
                    <a:pt x="108" y="152"/>
                    <a:pt x="108" y="152"/>
                  </a:cubicBezTo>
                  <a:cubicBezTo>
                    <a:pt x="109" y="152"/>
                    <a:pt x="110" y="152"/>
                    <a:pt x="110" y="152"/>
                  </a:cubicBezTo>
                  <a:cubicBezTo>
                    <a:pt x="111" y="152"/>
                    <a:pt x="112" y="152"/>
                    <a:pt x="111" y="152"/>
                  </a:cubicBezTo>
                  <a:cubicBezTo>
                    <a:pt x="112" y="152"/>
                    <a:pt x="113" y="152"/>
                    <a:pt x="113" y="152"/>
                  </a:cubicBezTo>
                  <a:cubicBezTo>
                    <a:pt x="114" y="152"/>
                    <a:pt x="114" y="153"/>
                    <a:pt x="114" y="153"/>
                  </a:cubicBezTo>
                  <a:cubicBezTo>
                    <a:pt x="114" y="153"/>
                    <a:pt x="115" y="154"/>
                    <a:pt x="115" y="154"/>
                  </a:cubicBezTo>
                  <a:cubicBezTo>
                    <a:pt x="115" y="153"/>
                    <a:pt x="115" y="153"/>
                    <a:pt x="115" y="153"/>
                  </a:cubicBezTo>
                  <a:cubicBezTo>
                    <a:pt x="116" y="153"/>
                    <a:pt x="117" y="154"/>
                    <a:pt x="117" y="154"/>
                  </a:cubicBezTo>
                  <a:cubicBezTo>
                    <a:pt x="116" y="155"/>
                    <a:pt x="118" y="156"/>
                    <a:pt x="118" y="156"/>
                  </a:cubicBezTo>
                  <a:cubicBezTo>
                    <a:pt x="119" y="156"/>
                    <a:pt x="120" y="156"/>
                    <a:pt x="120" y="156"/>
                  </a:cubicBezTo>
                  <a:cubicBezTo>
                    <a:pt x="121" y="156"/>
                    <a:pt x="122" y="157"/>
                    <a:pt x="122" y="156"/>
                  </a:cubicBezTo>
                  <a:cubicBezTo>
                    <a:pt x="123" y="156"/>
                    <a:pt x="123" y="157"/>
                    <a:pt x="124" y="157"/>
                  </a:cubicBezTo>
                  <a:cubicBezTo>
                    <a:pt x="124" y="157"/>
                    <a:pt x="124" y="157"/>
                    <a:pt x="125" y="157"/>
                  </a:cubicBezTo>
                  <a:cubicBezTo>
                    <a:pt x="125" y="157"/>
                    <a:pt x="127" y="158"/>
                    <a:pt x="127" y="157"/>
                  </a:cubicBezTo>
                  <a:cubicBezTo>
                    <a:pt x="127" y="156"/>
                    <a:pt x="128" y="156"/>
                    <a:pt x="129" y="156"/>
                  </a:cubicBezTo>
                  <a:cubicBezTo>
                    <a:pt x="130" y="156"/>
                    <a:pt x="131" y="156"/>
                    <a:pt x="130" y="155"/>
                  </a:cubicBezTo>
                  <a:cubicBezTo>
                    <a:pt x="130" y="154"/>
                    <a:pt x="129" y="153"/>
                    <a:pt x="129" y="153"/>
                  </a:cubicBezTo>
                  <a:cubicBezTo>
                    <a:pt x="129" y="153"/>
                    <a:pt x="130" y="153"/>
                    <a:pt x="129" y="152"/>
                  </a:cubicBezTo>
                  <a:cubicBezTo>
                    <a:pt x="129" y="152"/>
                    <a:pt x="129" y="152"/>
                    <a:pt x="128" y="152"/>
                  </a:cubicBezTo>
                  <a:cubicBezTo>
                    <a:pt x="128" y="152"/>
                    <a:pt x="128" y="152"/>
                    <a:pt x="128" y="151"/>
                  </a:cubicBezTo>
                  <a:cubicBezTo>
                    <a:pt x="127" y="151"/>
                    <a:pt x="127" y="152"/>
                    <a:pt x="127" y="152"/>
                  </a:cubicBezTo>
                  <a:cubicBezTo>
                    <a:pt x="126" y="152"/>
                    <a:pt x="126" y="152"/>
                    <a:pt x="125" y="152"/>
                  </a:cubicBezTo>
                  <a:cubicBezTo>
                    <a:pt x="124" y="152"/>
                    <a:pt x="123" y="152"/>
                    <a:pt x="122" y="151"/>
                  </a:cubicBezTo>
                  <a:cubicBezTo>
                    <a:pt x="121" y="150"/>
                    <a:pt x="120" y="150"/>
                    <a:pt x="119" y="149"/>
                  </a:cubicBezTo>
                  <a:cubicBezTo>
                    <a:pt x="119" y="148"/>
                    <a:pt x="118" y="148"/>
                    <a:pt x="118" y="148"/>
                  </a:cubicBezTo>
                  <a:cubicBezTo>
                    <a:pt x="118" y="148"/>
                    <a:pt x="117" y="147"/>
                    <a:pt x="118" y="147"/>
                  </a:cubicBezTo>
                  <a:cubicBezTo>
                    <a:pt x="118" y="147"/>
                    <a:pt x="116" y="146"/>
                    <a:pt x="117" y="146"/>
                  </a:cubicBezTo>
                  <a:cubicBezTo>
                    <a:pt x="118" y="146"/>
                    <a:pt x="119" y="147"/>
                    <a:pt x="119" y="146"/>
                  </a:cubicBezTo>
                  <a:cubicBezTo>
                    <a:pt x="120" y="146"/>
                    <a:pt x="119" y="144"/>
                    <a:pt x="119" y="144"/>
                  </a:cubicBezTo>
                  <a:cubicBezTo>
                    <a:pt x="120" y="144"/>
                    <a:pt x="121" y="144"/>
                    <a:pt x="122" y="144"/>
                  </a:cubicBezTo>
                  <a:cubicBezTo>
                    <a:pt x="123" y="144"/>
                    <a:pt x="124" y="145"/>
                    <a:pt x="125" y="145"/>
                  </a:cubicBezTo>
                  <a:cubicBezTo>
                    <a:pt x="126" y="145"/>
                    <a:pt x="126" y="146"/>
                    <a:pt x="127" y="147"/>
                  </a:cubicBezTo>
                  <a:cubicBezTo>
                    <a:pt x="128" y="147"/>
                    <a:pt x="129" y="147"/>
                    <a:pt x="130" y="147"/>
                  </a:cubicBezTo>
                  <a:cubicBezTo>
                    <a:pt x="132" y="147"/>
                    <a:pt x="131" y="148"/>
                    <a:pt x="131" y="148"/>
                  </a:cubicBezTo>
                  <a:cubicBezTo>
                    <a:pt x="131" y="148"/>
                    <a:pt x="131" y="148"/>
                    <a:pt x="130" y="148"/>
                  </a:cubicBezTo>
                  <a:cubicBezTo>
                    <a:pt x="130" y="148"/>
                    <a:pt x="130" y="148"/>
                    <a:pt x="129" y="148"/>
                  </a:cubicBezTo>
                  <a:cubicBezTo>
                    <a:pt x="128" y="148"/>
                    <a:pt x="130" y="149"/>
                    <a:pt x="129" y="149"/>
                  </a:cubicBezTo>
                  <a:cubicBezTo>
                    <a:pt x="129" y="149"/>
                    <a:pt x="129" y="150"/>
                    <a:pt x="129" y="149"/>
                  </a:cubicBezTo>
                  <a:cubicBezTo>
                    <a:pt x="130" y="149"/>
                    <a:pt x="130" y="149"/>
                    <a:pt x="130" y="149"/>
                  </a:cubicBezTo>
                  <a:cubicBezTo>
                    <a:pt x="130" y="148"/>
                    <a:pt x="132" y="149"/>
                    <a:pt x="132" y="148"/>
                  </a:cubicBezTo>
                  <a:cubicBezTo>
                    <a:pt x="132" y="148"/>
                    <a:pt x="131" y="148"/>
                    <a:pt x="132" y="148"/>
                  </a:cubicBezTo>
                  <a:cubicBezTo>
                    <a:pt x="132" y="147"/>
                    <a:pt x="134" y="148"/>
                    <a:pt x="134" y="148"/>
                  </a:cubicBezTo>
                  <a:cubicBezTo>
                    <a:pt x="136" y="148"/>
                    <a:pt x="136" y="149"/>
                    <a:pt x="137" y="149"/>
                  </a:cubicBezTo>
                  <a:cubicBezTo>
                    <a:pt x="139" y="150"/>
                    <a:pt x="141" y="151"/>
                    <a:pt x="143" y="150"/>
                  </a:cubicBezTo>
                  <a:cubicBezTo>
                    <a:pt x="143" y="149"/>
                    <a:pt x="142" y="150"/>
                    <a:pt x="142" y="150"/>
                  </a:cubicBezTo>
                  <a:cubicBezTo>
                    <a:pt x="142" y="149"/>
                    <a:pt x="142" y="149"/>
                    <a:pt x="142" y="149"/>
                  </a:cubicBezTo>
                  <a:cubicBezTo>
                    <a:pt x="144" y="149"/>
                    <a:pt x="145" y="150"/>
                    <a:pt x="146" y="150"/>
                  </a:cubicBezTo>
                  <a:cubicBezTo>
                    <a:pt x="147" y="150"/>
                    <a:pt x="148" y="151"/>
                    <a:pt x="147" y="149"/>
                  </a:cubicBezTo>
                  <a:cubicBezTo>
                    <a:pt x="147" y="149"/>
                    <a:pt x="146" y="148"/>
                    <a:pt x="147" y="148"/>
                  </a:cubicBezTo>
                  <a:cubicBezTo>
                    <a:pt x="147" y="148"/>
                    <a:pt x="146" y="148"/>
                    <a:pt x="146" y="147"/>
                  </a:cubicBezTo>
                  <a:cubicBezTo>
                    <a:pt x="146" y="147"/>
                    <a:pt x="146" y="147"/>
                    <a:pt x="145" y="146"/>
                  </a:cubicBezTo>
                  <a:cubicBezTo>
                    <a:pt x="145" y="146"/>
                    <a:pt x="144" y="146"/>
                    <a:pt x="143" y="145"/>
                  </a:cubicBezTo>
                  <a:cubicBezTo>
                    <a:pt x="143" y="145"/>
                    <a:pt x="142" y="144"/>
                    <a:pt x="142" y="144"/>
                  </a:cubicBezTo>
                  <a:cubicBezTo>
                    <a:pt x="141" y="143"/>
                    <a:pt x="141" y="143"/>
                    <a:pt x="140" y="143"/>
                  </a:cubicBezTo>
                  <a:cubicBezTo>
                    <a:pt x="139" y="142"/>
                    <a:pt x="140" y="140"/>
                    <a:pt x="141" y="140"/>
                  </a:cubicBezTo>
                  <a:cubicBezTo>
                    <a:pt x="142" y="139"/>
                    <a:pt x="144" y="139"/>
                    <a:pt x="145" y="137"/>
                  </a:cubicBezTo>
                  <a:cubicBezTo>
                    <a:pt x="146" y="136"/>
                    <a:pt x="147" y="136"/>
                    <a:pt x="149" y="136"/>
                  </a:cubicBezTo>
                  <a:cubicBezTo>
                    <a:pt x="150" y="136"/>
                    <a:pt x="152" y="135"/>
                    <a:pt x="153" y="134"/>
                  </a:cubicBezTo>
                  <a:cubicBezTo>
                    <a:pt x="154" y="133"/>
                    <a:pt x="154" y="131"/>
                    <a:pt x="156" y="131"/>
                  </a:cubicBezTo>
                  <a:cubicBezTo>
                    <a:pt x="157" y="131"/>
                    <a:pt x="157" y="132"/>
                    <a:pt x="158" y="132"/>
                  </a:cubicBezTo>
                  <a:cubicBezTo>
                    <a:pt x="159" y="132"/>
                    <a:pt x="158" y="132"/>
                    <a:pt x="158" y="132"/>
                  </a:cubicBezTo>
                  <a:cubicBezTo>
                    <a:pt x="159" y="133"/>
                    <a:pt x="160" y="132"/>
                    <a:pt x="161" y="132"/>
                  </a:cubicBezTo>
                  <a:cubicBezTo>
                    <a:pt x="162" y="132"/>
                    <a:pt x="163" y="132"/>
                    <a:pt x="163" y="132"/>
                  </a:cubicBezTo>
                  <a:cubicBezTo>
                    <a:pt x="164" y="133"/>
                    <a:pt x="165" y="133"/>
                    <a:pt x="166" y="133"/>
                  </a:cubicBezTo>
                  <a:cubicBezTo>
                    <a:pt x="168" y="134"/>
                    <a:pt x="166" y="134"/>
                    <a:pt x="165" y="135"/>
                  </a:cubicBezTo>
                  <a:cubicBezTo>
                    <a:pt x="165" y="135"/>
                    <a:pt x="164" y="135"/>
                    <a:pt x="164" y="136"/>
                  </a:cubicBezTo>
                  <a:cubicBezTo>
                    <a:pt x="165" y="136"/>
                    <a:pt x="165" y="136"/>
                    <a:pt x="166" y="136"/>
                  </a:cubicBezTo>
                  <a:cubicBezTo>
                    <a:pt x="166" y="136"/>
                    <a:pt x="165" y="136"/>
                    <a:pt x="165" y="136"/>
                  </a:cubicBezTo>
                  <a:cubicBezTo>
                    <a:pt x="165" y="135"/>
                    <a:pt x="167" y="135"/>
                    <a:pt x="167" y="135"/>
                  </a:cubicBezTo>
                  <a:cubicBezTo>
                    <a:pt x="168" y="134"/>
                    <a:pt x="169" y="135"/>
                    <a:pt x="170" y="135"/>
                  </a:cubicBezTo>
                  <a:cubicBezTo>
                    <a:pt x="170" y="136"/>
                    <a:pt x="170" y="136"/>
                    <a:pt x="170" y="136"/>
                  </a:cubicBezTo>
                  <a:cubicBezTo>
                    <a:pt x="170" y="137"/>
                    <a:pt x="171" y="137"/>
                    <a:pt x="171" y="137"/>
                  </a:cubicBezTo>
                  <a:cubicBezTo>
                    <a:pt x="171" y="137"/>
                    <a:pt x="171" y="137"/>
                    <a:pt x="171" y="136"/>
                  </a:cubicBezTo>
                  <a:cubicBezTo>
                    <a:pt x="170" y="136"/>
                    <a:pt x="171" y="136"/>
                    <a:pt x="171" y="136"/>
                  </a:cubicBezTo>
                  <a:cubicBezTo>
                    <a:pt x="170" y="135"/>
                    <a:pt x="170" y="135"/>
                    <a:pt x="170" y="135"/>
                  </a:cubicBezTo>
                  <a:cubicBezTo>
                    <a:pt x="170" y="134"/>
                    <a:pt x="170" y="134"/>
                    <a:pt x="170" y="133"/>
                  </a:cubicBezTo>
                  <a:cubicBezTo>
                    <a:pt x="170" y="133"/>
                    <a:pt x="170" y="132"/>
                    <a:pt x="170" y="132"/>
                  </a:cubicBezTo>
                  <a:cubicBezTo>
                    <a:pt x="170" y="132"/>
                    <a:pt x="171" y="132"/>
                    <a:pt x="171" y="131"/>
                  </a:cubicBezTo>
                  <a:cubicBezTo>
                    <a:pt x="171" y="131"/>
                    <a:pt x="171" y="131"/>
                    <a:pt x="171" y="130"/>
                  </a:cubicBezTo>
                  <a:cubicBezTo>
                    <a:pt x="171" y="130"/>
                    <a:pt x="172" y="130"/>
                    <a:pt x="172" y="130"/>
                  </a:cubicBezTo>
                  <a:cubicBezTo>
                    <a:pt x="171" y="130"/>
                    <a:pt x="170" y="129"/>
                    <a:pt x="170" y="129"/>
                  </a:cubicBezTo>
                  <a:cubicBezTo>
                    <a:pt x="170" y="129"/>
                    <a:pt x="171" y="128"/>
                    <a:pt x="171" y="128"/>
                  </a:cubicBezTo>
                  <a:cubicBezTo>
                    <a:pt x="171" y="128"/>
                    <a:pt x="170" y="128"/>
                    <a:pt x="171" y="127"/>
                  </a:cubicBezTo>
                  <a:cubicBezTo>
                    <a:pt x="170" y="127"/>
                    <a:pt x="170" y="127"/>
                    <a:pt x="169" y="126"/>
                  </a:cubicBezTo>
                  <a:cubicBezTo>
                    <a:pt x="169" y="126"/>
                    <a:pt x="169" y="126"/>
                    <a:pt x="169" y="126"/>
                  </a:cubicBezTo>
                  <a:cubicBezTo>
                    <a:pt x="168" y="126"/>
                    <a:pt x="168" y="125"/>
                    <a:pt x="167" y="125"/>
                  </a:cubicBezTo>
                  <a:cubicBezTo>
                    <a:pt x="167" y="125"/>
                    <a:pt x="166" y="125"/>
                    <a:pt x="165" y="125"/>
                  </a:cubicBezTo>
                  <a:cubicBezTo>
                    <a:pt x="164" y="125"/>
                    <a:pt x="164" y="123"/>
                    <a:pt x="165" y="122"/>
                  </a:cubicBezTo>
                  <a:cubicBezTo>
                    <a:pt x="165" y="121"/>
                    <a:pt x="165" y="120"/>
                    <a:pt x="166" y="120"/>
                  </a:cubicBezTo>
                  <a:cubicBezTo>
                    <a:pt x="167" y="121"/>
                    <a:pt x="165" y="120"/>
                    <a:pt x="166" y="120"/>
                  </a:cubicBezTo>
                  <a:cubicBezTo>
                    <a:pt x="165" y="120"/>
                    <a:pt x="166" y="119"/>
                    <a:pt x="166" y="119"/>
                  </a:cubicBezTo>
                  <a:cubicBezTo>
                    <a:pt x="165" y="119"/>
                    <a:pt x="165" y="119"/>
                    <a:pt x="165" y="118"/>
                  </a:cubicBezTo>
                  <a:cubicBezTo>
                    <a:pt x="165" y="118"/>
                    <a:pt x="166" y="118"/>
                    <a:pt x="166" y="118"/>
                  </a:cubicBezTo>
                  <a:cubicBezTo>
                    <a:pt x="166" y="118"/>
                    <a:pt x="166" y="118"/>
                    <a:pt x="166" y="118"/>
                  </a:cubicBezTo>
                  <a:cubicBezTo>
                    <a:pt x="165" y="118"/>
                    <a:pt x="165" y="117"/>
                    <a:pt x="166" y="117"/>
                  </a:cubicBezTo>
                  <a:cubicBezTo>
                    <a:pt x="166" y="117"/>
                    <a:pt x="165" y="117"/>
                    <a:pt x="165" y="117"/>
                  </a:cubicBezTo>
                  <a:cubicBezTo>
                    <a:pt x="165" y="117"/>
                    <a:pt x="166" y="117"/>
                    <a:pt x="166" y="117"/>
                  </a:cubicBezTo>
                  <a:cubicBezTo>
                    <a:pt x="165" y="117"/>
                    <a:pt x="165" y="117"/>
                    <a:pt x="165" y="116"/>
                  </a:cubicBezTo>
                  <a:cubicBezTo>
                    <a:pt x="165" y="115"/>
                    <a:pt x="165" y="114"/>
                    <a:pt x="164" y="114"/>
                  </a:cubicBezTo>
                  <a:cubicBezTo>
                    <a:pt x="163" y="113"/>
                    <a:pt x="161" y="113"/>
                    <a:pt x="160" y="112"/>
                  </a:cubicBezTo>
                  <a:cubicBezTo>
                    <a:pt x="159" y="112"/>
                    <a:pt x="158" y="112"/>
                    <a:pt x="157" y="111"/>
                  </a:cubicBezTo>
                  <a:cubicBezTo>
                    <a:pt x="158" y="110"/>
                    <a:pt x="160" y="111"/>
                    <a:pt x="161" y="111"/>
                  </a:cubicBezTo>
                  <a:cubicBezTo>
                    <a:pt x="161" y="112"/>
                    <a:pt x="162" y="112"/>
                    <a:pt x="163" y="112"/>
                  </a:cubicBezTo>
                  <a:cubicBezTo>
                    <a:pt x="164" y="112"/>
                    <a:pt x="165" y="112"/>
                    <a:pt x="166" y="112"/>
                  </a:cubicBezTo>
                  <a:cubicBezTo>
                    <a:pt x="168" y="112"/>
                    <a:pt x="170" y="112"/>
                    <a:pt x="172" y="112"/>
                  </a:cubicBezTo>
                  <a:cubicBezTo>
                    <a:pt x="173" y="112"/>
                    <a:pt x="174" y="112"/>
                    <a:pt x="176" y="113"/>
                  </a:cubicBezTo>
                  <a:cubicBezTo>
                    <a:pt x="176" y="113"/>
                    <a:pt x="177" y="113"/>
                    <a:pt x="177" y="113"/>
                  </a:cubicBezTo>
                  <a:cubicBezTo>
                    <a:pt x="176" y="113"/>
                    <a:pt x="177" y="114"/>
                    <a:pt x="177" y="114"/>
                  </a:cubicBezTo>
                  <a:cubicBezTo>
                    <a:pt x="178" y="114"/>
                    <a:pt x="179" y="115"/>
                    <a:pt x="179" y="115"/>
                  </a:cubicBezTo>
                  <a:cubicBezTo>
                    <a:pt x="179" y="115"/>
                    <a:pt x="182" y="116"/>
                    <a:pt x="182" y="116"/>
                  </a:cubicBezTo>
                  <a:cubicBezTo>
                    <a:pt x="182" y="116"/>
                    <a:pt x="183" y="117"/>
                    <a:pt x="183" y="118"/>
                  </a:cubicBezTo>
                  <a:cubicBezTo>
                    <a:pt x="184" y="118"/>
                    <a:pt x="185" y="119"/>
                    <a:pt x="184" y="119"/>
                  </a:cubicBezTo>
                  <a:cubicBezTo>
                    <a:pt x="182" y="119"/>
                    <a:pt x="182" y="119"/>
                    <a:pt x="180" y="119"/>
                  </a:cubicBezTo>
                  <a:cubicBezTo>
                    <a:pt x="179" y="119"/>
                    <a:pt x="178" y="119"/>
                    <a:pt x="177" y="119"/>
                  </a:cubicBezTo>
                  <a:cubicBezTo>
                    <a:pt x="177" y="119"/>
                    <a:pt x="175" y="119"/>
                    <a:pt x="174" y="120"/>
                  </a:cubicBezTo>
                  <a:cubicBezTo>
                    <a:pt x="174" y="120"/>
                    <a:pt x="175" y="121"/>
                    <a:pt x="175" y="121"/>
                  </a:cubicBezTo>
                  <a:cubicBezTo>
                    <a:pt x="174" y="121"/>
                    <a:pt x="174" y="121"/>
                    <a:pt x="174" y="121"/>
                  </a:cubicBezTo>
                  <a:cubicBezTo>
                    <a:pt x="173" y="121"/>
                    <a:pt x="173" y="122"/>
                    <a:pt x="173" y="122"/>
                  </a:cubicBezTo>
                  <a:cubicBezTo>
                    <a:pt x="172" y="122"/>
                    <a:pt x="172" y="123"/>
                    <a:pt x="173" y="123"/>
                  </a:cubicBezTo>
                  <a:cubicBezTo>
                    <a:pt x="173" y="124"/>
                    <a:pt x="175" y="124"/>
                    <a:pt x="176" y="124"/>
                  </a:cubicBezTo>
                  <a:cubicBezTo>
                    <a:pt x="176" y="125"/>
                    <a:pt x="177" y="125"/>
                    <a:pt x="177" y="125"/>
                  </a:cubicBezTo>
                  <a:cubicBezTo>
                    <a:pt x="178" y="125"/>
                    <a:pt x="178" y="126"/>
                    <a:pt x="179" y="126"/>
                  </a:cubicBezTo>
                  <a:cubicBezTo>
                    <a:pt x="180" y="128"/>
                    <a:pt x="182" y="129"/>
                    <a:pt x="184" y="128"/>
                  </a:cubicBezTo>
                  <a:cubicBezTo>
                    <a:pt x="184" y="128"/>
                    <a:pt x="186" y="127"/>
                    <a:pt x="186" y="128"/>
                  </a:cubicBezTo>
                  <a:cubicBezTo>
                    <a:pt x="186" y="128"/>
                    <a:pt x="185" y="129"/>
                    <a:pt x="185" y="129"/>
                  </a:cubicBezTo>
                  <a:cubicBezTo>
                    <a:pt x="186" y="129"/>
                    <a:pt x="187" y="128"/>
                    <a:pt x="188" y="128"/>
                  </a:cubicBezTo>
                  <a:cubicBezTo>
                    <a:pt x="188" y="128"/>
                    <a:pt x="189" y="128"/>
                    <a:pt x="190" y="128"/>
                  </a:cubicBezTo>
                  <a:cubicBezTo>
                    <a:pt x="191" y="128"/>
                    <a:pt x="193" y="127"/>
                    <a:pt x="193" y="128"/>
                  </a:cubicBezTo>
                  <a:cubicBezTo>
                    <a:pt x="193" y="127"/>
                    <a:pt x="193" y="127"/>
                    <a:pt x="194" y="127"/>
                  </a:cubicBezTo>
                  <a:cubicBezTo>
                    <a:pt x="194" y="127"/>
                    <a:pt x="194" y="126"/>
                    <a:pt x="194" y="126"/>
                  </a:cubicBezTo>
                  <a:cubicBezTo>
                    <a:pt x="194" y="126"/>
                    <a:pt x="193" y="125"/>
                    <a:pt x="193" y="125"/>
                  </a:cubicBezTo>
                  <a:cubicBezTo>
                    <a:pt x="193" y="125"/>
                    <a:pt x="193" y="125"/>
                    <a:pt x="193" y="124"/>
                  </a:cubicBezTo>
                  <a:cubicBezTo>
                    <a:pt x="194" y="124"/>
                    <a:pt x="193" y="124"/>
                    <a:pt x="193" y="123"/>
                  </a:cubicBezTo>
                  <a:cubicBezTo>
                    <a:pt x="193" y="123"/>
                    <a:pt x="194" y="123"/>
                    <a:pt x="194" y="123"/>
                  </a:cubicBezTo>
                  <a:cubicBezTo>
                    <a:pt x="194" y="122"/>
                    <a:pt x="194" y="122"/>
                    <a:pt x="193" y="122"/>
                  </a:cubicBezTo>
                  <a:cubicBezTo>
                    <a:pt x="193" y="122"/>
                    <a:pt x="193" y="121"/>
                    <a:pt x="193" y="121"/>
                  </a:cubicBezTo>
                  <a:cubicBezTo>
                    <a:pt x="193" y="121"/>
                    <a:pt x="194" y="121"/>
                    <a:pt x="194" y="121"/>
                  </a:cubicBezTo>
                  <a:cubicBezTo>
                    <a:pt x="194" y="121"/>
                    <a:pt x="195" y="121"/>
                    <a:pt x="195" y="121"/>
                  </a:cubicBezTo>
                  <a:cubicBezTo>
                    <a:pt x="195" y="121"/>
                    <a:pt x="195" y="120"/>
                    <a:pt x="196" y="120"/>
                  </a:cubicBezTo>
                  <a:cubicBezTo>
                    <a:pt x="196" y="120"/>
                    <a:pt x="196" y="120"/>
                    <a:pt x="197" y="120"/>
                  </a:cubicBezTo>
                  <a:cubicBezTo>
                    <a:pt x="197" y="120"/>
                    <a:pt x="198" y="120"/>
                    <a:pt x="198" y="120"/>
                  </a:cubicBezTo>
                  <a:cubicBezTo>
                    <a:pt x="198" y="120"/>
                    <a:pt x="199" y="120"/>
                    <a:pt x="199" y="120"/>
                  </a:cubicBezTo>
                  <a:cubicBezTo>
                    <a:pt x="199" y="120"/>
                    <a:pt x="200" y="120"/>
                    <a:pt x="200" y="120"/>
                  </a:cubicBezTo>
                  <a:cubicBezTo>
                    <a:pt x="201" y="120"/>
                    <a:pt x="201" y="121"/>
                    <a:pt x="202" y="121"/>
                  </a:cubicBezTo>
                  <a:cubicBezTo>
                    <a:pt x="201" y="121"/>
                    <a:pt x="199" y="120"/>
                    <a:pt x="199" y="120"/>
                  </a:cubicBezTo>
                  <a:cubicBezTo>
                    <a:pt x="199" y="118"/>
                    <a:pt x="198" y="119"/>
                    <a:pt x="197" y="118"/>
                  </a:cubicBezTo>
                  <a:cubicBezTo>
                    <a:pt x="198" y="118"/>
                    <a:pt x="199" y="119"/>
                    <a:pt x="200" y="119"/>
                  </a:cubicBezTo>
                  <a:cubicBezTo>
                    <a:pt x="201" y="119"/>
                    <a:pt x="202" y="118"/>
                    <a:pt x="203" y="118"/>
                  </a:cubicBezTo>
                  <a:cubicBezTo>
                    <a:pt x="204" y="118"/>
                    <a:pt x="205" y="117"/>
                    <a:pt x="206" y="117"/>
                  </a:cubicBezTo>
                  <a:cubicBezTo>
                    <a:pt x="206" y="117"/>
                    <a:pt x="207" y="116"/>
                    <a:pt x="207" y="117"/>
                  </a:cubicBezTo>
                  <a:cubicBezTo>
                    <a:pt x="207" y="117"/>
                    <a:pt x="206" y="117"/>
                    <a:pt x="206" y="117"/>
                  </a:cubicBezTo>
                  <a:cubicBezTo>
                    <a:pt x="206" y="117"/>
                    <a:pt x="207" y="117"/>
                    <a:pt x="207" y="116"/>
                  </a:cubicBezTo>
                  <a:cubicBezTo>
                    <a:pt x="208" y="116"/>
                    <a:pt x="208" y="116"/>
                    <a:pt x="209" y="115"/>
                  </a:cubicBezTo>
                  <a:cubicBezTo>
                    <a:pt x="209" y="115"/>
                    <a:pt x="210" y="115"/>
                    <a:pt x="210" y="115"/>
                  </a:cubicBezTo>
                  <a:cubicBezTo>
                    <a:pt x="211" y="114"/>
                    <a:pt x="211" y="114"/>
                    <a:pt x="212" y="114"/>
                  </a:cubicBezTo>
                  <a:cubicBezTo>
                    <a:pt x="213" y="114"/>
                    <a:pt x="214" y="114"/>
                    <a:pt x="215" y="114"/>
                  </a:cubicBezTo>
                  <a:cubicBezTo>
                    <a:pt x="215" y="114"/>
                    <a:pt x="215" y="113"/>
                    <a:pt x="216" y="113"/>
                  </a:cubicBezTo>
                  <a:cubicBezTo>
                    <a:pt x="216" y="113"/>
                    <a:pt x="217" y="113"/>
                    <a:pt x="217" y="113"/>
                  </a:cubicBezTo>
                  <a:cubicBezTo>
                    <a:pt x="217" y="113"/>
                    <a:pt x="216" y="113"/>
                    <a:pt x="217" y="113"/>
                  </a:cubicBezTo>
                  <a:cubicBezTo>
                    <a:pt x="218" y="113"/>
                    <a:pt x="218" y="113"/>
                    <a:pt x="219" y="112"/>
                  </a:cubicBezTo>
                  <a:cubicBezTo>
                    <a:pt x="219" y="112"/>
                    <a:pt x="221" y="112"/>
                    <a:pt x="221" y="112"/>
                  </a:cubicBezTo>
                  <a:cubicBezTo>
                    <a:pt x="221" y="112"/>
                    <a:pt x="220" y="112"/>
                    <a:pt x="220" y="113"/>
                  </a:cubicBezTo>
                  <a:cubicBezTo>
                    <a:pt x="220" y="113"/>
                    <a:pt x="221" y="113"/>
                    <a:pt x="221" y="113"/>
                  </a:cubicBezTo>
                  <a:cubicBezTo>
                    <a:pt x="221" y="113"/>
                    <a:pt x="222" y="112"/>
                    <a:pt x="222" y="113"/>
                  </a:cubicBezTo>
                  <a:cubicBezTo>
                    <a:pt x="222" y="113"/>
                    <a:pt x="222" y="113"/>
                    <a:pt x="222" y="113"/>
                  </a:cubicBezTo>
                  <a:cubicBezTo>
                    <a:pt x="222" y="113"/>
                    <a:pt x="221" y="114"/>
                    <a:pt x="221" y="114"/>
                  </a:cubicBezTo>
                  <a:cubicBezTo>
                    <a:pt x="222" y="115"/>
                    <a:pt x="223" y="114"/>
                    <a:pt x="224" y="113"/>
                  </a:cubicBezTo>
                  <a:cubicBezTo>
                    <a:pt x="226" y="113"/>
                    <a:pt x="224" y="112"/>
                    <a:pt x="223" y="112"/>
                  </a:cubicBezTo>
                  <a:cubicBezTo>
                    <a:pt x="222" y="111"/>
                    <a:pt x="224" y="112"/>
                    <a:pt x="224" y="111"/>
                  </a:cubicBezTo>
                  <a:cubicBezTo>
                    <a:pt x="224" y="111"/>
                    <a:pt x="222" y="112"/>
                    <a:pt x="222" y="112"/>
                  </a:cubicBezTo>
                  <a:cubicBezTo>
                    <a:pt x="220" y="112"/>
                    <a:pt x="223" y="111"/>
                    <a:pt x="223" y="111"/>
                  </a:cubicBezTo>
                  <a:cubicBezTo>
                    <a:pt x="224" y="110"/>
                    <a:pt x="226" y="110"/>
                    <a:pt x="227" y="109"/>
                  </a:cubicBezTo>
                  <a:cubicBezTo>
                    <a:pt x="229" y="109"/>
                    <a:pt x="230" y="108"/>
                    <a:pt x="232" y="108"/>
                  </a:cubicBezTo>
                  <a:cubicBezTo>
                    <a:pt x="232" y="108"/>
                    <a:pt x="236" y="107"/>
                    <a:pt x="236" y="108"/>
                  </a:cubicBezTo>
                  <a:cubicBezTo>
                    <a:pt x="236" y="108"/>
                    <a:pt x="233" y="109"/>
                    <a:pt x="233" y="109"/>
                  </a:cubicBezTo>
                  <a:cubicBezTo>
                    <a:pt x="232" y="109"/>
                    <a:pt x="231" y="108"/>
                    <a:pt x="230" y="109"/>
                  </a:cubicBezTo>
                  <a:cubicBezTo>
                    <a:pt x="230" y="109"/>
                    <a:pt x="230" y="109"/>
                    <a:pt x="231" y="109"/>
                  </a:cubicBezTo>
                  <a:cubicBezTo>
                    <a:pt x="230" y="109"/>
                    <a:pt x="233" y="109"/>
                    <a:pt x="232" y="110"/>
                  </a:cubicBezTo>
                  <a:cubicBezTo>
                    <a:pt x="232" y="110"/>
                    <a:pt x="232" y="110"/>
                    <a:pt x="232" y="111"/>
                  </a:cubicBezTo>
                  <a:cubicBezTo>
                    <a:pt x="232" y="111"/>
                    <a:pt x="231" y="111"/>
                    <a:pt x="231" y="111"/>
                  </a:cubicBezTo>
                  <a:cubicBezTo>
                    <a:pt x="232" y="112"/>
                    <a:pt x="233" y="112"/>
                    <a:pt x="234" y="113"/>
                  </a:cubicBezTo>
                  <a:cubicBezTo>
                    <a:pt x="234" y="114"/>
                    <a:pt x="233" y="114"/>
                    <a:pt x="233" y="114"/>
                  </a:cubicBezTo>
                  <a:cubicBezTo>
                    <a:pt x="232" y="114"/>
                    <a:pt x="232" y="113"/>
                    <a:pt x="231" y="113"/>
                  </a:cubicBezTo>
                  <a:cubicBezTo>
                    <a:pt x="231" y="114"/>
                    <a:pt x="232" y="114"/>
                    <a:pt x="232" y="114"/>
                  </a:cubicBezTo>
                  <a:cubicBezTo>
                    <a:pt x="231" y="114"/>
                    <a:pt x="230" y="113"/>
                    <a:pt x="229" y="114"/>
                  </a:cubicBezTo>
                  <a:cubicBezTo>
                    <a:pt x="228" y="115"/>
                    <a:pt x="230" y="115"/>
                    <a:pt x="231" y="115"/>
                  </a:cubicBezTo>
                  <a:cubicBezTo>
                    <a:pt x="232" y="115"/>
                    <a:pt x="233" y="115"/>
                    <a:pt x="234" y="115"/>
                  </a:cubicBezTo>
                  <a:cubicBezTo>
                    <a:pt x="235" y="115"/>
                    <a:pt x="235" y="115"/>
                    <a:pt x="235" y="115"/>
                  </a:cubicBezTo>
                  <a:cubicBezTo>
                    <a:pt x="236" y="115"/>
                    <a:pt x="236" y="114"/>
                    <a:pt x="236" y="114"/>
                  </a:cubicBezTo>
                  <a:cubicBezTo>
                    <a:pt x="236" y="115"/>
                    <a:pt x="236" y="115"/>
                    <a:pt x="236" y="115"/>
                  </a:cubicBezTo>
                  <a:cubicBezTo>
                    <a:pt x="237" y="115"/>
                    <a:pt x="237" y="115"/>
                    <a:pt x="237" y="115"/>
                  </a:cubicBezTo>
                  <a:cubicBezTo>
                    <a:pt x="238" y="114"/>
                    <a:pt x="239" y="115"/>
                    <a:pt x="239" y="115"/>
                  </a:cubicBezTo>
                  <a:cubicBezTo>
                    <a:pt x="240" y="116"/>
                    <a:pt x="241" y="116"/>
                    <a:pt x="241" y="115"/>
                  </a:cubicBezTo>
                  <a:cubicBezTo>
                    <a:pt x="241" y="115"/>
                    <a:pt x="241" y="115"/>
                    <a:pt x="241" y="114"/>
                  </a:cubicBezTo>
                  <a:cubicBezTo>
                    <a:pt x="241" y="114"/>
                    <a:pt x="241" y="113"/>
                    <a:pt x="241" y="113"/>
                  </a:cubicBezTo>
                  <a:cubicBezTo>
                    <a:pt x="242" y="113"/>
                    <a:pt x="243" y="112"/>
                    <a:pt x="244" y="112"/>
                  </a:cubicBezTo>
                  <a:cubicBezTo>
                    <a:pt x="245" y="112"/>
                    <a:pt x="245" y="112"/>
                    <a:pt x="246" y="112"/>
                  </a:cubicBezTo>
                  <a:cubicBezTo>
                    <a:pt x="246" y="112"/>
                    <a:pt x="247" y="111"/>
                    <a:pt x="247" y="111"/>
                  </a:cubicBezTo>
                  <a:cubicBezTo>
                    <a:pt x="248" y="111"/>
                    <a:pt x="249" y="112"/>
                    <a:pt x="250" y="112"/>
                  </a:cubicBezTo>
                  <a:cubicBezTo>
                    <a:pt x="250" y="111"/>
                    <a:pt x="251" y="111"/>
                    <a:pt x="251" y="112"/>
                  </a:cubicBezTo>
                  <a:cubicBezTo>
                    <a:pt x="252" y="111"/>
                    <a:pt x="254" y="112"/>
                    <a:pt x="255" y="112"/>
                  </a:cubicBezTo>
                  <a:cubicBezTo>
                    <a:pt x="256" y="112"/>
                    <a:pt x="257" y="112"/>
                    <a:pt x="257" y="112"/>
                  </a:cubicBezTo>
                  <a:cubicBezTo>
                    <a:pt x="258" y="112"/>
                    <a:pt x="258" y="112"/>
                    <a:pt x="258" y="111"/>
                  </a:cubicBezTo>
                  <a:cubicBezTo>
                    <a:pt x="258" y="111"/>
                    <a:pt x="258" y="111"/>
                    <a:pt x="258" y="111"/>
                  </a:cubicBezTo>
                  <a:cubicBezTo>
                    <a:pt x="259" y="110"/>
                    <a:pt x="259" y="110"/>
                    <a:pt x="259" y="110"/>
                  </a:cubicBezTo>
                  <a:cubicBezTo>
                    <a:pt x="260" y="110"/>
                    <a:pt x="260" y="110"/>
                    <a:pt x="261" y="110"/>
                  </a:cubicBezTo>
                  <a:cubicBezTo>
                    <a:pt x="261" y="110"/>
                    <a:pt x="261" y="110"/>
                    <a:pt x="261" y="110"/>
                  </a:cubicBezTo>
                  <a:cubicBezTo>
                    <a:pt x="261" y="109"/>
                    <a:pt x="261" y="109"/>
                    <a:pt x="262" y="109"/>
                  </a:cubicBezTo>
                  <a:cubicBezTo>
                    <a:pt x="262" y="109"/>
                    <a:pt x="262" y="109"/>
                    <a:pt x="262" y="109"/>
                  </a:cubicBezTo>
                  <a:cubicBezTo>
                    <a:pt x="262" y="110"/>
                    <a:pt x="263" y="110"/>
                    <a:pt x="264" y="110"/>
                  </a:cubicBezTo>
                  <a:cubicBezTo>
                    <a:pt x="264" y="110"/>
                    <a:pt x="264" y="110"/>
                    <a:pt x="264" y="110"/>
                  </a:cubicBezTo>
                  <a:cubicBezTo>
                    <a:pt x="264" y="110"/>
                    <a:pt x="264" y="110"/>
                    <a:pt x="264" y="110"/>
                  </a:cubicBezTo>
                  <a:cubicBezTo>
                    <a:pt x="263" y="110"/>
                    <a:pt x="263" y="110"/>
                    <a:pt x="263" y="109"/>
                  </a:cubicBezTo>
                  <a:cubicBezTo>
                    <a:pt x="262" y="109"/>
                    <a:pt x="268" y="107"/>
                    <a:pt x="269" y="108"/>
                  </a:cubicBezTo>
                  <a:cubicBezTo>
                    <a:pt x="268" y="108"/>
                    <a:pt x="267" y="108"/>
                    <a:pt x="267" y="109"/>
                  </a:cubicBezTo>
                  <a:cubicBezTo>
                    <a:pt x="268" y="109"/>
                    <a:pt x="269" y="109"/>
                    <a:pt x="271" y="110"/>
                  </a:cubicBezTo>
                  <a:cubicBezTo>
                    <a:pt x="272" y="110"/>
                    <a:pt x="272" y="111"/>
                    <a:pt x="271" y="111"/>
                  </a:cubicBezTo>
                  <a:cubicBezTo>
                    <a:pt x="270" y="111"/>
                    <a:pt x="269" y="111"/>
                    <a:pt x="270" y="112"/>
                  </a:cubicBezTo>
                  <a:cubicBezTo>
                    <a:pt x="270" y="112"/>
                    <a:pt x="270" y="113"/>
                    <a:pt x="271" y="114"/>
                  </a:cubicBezTo>
                  <a:cubicBezTo>
                    <a:pt x="272" y="114"/>
                    <a:pt x="273" y="114"/>
                    <a:pt x="274" y="114"/>
                  </a:cubicBezTo>
                  <a:cubicBezTo>
                    <a:pt x="275" y="114"/>
                    <a:pt x="277" y="114"/>
                    <a:pt x="276" y="112"/>
                  </a:cubicBezTo>
                  <a:cubicBezTo>
                    <a:pt x="276" y="112"/>
                    <a:pt x="274" y="111"/>
                    <a:pt x="274" y="111"/>
                  </a:cubicBezTo>
                  <a:cubicBezTo>
                    <a:pt x="274" y="111"/>
                    <a:pt x="275" y="110"/>
                    <a:pt x="276" y="111"/>
                  </a:cubicBezTo>
                  <a:cubicBezTo>
                    <a:pt x="276" y="111"/>
                    <a:pt x="279" y="111"/>
                    <a:pt x="279" y="111"/>
                  </a:cubicBezTo>
                  <a:cubicBezTo>
                    <a:pt x="280" y="110"/>
                    <a:pt x="280" y="109"/>
                    <a:pt x="281" y="109"/>
                  </a:cubicBezTo>
                  <a:cubicBezTo>
                    <a:pt x="281" y="109"/>
                    <a:pt x="281" y="107"/>
                    <a:pt x="280" y="107"/>
                  </a:cubicBezTo>
                  <a:cubicBezTo>
                    <a:pt x="280" y="107"/>
                    <a:pt x="279" y="106"/>
                    <a:pt x="279" y="106"/>
                  </a:cubicBezTo>
                  <a:cubicBezTo>
                    <a:pt x="279" y="107"/>
                    <a:pt x="279" y="107"/>
                    <a:pt x="279" y="107"/>
                  </a:cubicBezTo>
                  <a:cubicBezTo>
                    <a:pt x="279" y="107"/>
                    <a:pt x="279" y="107"/>
                    <a:pt x="278" y="107"/>
                  </a:cubicBezTo>
                  <a:cubicBezTo>
                    <a:pt x="278" y="107"/>
                    <a:pt x="278" y="106"/>
                    <a:pt x="277" y="106"/>
                  </a:cubicBezTo>
                  <a:cubicBezTo>
                    <a:pt x="277" y="104"/>
                    <a:pt x="275" y="104"/>
                    <a:pt x="274" y="103"/>
                  </a:cubicBezTo>
                  <a:cubicBezTo>
                    <a:pt x="274" y="103"/>
                    <a:pt x="272" y="102"/>
                    <a:pt x="273" y="102"/>
                  </a:cubicBezTo>
                  <a:cubicBezTo>
                    <a:pt x="274" y="102"/>
                    <a:pt x="274" y="102"/>
                    <a:pt x="274" y="102"/>
                  </a:cubicBezTo>
                  <a:cubicBezTo>
                    <a:pt x="275" y="102"/>
                    <a:pt x="277" y="102"/>
                    <a:pt x="276" y="101"/>
                  </a:cubicBezTo>
                  <a:cubicBezTo>
                    <a:pt x="276" y="101"/>
                    <a:pt x="276" y="101"/>
                    <a:pt x="276" y="101"/>
                  </a:cubicBezTo>
                  <a:cubicBezTo>
                    <a:pt x="275" y="100"/>
                    <a:pt x="277" y="100"/>
                    <a:pt x="277" y="100"/>
                  </a:cubicBezTo>
                  <a:cubicBezTo>
                    <a:pt x="278" y="100"/>
                    <a:pt x="279" y="100"/>
                    <a:pt x="280" y="100"/>
                  </a:cubicBezTo>
                  <a:cubicBezTo>
                    <a:pt x="282" y="101"/>
                    <a:pt x="283" y="101"/>
                    <a:pt x="285" y="101"/>
                  </a:cubicBezTo>
                  <a:cubicBezTo>
                    <a:pt x="287" y="101"/>
                    <a:pt x="289" y="101"/>
                    <a:pt x="291" y="101"/>
                  </a:cubicBezTo>
                  <a:cubicBezTo>
                    <a:pt x="292" y="101"/>
                    <a:pt x="294" y="102"/>
                    <a:pt x="296" y="102"/>
                  </a:cubicBezTo>
                  <a:cubicBezTo>
                    <a:pt x="297" y="102"/>
                    <a:pt x="299" y="102"/>
                    <a:pt x="301" y="102"/>
                  </a:cubicBezTo>
                  <a:cubicBezTo>
                    <a:pt x="303" y="103"/>
                    <a:pt x="304" y="104"/>
                    <a:pt x="306" y="104"/>
                  </a:cubicBezTo>
                  <a:cubicBezTo>
                    <a:pt x="306" y="104"/>
                    <a:pt x="308" y="105"/>
                    <a:pt x="308" y="105"/>
                  </a:cubicBezTo>
                  <a:cubicBezTo>
                    <a:pt x="308" y="105"/>
                    <a:pt x="307" y="105"/>
                    <a:pt x="307" y="105"/>
                  </a:cubicBezTo>
                  <a:cubicBezTo>
                    <a:pt x="307" y="106"/>
                    <a:pt x="307" y="106"/>
                    <a:pt x="307" y="106"/>
                  </a:cubicBezTo>
                  <a:cubicBezTo>
                    <a:pt x="307" y="107"/>
                    <a:pt x="308" y="106"/>
                    <a:pt x="308" y="106"/>
                  </a:cubicBezTo>
                  <a:cubicBezTo>
                    <a:pt x="308" y="106"/>
                    <a:pt x="308" y="106"/>
                    <a:pt x="308" y="105"/>
                  </a:cubicBezTo>
                  <a:cubicBezTo>
                    <a:pt x="309" y="105"/>
                    <a:pt x="310" y="106"/>
                    <a:pt x="311" y="106"/>
                  </a:cubicBezTo>
                  <a:cubicBezTo>
                    <a:pt x="311" y="106"/>
                    <a:pt x="312" y="106"/>
                    <a:pt x="312" y="106"/>
                  </a:cubicBezTo>
                  <a:cubicBezTo>
                    <a:pt x="313" y="107"/>
                    <a:pt x="315" y="106"/>
                    <a:pt x="315" y="107"/>
                  </a:cubicBezTo>
                  <a:cubicBezTo>
                    <a:pt x="315" y="107"/>
                    <a:pt x="314" y="107"/>
                    <a:pt x="314" y="107"/>
                  </a:cubicBezTo>
                  <a:cubicBezTo>
                    <a:pt x="314" y="107"/>
                    <a:pt x="316" y="107"/>
                    <a:pt x="316" y="107"/>
                  </a:cubicBezTo>
                  <a:cubicBezTo>
                    <a:pt x="317" y="108"/>
                    <a:pt x="318" y="108"/>
                    <a:pt x="319" y="108"/>
                  </a:cubicBezTo>
                  <a:cubicBezTo>
                    <a:pt x="321" y="109"/>
                    <a:pt x="322" y="109"/>
                    <a:pt x="323" y="109"/>
                  </a:cubicBezTo>
                  <a:cubicBezTo>
                    <a:pt x="324" y="109"/>
                    <a:pt x="325" y="109"/>
                    <a:pt x="325" y="109"/>
                  </a:cubicBezTo>
                  <a:cubicBezTo>
                    <a:pt x="324" y="110"/>
                    <a:pt x="327" y="111"/>
                    <a:pt x="327" y="111"/>
                  </a:cubicBezTo>
                  <a:cubicBezTo>
                    <a:pt x="328" y="111"/>
                    <a:pt x="329" y="111"/>
                    <a:pt x="330" y="112"/>
                  </a:cubicBezTo>
                  <a:cubicBezTo>
                    <a:pt x="330" y="112"/>
                    <a:pt x="332" y="113"/>
                    <a:pt x="331" y="112"/>
                  </a:cubicBezTo>
                  <a:cubicBezTo>
                    <a:pt x="332" y="113"/>
                    <a:pt x="336" y="113"/>
                    <a:pt x="336" y="115"/>
                  </a:cubicBezTo>
                  <a:cubicBezTo>
                    <a:pt x="336" y="115"/>
                    <a:pt x="337" y="115"/>
                    <a:pt x="337" y="115"/>
                  </a:cubicBezTo>
                  <a:cubicBezTo>
                    <a:pt x="337" y="115"/>
                    <a:pt x="338" y="114"/>
                    <a:pt x="339" y="114"/>
                  </a:cubicBezTo>
                  <a:cubicBezTo>
                    <a:pt x="338" y="114"/>
                    <a:pt x="338" y="114"/>
                    <a:pt x="338" y="113"/>
                  </a:cubicBezTo>
                  <a:cubicBezTo>
                    <a:pt x="339" y="112"/>
                    <a:pt x="339" y="112"/>
                    <a:pt x="339" y="111"/>
                  </a:cubicBezTo>
                  <a:cubicBezTo>
                    <a:pt x="339" y="111"/>
                    <a:pt x="339" y="110"/>
                    <a:pt x="339" y="110"/>
                  </a:cubicBezTo>
                  <a:cubicBezTo>
                    <a:pt x="339" y="110"/>
                    <a:pt x="339" y="110"/>
                    <a:pt x="339" y="109"/>
                  </a:cubicBezTo>
                  <a:cubicBezTo>
                    <a:pt x="339" y="109"/>
                    <a:pt x="338" y="109"/>
                    <a:pt x="338" y="109"/>
                  </a:cubicBezTo>
                  <a:cubicBezTo>
                    <a:pt x="338" y="109"/>
                    <a:pt x="340" y="109"/>
                    <a:pt x="339" y="109"/>
                  </a:cubicBezTo>
                  <a:cubicBezTo>
                    <a:pt x="339" y="108"/>
                    <a:pt x="339" y="108"/>
                    <a:pt x="340" y="108"/>
                  </a:cubicBezTo>
                  <a:cubicBezTo>
                    <a:pt x="338" y="108"/>
                    <a:pt x="337" y="109"/>
                    <a:pt x="336" y="109"/>
                  </a:cubicBezTo>
                  <a:cubicBezTo>
                    <a:pt x="335" y="108"/>
                    <a:pt x="334" y="108"/>
                    <a:pt x="332" y="107"/>
                  </a:cubicBezTo>
                  <a:cubicBezTo>
                    <a:pt x="332" y="107"/>
                    <a:pt x="329" y="105"/>
                    <a:pt x="330" y="104"/>
                  </a:cubicBezTo>
                  <a:cubicBezTo>
                    <a:pt x="330" y="104"/>
                    <a:pt x="329" y="103"/>
                    <a:pt x="329" y="103"/>
                  </a:cubicBezTo>
                  <a:cubicBezTo>
                    <a:pt x="329" y="103"/>
                    <a:pt x="328" y="103"/>
                    <a:pt x="329" y="103"/>
                  </a:cubicBezTo>
                  <a:cubicBezTo>
                    <a:pt x="327" y="104"/>
                    <a:pt x="326" y="103"/>
                    <a:pt x="325" y="102"/>
                  </a:cubicBezTo>
                  <a:cubicBezTo>
                    <a:pt x="324" y="102"/>
                    <a:pt x="323" y="102"/>
                    <a:pt x="322" y="102"/>
                  </a:cubicBezTo>
                  <a:cubicBezTo>
                    <a:pt x="322" y="102"/>
                    <a:pt x="321" y="101"/>
                    <a:pt x="320" y="101"/>
                  </a:cubicBezTo>
                  <a:cubicBezTo>
                    <a:pt x="321" y="102"/>
                    <a:pt x="320" y="102"/>
                    <a:pt x="320" y="102"/>
                  </a:cubicBezTo>
                  <a:cubicBezTo>
                    <a:pt x="320" y="102"/>
                    <a:pt x="321" y="103"/>
                    <a:pt x="321" y="103"/>
                  </a:cubicBezTo>
                  <a:cubicBezTo>
                    <a:pt x="319" y="103"/>
                    <a:pt x="319" y="101"/>
                    <a:pt x="318" y="100"/>
                  </a:cubicBezTo>
                  <a:cubicBezTo>
                    <a:pt x="318" y="100"/>
                    <a:pt x="318" y="99"/>
                    <a:pt x="318" y="98"/>
                  </a:cubicBezTo>
                  <a:cubicBezTo>
                    <a:pt x="319" y="98"/>
                    <a:pt x="319" y="98"/>
                    <a:pt x="319" y="99"/>
                  </a:cubicBezTo>
                  <a:cubicBezTo>
                    <a:pt x="319" y="99"/>
                    <a:pt x="320" y="99"/>
                    <a:pt x="321" y="99"/>
                  </a:cubicBezTo>
                  <a:cubicBezTo>
                    <a:pt x="321" y="98"/>
                    <a:pt x="321" y="97"/>
                    <a:pt x="320" y="97"/>
                  </a:cubicBezTo>
                  <a:cubicBezTo>
                    <a:pt x="320" y="97"/>
                    <a:pt x="320" y="97"/>
                    <a:pt x="320" y="97"/>
                  </a:cubicBezTo>
                  <a:cubicBezTo>
                    <a:pt x="320" y="97"/>
                    <a:pt x="319" y="97"/>
                    <a:pt x="319" y="97"/>
                  </a:cubicBezTo>
                  <a:cubicBezTo>
                    <a:pt x="319" y="96"/>
                    <a:pt x="319" y="95"/>
                    <a:pt x="319" y="95"/>
                  </a:cubicBezTo>
                  <a:cubicBezTo>
                    <a:pt x="319" y="95"/>
                    <a:pt x="319" y="95"/>
                    <a:pt x="319" y="94"/>
                  </a:cubicBezTo>
                  <a:cubicBezTo>
                    <a:pt x="319" y="94"/>
                    <a:pt x="319" y="94"/>
                    <a:pt x="318" y="94"/>
                  </a:cubicBezTo>
                  <a:cubicBezTo>
                    <a:pt x="318" y="94"/>
                    <a:pt x="318" y="94"/>
                    <a:pt x="318" y="93"/>
                  </a:cubicBezTo>
                  <a:cubicBezTo>
                    <a:pt x="318" y="93"/>
                    <a:pt x="318" y="92"/>
                    <a:pt x="318" y="91"/>
                  </a:cubicBezTo>
                  <a:cubicBezTo>
                    <a:pt x="317" y="91"/>
                    <a:pt x="316" y="91"/>
                    <a:pt x="316" y="91"/>
                  </a:cubicBezTo>
                  <a:cubicBezTo>
                    <a:pt x="315" y="91"/>
                    <a:pt x="314" y="91"/>
                    <a:pt x="314" y="92"/>
                  </a:cubicBezTo>
                  <a:cubicBezTo>
                    <a:pt x="313" y="92"/>
                    <a:pt x="313" y="91"/>
                    <a:pt x="312" y="91"/>
                  </a:cubicBezTo>
                  <a:cubicBezTo>
                    <a:pt x="312" y="91"/>
                    <a:pt x="313" y="90"/>
                    <a:pt x="313" y="90"/>
                  </a:cubicBezTo>
                  <a:cubicBezTo>
                    <a:pt x="313" y="89"/>
                    <a:pt x="313" y="89"/>
                    <a:pt x="313" y="89"/>
                  </a:cubicBezTo>
                  <a:cubicBezTo>
                    <a:pt x="313" y="89"/>
                    <a:pt x="313" y="89"/>
                    <a:pt x="312" y="89"/>
                  </a:cubicBezTo>
                  <a:cubicBezTo>
                    <a:pt x="312" y="89"/>
                    <a:pt x="313" y="90"/>
                    <a:pt x="312" y="89"/>
                  </a:cubicBezTo>
                  <a:cubicBezTo>
                    <a:pt x="311" y="89"/>
                    <a:pt x="312" y="88"/>
                    <a:pt x="312" y="88"/>
                  </a:cubicBezTo>
                  <a:cubicBezTo>
                    <a:pt x="312" y="87"/>
                    <a:pt x="312" y="87"/>
                    <a:pt x="313" y="87"/>
                  </a:cubicBezTo>
                  <a:cubicBezTo>
                    <a:pt x="315" y="87"/>
                    <a:pt x="316" y="86"/>
                    <a:pt x="318" y="85"/>
                  </a:cubicBezTo>
                  <a:cubicBezTo>
                    <a:pt x="318" y="85"/>
                    <a:pt x="318" y="85"/>
                    <a:pt x="319" y="84"/>
                  </a:cubicBezTo>
                  <a:cubicBezTo>
                    <a:pt x="319" y="84"/>
                    <a:pt x="320" y="83"/>
                    <a:pt x="320" y="83"/>
                  </a:cubicBezTo>
                  <a:cubicBezTo>
                    <a:pt x="320" y="83"/>
                    <a:pt x="320" y="83"/>
                    <a:pt x="320" y="83"/>
                  </a:cubicBezTo>
                  <a:cubicBezTo>
                    <a:pt x="320" y="82"/>
                    <a:pt x="320" y="82"/>
                    <a:pt x="320" y="81"/>
                  </a:cubicBezTo>
                  <a:cubicBezTo>
                    <a:pt x="320" y="80"/>
                    <a:pt x="320" y="80"/>
                    <a:pt x="320" y="79"/>
                  </a:cubicBezTo>
                  <a:cubicBezTo>
                    <a:pt x="320" y="78"/>
                    <a:pt x="320" y="77"/>
                    <a:pt x="320" y="76"/>
                  </a:cubicBezTo>
                  <a:cubicBezTo>
                    <a:pt x="320" y="76"/>
                    <a:pt x="320" y="76"/>
                    <a:pt x="320" y="76"/>
                  </a:cubicBezTo>
                  <a:cubicBezTo>
                    <a:pt x="320" y="76"/>
                    <a:pt x="320" y="76"/>
                    <a:pt x="320" y="75"/>
                  </a:cubicBezTo>
                  <a:cubicBezTo>
                    <a:pt x="320" y="75"/>
                    <a:pt x="319" y="75"/>
                    <a:pt x="320" y="75"/>
                  </a:cubicBezTo>
                  <a:cubicBezTo>
                    <a:pt x="319" y="75"/>
                    <a:pt x="321" y="74"/>
                    <a:pt x="321" y="73"/>
                  </a:cubicBezTo>
                  <a:cubicBezTo>
                    <a:pt x="321" y="72"/>
                    <a:pt x="320" y="72"/>
                    <a:pt x="321" y="72"/>
                  </a:cubicBezTo>
                  <a:cubicBezTo>
                    <a:pt x="322" y="72"/>
                    <a:pt x="323" y="72"/>
                    <a:pt x="323" y="72"/>
                  </a:cubicBezTo>
                  <a:cubicBezTo>
                    <a:pt x="323" y="72"/>
                    <a:pt x="322" y="72"/>
                    <a:pt x="322" y="73"/>
                  </a:cubicBezTo>
                  <a:cubicBezTo>
                    <a:pt x="322" y="73"/>
                    <a:pt x="324" y="73"/>
                    <a:pt x="324" y="73"/>
                  </a:cubicBezTo>
                  <a:cubicBezTo>
                    <a:pt x="325" y="73"/>
                    <a:pt x="325" y="73"/>
                    <a:pt x="326" y="73"/>
                  </a:cubicBezTo>
                  <a:cubicBezTo>
                    <a:pt x="328" y="73"/>
                    <a:pt x="329" y="73"/>
                    <a:pt x="331" y="73"/>
                  </a:cubicBezTo>
                  <a:cubicBezTo>
                    <a:pt x="332" y="73"/>
                    <a:pt x="334" y="72"/>
                    <a:pt x="335" y="72"/>
                  </a:cubicBezTo>
                  <a:cubicBezTo>
                    <a:pt x="336" y="73"/>
                    <a:pt x="336" y="73"/>
                    <a:pt x="337" y="73"/>
                  </a:cubicBezTo>
                  <a:cubicBezTo>
                    <a:pt x="338" y="73"/>
                    <a:pt x="338" y="73"/>
                    <a:pt x="339" y="73"/>
                  </a:cubicBezTo>
                  <a:cubicBezTo>
                    <a:pt x="339" y="73"/>
                    <a:pt x="338" y="73"/>
                    <a:pt x="338" y="73"/>
                  </a:cubicBezTo>
                  <a:cubicBezTo>
                    <a:pt x="339" y="74"/>
                    <a:pt x="339" y="73"/>
                    <a:pt x="340" y="73"/>
                  </a:cubicBezTo>
                  <a:cubicBezTo>
                    <a:pt x="341" y="73"/>
                    <a:pt x="341" y="73"/>
                    <a:pt x="342" y="74"/>
                  </a:cubicBezTo>
                  <a:cubicBezTo>
                    <a:pt x="343" y="74"/>
                    <a:pt x="344" y="74"/>
                    <a:pt x="345" y="74"/>
                  </a:cubicBezTo>
                  <a:cubicBezTo>
                    <a:pt x="345" y="74"/>
                    <a:pt x="345" y="74"/>
                    <a:pt x="345" y="74"/>
                  </a:cubicBezTo>
                  <a:cubicBezTo>
                    <a:pt x="345" y="75"/>
                    <a:pt x="345" y="75"/>
                    <a:pt x="345" y="75"/>
                  </a:cubicBezTo>
                  <a:cubicBezTo>
                    <a:pt x="346" y="75"/>
                    <a:pt x="345" y="75"/>
                    <a:pt x="345" y="75"/>
                  </a:cubicBezTo>
                  <a:cubicBezTo>
                    <a:pt x="345" y="76"/>
                    <a:pt x="346" y="76"/>
                    <a:pt x="346" y="76"/>
                  </a:cubicBezTo>
                  <a:cubicBezTo>
                    <a:pt x="347" y="76"/>
                    <a:pt x="346" y="76"/>
                    <a:pt x="346" y="76"/>
                  </a:cubicBezTo>
                  <a:cubicBezTo>
                    <a:pt x="347" y="77"/>
                    <a:pt x="347" y="77"/>
                    <a:pt x="347" y="77"/>
                  </a:cubicBezTo>
                  <a:cubicBezTo>
                    <a:pt x="347" y="77"/>
                    <a:pt x="348" y="78"/>
                    <a:pt x="348" y="78"/>
                  </a:cubicBezTo>
                  <a:cubicBezTo>
                    <a:pt x="347" y="79"/>
                    <a:pt x="347" y="79"/>
                    <a:pt x="348" y="79"/>
                  </a:cubicBezTo>
                  <a:cubicBezTo>
                    <a:pt x="348" y="80"/>
                    <a:pt x="348" y="80"/>
                    <a:pt x="347" y="80"/>
                  </a:cubicBezTo>
                  <a:cubicBezTo>
                    <a:pt x="347" y="80"/>
                    <a:pt x="348" y="81"/>
                    <a:pt x="347" y="81"/>
                  </a:cubicBezTo>
                  <a:cubicBezTo>
                    <a:pt x="347" y="82"/>
                    <a:pt x="346" y="82"/>
                    <a:pt x="347" y="83"/>
                  </a:cubicBezTo>
                  <a:cubicBezTo>
                    <a:pt x="348" y="83"/>
                    <a:pt x="347" y="83"/>
                    <a:pt x="347" y="84"/>
                  </a:cubicBezTo>
                  <a:cubicBezTo>
                    <a:pt x="347" y="84"/>
                    <a:pt x="346" y="84"/>
                    <a:pt x="346" y="84"/>
                  </a:cubicBezTo>
                  <a:cubicBezTo>
                    <a:pt x="345" y="85"/>
                    <a:pt x="345" y="85"/>
                    <a:pt x="346" y="86"/>
                  </a:cubicBezTo>
                  <a:cubicBezTo>
                    <a:pt x="347" y="86"/>
                    <a:pt x="348" y="87"/>
                    <a:pt x="349" y="87"/>
                  </a:cubicBezTo>
                  <a:cubicBezTo>
                    <a:pt x="350" y="87"/>
                    <a:pt x="351" y="88"/>
                    <a:pt x="352" y="88"/>
                  </a:cubicBezTo>
                  <a:cubicBezTo>
                    <a:pt x="353" y="88"/>
                    <a:pt x="353" y="88"/>
                    <a:pt x="353" y="89"/>
                  </a:cubicBezTo>
                  <a:cubicBezTo>
                    <a:pt x="353" y="90"/>
                    <a:pt x="354" y="90"/>
                    <a:pt x="354" y="90"/>
                  </a:cubicBezTo>
                  <a:cubicBezTo>
                    <a:pt x="355" y="91"/>
                    <a:pt x="355" y="91"/>
                    <a:pt x="356" y="92"/>
                  </a:cubicBezTo>
                  <a:cubicBezTo>
                    <a:pt x="356" y="93"/>
                    <a:pt x="355" y="93"/>
                    <a:pt x="356" y="94"/>
                  </a:cubicBezTo>
                  <a:cubicBezTo>
                    <a:pt x="356" y="94"/>
                    <a:pt x="357" y="95"/>
                    <a:pt x="357" y="95"/>
                  </a:cubicBezTo>
                  <a:cubicBezTo>
                    <a:pt x="357" y="95"/>
                    <a:pt x="355" y="95"/>
                    <a:pt x="356" y="96"/>
                  </a:cubicBezTo>
                  <a:cubicBezTo>
                    <a:pt x="356" y="97"/>
                    <a:pt x="358" y="97"/>
                    <a:pt x="358" y="97"/>
                  </a:cubicBezTo>
                  <a:cubicBezTo>
                    <a:pt x="357" y="98"/>
                    <a:pt x="357" y="98"/>
                    <a:pt x="357" y="99"/>
                  </a:cubicBezTo>
                  <a:cubicBezTo>
                    <a:pt x="358" y="99"/>
                    <a:pt x="358" y="99"/>
                    <a:pt x="359" y="99"/>
                  </a:cubicBezTo>
                  <a:cubicBezTo>
                    <a:pt x="359" y="100"/>
                    <a:pt x="360" y="100"/>
                    <a:pt x="360" y="101"/>
                  </a:cubicBezTo>
                  <a:cubicBezTo>
                    <a:pt x="360" y="101"/>
                    <a:pt x="360" y="102"/>
                    <a:pt x="359" y="102"/>
                  </a:cubicBezTo>
                  <a:cubicBezTo>
                    <a:pt x="360" y="102"/>
                    <a:pt x="362" y="104"/>
                    <a:pt x="360" y="104"/>
                  </a:cubicBezTo>
                  <a:cubicBezTo>
                    <a:pt x="361" y="104"/>
                    <a:pt x="362" y="105"/>
                    <a:pt x="362" y="105"/>
                  </a:cubicBezTo>
                  <a:cubicBezTo>
                    <a:pt x="362" y="105"/>
                    <a:pt x="362" y="106"/>
                    <a:pt x="362" y="106"/>
                  </a:cubicBezTo>
                  <a:cubicBezTo>
                    <a:pt x="361" y="107"/>
                    <a:pt x="363" y="108"/>
                    <a:pt x="363" y="108"/>
                  </a:cubicBezTo>
                  <a:cubicBezTo>
                    <a:pt x="365" y="109"/>
                    <a:pt x="366" y="110"/>
                    <a:pt x="367" y="110"/>
                  </a:cubicBezTo>
                  <a:cubicBezTo>
                    <a:pt x="369" y="111"/>
                    <a:pt x="370" y="111"/>
                    <a:pt x="371" y="111"/>
                  </a:cubicBezTo>
                  <a:cubicBezTo>
                    <a:pt x="371" y="112"/>
                    <a:pt x="374" y="113"/>
                    <a:pt x="373" y="113"/>
                  </a:cubicBezTo>
                  <a:cubicBezTo>
                    <a:pt x="373" y="113"/>
                    <a:pt x="373" y="113"/>
                    <a:pt x="373" y="113"/>
                  </a:cubicBezTo>
                  <a:cubicBezTo>
                    <a:pt x="372" y="113"/>
                    <a:pt x="372" y="113"/>
                    <a:pt x="372" y="114"/>
                  </a:cubicBezTo>
                  <a:cubicBezTo>
                    <a:pt x="372" y="114"/>
                    <a:pt x="370" y="115"/>
                    <a:pt x="371" y="116"/>
                  </a:cubicBezTo>
                  <a:cubicBezTo>
                    <a:pt x="372" y="116"/>
                    <a:pt x="371" y="116"/>
                    <a:pt x="372" y="117"/>
                  </a:cubicBezTo>
                  <a:cubicBezTo>
                    <a:pt x="372" y="117"/>
                    <a:pt x="373" y="117"/>
                    <a:pt x="373" y="118"/>
                  </a:cubicBezTo>
                  <a:cubicBezTo>
                    <a:pt x="373" y="118"/>
                    <a:pt x="374" y="119"/>
                    <a:pt x="373" y="119"/>
                  </a:cubicBezTo>
                  <a:cubicBezTo>
                    <a:pt x="373" y="119"/>
                    <a:pt x="373" y="119"/>
                    <a:pt x="373" y="119"/>
                  </a:cubicBezTo>
                  <a:cubicBezTo>
                    <a:pt x="373" y="119"/>
                    <a:pt x="373" y="119"/>
                    <a:pt x="374" y="120"/>
                  </a:cubicBezTo>
                  <a:cubicBezTo>
                    <a:pt x="374" y="120"/>
                    <a:pt x="374" y="120"/>
                    <a:pt x="373" y="120"/>
                  </a:cubicBezTo>
                  <a:cubicBezTo>
                    <a:pt x="373" y="120"/>
                    <a:pt x="372" y="120"/>
                    <a:pt x="372" y="120"/>
                  </a:cubicBezTo>
                  <a:cubicBezTo>
                    <a:pt x="372" y="121"/>
                    <a:pt x="372" y="121"/>
                    <a:pt x="371" y="121"/>
                  </a:cubicBezTo>
                  <a:cubicBezTo>
                    <a:pt x="371" y="121"/>
                    <a:pt x="370" y="121"/>
                    <a:pt x="370" y="121"/>
                  </a:cubicBezTo>
                  <a:cubicBezTo>
                    <a:pt x="370" y="121"/>
                    <a:pt x="371" y="122"/>
                    <a:pt x="370" y="122"/>
                  </a:cubicBezTo>
                  <a:cubicBezTo>
                    <a:pt x="370" y="122"/>
                    <a:pt x="369" y="122"/>
                    <a:pt x="370" y="123"/>
                  </a:cubicBezTo>
                  <a:cubicBezTo>
                    <a:pt x="370" y="123"/>
                    <a:pt x="370" y="123"/>
                    <a:pt x="370" y="123"/>
                  </a:cubicBezTo>
                  <a:cubicBezTo>
                    <a:pt x="370" y="124"/>
                    <a:pt x="369" y="124"/>
                    <a:pt x="368" y="124"/>
                  </a:cubicBezTo>
                  <a:cubicBezTo>
                    <a:pt x="367" y="124"/>
                    <a:pt x="369" y="124"/>
                    <a:pt x="369" y="124"/>
                  </a:cubicBezTo>
                  <a:cubicBezTo>
                    <a:pt x="369" y="125"/>
                    <a:pt x="370" y="125"/>
                    <a:pt x="370" y="125"/>
                  </a:cubicBezTo>
                  <a:cubicBezTo>
                    <a:pt x="370" y="125"/>
                    <a:pt x="369" y="125"/>
                    <a:pt x="369" y="125"/>
                  </a:cubicBezTo>
                  <a:cubicBezTo>
                    <a:pt x="369" y="125"/>
                    <a:pt x="369" y="125"/>
                    <a:pt x="369" y="125"/>
                  </a:cubicBezTo>
                  <a:cubicBezTo>
                    <a:pt x="369" y="125"/>
                    <a:pt x="368" y="125"/>
                    <a:pt x="368" y="125"/>
                  </a:cubicBezTo>
                  <a:cubicBezTo>
                    <a:pt x="368" y="126"/>
                    <a:pt x="369" y="126"/>
                    <a:pt x="369" y="126"/>
                  </a:cubicBezTo>
                  <a:cubicBezTo>
                    <a:pt x="369" y="126"/>
                    <a:pt x="368" y="126"/>
                    <a:pt x="368" y="126"/>
                  </a:cubicBezTo>
                  <a:cubicBezTo>
                    <a:pt x="368" y="127"/>
                    <a:pt x="368" y="128"/>
                    <a:pt x="367" y="127"/>
                  </a:cubicBezTo>
                  <a:cubicBezTo>
                    <a:pt x="367" y="127"/>
                    <a:pt x="367" y="127"/>
                    <a:pt x="366" y="127"/>
                  </a:cubicBezTo>
                  <a:cubicBezTo>
                    <a:pt x="366" y="127"/>
                    <a:pt x="366" y="127"/>
                    <a:pt x="366" y="127"/>
                  </a:cubicBezTo>
                  <a:cubicBezTo>
                    <a:pt x="365" y="127"/>
                    <a:pt x="365" y="127"/>
                    <a:pt x="364" y="127"/>
                  </a:cubicBezTo>
                  <a:cubicBezTo>
                    <a:pt x="365" y="127"/>
                    <a:pt x="365" y="127"/>
                    <a:pt x="365" y="128"/>
                  </a:cubicBezTo>
                  <a:cubicBezTo>
                    <a:pt x="365" y="128"/>
                    <a:pt x="364" y="128"/>
                    <a:pt x="364" y="128"/>
                  </a:cubicBezTo>
                  <a:cubicBezTo>
                    <a:pt x="363" y="128"/>
                    <a:pt x="363" y="128"/>
                    <a:pt x="362" y="128"/>
                  </a:cubicBezTo>
                  <a:cubicBezTo>
                    <a:pt x="362" y="128"/>
                    <a:pt x="362" y="128"/>
                    <a:pt x="361" y="129"/>
                  </a:cubicBezTo>
                  <a:cubicBezTo>
                    <a:pt x="361" y="129"/>
                    <a:pt x="360" y="129"/>
                    <a:pt x="360" y="129"/>
                  </a:cubicBezTo>
                  <a:cubicBezTo>
                    <a:pt x="360" y="129"/>
                    <a:pt x="360" y="129"/>
                    <a:pt x="360" y="129"/>
                  </a:cubicBezTo>
                  <a:cubicBezTo>
                    <a:pt x="360" y="129"/>
                    <a:pt x="360" y="129"/>
                    <a:pt x="359" y="129"/>
                  </a:cubicBezTo>
                  <a:cubicBezTo>
                    <a:pt x="360" y="129"/>
                    <a:pt x="360" y="129"/>
                    <a:pt x="360" y="130"/>
                  </a:cubicBezTo>
                  <a:cubicBezTo>
                    <a:pt x="359" y="130"/>
                    <a:pt x="357" y="130"/>
                    <a:pt x="357" y="129"/>
                  </a:cubicBezTo>
                  <a:cubicBezTo>
                    <a:pt x="357" y="129"/>
                    <a:pt x="356" y="129"/>
                    <a:pt x="355" y="128"/>
                  </a:cubicBezTo>
                  <a:cubicBezTo>
                    <a:pt x="355" y="128"/>
                    <a:pt x="355" y="128"/>
                    <a:pt x="354" y="128"/>
                  </a:cubicBezTo>
                  <a:cubicBezTo>
                    <a:pt x="354" y="129"/>
                    <a:pt x="353" y="128"/>
                    <a:pt x="352" y="128"/>
                  </a:cubicBezTo>
                  <a:cubicBezTo>
                    <a:pt x="353" y="128"/>
                    <a:pt x="353" y="128"/>
                    <a:pt x="353" y="129"/>
                  </a:cubicBezTo>
                  <a:cubicBezTo>
                    <a:pt x="352" y="129"/>
                    <a:pt x="351" y="128"/>
                    <a:pt x="351" y="128"/>
                  </a:cubicBezTo>
                  <a:cubicBezTo>
                    <a:pt x="350" y="128"/>
                    <a:pt x="349" y="128"/>
                    <a:pt x="348" y="129"/>
                  </a:cubicBezTo>
                  <a:cubicBezTo>
                    <a:pt x="348" y="129"/>
                    <a:pt x="349" y="129"/>
                    <a:pt x="349" y="129"/>
                  </a:cubicBezTo>
                  <a:cubicBezTo>
                    <a:pt x="350" y="130"/>
                    <a:pt x="350" y="130"/>
                    <a:pt x="350" y="131"/>
                  </a:cubicBezTo>
                  <a:cubicBezTo>
                    <a:pt x="352" y="131"/>
                    <a:pt x="353" y="131"/>
                    <a:pt x="355" y="132"/>
                  </a:cubicBezTo>
                  <a:cubicBezTo>
                    <a:pt x="356" y="132"/>
                    <a:pt x="358" y="132"/>
                    <a:pt x="359" y="133"/>
                  </a:cubicBezTo>
                  <a:cubicBezTo>
                    <a:pt x="361" y="133"/>
                    <a:pt x="362" y="133"/>
                    <a:pt x="364" y="133"/>
                  </a:cubicBezTo>
                  <a:cubicBezTo>
                    <a:pt x="365" y="133"/>
                    <a:pt x="367" y="133"/>
                    <a:pt x="369" y="133"/>
                  </a:cubicBezTo>
                  <a:cubicBezTo>
                    <a:pt x="370" y="133"/>
                    <a:pt x="370" y="133"/>
                    <a:pt x="371" y="134"/>
                  </a:cubicBezTo>
                  <a:cubicBezTo>
                    <a:pt x="372" y="134"/>
                    <a:pt x="372" y="134"/>
                    <a:pt x="373" y="134"/>
                  </a:cubicBezTo>
                  <a:cubicBezTo>
                    <a:pt x="373" y="134"/>
                    <a:pt x="375" y="134"/>
                    <a:pt x="375" y="133"/>
                  </a:cubicBezTo>
                  <a:cubicBezTo>
                    <a:pt x="375" y="133"/>
                    <a:pt x="374" y="131"/>
                    <a:pt x="374" y="131"/>
                  </a:cubicBezTo>
                  <a:cubicBezTo>
                    <a:pt x="374" y="131"/>
                    <a:pt x="374" y="131"/>
                    <a:pt x="374" y="131"/>
                  </a:cubicBezTo>
                  <a:cubicBezTo>
                    <a:pt x="374" y="131"/>
                    <a:pt x="374" y="130"/>
                    <a:pt x="375" y="130"/>
                  </a:cubicBezTo>
                  <a:cubicBezTo>
                    <a:pt x="375" y="130"/>
                    <a:pt x="376" y="130"/>
                    <a:pt x="376" y="130"/>
                  </a:cubicBezTo>
                  <a:cubicBezTo>
                    <a:pt x="377" y="130"/>
                    <a:pt x="377" y="130"/>
                    <a:pt x="378" y="130"/>
                  </a:cubicBezTo>
                  <a:cubicBezTo>
                    <a:pt x="378" y="129"/>
                    <a:pt x="377" y="129"/>
                    <a:pt x="378" y="129"/>
                  </a:cubicBezTo>
                  <a:cubicBezTo>
                    <a:pt x="379" y="129"/>
                    <a:pt x="381" y="129"/>
                    <a:pt x="381" y="128"/>
                  </a:cubicBezTo>
                  <a:cubicBezTo>
                    <a:pt x="381" y="127"/>
                    <a:pt x="383" y="127"/>
                    <a:pt x="382" y="126"/>
                  </a:cubicBezTo>
                  <a:cubicBezTo>
                    <a:pt x="382" y="125"/>
                    <a:pt x="382" y="125"/>
                    <a:pt x="382" y="124"/>
                  </a:cubicBezTo>
                  <a:cubicBezTo>
                    <a:pt x="381" y="124"/>
                    <a:pt x="381" y="124"/>
                    <a:pt x="382" y="123"/>
                  </a:cubicBezTo>
                  <a:cubicBezTo>
                    <a:pt x="382" y="122"/>
                    <a:pt x="383" y="122"/>
                    <a:pt x="384" y="121"/>
                  </a:cubicBezTo>
                  <a:cubicBezTo>
                    <a:pt x="387" y="119"/>
                    <a:pt x="383" y="116"/>
                    <a:pt x="382" y="115"/>
                  </a:cubicBezTo>
                  <a:cubicBezTo>
                    <a:pt x="381" y="115"/>
                    <a:pt x="379" y="114"/>
                    <a:pt x="379" y="113"/>
                  </a:cubicBezTo>
                  <a:cubicBezTo>
                    <a:pt x="379" y="113"/>
                    <a:pt x="379" y="113"/>
                    <a:pt x="379" y="112"/>
                  </a:cubicBezTo>
                  <a:cubicBezTo>
                    <a:pt x="378" y="112"/>
                    <a:pt x="378" y="112"/>
                    <a:pt x="378" y="111"/>
                  </a:cubicBezTo>
                  <a:cubicBezTo>
                    <a:pt x="378" y="109"/>
                    <a:pt x="384" y="109"/>
                    <a:pt x="385" y="109"/>
                  </a:cubicBezTo>
                  <a:cubicBezTo>
                    <a:pt x="388" y="108"/>
                    <a:pt x="391" y="107"/>
                    <a:pt x="393" y="109"/>
                  </a:cubicBezTo>
                  <a:cubicBezTo>
                    <a:pt x="393" y="109"/>
                    <a:pt x="393" y="110"/>
                    <a:pt x="393" y="110"/>
                  </a:cubicBezTo>
                  <a:cubicBezTo>
                    <a:pt x="394" y="110"/>
                    <a:pt x="394" y="111"/>
                    <a:pt x="395" y="111"/>
                  </a:cubicBezTo>
                  <a:cubicBezTo>
                    <a:pt x="395" y="111"/>
                    <a:pt x="396" y="111"/>
                    <a:pt x="396" y="111"/>
                  </a:cubicBezTo>
                  <a:cubicBezTo>
                    <a:pt x="397" y="112"/>
                    <a:pt x="397" y="112"/>
                    <a:pt x="398" y="112"/>
                  </a:cubicBezTo>
                  <a:cubicBezTo>
                    <a:pt x="397" y="111"/>
                    <a:pt x="398" y="112"/>
                    <a:pt x="398" y="112"/>
                  </a:cubicBezTo>
                  <a:cubicBezTo>
                    <a:pt x="398" y="112"/>
                    <a:pt x="399" y="112"/>
                    <a:pt x="399" y="112"/>
                  </a:cubicBezTo>
                  <a:cubicBezTo>
                    <a:pt x="399" y="112"/>
                    <a:pt x="399" y="113"/>
                    <a:pt x="399" y="113"/>
                  </a:cubicBezTo>
                  <a:cubicBezTo>
                    <a:pt x="400" y="114"/>
                    <a:pt x="400" y="114"/>
                    <a:pt x="399" y="114"/>
                  </a:cubicBezTo>
                  <a:cubicBezTo>
                    <a:pt x="399" y="115"/>
                    <a:pt x="400" y="115"/>
                    <a:pt x="400" y="115"/>
                  </a:cubicBezTo>
                  <a:cubicBezTo>
                    <a:pt x="401" y="115"/>
                    <a:pt x="401" y="115"/>
                    <a:pt x="401" y="116"/>
                  </a:cubicBezTo>
                  <a:cubicBezTo>
                    <a:pt x="401" y="116"/>
                    <a:pt x="401" y="116"/>
                    <a:pt x="401" y="117"/>
                  </a:cubicBezTo>
                  <a:cubicBezTo>
                    <a:pt x="401" y="117"/>
                    <a:pt x="401" y="117"/>
                    <a:pt x="401" y="117"/>
                  </a:cubicBezTo>
                  <a:cubicBezTo>
                    <a:pt x="401" y="118"/>
                    <a:pt x="402" y="118"/>
                    <a:pt x="402" y="118"/>
                  </a:cubicBezTo>
                  <a:cubicBezTo>
                    <a:pt x="402" y="119"/>
                    <a:pt x="402" y="119"/>
                    <a:pt x="402" y="119"/>
                  </a:cubicBezTo>
                  <a:cubicBezTo>
                    <a:pt x="400" y="119"/>
                    <a:pt x="404" y="120"/>
                    <a:pt x="404" y="120"/>
                  </a:cubicBezTo>
                  <a:cubicBezTo>
                    <a:pt x="405" y="120"/>
                    <a:pt x="406" y="120"/>
                    <a:pt x="406" y="121"/>
                  </a:cubicBezTo>
                  <a:cubicBezTo>
                    <a:pt x="407" y="121"/>
                    <a:pt x="407" y="122"/>
                    <a:pt x="407" y="121"/>
                  </a:cubicBezTo>
                  <a:cubicBezTo>
                    <a:pt x="408" y="121"/>
                    <a:pt x="409" y="122"/>
                    <a:pt x="410" y="121"/>
                  </a:cubicBezTo>
                  <a:cubicBezTo>
                    <a:pt x="411" y="121"/>
                    <a:pt x="411" y="121"/>
                    <a:pt x="412" y="122"/>
                  </a:cubicBezTo>
                  <a:cubicBezTo>
                    <a:pt x="413" y="122"/>
                    <a:pt x="414" y="121"/>
                    <a:pt x="415" y="121"/>
                  </a:cubicBezTo>
                  <a:cubicBezTo>
                    <a:pt x="415" y="121"/>
                    <a:pt x="416" y="122"/>
                    <a:pt x="417" y="121"/>
                  </a:cubicBezTo>
                  <a:cubicBezTo>
                    <a:pt x="417" y="121"/>
                    <a:pt x="414" y="121"/>
                    <a:pt x="415" y="121"/>
                  </a:cubicBezTo>
                  <a:cubicBezTo>
                    <a:pt x="414" y="120"/>
                    <a:pt x="413" y="121"/>
                    <a:pt x="412" y="121"/>
                  </a:cubicBezTo>
                  <a:cubicBezTo>
                    <a:pt x="412" y="121"/>
                    <a:pt x="413" y="121"/>
                    <a:pt x="413" y="121"/>
                  </a:cubicBezTo>
                  <a:cubicBezTo>
                    <a:pt x="413" y="120"/>
                    <a:pt x="413" y="120"/>
                    <a:pt x="412" y="120"/>
                  </a:cubicBezTo>
                  <a:cubicBezTo>
                    <a:pt x="412" y="120"/>
                    <a:pt x="412" y="120"/>
                    <a:pt x="412" y="120"/>
                  </a:cubicBezTo>
                  <a:cubicBezTo>
                    <a:pt x="412" y="120"/>
                    <a:pt x="412" y="120"/>
                    <a:pt x="412" y="121"/>
                  </a:cubicBezTo>
                  <a:cubicBezTo>
                    <a:pt x="412" y="120"/>
                    <a:pt x="410" y="120"/>
                    <a:pt x="409" y="120"/>
                  </a:cubicBezTo>
                  <a:cubicBezTo>
                    <a:pt x="409" y="120"/>
                    <a:pt x="408" y="120"/>
                    <a:pt x="408" y="120"/>
                  </a:cubicBezTo>
                  <a:cubicBezTo>
                    <a:pt x="408" y="120"/>
                    <a:pt x="408" y="120"/>
                    <a:pt x="408" y="120"/>
                  </a:cubicBezTo>
                  <a:cubicBezTo>
                    <a:pt x="408" y="120"/>
                    <a:pt x="407" y="120"/>
                    <a:pt x="407" y="120"/>
                  </a:cubicBezTo>
                  <a:cubicBezTo>
                    <a:pt x="407" y="120"/>
                    <a:pt x="407" y="119"/>
                    <a:pt x="406" y="119"/>
                  </a:cubicBezTo>
                  <a:cubicBezTo>
                    <a:pt x="407" y="120"/>
                    <a:pt x="405" y="120"/>
                    <a:pt x="405" y="120"/>
                  </a:cubicBezTo>
                  <a:cubicBezTo>
                    <a:pt x="404" y="119"/>
                    <a:pt x="403" y="118"/>
                    <a:pt x="404" y="118"/>
                  </a:cubicBezTo>
                  <a:cubicBezTo>
                    <a:pt x="403" y="118"/>
                    <a:pt x="403" y="117"/>
                    <a:pt x="403" y="116"/>
                  </a:cubicBezTo>
                  <a:cubicBezTo>
                    <a:pt x="403" y="115"/>
                    <a:pt x="404" y="115"/>
                    <a:pt x="405" y="115"/>
                  </a:cubicBezTo>
                  <a:cubicBezTo>
                    <a:pt x="405" y="115"/>
                    <a:pt x="406" y="115"/>
                    <a:pt x="406" y="115"/>
                  </a:cubicBezTo>
                  <a:cubicBezTo>
                    <a:pt x="407" y="115"/>
                    <a:pt x="405" y="114"/>
                    <a:pt x="405" y="114"/>
                  </a:cubicBezTo>
                  <a:cubicBezTo>
                    <a:pt x="404" y="114"/>
                    <a:pt x="404" y="113"/>
                    <a:pt x="403" y="112"/>
                  </a:cubicBezTo>
                  <a:cubicBezTo>
                    <a:pt x="403" y="112"/>
                    <a:pt x="403" y="113"/>
                    <a:pt x="402" y="112"/>
                  </a:cubicBezTo>
                  <a:cubicBezTo>
                    <a:pt x="402" y="112"/>
                    <a:pt x="402" y="112"/>
                    <a:pt x="402" y="111"/>
                  </a:cubicBezTo>
                  <a:cubicBezTo>
                    <a:pt x="401" y="111"/>
                    <a:pt x="401" y="110"/>
                    <a:pt x="400" y="110"/>
                  </a:cubicBezTo>
                  <a:cubicBezTo>
                    <a:pt x="400" y="109"/>
                    <a:pt x="399" y="109"/>
                    <a:pt x="398" y="109"/>
                  </a:cubicBezTo>
                  <a:cubicBezTo>
                    <a:pt x="396" y="109"/>
                    <a:pt x="394" y="108"/>
                    <a:pt x="393" y="107"/>
                  </a:cubicBezTo>
                  <a:cubicBezTo>
                    <a:pt x="392" y="107"/>
                    <a:pt x="391" y="107"/>
                    <a:pt x="390" y="107"/>
                  </a:cubicBezTo>
                  <a:cubicBezTo>
                    <a:pt x="389" y="107"/>
                    <a:pt x="388" y="106"/>
                    <a:pt x="387" y="106"/>
                  </a:cubicBezTo>
                  <a:cubicBezTo>
                    <a:pt x="386" y="106"/>
                    <a:pt x="385" y="106"/>
                    <a:pt x="384" y="106"/>
                  </a:cubicBezTo>
                  <a:cubicBezTo>
                    <a:pt x="384" y="106"/>
                    <a:pt x="383" y="105"/>
                    <a:pt x="382" y="106"/>
                  </a:cubicBezTo>
                  <a:cubicBezTo>
                    <a:pt x="382" y="106"/>
                    <a:pt x="380" y="107"/>
                    <a:pt x="381" y="107"/>
                  </a:cubicBezTo>
                  <a:cubicBezTo>
                    <a:pt x="380" y="107"/>
                    <a:pt x="378" y="107"/>
                    <a:pt x="377" y="107"/>
                  </a:cubicBezTo>
                  <a:cubicBezTo>
                    <a:pt x="376" y="107"/>
                    <a:pt x="375" y="106"/>
                    <a:pt x="373" y="107"/>
                  </a:cubicBezTo>
                  <a:cubicBezTo>
                    <a:pt x="372" y="107"/>
                    <a:pt x="371" y="107"/>
                    <a:pt x="371" y="106"/>
                  </a:cubicBezTo>
                  <a:cubicBezTo>
                    <a:pt x="370" y="106"/>
                    <a:pt x="371" y="105"/>
                    <a:pt x="370" y="104"/>
                  </a:cubicBezTo>
                  <a:cubicBezTo>
                    <a:pt x="370" y="103"/>
                    <a:pt x="368" y="103"/>
                    <a:pt x="367" y="102"/>
                  </a:cubicBezTo>
                  <a:cubicBezTo>
                    <a:pt x="367" y="102"/>
                    <a:pt x="366" y="102"/>
                    <a:pt x="366" y="101"/>
                  </a:cubicBezTo>
                  <a:cubicBezTo>
                    <a:pt x="366" y="101"/>
                    <a:pt x="366" y="100"/>
                    <a:pt x="366" y="100"/>
                  </a:cubicBezTo>
                  <a:cubicBezTo>
                    <a:pt x="366" y="99"/>
                    <a:pt x="366" y="98"/>
                    <a:pt x="366" y="98"/>
                  </a:cubicBezTo>
                  <a:cubicBezTo>
                    <a:pt x="365" y="98"/>
                    <a:pt x="365" y="98"/>
                    <a:pt x="365" y="97"/>
                  </a:cubicBezTo>
                  <a:cubicBezTo>
                    <a:pt x="365" y="97"/>
                    <a:pt x="365" y="97"/>
                    <a:pt x="366" y="97"/>
                  </a:cubicBezTo>
                  <a:cubicBezTo>
                    <a:pt x="366" y="96"/>
                    <a:pt x="368" y="94"/>
                    <a:pt x="367" y="93"/>
                  </a:cubicBezTo>
                  <a:cubicBezTo>
                    <a:pt x="367" y="92"/>
                    <a:pt x="365" y="92"/>
                    <a:pt x="363" y="91"/>
                  </a:cubicBezTo>
                  <a:cubicBezTo>
                    <a:pt x="363" y="91"/>
                    <a:pt x="363" y="90"/>
                    <a:pt x="362" y="90"/>
                  </a:cubicBezTo>
                  <a:cubicBezTo>
                    <a:pt x="361" y="89"/>
                    <a:pt x="361" y="89"/>
                    <a:pt x="360" y="89"/>
                  </a:cubicBezTo>
                  <a:cubicBezTo>
                    <a:pt x="358" y="88"/>
                    <a:pt x="357" y="87"/>
                    <a:pt x="355" y="86"/>
                  </a:cubicBezTo>
                  <a:cubicBezTo>
                    <a:pt x="355" y="86"/>
                    <a:pt x="353" y="86"/>
                    <a:pt x="354" y="85"/>
                  </a:cubicBezTo>
                  <a:cubicBezTo>
                    <a:pt x="354" y="85"/>
                    <a:pt x="356" y="84"/>
                    <a:pt x="356" y="83"/>
                  </a:cubicBezTo>
                  <a:cubicBezTo>
                    <a:pt x="355" y="83"/>
                    <a:pt x="354" y="83"/>
                    <a:pt x="355" y="82"/>
                  </a:cubicBezTo>
                  <a:cubicBezTo>
                    <a:pt x="357" y="81"/>
                    <a:pt x="359" y="81"/>
                    <a:pt x="360" y="81"/>
                  </a:cubicBezTo>
                  <a:cubicBezTo>
                    <a:pt x="361" y="80"/>
                    <a:pt x="363" y="80"/>
                    <a:pt x="363" y="79"/>
                  </a:cubicBezTo>
                  <a:cubicBezTo>
                    <a:pt x="363" y="77"/>
                    <a:pt x="361" y="76"/>
                    <a:pt x="360" y="75"/>
                  </a:cubicBezTo>
                  <a:cubicBezTo>
                    <a:pt x="360" y="74"/>
                    <a:pt x="359" y="74"/>
                    <a:pt x="359" y="74"/>
                  </a:cubicBezTo>
                  <a:cubicBezTo>
                    <a:pt x="358" y="74"/>
                    <a:pt x="357" y="73"/>
                    <a:pt x="358" y="73"/>
                  </a:cubicBezTo>
                  <a:cubicBezTo>
                    <a:pt x="359" y="73"/>
                    <a:pt x="361" y="73"/>
                    <a:pt x="362" y="73"/>
                  </a:cubicBezTo>
                  <a:cubicBezTo>
                    <a:pt x="362" y="74"/>
                    <a:pt x="363" y="74"/>
                    <a:pt x="363" y="74"/>
                  </a:cubicBezTo>
                  <a:cubicBezTo>
                    <a:pt x="363" y="74"/>
                    <a:pt x="363" y="74"/>
                    <a:pt x="362" y="74"/>
                  </a:cubicBezTo>
                  <a:cubicBezTo>
                    <a:pt x="363" y="74"/>
                    <a:pt x="365" y="75"/>
                    <a:pt x="366" y="76"/>
                  </a:cubicBezTo>
                  <a:cubicBezTo>
                    <a:pt x="363" y="76"/>
                    <a:pt x="367" y="78"/>
                    <a:pt x="367" y="78"/>
                  </a:cubicBezTo>
                  <a:cubicBezTo>
                    <a:pt x="368" y="79"/>
                    <a:pt x="366" y="79"/>
                    <a:pt x="367" y="79"/>
                  </a:cubicBezTo>
                  <a:cubicBezTo>
                    <a:pt x="367" y="79"/>
                    <a:pt x="367" y="80"/>
                    <a:pt x="367" y="80"/>
                  </a:cubicBezTo>
                  <a:cubicBezTo>
                    <a:pt x="367" y="80"/>
                    <a:pt x="367" y="80"/>
                    <a:pt x="367" y="80"/>
                  </a:cubicBezTo>
                  <a:cubicBezTo>
                    <a:pt x="367" y="81"/>
                    <a:pt x="367" y="81"/>
                    <a:pt x="367" y="81"/>
                  </a:cubicBezTo>
                  <a:cubicBezTo>
                    <a:pt x="367" y="81"/>
                    <a:pt x="366" y="81"/>
                    <a:pt x="366" y="81"/>
                  </a:cubicBezTo>
                  <a:cubicBezTo>
                    <a:pt x="366" y="81"/>
                    <a:pt x="366" y="81"/>
                    <a:pt x="366" y="81"/>
                  </a:cubicBezTo>
                  <a:cubicBezTo>
                    <a:pt x="367" y="82"/>
                    <a:pt x="366" y="82"/>
                    <a:pt x="367" y="83"/>
                  </a:cubicBezTo>
                  <a:cubicBezTo>
                    <a:pt x="367" y="83"/>
                    <a:pt x="368" y="83"/>
                    <a:pt x="369" y="83"/>
                  </a:cubicBezTo>
                  <a:cubicBezTo>
                    <a:pt x="369" y="84"/>
                    <a:pt x="370" y="84"/>
                    <a:pt x="369" y="84"/>
                  </a:cubicBezTo>
                  <a:cubicBezTo>
                    <a:pt x="369" y="84"/>
                    <a:pt x="370" y="84"/>
                    <a:pt x="370" y="85"/>
                  </a:cubicBezTo>
                  <a:cubicBezTo>
                    <a:pt x="370" y="85"/>
                    <a:pt x="369" y="85"/>
                    <a:pt x="370" y="85"/>
                  </a:cubicBezTo>
                  <a:cubicBezTo>
                    <a:pt x="370" y="86"/>
                    <a:pt x="369" y="85"/>
                    <a:pt x="369" y="86"/>
                  </a:cubicBezTo>
                  <a:cubicBezTo>
                    <a:pt x="368" y="86"/>
                    <a:pt x="370" y="87"/>
                    <a:pt x="370" y="87"/>
                  </a:cubicBezTo>
                  <a:cubicBezTo>
                    <a:pt x="372" y="87"/>
                    <a:pt x="374" y="87"/>
                    <a:pt x="376" y="88"/>
                  </a:cubicBezTo>
                  <a:cubicBezTo>
                    <a:pt x="376" y="87"/>
                    <a:pt x="377" y="88"/>
                    <a:pt x="377" y="88"/>
                  </a:cubicBezTo>
                  <a:cubicBezTo>
                    <a:pt x="378" y="88"/>
                    <a:pt x="379" y="88"/>
                    <a:pt x="380" y="88"/>
                  </a:cubicBezTo>
                  <a:cubicBezTo>
                    <a:pt x="380" y="88"/>
                    <a:pt x="381" y="88"/>
                    <a:pt x="381" y="88"/>
                  </a:cubicBezTo>
                  <a:cubicBezTo>
                    <a:pt x="382" y="88"/>
                    <a:pt x="382" y="89"/>
                    <a:pt x="382" y="89"/>
                  </a:cubicBezTo>
                  <a:cubicBezTo>
                    <a:pt x="383" y="89"/>
                    <a:pt x="381" y="88"/>
                    <a:pt x="383" y="88"/>
                  </a:cubicBezTo>
                  <a:cubicBezTo>
                    <a:pt x="383" y="88"/>
                    <a:pt x="384" y="88"/>
                    <a:pt x="385" y="88"/>
                  </a:cubicBezTo>
                  <a:cubicBezTo>
                    <a:pt x="386" y="88"/>
                    <a:pt x="387" y="88"/>
                    <a:pt x="388" y="88"/>
                  </a:cubicBezTo>
                  <a:cubicBezTo>
                    <a:pt x="389" y="89"/>
                    <a:pt x="389" y="90"/>
                    <a:pt x="390" y="90"/>
                  </a:cubicBezTo>
                  <a:cubicBezTo>
                    <a:pt x="391" y="90"/>
                    <a:pt x="392" y="90"/>
                    <a:pt x="392" y="90"/>
                  </a:cubicBezTo>
                  <a:cubicBezTo>
                    <a:pt x="393" y="90"/>
                    <a:pt x="394" y="91"/>
                    <a:pt x="395" y="90"/>
                  </a:cubicBezTo>
                  <a:cubicBezTo>
                    <a:pt x="395" y="90"/>
                    <a:pt x="398" y="90"/>
                    <a:pt x="398" y="90"/>
                  </a:cubicBezTo>
                  <a:cubicBezTo>
                    <a:pt x="398" y="90"/>
                    <a:pt x="398" y="90"/>
                    <a:pt x="397" y="90"/>
                  </a:cubicBezTo>
                  <a:cubicBezTo>
                    <a:pt x="398" y="90"/>
                    <a:pt x="397" y="89"/>
                    <a:pt x="397" y="90"/>
                  </a:cubicBezTo>
                  <a:cubicBezTo>
                    <a:pt x="397" y="90"/>
                    <a:pt x="396" y="89"/>
                    <a:pt x="396" y="90"/>
                  </a:cubicBezTo>
                  <a:cubicBezTo>
                    <a:pt x="396" y="90"/>
                    <a:pt x="396" y="90"/>
                    <a:pt x="396" y="90"/>
                  </a:cubicBezTo>
                  <a:cubicBezTo>
                    <a:pt x="397" y="90"/>
                    <a:pt x="394" y="90"/>
                    <a:pt x="394" y="90"/>
                  </a:cubicBezTo>
                  <a:cubicBezTo>
                    <a:pt x="393" y="91"/>
                    <a:pt x="393" y="89"/>
                    <a:pt x="394" y="89"/>
                  </a:cubicBezTo>
                  <a:cubicBezTo>
                    <a:pt x="393" y="89"/>
                    <a:pt x="393" y="88"/>
                    <a:pt x="392" y="89"/>
                  </a:cubicBezTo>
                  <a:cubicBezTo>
                    <a:pt x="392" y="89"/>
                    <a:pt x="393" y="89"/>
                    <a:pt x="393" y="89"/>
                  </a:cubicBezTo>
                  <a:cubicBezTo>
                    <a:pt x="393" y="89"/>
                    <a:pt x="392" y="89"/>
                    <a:pt x="391" y="89"/>
                  </a:cubicBezTo>
                  <a:cubicBezTo>
                    <a:pt x="391" y="88"/>
                    <a:pt x="391" y="88"/>
                    <a:pt x="391" y="88"/>
                  </a:cubicBezTo>
                  <a:cubicBezTo>
                    <a:pt x="391" y="87"/>
                    <a:pt x="389" y="87"/>
                    <a:pt x="388" y="87"/>
                  </a:cubicBezTo>
                  <a:cubicBezTo>
                    <a:pt x="388" y="87"/>
                    <a:pt x="388" y="87"/>
                    <a:pt x="388" y="87"/>
                  </a:cubicBezTo>
                  <a:cubicBezTo>
                    <a:pt x="388" y="86"/>
                    <a:pt x="388" y="86"/>
                    <a:pt x="388" y="86"/>
                  </a:cubicBezTo>
                  <a:cubicBezTo>
                    <a:pt x="388" y="86"/>
                    <a:pt x="386" y="87"/>
                    <a:pt x="387" y="87"/>
                  </a:cubicBezTo>
                  <a:cubicBezTo>
                    <a:pt x="386" y="87"/>
                    <a:pt x="385" y="86"/>
                    <a:pt x="384" y="87"/>
                  </a:cubicBezTo>
                  <a:cubicBezTo>
                    <a:pt x="385" y="87"/>
                    <a:pt x="385" y="87"/>
                    <a:pt x="385" y="87"/>
                  </a:cubicBezTo>
                  <a:cubicBezTo>
                    <a:pt x="384" y="87"/>
                    <a:pt x="382" y="86"/>
                    <a:pt x="381" y="86"/>
                  </a:cubicBezTo>
                  <a:cubicBezTo>
                    <a:pt x="380" y="85"/>
                    <a:pt x="379" y="85"/>
                    <a:pt x="377" y="85"/>
                  </a:cubicBezTo>
                  <a:cubicBezTo>
                    <a:pt x="377" y="85"/>
                    <a:pt x="376" y="85"/>
                    <a:pt x="375" y="84"/>
                  </a:cubicBezTo>
                  <a:cubicBezTo>
                    <a:pt x="375" y="84"/>
                    <a:pt x="374" y="84"/>
                    <a:pt x="374" y="83"/>
                  </a:cubicBezTo>
                  <a:cubicBezTo>
                    <a:pt x="374" y="83"/>
                    <a:pt x="371" y="81"/>
                    <a:pt x="371" y="81"/>
                  </a:cubicBezTo>
                  <a:cubicBezTo>
                    <a:pt x="371" y="81"/>
                    <a:pt x="372" y="81"/>
                    <a:pt x="373" y="81"/>
                  </a:cubicBezTo>
                  <a:cubicBezTo>
                    <a:pt x="373" y="81"/>
                    <a:pt x="373" y="80"/>
                    <a:pt x="374" y="80"/>
                  </a:cubicBezTo>
                  <a:cubicBezTo>
                    <a:pt x="375" y="80"/>
                    <a:pt x="376" y="80"/>
                    <a:pt x="377" y="80"/>
                  </a:cubicBezTo>
                  <a:cubicBezTo>
                    <a:pt x="380" y="81"/>
                    <a:pt x="382" y="83"/>
                    <a:pt x="385" y="82"/>
                  </a:cubicBezTo>
                  <a:cubicBezTo>
                    <a:pt x="385" y="82"/>
                    <a:pt x="387" y="81"/>
                    <a:pt x="386" y="81"/>
                  </a:cubicBezTo>
                  <a:cubicBezTo>
                    <a:pt x="385" y="80"/>
                    <a:pt x="384" y="80"/>
                    <a:pt x="383" y="80"/>
                  </a:cubicBezTo>
                  <a:cubicBezTo>
                    <a:pt x="382" y="79"/>
                    <a:pt x="381" y="80"/>
                    <a:pt x="380" y="80"/>
                  </a:cubicBezTo>
                  <a:cubicBezTo>
                    <a:pt x="379" y="80"/>
                    <a:pt x="380" y="79"/>
                    <a:pt x="379" y="79"/>
                  </a:cubicBezTo>
                  <a:cubicBezTo>
                    <a:pt x="380" y="79"/>
                    <a:pt x="381" y="79"/>
                    <a:pt x="381" y="79"/>
                  </a:cubicBezTo>
                  <a:cubicBezTo>
                    <a:pt x="382" y="78"/>
                    <a:pt x="382" y="78"/>
                    <a:pt x="382" y="78"/>
                  </a:cubicBezTo>
                  <a:cubicBezTo>
                    <a:pt x="383" y="77"/>
                    <a:pt x="383" y="77"/>
                    <a:pt x="384" y="77"/>
                  </a:cubicBezTo>
                  <a:cubicBezTo>
                    <a:pt x="384" y="77"/>
                    <a:pt x="385" y="77"/>
                    <a:pt x="386" y="77"/>
                  </a:cubicBezTo>
                  <a:cubicBezTo>
                    <a:pt x="385" y="77"/>
                    <a:pt x="387" y="77"/>
                    <a:pt x="388" y="77"/>
                  </a:cubicBezTo>
                  <a:cubicBezTo>
                    <a:pt x="389" y="77"/>
                    <a:pt x="390" y="77"/>
                    <a:pt x="391" y="77"/>
                  </a:cubicBezTo>
                  <a:cubicBezTo>
                    <a:pt x="392" y="77"/>
                    <a:pt x="394" y="78"/>
                    <a:pt x="396" y="78"/>
                  </a:cubicBezTo>
                  <a:cubicBezTo>
                    <a:pt x="398" y="79"/>
                    <a:pt x="400" y="79"/>
                    <a:pt x="401" y="80"/>
                  </a:cubicBezTo>
                  <a:cubicBezTo>
                    <a:pt x="402" y="80"/>
                    <a:pt x="403" y="80"/>
                    <a:pt x="403" y="80"/>
                  </a:cubicBezTo>
                  <a:cubicBezTo>
                    <a:pt x="403" y="80"/>
                    <a:pt x="402" y="80"/>
                    <a:pt x="403" y="80"/>
                  </a:cubicBezTo>
                  <a:cubicBezTo>
                    <a:pt x="403" y="80"/>
                    <a:pt x="402" y="80"/>
                    <a:pt x="402" y="80"/>
                  </a:cubicBezTo>
                  <a:cubicBezTo>
                    <a:pt x="403" y="81"/>
                    <a:pt x="405" y="81"/>
                    <a:pt x="406" y="82"/>
                  </a:cubicBezTo>
                  <a:cubicBezTo>
                    <a:pt x="407" y="82"/>
                    <a:pt x="408" y="83"/>
                    <a:pt x="409" y="83"/>
                  </a:cubicBezTo>
                  <a:cubicBezTo>
                    <a:pt x="412" y="84"/>
                    <a:pt x="415" y="83"/>
                    <a:pt x="418" y="83"/>
                  </a:cubicBezTo>
                  <a:cubicBezTo>
                    <a:pt x="417" y="82"/>
                    <a:pt x="416" y="81"/>
                    <a:pt x="415" y="81"/>
                  </a:cubicBezTo>
                  <a:cubicBezTo>
                    <a:pt x="414" y="80"/>
                    <a:pt x="413" y="80"/>
                    <a:pt x="412" y="80"/>
                  </a:cubicBezTo>
                  <a:cubicBezTo>
                    <a:pt x="413" y="80"/>
                    <a:pt x="412" y="79"/>
                    <a:pt x="412" y="79"/>
                  </a:cubicBezTo>
                  <a:cubicBezTo>
                    <a:pt x="411" y="78"/>
                    <a:pt x="411" y="78"/>
                    <a:pt x="410" y="78"/>
                  </a:cubicBezTo>
                  <a:cubicBezTo>
                    <a:pt x="407" y="78"/>
                    <a:pt x="404" y="77"/>
                    <a:pt x="401" y="77"/>
                  </a:cubicBezTo>
                  <a:cubicBezTo>
                    <a:pt x="401" y="76"/>
                    <a:pt x="400" y="76"/>
                    <a:pt x="400" y="76"/>
                  </a:cubicBezTo>
                  <a:cubicBezTo>
                    <a:pt x="399" y="76"/>
                    <a:pt x="400" y="75"/>
                    <a:pt x="400" y="75"/>
                  </a:cubicBezTo>
                  <a:cubicBezTo>
                    <a:pt x="400" y="75"/>
                    <a:pt x="398" y="75"/>
                    <a:pt x="398" y="74"/>
                  </a:cubicBezTo>
                  <a:cubicBezTo>
                    <a:pt x="398" y="74"/>
                    <a:pt x="398" y="74"/>
                    <a:pt x="398" y="74"/>
                  </a:cubicBezTo>
                  <a:cubicBezTo>
                    <a:pt x="398" y="73"/>
                    <a:pt x="398" y="72"/>
                    <a:pt x="398" y="72"/>
                  </a:cubicBezTo>
                  <a:cubicBezTo>
                    <a:pt x="397" y="72"/>
                    <a:pt x="396" y="71"/>
                    <a:pt x="396" y="71"/>
                  </a:cubicBezTo>
                  <a:cubicBezTo>
                    <a:pt x="395" y="71"/>
                    <a:pt x="395" y="71"/>
                    <a:pt x="394" y="71"/>
                  </a:cubicBezTo>
                  <a:cubicBezTo>
                    <a:pt x="395" y="71"/>
                    <a:pt x="395" y="71"/>
                    <a:pt x="395" y="71"/>
                  </a:cubicBezTo>
                  <a:cubicBezTo>
                    <a:pt x="394" y="70"/>
                    <a:pt x="393" y="70"/>
                    <a:pt x="392" y="70"/>
                  </a:cubicBezTo>
                  <a:cubicBezTo>
                    <a:pt x="393" y="70"/>
                    <a:pt x="394" y="70"/>
                    <a:pt x="394" y="70"/>
                  </a:cubicBezTo>
                  <a:cubicBezTo>
                    <a:pt x="395" y="69"/>
                    <a:pt x="393" y="69"/>
                    <a:pt x="393" y="69"/>
                  </a:cubicBezTo>
                  <a:cubicBezTo>
                    <a:pt x="392" y="69"/>
                    <a:pt x="392" y="69"/>
                    <a:pt x="392" y="69"/>
                  </a:cubicBezTo>
                  <a:cubicBezTo>
                    <a:pt x="391" y="69"/>
                    <a:pt x="392" y="68"/>
                    <a:pt x="392" y="68"/>
                  </a:cubicBezTo>
                  <a:cubicBezTo>
                    <a:pt x="392" y="69"/>
                    <a:pt x="393" y="68"/>
                    <a:pt x="393" y="68"/>
                  </a:cubicBezTo>
                  <a:cubicBezTo>
                    <a:pt x="393" y="68"/>
                    <a:pt x="393" y="68"/>
                    <a:pt x="393" y="67"/>
                  </a:cubicBezTo>
                  <a:cubicBezTo>
                    <a:pt x="393" y="67"/>
                    <a:pt x="393" y="67"/>
                    <a:pt x="392" y="67"/>
                  </a:cubicBezTo>
                  <a:cubicBezTo>
                    <a:pt x="392" y="67"/>
                    <a:pt x="392" y="67"/>
                    <a:pt x="392" y="67"/>
                  </a:cubicBezTo>
                  <a:cubicBezTo>
                    <a:pt x="393" y="66"/>
                    <a:pt x="394" y="67"/>
                    <a:pt x="395" y="67"/>
                  </a:cubicBezTo>
                  <a:cubicBezTo>
                    <a:pt x="395" y="66"/>
                    <a:pt x="396" y="66"/>
                    <a:pt x="397" y="66"/>
                  </a:cubicBezTo>
                  <a:cubicBezTo>
                    <a:pt x="399" y="66"/>
                    <a:pt x="401" y="66"/>
                    <a:pt x="403" y="66"/>
                  </a:cubicBezTo>
                  <a:cubicBezTo>
                    <a:pt x="404" y="66"/>
                    <a:pt x="405" y="66"/>
                    <a:pt x="406" y="66"/>
                  </a:cubicBezTo>
                  <a:cubicBezTo>
                    <a:pt x="407" y="66"/>
                    <a:pt x="408" y="66"/>
                    <a:pt x="409" y="66"/>
                  </a:cubicBezTo>
                  <a:cubicBezTo>
                    <a:pt x="411" y="66"/>
                    <a:pt x="413" y="66"/>
                    <a:pt x="415" y="66"/>
                  </a:cubicBezTo>
                  <a:cubicBezTo>
                    <a:pt x="416" y="65"/>
                    <a:pt x="417" y="65"/>
                    <a:pt x="418" y="65"/>
                  </a:cubicBezTo>
                  <a:cubicBezTo>
                    <a:pt x="419" y="65"/>
                    <a:pt x="420" y="65"/>
                    <a:pt x="421" y="65"/>
                  </a:cubicBezTo>
                  <a:cubicBezTo>
                    <a:pt x="422" y="66"/>
                    <a:pt x="423" y="66"/>
                    <a:pt x="423" y="65"/>
                  </a:cubicBezTo>
                  <a:cubicBezTo>
                    <a:pt x="424" y="65"/>
                    <a:pt x="423" y="65"/>
                    <a:pt x="424" y="65"/>
                  </a:cubicBezTo>
                  <a:cubicBezTo>
                    <a:pt x="426" y="64"/>
                    <a:pt x="428" y="64"/>
                    <a:pt x="430" y="64"/>
                  </a:cubicBezTo>
                  <a:cubicBezTo>
                    <a:pt x="430" y="64"/>
                    <a:pt x="431" y="64"/>
                    <a:pt x="432" y="64"/>
                  </a:cubicBezTo>
                  <a:cubicBezTo>
                    <a:pt x="433" y="64"/>
                    <a:pt x="433" y="64"/>
                    <a:pt x="434" y="64"/>
                  </a:cubicBezTo>
                  <a:cubicBezTo>
                    <a:pt x="434" y="64"/>
                    <a:pt x="431" y="63"/>
                    <a:pt x="431" y="63"/>
                  </a:cubicBezTo>
                  <a:cubicBezTo>
                    <a:pt x="432" y="62"/>
                    <a:pt x="434" y="63"/>
                    <a:pt x="434" y="63"/>
                  </a:cubicBezTo>
                  <a:cubicBezTo>
                    <a:pt x="434" y="62"/>
                    <a:pt x="432" y="62"/>
                    <a:pt x="432" y="62"/>
                  </a:cubicBezTo>
                  <a:cubicBezTo>
                    <a:pt x="431" y="62"/>
                    <a:pt x="431" y="62"/>
                    <a:pt x="430" y="62"/>
                  </a:cubicBezTo>
                  <a:cubicBezTo>
                    <a:pt x="430" y="62"/>
                    <a:pt x="429" y="62"/>
                    <a:pt x="429" y="62"/>
                  </a:cubicBezTo>
                  <a:cubicBezTo>
                    <a:pt x="429" y="62"/>
                    <a:pt x="429" y="61"/>
                    <a:pt x="429" y="61"/>
                  </a:cubicBezTo>
                  <a:cubicBezTo>
                    <a:pt x="429" y="61"/>
                    <a:pt x="429" y="61"/>
                    <a:pt x="429" y="61"/>
                  </a:cubicBezTo>
                  <a:cubicBezTo>
                    <a:pt x="429" y="61"/>
                    <a:pt x="428" y="61"/>
                    <a:pt x="428" y="61"/>
                  </a:cubicBezTo>
                  <a:cubicBezTo>
                    <a:pt x="427" y="61"/>
                    <a:pt x="425" y="61"/>
                    <a:pt x="424" y="61"/>
                  </a:cubicBezTo>
                  <a:cubicBezTo>
                    <a:pt x="424" y="61"/>
                    <a:pt x="422" y="60"/>
                    <a:pt x="422" y="60"/>
                  </a:cubicBezTo>
                  <a:cubicBezTo>
                    <a:pt x="423" y="59"/>
                    <a:pt x="425" y="60"/>
                    <a:pt x="425" y="60"/>
                  </a:cubicBezTo>
                  <a:cubicBezTo>
                    <a:pt x="425" y="59"/>
                    <a:pt x="424" y="60"/>
                    <a:pt x="423" y="59"/>
                  </a:cubicBezTo>
                  <a:cubicBezTo>
                    <a:pt x="424" y="59"/>
                    <a:pt x="425" y="59"/>
                    <a:pt x="427" y="59"/>
                  </a:cubicBezTo>
                  <a:cubicBezTo>
                    <a:pt x="427" y="60"/>
                    <a:pt x="430" y="59"/>
                    <a:pt x="428" y="60"/>
                  </a:cubicBezTo>
                  <a:cubicBezTo>
                    <a:pt x="428" y="61"/>
                    <a:pt x="429" y="60"/>
                    <a:pt x="430" y="60"/>
                  </a:cubicBezTo>
                  <a:cubicBezTo>
                    <a:pt x="430" y="61"/>
                    <a:pt x="430" y="61"/>
                    <a:pt x="430" y="60"/>
                  </a:cubicBezTo>
                  <a:cubicBezTo>
                    <a:pt x="430" y="60"/>
                    <a:pt x="430" y="60"/>
                    <a:pt x="429" y="60"/>
                  </a:cubicBezTo>
                  <a:cubicBezTo>
                    <a:pt x="430" y="60"/>
                    <a:pt x="430" y="60"/>
                    <a:pt x="431" y="60"/>
                  </a:cubicBezTo>
                  <a:cubicBezTo>
                    <a:pt x="431" y="60"/>
                    <a:pt x="429" y="60"/>
                    <a:pt x="429" y="59"/>
                  </a:cubicBezTo>
                  <a:cubicBezTo>
                    <a:pt x="429" y="59"/>
                    <a:pt x="429" y="59"/>
                    <a:pt x="429" y="59"/>
                  </a:cubicBezTo>
                  <a:cubicBezTo>
                    <a:pt x="428" y="59"/>
                    <a:pt x="427" y="59"/>
                    <a:pt x="425" y="58"/>
                  </a:cubicBezTo>
                  <a:cubicBezTo>
                    <a:pt x="426" y="58"/>
                    <a:pt x="426" y="58"/>
                    <a:pt x="426" y="58"/>
                  </a:cubicBezTo>
                  <a:cubicBezTo>
                    <a:pt x="425" y="58"/>
                    <a:pt x="424" y="58"/>
                    <a:pt x="423" y="58"/>
                  </a:cubicBezTo>
                  <a:cubicBezTo>
                    <a:pt x="421" y="58"/>
                    <a:pt x="420" y="58"/>
                    <a:pt x="419" y="57"/>
                  </a:cubicBezTo>
                  <a:cubicBezTo>
                    <a:pt x="419" y="57"/>
                    <a:pt x="419" y="57"/>
                    <a:pt x="420" y="57"/>
                  </a:cubicBezTo>
                  <a:cubicBezTo>
                    <a:pt x="419" y="57"/>
                    <a:pt x="420" y="57"/>
                    <a:pt x="420" y="57"/>
                  </a:cubicBezTo>
                  <a:cubicBezTo>
                    <a:pt x="421" y="57"/>
                    <a:pt x="420" y="56"/>
                    <a:pt x="420" y="56"/>
                  </a:cubicBezTo>
                  <a:cubicBezTo>
                    <a:pt x="421" y="56"/>
                    <a:pt x="422" y="56"/>
                    <a:pt x="422" y="56"/>
                  </a:cubicBezTo>
                  <a:cubicBezTo>
                    <a:pt x="422" y="56"/>
                    <a:pt x="422" y="56"/>
                    <a:pt x="421" y="56"/>
                  </a:cubicBezTo>
                  <a:cubicBezTo>
                    <a:pt x="422" y="57"/>
                    <a:pt x="422" y="57"/>
                    <a:pt x="423" y="57"/>
                  </a:cubicBezTo>
                  <a:cubicBezTo>
                    <a:pt x="423" y="57"/>
                    <a:pt x="424" y="57"/>
                    <a:pt x="424" y="57"/>
                  </a:cubicBezTo>
                  <a:cubicBezTo>
                    <a:pt x="425" y="57"/>
                    <a:pt x="425" y="57"/>
                    <a:pt x="426" y="58"/>
                  </a:cubicBezTo>
                  <a:cubicBezTo>
                    <a:pt x="426" y="58"/>
                    <a:pt x="427" y="58"/>
                    <a:pt x="427" y="58"/>
                  </a:cubicBezTo>
                  <a:cubicBezTo>
                    <a:pt x="427" y="57"/>
                    <a:pt x="427" y="57"/>
                    <a:pt x="427" y="57"/>
                  </a:cubicBezTo>
                  <a:cubicBezTo>
                    <a:pt x="426" y="57"/>
                    <a:pt x="425" y="57"/>
                    <a:pt x="425" y="57"/>
                  </a:cubicBezTo>
                  <a:cubicBezTo>
                    <a:pt x="425" y="56"/>
                    <a:pt x="427" y="56"/>
                    <a:pt x="427" y="57"/>
                  </a:cubicBezTo>
                  <a:cubicBezTo>
                    <a:pt x="427" y="56"/>
                    <a:pt x="426" y="56"/>
                    <a:pt x="426" y="55"/>
                  </a:cubicBezTo>
                  <a:cubicBezTo>
                    <a:pt x="426" y="55"/>
                    <a:pt x="428" y="55"/>
                    <a:pt x="428" y="55"/>
                  </a:cubicBezTo>
                  <a:cubicBezTo>
                    <a:pt x="427" y="54"/>
                    <a:pt x="426" y="55"/>
                    <a:pt x="426" y="54"/>
                  </a:cubicBezTo>
                  <a:cubicBezTo>
                    <a:pt x="426" y="54"/>
                    <a:pt x="428" y="54"/>
                    <a:pt x="428" y="55"/>
                  </a:cubicBezTo>
                  <a:cubicBezTo>
                    <a:pt x="428" y="55"/>
                    <a:pt x="429" y="55"/>
                    <a:pt x="429" y="55"/>
                  </a:cubicBezTo>
                  <a:cubicBezTo>
                    <a:pt x="428" y="55"/>
                    <a:pt x="429" y="55"/>
                    <a:pt x="429" y="54"/>
                  </a:cubicBezTo>
                  <a:cubicBezTo>
                    <a:pt x="430" y="54"/>
                    <a:pt x="429" y="54"/>
                    <a:pt x="429" y="54"/>
                  </a:cubicBezTo>
                  <a:cubicBezTo>
                    <a:pt x="429" y="54"/>
                    <a:pt x="428" y="54"/>
                    <a:pt x="427" y="54"/>
                  </a:cubicBezTo>
                  <a:cubicBezTo>
                    <a:pt x="426" y="54"/>
                    <a:pt x="425" y="54"/>
                    <a:pt x="424" y="54"/>
                  </a:cubicBezTo>
                  <a:cubicBezTo>
                    <a:pt x="424" y="54"/>
                    <a:pt x="423" y="54"/>
                    <a:pt x="423" y="53"/>
                  </a:cubicBezTo>
                  <a:cubicBezTo>
                    <a:pt x="424" y="53"/>
                    <a:pt x="425" y="53"/>
                    <a:pt x="425" y="53"/>
                  </a:cubicBezTo>
                  <a:cubicBezTo>
                    <a:pt x="426" y="53"/>
                    <a:pt x="427" y="53"/>
                    <a:pt x="428" y="53"/>
                  </a:cubicBezTo>
                  <a:cubicBezTo>
                    <a:pt x="428" y="53"/>
                    <a:pt x="430" y="54"/>
                    <a:pt x="430" y="53"/>
                  </a:cubicBezTo>
                  <a:cubicBezTo>
                    <a:pt x="431" y="53"/>
                    <a:pt x="432" y="53"/>
                    <a:pt x="432" y="53"/>
                  </a:cubicBezTo>
                  <a:cubicBezTo>
                    <a:pt x="431" y="52"/>
                    <a:pt x="433" y="52"/>
                    <a:pt x="433" y="52"/>
                  </a:cubicBezTo>
                  <a:cubicBezTo>
                    <a:pt x="433" y="52"/>
                    <a:pt x="432" y="52"/>
                    <a:pt x="433" y="51"/>
                  </a:cubicBezTo>
                  <a:cubicBezTo>
                    <a:pt x="433" y="51"/>
                    <a:pt x="434" y="51"/>
                    <a:pt x="433" y="51"/>
                  </a:cubicBezTo>
                  <a:cubicBezTo>
                    <a:pt x="434" y="51"/>
                    <a:pt x="435" y="51"/>
                    <a:pt x="435" y="51"/>
                  </a:cubicBezTo>
                  <a:cubicBezTo>
                    <a:pt x="435" y="51"/>
                    <a:pt x="435" y="51"/>
                    <a:pt x="434" y="51"/>
                  </a:cubicBezTo>
                  <a:cubicBezTo>
                    <a:pt x="435" y="50"/>
                    <a:pt x="436" y="50"/>
                    <a:pt x="436" y="50"/>
                  </a:cubicBezTo>
                  <a:cubicBezTo>
                    <a:pt x="437" y="51"/>
                    <a:pt x="438" y="51"/>
                    <a:pt x="439" y="50"/>
                  </a:cubicBezTo>
                  <a:cubicBezTo>
                    <a:pt x="439" y="50"/>
                    <a:pt x="438" y="50"/>
                    <a:pt x="438" y="50"/>
                  </a:cubicBezTo>
                  <a:cubicBezTo>
                    <a:pt x="439" y="50"/>
                    <a:pt x="440" y="50"/>
                    <a:pt x="441" y="50"/>
                  </a:cubicBezTo>
                  <a:cubicBezTo>
                    <a:pt x="440" y="50"/>
                    <a:pt x="440" y="50"/>
                    <a:pt x="439" y="49"/>
                  </a:cubicBezTo>
                  <a:cubicBezTo>
                    <a:pt x="441" y="49"/>
                    <a:pt x="442" y="49"/>
                    <a:pt x="443" y="49"/>
                  </a:cubicBezTo>
                  <a:cubicBezTo>
                    <a:pt x="444" y="49"/>
                    <a:pt x="445" y="48"/>
                    <a:pt x="445" y="49"/>
                  </a:cubicBezTo>
                  <a:cubicBezTo>
                    <a:pt x="446" y="49"/>
                    <a:pt x="446" y="49"/>
                    <a:pt x="446" y="49"/>
                  </a:cubicBezTo>
                  <a:cubicBezTo>
                    <a:pt x="447" y="49"/>
                    <a:pt x="448" y="49"/>
                    <a:pt x="449" y="49"/>
                  </a:cubicBezTo>
                  <a:cubicBezTo>
                    <a:pt x="450" y="49"/>
                    <a:pt x="449" y="49"/>
                    <a:pt x="449" y="48"/>
                  </a:cubicBezTo>
                  <a:cubicBezTo>
                    <a:pt x="450" y="48"/>
                    <a:pt x="453" y="48"/>
                    <a:pt x="453" y="48"/>
                  </a:cubicBezTo>
                  <a:cubicBezTo>
                    <a:pt x="454" y="48"/>
                    <a:pt x="456" y="48"/>
                    <a:pt x="457" y="47"/>
                  </a:cubicBezTo>
                  <a:cubicBezTo>
                    <a:pt x="459" y="47"/>
                    <a:pt x="460" y="47"/>
                    <a:pt x="461" y="47"/>
                  </a:cubicBezTo>
                  <a:cubicBezTo>
                    <a:pt x="462" y="47"/>
                    <a:pt x="463" y="47"/>
                    <a:pt x="464" y="46"/>
                  </a:cubicBezTo>
                  <a:cubicBezTo>
                    <a:pt x="463" y="46"/>
                    <a:pt x="462" y="47"/>
                    <a:pt x="461" y="47"/>
                  </a:cubicBezTo>
                  <a:cubicBezTo>
                    <a:pt x="461" y="47"/>
                    <a:pt x="460" y="46"/>
                    <a:pt x="459" y="46"/>
                  </a:cubicBezTo>
                  <a:cubicBezTo>
                    <a:pt x="460" y="47"/>
                    <a:pt x="460" y="47"/>
                    <a:pt x="460" y="47"/>
                  </a:cubicBezTo>
                  <a:cubicBezTo>
                    <a:pt x="460" y="47"/>
                    <a:pt x="458" y="46"/>
                    <a:pt x="458" y="46"/>
                  </a:cubicBezTo>
                  <a:cubicBezTo>
                    <a:pt x="458" y="46"/>
                    <a:pt x="457" y="46"/>
                    <a:pt x="456" y="46"/>
                  </a:cubicBezTo>
                  <a:cubicBezTo>
                    <a:pt x="457" y="46"/>
                    <a:pt x="457" y="46"/>
                    <a:pt x="457" y="47"/>
                  </a:cubicBezTo>
                  <a:cubicBezTo>
                    <a:pt x="456" y="47"/>
                    <a:pt x="456" y="46"/>
                    <a:pt x="455" y="46"/>
                  </a:cubicBezTo>
                  <a:cubicBezTo>
                    <a:pt x="456" y="46"/>
                    <a:pt x="455" y="46"/>
                    <a:pt x="455" y="45"/>
                  </a:cubicBezTo>
                  <a:cubicBezTo>
                    <a:pt x="455" y="45"/>
                    <a:pt x="456" y="46"/>
                    <a:pt x="457" y="46"/>
                  </a:cubicBezTo>
                  <a:cubicBezTo>
                    <a:pt x="457" y="45"/>
                    <a:pt x="456" y="45"/>
                    <a:pt x="456" y="45"/>
                  </a:cubicBezTo>
                  <a:cubicBezTo>
                    <a:pt x="456" y="45"/>
                    <a:pt x="457" y="45"/>
                    <a:pt x="458" y="45"/>
                  </a:cubicBezTo>
                  <a:cubicBezTo>
                    <a:pt x="458" y="45"/>
                    <a:pt x="457" y="45"/>
                    <a:pt x="457" y="45"/>
                  </a:cubicBezTo>
                  <a:cubicBezTo>
                    <a:pt x="458" y="46"/>
                    <a:pt x="459" y="46"/>
                    <a:pt x="459" y="45"/>
                  </a:cubicBezTo>
                  <a:cubicBezTo>
                    <a:pt x="460" y="45"/>
                    <a:pt x="461" y="46"/>
                    <a:pt x="462" y="45"/>
                  </a:cubicBezTo>
                  <a:cubicBezTo>
                    <a:pt x="461" y="45"/>
                    <a:pt x="460" y="45"/>
                    <a:pt x="459" y="45"/>
                  </a:cubicBezTo>
                  <a:cubicBezTo>
                    <a:pt x="460" y="45"/>
                    <a:pt x="462" y="45"/>
                    <a:pt x="463" y="45"/>
                  </a:cubicBezTo>
                  <a:cubicBezTo>
                    <a:pt x="464" y="45"/>
                    <a:pt x="465" y="46"/>
                    <a:pt x="466" y="45"/>
                  </a:cubicBezTo>
                  <a:cubicBezTo>
                    <a:pt x="465" y="45"/>
                    <a:pt x="466" y="45"/>
                    <a:pt x="466" y="45"/>
                  </a:cubicBezTo>
                  <a:cubicBezTo>
                    <a:pt x="466" y="45"/>
                    <a:pt x="465" y="45"/>
                    <a:pt x="465" y="44"/>
                  </a:cubicBezTo>
                  <a:cubicBezTo>
                    <a:pt x="466" y="44"/>
                    <a:pt x="467" y="45"/>
                    <a:pt x="468" y="45"/>
                  </a:cubicBezTo>
                  <a:cubicBezTo>
                    <a:pt x="469" y="45"/>
                    <a:pt x="470" y="44"/>
                    <a:pt x="470" y="44"/>
                  </a:cubicBezTo>
                  <a:cubicBezTo>
                    <a:pt x="471" y="44"/>
                    <a:pt x="472" y="45"/>
                    <a:pt x="473" y="45"/>
                  </a:cubicBezTo>
                  <a:cubicBezTo>
                    <a:pt x="474" y="45"/>
                    <a:pt x="475" y="45"/>
                    <a:pt x="476" y="45"/>
                  </a:cubicBezTo>
                  <a:cubicBezTo>
                    <a:pt x="476" y="45"/>
                    <a:pt x="475" y="45"/>
                    <a:pt x="475" y="45"/>
                  </a:cubicBezTo>
                  <a:cubicBezTo>
                    <a:pt x="475" y="45"/>
                    <a:pt x="475" y="45"/>
                    <a:pt x="475" y="45"/>
                  </a:cubicBezTo>
                  <a:cubicBezTo>
                    <a:pt x="475" y="45"/>
                    <a:pt x="475" y="46"/>
                    <a:pt x="475" y="46"/>
                  </a:cubicBezTo>
                  <a:cubicBezTo>
                    <a:pt x="475" y="46"/>
                    <a:pt x="474" y="46"/>
                    <a:pt x="473" y="47"/>
                  </a:cubicBezTo>
                  <a:cubicBezTo>
                    <a:pt x="474" y="47"/>
                    <a:pt x="475" y="47"/>
                    <a:pt x="475" y="47"/>
                  </a:cubicBezTo>
                  <a:cubicBezTo>
                    <a:pt x="475" y="47"/>
                    <a:pt x="475" y="46"/>
                    <a:pt x="475" y="46"/>
                  </a:cubicBezTo>
                  <a:cubicBezTo>
                    <a:pt x="476" y="46"/>
                    <a:pt x="477" y="46"/>
                    <a:pt x="478" y="46"/>
                  </a:cubicBezTo>
                  <a:cubicBezTo>
                    <a:pt x="477" y="46"/>
                    <a:pt x="477" y="46"/>
                    <a:pt x="477" y="46"/>
                  </a:cubicBezTo>
                  <a:cubicBezTo>
                    <a:pt x="477" y="46"/>
                    <a:pt x="478" y="46"/>
                    <a:pt x="478" y="46"/>
                  </a:cubicBezTo>
                  <a:cubicBezTo>
                    <a:pt x="479" y="46"/>
                    <a:pt x="478" y="46"/>
                    <a:pt x="479" y="46"/>
                  </a:cubicBezTo>
                  <a:cubicBezTo>
                    <a:pt x="480" y="46"/>
                    <a:pt x="479" y="46"/>
                    <a:pt x="479" y="47"/>
                  </a:cubicBezTo>
                  <a:cubicBezTo>
                    <a:pt x="480" y="47"/>
                    <a:pt x="480" y="47"/>
                    <a:pt x="481" y="47"/>
                  </a:cubicBezTo>
                  <a:cubicBezTo>
                    <a:pt x="481" y="47"/>
                    <a:pt x="481" y="47"/>
                    <a:pt x="482" y="46"/>
                  </a:cubicBezTo>
                  <a:cubicBezTo>
                    <a:pt x="482" y="46"/>
                    <a:pt x="483" y="45"/>
                    <a:pt x="484" y="45"/>
                  </a:cubicBezTo>
                  <a:cubicBezTo>
                    <a:pt x="484" y="46"/>
                    <a:pt x="483" y="46"/>
                    <a:pt x="483" y="46"/>
                  </a:cubicBezTo>
                  <a:cubicBezTo>
                    <a:pt x="483" y="46"/>
                    <a:pt x="484" y="46"/>
                    <a:pt x="483" y="46"/>
                  </a:cubicBezTo>
                  <a:cubicBezTo>
                    <a:pt x="484" y="46"/>
                    <a:pt x="484" y="46"/>
                    <a:pt x="485" y="46"/>
                  </a:cubicBezTo>
                  <a:cubicBezTo>
                    <a:pt x="485" y="46"/>
                    <a:pt x="487" y="46"/>
                    <a:pt x="487" y="46"/>
                  </a:cubicBezTo>
                  <a:cubicBezTo>
                    <a:pt x="487" y="46"/>
                    <a:pt x="485" y="45"/>
                    <a:pt x="485" y="45"/>
                  </a:cubicBezTo>
                  <a:cubicBezTo>
                    <a:pt x="485" y="45"/>
                    <a:pt x="486" y="45"/>
                    <a:pt x="487" y="45"/>
                  </a:cubicBezTo>
                  <a:cubicBezTo>
                    <a:pt x="487" y="45"/>
                    <a:pt x="488" y="45"/>
                    <a:pt x="488" y="45"/>
                  </a:cubicBezTo>
                  <a:cubicBezTo>
                    <a:pt x="488" y="45"/>
                    <a:pt x="487" y="45"/>
                    <a:pt x="486" y="45"/>
                  </a:cubicBezTo>
                  <a:cubicBezTo>
                    <a:pt x="487" y="44"/>
                    <a:pt x="488" y="44"/>
                    <a:pt x="488" y="44"/>
                  </a:cubicBezTo>
                  <a:cubicBezTo>
                    <a:pt x="489" y="44"/>
                    <a:pt x="489" y="44"/>
                    <a:pt x="489" y="44"/>
                  </a:cubicBezTo>
                  <a:cubicBezTo>
                    <a:pt x="490" y="44"/>
                    <a:pt x="491" y="43"/>
                    <a:pt x="491" y="44"/>
                  </a:cubicBezTo>
                  <a:cubicBezTo>
                    <a:pt x="492" y="44"/>
                    <a:pt x="493" y="44"/>
                    <a:pt x="493" y="44"/>
                  </a:cubicBezTo>
                  <a:cubicBezTo>
                    <a:pt x="494" y="44"/>
                    <a:pt x="494" y="44"/>
                    <a:pt x="494" y="44"/>
                  </a:cubicBezTo>
                  <a:cubicBezTo>
                    <a:pt x="494" y="44"/>
                    <a:pt x="494" y="44"/>
                    <a:pt x="494" y="44"/>
                  </a:cubicBezTo>
                  <a:cubicBezTo>
                    <a:pt x="494" y="45"/>
                    <a:pt x="495" y="45"/>
                    <a:pt x="496" y="45"/>
                  </a:cubicBezTo>
                  <a:cubicBezTo>
                    <a:pt x="496" y="44"/>
                    <a:pt x="497" y="44"/>
                    <a:pt x="497" y="45"/>
                  </a:cubicBezTo>
                  <a:cubicBezTo>
                    <a:pt x="497" y="45"/>
                    <a:pt x="497" y="45"/>
                    <a:pt x="497" y="45"/>
                  </a:cubicBezTo>
                  <a:cubicBezTo>
                    <a:pt x="497" y="45"/>
                    <a:pt x="499" y="45"/>
                    <a:pt x="499" y="45"/>
                  </a:cubicBezTo>
                  <a:cubicBezTo>
                    <a:pt x="499" y="44"/>
                    <a:pt x="497" y="44"/>
                    <a:pt x="497" y="44"/>
                  </a:cubicBezTo>
                  <a:cubicBezTo>
                    <a:pt x="496" y="44"/>
                    <a:pt x="496" y="43"/>
                    <a:pt x="495" y="43"/>
                  </a:cubicBezTo>
                  <a:cubicBezTo>
                    <a:pt x="495" y="43"/>
                    <a:pt x="494" y="43"/>
                    <a:pt x="493" y="43"/>
                  </a:cubicBezTo>
                  <a:cubicBezTo>
                    <a:pt x="492" y="43"/>
                    <a:pt x="492" y="43"/>
                    <a:pt x="491" y="42"/>
                  </a:cubicBezTo>
                  <a:cubicBezTo>
                    <a:pt x="490" y="42"/>
                    <a:pt x="490" y="42"/>
                    <a:pt x="489" y="42"/>
                  </a:cubicBezTo>
                  <a:cubicBezTo>
                    <a:pt x="488" y="41"/>
                    <a:pt x="490" y="42"/>
                    <a:pt x="491" y="42"/>
                  </a:cubicBezTo>
                  <a:cubicBezTo>
                    <a:pt x="493" y="42"/>
                    <a:pt x="495" y="42"/>
                    <a:pt x="497" y="42"/>
                  </a:cubicBezTo>
                  <a:cubicBezTo>
                    <a:pt x="498" y="42"/>
                    <a:pt x="498" y="42"/>
                    <a:pt x="499" y="42"/>
                  </a:cubicBezTo>
                  <a:cubicBezTo>
                    <a:pt x="500" y="42"/>
                    <a:pt x="501" y="41"/>
                    <a:pt x="502" y="41"/>
                  </a:cubicBezTo>
                  <a:cubicBezTo>
                    <a:pt x="503" y="41"/>
                    <a:pt x="503" y="42"/>
                    <a:pt x="504" y="42"/>
                  </a:cubicBezTo>
                  <a:cubicBezTo>
                    <a:pt x="505" y="42"/>
                    <a:pt x="506" y="42"/>
                    <a:pt x="507" y="42"/>
                  </a:cubicBezTo>
                  <a:cubicBezTo>
                    <a:pt x="508" y="42"/>
                    <a:pt x="510" y="43"/>
                    <a:pt x="512" y="43"/>
                  </a:cubicBezTo>
                  <a:cubicBezTo>
                    <a:pt x="511" y="42"/>
                    <a:pt x="509" y="42"/>
                    <a:pt x="508" y="42"/>
                  </a:cubicBezTo>
                  <a:cubicBezTo>
                    <a:pt x="507" y="42"/>
                    <a:pt x="506" y="42"/>
                    <a:pt x="505" y="41"/>
                  </a:cubicBezTo>
                  <a:cubicBezTo>
                    <a:pt x="504" y="41"/>
                    <a:pt x="502" y="42"/>
                    <a:pt x="502" y="41"/>
                  </a:cubicBezTo>
                  <a:cubicBezTo>
                    <a:pt x="502" y="41"/>
                    <a:pt x="502" y="41"/>
                    <a:pt x="502" y="41"/>
                  </a:cubicBezTo>
                  <a:cubicBezTo>
                    <a:pt x="503" y="41"/>
                    <a:pt x="502" y="40"/>
                    <a:pt x="502" y="40"/>
                  </a:cubicBezTo>
                  <a:cubicBezTo>
                    <a:pt x="502" y="40"/>
                    <a:pt x="502" y="39"/>
                    <a:pt x="501" y="39"/>
                  </a:cubicBezTo>
                  <a:cubicBezTo>
                    <a:pt x="501" y="39"/>
                    <a:pt x="500" y="39"/>
                    <a:pt x="499" y="39"/>
                  </a:cubicBezTo>
                  <a:cubicBezTo>
                    <a:pt x="499" y="39"/>
                    <a:pt x="499" y="39"/>
                    <a:pt x="498" y="38"/>
                  </a:cubicBezTo>
                  <a:cubicBezTo>
                    <a:pt x="498" y="38"/>
                    <a:pt x="498" y="38"/>
                    <a:pt x="498" y="38"/>
                  </a:cubicBezTo>
                  <a:cubicBezTo>
                    <a:pt x="498" y="37"/>
                    <a:pt x="499" y="38"/>
                    <a:pt x="500" y="37"/>
                  </a:cubicBezTo>
                  <a:cubicBezTo>
                    <a:pt x="499" y="37"/>
                    <a:pt x="498" y="37"/>
                    <a:pt x="499" y="36"/>
                  </a:cubicBezTo>
                  <a:cubicBezTo>
                    <a:pt x="500" y="36"/>
                    <a:pt x="500" y="36"/>
                    <a:pt x="500" y="35"/>
                  </a:cubicBezTo>
                  <a:cubicBezTo>
                    <a:pt x="501" y="35"/>
                    <a:pt x="501" y="35"/>
                    <a:pt x="501" y="35"/>
                  </a:cubicBezTo>
                  <a:cubicBezTo>
                    <a:pt x="501" y="35"/>
                    <a:pt x="499" y="35"/>
                    <a:pt x="500" y="34"/>
                  </a:cubicBezTo>
                  <a:cubicBezTo>
                    <a:pt x="500" y="34"/>
                    <a:pt x="500" y="34"/>
                    <a:pt x="501" y="34"/>
                  </a:cubicBezTo>
                  <a:cubicBezTo>
                    <a:pt x="501" y="34"/>
                    <a:pt x="502" y="34"/>
                    <a:pt x="502" y="33"/>
                  </a:cubicBezTo>
                  <a:cubicBezTo>
                    <a:pt x="503" y="33"/>
                    <a:pt x="503" y="33"/>
                    <a:pt x="504" y="33"/>
                  </a:cubicBezTo>
                  <a:cubicBezTo>
                    <a:pt x="503" y="33"/>
                    <a:pt x="505" y="32"/>
                    <a:pt x="505" y="32"/>
                  </a:cubicBezTo>
                  <a:cubicBezTo>
                    <a:pt x="506" y="33"/>
                    <a:pt x="507" y="32"/>
                    <a:pt x="508" y="32"/>
                  </a:cubicBezTo>
                  <a:cubicBezTo>
                    <a:pt x="509" y="31"/>
                    <a:pt x="511" y="31"/>
                    <a:pt x="511" y="32"/>
                  </a:cubicBezTo>
                  <a:cubicBezTo>
                    <a:pt x="511" y="32"/>
                    <a:pt x="513" y="32"/>
                    <a:pt x="513" y="32"/>
                  </a:cubicBezTo>
                  <a:cubicBezTo>
                    <a:pt x="513" y="32"/>
                    <a:pt x="514" y="32"/>
                    <a:pt x="514" y="32"/>
                  </a:cubicBezTo>
                  <a:cubicBezTo>
                    <a:pt x="515" y="32"/>
                    <a:pt x="516" y="32"/>
                    <a:pt x="516" y="32"/>
                  </a:cubicBezTo>
                  <a:cubicBezTo>
                    <a:pt x="517" y="33"/>
                    <a:pt x="519" y="33"/>
                    <a:pt x="520" y="33"/>
                  </a:cubicBezTo>
                  <a:cubicBezTo>
                    <a:pt x="522" y="33"/>
                    <a:pt x="523" y="33"/>
                    <a:pt x="524" y="34"/>
                  </a:cubicBezTo>
                  <a:cubicBezTo>
                    <a:pt x="525" y="34"/>
                    <a:pt x="527" y="34"/>
                    <a:pt x="528" y="34"/>
                  </a:cubicBezTo>
                  <a:cubicBezTo>
                    <a:pt x="527" y="35"/>
                    <a:pt x="526" y="35"/>
                    <a:pt x="525" y="34"/>
                  </a:cubicBezTo>
                  <a:cubicBezTo>
                    <a:pt x="524" y="34"/>
                    <a:pt x="524" y="35"/>
                    <a:pt x="523" y="35"/>
                  </a:cubicBezTo>
                  <a:cubicBezTo>
                    <a:pt x="523" y="35"/>
                    <a:pt x="523" y="35"/>
                    <a:pt x="524" y="35"/>
                  </a:cubicBezTo>
                  <a:cubicBezTo>
                    <a:pt x="523" y="36"/>
                    <a:pt x="521" y="36"/>
                    <a:pt x="520" y="36"/>
                  </a:cubicBezTo>
                  <a:cubicBezTo>
                    <a:pt x="519" y="36"/>
                    <a:pt x="519" y="36"/>
                    <a:pt x="518" y="36"/>
                  </a:cubicBezTo>
                  <a:cubicBezTo>
                    <a:pt x="517" y="36"/>
                    <a:pt x="517" y="36"/>
                    <a:pt x="516" y="37"/>
                  </a:cubicBezTo>
                  <a:cubicBezTo>
                    <a:pt x="518" y="37"/>
                    <a:pt x="519" y="36"/>
                    <a:pt x="520" y="37"/>
                  </a:cubicBezTo>
                  <a:cubicBezTo>
                    <a:pt x="521" y="37"/>
                    <a:pt x="523" y="37"/>
                    <a:pt x="524" y="37"/>
                  </a:cubicBezTo>
                  <a:cubicBezTo>
                    <a:pt x="525" y="37"/>
                    <a:pt x="526" y="37"/>
                    <a:pt x="527" y="36"/>
                  </a:cubicBezTo>
                  <a:cubicBezTo>
                    <a:pt x="528" y="36"/>
                    <a:pt x="528" y="37"/>
                    <a:pt x="527" y="37"/>
                  </a:cubicBezTo>
                  <a:cubicBezTo>
                    <a:pt x="527" y="37"/>
                    <a:pt x="527" y="37"/>
                    <a:pt x="527" y="37"/>
                  </a:cubicBezTo>
                  <a:cubicBezTo>
                    <a:pt x="527" y="37"/>
                    <a:pt x="526" y="37"/>
                    <a:pt x="526" y="37"/>
                  </a:cubicBezTo>
                  <a:cubicBezTo>
                    <a:pt x="525" y="38"/>
                    <a:pt x="527" y="38"/>
                    <a:pt x="527" y="38"/>
                  </a:cubicBezTo>
                  <a:cubicBezTo>
                    <a:pt x="528" y="38"/>
                    <a:pt x="529" y="38"/>
                    <a:pt x="530" y="37"/>
                  </a:cubicBezTo>
                  <a:cubicBezTo>
                    <a:pt x="531" y="36"/>
                    <a:pt x="533" y="38"/>
                    <a:pt x="534" y="37"/>
                  </a:cubicBezTo>
                  <a:cubicBezTo>
                    <a:pt x="534" y="37"/>
                    <a:pt x="534" y="37"/>
                    <a:pt x="533" y="37"/>
                  </a:cubicBezTo>
                  <a:cubicBezTo>
                    <a:pt x="534" y="37"/>
                    <a:pt x="534" y="37"/>
                    <a:pt x="535" y="37"/>
                  </a:cubicBezTo>
                  <a:cubicBezTo>
                    <a:pt x="535" y="37"/>
                    <a:pt x="535" y="37"/>
                    <a:pt x="536" y="37"/>
                  </a:cubicBezTo>
                  <a:cubicBezTo>
                    <a:pt x="536" y="37"/>
                    <a:pt x="537" y="37"/>
                    <a:pt x="537" y="37"/>
                  </a:cubicBezTo>
                  <a:cubicBezTo>
                    <a:pt x="538" y="38"/>
                    <a:pt x="539" y="38"/>
                    <a:pt x="540" y="38"/>
                  </a:cubicBezTo>
                  <a:cubicBezTo>
                    <a:pt x="539" y="38"/>
                    <a:pt x="539" y="38"/>
                    <a:pt x="539" y="38"/>
                  </a:cubicBezTo>
                  <a:cubicBezTo>
                    <a:pt x="539" y="38"/>
                    <a:pt x="539" y="38"/>
                    <a:pt x="539" y="39"/>
                  </a:cubicBezTo>
                  <a:cubicBezTo>
                    <a:pt x="539" y="39"/>
                    <a:pt x="539" y="39"/>
                    <a:pt x="539" y="39"/>
                  </a:cubicBezTo>
                  <a:cubicBezTo>
                    <a:pt x="539" y="39"/>
                    <a:pt x="539" y="39"/>
                    <a:pt x="539" y="39"/>
                  </a:cubicBezTo>
                  <a:cubicBezTo>
                    <a:pt x="539" y="39"/>
                    <a:pt x="539" y="39"/>
                    <a:pt x="538" y="39"/>
                  </a:cubicBezTo>
                  <a:cubicBezTo>
                    <a:pt x="538" y="39"/>
                    <a:pt x="538" y="39"/>
                    <a:pt x="538" y="40"/>
                  </a:cubicBezTo>
                  <a:cubicBezTo>
                    <a:pt x="538" y="40"/>
                    <a:pt x="537" y="40"/>
                    <a:pt x="537" y="40"/>
                  </a:cubicBezTo>
                  <a:cubicBezTo>
                    <a:pt x="537" y="40"/>
                    <a:pt x="538" y="40"/>
                    <a:pt x="538" y="41"/>
                  </a:cubicBezTo>
                  <a:cubicBezTo>
                    <a:pt x="538" y="41"/>
                    <a:pt x="538" y="41"/>
                    <a:pt x="537" y="41"/>
                  </a:cubicBezTo>
                  <a:cubicBezTo>
                    <a:pt x="537" y="41"/>
                    <a:pt x="536" y="41"/>
                    <a:pt x="536" y="41"/>
                  </a:cubicBezTo>
                  <a:cubicBezTo>
                    <a:pt x="535" y="41"/>
                    <a:pt x="538" y="42"/>
                    <a:pt x="538" y="42"/>
                  </a:cubicBezTo>
                  <a:cubicBezTo>
                    <a:pt x="538" y="42"/>
                    <a:pt x="540" y="42"/>
                    <a:pt x="540" y="42"/>
                  </a:cubicBezTo>
                  <a:cubicBezTo>
                    <a:pt x="542" y="41"/>
                    <a:pt x="543" y="42"/>
                    <a:pt x="545" y="42"/>
                  </a:cubicBezTo>
                  <a:cubicBezTo>
                    <a:pt x="546" y="41"/>
                    <a:pt x="546" y="41"/>
                    <a:pt x="546" y="40"/>
                  </a:cubicBezTo>
                  <a:cubicBezTo>
                    <a:pt x="546" y="40"/>
                    <a:pt x="545" y="40"/>
                    <a:pt x="545" y="40"/>
                  </a:cubicBezTo>
                  <a:cubicBezTo>
                    <a:pt x="545" y="40"/>
                    <a:pt x="545" y="40"/>
                    <a:pt x="544" y="40"/>
                  </a:cubicBezTo>
                  <a:cubicBezTo>
                    <a:pt x="545" y="39"/>
                    <a:pt x="546" y="40"/>
                    <a:pt x="547" y="40"/>
                  </a:cubicBezTo>
                  <a:cubicBezTo>
                    <a:pt x="548" y="40"/>
                    <a:pt x="549" y="40"/>
                    <a:pt x="549" y="40"/>
                  </a:cubicBezTo>
                  <a:cubicBezTo>
                    <a:pt x="551" y="40"/>
                    <a:pt x="553" y="40"/>
                    <a:pt x="555" y="40"/>
                  </a:cubicBezTo>
                  <a:cubicBezTo>
                    <a:pt x="556" y="40"/>
                    <a:pt x="558" y="40"/>
                    <a:pt x="559" y="40"/>
                  </a:cubicBezTo>
                  <a:cubicBezTo>
                    <a:pt x="560" y="40"/>
                    <a:pt x="561" y="39"/>
                    <a:pt x="562" y="39"/>
                  </a:cubicBezTo>
                  <a:cubicBezTo>
                    <a:pt x="562" y="40"/>
                    <a:pt x="563" y="40"/>
                    <a:pt x="564" y="40"/>
                  </a:cubicBezTo>
                  <a:cubicBezTo>
                    <a:pt x="563" y="39"/>
                    <a:pt x="564" y="39"/>
                    <a:pt x="565" y="39"/>
                  </a:cubicBezTo>
                  <a:cubicBezTo>
                    <a:pt x="565" y="39"/>
                    <a:pt x="565" y="40"/>
                    <a:pt x="565" y="40"/>
                  </a:cubicBezTo>
                  <a:cubicBezTo>
                    <a:pt x="566" y="40"/>
                    <a:pt x="566" y="40"/>
                    <a:pt x="566" y="40"/>
                  </a:cubicBezTo>
                  <a:cubicBezTo>
                    <a:pt x="567" y="40"/>
                    <a:pt x="568" y="40"/>
                    <a:pt x="568" y="40"/>
                  </a:cubicBezTo>
                  <a:cubicBezTo>
                    <a:pt x="568" y="40"/>
                    <a:pt x="568" y="40"/>
                    <a:pt x="568" y="40"/>
                  </a:cubicBezTo>
                  <a:cubicBezTo>
                    <a:pt x="568" y="40"/>
                    <a:pt x="568" y="40"/>
                    <a:pt x="568" y="40"/>
                  </a:cubicBezTo>
                  <a:cubicBezTo>
                    <a:pt x="568" y="41"/>
                    <a:pt x="570" y="41"/>
                    <a:pt x="571" y="41"/>
                  </a:cubicBezTo>
                  <a:cubicBezTo>
                    <a:pt x="572" y="41"/>
                    <a:pt x="573" y="41"/>
                    <a:pt x="574" y="42"/>
                  </a:cubicBezTo>
                  <a:cubicBezTo>
                    <a:pt x="574" y="42"/>
                    <a:pt x="574" y="42"/>
                    <a:pt x="574" y="42"/>
                  </a:cubicBezTo>
                  <a:cubicBezTo>
                    <a:pt x="574" y="43"/>
                    <a:pt x="574" y="43"/>
                    <a:pt x="574" y="43"/>
                  </a:cubicBezTo>
                  <a:cubicBezTo>
                    <a:pt x="575" y="42"/>
                    <a:pt x="575" y="42"/>
                    <a:pt x="576" y="42"/>
                  </a:cubicBezTo>
                  <a:cubicBezTo>
                    <a:pt x="577" y="42"/>
                    <a:pt x="578" y="43"/>
                    <a:pt x="579" y="43"/>
                  </a:cubicBezTo>
                  <a:cubicBezTo>
                    <a:pt x="579" y="43"/>
                    <a:pt x="579" y="43"/>
                    <a:pt x="579" y="43"/>
                  </a:cubicBezTo>
                  <a:cubicBezTo>
                    <a:pt x="580" y="43"/>
                    <a:pt x="580" y="43"/>
                    <a:pt x="580" y="44"/>
                  </a:cubicBezTo>
                  <a:cubicBezTo>
                    <a:pt x="580" y="44"/>
                    <a:pt x="579" y="44"/>
                    <a:pt x="579" y="44"/>
                  </a:cubicBezTo>
                  <a:cubicBezTo>
                    <a:pt x="580" y="44"/>
                    <a:pt x="581" y="44"/>
                    <a:pt x="582" y="44"/>
                  </a:cubicBezTo>
                  <a:cubicBezTo>
                    <a:pt x="583" y="45"/>
                    <a:pt x="582" y="45"/>
                    <a:pt x="581" y="45"/>
                  </a:cubicBezTo>
                  <a:cubicBezTo>
                    <a:pt x="582" y="45"/>
                    <a:pt x="583" y="45"/>
                    <a:pt x="583" y="45"/>
                  </a:cubicBezTo>
                  <a:cubicBezTo>
                    <a:pt x="584" y="45"/>
                    <a:pt x="583" y="45"/>
                    <a:pt x="583" y="45"/>
                  </a:cubicBezTo>
                  <a:cubicBezTo>
                    <a:pt x="584" y="44"/>
                    <a:pt x="584" y="44"/>
                    <a:pt x="585" y="45"/>
                  </a:cubicBezTo>
                  <a:cubicBezTo>
                    <a:pt x="584" y="44"/>
                    <a:pt x="584" y="44"/>
                    <a:pt x="583" y="44"/>
                  </a:cubicBezTo>
                  <a:cubicBezTo>
                    <a:pt x="583" y="44"/>
                    <a:pt x="582" y="44"/>
                    <a:pt x="582" y="44"/>
                  </a:cubicBezTo>
                  <a:cubicBezTo>
                    <a:pt x="582" y="44"/>
                    <a:pt x="583" y="43"/>
                    <a:pt x="584" y="44"/>
                  </a:cubicBezTo>
                  <a:cubicBezTo>
                    <a:pt x="584" y="44"/>
                    <a:pt x="584" y="44"/>
                    <a:pt x="584" y="44"/>
                  </a:cubicBezTo>
                  <a:cubicBezTo>
                    <a:pt x="585" y="44"/>
                    <a:pt x="585" y="44"/>
                    <a:pt x="586" y="44"/>
                  </a:cubicBezTo>
                  <a:cubicBezTo>
                    <a:pt x="586" y="45"/>
                    <a:pt x="587" y="45"/>
                    <a:pt x="587" y="46"/>
                  </a:cubicBezTo>
                  <a:cubicBezTo>
                    <a:pt x="588" y="46"/>
                    <a:pt x="589" y="46"/>
                    <a:pt x="588" y="46"/>
                  </a:cubicBezTo>
                  <a:cubicBezTo>
                    <a:pt x="588" y="46"/>
                    <a:pt x="590" y="47"/>
                    <a:pt x="589" y="47"/>
                  </a:cubicBezTo>
                  <a:cubicBezTo>
                    <a:pt x="589" y="47"/>
                    <a:pt x="590" y="47"/>
                    <a:pt x="590" y="47"/>
                  </a:cubicBezTo>
                  <a:cubicBezTo>
                    <a:pt x="590" y="47"/>
                    <a:pt x="590" y="47"/>
                    <a:pt x="589" y="46"/>
                  </a:cubicBezTo>
                  <a:cubicBezTo>
                    <a:pt x="591" y="46"/>
                    <a:pt x="592" y="47"/>
                    <a:pt x="592" y="48"/>
                  </a:cubicBezTo>
                  <a:cubicBezTo>
                    <a:pt x="593" y="49"/>
                    <a:pt x="594" y="49"/>
                    <a:pt x="592" y="50"/>
                  </a:cubicBezTo>
                  <a:cubicBezTo>
                    <a:pt x="592" y="50"/>
                    <a:pt x="592" y="49"/>
                    <a:pt x="592" y="49"/>
                  </a:cubicBezTo>
                  <a:cubicBezTo>
                    <a:pt x="592" y="49"/>
                    <a:pt x="592" y="49"/>
                    <a:pt x="591" y="49"/>
                  </a:cubicBezTo>
                  <a:cubicBezTo>
                    <a:pt x="590" y="48"/>
                    <a:pt x="589" y="48"/>
                    <a:pt x="588" y="49"/>
                  </a:cubicBezTo>
                  <a:cubicBezTo>
                    <a:pt x="589" y="48"/>
                    <a:pt x="586" y="48"/>
                    <a:pt x="586" y="48"/>
                  </a:cubicBezTo>
                  <a:cubicBezTo>
                    <a:pt x="585" y="47"/>
                    <a:pt x="583" y="47"/>
                    <a:pt x="582" y="47"/>
                  </a:cubicBezTo>
                  <a:cubicBezTo>
                    <a:pt x="583" y="48"/>
                    <a:pt x="584" y="48"/>
                    <a:pt x="585" y="48"/>
                  </a:cubicBezTo>
                  <a:cubicBezTo>
                    <a:pt x="585" y="48"/>
                    <a:pt x="586" y="48"/>
                    <a:pt x="586" y="48"/>
                  </a:cubicBezTo>
                  <a:cubicBezTo>
                    <a:pt x="586" y="48"/>
                    <a:pt x="587" y="48"/>
                    <a:pt x="586" y="48"/>
                  </a:cubicBezTo>
                  <a:cubicBezTo>
                    <a:pt x="587" y="49"/>
                    <a:pt x="587" y="49"/>
                    <a:pt x="587" y="49"/>
                  </a:cubicBezTo>
                  <a:cubicBezTo>
                    <a:pt x="588" y="49"/>
                    <a:pt x="587" y="49"/>
                    <a:pt x="588" y="49"/>
                  </a:cubicBezTo>
                  <a:cubicBezTo>
                    <a:pt x="588" y="50"/>
                    <a:pt x="589" y="50"/>
                    <a:pt x="589" y="50"/>
                  </a:cubicBezTo>
                  <a:cubicBezTo>
                    <a:pt x="589" y="49"/>
                    <a:pt x="588" y="49"/>
                    <a:pt x="589" y="49"/>
                  </a:cubicBezTo>
                  <a:cubicBezTo>
                    <a:pt x="590" y="49"/>
                    <a:pt x="590" y="49"/>
                    <a:pt x="591" y="49"/>
                  </a:cubicBezTo>
                  <a:cubicBezTo>
                    <a:pt x="592" y="50"/>
                    <a:pt x="594" y="49"/>
                    <a:pt x="595" y="51"/>
                  </a:cubicBezTo>
                  <a:cubicBezTo>
                    <a:pt x="595" y="51"/>
                    <a:pt x="594" y="51"/>
                    <a:pt x="594" y="51"/>
                  </a:cubicBezTo>
                  <a:cubicBezTo>
                    <a:pt x="594" y="51"/>
                    <a:pt x="595" y="51"/>
                    <a:pt x="596" y="52"/>
                  </a:cubicBezTo>
                  <a:cubicBezTo>
                    <a:pt x="596" y="52"/>
                    <a:pt x="595" y="53"/>
                    <a:pt x="594" y="54"/>
                  </a:cubicBezTo>
                  <a:cubicBezTo>
                    <a:pt x="594" y="54"/>
                    <a:pt x="594" y="54"/>
                    <a:pt x="594" y="54"/>
                  </a:cubicBezTo>
                  <a:cubicBezTo>
                    <a:pt x="593" y="55"/>
                    <a:pt x="593" y="55"/>
                    <a:pt x="593" y="55"/>
                  </a:cubicBezTo>
                  <a:cubicBezTo>
                    <a:pt x="592" y="55"/>
                    <a:pt x="591" y="55"/>
                    <a:pt x="591" y="55"/>
                  </a:cubicBezTo>
                  <a:cubicBezTo>
                    <a:pt x="591" y="55"/>
                    <a:pt x="590" y="55"/>
                    <a:pt x="590" y="55"/>
                  </a:cubicBezTo>
                  <a:cubicBezTo>
                    <a:pt x="590" y="56"/>
                    <a:pt x="590" y="56"/>
                    <a:pt x="590" y="56"/>
                  </a:cubicBezTo>
                  <a:cubicBezTo>
                    <a:pt x="590" y="56"/>
                    <a:pt x="590" y="56"/>
                    <a:pt x="590" y="56"/>
                  </a:cubicBezTo>
                  <a:cubicBezTo>
                    <a:pt x="590" y="57"/>
                    <a:pt x="590" y="57"/>
                    <a:pt x="590" y="57"/>
                  </a:cubicBezTo>
                  <a:cubicBezTo>
                    <a:pt x="589" y="57"/>
                    <a:pt x="588" y="57"/>
                    <a:pt x="587" y="57"/>
                  </a:cubicBezTo>
                  <a:cubicBezTo>
                    <a:pt x="587" y="57"/>
                    <a:pt x="586" y="58"/>
                    <a:pt x="585" y="58"/>
                  </a:cubicBezTo>
                  <a:cubicBezTo>
                    <a:pt x="586" y="58"/>
                    <a:pt x="585" y="58"/>
                    <a:pt x="584" y="58"/>
                  </a:cubicBezTo>
                  <a:cubicBezTo>
                    <a:pt x="584" y="59"/>
                    <a:pt x="584" y="59"/>
                    <a:pt x="583" y="59"/>
                  </a:cubicBezTo>
                  <a:cubicBezTo>
                    <a:pt x="583" y="59"/>
                    <a:pt x="582" y="59"/>
                    <a:pt x="582" y="59"/>
                  </a:cubicBezTo>
                  <a:cubicBezTo>
                    <a:pt x="583" y="59"/>
                    <a:pt x="583" y="60"/>
                    <a:pt x="581" y="60"/>
                  </a:cubicBezTo>
                  <a:cubicBezTo>
                    <a:pt x="581" y="60"/>
                    <a:pt x="581" y="60"/>
                    <a:pt x="580" y="60"/>
                  </a:cubicBezTo>
                  <a:cubicBezTo>
                    <a:pt x="580" y="60"/>
                    <a:pt x="579" y="60"/>
                    <a:pt x="579" y="60"/>
                  </a:cubicBezTo>
                  <a:cubicBezTo>
                    <a:pt x="579" y="60"/>
                    <a:pt x="582" y="60"/>
                    <a:pt x="582" y="61"/>
                  </a:cubicBezTo>
                  <a:cubicBezTo>
                    <a:pt x="582" y="61"/>
                    <a:pt x="581" y="62"/>
                    <a:pt x="580" y="62"/>
                  </a:cubicBezTo>
                  <a:cubicBezTo>
                    <a:pt x="579" y="62"/>
                    <a:pt x="578" y="62"/>
                    <a:pt x="577" y="63"/>
                  </a:cubicBezTo>
                  <a:cubicBezTo>
                    <a:pt x="577" y="63"/>
                    <a:pt x="576" y="64"/>
                    <a:pt x="576" y="64"/>
                  </a:cubicBezTo>
                  <a:cubicBezTo>
                    <a:pt x="576" y="65"/>
                    <a:pt x="576" y="65"/>
                    <a:pt x="575" y="65"/>
                  </a:cubicBezTo>
                  <a:cubicBezTo>
                    <a:pt x="576" y="65"/>
                    <a:pt x="576" y="65"/>
                    <a:pt x="576" y="65"/>
                  </a:cubicBezTo>
                  <a:cubicBezTo>
                    <a:pt x="576" y="65"/>
                    <a:pt x="575" y="66"/>
                    <a:pt x="575" y="66"/>
                  </a:cubicBezTo>
                  <a:cubicBezTo>
                    <a:pt x="574" y="66"/>
                    <a:pt x="574" y="66"/>
                    <a:pt x="573" y="66"/>
                  </a:cubicBezTo>
                  <a:cubicBezTo>
                    <a:pt x="572" y="66"/>
                    <a:pt x="571" y="66"/>
                    <a:pt x="569" y="66"/>
                  </a:cubicBezTo>
                  <a:cubicBezTo>
                    <a:pt x="569" y="66"/>
                    <a:pt x="568" y="66"/>
                    <a:pt x="569" y="67"/>
                  </a:cubicBezTo>
                  <a:cubicBezTo>
                    <a:pt x="569" y="67"/>
                    <a:pt x="569" y="67"/>
                    <a:pt x="569" y="67"/>
                  </a:cubicBezTo>
                  <a:cubicBezTo>
                    <a:pt x="569" y="67"/>
                    <a:pt x="568" y="68"/>
                    <a:pt x="568" y="68"/>
                  </a:cubicBezTo>
                  <a:cubicBezTo>
                    <a:pt x="568" y="69"/>
                    <a:pt x="569" y="69"/>
                    <a:pt x="568" y="69"/>
                  </a:cubicBezTo>
                  <a:cubicBezTo>
                    <a:pt x="567" y="69"/>
                    <a:pt x="566" y="69"/>
                    <a:pt x="565" y="69"/>
                  </a:cubicBezTo>
                  <a:cubicBezTo>
                    <a:pt x="563" y="70"/>
                    <a:pt x="565" y="70"/>
                    <a:pt x="565" y="70"/>
                  </a:cubicBezTo>
                  <a:cubicBezTo>
                    <a:pt x="564" y="71"/>
                    <a:pt x="564" y="71"/>
                    <a:pt x="564" y="71"/>
                  </a:cubicBezTo>
                  <a:cubicBezTo>
                    <a:pt x="565" y="72"/>
                    <a:pt x="565" y="72"/>
                    <a:pt x="564" y="72"/>
                  </a:cubicBezTo>
                  <a:cubicBezTo>
                    <a:pt x="564" y="73"/>
                    <a:pt x="562" y="74"/>
                    <a:pt x="561" y="74"/>
                  </a:cubicBezTo>
                  <a:cubicBezTo>
                    <a:pt x="562" y="74"/>
                    <a:pt x="565" y="74"/>
                    <a:pt x="565" y="73"/>
                  </a:cubicBezTo>
                  <a:cubicBezTo>
                    <a:pt x="565" y="73"/>
                    <a:pt x="566" y="73"/>
                    <a:pt x="566" y="72"/>
                  </a:cubicBezTo>
                  <a:cubicBezTo>
                    <a:pt x="566" y="72"/>
                    <a:pt x="568" y="72"/>
                    <a:pt x="568" y="72"/>
                  </a:cubicBezTo>
                  <a:cubicBezTo>
                    <a:pt x="567" y="72"/>
                    <a:pt x="565" y="70"/>
                    <a:pt x="567" y="70"/>
                  </a:cubicBezTo>
                  <a:cubicBezTo>
                    <a:pt x="568" y="70"/>
                    <a:pt x="569" y="70"/>
                    <a:pt x="570" y="70"/>
                  </a:cubicBezTo>
                  <a:cubicBezTo>
                    <a:pt x="571" y="71"/>
                    <a:pt x="571" y="70"/>
                    <a:pt x="572" y="70"/>
                  </a:cubicBezTo>
                  <a:cubicBezTo>
                    <a:pt x="574" y="70"/>
                    <a:pt x="575" y="70"/>
                    <a:pt x="576" y="70"/>
                  </a:cubicBezTo>
                  <a:cubicBezTo>
                    <a:pt x="577" y="70"/>
                    <a:pt x="578" y="69"/>
                    <a:pt x="579" y="70"/>
                  </a:cubicBezTo>
                  <a:cubicBezTo>
                    <a:pt x="579" y="70"/>
                    <a:pt x="580" y="70"/>
                    <a:pt x="580" y="70"/>
                  </a:cubicBezTo>
                  <a:cubicBezTo>
                    <a:pt x="580" y="69"/>
                    <a:pt x="579" y="69"/>
                    <a:pt x="579" y="69"/>
                  </a:cubicBezTo>
                  <a:cubicBezTo>
                    <a:pt x="579" y="69"/>
                    <a:pt x="580" y="69"/>
                    <a:pt x="580" y="69"/>
                  </a:cubicBezTo>
                  <a:cubicBezTo>
                    <a:pt x="581" y="69"/>
                    <a:pt x="582" y="69"/>
                    <a:pt x="583" y="69"/>
                  </a:cubicBezTo>
                  <a:cubicBezTo>
                    <a:pt x="583" y="69"/>
                    <a:pt x="584" y="69"/>
                    <a:pt x="584" y="68"/>
                  </a:cubicBezTo>
                  <a:cubicBezTo>
                    <a:pt x="585" y="68"/>
                    <a:pt x="584" y="68"/>
                    <a:pt x="584" y="68"/>
                  </a:cubicBezTo>
                  <a:cubicBezTo>
                    <a:pt x="584" y="68"/>
                    <a:pt x="585" y="68"/>
                    <a:pt x="585" y="68"/>
                  </a:cubicBezTo>
                  <a:cubicBezTo>
                    <a:pt x="586" y="68"/>
                    <a:pt x="583" y="67"/>
                    <a:pt x="583" y="67"/>
                  </a:cubicBezTo>
                  <a:cubicBezTo>
                    <a:pt x="584" y="67"/>
                    <a:pt x="586" y="68"/>
                    <a:pt x="587" y="68"/>
                  </a:cubicBezTo>
                  <a:cubicBezTo>
                    <a:pt x="588" y="68"/>
                    <a:pt x="590" y="67"/>
                    <a:pt x="589" y="67"/>
                  </a:cubicBezTo>
                  <a:cubicBezTo>
                    <a:pt x="589" y="67"/>
                    <a:pt x="591" y="67"/>
                    <a:pt x="590" y="66"/>
                  </a:cubicBezTo>
                  <a:cubicBezTo>
                    <a:pt x="590" y="66"/>
                    <a:pt x="591" y="66"/>
                    <a:pt x="592" y="66"/>
                  </a:cubicBezTo>
                  <a:cubicBezTo>
                    <a:pt x="592" y="66"/>
                    <a:pt x="593" y="66"/>
                    <a:pt x="593" y="66"/>
                  </a:cubicBezTo>
                  <a:cubicBezTo>
                    <a:pt x="593" y="65"/>
                    <a:pt x="592" y="65"/>
                    <a:pt x="592" y="65"/>
                  </a:cubicBezTo>
                  <a:cubicBezTo>
                    <a:pt x="591" y="65"/>
                    <a:pt x="591" y="65"/>
                    <a:pt x="590" y="65"/>
                  </a:cubicBezTo>
                  <a:cubicBezTo>
                    <a:pt x="590" y="65"/>
                    <a:pt x="589" y="65"/>
                    <a:pt x="589" y="65"/>
                  </a:cubicBezTo>
                  <a:cubicBezTo>
                    <a:pt x="588" y="66"/>
                    <a:pt x="587" y="65"/>
                    <a:pt x="587" y="65"/>
                  </a:cubicBezTo>
                  <a:cubicBezTo>
                    <a:pt x="586" y="65"/>
                    <a:pt x="585" y="65"/>
                    <a:pt x="586" y="66"/>
                  </a:cubicBezTo>
                  <a:cubicBezTo>
                    <a:pt x="585" y="66"/>
                    <a:pt x="582" y="65"/>
                    <a:pt x="583" y="64"/>
                  </a:cubicBezTo>
                  <a:cubicBezTo>
                    <a:pt x="583" y="64"/>
                    <a:pt x="584" y="64"/>
                    <a:pt x="584" y="64"/>
                  </a:cubicBezTo>
                  <a:cubicBezTo>
                    <a:pt x="584" y="64"/>
                    <a:pt x="584" y="64"/>
                    <a:pt x="584" y="63"/>
                  </a:cubicBezTo>
                  <a:cubicBezTo>
                    <a:pt x="584" y="63"/>
                    <a:pt x="586" y="63"/>
                    <a:pt x="587" y="63"/>
                  </a:cubicBezTo>
                  <a:cubicBezTo>
                    <a:pt x="588" y="63"/>
                    <a:pt x="589" y="63"/>
                    <a:pt x="590" y="63"/>
                  </a:cubicBezTo>
                  <a:cubicBezTo>
                    <a:pt x="590" y="63"/>
                    <a:pt x="593" y="64"/>
                    <a:pt x="592" y="63"/>
                  </a:cubicBezTo>
                  <a:cubicBezTo>
                    <a:pt x="592" y="63"/>
                    <a:pt x="592" y="63"/>
                    <a:pt x="592" y="63"/>
                  </a:cubicBezTo>
                  <a:cubicBezTo>
                    <a:pt x="592" y="63"/>
                    <a:pt x="592" y="62"/>
                    <a:pt x="592" y="62"/>
                  </a:cubicBezTo>
                  <a:cubicBezTo>
                    <a:pt x="593" y="62"/>
                    <a:pt x="593" y="62"/>
                    <a:pt x="594" y="62"/>
                  </a:cubicBezTo>
                  <a:cubicBezTo>
                    <a:pt x="595" y="63"/>
                    <a:pt x="593" y="63"/>
                    <a:pt x="593" y="63"/>
                  </a:cubicBezTo>
                  <a:cubicBezTo>
                    <a:pt x="593" y="64"/>
                    <a:pt x="596" y="65"/>
                    <a:pt x="596" y="65"/>
                  </a:cubicBezTo>
                  <a:cubicBezTo>
                    <a:pt x="598" y="65"/>
                    <a:pt x="601" y="66"/>
                    <a:pt x="603" y="65"/>
                  </a:cubicBezTo>
                  <a:cubicBezTo>
                    <a:pt x="604" y="65"/>
                    <a:pt x="607" y="66"/>
                    <a:pt x="606" y="65"/>
                  </a:cubicBezTo>
                  <a:cubicBezTo>
                    <a:pt x="605" y="64"/>
                    <a:pt x="604" y="64"/>
                    <a:pt x="603" y="63"/>
                  </a:cubicBezTo>
                  <a:cubicBezTo>
                    <a:pt x="604" y="63"/>
                    <a:pt x="605" y="64"/>
                    <a:pt x="606" y="64"/>
                  </a:cubicBezTo>
                  <a:cubicBezTo>
                    <a:pt x="607" y="64"/>
                    <a:pt x="608" y="65"/>
                    <a:pt x="609" y="65"/>
                  </a:cubicBezTo>
                  <a:cubicBezTo>
                    <a:pt x="610" y="65"/>
                    <a:pt x="611" y="66"/>
                    <a:pt x="611" y="66"/>
                  </a:cubicBezTo>
                  <a:cubicBezTo>
                    <a:pt x="611" y="66"/>
                    <a:pt x="610" y="67"/>
                    <a:pt x="610" y="67"/>
                  </a:cubicBezTo>
                  <a:cubicBezTo>
                    <a:pt x="610" y="68"/>
                    <a:pt x="614" y="68"/>
                    <a:pt x="614" y="69"/>
                  </a:cubicBezTo>
                  <a:cubicBezTo>
                    <a:pt x="615" y="69"/>
                    <a:pt x="615" y="70"/>
                    <a:pt x="615" y="69"/>
                  </a:cubicBezTo>
                  <a:cubicBezTo>
                    <a:pt x="616" y="69"/>
                    <a:pt x="617" y="69"/>
                    <a:pt x="617" y="69"/>
                  </a:cubicBezTo>
                  <a:cubicBezTo>
                    <a:pt x="616" y="68"/>
                    <a:pt x="615" y="69"/>
                    <a:pt x="615" y="68"/>
                  </a:cubicBezTo>
                  <a:cubicBezTo>
                    <a:pt x="614" y="68"/>
                    <a:pt x="613" y="68"/>
                    <a:pt x="612" y="67"/>
                  </a:cubicBezTo>
                  <a:cubicBezTo>
                    <a:pt x="613" y="67"/>
                    <a:pt x="613" y="67"/>
                    <a:pt x="614" y="67"/>
                  </a:cubicBezTo>
                  <a:cubicBezTo>
                    <a:pt x="615" y="67"/>
                    <a:pt x="615" y="67"/>
                    <a:pt x="616" y="66"/>
                  </a:cubicBezTo>
                  <a:cubicBezTo>
                    <a:pt x="617" y="66"/>
                    <a:pt x="619" y="67"/>
                    <a:pt x="620" y="66"/>
                  </a:cubicBezTo>
                  <a:cubicBezTo>
                    <a:pt x="622" y="66"/>
                    <a:pt x="623" y="65"/>
                    <a:pt x="625" y="65"/>
                  </a:cubicBezTo>
                  <a:cubicBezTo>
                    <a:pt x="626" y="66"/>
                    <a:pt x="628" y="66"/>
                    <a:pt x="630" y="66"/>
                  </a:cubicBezTo>
                  <a:cubicBezTo>
                    <a:pt x="631" y="66"/>
                    <a:pt x="633" y="66"/>
                    <a:pt x="634" y="66"/>
                  </a:cubicBezTo>
                  <a:cubicBezTo>
                    <a:pt x="636" y="66"/>
                    <a:pt x="638" y="67"/>
                    <a:pt x="640" y="67"/>
                  </a:cubicBezTo>
                  <a:cubicBezTo>
                    <a:pt x="642" y="67"/>
                    <a:pt x="644" y="67"/>
                    <a:pt x="645" y="67"/>
                  </a:cubicBezTo>
                  <a:cubicBezTo>
                    <a:pt x="646" y="67"/>
                    <a:pt x="649" y="67"/>
                    <a:pt x="649" y="68"/>
                  </a:cubicBezTo>
                  <a:cubicBezTo>
                    <a:pt x="649" y="68"/>
                    <a:pt x="647" y="67"/>
                    <a:pt x="646" y="67"/>
                  </a:cubicBezTo>
                  <a:cubicBezTo>
                    <a:pt x="646" y="67"/>
                    <a:pt x="646" y="68"/>
                    <a:pt x="646" y="68"/>
                  </a:cubicBezTo>
                  <a:cubicBezTo>
                    <a:pt x="646" y="68"/>
                    <a:pt x="646" y="68"/>
                    <a:pt x="646" y="68"/>
                  </a:cubicBezTo>
                  <a:cubicBezTo>
                    <a:pt x="647" y="69"/>
                    <a:pt x="647" y="69"/>
                    <a:pt x="647" y="70"/>
                  </a:cubicBezTo>
                  <a:cubicBezTo>
                    <a:pt x="648" y="70"/>
                    <a:pt x="649" y="70"/>
                    <a:pt x="650" y="70"/>
                  </a:cubicBezTo>
                  <a:cubicBezTo>
                    <a:pt x="652" y="71"/>
                    <a:pt x="654" y="71"/>
                    <a:pt x="656" y="71"/>
                  </a:cubicBezTo>
                  <a:cubicBezTo>
                    <a:pt x="657" y="71"/>
                    <a:pt x="658" y="72"/>
                    <a:pt x="659" y="72"/>
                  </a:cubicBezTo>
                  <a:cubicBezTo>
                    <a:pt x="659" y="72"/>
                    <a:pt x="660" y="71"/>
                    <a:pt x="661" y="72"/>
                  </a:cubicBezTo>
                  <a:cubicBezTo>
                    <a:pt x="662" y="72"/>
                    <a:pt x="665" y="72"/>
                    <a:pt x="667" y="72"/>
                  </a:cubicBezTo>
                  <a:cubicBezTo>
                    <a:pt x="669" y="72"/>
                    <a:pt x="670" y="72"/>
                    <a:pt x="672" y="72"/>
                  </a:cubicBezTo>
                  <a:cubicBezTo>
                    <a:pt x="673" y="72"/>
                    <a:pt x="674" y="72"/>
                    <a:pt x="675" y="72"/>
                  </a:cubicBezTo>
                  <a:cubicBezTo>
                    <a:pt x="676" y="72"/>
                    <a:pt x="676" y="72"/>
                    <a:pt x="677" y="72"/>
                  </a:cubicBezTo>
                  <a:cubicBezTo>
                    <a:pt x="677" y="72"/>
                    <a:pt x="677" y="72"/>
                    <a:pt x="678" y="72"/>
                  </a:cubicBezTo>
                  <a:cubicBezTo>
                    <a:pt x="677" y="71"/>
                    <a:pt x="678" y="71"/>
                    <a:pt x="678" y="71"/>
                  </a:cubicBezTo>
                  <a:cubicBezTo>
                    <a:pt x="678" y="71"/>
                    <a:pt x="679" y="72"/>
                    <a:pt x="679" y="72"/>
                  </a:cubicBezTo>
                  <a:cubicBezTo>
                    <a:pt x="680" y="72"/>
                    <a:pt x="681" y="72"/>
                    <a:pt x="682" y="72"/>
                  </a:cubicBezTo>
                  <a:cubicBezTo>
                    <a:pt x="683" y="73"/>
                    <a:pt x="683" y="72"/>
                    <a:pt x="683" y="72"/>
                  </a:cubicBezTo>
                  <a:cubicBezTo>
                    <a:pt x="683" y="71"/>
                    <a:pt x="682" y="70"/>
                    <a:pt x="683" y="71"/>
                  </a:cubicBezTo>
                  <a:cubicBezTo>
                    <a:pt x="683" y="71"/>
                    <a:pt x="682" y="71"/>
                    <a:pt x="682" y="70"/>
                  </a:cubicBezTo>
                  <a:cubicBezTo>
                    <a:pt x="682" y="70"/>
                    <a:pt x="683" y="70"/>
                    <a:pt x="683" y="70"/>
                  </a:cubicBezTo>
                  <a:cubicBezTo>
                    <a:pt x="683" y="70"/>
                    <a:pt x="682" y="70"/>
                    <a:pt x="682" y="70"/>
                  </a:cubicBezTo>
                  <a:cubicBezTo>
                    <a:pt x="681" y="69"/>
                    <a:pt x="681" y="69"/>
                    <a:pt x="680" y="69"/>
                  </a:cubicBezTo>
                  <a:cubicBezTo>
                    <a:pt x="680" y="69"/>
                    <a:pt x="680" y="68"/>
                    <a:pt x="679" y="68"/>
                  </a:cubicBezTo>
                  <a:cubicBezTo>
                    <a:pt x="679" y="68"/>
                    <a:pt x="679" y="68"/>
                    <a:pt x="678" y="68"/>
                  </a:cubicBezTo>
                  <a:cubicBezTo>
                    <a:pt x="678" y="68"/>
                    <a:pt x="678" y="68"/>
                    <a:pt x="678" y="68"/>
                  </a:cubicBezTo>
                  <a:cubicBezTo>
                    <a:pt x="678" y="68"/>
                    <a:pt x="678" y="68"/>
                    <a:pt x="678" y="68"/>
                  </a:cubicBezTo>
                  <a:cubicBezTo>
                    <a:pt x="678" y="68"/>
                    <a:pt x="679" y="68"/>
                    <a:pt x="679" y="68"/>
                  </a:cubicBezTo>
                  <a:cubicBezTo>
                    <a:pt x="679" y="67"/>
                    <a:pt x="677" y="67"/>
                    <a:pt x="677" y="67"/>
                  </a:cubicBezTo>
                  <a:cubicBezTo>
                    <a:pt x="677" y="67"/>
                    <a:pt x="677" y="67"/>
                    <a:pt x="677" y="67"/>
                  </a:cubicBezTo>
                  <a:cubicBezTo>
                    <a:pt x="677" y="67"/>
                    <a:pt x="677" y="67"/>
                    <a:pt x="677" y="66"/>
                  </a:cubicBezTo>
                  <a:cubicBezTo>
                    <a:pt x="677" y="67"/>
                    <a:pt x="677" y="67"/>
                    <a:pt x="678" y="67"/>
                  </a:cubicBezTo>
                  <a:cubicBezTo>
                    <a:pt x="677" y="66"/>
                    <a:pt x="677" y="66"/>
                    <a:pt x="677" y="66"/>
                  </a:cubicBezTo>
                  <a:cubicBezTo>
                    <a:pt x="677" y="66"/>
                    <a:pt x="677" y="65"/>
                    <a:pt x="678" y="66"/>
                  </a:cubicBezTo>
                  <a:cubicBezTo>
                    <a:pt x="678" y="66"/>
                    <a:pt x="678" y="66"/>
                    <a:pt x="678" y="66"/>
                  </a:cubicBezTo>
                  <a:cubicBezTo>
                    <a:pt x="678" y="66"/>
                    <a:pt x="678" y="66"/>
                    <a:pt x="679" y="66"/>
                  </a:cubicBezTo>
                  <a:cubicBezTo>
                    <a:pt x="679" y="67"/>
                    <a:pt x="680" y="66"/>
                    <a:pt x="681" y="66"/>
                  </a:cubicBezTo>
                  <a:cubicBezTo>
                    <a:pt x="681" y="66"/>
                    <a:pt x="680" y="66"/>
                    <a:pt x="680" y="66"/>
                  </a:cubicBezTo>
                  <a:cubicBezTo>
                    <a:pt x="680" y="65"/>
                    <a:pt x="679" y="65"/>
                    <a:pt x="679" y="65"/>
                  </a:cubicBezTo>
                  <a:cubicBezTo>
                    <a:pt x="679" y="65"/>
                    <a:pt x="680" y="65"/>
                    <a:pt x="680" y="65"/>
                  </a:cubicBezTo>
                  <a:cubicBezTo>
                    <a:pt x="680" y="65"/>
                    <a:pt x="680" y="66"/>
                    <a:pt x="680" y="66"/>
                  </a:cubicBezTo>
                  <a:cubicBezTo>
                    <a:pt x="681" y="66"/>
                    <a:pt x="681" y="65"/>
                    <a:pt x="682" y="65"/>
                  </a:cubicBezTo>
                  <a:cubicBezTo>
                    <a:pt x="681" y="65"/>
                    <a:pt x="681" y="65"/>
                    <a:pt x="682" y="65"/>
                  </a:cubicBezTo>
                  <a:cubicBezTo>
                    <a:pt x="682" y="65"/>
                    <a:pt x="682" y="65"/>
                    <a:pt x="682" y="65"/>
                  </a:cubicBezTo>
                  <a:cubicBezTo>
                    <a:pt x="683" y="65"/>
                    <a:pt x="684" y="65"/>
                    <a:pt x="685" y="65"/>
                  </a:cubicBezTo>
                  <a:cubicBezTo>
                    <a:pt x="686" y="65"/>
                    <a:pt x="686" y="66"/>
                    <a:pt x="687" y="66"/>
                  </a:cubicBezTo>
                  <a:cubicBezTo>
                    <a:pt x="687" y="66"/>
                    <a:pt x="688" y="66"/>
                    <a:pt x="688" y="66"/>
                  </a:cubicBezTo>
                  <a:cubicBezTo>
                    <a:pt x="688" y="66"/>
                    <a:pt x="688" y="66"/>
                    <a:pt x="688" y="66"/>
                  </a:cubicBezTo>
                  <a:cubicBezTo>
                    <a:pt x="688" y="65"/>
                    <a:pt x="689" y="66"/>
                    <a:pt x="690" y="67"/>
                  </a:cubicBezTo>
                  <a:cubicBezTo>
                    <a:pt x="690" y="67"/>
                    <a:pt x="691" y="67"/>
                    <a:pt x="691" y="67"/>
                  </a:cubicBezTo>
                  <a:cubicBezTo>
                    <a:pt x="691" y="67"/>
                    <a:pt x="693" y="66"/>
                    <a:pt x="693" y="67"/>
                  </a:cubicBezTo>
                  <a:cubicBezTo>
                    <a:pt x="693" y="68"/>
                    <a:pt x="693" y="68"/>
                    <a:pt x="693" y="68"/>
                  </a:cubicBezTo>
                  <a:cubicBezTo>
                    <a:pt x="693" y="68"/>
                    <a:pt x="694" y="68"/>
                    <a:pt x="694" y="68"/>
                  </a:cubicBezTo>
                  <a:cubicBezTo>
                    <a:pt x="694" y="68"/>
                    <a:pt x="694" y="68"/>
                    <a:pt x="694" y="68"/>
                  </a:cubicBezTo>
                  <a:cubicBezTo>
                    <a:pt x="694" y="68"/>
                    <a:pt x="695" y="68"/>
                    <a:pt x="695" y="68"/>
                  </a:cubicBezTo>
                  <a:cubicBezTo>
                    <a:pt x="695" y="68"/>
                    <a:pt x="695" y="67"/>
                    <a:pt x="695" y="67"/>
                  </a:cubicBezTo>
                  <a:cubicBezTo>
                    <a:pt x="695" y="67"/>
                    <a:pt x="695" y="67"/>
                    <a:pt x="695" y="67"/>
                  </a:cubicBezTo>
                  <a:cubicBezTo>
                    <a:pt x="696" y="67"/>
                    <a:pt x="696" y="68"/>
                    <a:pt x="696" y="68"/>
                  </a:cubicBezTo>
                  <a:cubicBezTo>
                    <a:pt x="697" y="68"/>
                    <a:pt x="696" y="68"/>
                    <a:pt x="696" y="67"/>
                  </a:cubicBezTo>
                  <a:cubicBezTo>
                    <a:pt x="697" y="67"/>
                    <a:pt x="697" y="67"/>
                    <a:pt x="698" y="67"/>
                  </a:cubicBezTo>
                  <a:cubicBezTo>
                    <a:pt x="698" y="67"/>
                    <a:pt x="699" y="68"/>
                    <a:pt x="698" y="68"/>
                  </a:cubicBezTo>
                  <a:cubicBezTo>
                    <a:pt x="698" y="68"/>
                    <a:pt x="697" y="68"/>
                    <a:pt x="697" y="68"/>
                  </a:cubicBezTo>
                  <a:cubicBezTo>
                    <a:pt x="697" y="68"/>
                    <a:pt x="699" y="68"/>
                    <a:pt x="698" y="68"/>
                  </a:cubicBezTo>
                  <a:cubicBezTo>
                    <a:pt x="698" y="68"/>
                    <a:pt x="700" y="68"/>
                    <a:pt x="700" y="69"/>
                  </a:cubicBezTo>
                  <a:cubicBezTo>
                    <a:pt x="700" y="68"/>
                    <a:pt x="701" y="68"/>
                    <a:pt x="701" y="68"/>
                  </a:cubicBezTo>
                  <a:cubicBezTo>
                    <a:pt x="700" y="68"/>
                    <a:pt x="702" y="68"/>
                    <a:pt x="702" y="68"/>
                  </a:cubicBezTo>
                  <a:cubicBezTo>
                    <a:pt x="702" y="68"/>
                    <a:pt x="702" y="68"/>
                    <a:pt x="702" y="68"/>
                  </a:cubicBezTo>
                  <a:cubicBezTo>
                    <a:pt x="702" y="68"/>
                    <a:pt x="702" y="68"/>
                    <a:pt x="703" y="68"/>
                  </a:cubicBezTo>
                  <a:cubicBezTo>
                    <a:pt x="702" y="68"/>
                    <a:pt x="702" y="67"/>
                    <a:pt x="701" y="67"/>
                  </a:cubicBezTo>
                  <a:cubicBezTo>
                    <a:pt x="702" y="67"/>
                    <a:pt x="703" y="67"/>
                    <a:pt x="704" y="67"/>
                  </a:cubicBezTo>
                  <a:cubicBezTo>
                    <a:pt x="706" y="67"/>
                    <a:pt x="707" y="67"/>
                    <a:pt x="708" y="67"/>
                  </a:cubicBezTo>
                  <a:cubicBezTo>
                    <a:pt x="708" y="67"/>
                    <a:pt x="709" y="67"/>
                    <a:pt x="709" y="68"/>
                  </a:cubicBezTo>
                  <a:cubicBezTo>
                    <a:pt x="709" y="68"/>
                    <a:pt x="709" y="68"/>
                    <a:pt x="710" y="68"/>
                  </a:cubicBezTo>
                  <a:cubicBezTo>
                    <a:pt x="710" y="68"/>
                    <a:pt x="710" y="68"/>
                    <a:pt x="710" y="68"/>
                  </a:cubicBezTo>
                  <a:cubicBezTo>
                    <a:pt x="711" y="69"/>
                    <a:pt x="712" y="69"/>
                    <a:pt x="713" y="69"/>
                  </a:cubicBezTo>
                  <a:cubicBezTo>
                    <a:pt x="713" y="69"/>
                    <a:pt x="713" y="69"/>
                    <a:pt x="713" y="69"/>
                  </a:cubicBezTo>
                  <a:cubicBezTo>
                    <a:pt x="714" y="69"/>
                    <a:pt x="714" y="69"/>
                    <a:pt x="714" y="69"/>
                  </a:cubicBezTo>
                  <a:cubicBezTo>
                    <a:pt x="715" y="70"/>
                    <a:pt x="716" y="69"/>
                    <a:pt x="717" y="70"/>
                  </a:cubicBezTo>
                  <a:cubicBezTo>
                    <a:pt x="718" y="70"/>
                    <a:pt x="719" y="70"/>
                    <a:pt x="719" y="70"/>
                  </a:cubicBezTo>
                  <a:cubicBezTo>
                    <a:pt x="719" y="70"/>
                    <a:pt x="719" y="70"/>
                    <a:pt x="719" y="70"/>
                  </a:cubicBezTo>
                  <a:cubicBezTo>
                    <a:pt x="719" y="71"/>
                    <a:pt x="719" y="72"/>
                    <a:pt x="719" y="71"/>
                  </a:cubicBezTo>
                  <a:cubicBezTo>
                    <a:pt x="720" y="70"/>
                    <a:pt x="721" y="71"/>
                    <a:pt x="721" y="71"/>
                  </a:cubicBezTo>
                  <a:cubicBezTo>
                    <a:pt x="722" y="72"/>
                    <a:pt x="719" y="72"/>
                    <a:pt x="718" y="72"/>
                  </a:cubicBezTo>
                  <a:cubicBezTo>
                    <a:pt x="719" y="73"/>
                    <a:pt x="721" y="73"/>
                    <a:pt x="721" y="73"/>
                  </a:cubicBezTo>
                  <a:cubicBezTo>
                    <a:pt x="722" y="73"/>
                    <a:pt x="724" y="73"/>
                    <a:pt x="725" y="73"/>
                  </a:cubicBezTo>
                  <a:cubicBezTo>
                    <a:pt x="724" y="74"/>
                    <a:pt x="723" y="73"/>
                    <a:pt x="722" y="74"/>
                  </a:cubicBezTo>
                  <a:cubicBezTo>
                    <a:pt x="723" y="75"/>
                    <a:pt x="725" y="74"/>
                    <a:pt x="727" y="74"/>
                  </a:cubicBezTo>
                  <a:cubicBezTo>
                    <a:pt x="726" y="74"/>
                    <a:pt x="726" y="74"/>
                    <a:pt x="726" y="75"/>
                  </a:cubicBezTo>
                  <a:cubicBezTo>
                    <a:pt x="726" y="75"/>
                    <a:pt x="725" y="74"/>
                    <a:pt x="724" y="75"/>
                  </a:cubicBezTo>
                  <a:cubicBezTo>
                    <a:pt x="724" y="75"/>
                    <a:pt x="725" y="75"/>
                    <a:pt x="725" y="75"/>
                  </a:cubicBezTo>
                  <a:cubicBezTo>
                    <a:pt x="724" y="75"/>
                    <a:pt x="724" y="76"/>
                    <a:pt x="724" y="76"/>
                  </a:cubicBezTo>
                  <a:cubicBezTo>
                    <a:pt x="723" y="76"/>
                    <a:pt x="722" y="76"/>
                    <a:pt x="722" y="76"/>
                  </a:cubicBezTo>
                  <a:cubicBezTo>
                    <a:pt x="722" y="77"/>
                    <a:pt x="725" y="76"/>
                    <a:pt x="726" y="76"/>
                  </a:cubicBezTo>
                  <a:cubicBezTo>
                    <a:pt x="727" y="76"/>
                    <a:pt x="728" y="76"/>
                    <a:pt x="729" y="77"/>
                  </a:cubicBezTo>
                  <a:cubicBezTo>
                    <a:pt x="730" y="77"/>
                    <a:pt x="731" y="77"/>
                    <a:pt x="732" y="78"/>
                  </a:cubicBezTo>
                  <a:cubicBezTo>
                    <a:pt x="731" y="78"/>
                    <a:pt x="731" y="78"/>
                    <a:pt x="731" y="78"/>
                  </a:cubicBezTo>
                  <a:cubicBezTo>
                    <a:pt x="731" y="78"/>
                    <a:pt x="733" y="78"/>
                    <a:pt x="733" y="79"/>
                  </a:cubicBezTo>
                  <a:cubicBezTo>
                    <a:pt x="733" y="79"/>
                    <a:pt x="732" y="79"/>
                    <a:pt x="732" y="79"/>
                  </a:cubicBezTo>
                  <a:cubicBezTo>
                    <a:pt x="732" y="80"/>
                    <a:pt x="733" y="79"/>
                    <a:pt x="733" y="79"/>
                  </a:cubicBezTo>
                  <a:cubicBezTo>
                    <a:pt x="733" y="80"/>
                    <a:pt x="732" y="80"/>
                    <a:pt x="731" y="80"/>
                  </a:cubicBezTo>
                  <a:cubicBezTo>
                    <a:pt x="731" y="80"/>
                    <a:pt x="730" y="80"/>
                    <a:pt x="729" y="80"/>
                  </a:cubicBezTo>
                  <a:cubicBezTo>
                    <a:pt x="729" y="80"/>
                    <a:pt x="726" y="79"/>
                    <a:pt x="727" y="79"/>
                  </a:cubicBezTo>
                  <a:cubicBezTo>
                    <a:pt x="726" y="79"/>
                    <a:pt x="725" y="78"/>
                    <a:pt x="724" y="78"/>
                  </a:cubicBezTo>
                  <a:cubicBezTo>
                    <a:pt x="725" y="80"/>
                    <a:pt x="727" y="80"/>
                    <a:pt x="728" y="81"/>
                  </a:cubicBezTo>
                  <a:cubicBezTo>
                    <a:pt x="729" y="81"/>
                    <a:pt x="731" y="82"/>
                    <a:pt x="732" y="83"/>
                  </a:cubicBezTo>
                  <a:cubicBezTo>
                    <a:pt x="733" y="83"/>
                    <a:pt x="734" y="83"/>
                    <a:pt x="734" y="83"/>
                  </a:cubicBezTo>
                  <a:cubicBezTo>
                    <a:pt x="735" y="83"/>
                    <a:pt x="735" y="82"/>
                    <a:pt x="734" y="82"/>
                  </a:cubicBezTo>
                  <a:cubicBezTo>
                    <a:pt x="734" y="82"/>
                    <a:pt x="732" y="81"/>
                    <a:pt x="732" y="80"/>
                  </a:cubicBezTo>
                  <a:cubicBezTo>
                    <a:pt x="732" y="80"/>
                    <a:pt x="733" y="81"/>
                    <a:pt x="733" y="81"/>
                  </a:cubicBezTo>
                  <a:cubicBezTo>
                    <a:pt x="734" y="81"/>
                    <a:pt x="734" y="81"/>
                    <a:pt x="735" y="82"/>
                  </a:cubicBezTo>
                  <a:cubicBezTo>
                    <a:pt x="735" y="82"/>
                    <a:pt x="736" y="82"/>
                    <a:pt x="736" y="82"/>
                  </a:cubicBezTo>
                  <a:cubicBezTo>
                    <a:pt x="737" y="83"/>
                    <a:pt x="737" y="83"/>
                    <a:pt x="738" y="83"/>
                  </a:cubicBezTo>
                  <a:cubicBezTo>
                    <a:pt x="737" y="83"/>
                    <a:pt x="736" y="83"/>
                    <a:pt x="735" y="83"/>
                  </a:cubicBezTo>
                  <a:cubicBezTo>
                    <a:pt x="735" y="83"/>
                    <a:pt x="733" y="83"/>
                    <a:pt x="734" y="84"/>
                  </a:cubicBezTo>
                  <a:cubicBezTo>
                    <a:pt x="734" y="84"/>
                    <a:pt x="736" y="84"/>
                    <a:pt x="736" y="84"/>
                  </a:cubicBezTo>
                  <a:cubicBezTo>
                    <a:pt x="737" y="84"/>
                    <a:pt x="738" y="85"/>
                    <a:pt x="738" y="85"/>
                  </a:cubicBezTo>
                  <a:cubicBezTo>
                    <a:pt x="739" y="86"/>
                    <a:pt x="740" y="86"/>
                    <a:pt x="741" y="86"/>
                  </a:cubicBezTo>
                  <a:cubicBezTo>
                    <a:pt x="741" y="87"/>
                    <a:pt x="742" y="87"/>
                    <a:pt x="743" y="87"/>
                  </a:cubicBezTo>
                  <a:cubicBezTo>
                    <a:pt x="743" y="87"/>
                    <a:pt x="746" y="88"/>
                    <a:pt x="745" y="89"/>
                  </a:cubicBezTo>
                  <a:cubicBezTo>
                    <a:pt x="746" y="89"/>
                    <a:pt x="746" y="89"/>
                    <a:pt x="747" y="89"/>
                  </a:cubicBezTo>
                  <a:cubicBezTo>
                    <a:pt x="747" y="89"/>
                    <a:pt x="747" y="89"/>
                    <a:pt x="748" y="89"/>
                  </a:cubicBezTo>
                  <a:cubicBezTo>
                    <a:pt x="749" y="89"/>
                    <a:pt x="750" y="89"/>
                    <a:pt x="751" y="90"/>
                  </a:cubicBezTo>
                  <a:cubicBezTo>
                    <a:pt x="751" y="90"/>
                    <a:pt x="752" y="90"/>
                    <a:pt x="752" y="90"/>
                  </a:cubicBezTo>
                  <a:cubicBezTo>
                    <a:pt x="753" y="90"/>
                    <a:pt x="753" y="91"/>
                    <a:pt x="754" y="91"/>
                  </a:cubicBezTo>
                  <a:cubicBezTo>
                    <a:pt x="755" y="91"/>
                    <a:pt x="754" y="90"/>
                    <a:pt x="754" y="90"/>
                  </a:cubicBezTo>
                  <a:cubicBezTo>
                    <a:pt x="754" y="90"/>
                    <a:pt x="756" y="91"/>
                    <a:pt x="757" y="91"/>
                  </a:cubicBezTo>
                  <a:cubicBezTo>
                    <a:pt x="757" y="92"/>
                    <a:pt x="758" y="92"/>
                    <a:pt x="759" y="92"/>
                  </a:cubicBezTo>
                  <a:cubicBezTo>
                    <a:pt x="760" y="92"/>
                    <a:pt x="760" y="90"/>
                    <a:pt x="760" y="90"/>
                  </a:cubicBezTo>
                  <a:cubicBezTo>
                    <a:pt x="760" y="89"/>
                    <a:pt x="759" y="88"/>
                    <a:pt x="760" y="88"/>
                  </a:cubicBezTo>
                  <a:cubicBezTo>
                    <a:pt x="760" y="88"/>
                    <a:pt x="759" y="88"/>
                    <a:pt x="759" y="88"/>
                  </a:cubicBezTo>
                  <a:cubicBezTo>
                    <a:pt x="760" y="87"/>
                    <a:pt x="761" y="88"/>
                    <a:pt x="761" y="88"/>
                  </a:cubicBezTo>
                  <a:cubicBezTo>
                    <a:pt x="761" y="87"/>
                    <a:pt x="760" y="88"/>
                    <a:pt x="759" y="87"/>
                  </a:cubicBezTo>
                  <a:cubicBezTo>
                    <a:pt x="759" y="87"/>
                    <a:pt x="759" y="86"/>
                    <a:pt x="759" y="86"/>
                  </a:cubicBezTo>
                  <a:cubicBezTo>
                    <a:pt x="758" y="85"/>
                    <a:pt x="757" y="84"/>
                    <a:pt x="757" y="82"/>
                  </a:cubicBezTo>
                  <a:cubicBezTo>
                    <a:pt x="757" y="81"/>
                    <a:pt x="758" y="81"/>
                    <a:pt x="759" y="82"/>
                  </a:cubicBezTo>
                  <a:cubicBezTo>
                    <a:pt x="759" y="83"/>
                    <a:pt x="761" y="83"/>
                    <a:pt x="762" y="83"/>
                  </a:cubicBezTo>
                  <a:cubicBezTo>
                    <a:pt x="765" y="85"/>
                    <a:pt x="768" y="85"/>
                    <a:pt x="771" y="86"/>
                  </a:cubicBezTo>
                  <a:cubicBezTo>
                    <a:pt x="773" y="86"/>
                    <a:pt x="774" y="86"/>
                    <a:pt x="776" y="86"/>
                  </a:cubicBezTo>
                  <a:cubicBezTo>
                    <a:pt x="776" y="86"/>
                    <a:pt x="777" y="86"/>
                    <a:pt x="778" y="87"/>
                  </a:cubicBezTo>
                  <a:cubicBezTo>
                    <a:pt x="778" y="87"/>
                    <a:pt x="777" y="87"/>
                    <a:pt x="778" y="87"/>
                  </a:cubicBezTo>
                  <a:cubicBezTo>
                    <a:pt x="778" y="87"/>
                    <a:pt x="778" y="86"/>
                    <a:pt x="778" y="86"/>
                  </a:cubicBezTo>
                  <a:cubicBezTo>
                    <a:pt x="777" y="86"/>
                    <a:pt x="777" y="86"/>
                    <a:pt x="777" y="86"/>
                  </a:cubicBezTo>
                  <a:cubicBezTo>
                    <a:pt x="777" y="86"/>
                    <a:pt x="777" y="85"/>
                    <a:pt x="777" y="85"/>
                  </a:cubicBezTo>
                  <a:cubicBezTo>
                    <a:pt x="777" y="85"/>
                    <a:pt x="778" y="85"/>
                    <a:pt x="778" y="85"/>
                  </a:cubicBezTo>
                  <a:cubicBezTo>
                    <a:pt x="778" y="85"/>
                    <a:pt x="778" y="85"/>
                    <a:pt x="779" y="85"/>
                  </a:cubicBezTo>
                  <a:cubicBezTo>
                    <a:pt x="779" y="85"/>
                    <a:pt x="780" y="85"/>
                    <a:pt x="780" y="85"/>
                  </a:cubicBezTo>
                  <a:cubicBezTo>
                    <a:pt x="780" y="85"/>
                    <a:pt x="780" y="85"/>
                    <a:pt x="779" y="84"/>
                  </a:cubicBezTo>
                  <a:cubicBezTo>
                    <a:pt x="780" y="84"/>
                    <a:pt x="782" y="84"/>
                    <a:pt x="783" y="84"/>
                  </a:cubicBezTo>
                  <a:cubicBezTo>
                    <a:pt x="785" y="84"/>
                    <a:pt x="787" y="84"/>
                    <a:pt x="788" y="85"/>
                  </a:cubicBezTo>
                  <a:cubicBezTo>
                    <a:pt x="789" y="85"/>
                    <a:pt x="788" y="85"/>
                    <a:pt x="789" y="85"/>
                  </a:cubicBezTo>
                  <a:cubicBezTo>
                    <a:pt x="790" y="85"/>
                    <a:pt x="791" y="85"/>
                    <a:pt x="791" y="85"/>
                  </a:cubicBezTo>
                  <a:cubicBezTo>
                    <a:pt x="792" y="86"/>
                    <a:pt x="794" y="86"/>
                    <a:pt x="796" y="86"/>
                  </a:cubicBezTo>
                  <a:cubicBezTo>
                    <a:pt x="795" y="86"/>
                    <a:pt x="796" y="86"/>
                    <a:pt x="796" y="87"/>
                  </a:cubicBezTo>
                  <a:cubicBezTo>
                    <a:pt x="797" y="87"/>
                    <a:pt x="797" y="87"/>
                    <a:pt x="797" y="87"/>
                  </a:cubicBezTo>
                  <a:cubicBezTo>
                    <a:pt x="797" y="87"/>
                    <a:pt x="798" y="88"/>
                    <a:pt x="798" y="87"/>
                  </a:cubicBezTo>
                  <a:cubicBezTo>
                    <a:pt x="798" y="87"/>
                    <a:pt x="799" y="87"/>
                    <a:pt x="799" y="87"/>
                  </a:cubicBezTo>
                  <a:cubicBezTo>
                    <a:pt x="799" y="88"/>
                    <a:pt x="798" y="88"/>
                    <a:pt x="798" y="88"/>
                  </a:cubicBezTo>
                  <a:cubicBezTo>
                    <a:pt x="799" y="88"/>
                    <a:pt x="800" y="88"/>
                    <a:pt x="800" y="88"/>
                  </a:cubicBezTo>
                  <a:cubicBezTo>
                    <a:pt x="800" y="88"/>
                    <a:pt x="801" y="88"/>
                    <a:pt x="801" y="88"/>
                  </a:cubicBezTo>
                  <a:cubicBezTo>
                    <a:pt x="801" y="89"/>
                    <a:pt x="803" y="88"/>
                    <a:pt x="803" y="88"/>
                  </a:cubicBezTo>
                  <a:cubicBezTo>
                    <a:pt x="803" y="88"/>
                    <a:pt x="801" y="88"/>
                    <a:pt x="801" y="88"/>
                  </a:cubicBezTo>
                  <a:cubicBezTo>
                    <a:pt x="801" y="88"/>
                    <a:pt x="800" y="88"/>
                    <a:pt x="800" y="87"/>
                  </a:cubicBezTo>
                  <a:cubicBezTo>
                    <a:pt x="800" y="87"/>
                    <a:pt x="801" y="87"/>
                    <a:pt x="801" y="87"/>
                  </a:cubicBezTo>
                  <a:cubicBezTo>
                    <a:pt x="801" y="88"/>
                    <a:pt x="803" y="87"/>
                    <a:pt x="802" y="87"/>
                  </a:cubicBezTo>
                  <a:cubicBezTo>
                    <a:pt x="802" y="87"/>
                    <a:pt x="801" y="87"/>
                    <a:pt x="800" y="87"/>
                  </a:cubicBezTo>
                  <a:cubicBezTo>
                    <a:pt x="801" y="87"/>
                    <a:pt x="802" y="87"/>
                    <a:pt x="803" y="87"/>
                  </a:cubicBezTo>
                  <a:cubicBezTo>
                    <a:pt x="801" y="86"/>
                    <a:pt x="800" y="87"/>
                    <a:pt x="798" y="86"/>
                  </a:cubicBezTo>
                  <a:cubicBezTo>
                    <a:pt x="799" y="86"/>
                    <a:pt x="798" y="85"/>
                    <a:pt x="798" y="85"/>
                  </a:cubicBezTo>
                  <a:cubicBezTo>
                    <a:pt x="798" y="84"/>
                    <a:pt x="800" y="84"/>
                    <a:pt x="800" y="84"/>
                  </a:cubicBezTo>
                  <a:cubicBezTo>
                    <a:pt x="800" y="85"/>
                    <a:pt x="801" y="85"/>
                    <a:pt x="802" y="85"/>
                  </a:cubicBezTo>
                  <a:cubicBezTo>
                    <a:pt x="802" y="84"/>
                    <a:pt x="801" y="84"/>
                    <a:pt x="802" y="84"/>
                  </a:cubicBezTo>
                  <a:cubicBezTo>
                    <a:pt x="802" y="84"/>
                    <a:pt x="803" y="84"/>
                    <a:pt x="803" y="84"/>
                  </a:cubicBezTo>
                  <a:cubicBezTo>
                    <a:pt x="805" y="85"/>
                    <a:pt x="806" y="85"/>
                    <a:pt x="807" y="86"/>
                  </a:cubicBezTo>
                  <a:cubicBezTo>
                    <a:pt x="808" y="86"/>
                    <a:pt x="808" y="86"/>
                    <a:pt x="808" y="85"/>
                  </a:cubicBezTo>
                  <a:cubicBezTo>
                    <a:pt x="808" y="85"/>
                    <a:pt x="809" y="85"/>
                    <a:pt x="810" y="85"/>
                  </a:cubicBezTo>
                  <a:cubicBezTo>
                    <a:pt x="810" y="85"/>
                    <a:pt x="810" y="85"/>
                    <a:pt x="811" y="85"/>
                  </a:cubicBezTo>
                  <a:cubicBezTo>
                    <a:pt x="811" y="85"/>
                    <a:pt x="811" y="85"/>
                    <a:pt x="811" y="85"/>
                  </a:cubicBezTo>
                  <a:cubicBezTo>
                    <a:pt x="812" y="85"/>
                    <a:pt x="812" y="85"/>
                    <a:pt x="812" y="85"/>
                  </a:cubicBezTo>
                  <a:cubicBezTo>
                    <a:pt x="812" y="85"/>
                    <a:pt x="806" y="83"/>
                    <a:pt x="807" y="82"/>
                  </a:cubicBezTo>
                  <a:cubicBezTo>
                    <a:pt x="806" y="82"/>
                    <a:pt x="805" y="81"/>
                    <a:pt x="805" y="81"/>
                  </a:cubicBezTo>
                  <a:cubicBezTo>
                    <a:pt x="804" y="81"/>
                    <a:pt x="803" y="81"/>
                    <a:pt x="803" y="81"/>
                  </a:cubicBezTo>
                  <a:cubicBezTo>
                    <a:pt x="803" y="81"/>
                    <a:pt x="805" y="81"/>
                    <a:pt x="805" y="81"/>
                  </a:cubicBezTo>
                  <a:cubicBezTo>
                    <a:pt x="804" y="80"/>
                    <a:pt x="804" y="80"/>
                    <a:pt x="804" y="80"/>
                  </a:cubicBezTo>
                  <a:cubicBezTo>
                    <a:pt x="803" y="78"/>
                    <a:pt x="806" y="80"/>
                    <a:pt x="806" y="79"/>
                  </a:cubicBezTo>
                  <a:cubicBezTo>
                    <a:pt x="806" y="78"/>
                    <a:pt x="803" y="78"/>
                    <a:pt x="803" y="78"/>
                  </a:cubicBezTo>
                  <a:cubicBezTo>
                    <a:pt x="802" y="79"/>
                    <a:pt x="802" y="78"/>
                    <a:pt x="801" y="78"/>
                  </a:cubicBezTo>
                  <a:cubicBezTo>
                    <a:pt x="801" y="78"/>
                    <a:pt x="800" y="79"/>
                    <a:pt x="801" y="79"/>
                  </a:cubicBezTo>
                  <a:cubicBezTo>
                    <a:pt x="801" y="79"/>
                    <a:pt x="801" y="79"/>
                    <a:pt x="801" y="79"/>
                  </a:cubicBezTo>
                  <a:cubicBezTo>
                    <a:pt x="801" y="79"/>
                    <a:pt x="800" y="79"/>
                    <a:pt x="799" y="79"/>
                  </a:cubicBezTo>
                  <a:cubicBezTo>
                    <a:pt x="800" y="79"/>
                    <a:pt x="800" y="79"/>
                    <a:pt x="800" y="79"/>
                  </a:cubicBezTo>
                  <a:cubicBezTo>
                    <a:pt x="799" y="80"/>
                    <a:pt x="798" y="79"/>
                    <a:pt x="798" y="78"/>
                  </a:cubicBezTo>
                  <a:cubicBezTo>
                    <a:pt x="797" y="78"/>
                    <a:pt x="797" y="76"/>
                    <a:pt x="798" y="76"/>
                  </a:cubicBezTo>
                  <a:cubicBezTo>
                    <a:pt x="800" y="76"/>
                    <a:pt x="801" y="76"/>
                    <a:pt x="803" y="76"/>
                  </a:cubicBezTo>
                  <a:cubicBezTo>
                    <a:pt x="805" y="76"/>
                    <a:pt x="806" y="76"/>
                    <a:pt x="807" y="75"/>
                  </a:cubicBezTo>
                  <a:cubicBezTo>
                    <a:pt x="807" y="75"/>
                    <a:pt x="806" y="76"/>
                    <a:pt x="806" y="75"/>
                  </a:cubicBezTo>
                  <a:cubicBezTo>
                    <a:pt x="806" y="74"/>
                    <a:pt x="805" y="74"/>
                    <a:pt x="804" y="74"/>
                  </a:cubicBezTo>
                  <a:cubicBezTo>
                    <a:pt x="803" y="74"/>
                    <a:pt x="802" y="73"/>
                    <a:pt x="800" y="73"/>
                  </a:cubicBezTo>
                  <a:cubicBezTo>
                    <a:pt x="801" y="72"/>
                    <a:pt x="803" y="73"/>
                    <a:pt x="804" y="73"/>
                  </a:cubicBezTo>
                  <a:cubicBezTo>
                    <a:pt x="805" y="73"/>
                    <a:pt x="806" y="73"/>
                    <a:pt x="807" y="73"/>
                  </a:cubicBezTo>
                  <a:cubicBezTo>
                    <a:pt x="808" y="74"/>
                    <a:pt x="809" y="74"/>
                    <a:pt x="810" y="74"/>
                  </a:cubicBezTo>
                  <a:cubicBezTo>
                    <a:pt x="814" y="74"/>
                    <a:pt x="819" y="74"/>
                    <a:pt x="823" y="75"/>
                  </a:cubicBezTo>
                  <a:cubicBezTo>
                    <a:pt x="828" y="75"/>
                    <a:pt x="832" y="75"/>
                    <a:pt x="837" y="76"/>
                  </a:cubicBezTo>
                  <a:cubicBezTo>
                    <a:pt x="839" y="76"/>
                    <a:pt x="841" y="76"/>
                    <a:pt x="843" y="77"/>
                  </a:cubicBezTo>
                  <a:cubicBezTo>
                    <a:pt x="845" y="77"/>
                    <a:pt x="846" y="77"/>
                    <a:pt x="847" y="77"/>
                  </a:cubicBezTo>
                  <a:cubicBezTo>
                    <a:pt x="847" y="77"/>
                    <a:pt x="848" y="77"/>
                    <a:pt x="849" y="78"/>
                  </a:cubicBezTo>
                  <a:cubicBezTo>
                    <a:pt x="848" y="78"/>
                    <a:pt x="847" y="77"/>
                    <a:pt x="846" y="77"/>
                  </a:cubicBezTo>
                  <a:cubicBezTo>
                    <a:pt x="845" y="77"/>
                    <a:pt x="845" y="77"/>
                    <a:pt x="844" y="77"/>
                  </a:cubicBezTo>
                  <a:cubicBezTo>
                    <a:pt x="842" y="77"/>
                    <a:pt x="841" y="77"/>
                    <a:pt x="839" y="77"/>
                  </a:cubicBezTo>
                  <a:cubicBezTo>
                    <a:pt x="838" y="77"/>
                    <a:pt x="833" y="76"/>
                    <a:pt x="835" y="78"/>
                  </a:cubicBezTo>
                  <a:cubicBezTo>
                    <a:pt x="834" y="79"/>
                    <a:pt x="833" y="78"/>
                    <a:pt x="833" y="78"/>
                  </a:cubicBezTo>
                  <a:cubicBezTo>
                    <a:pt x="832" y="78"/>
                    <a:pt x="832" y="78"/>
                    <a:pt x="831" y="78"/>
                  </a:cubicBezTo>
                  <a:cubicBezTo>
                    <a:pt x="832" y="79"/>
                    <a:pt x="833" y="79"/>
                    <a:pt x="834" y="79"/>
                  </a:cubicBezTo>
                  <a:cubicBezTo>
                    <a:pt x="835" y="79"/>
                    <a:pt x="835" y="79"/>
                    <a:pt x="836" y="79"/>
                  </a:cubicBezTo>
                  <a:cubicBezTo>
                    <a:pt x="836" y="79"/>
                    <a:pt x="836" y="78"/>
                    <a:pt x="836" y="78"/>
                  </a:cubicBezTo>
                  <a:cubicBezTo>
                    <a:pt x="839" y="78"/>
                    <a:pt x="842" y="78"/>
                    <a:pt x="845" y="78"/>
                  </a:cubicBezTo>
                  <a:cubicBezTo>
                    <a:pt x="847" y="78"/>
                    <a:pt x="848" y="78"/>
                    <a:pt x="850" y="78"/>
                  </a:cubicBezTo>
                  <a:cubicBezTo>
                    <a:pt x="850" y="78"/>
                    <a:pt x="850" y="79"/>
                    <a:pt x="850" y="80"/>
                  </a:cubicBezTo>
                  <a:cubicBezTo>
                    <a:pt x="850" y="80"/>
                    <a:pt x="849" y="82"/>
                    <a:pt x="849" y="82"/>
                  </a:cubicBezTo>
                  <a:cubicBezTo>
                    <a:pt x="849" y="82"/>
                    <a:pt x="847" y="81"/>
                    <a:pt x="847" y="80"/>
                  </a:cubicBezTo>
                  <a:cubicBezTo>
                    <a:pt x="847" y="80"/>
                    <a:pt x="848" y="80"/>
                    <a:pt x="848" y="80"/>
                  </a:cubicBezTo>
                  <a:cubicBezTo>
                    <a:pt x="848" y="80"/>
                    <a:pt x="848" y="80"/>
                    <a:pt x="848" y="79"/>
                  </a:cubicBezTo>
                  <a:cubicBezTo>
                    <a:pt x="848" y="79"/>
                    <a:pt x="846" y="79"/>
                    <a:pt x="846" y="79"/>
                  </a:cubicBezTo>
                  <a:cubicBezTo>
                    <a:pt x="846" y="79"/>
                    <a:pt x="846" y="79"/>
                    <a:pt x="846" y="80"/>
                  </a:cubicBezTo>
                  <a:cubicBezTo>
                    <a:pt x="846" y="80"/>
                    <a:pt x="846" y="80"/>
                    <a:pt x="846" y="80"/>
                  </a:cubicBezTo>
                  <a:cubicBezTo>
                    <a:pt x="846" y="80"/>
                    <a:pt x="846" y="79"/>
                    <a:pt x="845" y="79"/>
                  </a:cubicBezTo>
                  <a:cubicBezTo>
                    <a:pt x="845" y="79"/>
                    <a:pt x="844" y="79"/>
                    <a:pt x="844" y="79"/>
                  </a:cubicBezTo>
                  <a:cubicBezTo>
                    <a:pt x="844" y="78"/>
                    <a:pt x="842" y="78"/>
                    <a:pt x="842" y="78"/>
                  </a:cubicBezTo>
                  <a:cubicBezTo>
                    <a:pt x="842" y="79"/>
                    <a:pt x="843" y="79"/>
                    <a:pt x="843" y="79"/>
                  </a:cubicBezTo>
                  <a:cubicBezTo>
                    <a:pt x="844" y="79"/>
                    <a:pt x="844" y="80"/>
                    <a:pt x="844" y="80"/>
                  </a:cubicBezTo>
                  <a:cubicBezTo>
                    <a:pt x="845" y="81"/>
                    <a:pt x="846" y="80"/>
                    <a:pt x="847" y="81"/>
                  </a:cubicBezTo>
                  <a:cubicBezTo>
                    <a:pt x="847" y="81"/>
                    <a:pt x="844" y="82"/>
                    <a:pt x="844" y="82"/>
                  </a:cubicBezTo>
                  <a:cubicBezTo>
                    <a:pt x="843" y="82"/>
                    <a:pt x="842" y="81"/>
                    <a:pt x="841" y="81"/>
                  </a:cubicBezTo>
                  <a:cubicBezTo>
                    <a:pt x="841" y="82"/>
                    <a:pt x="842" y="82"/>
                    <a:pt x="843" y="82"/>
                  </a:cubicBezTo>
                  <a:cubicBezTo>
                    <a:pt x="845" y="82"/>
                    <a:pt x="843" y="82"/>
                    <a:pt x="842" y="83"/>
                  </a:cubicBezTo>
                  <a:cubicBezTo>
                    <a:pt x="843" y="83"/>
                    <a:pt x="843" y="83"/>
                    <a:pt x="843" y="83"/>
                  </a:cubicBezTo>
                  <a:cubicBezTo>
                    <a:pt x="844" y="83"/>
                    <a:pt x="844" y="83"/>
                    <a:pt x="844" y="83"/>
                  </a:cubicBezTo>
                  <a:cubicBezTo>
                    <a:pt x="844" y="84"/>
                    <a:pt x="845" y="83"/>
                    <a:pt x="845" y="83"/>
                  </a:cubicBezTo>
                  <a:cubicBezTo>
                    <a:pt x="845" y="83"/>
                    <a:pt x="846" y="84"/>
                    <a:pt x="847" y="84"/>
                  </a:cubicBezTo>
                  <a:cubicBezTo>
                    <a:pt x="847" y="83"/>
                    <a:pt x="847" y="83"/>
                    <a:pt x="848" y="83"/>
                  </a:cubicBezTo>
                  <a:cubicBezTo>
                    <a:pt x="848" y="83"/>
                    <a:pt x="848" y="83"/>
                    <a:pt x="849" y="83"/>
                  </a:cubicBezTo>
                  <a:cubicBezTo>
                    <a:pt x="850" y="83"/>
                    <a:pt x="850" y="82"/>
                    <a:pt x="851" y="82"/>
                  </a:cubicBezTo>
                  <a:cubicBezTo>
                    <a:pt x="851" y="81"/>
                    <a:pt x="850" y="78"/>
                    <a:pt x="852" y="78"/>
                  </a:cubicBezTo>
                  <a:cubicBezTo>
                    <a:pt x="854" y="78"/>
                    <a:pt x="856" y="78"/>
                    <a:pt x="858" y="78"/>
                  </a:cubicBezTo>
                  <a:cubicBezTo>
                    <a:pt x="861" y="78"/>
                    <a:pt x="864" y="78"/>
                    <a:pt x="866" y="79"/>
                  </a:cubicBezTo>
                  <a:cubicBezTo>
                    <a:pt x="868" y="79"/>
                    <a:pt x="870" y="79"/>
                    <a:pt x="872" y="80"/>
                  </a:cubicBezTo>
                  <a:cubicBezTo>
                    <a:pt x="874" y="80"/>
                    <a:pt x="875" y="81"/>
                    <a:pt x="876" y="81"/>
                  </a:cubicBezTo>
                  <a:cubicBezTo>
                    <a:pt x="876" y="82"/>
                    <a:pt x="877" y="82"/>
                    <a:pt x="876" y="82"/>
                  </a:cubicBezTo>
                  <a:cubicBezTo>
                    <a:pt x="875" y="83"/>
                    <a:pt x="874" y="82"/>
                    <a:pt x="874" y="82"/>
                  </a:cubicBezTo>
                  <a:cubicBezTo>
                    <a:pt x="873" y="82"/>
                    <a:pt x="872" y="81"/>
                    <a:pt x="871" y="81"/>
                  </a:cubicBezTo>
                  <a:cubicBezTo>
                    <a:pt x="871" y="81"/>
                    <a:pt x="871" y="82"/>
                    <a:pt x="871" y="83"/>
                  </a:cubicBezTo>
                  <a:cubicBezTo>
                    <a:pt x="871" y="83"/>
                    <a:pt x="869" y="82"/>
                    <a:pt x="869" y="82"/>
                  </a:cubicBezTo>
                  <a:cubicBezTo>
                    <a:pt x="870" y="83"/>
                    <a:pt x="871" y="83"/>
                    <a:pt x="871" y="83"/>
                  </a:cubicBezTo>
                  <a:cubicBezTo>
                    <a:pt x="871" y="83"/>
                    <a:pt x="870" y="83"/>
                    <a:pt x="870" y="83"/>
                  </a:cubicBezTo>
                  <a:cubicBezTo>
                    <a:pt x="871" y="84"/>
                    <a:pt x="872" y="83"/>
                    <a:pt x="873" y="83"/>
                  </a:cubicBezTo>
                  <a:cubicBezTo>
                    <a:pt x="874" y="83"/>
                    <a:pt x="875" y="84"/>
                    <a:pt x="876" y="84"/>
                  </a:cubicBezTo>
                  <a:cubicBezTo>
                    <a:pt x="877" y="84"/>
                    <a:pt x="878" y="83"/>
                    <a:pt x="879" y="84"/>
                  </a:cubicBezTo>
                  <a:cubicBezTo>
                    <a:pt x="879" y="84"/>
                    <a:pt x="880" y="84"/>
                    <a:pt x="880" y="84"/>
                  </a:cubicBezTo>
                  <a:cubicBezTo>
                    <a:pt x="880" y="85"/>
                    <a:pt x="879" y="84"/>
                    <a:pt x="879" y="84"/>
                  </a:cubicBezTo>
                  <a:cubicBezTo>
                    <a:pt x="879" y="84"/>
                    <a:pt x="880" y="85"/>
                    <a:pt x="880" y="85"/>
                  </a:cubicBezTo>
                  <a:cubicBezTo>
                    <a:pt x="880" y="85"/>
                    <a:pt x="880" y="85"/>
                    <a:pt x="880" y="85"/>
                  </a:cubicBezTo>
                  <a:cubicBezTo>
                    <a:pt x="882" y="85"/>
                    <a:pt x="883" y="85"/>
                    <a:pt x="884" y="85"/>
                  </a:cubicBezTo>
                  <a:cubicBezTo>
                    <a:pt x="885" y="85"/>
                    <a:pt x="885" y="85"/>
                    <a:pt x="886" y="86"/>
                  </a:cubicBezTo>
                  <a:cubicBezTo>
                    <a:pt x="886" y="86"/>
                    <a:pt x="886" y="86"/>
                    <a:pt x="886" y="86"/>
                  </a:cubicBezTo>
                  <a:cubicBezTo>
                    <a:pt x="886" y="87"/>
                    <a:pt x="884" y="88"/>
                    <a:pt x="884" y="88"/>
                  </a:cubicBezTo>
                  <a:cubicBezTo>
                    <a:pt x="885" y="88"/>
                    <a:pt x="885" y="87"/>
                    <a:pt x="885" y="87"/>
                  </a:cubicBezTo>
                  <a:cubicBezTo>
                    <a:pt x="886" y="87"/>
                    <a:pt x="886" y="87"/>
                    <a:pt x="886" y="87"/>
                  </a:cubicBezTo>
                  <a:cubicBezTo>
                    <a:pt x="886" y="87"/>
                    <a:pt x="886" y="86"/>
                    <a:pt x="887" y="86"/>
                  </a:cubicBezTo>
                  <a:cubicBezTo>
                    <a:pt x="887" y="86"/>
                    <a:pt x="887" y="87"/>
                    <a:pt x="888" y="87"/>
                  </a:cubicBezTo>
                  <a:cubicBezTo>
                    <a:pt x="888" y="86"/>
                    <a:pt x="889" y="86"/>
                    <a:pt x="890" y="86"/>
                  </a:cubicBezTo>
                  <a:cubicBezTo>
                    <a:pt x="892" y="86"/>
                    <a:pt x="894" y="87"/>
                    <a:pt x="896" y="88"/>
                  </a:cubicBezTo>
                  <a:cubicBezTo>
                    <a:pt x="897" y="88"/>
                    <a:pt x="898" y="88"/>
                    <a:pt x="899" y="89"/>
                  </a:cubicBezTo>
                  <a:cubicBezTo>
                    <a:pt x="900" y="89"/>
                    <a:pt x="901" y="89"/>
                    <a:pt x="901" y="90"/>
                  </a:cubicBezTo>
                  <a:cubicBezTo>
                    <a:pt x="900" y="90"/>
                    <a:pt x="899" y="90"/>
                    <a:pt x="898" y="90"/>
                  </a:cubicBezTo>
                  <a:cubicBezTo>
                    <a:pt x="900" y="90"/>
                    <a:pt x="901" y="90"/>
                    <a:pt x="903" y="91"/>
                  </a:cubicBezTo>
                  <a:cubicBezTo>
                    <a:pt x="904" y="91"/>
                    <a:pt x="906" y="91"/>
                    <a:pt x="906" y="91"/>
                  </a:cubicBezTo>
                  <a:cubicBezTo>
                    <a:pt x="906" y="91"/>
                    <a:pt x="909" y="91"/>
                    <a:pt x="909" y="91"/>
                  </a:cubicBezTo>
                  <a:cubicBezTo>
                    <a:pt x="909" y="91"/>
                    <a:pt x="910" y="91"/>
                    <a:pt x="911" y="91"/>
                  </a:cubicBezTo>
                  <a:cubicBezTo>
                    <a:pt x="912" y="91"/>
                    <a:pt x="910" y="91"/>
                    <a:pt x="911" y="91"/>
                  </a:cubicBezTo>
                  <a:cubicBezTo>
                    <a:pt x="912" y="91"/>
                    <a:pt x="913" y="91"/>
                    <a:pt x="914" y="91"/>
                  </a:cubicBezTo>
                  <a:cubicBezTo>
                    <a:pt x="915" y="90"/>
                    <a:pt x="916" y="90"/>
                    <a:pt x="917" y="90"/>
                  </a:cubicBezTo>
                  <a:cubicBezTo>
                    <a:pt x="918" y="90"/>
                    <a:pt x="919" y="90"/>
                    <a:pt x="920" y="89"/>
                  </a:cubicBezTo>
                  <a:cubicBezTo>
                    <a:pt x="921" y="89"/>
                    <a:pt x="922" y="89"/>
                    <a:pt x="923" y="89"/>
                  </a:cubicBezTo>
                  <a:cubicBezTo>
                    <a:pt x="923" y="89"/>
                    <a:pt x="924" y="89"/>
                    <a:pt x="924" y="89"/>
                  </a:cubicBezTo>
                  <a:cubicBezTo>
                    <a:pt x="924" y="90"/>
                    <a:pt x="925" y="90"/>
                    <a:pt x="925" y="90"/>
                  </a:cubicBezTo>
                  <a:cubicBezTo>
                    <a:pt x="924" y="89"/>
                    <a:pt x="926" y="89"/>
                    <a:pt x="926" y="89"/>
                  </a:cubicBezTo>
                  <a:cubicBezTo>
                    <a:pt x="928" y="89"/>
                    <a:pt x="930" y="89"/>
                    <a:pt x="932" y="89"/>
                  </a:cubicBezTo>
                  <a:cubicBezTo>
                    <a:pt x="937" y="89"/>
                    <a:pt x="941" y="89"/>
                    <a:pt x="945" y="90"/>
                  </a:cubicBezTo>
                  <a:cubicBezTo>
                    <a:pt x="949" y="90"/>
                    <a:pt x="953" y="91"/>
                    <a:pt x="957" y="92"/>
                  </a:cubicBezTo>
                  <a:cubicBezTo>
                    <a:pt x="959" y="93"/>
                    <a:pt x="961" y="94"/>
                    <a:pt x="963" y="95"/>
                  </a:cubicBezTo>
                  <a:cubicBezTo>
                    <a:pt x="964" y="95"/>
                    <a:pt x="964" y="96"/>
                    <a:pt x="965" y="96"/>
                  </a:cubicBezTo>
                  <a:cubicBezTo>
                    <a:pt x="965" y="96"/>
                    <a:pt x="965" y="96"/>
                    <a:pt x="965" y="97"/>
                  </a:cubicBezTo>
                  <a:cubicBezTo>
                    <a:pt x="966" y="97"/>
                    <a:pt x="966" y="97"/>
                    <a:pt x="966" y="98"/>
                  </a:cubicBezTo>
                  <a:cubicBezTo>
                    <a:pt x="966" y="98"/>
                    <a:pt x="965" y="97"/>
                    <a:pt x="964" y="97"/>
                  </a:cubicBezTo>
                  <a:cubicBezTo>
                    <a:pt x="965" y="98"/>
                    <a:pt x="966" y="98"/>
                    <a:pt x="966" y="98"/>
                  </a:cubicBezTo>
                  <a:cubicBezTo>
                    <a:pt x="967" y="98"/>
                    <a:pt x="967" y="98"/>
                    <a:pt x="967" y="99"/>
                  </a:cubicBezTo>
                  <a:cubicBezTo>
                    <a:pt x="967" y="99"/>
                    <a:pt x="967" y="99"/>
                    <a:pt x="967" y="99"/>
                  </a:cubicBezTo>
                  <a:cubicBezTo>
                    <a:pt x="967" y="100"/>
                    <a:pt x="969" y="100"/>
                    <a:pt x="969" y="101"/>
                  </a:cubicBezTo>
                  <a:cubicBezTo>
                    <a:pt x="970" y="100"/>
                    <a:pt x="971" y="101"/>
                    <a:pt x="971" y="101"/>
                  </a:cubicBezTo>
                  <a:cubicBezTo>
                    <a:pt x="972" y="101"/>
                    <a:pt x="973" y="101"/>
                    <a:pt x="974" y="102"/>
                  </a:cubicBezTo>
                  <a:cubicBezTo>
                    <a:pt x="975" y="102"/>
                    <a:pt x="975" y="102"/>
                    <a:pt x="976" y="102"/>
                  </a:cubicBezTo>
                  <a:cubicBezTo>
                    <a:pt x="977" y="102"/>
                    <a:pt x="978" y="102"/>
                    <a:pt x="979" y="102"/>
                  </a:cubicBezTo>
                  <a:cubicBezTo>
                    <a:pt x="981" y="103"/>
                    <a:pt x="981" y="103"/>
                    <a:pt x="983" y="102"/>
                  </a:cubicBezTo>
                  <a:cubicBezTo>
                    <a:pt x="983" y="102"/>
                    <a:pt x="983" y="102"/>
                    <a:pt x="984" y="102"/>
                  </a:cubicBezTo>
                  <a:cubicBezTo>
                    <a:pt x="984" y="102"/>
                    <a:pt x="985" y="102"/>
                    <a:pt x="985" y="102"/>
                  </a:cubicBezTo>
                  <a:cubicBezTo>
                    <a:pt x="986" y="102"/>
                    <a:pt x="986" y="102"/>
                    <a:pt x="987" y="102"/>
                  </a:cubicBezTo>
                  <a:cubicBezTo>
                    <a:pt x="988" y="102"/>
                    <a:pt x="989" y="102"/>
                    <a:pt x="988" y="102"/>
                  </a:cubicBezTo>
                  <a:cubicBezTo>
                    <a:pt x="989" y="102"/>
                    <a:pt x="990" y="102"/>
                    <a:pt x="991" y="102"/>
                  </a:cubicBezTo>
                  <a:cubicBezTo>
                    <a:pt x="992" y="102"/>
                    <a:pt x="993" y="101"/>
                    <a:pt x="994" y="101"/>
                  </a:cubicBezTo>
                  <a:cubicBezTo>
                    <a:pt x="995" y="101"/>
                    <a:pt x="996" y="102"/>
                    <a:pt x="997" y="102"/>
                  </a:cubicBezTo>
                  <a:cubicBezTo>
                    <a:pt x="997" y="102"/>
                    <a:pt x="998" y="101"/>
                    <a:pt x="999" y="101"/>
                  </a:cubicBezTo>
                  <a:cubicBezTo>
                    <a:pt x="999" y="101"/>
                    <a:pt x="1000" y="101"/>
                    <a:pt x="1001" y="102"/>
                  </a:cubicBezTo>
                  <a:cubicBezTo>
                    <a:pt x="1002" y="102"/>
                    <a:pt x="1003" y="102"/>
                    <a:pt x="1004" y="102"/>
                  </a:cubicBezTo>
                  <a:cubicBezTo>
                    <a:pt x="1006" y="103"/>
                    <a:pt x="1008" y="102"/>
                    <a:pt x="1010" y="102"/>
                  </a:cubicBezTo>
                  <a:cubicBezTo>
                    <a:pt x="1012" y="102"/>
                    <a:pt x="1014" y="103"/>
                    <a:pt x="1016" y="103"/>
                  </a:cubicBezTo>
                  <a:cubicBezTo>
                    <a:pt x="1018" y="103"/>
                    <a:pt x="1020" y="103"/>
                    <a:pt x="1021" y="103"/>
                  </a:cubicBezTo>
                  <a:cubicBezTo>
                    <a:pt x="1023" y="103"/>
                    <a:pt x="1024" y="103"/>
                    <a:pt x="1024" y="101"/>
                  </a:cubicBezTo>
                  <a:cubicBezTo>
                    <a:pt x="1025" y="100"/>
                    <a:pt x="1026" y="101"/>
                    <a:pt x="1026" y="101"/>
                  </a:cubicBezTo>
                  <a:cubicBezTo>
                    <a:pt x="1027" y="101"/>
                    <a:pt x="1027" y="101"/>
                    <a:pt x="1028" y="101"/>
                  </a:cubicBezTo>
                  <a:cubicBezTo>
                    <a:pt x="1027" y="102"/>
                    <a:pt x="1028" y="102"/>
                    <a:pt x="1028" y="102"/>
                  </a:cubicBezTo>
                  <a:cubicBezTo>
                    <a:pt x="1029" y="102"/>
                    <a:pt x="1030" y="102"/>
                    <a:pt x="1030" y="103"/>
                  </a:cubicBezTo>
                  <a:cubicBezTo>
                    <a:pt x="1031" y="103"/>
                    <a:pt x="1032" y="103"/>
                    <a:pt x="1033" y="104"/>
                  </a:cubicBezTo>
                  <a:cubicBezTo>
                    <a:pt x="1034" y="105"/>
                    <a:pt x="1036" y="106"/>
                    <a:pt x="1038" y="106"/>
                  </a:cubicBezTo>
                  <a:cubicBezTo>
                    <a:pt x="1039" y="106"/>
                    <a:pt x="1040" y="106"/>
                    <a:pt x="1041" y="106"/>
                  </a:cubicBezTo>
                  <a:cubicBezTo>
                    <a:pt x="1043" y="107"/>
                    <a:pt x="1044" y="107"/>
                    <a:pt x="1046" y="108"/>
                  </a:cubicBezTo>
                  <a:cubicBezTo>
                    <a:pt x="1047" y="108"/>
                    <a:pt x="1048" y="109"/>
                    <a:pt x="1049" y="110"/>
                  </a:cubicBezTo>
                  <a:cubicBezTo>
                    <a:pt x="1051" y="110"/>
                    <a:pt x="1053" y="110"/>
                    <a:pt x="1054" y="110"/>
                  </a:cubicBezTo>
                  <a:cubicBezTo>
                    <a:pt x="1055" y="110"/>
                    <a:pt x="1055" y="110"/>
                    <a:pt x="1056" y="110"/>
                  </a:cubicBezTo>
                  <a:cubicBezTo>
                    <a:pt x="1057" y="110"/>
                    <a:pt x="1057" y="110"/>
                    <a:pt x="1058" y="110"/>
                  </a:cubicBezTo>
                  <a:cubicBezTo>
                    <a:pt x="1058" y="110"/>
                    <a:pt x="1056" y="109"/>
                    <a:pt x="1056" y="109"/>
                  </a:cubicBezTo>
                  <a:cubicBezTo>
                    <a:pt x="1056" y="108"/>
                    <a:pt x="1058" y="109"/>
                    <a:pt x="1058" y="110"/>
                  </a:cubicBezTo>
                  <a:cubicBezTo>
                    <a:pt x="1058" y="109"/>
                    <a:pt x="1056" y="109"/>
                    <a:pt x="1057" y="108"/>
                  </a:cubicBezTo>
                  <a:cubicBezTo>
                    <a:pt x="1057" y="108"/>
                    <a:pt x="1057" y="107"/>
                    <a:pt x="1057" y="107"/>
                  </a:cubicBezTo>
                  <a:cubicBezTo>
                    <a:pt x="1058" y="107"/>
                    <a:pt x="1058" y="108"/>
                    <a:pt x="1058" y="108"/>
                  </a:cubicBezTo>
                  <a:cubicBezTo>
                    <a:pt x="1058" y="107"/>
                    <a:pt x="1057" y="107"/>
                    <a:pt x="1057" y="107"/>
                  </a:cubicBezTo>
                  <a:cubicBezTo>
                    <a:pt x="1056" y="107"/>
                    <a:pt x="1056" y="107"/>
                    <a:pt x="1055" y="106"/>
                  </a:cubicBezTo>
                  <a:cubicBezTo>
                    <a:pt x="1055" y="106"/>
                    <a:pt x="1054" y="106"/>
                    <a:pt x="1054" y="105"/>
                  </a:cubicBezTo>
                  <a:cubicBezTo>
                    <a:pt x="1053" y="105"/>
                    <a:pt x="1053" y="105"/>
                    <a:pt x="1052" y="105"/>
                  </a:cubicBezTo>
                  <a:cubicBezTo>
                    <a:pt x="1051" y="104"/>
                    <a:pt x="1049" y="103"/>
                    <a:pt x="1048" y="103"/>
                  </a:cubicBezTo>
                  <a:cubicBezTo>
                    <a:pt x="1047" y="102"/>
                    <a:pt x="1046" y="102"/>
                    <a:pt x="1045" y="102"/>
                  </a:cubicBezTo>
                  <a:cubicBezTo>
                    <a:pt x="1044" y="102"/>
                    <a:pt x="1043" y="102"/>
                    <a:pt x="1043" y="101"/>
                  </a:cubicBezTo>
                  <a:cubicBezTo>
                    <a:pt x="1043" y="101"/>
                    <a:pt x="1045" y="101"/>
                    <a:pt x="1044" y="101"/>
                  </a:cubicBezTo>
                  <a:cubicBezTo>
                    <a:pt x="1044" y="100"/>
                    <a:pt x="1043" y="100"/>
                    <a:pt x="1042" y="99"/>
                  </a:cubicBezTo>
                  <a:cubicBezTo>
                    <a:pt x="1041" y="99"/>
                    <a:pt x="1041" y="98"/>
                    <a:pt x="1040" y="98"/>
                  </a:cubicBezTo>
                  <a:cubicBezTo>
                    <a:pt x="1040" y="98"/>
                    <a:pt x="1039" y="98"/>
                    <a:pt x="1039" y="98"/>
                  </a:cubicBezTo>
                  <a:cubicBezTo>
                    <a:pt x="1040" y="97"/>
                    <a:pt x="1042" y="98"/>
                    <a:pt x="1043" y="98"/>
                  </a:cubicBezTo>
                  <a:cubicBezTo>
                    <a:pt x="1045" y="98"/>
                    <a:pt x="1046" y="98"/>
                    <a:pt x="1048" y="98"/>
                  </a:cubicBezTo>
                  <a:cubicBezTo>
                    <a:pt x="1050" y="99"/>
                    <a:pt x="1052" y="99"/>
                    <a:pt x="1054" y="99"/>
                  </a:cubicBezTo>
                  <a:cubicBezTo>
                    <a:pt x="1055" y="99"/>
                    <a:pt x="1056" y="99"/>
                    <a:pt x="1057" y="99"/>
                  </a:cubicBezTo>
                  <a:cubicBezTo>
                    <a:pt x="1057" y="99"/>
                    <a:pt x="1058" y="99"/>
                    <a:pt x="1058" y="99"/>
                  </a:cubicBezTo>
                  <a:cubicBezTo>
                    <a:pt x="1060" y="100"/>
                    <a:pt x="1061" y="100"/>
                    <a:pt x="1063" y="101"/>
                  </a:cubicBezTo>
                  <a:cubicBezTo>
                    <a:pt x="1063" y="101"/>
                    <a:pt x="1064" y="101"/>
                    <a:pt x="1064" y="100"/>
                  </a:cubicBezTo>
                  <a:cubicBezTo>
                    <a:pt x="1064" y="100"/>
                    <a:pt x="1061" y="100"/>
                    <a:pt x="1061" y="100"/>
                  </a:cubicBezTo>
                  <a:cubicBezTo>
                    <a:pt x="1060" y="100"/>
                    <a:pt x="1062" y="99"/>
                    <a:pt x="1062" y="99"/>
                  </a:cubicBezTo>
                  <a:cubicBezTo>
                    <a:pt x="1062" y="99"/>
                    <a:pt x="1063" y="99"/>
                    <a:pt x="1063" y="99"/>
                  </a:cubicBezTo>
                  <a:cubicBezTo>
                    <a:pt x="1064" y="99"/>
                    <a:pt x="1065" y="100"/>
                    <a:pt x="1066" y="100"/>
                  </a:cubicBezTo>
                  <a:cubicBezTo>
                    <a:pt x="1066" y="100"/>
                    <a:pt x="1066" y="100"/>
                    <a:pt x="1066" y="100"/>
                  </a:cubicBezTo>
                  <a:cubicBezTo>
                    <a:pt x="1066" y="100"/>
                    <a:pt x="1066" y="100"/>
                    <a:pt x="1067" y="100"/>
                  </a:cubicBezTo>
                  <a:cubicBezTo>
                    <a:pt x="1067" y="100"/>
                    <a:pt x="1067" y="100"/>
                    <a:pt x="1067" y="100"/>
                  </a:cubicBezTo>
                  <a:cubicBezTo>
                    <a:pt x="1068" y="100"/>
                    <a:pt x="1069" y="100"/>
                    <a:pt x="1070" y="100"/>
                  </a:cubicBezTo>
                  <a:cubicBezTo>
                    <a:pt x="1072" y="100"/>
                    <a:pt x="1074" y="100"/>
                    <a:pt x="1076" y="100"/>
                  </a:cubicBezTo>
                  <a:cubicBezTo>
                    <a:pt x="1076" y="100"/>
                    <a:pt x="1077" y="100"/>
                    <a:pt x="1078" y="100"/>
                  </a:cubicBezTo>
                  <a:cubicBezTo>
                    <a:pt x="1078" y="99"/>
                    <a:pt x="1079" y="100"/>
                    <a:pt x="1080" y="100"/>
                  </a:cubicBezTo>
                  <a:cubicBezTo>
                    <a:pt x="1080" y="100"/>
                    <a:pt x="1084" y="100"/>
                    <a:pt x="1084" y="101"/>
                  </a:cubicBezTo>
                  <a:cubicBezTo>
                    <a:pt x="1085" y="101"/>
                    <a:pt x="1086" y="101"/>
                    <a:pt x="1087" y="101"/>
                  </a:cubicBezTo>
                  <a:cubicBezTo>
                    <a:pt x="1088" y="101"/>
                    <a:pt x="1089" y="102"/>
                    <a:pt x="1090" y="102"/>
                  </a:cubicBezTo>
                  <a:cubicBezTo>
                    <a:pt x="1091" y="102"/>
                    <a:pt x="1093" y="102"/>
                    <a:pt x="1094" y="102"/>
                  </a:cubicBezTo>
                  <a:cubicBezTo>
                    <a:pt x="1095" y="102"/>
                    <a:pt x="1096" y="102"/>
                    <a:pt x="1097" y="103"/>
                  </a:cubicBezTo>
                  <a:cubicBezTo>
                    <a:pt x="1096" y="103"/>
                    <a:pt x="1098" y="103"/>
                    <a:pt x="1099" y="103"/>
                  </a:cubicBezTo>
                  <a:cubicBezTo>
                    <a:pt x="1099" y="103"/>
                    <a:pt x="1100" y="103"/>
                    <a:pt x="1100" y="103"/>
                  </a:cubicBezTo>
                  <a:cubicBezTo>
                    <a:pt x="1101" y="103"/>
                    <a:pt x="1103" y="104"/>
                    <a:pt x="1103" y="104"/>
                  </a:cubicBezTo>
                  <a:cubicBezTo>
                    <a:pt x="1103" y="104"/>
                    <a:pt x="1103" y="104"/>
                    <a:pt x="1103" y="104"/>
                  </a:cubicBezTo>
                  <a:cubicBezTo>
                    <a:pt x="1104" y="103"/>
                    <a:pt x="1105" y="104"/>
                    <a:pt x="1106" y="104"/>
                  </a:cubicBezTo>
                  <a:cubicBezTo>
                    <a:pt x="1108" y="104"/>
                    <a:pt x="1109" y="104"/>
                    <a:pt x="1110" y="105"/>
                  </a:cubicBezTo>
                  <a:cubicBezTo>
                    <a:pt x="1109" y="105"/>
                    <a:pt x="1108" y="105"/>
                    <a:pt x="1107" y="104"/>
                  </a:cubicBezTo>
                  <a:cubicBezTo>
                    <a:pt x="1108" y="105"/>
                    <a:pt x="1108" y="105"/>
                    <a:pt x="1110" y="105"/>
                  </a:cubicBezTo>
                  <a:cubicBezTo>
                    <a:pt x="1111" y="105"/>
                    <a:pt x="1113" y="105"/>
                    <a:pt x="1114" y="106"/>
                  </a:cubicBezTo>
                  <a:cubicBezTo>
                    <a:pt x="1115" y="106"/>
                    <a:pt x="1117" y="107"/>
                    <a:pt x="1118" y="107"/>
                  </a:cubicBezTo>
                  <a:cubicBezTo>
                    <a:pt x="1119" y="107"/>
                    <a:pt x="1120" y="108"/>
                    <a:pt x="1120" y="108"/>
                  </a:cubicBezTo>
                  <a:cubicBezTo>
                    <a:pt x="1121" y="108"/>
                    <a:pt x="1121" y="108"/>
                    <a:pt x="1122" y="108"/>
                  </a:cubicBezTo>
                  <a:cubicBezTo>
                    <a:pt x="1122" y="108"/>
                    <a:pt x="1122" y="108"/>
                    <a:pt x="1122" y="108"/>
                  </a:cubicBezTo>
                  <a:cubicBezTo>
                    <a:pt x="1123" y="108"/>
                    <a:pt x="1125" y="109"/>
                    <a:pt x="1126" y="109"/>
                  </a:cubicBezTo>
                  <a:cubicBezTo>
                    <a:pt x="1126" y="109"/>
                    <a:pt x="1125" y="108"/>
                    <a:pt x="1125" y="108"/>
                  </a:cubicBezTo>
                  <a:cubicBezTo>
                    <a:pt x="1126" y="108"/>
                    <a:pt x="1126" y="109"/>
                    <a:pt x="1127" y="109"/>
                  </a:cubicBezTo>
                  <a:cubicBezTo>
                    <a:pt x="1127" y="109"/>
                    <a:pt x="1128" y="109"/>
                    <a:pt x="1128" y="109"/>
                  </a:cubicBezTo>
                  <a:cubicBezTo>
                    <a:pt x="1128" y="110"/>
                    <a:pt x="1129" y="110"/>
                    <a:pt x="1130" y="110"/>
                  </a:cubicBezTo>
                  <a:cubicBezTo>
                    <a:pt x="1130" y="110"/>
                    <a:pt x="1131" y="110"/>
                    <a:pt x="1132" y="110"/>
                  </a:cubicBezTo>
                  <a:cubicBezTo>
                    <a:pt x="1134" y="110"/>
                    <a:pt x="1136" y="111"/>
                    <a:pt x="1137" y="112"/>
                  </a:cubicBezTo>
                  <a:cubicBezTo>
                    <a:pt x="1137" y="112"/>
                    <a:pt x="1136" y="111"/>
                    <a:pt x="1135" y="111"/>
                  </a:cubicBezTo>
                  <a:cubicBezTo>
                    <a:pt x="1136" y="112"/>
                    <a:pt x="1137" y="112"/>
                    <a:pt x="1138" y="112"/>
                  </a:cubicBezTo>
                  <a:cubicBezTo>
                    <a:pt x="1140" y="113"/>
                    <a:pt x="1141" y="113"/>
                    <a:pt x="1143" y="113"/>
                  </a:cubicBezTo>
                  <a:cubicBezTo>
                    <a:pt x="1143" y="113"/>
                    <a:pt x="1145" y="114"/>
                    <a:pt x="1145" y="114"/>
                  </a:cubicBezTo>
                  <a:cubicBezTo>
                    <a:pt x="1145" y="115"/>
                    <a:pt x="1146" y="114"/>
                    <a:pt x="1147" y="114"/>
                  </a:cubicBezTo>
                  <a:cubicBezTo>
                    <a:pt x="1147" y="114"/>
                    <a:pt x="1146" y="114"/>
                    <a:pt x="1146" y="114"/>
                  </a:cubicBezTo>
                  <a:cubicBezTo>
                    <a:pt x="1147" y="114"/>
                    <a:pt x="1148" y="114"/>
                    <a:pt x="1149" y="115"/>
                  </a:cubicBezTo>
                  <a:cubicBezTo>
                    <a:pt x="1148" y="115"/>
                    <a:pt x="1148" y="114"/>
                    <a:pt x="1148" y="115"/>
                  </a:cubicBezTo>
                  <a:cubicBezTo>
                    <a:pt x="1148" y="115"/>
                    <a:pt x="1149" y="116"/>
                    <a:pt x="1150" y="115"/>
                  </a:cubicBezTo>
                  <a:cubicBezTo>
                    <a:pt x="1150" y="114"/>
                    <a:pt x="1152" y="115"/>
                    <a:pt x="1152" y="115"/>
                  </a:cubicBezTo>
                  <a:cubicBezTo>
                    <a:pt x="1152" y="115"/>
                    <a:pt x="1152" y="115"/>
                    <a:pt x="1152" y="115"/>
                  </a:cubicBezTo>
                  <a:cubicBezTo>
                    <a:pt x="1152" y="116"/>
                    <a:pt x="1153" y="116"/>
                    <a:pt x="1153" y="116"/>
                  </a:cubicBezTo>
                  <a:cubicBezTo>
                    <a:pt x="1153" y="116"/>
                    <a:pt x="1154" y="116"/>
                    <a:pt x="1154" y="116"/>
                  </a:cubicBezTo>
                  <a:cubicBezTo>
                    <a:pt x="1155" y="116"/>
                    <a:pt x="1157" y="116"/>
                    <a:pt x="1159" y="117"/>
                  </a:cubicBezTo>
                  <a:cubicBezTo>
                    <a:pt x="1161" y="117"/>
                    <a:pt x="1162" y="117"/>
                    <a:pt x="1164" y="118"/>
                  </a:cubicBezTo>
                  <a:cubicBezTo>
                    <a:pt x="1166" y="118"/>
                    <a:pt x="1168" y="119"/>
                    <a:pt x="1170" y="119"/>
                  </a:cubicBezTo>
                  <a:cubicBezTo>
                    <a:pt x="1170" y="120"/>
                    <a:pt x="1171" y="120"/>
                    <a:pt x="1172" y="120"/>
                  </a:cubicBezTo>
                  <a:cubicBezTo>
                    <a:pt x="1172" y="120"/>
                    <a:pt x="1173" y="120"/>
                    <a:pt x="1173" y="121"/>
                  </a:cubicBezTo>
                  <a:cubicBezTo>
                    <a:pt x="1174" y="121"/>
                    <a:pt x="1174" y="121"/>
                    <a:pt x="1175" y="121"/>
                  </a:cubicBezTo>
                  <a:cubicBezTo>
                    <a:pt x="1176" y="122"/>
                    <a:pt x="1176" y="122"/>
                    <a:pt x="1177" y="122"/>
                  </a:cubicBezTo>
                  <a:cubicBezTo>
                    <a:pt x="1176" y="122"/>
                    <a:pt x="1176" y="122"/>
                    <a:pt x="1176" y="122"/>
                  </a:cubicBezTo>
                  <a:cubicBezTo>
                    <a:pt x="1176" y="122"/>
                    <a:pt x="1176" y="122"/>
                    <a:pt x="1177" y="123"/>
                  </a:cubicBezTo>
                  <a:cubicBezTo>
                    <a:pt x="1177" y="123"/>
                    <a:pt x="1177" y="123"/>
                    <a:pt x="1178" y="123"/>
                  </a:cubicBezTo>
                  <a:cubicBezTo>
                    <a:pt x="1179" y="123"/>
                    <a:pt x="1179" y="123"/>
                    <a:pt x="1178" y="122"/>
                  </a:cubicBezTo>
                  <a:cubicBezTo>
                    <a:pt x="1178" y="122"/>
                    <a:pt x="1179" y="123"/>
                    <a:pt x="1180" y="123"/>
                  </a:cubicBezTo>
                  <a:cubicBezTo>
                    <a:pt x="1181" y="123"/>
                    <a:pt x="1182" y="123"/>
                    <a:pt x="1182" y="124"/>
                  </a:cubicBezTo>
                  <a:cubicBezTo>
                    <a:pt x="1182" y="124"/>
                    <a:pt x="1182" y="124"/>
                    <a:pt x="1181" y="124"/>
                  </a:cubicBezTo>
                  <a:cubicBezTo>
                    <a:pt x="1181" y="124"/>
                    <a:pt x="1184" y="126"/>
                    <a:pt x="1184" y="126"/>
                  </a:cubicBezTo>
                  <a:cubicBezTo>
                    <a:pt x="1185" y="127"/>
                    <a:pt x="1186" y="127"/>
                    <a:pt x="1188" y="127"/>
                  </a:cubicBezTo>
                  <a:cubicBezTo>
                    <a:pt x="1187" y="127"/>
                    <a:pt x="1190" y="129"/>
                    <a:pt x="1190" y="129"/>
                  </a:cubicBezTo>
                  <a:cubicBezTo>
                    <a:pt x="1190" y="129"/>
                    <a:pt x="1190" y="129"/>
                    <a:pt x="1189" y="129"/>
                  </a:cubicBezTo>
                  <a:cubicBezTo>
                    <a:pt x="1190" y="129"/>
                    <a:pt x="1189" y="130"/>
                    <a:pt x="1189" y="130"/>
                  </a:cubicBezTo>
                  <a:cubicBezTo>
                    <a:pt x="1192" y="131"/>
                    <a:pt x="1194" y="130"/>
                    <a:pt x="1196" y="132"/>
                  </a:cubicBezTo>
                  <a:cubicBezTo>
                    <a:pt x="1196" y="132"/>
                    <a:pt x="1196" y="132"/>
                    <a:pt x="1196" y="132"/>
                  </a:cubicBezTo>
                  <a:cubicBezTo>
                    <a:pt x="1196" y="132"/>
                    <a:pt x="1197" y="132"/>
                    <a:pt x="1198" y="133"/>
                  </a:cubicBezTo>
                  <a:cubicBezTo>
                    <a:pt x="1198" y="133"/>
                    <a:pt x="1199" y="134"/>
                    <a:pt x="1199" y="133"/>
                  </a:cubicBezTo>
                  <a:cubicBezTo>
                    <a:pt x="1199" y="133"/>
                    <a:pt x="1197" y="132"/>
                    <a:pt x="1198" y="132"/>
                  </a:cubicBezTo>
                  <a:cubicBezTo>
                    <a:pt x="1199" y="132"/>
                    <a:pt x="1198" y="132"/>
                    <a:pt x="1197" y="132"/>
                  </a:cubicBezTo>
                  <a:cubicBezTo>
                    <a:pt x="1198" y="132"/>
                    <a:pt x="1199" y="131"/>
                    <a:pt x="1200" y="132"/>
                  </a:cubicBezTo>
                  <a:cubicBezTo>
                    <a:pt x="1200" y="132"/>
                    <a:pt x="1201" y="133"/>
                    <a:pt x="1201" y="133"/>
                  </a:cubicBezTo>
                  <a:cubicBezTo>
                    <a:pt x="1200" y="133"/>
                    <a:pt x="1202" y="134"/>
                    <a:pt x="1203" y="134"/>
                  </a:cubicBezTo>
                  <a:cubicBezTo>
                    <a:pt x="1202" y="134"/>
                    <a:pt x="1202" y="134"/>
                    <a:pt x="1202" y="133"/>
                  </a:cubicBezTo>
                  <a:cubicBezTo>
                    <a:pt x="1202" y="133"/>
                    <a:pt x="1202" y="133"/>
                    <a:pt x="1202" y="133"/>
                  </a:cubicBezTo>
                  <a:cubicBezTo>
                    <a:pt x="1202" y="133"/>
                    <a:pt x="1202" y="133"/>
                    <a:pt x="1202" y="133"/>
                  </a:cubicBezTo>
                  <a:cubicBezTo>
                    <a:pt x="1202" y="132"/>
                    <a:pt x="1201" y="132"/>
                    <a:pt x="1200" y="132"/>
                  </a:cubicBezTo>
                  <a:cubicBezTo>
                    <a:pt x="1200" y="131"/>
                    <a:pt x="1199" y="131"/>
                    <a:pt x="1198" y="131"/>
                  </a:cubicBezTo>
                  <a:cubicBezTo>
                    <a:pt x="1197" y="131"/>
                    <a:pt x="1196" y="131"/>
                    <a:pt x="1196" y="131"/>
                  </a:cubicBezTo>
                  <a:cubicBezTo>
                    <a:pt x="1195" y="130"/>
                    <a:pt x="1196" y="130"/>
                    <a:pt x="1197" y="130"/>
                  </a:cubicBezTo>
                  <a:cubicBezTo>
                    <a:pt x="1195" y="129"/>
                    <a:pt x="1193" y="127"/>
                    <a:pt x="1191" y="127"/>
                  </a:cubicBezTo>
                  <a:cubicBezTo>
                    <a:pt x="1191" y="127"/>
                    <a:pt x="1190" y="127"/>
                    <a:pt x="1190" y="127"/>
                  </a:cubicBezTo>
                  <a:cubicBezTo>
                    <a:pt x="1190" y="127"/>
                    <a:pt x="1190" y="126"/>
                    <a:pt x="1190" y="126"/>
                  </a:cubicBezTo>
                  <a:cubicBezTo>
                    <a:pt x="1189" y="126"/>
                    <a:pt x="1188" y="127"/>
                    <a:pt x="1187" y="126"/>
                  </a:cubicBezTo>
                  <a:cubicBezTo>
                    <a:pt x="1187" y="126"/>
                    <a:pt x="1188" y="126"/>
                    <a:pt x="1188" y="126"/>
                  </a:cubicBezTo>
                  <a:cubicBezTo>
                    <a:pt x="1188" y="126"/>
                    <a:pt x="1186" y="126"/>
                    <a:pt x="1186" y="126"/>
                  </a:cubicBezTo>
                  <a:cubicBezTo>
                    <a:pt x="1186" y="125"/>
                    <a:pt x="1190" y="126"/>
                    <a:pt x="1191" y="126"/>
                  </a:cubicBezTo>
                  <a:cubicBezTo>
                    <a:pt x="1191" y="126"/>
                    <a:pt x="1193" y="126"/>
                    <a:pt x="1192" y="125"/>
                  </a:cubicBezTo>
                  <a:cubicBezTo>
                    <a:pt x="1193" y="125"/>
                    <a:pt x="1194" y="126"/>
                    <a:pt x="1194" y="126"/>
                  </a:cubicBezTo>
                  <a:cubicBezTo>
                    <a:pt x="1194" y="126"/>
                    <a:pt x="1195" y="126"/>
                    <a:pt x="1195" y="126"/>
                  </a:cubicBezTo>
                  <a:cubicBezTo>
                    <a:pt x="1195" y="126"/>
                    <a:pt x="1195" y="126"/>
                    <a:pt x="1195" y="126"/>
                  </a:cubicBezTo>
                  <a:cubicBezTo>
                    <a:pt x="1196" y="126"/>
                    <a:pt x="1197" y="126"/>
                    <a:pt x="1197" y="126"/>
                  </a:cubicBezTo>
                  <a:cubicBezTo>
                    <a:pt x="1197" y="126"/>
                    <a:pt x="1197" y="126"/>
                    <a:pt x="1196" y="126"/>
                  </a:cubicBezTo>
                  <a:cubicBezTo>
                    <a:pt x="1196" y="126"/>
                    <a:pt x="1198" y="127"/>
                    <a:pt x="1198" y="127"/>
                  </a:cubicBezTo>
                  <a:cubicBezTo>
                    <a:pt x="1197" y="127"/>
                    <a:pt x="1197" y="126"/>
                    <a:pt x="1197" y="127"/>
                  </a:cubicBezTo>
                  <a:cubicBezTo>
                    <a:pt x="1197" y="127"/>
                    <a:pt x="1198" y="127"/>
                    <a:pt x="1198" y="128"/>
                  </a:cubicBezTo>
                  <a:cubicBezTo>
                    <a:pt x="1198" y="128"/>
                    <a:pt x="1200" y="129"/>
                    <a:pt x="1200" y="128"/>
                  </a:cubicBezTo>
                  <a:cubicBezTo>
                    <a:pt x="1200" y="128"/>
                    <a:pt x="1198" y="127"/>
                    <a:pt x="1198" y="127"/>
                  </a:cubicBezTo>
                  <a:cubicBezTo>
                    <a:pt x="1198" y="126"/>
                    <a:pt x="1200" y="127"/>
                    <a:pt x="1201" y="127"/>
                  </a:cubicBezTo>
                  <a:cubicBezTo>
                    <a:pt x="1202" y="128"/>
                    <a:pt x="1202" y="127"/>
                    <a:pt x="1203" y="127"/>
                  </a:cubicBezTo>
                  <a:cubicBezTo>
                    <a:pt x="1203" y="127"/>
                    <a:pt x="1204" y="127"/>
                    <a:pt x="1204" y="127"/>
                  </a:cubicBezTo>
                  <a:cubicBezTo>
                    <a:pt x="1203" y="127"/>
                    <a:pt x="1202" y="127"/>
                    <a:pt x="1201" y="127"/>
                  </a:cubicBezTo>
                  <a:cubicBezTo>
                    <a:pt x="1200" y="127"/>
                    <a:pt x="1198" y="127"/>
                    <a:pt x="1198" y="126"/>
                  </a:cubicBezTo>
                  <a:cubicBezTo>
                    <a:pt x="1199" y="126"/>
                    <a:pt x="1200" y="126"/>
                    <a:pt x="1200" y="126"/>
                  </a:cubicBezTo>
                  <a:cubicBezTo>
                    <a:pt x="1201" y="126"/>
                    <a:pt x="1202" y="126"/>
                    <a:pt x="1203" y="127"/>
                  </a:cubicBezTo>
                  <a:cubicBezTo>
                    <a:pt x="1202" y="127"/>
                    <a:pt x="1201" y="126"/>
                    <a:pt x="1201" y="126"/>
                  </a:cubicBezTo>
                  <a:cubicBezTo>
                    <a:pt x="1202" y="127"/>
                    <a:pt x="1204" y="127"/>
                    <a:pt x="1205" y="127"/>
                  </a:cubicBezTo>
                  <a:cubicBezTo>
                    <a:pt x="1205" y="127"/>
                    <a:pt x="1206" y="127"/>
                    <a:pt x="1207" y="127"/>
                  </a:cubicBezTo>
                  <a:cubicBezTo>
                    <a:pt x="1207" y="127"/>
                    <a:pt x="1208" y="127"/>
                    <a:pt x="1208" y="127"/>
                  </a:cubicBezTo>
                  <a:cubicBezTo>
                    <a:pt x="1209" y="127"/>
                    <a:pt x="1210" y="128"/>
                    <a:pt x="1211" y="128"/>
                  </a:cubicBezTo>
                  <a:cubicBezTo>
                    <a:pt x="1212" y="128"/>
                    <a:pt x="1212" y="129"/>
                    <a:pt x="1213" y="129"/>
                  </a:cubicBezTo>
                  <a:cubicBezTo>
                    <a:pt x="1214" y="129"/>
                    <a:pt x="1215" y="130"/>
                    <a:pt x="1216" y="130"/>
                  </a:cubicBezTo>
                  <a:cubicBezTo>
                    <a:pt x="1217" y="131"/>
                    <a:pt x="1219" y="131"/>
                    <a:pt x="1220" y="131"/>
                  </a:cubicBezTo>
                  <a:cubicBezTo>
                    <a:pt x="1221" y="131"/>
                    <a:pt x="1222" y="132"/>
                    <a:pt x="1224" y="132"/>
                  </a:cubicBezTo>
                  <a:cubicBezTo>
                    <a:pt x="1225" y="133"/>
                    <a:pt x="1226" y="133"/>
                    <a:pt x="1227" y="133"/>
                  </a:cubicBezTo>
                  <a:cubicBezTo>
                    <a:pt x="1227" y="133"/>
                    <a:pt x="1227" y="133"/>
                    <a:pt x="1227" y="133"/>
                  </a:cubicBezTo>
                  <a:cubicBezTo>
                    <a:pt x="1227" y="134"/>
                    <a:pt x="1227" y="134"/>
                    <a:pt x="1227" y="134"/>
                  </a:cubicBezTo>
                  <a:cubicBezTo>
                    <a:pt x="1228" y="134"/>
                    <a:pt x="1227" y="133"/>
                    <a:pt x="1228" y="133"/>
                  </a:cubicBezTo>
                  <a:cubicBezTo>
                    <a:pt x="1228" y="133"/>
                    <a:pt x="1231" y="134"/>
                    <a:pt x="1231" y="134"/>
                  </a:cubicBezTo>
                  <a:cubicBezTo>
                    <a:pt x="1231" y="134"/>
                    <a:pt x="1230" y="134"/>
                    <a:pt x="1230" y="134"/>
                  </a:cubicBezTo>
                  <a:cubicBezTo>
                    <a:pt x="1230" y="135"/>
                    <a:pt x="1231" y="135"/>
                    <a:pt x="1231" y="135"/>
                  </a:cubicBezTo>
                  <a:cubicBezTo>
                    <a:pt x="1232" y="134"/>
                    <a:pt x="1232" y="135"/>
                    <a:pt x="1233" y="135"/>
                  </a:cubicBezTo>
                  <a:cubicBezTo>
                    <a:pt x="1233" y="135"/>
                    <a:pt x="1233" y="135"/>
                    <a:pt x="1233" y="135"/>
                  </a:cubicBezTo>
                  <a:cubicBezTo>
                    <a:pt x="1233" y="134"/>
                    <a:pt x="1234" y="135"/>
                    <a:pt x="1234" y="135"/>
                  </a:cubicBezTo>
                  <a:cubicBezTo>
                    <a:pt x="1235" y="136"/>
                    <a:pt x="1234" y="136"/>
                    <a:pt x="1233" y="136"/>
                  </a:cubicBezTo>
                  <a:cubicBezTo>
                    <a:pt x="1233" y="137"/>
                    <a:pt x="1232" y="138"/>
                    <a:pt x="1233" y="138"/>
                  </a:cubicBezTo>
                  <a:cubicBezTo>
                    <a:pt x="1233" y="138"/>
                    <a:pt x="1233" y="138"/>
                    <a:pt x="1234" y="138"/>
                  </a:cubicBezTo>
                  <a:cubicBezTo>
                    <a:pt x="1234" y="138"/>
                    <a:pt x="1234" y="139"/>
                    <a:pt x="1235" y="139"/>
                  </a:cubicBezTo>
                  <a:cubicBezTo>
                    <a:pt x="1235" y="139"/>
                    <a:pt x="1236" y="140"/>
                    <a:pt x="1235" y="140"/>
                  </a:cubicBezTo>
                  <a:cubicBezTo>
                    <a:pt x="1234" y="140"/>
                    <a:pt x="1233" y="140"/>
                    <a:pt x="1232" y="139"/>
                  </a:cubicBezTo>
                  <a:cubicBezTo>
                    <a:pt x="1230" y="139"/>
                    <a:pt x="1228" y="138"/>
                    <a:pt x="1226" y="138"/>
                  </a:cubicBezTo>
                  <a:cubicBezTo>
                    <a:pt x="1227" y="138"/>
                    <a:pt x="1228" y="139"/>
                    <a:pt x="1229" y="139"/>
                  </a:cubicBezTo>
                  <a:cubicBezTo>
                    <a:pt x="1229" y="139"/>
                    <a:pt x="1230" y="139"/>
                    <a:pt x="1230" y="139"/>
                  </a:cubicBezTo>
                  <a:cubicBezTo>
                    <a:pt x="1231" y="139"/>
                    <a:pt x="1231" y="140"/>
                    <a:pt x="1232" y="140"/>
                  </a:cubicBezTo>
                  <a:cubicBezTo>
                    <a:pt x="1233" y="140"/>
                    <a:pt x="1234" y="140"/>
                    <a:pt x="1234" y="141"/>
                  </a:cubicBezTo>
                  <a:cubicBezTo>
                    <a:pt x="1233" y="141"/>
                    <a:pt x="1232" y="141"/>
                    <a:pt x="1231" y="141"/>
                  </a:cubicBezTo>
                  <a:cubicBezTo>
                    <a:pt x="1230" y="141"/>
                    <a:pt x="1228" y="141"/>
                    <a:pt x="1227" y="141"/>
                  </a:cubicBezTo>
                  <a:cubicBezTo>
                    <a:pt x="1228" y="141"/>
                    <a:pt x="1228" y="141"/>
                    <a:pt x="1228" y="141"/>
                  </a:cubicBezTo>
                  <a:cubicBezTo>
                    <a:pt x="1228" y="140"/>
                    <a:pt x="1227" y="141"/>
                    <a:pt x="1226" y="141"/>
                  </a:cubicBezTo>
                  <a:cubicBezTo>
                    <a:pt x="1225" y="140"/>
                    <a:pt x="1225" y="141"/>
                    <a:pt x="1224" y="140"/>
                  </a:cubicBezTo>
                  <a:cubicBezTo>
                    <a:pt x="1223" y="140"/>
                    <a:pt x="1222" y="139"/>
                    <a:pt x="1221" y="139"/>
                  </a:cubicBezTo>
                  <a:cubicBezTo>
                    <a:pt x="1220" y="139"/>
                    <a:pt x="1219" y="139"/>
                    <a:pt x="1219" y="139"/>
                  </a:cubicBezTo>
                  <a:cubicBezTo>
                    <a:pt x="1219" y="139"/>
                    <a:pt x="1220" y="139"/>
                    <a:pt x="1220" y="140"/>
                  </a:cubicBezTo>
                  <a:cubicBezTo>
                    <a:pt x="1221" y="140"/>
                    <a:pt x="1221" y="140"/>
                    <a:pt x="1222" y="140"/>
                  </a:cubicBezTo>
                  <a:cubicBezTo>
                    <a:pt x="1223" y="140"/>
                    <a:pt x="1223" y="140"/>
                    <a:pt x="1223" y="141"/>
                  </a:cubicBezTo>
                  <a:cubicBezTo>
                    <a:pt x="1224" y="141"/>
                    <a:pt x="1225" y="141"/>
                    <a:pt x="1225" y="141"/>
                  </a:cubicBezTo>
                  <a:cubicBezTo>
                    <a:pt x="1225" y="141"/>
                    <a:pt x="1225" y="141"/>
                    <a:pt x="1224" y="141"/>
                  </a:cubicBezTo>
                  <a:cubicBezTo>
                    <a:pt x="1225" y="141"/>
                    <a:pt x="1225" y="142"/>
                    <a:pt x="1226" y="142"/>
                  </a:cubicBezTo>
                  <a:cubicBezTo>
                    <a:pt x="1226" y="142"/>
                    <a:pt x="1226" y="141"/>
                    <a:pt x="1226" y="141"/>
                  </a:cubicBezTo>
                  <a:cubicBezTo>
                    <a:pt x="1226" y="141"/>
                    <a:pt x="1229" y="143"/>
                    <a:pt x="1229" y="144"/>
                  </a:cubicBezTo>
                  <a:cubicBezTo>
                    <a:pt x="1228" y="143"/>
                    <a:pt x="1228" y="143"/>
                    <a:pt x="1227" y="143"/>
                  </a:cubicBezTo>
                  <a:cubicBezTo>
                    <a:pt x="1226" y="144"/>
                    <a:pt x="1226" y="143"/>
                    <a:pt x="1226" y="143"/>
                  </a:cubicBezTo>
                  <a:cubicBezTo>
                    <a:pt x="1226" y="144"/>
                    <a:pt x="1228" y="144"/>
                    <a:pt x="1228" y="144"/>
                  </a:cubicBezTo>
                  <a:cubicBezTo>
                    <a:pt x="1229" y="144"/>
                    <a:pt x="1229" y="144"/>
                    <a:pt x="1230" y="144"/>
                  </a:cubicBezTo>
                  <a:cubicBezTo>
                    <a:pt x="1230" y="144"/>
                    <a:pt x="1231" y="145"/>
                    <a:pt x="1231" y="145"/>
                  </a:cubicBezTo>
                  <a:cubicBezTo>
                    <a:pt x="1231" y="145"/>
                    <a:pt x="1232" y="145"/>
                    <a:pt x="1232" y="146"/>
                  </a:cubicBezTo>
                  <a:cubicBezTo>
                    <a:pt x="1232" y="147"/>
                    <a:pt x="1231" y="147"/>
                    <a:pt x="1231" y="147"/>
                  </a:cubicBezTo>
                  <a:cubicBezTo>
                    <a:pt x="1230" y="147"/>
                    <a:pt x="1231" y="147"/>
                    <a:pt x="1230" y="147"/>
                  </a:cubicBezTo>
                  <a:cubicBezTo>
                    <a:pt x="1230" y="147"/>
                    <a:pt x="1229" y="147"/>
                    <a:pt x="1229" y="147"/>
                  </a:cubicBezTo>
                  <a:cubicBezTo>
                    <a:pt x="1228" y="147"/>
                    <a:pt x="1229" y="148"/>
                    <a:pt x="1228" y="148"/>
                  </a:cubicBezTo>
                  <a:cubicBezTo>
                    <a:pt x="1229" y="148"/>
                    <a:pt x="1229" y="148"/>
                    <a:pt x="1229" y="147"/>
                  </a:cubicBezTo>
                  <a:cubicBezTo>
                    <a:pt x="1229" y="147"/>
                    <a:pt x="1230" y="147"/>
                    <a:pt x="1230" y="148"/>
                  </a:cubicBezTo>
                  <a:cubicBezTo>
                    <a:pt x="1231" y="148"/>
                    <a:pt x="1231" y="148"/>
                    <a:pt x="1232" y="148"/>
                  </a:cubicBezTo>
                  <a:cubicBezTo>
                    <a:pt x="1232" y="148"/>
                    <a:pt x="1231" y="148"/>
                    <a:pt x="1232" y="149"/>
                  </a:cubicBezTo>
                  <a:cubicBezTo>
                    <a:pt x="1232" y="149"/>
                    <a:pt x="1231" y="149"/>
                    <a:pt x="1231" y="149"/>
                  </a:cubicBezTo>
                  <a:cubicBezTo>
                    <a:pt x="1231" y="149"/>
                    <a:pt x="1232" y="149"/>
                    <a:pt x="1232" y="149"/>
                  </a:cubicBezTo>
                  <a:cubicBezTo>
                    <a:pt x="1232" y="149"/>
                    <a:pt x="1233" y="150"/>
                    <a:pt x="1232" y="150"/>
                  </a:cubicBezTo>
                  <a:cubicBezTo>
                    <a:pt x="1233" y="150"/>
                    <a:pt x="1233" y="149"/>
                    <a:pt x="1234" y="149"/>
                  </a:cubicBezTo>
                  <a:cubicBezTo>
                    <a:pt x="1234" y="150"/>
                    <a:pt x="1235" y="150"/>
                    <a:pt x="1236" y="150"/>
                  </a:cubicBezTo>
                  <a:cubicBezTo>
                    <a:pt x="1237" y="150"/>
                    <a:pt x="1239" y="151"/>
                    <a:pt x="1240" y="151"/>
                  </a:cubicBezTo>
                  <a:cubicBezTo>
                    <a:pt x="1239" y="151"/>
                    <a:pt x="1238" y="152"/>
                    <a:pt x="1237" y="152"/>
                  </a:cubicBezTo>
                  <a:cubicBezTo>
                    <a:pt x="1237" y="152"/>
                    <a:pt x="1236" y="151"/>
                    <a:pt x="1235" y="151"/>
                  </a:cubicBezTo>
                  <a:cubicBezTo>
                    <a:pt x="1235" y="151"/>
                    <a:pt x="1234" y="150"/>
                    <a:pt x="1234" y="151"/>
                  </a:cubicBezTo>
                  <a:close/>
                  <a:moveTo>
                    <a:pt x="98" y="189"/>
                  </a:moveTo>
                  <a:cubicBezTo>
                    <a:pt x="98" y="188"/>
                    <a:pt x="97" y="188"/>
                    <a:pt x="97" y="188"/>
                  </a:cubicBezTo>
                  <a:cubicBezTo>
                    <a:pt x="97" y="187"/>
                    <a:pt x="97" y="187"/>
                    <a:pt x="97" y="187"/>
                  </a:cubicBezTo>
                  <a:cubicBezTo>
                    <a:pt x="97" y="186"/>
                    <a:pt x="96" y="186"/>
                    <a:pt x="96" y="186"/>
                  </a:cubicBezTo>
                  <a:cubicBezTo>
                    <a:pt x="95" y="186"/>
                    <a:pt x="95" y="185"/>
                    <a:pt x="95" y="185"/>
                  </a:cubicBezTo>
                  <a:cubicBezTo>
                    <a:pt x="94" y="183"/>
                    <a:pt x="91" y="183"/>
                    <a:pt x="90" y="182"/>
                  </a:cubicBezTo>
                  <a:cubicBezTo>
                    <a:pt x="89" y="182"/>
                    <a:pt x="89" y="182"/>
                    <a:pt x="88" y="181"/>
                  </a:cubicBezTo>
                  <a:cubicBezTo>
                    <a:pt x="88" y="181"/>
                    <a:pt x="87" y="180"/>
                    <a:pt x="87" y="180"/>
                  </a:cubicBezTo>
                  <a:cubicBezTo>
                    <a:pt x="86" y="181"/>
                    <a:pt x="87" y="181"/>
                    <a:pt x="87" y="181"/>
                  </a:cubicBezTo>
                  <a:cubicBezTo>
                    <a:pt x="87" y="181"/>
                    <a:pt x="86" y="181"/>
                    <a:pt x="86" y="180"/>
                  </a:cubicBezTo>
                  <a:cubicBezTo>
                    <a:pt x="86" y="180"/>
                    <a:pt x="85" y="179"/>
                    <a:pt x="85" y="179"/>
                  </a:cubicBezTo>
                  <a:cubicBezTo>
                    <a:pt x="84" y="179"/>
                    <a:pt x="84" y="179"/>
                    <a:pt x="84" y="179"/>
                  </a:cubicBezTo>
                  <a:cubicBezTo>
                    <a:pt x="84" y="179"/>
                    <a:pt x="84" y="179"/>
                    <a:pt x="84" y="179"/>
                  </a:cubicBezTo>
                  <a:cubicBezTo>
                    <a:pt x="83" y="179"/>
                    <a:pt x="82" y="179"/>
                    <a:pt x="82" y="179"/>
                  </a:cubicBezTo>
                  <a:cubicBezTo>
                    <a:pt x="82" y="178"/>
                    <a:pt x="81" y="178"/>
                    <a:pt x="81" y="178"/>
                  </a:cubicBezTo>
                  <a:cubicBezTo>
                    <a:pt x="81" y="177"/>
                    <a:pt x="80" y="178"/>
                    <a:pt x="80" y="178"/>
                  </a:cubicBezTo>
                  <a:cubicBezTo>
                    <a:pt x="79" y="178"/>
                    <a:pt x="79" y="178"/>
                    <a:pt x="79" y="179"/>
                  </a:cubicBezTo>
                  <a:cubicBezTo>
                    <a:pt x="78" y="179"/>
                    <a:pt x="79" y="179"/>
                    <a:pt x="79" y="180"/>
                  </a:cubicBezTo>
                  <a:cubicBezTo>
                    <a:pt x="79" y="180"/>
                    <a:pt x="78" y="180"/>
                    <a:pt x="78" y="180"/>
                  </a:cubicBezTo>
                  <a:cubicBezTo>
                    <a:pt x="79" y="181"/>
                    <a:pt x="76" y="180"/>
                    <a:pt x="76" y="180"/>
                  </a:cubicBezTo>
                  <a:cubicBezTo>
                    <a:pt x="76" y="181"/>
                    <a:pt x="77" y="181"/>
                    <a:pt x="77" y="181"/>
                  </a:cubicBezTo>
                  <a:cubicBezTo>
                    <a:pt x="77" y="181"/>
                    <a:pt x="76" y="181"/>
                    <a:pt x="76" y="181"/>
                  </a:cubicBezTo>
                  <a:cubicBezTo>
                    <a:pt x="76" y="181"/>
                    <a:pt x="76" y="182"/>
                    <a:pt x="76" y="182"/>
                  </a:cubicBezTo>
                  <a:cubicBezTo>
                    <a:pt x="76" y="182"/>
                    <a:pt x="77" y="182"/>
                    <a:pt x="76" y="182"/>
                  </a:cubicBezTo>
                  <a:cubicBezTo>
                    <a:pt x="76" y="182"/>
                    <a:pt x="76" y="182"/>
                    <a:pt x="77" y="182"/>
                  </a:cubicBezTo>
                  <a:cubicBezTo>
                    <a:pt x="76" y="182"/>
                    <a:pt x="75" y="182"/>
                    <a:pt x="75" y="183"/>
                  </a:cubicBezTo>
                  <a:cubicBezTo>
                    <a:pt x="75" y="183"/>
                    <a:pt x="74" y="182"/>
                    <a:pt x="74" y="182"/>
                  </a:cubicBezTo>
                  <a:cubicBezTo>
                    <a:pt x="74" y="183"/>
                    <a:pt x="75" y="183"/>
                    <a:pt x="75" y="184"/>
                  </a:cubicBezTo>
                  <a:cubicBezTo>
                    <a:pt x="75" y="184"/>
                    <a:pt x="73" y="183"/>
                    <a:pt x="73" y="183"/>
                  </a:cubicBezTo>
                  <a:cubicBezTo>
                    <a:pt x="75" y="184"/>
                    <a:pt x="77" y="185"/>
                    <a:pt x="79" y="187"/>
                  </a:cubicBezTo>
                  <a:cubicBezTo>
                    <a:pt x="80" y="187"/>
                    <a:pt x="79" y="188"/>
                    <a:pt x="79" y="188"/>
                  </a:cubicBezTo>
                  <a:cubicBezTo>
                    <a:pt x="79" y="189"/>
                    <a:pt x="80" y="189"/>
                    <a:pt x="81" y="189"/>
                  </a:cubicBezTo>
                  <a:cubicBezTo>
                    <a:pt x="81" y="189"/>
                    <a:pt x="81" y="190"/>
                    <a:pt x="82" y="190"/>
                  </a:cubicBezTo>
                  <a:cubicBezTo>
                    <a:pt x="82" y="190"/>
                    <a:pt x="82" y="191"/>
                    <a:pt x="82" y="191"/>
                  </a:cubicBezTo>
                  <a:cubicBezTo>
                    <a:pt x="82" y="190"/>
                    <a:pt x="84" y="193"/>
                    <a:pt x="84" y="193"/>
                  </a:cubicBezTo>
                  <a:cubicBezTo>
                    <a:pt x="84" y="193"/>
                    <a:pt x="85" y="194"/>
                    <a:pt x="85" y="194"/>
                  </a:cubicBezTo>
                  <a:cubicBezTo>
                    <a:pt x="85" y="195"/>
                    <a:pt x="85" y="194"/>
                    <a:pt x="85" y="195"/>
                  </a:cubicBezTo>
                  <a:cubicBezTo>
                    <a:pt x="86" y="195"/>
                    <a:pt x="84" y="196"/>
                    <a:pt x="86" y="196"/>
                  </a:cubicBezTo>
                  <a:cubicBezTo>
                    <a:pt x="86" y="196"/>
                    <a:pt x="87" y="196"/>
                    <a:pt x="87" y="196"/>
                  </a:cubicBezTo>
                  <a:cubicBezTo>
                    <a:pt x="88" y="196"/>
                    <a:pt x="88" y="196"/>
                    <a:pt x="88" y="196"/>
                  </a:cubicBezTo>
                  <a:cubicBezTo>
                    <a:pt x="89" y="196"/>
                    <a:pt x="89" y="195"/>
                    <a:pt x="88" y="195"/>
                  </a:cubicBezTo>
                  <a:cubicBezTo>
                    <a:pt x="88" y="194"/>
                    <a:pt x="89" y="194"/>
                    <a:pt x="89" y="194"/>
                  </a:cubicBezTo>
                  <a:cubicBezTo>
                    <a:pt x="89" y="194"/>
                    <a:pt x="89" y="193"/>
                    <a:pt x="89" y="193"/>
                  </a:cubicBezTo>
                  <a:cubicBezTo>
                    <a:pt x="89" y="193"/>
                    <a:pt x="89" y="193"/>
                    <a:pt x="90" y="193"/>
                  </a:cubicBezTo>
                  <a:cubicBezTo>
                    <a:pt x="91" y="193"/>
                    <a:pt x="92" y="193"/>
                    <a:pt x="93" y="193"/>
                  </a:cubicBezTo>
                  <a:cubicBezTo>
                    <a:pt x="94" y="194"/>
                    <a:pt x="94" y="194"/>
                    <a:pt x="95" y="194"/>
                  </a:cubicBezTo>
                  <a:cubicBezTo>
                    <a:pt x="95" y="194"/>
                    <a:pt x="95" y="194"/>
                    <a:pt x="96" y="193"/>
                  </a:cubicBezTo>
                  <a:cubicBezTo>
                    <a:pt x="97" y="193"/>
                    <a:pt x="96" y="192"/>
                    <a:pt x="96" y="192"/>
                  </a:cubicBezTo>
                  <a:cubicBezTo>
                    <a:pt x="96" y="192"/>
                    <a:pt x="97" y="191"/>
                    <a:pt x="97" y="191"/>
                  </a:cubicBezTo>
                  <a:cubicBezTo>
                    <a:pt x="96" y="191"/>
                    <a:pt x="96" y="190"/>
                    <a:pt x="96" y="190"/>
                  </a:cubicBezTo>
                  <a:cubicBezTo>
                    <a:pt x="96" y="189"/>
                    <a:pt x="97" y="190"/>
                    <a:pt x="97" y="191"/>
                  </a:cubicBezTo>
                  <a:cubicBezTo>
                    <a:pt x="98" y="190"/>
                    <a:pt x="98" y="190"/>
                    <a:pt x="98" y="189"/>
                  </a:cubicBezTo>
                  <a:close/>
                  <a:moveTo>
                    <a:pt x="124" y="183"/>
                  </a:moveTo>
                  <a:cubicBezTo>
                    <a:pt x="124" y="183"/>
                    <a:pt x="123" y="183"/>
                    <a:pt x="123" y="183"/>
                  </a:cubicBezTo>
                  <a:cubicBezTo>
                    <a:pt x="123" y="182"/>
                    <a:pt x="124" y="182"/>
                    <a:pt x="124" y="182"/>
                  </a:cubicBezTo>
                  <a:cubicBezTo>
                    <a:pt x="124" y="181"/>
                    <a:pt x="122" y="181"/>
                    <a:pt x="122" y="180"/>
                  </a:cubicBezTo>
                  <a:cubicBezTo>
                    <a:pt x="122" y="180"/>
                    <a:pt x="121" y="179"/>
                    <a:pt x="121" y="179"/>
                  </a:cubicBezTo>
                  <a:cubicBezTo>
                    <a:pt x="120" y="179"/>
                    <a:pt x="120" y="178"/>
                    <a:pt x="120" y="178"/>
                  </a:cubicBezTo>
                  <a:cubicBezTo>
                    <a:pt x="119" y="177"/>
                    <a:pt x="118" y="177"/>
                    <a:pt x="118" y="176"/>
                  </a:cubicBezTo>
                  <a:cubicBezTo>
                    <a:pt x="118" y="175"/>
                    <a:pt x="116" y="175"/>
                    <a:pt x="117" y="174"/>
                  </a:cubicBezTo>
                  <a:cubicBezTo>
                    <a:pt x="117" y="174"/>
                    <a:pt x="117" y="174"/>
                    <a:pt x="117" y="173"/>
                  </a:cubicBezTo>
                  <a:cubicBezTo>
                    <a:pt x="117" y="173"/>
                    <a:pt x="117" y="172"/>
                    <a:pt x="117" y="171"/>
                  </a:cubicBezTo>
                  <a:cubicBezTo>
                    <a:pt x="117" y="170"/>
                    <a:pt x="116" y="170"/>
                    <a:pt x="115" y="170"/>
                  </a:cubicBezTo>
                  <a:cubicBezTo>
                    <a:pt x="115" y="170"/>
                    <a:pt x="115" y="170"/>
                    <a:pt x="115" y="169"/>
                  </a:cubicBezTo>
                  <a:cubicBezTo>
                    <a:pt x="114" y="169"/>
                    <a:pt x="114" y="169"/>
                    <a:pt x="114" y="169"/>
                  </a:cubicBezTo>
                  <a:cubicBezTo>
                    <a:pt x="114" y="169"/>
                    <a:pt x="114" y="169"/>
                    <a:pt x="113" y="169"/>
                  </a:cubicBezTo>
                  <a:cubicBezTo>
                    <a:pt x="113" y="169"/>
                    <a:pt x="113" y="169"/>
                    <a:pt x="112" y="168"/>
                  </a:cubicBezTo>
                  <a:cubicBezTo>
                    <a:pt x="112" y="168"/>
                    <a:pt x="111" y="168"/>
                    <a:pt x="110" y="168"/>
                  </a:cubicBezTo>
                  <a:cubicBezTo>
                    <a:pt x="110" y="168"/>
                    <a:pt x="110" y="168"/>
                    <a:pt x="111" y="168"/>
                  </a:cubicBezTo>
                  <a:cubicBezTo>
                    <a:pt x="110" y="167"/>
                    <a:pt x="110" y="167"/>
                    <a:pt x="109" y="167"/>
                  </a:cubicBezTo>
                  <a:cubicBezTo>
                    <a:pt x="109" y="167"/>
                    <a:pt x="108" y="167"/>
                    <a:pt x="108" y="167"/>
                  </a:cubicBezTo>
                  <a:cubicBezTo>
                    <a:pt x="107" y="167"/>
                    <a:pt x="107" y="166"/>
                    <a:pt x="106" y="166"/>
                  </a:cubicBezTo>
                  <a:cubicBezTo>
                    <a:pt x="105" y="166"/>
                    <a:pt x="107" y="167"/>
                    <a:pt x="107" y="167"/>
                  </a:cubicBezTo>
                  <a:cubicBezTo>
                    <a:pt x="107" y="168"/>
                    <a:pt x="107" y="168"/>
                    <a:pt x="108" y="168"/>
                  </a:cubicBezTo>
                  <a:cubicBezTo>
                    <a:pt x="108" y="169"/>
                    <a:pt x="108" y="169"/>
                    <a:pt x="109" y="169"/>
                  </a:cubicBezTo>
                  <a:cubicBezTo>
                    <a:pt x="109" y="169"/>
                    <a:pt x="108" y="169"/>
                    <a:pt x="108" y="169"/>
                  </a:cubicBezTo>
                  <a:cubicBezTo>
                    <a:pt x="108" y="168"/>
                    <a:pt x="110" y="170"/>
                    <a:pt x="110" y="170"/>
                  </a:cubicBezTo>
                  <a:cubicBezTo>
                    <a:pt x="110" y="169"/>
                    <a:pt x="110" y="170"/>
                    <a:pt x="110" y="170"/>
                  </a:cubicBezTo>
                  <a:cubicBezTo>
                    <a:pt x="111" y="170"/>
                    <a:pt x="111" y="171"/>
                    <a:pt x="111" y="171"/>
                  </a:cubicBezTo>
                  <a:cubicBezTo>
                    <a:pt x="111" y="171"/>
                    <a:pt x="110" y="170"/>
                    <a:pt x="110" y="170"/>
                  </a:cubicBezTo>
                  <a:cubicBezTo>
                    <a:pt x="109" y="169"/>
                    <a:pt x="109" y="169"/>
                    <a:pt x="110" y="169"/>
                  </a:cubicBezTo>
                  <a:cubicBezTo>
                    <a:pt x="110" y="169"/>
                    <a:pt x="110" y="169"/>
                    <a:pt x="110" y="169"/>
                  </a:cubicBezTo>
                  <a:cubicBezTo>
                    <a:pt x="110" y="169"/>
                    <a:pt x="111" y="169"/>
                    <a:pt x="111" y="169"/>
                  </a:cubicBezTo>
                  <a:cubicBezTo>
                    <a:pt x="111" y="170"/>
                    <a:pt x="112" y="170"/>
                    <a:pt x="112" y="170"/>
                  </a:cubicBezTo>
                  <a:cubicBezTo>
                    <a:pt x="112" y="170"/>
                    <a:pt x="113" y="170"/>
                    <a:pt x="113" y="170"/>
                  </a:cubicBezTo>
                  <a:cubicBezTo>
                    <a:pt x="113" y="170"/>
                    <a:pt x="113" y="170"/>
                    <a:pt x="113" y="170"/>
                  </a:cubicBezTo>
                  <a:cubicBezTo>
                    <a:pt x="114" y="170"/>
                    <a:pt x="114" y="171"/>
                    <a:pt x="115" y="171"/>
                  </a:cubicBezTo>
                  <a:cubicBezTo>
                    <a:pt x="115" y="172"/>
                    <a:pt x="116" y="173"/>
                    <a:pt x="115" y="174"/>
                  </a:cubicBezTo>
                  <a:cubicBezTo>
                    <a:pt x="114" y="174"/>
                    <a:pt x="114" y="173"/>
                    <a:pt x="114" y="174"/>
                  </a:cubicBezTo>
                  <a:cubicBezTo>
                    <a:pt x="114" y="174"/>
                    <a:pt x="113" y="174"/>
                    <a:pt x="113" y="174"/>
                  </a:cubicBezTo>
                  <a:cubicBezTo>
                    <a:pt x="113" y="173"/>
                    <a:pt x="113" y="173"/>
                    <a:pt x="112" y="173"/>
                  </a:cubicBezTo>
                  <a:cubicBezTo>
                    <a:pt x="112" y="173"/>
                    <a:pt x="112" y="173"/>
                    <a:pt x="111" y="173"/>
                  </a:cubicBezTo>
                  <a:cubicBezTo>
                    <a:pt x="112" y="173"/>
                    <a:pt x="112" y="173"/>
                    <a:pt x="112" y="174"/>
                  </a:cubicBezTo>
                  <a:cubicBezTo>
                    <a:pt x="113" y="174"/>
                    <a:pt x="113" y="174"/>
                    <a:pt x="113" y="175"/>
                  </a:cubicBezTo>
                  <a:cubicBezTo>
                    <a:pt x="111" y="175"/>
                    <a:pt x="111" y="174"/>
                    <a:pt x="110" y="173"/>
                  </a:cubicBezTo>
                  <a:cubicBezTo>
                    <a:pt x="110" y="173"/>
                    <a:pt x="110" y="172"/>
                    <a:pt x="110" y="172"/>
                  </a:cubicBezTo>
                  <a:cubicBezTo>
                    <a:pt x="109" y="172"/>
                    <a:pt x="109" y="171"/>
                    <a:pt x="108" y="171"/>
                  </a:cubicBezTo>
                  <a:cubicBezTo>
                    <a:pt x="108" y="170"/>
                    <a:pt x="107" y="170"/>
                    <a:pt x="106" y="169"/>
                  </a:cubicBezTo>
                  <a:cubicBezTo>
                    <a:pt x="107" y="171"/>
                    <a:pt x="109" y="171"/>
                    <a:pt x="109" y="172"/>
                  </a:cubicBezTo>
                  <a:cubicBezTo>
                    <a:pt x="110" y="173"/>
                    <a:pt x="109" y="172"/>
                    <a:pt x="109" y="172"/>
                  </a:cubicBezTo>
                  <a:cubicBezTo>
                    <a:pt x="108" y="172"/>
                    <a:pt x="107" y="171"/>
                    <a:pt x="107" y="171"/>
                  </a:cubicBezTo>
                  <a:cubicBezTo>
                    <a:pt x="106" y="171"/>
                    <a:pt x="107" y="172"/>
                    <a:pt x="108" y="172"/>
                  </a:cubicBezTo>
                  <a:cubicBezTo>
                    <a:pt x="108" y="172"/>
                    <a:pt x="109" y="173"/>
                    <a:pt x="109" y="174"/>
                  </a:cubicBezTo>
                  <a:cubicBezTo>
                    <a:pt x="109" y="173"/>
                    <a:pt x="108" y="173"/>
                    <a:pt x="108" y="173"/>
                  </a:cubicBezTo>
                  <a:cubicBezTo>
                    <a:pt x="108" y="173"/>
                    <a:pt x="110" y="175"/>
                    <a:pt x="110" y="175"/>
                  </a:cubicBezTo>
                  <a:cubicBezTo>
                    <a:pt x="109" y="175"/>
                    <a:pt x="108" y="174"/>
                    <a:pt x="107" y="174"/>
                  </a:cubicBezTo>
                  <a:cubicBezTo>
                    <a:pt x="107" y="174"/>
                    <a:pt x="106" y="174"/>
                    <a:pt x="106" y="173"/>
                  </a:cubicBezTo>
                  <a:cubicBezTo>
                    <a:pt x="106" y="173"/>
                    <a:pt x="106" y="173"/>
                    <a:pt x="106" y="173"/>
                  </a:cubicBezTo>
                  <a:cubicBezTo>
                    <a:pt x="106" y="172"/>
                    <a:pt x="105" y="172"/>
                    <a:pt x="104" y="171"/>
                  </a:cubicBezTo>
                  <a:cubicBezTo>
                    <a:pt x="104" y="171"/>
                    <a:pt x="104" y="171"/>
                    <a:pt x="104" y="171"/>
                  </a:cubicBezTo>
                  <a:cubicBezTo>
                    <a:pt x="104" y="171"/>
                    <a:pt x="104" y="170"/>
                    <a:pt x="103" y="170"/>
                  </a:cubicBezTo>
                  <a:cubicBezTo>
                    <a:pt x="102" y="169"/>
                    <a:pt x="102" y="171"/>
                    <a:pt x="103" y="172"/>
                  </a:cubicBezTo>
                  <a:cubicBezTo>
                    <a:pt x="103" y="172"/>
                    <a:pt x="104" y="171"/>
                    <a:pt x="104" y="171"/>
                  </a:cubicBezTo>
                  <a:cubicBezTo>
                    <a:pt x="104" y="172"/>
                    <a:pt x="105" y="172"/>
                    <a:pt x="106" y="173"/>
                  </a:cubicBezTo>
                  <a:cubicBezTo>
                    <a:pt x="106" y="173"/>
                    <a:pt x="105" y="173"/>
                    <a:pt x="106" y="173"/>
                  </a:cubicBezTo>
                  <a:cubicBezTo>
                    <a:pt x="106" y="174"/>
                    <a:pt x="106" y="174"/>
                    <a:pt x="106" y="174"/>
                  </a:cubicBezTo>
                  <a:cubicBezTo>
                    <a:pt x="106" y="174"/>
                    <a:pt x="106" y="174"/>
                    <a:pt x="106" y="174"/>
                  </a:cubicBezTo>
                  <a:cubicBezTo>
                    <a:pt x="107" y="174"/>
                    <a:pt x="107" y="175"/>
                    <a:pt x="107" y="175"/>
                  </a:cubicBezTo>
                  <a:cubicBezTo>
                    <a:pt x="108" y="175"/>
                    <a:pt x="109" y="176"/>
                    <a:pt x="109" y="177"/>
                  </a:cubicBezTo>
                  <a:cubicBezTo>
                    <a:pt x="108" y="178"/>
                    <a:pt x="106" y="176"/>
                    <a:pt x="106" y="176"/>
                  </a:cubicBezTo>
                  <a:cubicBezTo>
                    <a:pt x="106" y="177"/>
                    <a:pt x="109" y="178"/>
                    <a:pt x="109" y="178"/>
                  </a:cubicBezTo>
                  <a:cubicBezTo>
                    <a:pt x="110" y="179"/>
                    <a:pt x="111" y="180"/>
                    <a:pt x="112" y="180"/>
                  </a:cubicBezTo>
                  <a:cubicBezTo>
                    <a:pt x="113" y="180"/>
                    <a:pt x="113" y="180"/>
                    <a:pt x="113" y="180"/>
                  </a:cubicBezTo>
                  <a:cubicBezTo>
                    <a:pt x="113" y="180"/>
                    <a:pt x="114" y="180"/>
                    <a:pt x="114" y="180"/>
                  </a:cubicBezTo>
                  <a:cubicBezTo>
                    <a:pt x="114" y="181"/>
                    <a:pt x="115" y="181"/>
                    <a:pt x="115" y="181"/>
                  </a:cubicBezTo>
                  <a:cubicBezTo>
                    <a:pt x="115" y="181"/>
                    <a:pt x="115" y="181"/>
                    <a:pt x="116" y="181"/>
                  </a:cubicBezTo>
                  <a:cubicBezTo>
                    <a:pt x="117" y="182"/>
                    <a:pt x="117" y="182"/>
                    <a:pt x="117" y="182"/>
                  </a:cubicBezTo>
                  <a:cubicBezTo>
                    <a:pt x="118" y="183"/>
                    <a:pt x="118" y="183"/>
                    <a:pt x="118" y="184"/>
                  </a:cubicBezTo>
                  <a:cubicBezTo>
                    <a:pt x="119" y="184"/>
                    <a:pt x="118" y="184"/>
                    <a:pt x="118" y="185"/>
                  </a:cubicBezTo>
                  <a:cubicBezTo>
                    <a:pt x="118" y="186"/>
                    <a:pt x="117" y="184"/>
                    <a:pt x="116" y="184"/>
                  </a:cubicBezTo>
                  <a:cubicBezTo>
                    <a:pt x="115" y="184"/>
                    <a:pt x="115" y="185"/>
                    <a:pt x="114" y="185"/>
                  </a:cubicBezTo>
                  <a:cubicBezTo>
                    <a:pt x="114" y="184"/>
                    <a:pt x="114" y="184"/>
                    <a:pt x="113" y="184"/>
                  </a:cubicBezTo>
                  <a:cubicBezTo>
                    <a:pt x="113" y="183"/>
                    <a:pt x="115" y="184"/>
                    <a:pt x="115" y="184"/>
                  </a:cubicBezTo>
                  <a:cubicBezTo>
                    <a:pt x="115" y="183"/>
                    <a:pt x="114" y="183"/>
                    <a:pt x="114" y="183"/>
                  </a:cubicBezTo>
                  <a:cubicBezTo>
                    <a:pt x="114" y="183"/>
                    <a:pt x="114" y="183"/>
                    <a:pt x="113" y="183"/>
                  </a:cubicBezTo>
                  <a:cubicBezTo>
                    <a:pt x="113" y="183"/>
                    <a:pt x="112" y="183"/>
                    <a:pt x="112" y="183"/>
                  </a:cubicBezTo>
                  <a:cubicBezTo>
                    <a:pt x="112" y="184"/>
                    <a:pt x="112" y="185"/>
                    <a:pt x="112" y="185"/>
                  </a:cubicBezTo>
                  <a:cubicBezTo>
                    <a:pt x="113" y="185"/>
                    <a:pt x="112" y="184"/>
                    <a:pt x="112" y="184"/>
                  </a:cubicBezTo>
                  <a:cubicBezTo>
                    <a:pt x="112" y="184"/>
                    <a:pt x="114" y="185"/>
                    <a:pt x="114" y="185"/>
                  </a:cubicBezTo>
                  <a:cubicBezTo>
                    <a:pt x="114" y="185"/>
                    <a:pt x="114" y="185"/>
                    <a:pt x="114" y="185"/>
                  </a:cubicBezTo>
                  <a:cubicBezTo>
                    <a:pt x="115" y="185"/>
                    <a:pt x="114" y="185"/>
                    <a:pt x="114" y="185"/>
                  </a:cubicBezTo>
                  <a:cubicBezTo>
                    <a:pt x="114" y="185"/>
                    <a:pt x="115" y="185"/>
                    <a:pt x="116" y="185"/>
                  </a:cubicBezTo>
                  <a:cubicBezTo>
                    <a:pt x="116" y="185"/>
                    <a:pt x="116" y="185"/>
                    <a:pt x="117" y="185"/>
                  </a:cubicBezTo>
                  <a:cubicBezTo>
                    <a:pt x="117" y="185"/>
                    <a:pt x="117" y="186"/>
                    <a:pt x="118" y="186"/>
                  </a:cubicBezTo>
                  <a:cubicBezTo>
                    <a:pt x="118" y="186"/>
                    <a:pt x="119" y="186"/>
                    <a:pt x="119" y="186"/>
                  </a:cubicBezTo>
                  <a:cubicBezTo>
                    <a:pt x="119" y="186"/>
                    <a:pt x="120" y="187"/>
                    <a:pt x="120" y="187"/>
                  </a:cubicBezTo>
                  <a:cubicBezTo>
                    <a:pt x="122" y="187"/>
                    <a:pt x="120" y="186"/>
                    <a:pt x="120" y="186"/>
                  </a:cubicBezTo>
                  <a:cubicBezTo>
                    <a:pt x="120" y="186"/>
                    <a:pt x="121" y="186"/>
                    <a:pt x="121" y="185"/>
                  </a:cubicBezTo>
                  <a:cubicBezTo>
                    <a:pt x="121" y="185"/>
                    <a:pt x="121" y="184"/>
                    <a:pt x="122" y="184"/>
                  </a:cubicBezTo>
                  <a:cubicBezTo>
                    <a:pt x="122" y="184"/>
                    <a:pt x="123" y="185"/>
                    <a:pt x="123" y="184"/>
                  </a:cubicBezTo>
                  <a:cubicBezTo>
                    <a:pt x="123" y="184"/>
                    <a:pt x="124" y="183"/>
                    <a:pt x="124" y="183"/>
                  </a:cubicBezTo>
                  <a:close/>
                  <a:moveTo>
                    <a:pt x="733" y="261"/>
                  </a:moveTo>
                  <a:cubicBezTo>
                    <a:pt x="733" y="261"/>
                    <a:pt x="734" y="261"/>
                    <a:pt x="734" y="261"/>
                  </a:cubicBezTo>
                  <a:cubicBezTo>
                    <a:pt x="735" y="260"/>
                    <a:pt x="733" y="259"/>
                    <a:pt x="733" y="258"/>
                  </a:cubicBezTo>
                  <a:cubicBezTo>
                    <a:pt x="734" y="257"/>
                    <a:pt x="735" y="256"/>
                    <a:pt x="734" y="255"/>
                  </a:cubicBezTo>
                  <a:cubicBezTo>
                    <a:pt x="733" y="254"/>
                    <a:pt x="732" y="253"/>
                    <a:pt x="731" y="251"/>
                  </a:cubicBezTo>
                  <a:cubicBezTo>
                    <a:pt x="731" y="251"/>
                    <a:pt x="731" y="250"/>
                    <a:pt x="731" y="250"/>
                  </a:cubicBezTo>
                  <a:cubicBezTo>
                    <a:pt x="731" y="249"/>
                    <a:pt x="731" y="249"/>
                    <a:pt x="731" y="249"/>
                  </a:cubicBezTo>
                  <a:cubicBezTo>
                    <a:pt x="730" y="249"/>
                    <a:pt x="731" y="248"/>
                    <a:pt x="731" y="248"/>
                  </a:cubicBezTo>
                  <a:cubicBezTo>
                    <a:pt x="730" y="248"/>
                    <a:pt x="730" y="247"/>
                    <a:pt x="730" y="247"/>
                  </a:cubicBezTo>
                  <a:cubicBezTo>
                    <a:pt x="730" y="246"/>
                    <a:pt x="730" y="246"/>
                    <a:pt x="729" y="245"/>
                  </a:cubicBezTo>
                  <a:cubicBezTo>
                    <a:pt x="729" y="245"/>
                    <a:pt x="729" y="245"/>
                    <a:pt x="729" y="244"/>
                  </a:cubicBezTo>
                  <a:cubicBezTo>
                    <a:pt x="729" y="244"/>
                    <a:pt x="727" y="242"/>
                    <a:pt x="728" y="242"/>
                  </a:cubicBezTo>
                  <a:cubicBezTo>
                    <a:pt x="728" y="241"/>
                    <a:pt x="727" y="241"/>
                    <a:pt x="727" y="241"/>
                  </a:cubicBezTo>
                  <a:cubicBezTo>
                    <a:pt x="728" y="241"/>
                    <a:pt x="727" y="241"/>
                    <a:pt x="727" y="241"/>
                  </a:cubicBezTo>
                  <a:cubicBezTo>
                    <a:pt x="727" y="240"/>
                    <a:pt x="727" y="240"/>
                    <a:pt x="727" y="239"/>
                  </a:cubicBezTo>
                  <a:cubicBezTo>
                    <a:pt x="727" y="239"/>
                    <a:pt x="726" y="239"/>
                    <a:pt x="726" y="239"/>
                  </a:cubicBezTo>
                  <a:cubicBezTo>
                    <a:pt x="725" y="238"/>
                    <a:pt x="724" y="238"/>
                    <a:pt x="724" y="238"/>
                  </a:cubicBezTo>
                  <a:cubicBezTo>
                    <a:pt x="724" y="238"/>
                    <a:pt x="725" y="238"/>
                    <a:pt x="726" y="239"/>
                  </a:cubicBezTo>
                  <a:cubicBezTo>
                    <a:pt x="725" y="239"/>
                    <a:pt x="724" y="238"/>
                    <a:pt x="723" y="238"/>
                  </a:cubicBezTo>
                  <a:cubicBezTo>
                    <a:pt x="723" y="239"/>
                    <a:pt x="723" y="240"/>
                    <a:pt x="722" y="240"/>
                  </a:cubicBezTo>
                  <a:cubicBezTo>
                    <a:pt x="721" y="240"/>
                    <a:pt x="722" y="242"/>
                    <a:pt x="723" y="242"/>
                  </a:cubicBezTo>
                  <a:cubicBezTo>
                    <a:pt x="723" y="243"/>
                    <a:pt x="724" y="244"/>
                    <a:pt x="724" y="245"/>
                  </a:cubicBezTo>
                  <a:cubicBezTo>
                    <a:pt x="724" y="246"/>
                    <a:pt x="724" y="246"/>
                    <a:pt x="724" y="247"/>
                  </a:cubicBezTo>
                  <a:cubicBezTo>
                    <a:pt x="724" y="247"/>
                    <a:pt x="724" y="247"/>
                    <a:pt x="724" y="247"/>
                  </a:cubicBezTo>
                  <a:cubicBezTo>
                    <a:pt x="724" y="248"/>
                    <a:pt x="724" y="248"/>
                    <a:pt x="724" y="248"/>
                  </a:cubicBezTo>
                  <a:cubicBezTo>
                    <a:pt x="724" y="249"/>
                    <a:pt x="725" y="250"/>
                    <a:pt x="724" y="250"/>
                  </a:cubicBezTo>
                  <a:cubicBezTo>
                    <a:pt x="724" y="251"/>
                    <a:pt x="724" y="251"/>
                    <a:pt x="724" y="252"/>
                  </a:cubicBezTo>
                  <a:cubicBezTo>
                    <a:pt x="724" y="253"/>
                    <a:pt x="725" y="254"/>
                    <a:pt x="724" y="255"/>
                  </a:cubicBezTo>
                  <a:cubicBezTo>
                    <a:pt x="724" y="255"/>
                    <a:pt x="724" y="255"/>
                    <a:pt x="724" y="256"/>
                  </a:cubicBezTo>
                  <a:cubicBezTo>
                    <a:pt x="725" y="256"/>
                    <a:pt x="724" y="257"/>
                    <a:pt x="724" y="257"/>
                  </a:cubicBezTo>
                  <a:cubicBezTo>
                    <a:pt x="725" y="258"/>
                    <a:pt x="724" y="259"/>
                    <a:pt x="723" y="259"/>
                  </a:cubicBezTo>
                  <a:cubicBezTo>
                    <a:pt x="723" y="260"/>
                    <a:pt x="722" y="261"/>
                    <a:pt x="722" y="262"/>
                  </a:cubicBezTo>
                  <a:cubicBezTo>
                    <a:pt x="722" y="262"/>
                    <a:pt x="722" y="262"/>
                    <a:pt x="722" y="263"/>
                  </a:cubicBezTo>
                  <a:cubicBezTo>
                    <a:pt x="722" y="263"/>
                    <a:pt x="721" y="263"/>
                    <a:pt x="721" y="264"/>
                  </a:cubicBezTo>
                  <a:cubicBezTo>
                    <a:pt x="720" y="264"/>
                    <a:pt x="720" y="264"/>
                    <a:pt x="720" y="265"/>
                  </a:cubicBezTo>
                  <a:cubicBezTo>
                    <a:pt x="720" y="265"/>
                    <a:pt x="719" y="266"/>
                    <a:pt x="719" y="266"/>
                  </a:cubicBezTo>
                  <a:cubicBezTo>
                    <a:pt x="719" y="266"/>
                    <a:pt x="718" y="267"/>
                    <a:pt x="719" y="267"/>
                  </a:cubicBezTo>
                  <a:cubicBezTo>
                    <a:pt x="719" y="267"/>
                    <a:pt x="720" y="267"/>
                    <a:pt x="720" y="267"/>
                  </a:cubicBezTo>
                  <a:cubicBezTo>
                    <a:pt x="720" y="268"/>
                    <a:pt x="719" y="268"/>
                    <a:pt x="719" y="268"/>
                  </a:cubicBezTo>
                  <a:cubicBezTo>
                    <a:pt x="719" y="269"/>
                    <a:pt x="720" y="269"/>
                    <a:pt x="719" y="269"/>
                  </a:cubicBezTo>
                  <a:cubicBezTo>
                    <a:pt x="719" y="269"/>
                    <a:pt x="719" y="270"/>
                    <a:pt x="719" y="270"/>
                  </a:cubicBezTo>
                  <a:cubicBezTo>
                    <a:pt x="720" y="270"/>
                    <a:pt x="717" y="271"/>
                    <a:pt x="717" y="272"/>
                  </a:cubicBezTo>
                  <a:cubicBezTo>
                    <a:pt x="716" y="272"/>
                    <a:pt x="715" y="272"/>
                    <a:pt x="715" y="273"/>
                  </a:cubicBezTo>
                  <a:cubicBezTo>
                    <a:pt x="715" y="275"/>
                    <a:pt x="715" y="276"/>
                    <a:pt x="714" y="277"/>
                  </a:cubicBezTo>
                  <a:cubicBezTo>
                    <a:pt x="714" y="277"/>
                    <a:pt x="713" y="278"/>
                    <a:pt x="713" y="278"/>
                  </a:cubicBezTo>
                  <a:cubicBezTo>
                    <a:pt x="713" y="278"/>
                    <a:pt x="713" y="279"/>
                    <a:pt x="712" y="279"/>
                  </a:cubicBezTo>
                  <a:cubicBezTo>
                    <a:pt x="711" y="279"/>
                    <a:pt x="711" y="279"/>
                    <a:pt x="710" y="279"/>
                  </a:cubicBezTo>
                  <a:cubicBezTo>
                    <a:pt x="710" y="279"/>
                    <a:pt x="709" y="279"/>
                    <a:pt x="709" y="279"/>
                  </a:cubicBezTo>
                  <a:cubicBezTo>
                    <a:pt x="709" y="280"/>
                    <a:pt x="709" y="280"/>
                    <a:pt x="708" y="280"/>
                  </a:cubicBezTo>
                  <a:cubicBezTo>
                    <a:pt x="707" y="280"/>
                    <a:pt x="706" y="280"/>
                    <a:pt x="705" y="280"/>
                  </a:cubicBezTo>
                  <a:cubicBezTo>
                    <a:pt x="704" y="280"/>
                    <a:pt x="701" y="280"/>
                    <a:pt x="701" y="281"/>
                  </a:cubicBezTo>
                  <a:cubicBezTo>
                    <a:pt x="701" y="281"/>
                    <a:pt x="705" y="282"/>
                    <a:pt x="705" y="282"/>
                  </a:cubicBezTo>
                  <a:cubicBezTo>
                    <a:pt x="706" y="283"/>
                    <a:pt x="707" y="283"/>
                    <a:pt x="708" y="283"/>
                  </a:cubicBezTo>
                  <a:cubicBezTo>
                    <a:pt x="709" y="283"/>
                    <a:pt x="710" y="283"/>
                    <a:pt x="710" y="283"/>
                  </a:cubicBezTo>
                  <a:cubicBezTo>
                    <a:pt x="712" y="283"/>
                    <a:pt x="713" y="282"/>
                    <a:pt x="715" y="282"/>
                  </a:cubicBezTo>
                  <a:cubicBezTo>
                    <a:pt x="716" y="282"/>
                    <a:pt x="717" y="282"/>
                    <a:pt x="717" y="281"/>
                  </a:cubicBezTo>
                  <a:cubicBezTo>
                    <a:pt x="718" y="281"/>
                    <a:pt x="719" y="281"/>
                    <a:pt x="719" y="281"/>
                  </a:cubicBezTo>
                  <a:cubicBezTo>
                    <a:pt x="720" y="280"/>
                    <a:pt x="720" y="279"/>
                    <a:pt x="720" y="279"/>
                  </a:cubicBezTo>
                  <a:cubicBezTo>
                    <a:pt x="720" y="278"/>
                    <a:pt x="721" y="279"/>
                    <a:pt x="720" y="278"/>
                  </a:cubicBezTo>
                  <a:cubicBezTo>
                    <a:pt x="720" y="278"/>
                    <a:pt x="720" y="278"/>
                    <a:pt x="720" y="278"/>
                  </a:cubicBezTo>
                  <a:cubicBezTo>
                    <a:pt x="720" y="277"/>
                    <a:pt x="720" y="277"/>
                    <a:pt x="720" y="277"/>
                  </a:cubicBezTo>
                  <a:cubicBezTo>
                    <a:pt x="720" y="276"/>
                    <a:pt x="719" y="276"/>
                    <a:pt x="719" y="275"/>
                  </a:cubicBezTo>
                  <a:cubicBezTo>
                    <a:pt x="719" y="274"/>
                    <a:pt x="720" y="274"/>
                    <a:pt x="720" y="274"/>
                  </a:cubicBezTo>
                  <a:cubicBezTo>
                    <a:pt x="721" y="274"/>
                    <a:pt x="722" y="274"/>
                    <a:pt x="722" y="274"/>
                  </a:cubicBezTo>
                  <a:cubicBezTo>
                    <a:pt x="724" y="275"/>
                    <a:pt x="723" y="273"/>
                    <a:pt x="724" y="273"/>
                  </a:cubicBezTo>
                  <a:cubicBezTo>
                    <a:pt x="724" y="272"/>
                    <a:pt x="725" y="272"/>
                    <a:pt x="726" y="271"/>
                  </a:cubicBezTo>
                  <a:cubicBezTo>
                    <a:pt x="726" y="271"/>
                    <a:pt x="727" y="271"/>
                    <a:pt x="727" y="270"/>
                  </a:cubicBezTo>
                  <a:cubicBezTo>
                    <a:pt x="728" y="270"/>
                    <a:pt x="728" y="270"/>
                    <a:pt x="729" y="270"/>
                  </a:cubicBezTo>
                  <a:cubicBezTo>
                    <a:pt x="730" y="270"/>
                    <a:pt x="730" y="269"/>
                    <a:pt x="730" y="269"/>
                  </a:cubicBezTo>
                  <a:cubicBezTo>
                    <a:pt x="731" y="268"/>
                    <a:pt x="731" y="268"/>
                    <a:pt x="731" y="267"/>
                  </a:cubicBezTo>
                  <a:cubicBezTo>
                    <a:pt x="731" y="267"/>
                    <a:pt x="731" y="267"/>
                    <a:pt x="731" y="266"/>
                  </a:cubicBezTo>
                  <a:cubicBezTo>
                    <a:pt x="731" y="266"/>
                    <a:pt x="732" y="264"/>
                    <a:pt x="732" y="264"/>
                  </a:cubicBezTo>
                  <a:cubicBezTo>
                    <a:pt x="733" y="264"/>
                    <a:pt x="734" y="265"/>
                    <a:pt x="734" y="264"/>
                  </a:cubicBezTo>
                  <a:cubicBezTo>
                    <a:pt x="735" y="263"/>
                    <a:pt x="734" y="262"/>
                    <a:pt x="734" y="262"/>
                  </a:cubicBezTo>
                  <a:cubicBezTo>
                    <a:pt x="733" y="261"/>
                    <a:pt x="733" y="261"/>
                    <a:pt x="732" y="261"/>
                  </a:cubicBezTo>
                  <a:cubicBezTo>
                    <a:pt x="732" y="261"/>
                    <a:pt x="730" y="262"/>
                    <a:pt x="730" y="262"/>
                  </a:cubicBezTo>
                  <a:cubicBezTo>
                    <a:pt x="730" y="262"/>
                    <a:pt x="730" y="261"/>
                    <a:pt x="730" y="261"/>
                  </a:cubicBezTo>
                  <a:cubicBezTo>
                    <a:pt x="730" y="261"/>
                    <a:pt x="730" y="260"/>
                    <a:pt x="730" y="260"/>
                  </a:cubicBezTo>
                  <a:cubicBezTo>
                    <a:pt x="730" y="259"/>
                    <a:pt x="730" y="259"/>
                    <a:pt x="731" y="258"/>
                  </a:cubicBezTo>
                  <a:cubicBezTo>
                    <a:pt x="731" y="258"/>
                    <a:pt x="732" y="258"/>
                    <a:pt x="732" y="259"/>
                  </a:cubicBezTo>
                  <a:cubicBezTo>
                    <a:pt x="733" y="259"/>
                    <a:pt x="732" y="259"/>
                    <a:pt x="732" y="259"/>
                  </a:cubicBezTo>
                  <a:cubicBezTo>
                    <a:pt x="733" y="260"/>
                    <a:pt x="733" y="259"/>
                    <a:pt x="733" y="260"/>
                  </a:cubicBezTo>
                  <a:cubicBezTo>
                    <a:pt x="733" y="260"/>
                    <a:pt x="733" y="261"/>
                    <a:pt x="733" y="261"/>
                  </a:cubicBezTo>
                  <a:close/>
                  <a:moveTo>
                    <a:pt x="1121" y="108"/>
                  </a:moveTo>
                  <a:cubicBezTo>
                    <a:pt x="1119" y="108"/>
                    <a:pt x="1118" y="107"/>
                    <a:pt x="1117" y="107"/>
                  </a:cubicBezTo>
                  <a:cubicBezTo>
                    <a:pt x="1118" y="108"/>
                    <a:pt x="1119" y="108"/>
                    <a:pt x="1121" y="108"/>
                  </a:cubicBezTo>
                  <a:close/>
                  <a:moveTo>
                    <a:pt x="1164" y="184"/>
                  </a:moveTo>
                  <a:cubicBezTo>
                    <a:pt x="1165" y="184"/>
                    <a:pt x="1166" y="185"/>
                    <a:pt x="1166" y="185"/>
                  </a:cubicBezTo>
                  <a:cubicBezTo>
                    <a:pt x="1166" y="185"/>
                    <a:pt x="1165" y="184"/>
                    <a:pt x="1164" y="18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91" name="Romania">
              <a:extLst>
                <a:ext uri="{FF2B5EF4-FFF2-40B4-BE49-F238E27FC236}">
                  <a16:creationId xmlns:a16="http://schemas.microsoft.com/office/drawing/2014/main" id="{A04FAC21-C9F5-BF83-B276-05F2C6E754CA}"/>
                </a:ext>
              </a:extLst>
            </p:cNvPr>
            <p:cNvSpPr>
              <a:spLocks/>
            </p:cNvSpPr>
            <p:nvPr/>
          </p:nvSpPr>
          <p:spPr bwMode="auto">
            <a:xfrm>
              <a:off x="6352413" y="2168316"/>
              <a:ext cx="294048" cy="177409"/>
            </a:xfrm>
            <a:custGeom>
              <a:avLst/>
              <a:gdLst/>
              <a:ahLst/>
              <a:cxnLst>
                <a:cxn ang="0">
                  <a:pos x="80" y="31"/>
                </a:cxn>
                <a:cxn ang="0">
                  <a:pos x="75" y="32"/>
                </a:cxn>
                <a:cxn ang="0">
                  <a:pos x="73" y="33"/>
                </a:cxn>
                <a:cxn ang="0">
                  <a:pos x="69" y="30"/>
                </a:cxn>
                <a:cxn ang="0">
                  <a:pos x="68" y="27"/>
                </a:cxn>
                <a:cxn ang="0">
                  <a:pos x="68" y="22"/>
                </a:cxn>
                <a:cxn ang="0">
                  <a:pos x="69" y="19"/>
                </a:cxn>
                <a:cxn ang="0">
                  <a:pos x="66" y="14"/>
                </a:cxn>
                <a:cxn ang="0">
                  <a:pos x="61" y="9"/>
                </a:cxn>
                <a:cxn ang="0">
                  <a:pos x="59" y="6"/>
                </a:cxn>
                <a:cxn ang="0">
                  <a:pos x="58" y="4"/>
                </a:cxn>
                <a:cxn ang="0">
                  <a:pos x="56" y="2"/>
                </a:cxn>
                <a:cxn ang="0">
                  <a:pos x="51" y="1"/>
                </a:cxn>
                <a:cxn ang="0">
                  <a:pos x="43" y="4"/>
                </a:cxn>
                <a:cxn ang="0">
                  <a:pos x="38" y="5"/>
                </a:cxn>
                <a:cxn ang="0">
                  <a:pos x="32" y="4"/>
                </a:cxn>
                <a:cxn ang="0">
                  <a:pos x="29" y="3"/>
                </a:cxn>
                <a:cxn ang="0">
                  <a:pos x="23" y="3"/>
                </a:cxn>
                <a:cxn ang="0">
                  <a:pos x="21" y="5"/>
                </a:cxn>
                <a:cxn ang="0">
                  <a:pos x="18" y="5"/>
                </a:cxn>
                <a:cxn ang="0">
                  <a:pos x="16" y="7"/>
                </a:cxn>
                <a:cxn ang="0">
                  <a:pos x="14" y="10"/>
                </a:cxn>
                <a:cxn ang="0">
                  <a:pos x="12" y="14"/>
                </a:cxn>
                <a:cxn ang="0">
                  <a:pos x="11" y="15"/>
                </a:cxn>
                <a:cxn ang="0">
                  <a:pos x="10" y="17"/>
                </a:cxn>
                <a:cxn ang="0">
                  <a:pos x="8" y="21"/>
                </a:cxn>
                <a:cxn ang="0">
                  <a:pos x="4" y="22"/>
                </a:cxn>
                <a:cxn ang="0">
                  <a:pos x="0" y="23"/>
                </a:cxn>
                <a:cxn ang="0">
                  <a:pos x="5" y="27"/>
                </a:cxn>
                <a:cxn ang="0">
                  <a:pos x="6" y="31"/>
                </a:cxn>
                <a:cxn ang="0">
                  <a:pos x="9" y="33"/>
                </a:cxn>
                <a:cxn ang="0">
                  <a:pos x="10" y="35"/>
                </a:cxn>
                <a:cxn ang="0">
                  <a:pos x="12" y="38"/>
                </a:cxn>
                <a:cxn ang="0">
                  <a:pos x="16" y="39"/>
                </a:cxn>
                <a:cxn ang="0">
                  <a:pos x="20" y="39"/>
                </a:cxn>
                <a:cxn ang="0">
                  <a:pos x="21" y="41"/>
                </a:cxn>
                <a:cxn ang="0">
                  <a:pos x="22" y="43"/>
                </a:cxn>
                <a:cxn ang="0">
                  <a:pos x="25" y="45"/>
                </a:cxn>
                <a:cxn ang="0">
                  <a:pos x="24" y="48"/>
                </a:cxn>
                <a:cxn ang="0">
                  <a:pos x="32" y="49"/>
                </a:cxn>
                <a:cxn ang="0">
                  <a:pos x="41" y="49"/>
                </a:cxn>
                <a:cxn ang="0">
                  <a:pos x="48" y="50"/>
                </a:cxn>
                <a:cxn ang="0">
                  <a:pos x="57" y="46"/>
                </a:cxn>
                <a:cxn ang="0">
                  <a:pos x="62" y="45"/>
                </a:cxn>
                <a:cxn ang="0">
                  <a:pos x="67" y="47"/>
                </a:cxn>
                <a:cxn ang="0">
                  <a:pos x="71" y="49"/>
                </a:cxn>
                <a:cxn ang="0">
                  <a:pos x="75" y="44"/>
                </a:cxn>
                <a:cxn ang="0">
                  <a:pos x="76" y="40"/>
                </a:cxn>
                <a:cxn ang="0">
                  <a:pos x="75" y="40"/>
                </a:cxn>
                <a:cxn ang="0">
                  <a:pos x="77" y="39"/>
                </a:cxn>
                <a:cxn ang="0">
                  <a:pos x="75" y="39"/>
                </a:cxn>
                <a:cxn ang="0">
                  <a:pos x="76" y="36"/>
                </a:cxn>
                <a:cxn ang="0">
                  <a:pos x="78" y="37"/>
                </a:cxn>
                <a:cxn ang="0">
                  <a:pos x="79" y="38"/>
                </a:cxn>
              </a:cxnLst>
              <a:rect l="0" t="0" r="r" b="b"/>
              <a:pathLst>
                <a:path w="83" h="50">
                  <a:moveTo>
                    <a:pt x="83" y="34"/>
                  </a:moveTo>
                  <a:cubicBezTo>
                    <a:pt x="82" y="34"/>
                    <a:pt x="82" y="32"/>
                    <a:pt x="82" y="32"/>
                  </a:cubicBezTo>
                  <a:cubicBezTo>
                    <a:pt x="82" y="31"/>
                    <a:pt x="81" y="31"/>
                    <a:pt x="80" y="31"/>
                  </a:cubicBezTo>
                  <a:cubicBezTo>
                    <a:pt x="78" y="31"/>
                    <a:pt x="78" y="32"/>
                    <a:pt x="76" y="32"/>
                  </a:cubicBezTo>
                  <a:cubicBezTo>
                    <a:pt x="76" y="32"/>
                    <a:pt x="76" y="33"/>
                    <a:pt x="76" y="32"/>
                  </a:cubicBezTo>
                  <a:cubicBezTo>
                    <a:pt x="75" y="32"/>
                    <a:pt x="75" y="32"/>
                    <a:pt x="75" y="32"/>
                  </a:cubicBezTo>
                  <a:cubicBezTo>
                    <a:pt x="75" y="32"/>
                    <a:pt x="75" y="33"/>
                    <a:pt x="75" y="33"/>
                  </a:cubicBezTo>
                  <a:cubicBezTo>
                    <a:pt x="75" y="33"/>
                    <a:pt x="74" y="33"/>
                    <a:pt x="74" y="33"/>
                  </a:cubicBezTo>
                  <a:cubicBezTo>
                    <a:pt x="74" y="33"/>
                    <a:pt x="73" y="33"/>
                    <a:pt x="73" y="33"/>
                  </a:cubicBezTo>
                  <a:cubicBezTo>
                    <a:pt x="73" y="33"/>
                    <a:pt x="72" y="33"/>
                    <a:pt x="71" y="32"/>
                  </a:cubicBezTo>
                  <a:cubicBezTo>
                    <a:pt x="71" y="32"/>
                    <a:pt x="70" y="32"/>
                    <a:pt x="70" y="31"/>
                  </a:cubicBezTo>
                  <a:cubicBezTo>
                    <a:pt x="70" y="31"/>
                    <a:pt x="70" y="31"/>
                    <a:pt x="69" y="30"/>
                  </a:cubicBezTo>
                  <a:cubicBezTo>
                    <a:pt x="69" y="30"/>
                    <a:pt x="69" y="30"/>
                    <a:pt x="68" y="29"/>
                  </a:cubicBezTo>
                  <a:cubicBezTo>
                    <a:pt x="68" y="29"/>
                    <a:pt x="68" y="29"/>
                    <a:pt x="69" y="29"/>
                  </a:cubicBezTo>
                  <a:cubicBezTo>
                    <a:pt x="69" y="29"/>
                    <a:pt x="69" y="27"/>
                    <a:pt x="68" y="27"/>
                  </a:cubicBezTo>
                  <a:cubicBezTo>
                    <a:pt x="68" y="26"/>
                    <a:pt x="68" y="26"/>
                    <a:pt x="68" y="26"/>
                  </a:cubicBezTo>
                  <a:cubicBezTo>
                    <a:pt x="68" y="25"/>
                    <a:pt x="68" y="25"/>
                    <a:pt x="68" y="24"/>
                  </a:cubicBezTo>
                  <a:cubicBezTo>
                    <a:pt x="68" y="24"/>
                    <a:pt x="68" y="23"/>
                    <a:pt x="68" y="22"/>
                  </a:cubicBezTo>
                  <a:cubicBezTo>
                    <a:pt x="68" y="22"/>
                    <a:pt x="68" y="22"/>
                    <a:pt x="68" y="22"/>
                  </a:cubicBezTo>
                  <a:cubicBezTo>
                    <a:pt x="69" y="21"/>
                    <a:pt x="69" y="21"/>
                    <a:pt x="69" y="20"/>
                  </a:cubicBezTo>
                  <a:cubicBezTo>
                    <a:pt x="69" y="20"/>
                    <a:pt x="69" y="20"/>
                    <a:pt x="69" y="19"/>
                  </a:cubicBezTo>
                  <a:cubicBezTo>
                    <a:pt x="69" y="19"/>
                    <a:pt x="69" y="18"/>
                    <a:pt x="68" y="18"/>
                  </a:cubicBezTo>
                  <a:cubicBezTo>
                    <a:pt x="68" y="17"/>
                    <a:pt x="68" y="17"/>
                    <a:pt x="68" y="16"/>
                  </a:cubicBezTo>
                  <a:cubicBezTo>
                    <a:pt x="67" y="15"/>
                    <a:pt x="68" y="14"/>
                    <a:pt x="66" y="14"/>
                  </a:cubicBezTo>
                  <a:cubicBezTo>
                    <a:pt x="65" y="13"/>
                    <a:pt x="64" y="12"/>
                    <a:pt x="64" y="11"/>
                  </a:cubicBezTo>
                  <a:cubicBezTo>
                    <a:pt x="63" y="11"/>
                    <a:pt x="62" y="10"/>
                    <a:pt x="62" y="9"/>
                  </a:cubicBezTo>
                  <a:cubicBezTo>
                    <a:pt x="62" y="9"/>
                    <a:pt x="61" y="9"/>
                    <a:pt x="61" y="9"/>
                  </a:cubicBezTo>
                  <a:cubicBezTo>
                    <a:pt x="61" y="8"/>
                    <a:pt x="61" y="8"/>
                    <a:pt x="61" y="8"/>
                  </a:cubicBezTo>
                  <a:cubicBezTo>
                    <a:pt x="60" y="7"/>
                    <a:pt x="60" y="7"/>
                    <a:pt x="59" y="7"/>
                  </a:cubicBezTo>
                  <a:cubicBezTo>
                    <a:pt x="59" y="6"/>
                    <a:pt x="59" y="6"/>
                    <a:pt x="59" y="6"/>
                  </a:cubicBezTo>
                  <a:cubicBezTo>
                    <a:pt x="59" y="5"/>
                    <a:pt x="59" y="5"/>
                    <a:pt x="58" y="4"/>
                  </a:cubicBezTo>
                  <a:cubicBezTo>
                    <a:pt x="58" y="4"/>
                    <a:pt x="58" y="4"/>
                    <a:pt x="58" y="4"/>
                  </a:cubicBezTo>
                  <a:cubicBezTo>
                    <a:pt x="58" y="4"/>
                    <a:pt x="58" y="4"/>
                    <a:pt x="58" y="4"/>
                  </a:cubicBezTo>
                  <a:cubicBezTo>
                    <a:pt x="58" y="3"/>
                    <a:pt x="58" y="3"/>
                    <a:pt x="57" y="3"/>
                  </a:cubicBezTo>
                  <a:cubicBezTo>
                    <a:pt x="57" y="3"/>
                    <a:pt x="57" y="2"/>
                    <a:pt x="57" y="2"/>
                  </a:cubicBezTo>
                  <a:cubicBezTo>
                    <a:pt x="57" y="2"/>
                    <a:pt x="56" y="2"/>
                    <a:pt x="56" y="2"/>
                  </a:cubicBezTo>
                  <a:cubicBezTo>
                    <a:pt x="57" y="2"/>
                    <a:pt x="55" y="1"/>
                    <a:pt x="55" y="1"/>
                  </a:cubicBezTo>
                  <a:cubicBezTo>
                    <a:pt x="55" y="0"/>
                    <a:pt x="54" y="1"/>
                    <a:pt x="53" y="0"/>
                  </a:cubicBezTo>
                  <a:cubicBezTo>
                    <a:pt x="53" y="1"/>
                    <a:pt x="51" y="1"/>
                    <a:pt x="51" y="1"/>
                  </a:cubicBezTo>
                  <a:cubicBezTo>
                    <a:pt x="50" y="2"/>
                    <a:pt x="50" y="3"/>
                    <a:pt x="50" y="3"/>
                  </a:cubicBezTo>
                  <a:cubicBezTo>
                    <a:pt x="49" y="4"/>
                    <a:pt x="47" y="3"/>
                    <a:pt x="47" y="4"/>
                  </a:cubicBezTo>
                  <a:cubicBezTo>
                    <a:pt x="46" y="4"/>
                    <a:pt x="45" y="4"/>
                    <a:pt x="43" y="4"/>
                  </a:cubicBezTo>
                  <a:cubicBezTo>
                    <a:pt x="42" y="4"/>
                    <a:pt x="42" y="4"/>
                    <a:pt x="41" y="5"/>
                  </a:cubicBezTo>
                  <a:cubicBezTo>
                    <a:pt x="41" y="6"/>
                    <a:pt x="40" y="7"/>
                    <a:pt x="39" y="6"/>
                  </a:cubicBezTo>
                  <a:cubicBezTo>
                    <a:pt x="39" y="6"/>
                    <a:pt x="38" y="5"/>
                    <a:pt x="38" y="5"/>
                  </a:cubicBezTo>
                  <a:cubicBezTo>
                    <a:pt x="37" y="5"/>
                    <a:pt x="37" y="5"/>
                    <a:pt x="37" y="4"/>
                  </a:cubicBezTo>
                  <a:cubicBezTo>
                    <a:pt x="36" y="4"/>
                    <a:pt x="35" y="4"/>
                    <a:pt x="34" y="4"/>
                  </a:cubicBezTo>
                  <a:cubicBezTo>
                    <a:pt x="33" y="4"/>
                    <a:pt x="33" y="4"/>
                    <a:pt x="32" y="4"/>
                  </a:cubicBezTo>
                  <a:cubicBezTo>
                    <a:pt x="31" y="4"/>
                    <a:pt x="31" y="4"/>
                    <a:pt x="31" y="4"/>
                  </a:cubicBezTo>
                  <a:cubicBezTo>
                    <a:pt x="30" y="4"/>
                    <a:pt x="30" y="4"/>
                    <a:pt x="30" y="4"/>
                  </a:cubicBezTo>
                  <a:cubicBezTo>
                    <a:pt x="30" y="4"/>
                    <a:pt x="29" y="4"/>
                    <a:pt x="29" y="3"/>
                  </a:cubicBezTo>
                  <a:cubicBezTo>
                    <a:pt x="28" y="3"/>
                    <a:pt x="27" y="3"/>
                    <a:pt x="26" y="3"/>
                  </a:cubicBezTo>
                  <a:cubicBezTo>
                    <a:pt x="25" y="3"/>
                    <a:pt x="24" y="1"/>
                    <a:pt x="23" y="2"/>
                  </a:cubicBezTo>
                  <a:cubicBezTo>
                    <a:pt x="23" y="3"/>
                    <a:pt x="23" y="3"/>
                    <a:pt x="23" y="3"/>
                  </a:cubicBezTo>
                  <a:cubicBezTo>
                    <a:pt x="23" y="3"/>
                    <a:pt x="22" y="3"/>
                    <a:pt x="22" y="3"/>
                  </a:cubicBezTo>
                  <a:cubicBezTo>
                    <a:pt x="22" y="4"/>
                    <a:pt x="21" y="4"/>
                    <a:pt x="21" y="4"/>
                  </a:cubicBezTo>
                  <a:cubicBezTo>
                    <a:pt x="21" y="4"/>
                    <a:pt x="21" y="5"/>
                    <a:pt x="21" y="5"/>
                  </a:cubicBezTo>
                  <a:cubicBezTo>
                    <a:pt x="21" y="5"/>
                    <a:pt x="20" y="5"/>
                    <a:pt x="20" y="5"/>
                  </a:cubicBezTo>
                  <a:cubicBezTo>
                    <a:pt x="20" y="6"/>
                    <a:pt x="19" y="6"/>
                    <a:pt x="19" y="6"/>
                  </a:cubicBezTo>
                  <a:cubicBezTo>
                    <a:pt x="19" y="6"/>
                    <a:pt x="18" y="5"/>
                    <a:pt x="18" y="5"/>
                  </a:cubicBezTo>
                  <a:cubicBezTo>
                    <a:pt x="18" y="6"/>
                    <a:pt x="18" y="6"/>
                    <a:pt x="18" y="6"/>
                  </a:cubicBezTo>
                  <a:cubicBezTo>
                    <a:pt x="17" y="6"/>
                    <a:pt x="17" y="6"/>
                    <a:pt x="17" y="6"/>
                  </a:cubicBezTo>
                  <a:cubicBezTo>
                    <a:pt x="16" y="6"/>
                    <a:pt x="16" y="7"/>
                    <a:pt x="16" y="7"/>
                  </a:cubicBezTo>
                  <a:cubicBezTo>
                    <a:pt x="16" y="8"/>
                    <a:pt x="15" y="8"/>
                    <a:pt x="15" y="8"/>
                  </a:cubicBezTo>
                  <a:cubicBezTo>
                    <a:pt x="14" y="9"/>
                    <a:pt x="15" y="9"/>
                    <a:pt x="14" y="10"/>
                  </a:cubicBezTo>
                  <a:cubicBezTo>
                    <a:pt x="14" y="10"/>
                    <a:pt x="14" y="10"/>
                    <a:pt x="14" y="10"/>
                  </a:cubicBezTo>
                  <a:cubicBezTo>
                    <a:pt x="14" y="10"/>
                    <a:pt x="13" y="11"/>
                    <a:pt x="13" y="11"/>
                  </a:cubicBezTo>
                  <a:cubicBezTo>
                    <a:pt x="13" y="11"/>
                    <a:pt x="13" y="12"/>
                    <a:pt x="13" y="13"/>
                  </a:cubicBezTo>
                  <a:cubicBezTo>
                    <a:pt x="13" y="13"/>
                    <a:pt x="11" y="13"/>
                    <a:pt x="12" y="14"/>
                  </a:cubicBezTo>
                  <a:cubicBezTo>
                    <a:pt x="12" y="14"/>
                    <a:pt x="12" y="14"/>
                    <a:pt x="12" y="15"/>
                  </a:cubicBezTo>
                  <a:cubicBezTo>
                    <a:pt x="11" y="15"/>
                    <a:pt x="11" y="15"/>
                    <a:pt x="11" y="15"/>
                  </a:cubicBezTo>
                  <a:cubicBezTo>
                    <a:pt x="11" y="15"/>
                    <a:pt x="11" y="15"/>
                    <a:pt x="11" y="15"/>
                  </a:cubicBezTo>
                  <a:cubicBezTo>
                    <a:pt x="11" y="15"/>
                    <a:pt x="11" y="16"/>
                    <a:pt x="11" y="16"/>
                  </a:cubicBezTo>
                  <a:cubicBezTo>
                    <a:pt x="10" y="16"/>
                    <a:pt x="10" y="17"/>
                    <a:pt x="11" y="17"/>
                  </a:cubicBezTo>
                  <a:cubicBezTo>
                    <a:pt x="11" y="17"/>
                    <a:pt x="10" y="17"/>
                    <a:pt x="10" y="17"/>
                  </a:cubicBezTo>
                  <a:cubicBezTo>
                    <a:pt x="10" y="18"/>
                    <a:pt x="9" y="18"/>
                    <a:pt x="9" y="18"/>
                  </a:cubicBezTo>
                  <a:cubicBezTo>
                    <a:pt x="9" y="19"/>
                    <a:pt x="8" y="19"/>
                    <a:pt x="9" y="20"/>
                  </a:cubicBezTo>
                  <a:cubicBezTo>
                    <a:pt x="9" y="20"/>
                    <a:pt x="8" y="20"/>
                    <a:pt x="8" y="21"/>
                  </a:cubicBezTo>
                  <a:cubicBezTo>
                    <a:pt x="8" y="21"/>
                    <a:pt x="8" y="21"/>
                    <a:pt x="7" y="22"/>
                  </a:cubicBezTo>
                  <a:cubicBezTo>
                    <a:pt x="7" y="22"/>
                    <a:pt x="7" y="22"/>
                    <a:pt x="6" y="22"/>
                  </a:cubicBezTo>
                  <a:cubicBezTo>
                    <a:pt x="6" y="22"/>
                    <a:pt x="4" y="22"/>
                    <a:pt x="4" y="22"/>
                  </a:cubicBezTo>
                  <a:cubicBezTo>
                    <a:pt x="4" y="23"/>
                    <a:pt x="4" y="23"/>
                    <a:pt x="3" y="23"/>
                  </a:cubicBezTo>
                  <a:cubicBezTo>
                    <a:pt x="3" y="23"/>
                    <a:pt x="2" y="23"/>
                    <a:pt x="2" y="23"/>
                  </a:cubicBezTo>
                  <a:cubicBezTo>
                    <a:pt x="1" y="23"/>
                    <a:pt x="1" y="23"/>
                    <a:pt x="0" y="23"/>
                  </a:cubicBezTo>
                  <a:cubicBezTo>
                    <a:pt x="0" y="24"/>
                    <a:pt x="2" y="26"/>
                    <a:pt x="3" y="26"/>
                  </a:cubicBezTo>
                  <a:cubicBezTo>
                    <a:pt x="4" y="26"/>
                    <a:pt x="4" y="27"/>
                    <a:pt x="4" y="27"/>
                  </a:cubicBezTo>
                  <a:cubicBezTo>
                    <a:pt x="4" y="28"/>
                    <a:pt x="5" y="27"/>
                    <a:pt x="5" y="27"/>
                  </a:cubicBezTo>
                  <a:cubicBezTo>
                    <a:pt x="5" y="28"/>
                    <a:pt x="5" y="28"/>
                    <a:pt x="5" y="29"/>
                  </a:cubicBezTo>
                  <a:cubicBezTo>
                    <a:pt x="5" y="29"/>
                    <a:pt x="6" y="30"/>
                    <a:pt x="5" y="30"/>
                  </a:cubicBezTo>
                  <a:cubicBezTo>
                    <a:pt x="5" y="30"/>
                    <a:pt x="6" y="31"/>
                    <a:pt x="6" y="31"/>
                  </a:cubicBezTo>
                  <a:cubicBezTo>
                    <a:pt x="7" y="31"/>
                    <a:pt x="7" y="32"/>
                    <a:pt x="8" y="32"/>
                  </a:cubicBezTo>
                  <a:cubicBezTo>
                    <a:pt x="8" y="32"/>
                    <a:pt x="8" y="32"/>
                    <a:pt x="9" y="32"/>
                  </a:cubicBezTo>
                  <a:cubicBezTo>
                    <a:pt x="9" y="33"/>
                    <a:pt x="9" y="33"/>
                    <a:pt x="9" y="33"/>
                  </a:cubicBezTo>
                  <a:cubicBezTo>
                    <a:pt x="10" y="33"/>
                    <a:pt x="11" y="33"/>
                    <a:pt x="11" y="34"/>
                  </a:cubicBezTo>
                  <a:cubicBezTo>
                    <a:pt x="12" y="34"/>
                    <a:pt x="11" y="34"/>
                    <a:pt x="11" y="35"/>
                  </a:cubicBezTo>
                  <a:cubicBezTo>
                    <a:pt x="11" y="35"/>
                    <a:pt x="11" y="35"/>
                    <a:pt x="10" y="35"/>
                  </a:cubicBezTo>
                  <a:cubicBezTo>
                    <a:pt x="10" y="36"/>
                    <a:pt x="13" y="36"/>
                    <a:pt x="12" y="37"/>
                  </a:cubicBezTo>
                  <a:cubicBezTo>
                    <a:pt x="11" y="37"/>
                    <a:pt x="11" y="37"/>
                    <a:pt x="10" y="37"/>
                  </a:cubicBezTo>
                  <a:cubicBezTo>
                    <a:pt x="10" y="38"/>
                    <a:pt x="11" y="38"/>
                    <a:pt x="12" y="38"/>
                  </a:cubicBezTo>
                  <a:cubicBezTo>
                    <a:pt x="13" y="38"/>
                    <a:pt x="13" y="38"/>
                    <a:pt x="13" y="39"/>
                  </a:cubicBezTo>
                  <a:cubicBezTo>
                    <a:pt x="13" y="39"/>
                    <a:pt x="14" y="39"/>
                    <a:pt x="14" y="39"/>
                  </a:cubicBezTo>
                  <a:cubicBezTo>
                    <a:pt x="15" y="39"/>
                    <a:pt x="15" y="39"/>
                    <a:pt x="16" y="39"/>
                  </a:cubicBezTo>
                  <a:cubicBezTo>
                    <a:pt x="16" y="40"/>
                    <a:pt x="16" y="40"/>
                    <a:pt x="17" y="41"/>
                  </a:cubicBezTo>
                  <a:cubicBezTo>
                    <a:pt x="18" y="42"/>
                    <a:pt x="18" y="40"/>
                    <a:pt x="19" y="39"/>
                  </a:cubicBezTo>
                  <a:cubicBezTo>
                    <a:pt x="19" y="39"/>
                    <a:pt x="20" y="38"/>
                    <a:pt x="20" y="39"/>
                  </a:cubicBezTo>
                  <a:cubicBezTo>
                    <a:pt x="21" y="39"/>
                    <a:pt x="21" y="40"/>
                    <a:pt x="22" y="40"/>
                  </a:cubicBezTo>
                  <a:cubicBezTo>
                    <a:pt x="22" y="40"/>
                    <a:pt x="23" y="41"/>
                    <a:pt x="22" y="41"/>
                  </a:cubicBezTo>
                  <a:cubicBezTo>
                    <a:pt x="22" y="41"/>
                    <a:pt x="21" y="40"/>
                    <a:pt x="21" y="41"/>
                  </a:cubicBezTo>
                  <a:cubicBezTo>
                    <a:pt x="21" y="41"/>
                    <a:pt x="20" y="41"/>
                    <a:pt x="20" y="41"/>
                  </a:cubicBezTo>
                  <a:cubicBezTo>
                    <a:pt x="20" y="42"/>
                    <a:pt x="21" y="42"/>
                    <a:pt x="21" y="42"/>
                  </a:cubicBezTo>
                  <a:cubicBezTo>
                    <a:pt x="21" y="43"/>
                    <a:pt x="22" y="43"/>
                    <a:pt x="22" y="43"/>
                  </a:cubicBezTo>
                  <a:cubicBezTo>
                    <a:pt x="23" y="43"/>
                    <a:pt x="22" y="44"/>
                    <a:pt x="22" y="44"/>
                  </a:cubicBezTo>
                  <a:cubicBezTo>
                    <a:pt x="22" y="44"/>
                    <a:pt x="23" y="44"/>
                    <a:pt x="23" y="44"/>
                  </a:cubicBezTo>
                  <a:cubicBezTo>
                    <a:pt x="24" y="44"/>
                    <a:pt x="24" y="45"/>
                    <a:pt x="25" y="45"/>
                  </a:cubicBezTo>
                  <a:cubicBezTo>
                    <a:pt x="25" y="45"/>
                    <a:pt x="26" y="45"/>
                    <a:pt x="25" y="46"/>
                  </a:cubicBezTo>
                  <a:cubicBezTo>
                    <a:pt x="25" y="46"/>
                    <a:pt x="24" y="46"/>
                    <a:pt x="24" y="47"/>
                  </a:cubicBezTo>
                  <a:cubicBezTo>
                    <a:pt x="24" y="47"/>
                    <a:pt x="24" y="48"/>
                    <a:pt x="24" y="48"/>
                  </a:cubicBezTo>
                  <a:cubicBezTo>
                    <a:pt x="25" y="49"/>
                    <a:pt x="27" y="48"/>
                    <a:pt x="28" y="48"/>
                  </a:cubicBezTo>
                  <a:cubicBezTo>
                    <a:pt x="29" y="48"/>
                    <a:pt x="29" y="48"/>
                    <a:pt x="30" y="48"/>
                  </a:cubicBezTo>
                  <a:cubicBezTo>
                    <a:pt x="31" y="49"/>
                    <a:pt x="31" y="48"/>
                    <a:pt x="32" y="49"/>
                  </a:cubicBezTo>
                  <a:cubicBezTo>
                    <a:pt x="34" y="49"/>
                    <a:pt x="35" y="50"/>
                    <a:pt x="37" y="50"/>
                  </a:cubicBezTo>
                  <a:cubicBezTo>
                    <a:pt x="38" y="49"/>
                    <a:pt x="38" y="49"/>
                    <a:pt x="39" y="49"/>
                  </a:cubicBezTo>
                  <a:cubicBezTo>
                    <a:pt x="40" y="49"/>
                    <a:pt x="41" y="49"/>
                    <a:pt x="41" y="49"/>
                  </a:cubicBezTo>
                  <a:cubicBezTo>
                    <a:pt x="42" y="49"/>
                    <a:pt x="43" y="49"/>
                    <a:pt x="44" y="50"/>
                  </a:cubicBezTo>
                  <a:cubicBezTo>
                    <a:pt x="44" y="50"/>
                    <a:pt x="45" y="50"/>
                    <a:pt x="46" y="50"/>
                  </a:cubicBezTo>
                  <a:cubicBezTo>
                    <a:pt x="46" y="50"/>
                    <a:pt x="47" y="50"/>
                    <a:pt x="48" y="50"/>
                  </a:cubicBezTo>
                  <a:cubicBezTo>
                    <a:pt x="49" y="50"/>
                    <a:pt x="50" y="50"/>
                    <a:pt x="50" y="49"/>
                  </a:cubicBezTo>
                  <a:cubicBezTo>
                    <a:pt x="51" y="48"/>
                    <a:pt x="52" y="47"/>
                    <a:pt x="53" y="46"/>
                  </a:cubicBezTo>
                  <a:cubicBezTo>
                    <a:pt x="54" y="46"/>
                    <a:pt x="55" y="46"/>
                    <a:pt x="57" y="46"/>
                  </a:cubicBezTo>
                  <a:cubicBezTo>
                    <a:pt x="57" y="46"/>
                    <a:pt x="58" y="45"/>
                    <a:pt x="58" y="45"/>
                  </a:cubicBezTo>
                  <a:cubicBezTo>
                    <a:pt x="59" y="45"/>
                    <a:pt x="60" y="45"/>
                    <a:pt x="61" y="45"/>
                  </a:cubicBezTo>
                  <a:cubicBezTo>
                    <a:pt x="61" y="45"/>
                    <a:pt x="62" y="45"/>
                    <a:pt x="62" y="45"/>
                  </a:cubicBezTo>
                  <a:cubicBezTo>
                    <a:pt x="63" y="45"/>
                    <a:pt x="63" y="46"/>
                    <a:pt x="64" y="46"/>
                  </a:cubicBezTo>
                  <a:cubicBezTo>
                    <a:pt x="64" y="46"/>
                    <a:pt x="65" y="46"/>
                    <a:pt x="66" y="46"/>
                  </a:cubicBezTo>
                  <a:cubicBezTo>
                    <a:pt x="66" y="46"/>
                    <a:pt x="66" y="47"/>
                    <a:pt x="67" y="47"/>
                  </a:cubicBezTo>
                  <a:cubicBezTo>
                    <a:pt x="67" y="47"/>
                    <a:pt x="68" y="46"/>
                    <a:pt x="68" y="46"/>
                  </a:cubicBezTo>
                  <a:cubicBezTo>
                    <a:pt x="69" y="46"/>
                    <a:pt x="69" y="47"/>
                    <a:pt x="69" y="48"/>
                  </a:cubicBezTo>
                  <a:cubicBezTo>
                    <a:pt x="69" y="48"/>
                    <a:pt x="70" y="48"/>
                    <a:pt x="71" y="49"/>
                  </a:cubicBezTo>
                  <a:cubicBezTo>
                    <a:pt x="72" y="49"/>
                    <a:pt x="73" y="49"/>
                    <a:pt x="74" y="49"/>
                  </a:cubicBezTo>
                  <a:cubicBezTo>
                    <a:pt x="74" y="48"/>
                    <a:pt x="75" y="47"/>
                    <a:pt x="75" y="46"/>
                  </a:cubicBezTo>
                  <a:cubicBezTo>
                    <a:pt x="75" y="46"/>
                    <a:pt x="74" y="44"/>
                    <a:pt x="75" y="44"/>
                  </a:cubicBezTo>
                  <a:cubicBezTo>
                    <a:pt x="75" y="44"/>
                    <a:pt x="74" y="44"/>
                    <a:pt x="74" y="43"/>
                  </a:cubicBezTo>
                  <a:cubicBezTo>
                    <a:pt x="74" y="43"/>
                    <a:pt x="75" y="43"/>
                    <a:pt x="75" y="42"/>
                  </a:cubicBezTo>
                  <a:cubicBezTo>
                    <a:pt x="75" y="42"/>
                    <a:pt x="76" y="41"/>
                    <a:pt x="76" y="40"/>
                  </a:cubicBezTo>
                  <a:cubicBezTo>
                    <a:pt x="76" y="40"/>
                    <a:pt x="75" y="41"/>
                    <a:pt x="75" y="41"/>
                  </a:cubicBezTo>
                  <a:cubicBezTo>
                    <a:pt x="75" y="41"/>
                    <a:pt x="75" y="40"/>
                    <a:pt x="75" y="40"/>
                  </a:cubicBezTo>
                  <a:cubicBezTo>
                    <a:pt x="75" y="40"/>
                    <a:pt x="75" y="40"/>
                    <a:pt x="75" y="40"/>
                  </a:cubicBezTo>
                  <a:cubicBezTo>
                    <a:pt x="75" y="40"/>
                    <a:pt x="75" y="39"/>
                    <a:pt x="75" y="40"/>
                  </a:cubicBezTo>
                  <a:cubicBezTo>
                    <a:pt x="75" y="40"/>
                    <a:pt x="75" y="40"/>
                    <a:pt x="75" y="40"/>
                  </a:cubicBezTo>
                  <a:cubicBezTo>
                    <a:pt x="76" y="40"/>
                    <a:pt x="76" y="39"/>
                    <a:pt x="77" y="39"/>
                  </a:cubicBezTo>
                  <a:cubicBezTo>
                    <a:pt x="77" y="39"/>
                    <a:pt x="77" y="40"/>
                    <a:pt x="77" y="39"/>
                  </a:cubicBezTo>
                  <a:cubicBezTo>
                    <a:pt x="77" y="39"/>
                    <a:pt x="76" y="39"/>
                    <a:pt x="76" y="39"/>
                  </a:cubicBezTo>
                  <a:cubicBezTo>
                    <a:pt x="76" y="40"/>
                    <a:pt x="75" y="39"/>
                    <a:pt x="75" y="39"/>
                  </a:cubicBezTo>
                  <a:cubicBezTo>
                    <a:pt x="75" y="39"/>
                    <a:pt x="76" y="38"/>
                    <a:pt x="76" y="38"/>
                  </a:cubicBezTo>
                  <a:cubicBezTo>
                    <a:pt x="77" y="38"/>
                    <a:pt x="76" y="37"/>
                    <a:pt x="76" y="37"/>
                  </a:cubicBezTo>
                  <a:cubicBezTo>
                    <a:pt x="76" y="37"/>
                    <a:pt x="76" y="36"/>
                    <a:pt x="76" y="36"/>
                  </a:cubicBezTo>
                  <a:cubicBezTo>
                    <a:pt x="76" y="36"/>
                    <a:pt x="78" y="35"/>
                    <a:pt x="78" y="36"/>
                  </a:cubicBezTo>
                  <a:cubicBezTo>
                    <a:pt x="78" y="36"/>
                    <a:pt x="77" y="36"/>
                    <a:pt x="77" y="37"/>
                  </a:cubicBezTo>
                  <a:cubicBezTo>
                    <a:pt x="77" y="37"/>
                    <a:pt x="78" y="37"/>
                    <a:pt x="78" y="37"/>
                  </a:cubicBezTo>
                  <a:cubicBezTo>
                    <a:pt x="79" y="38"/>
                    <a:pt x="78" y="38"/>
                    <a:pt x="77" y="38"/>
                  </a:cubicBezTo>
                  <a:cubicBezTo>
                    <a:pt x="77" y="38"/>
                    <a:pt x="77" y="39"/>
                    <a:pt x="77" y="39"/>
                  </a:cubicBezTo>
                  <a:cubicBezTo>
                    <a:pt x="78" y="38"/>
                    <a:pt x="78" y="38"/>
                    <a:pt x="79" y="38"/>
                  </a:cubicBezTo>
                  <a:cubicBezTo>
                    <a:pt x="80" y="38"/>
                    <a:pt x="82" y="38"/>
                    <a:pt x="82" y="37"/>
                  </a:cubicBezTo>
                  <a:cubicBezTo>
                    <a:pt x="83" y="36"/>
                    <a:pt x="82" y="35"/>
                    <a:pt x="83" y="3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92" name="Reunion (France)">
              <a:extLst>
                <a:ext uri="{FF2B5EF4-FFF2-40B4-BE49-F238E27FC236}">
                  <a16:creationId xmlns:a16="http://schemas.microsoft.com/office/drawing/2014/main" id="{9DA8EA81-FBD4-DAFB-DDC1-21C48BC80462}"/>
                </a:ext>
              </a:extLst>
            </p:cNvPr>
            <p:cNvSpPr>
              <a:spLocks/>
            </p:cNvSpPr>
            <p:nvPr/>
          </p:nvSpPr>
          <p:spPr bwMode="auto">
            <a:xfrm>
              <a:off x="7562915" y="4859845"/>
              <a:ext cx="21564" cy="20584"/>
            </a:xfrm>
            <a:custGeom>
              <a:avLst/>
              <a:gdLst/>
              <a:ahLst/>
              <a:cxnLst>
                <a:cxn ang="0">
                  <a:pos x="6" y="2"/>
                </a:cxn>
                <a:cxn ang="0">
                  <a:pos x="5" y="1"/>
                </a:cxn>
                <a:cxn ang="0">
                  <a:pos x="3" y="0"/>
                </a:cxn>
                <a:cxn ang="0">
                  <a:pos x="1" y="0"/>
                </a:cxn>
                <a:cxn ang="0">
                  <a:pos x="0" y="2"/>
                </a:cxn>
                <a:cxn ang="0">
                  <a:pos x="1" y="4"/>
                </a:cxn>
                <a:cxn ang="0">
                  <a:pos x="5" y="4"/>
                </a:cxn>
                <a:cxn ang="0">
                  <a:pos x="6" y="2"/>
                </a:cxn>
              </a:cxnLst>
              <a:rect l="0" t="0" r="r" b="b"/>
              <a:pathLst>
                <a:path w="6" h="6">
                  <a:moveTo>
                    <a:pt x="6" y="2"/>
                  </a:moveTo>
                  <a:cubicBezTo>
                    <a:pt x="5" y="2"/>
                    <a:pt x="5" y="1"/>
                    <a:pt x="5" y="1"/>
                  </a:cubicBezTo>
                  <a:cubicBezTo>
                    <a:pt x="4" y="0"/>
                    <a:pt x="3" y="0"/>
                    <a:pt x="3" y="0"/>
                  </a:cubicBezTo>
                  <a:cubicBezTo>
                    <a:pt x="2" y="0"/>
                    <a:pt x="1" y="0"/>
                    <a:pt x="1" y="0"/>
                  </a:cubicBezTo>
                  <a:cubicBezTo>
                    <a:pt x="1" y="1"/>
                    <a:pt x="0" y="1"/>
                    <a:pt x="0" y="2"/>
                  </a:cubicBezTo>
                  <a:cubicBezTo>
                    <a:pt x="1" y="3"/>
                    <a:pt x="0" y="3"/>
                    <a:pt x="1" y="4"/>
                  </a:cubicBezTo>
                  <a:cubicBezTo>
                    <a:pt x="2" y="5"/>
                    <a:pt x="5" y="6"/>
                    <a:pt x="5" y="4"/>
                  </a:cubicBezTo>
                  <a:cubicBezTo>
                    <a:pt x="5" y="4"/>
                    <a:pt x="6" y="3"/>
                    <a:pt x="6" y="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93" name="Qatar">
              <a:extLst>
                <a:ext uri="{FF2B5EF4-FFF2-40B4-BE49-F238E27FC236}">
                  <a16:creationId xmlns:a16="http://schemas.microsoft.com/office/drawing/2014/main" id="{2CF20BF3-FFDF-0056-2189-777AF7523154}"/>
                </a:ext>
              </a:extLst>
            </p:cNvPr>
            <p:cNvSpPr>
              <a:spLocks/>
            </p:cNvSpPr>
            <p:nvPr/>
          </p:nvSpPr>
          <p:spPr bwMode="auto">
            <a:xfrm>
              <a:off x="7400208" y="3026940"/>
              <a:ext cx="32346" cy="63711"/>
            </a:xfrm>
            <a:custGeom>
              <a:avLst/>
              <a:gdLst/>
              <a:ahLst/>
              <a:cxnLst>
                <a:cxn ang="0">
                  <a:pos x="8" y="9"/>
                </a:cxn>
                <a:cxn ang="0">
                  <a:pos x="7" y="8"/>
                </a:cxn>
                <a:cxn ang="0">
                  <a:pos x="7" y="6"/>
                </a:cxn>
                <a:cxn ang="0">
                  <a:pos x="7" y="5"/>
                </a:cxn>
                <a:cxn ang="0">
                  <a:pos x="7" y="5"/>
                </a:cxn>
                <a:cxn ang="0">
                  <a:pos x="7" y="4"/>
                </a:cxn>
                <a:cxn ang="0">
                  <a:pos x="8" y="4"/>
                </a:cxn>
                <a:cxn ang="0">
                  <a:pos x="7" y="2"/>
                </a:cxn>
                <a:cxn ang="0">
                  <a:pos x="6" y="2"/>
                </a:cxn>
                <a:cxn ang="0">
                  <a:pos x="5" y="1"/>
                </a:cxn>
                <a:cxn ang="0">
                  <a:pos x="4" y="0"/>
                </a:cxn>
                <a:cxn ang="0">
                  <a:pos x="3" y="1"/>
                </a:cxn>
                <a:cxn ang="0">
                  <a:pos x="2" y="1"/>
                </a:cxn>
                <a:cxn ang="0">
                  <a:pos x="2" y="2"/>
                </a:cxn>
                <a:cxn ang="0">
                  <a:pos x="2" y="3"/>
                </a:cxn>
                <a:cxn ang="0">
                  <a:pos x="2" y="4"/>
                </a:cxn>
                <a:cxn ang="0">
                  <a:pos x="1" y="5"/>
                </a:cxn>
                <a:cxn ang="0">
                  <a:pos x="2" y="5"/>
                </a:cxn>
                <a:cxn ang="0">
                  <a:pos x="1" y="6"/>
                </a:cxn>
                <a:cxn ang="0">
                  <a:pos x="1" y="6"/>
                </a:cxn>
                <a:cxn ang="0">
                  <a:pos x="0" y="6"/>
                </a:cxn>
                <a:cxn ang="0">
                  <a:pos x="1" y="7"/>
                </a:cxn>
                <a:cxn ang="0">
                  <a:pos x="0" y="7"/>
                </a:cxn>
                <a:cxn ang="0">
                  <a:pos x="0" y="9"/>
                </a:cxn>
                <a:cxn ang="0">
                  <a:pos x="0" y="11"/>
                </a:cxn>
                <a:cxn ang="0">
                  <a:pos x="1" y="12"/>
                </a:cxn>
                <a:cxn ang="0">
                  <a:pos x="1" y="13"/>
                </a:cxn>
                <a:cxn ang="0">
                  <a:pos x="1" y="15"/>
                </a:cxn>
                <a:cxn ang="0">
                  <a:pos x="3" y="17"/>
                </a:cxn>
                <a:cxn ang="0">
                  <a:pos x="4" y="17"/>
                </a:cxn>
                <a:cxn ang="0">
                  <a:pos x="6" y="16"/>
                </a:cxn>
                <a:cxn ang="0">
                  <a:pos x="7" y="17"/>
                </a:cxn>
                <a:cxn ang="0">
                  <a:pos x="7" y="15"/>
                </a:cxn>
                <a:cxn ang="0">
                  <a:pos x="8" y="12"/>
                </a:cxn>
                <a:cxn ang="0">
                  <a:pos x="8" y="11"/>
                </a:cxn>
                <a:cxn ang="0">
                  <a:pos x="8" y="9"/>
                </a:cxn>
              </a:cxnLst>
              <a:rect l="0" t="0" r="r" b="b"/>
              <a:pathLst>
                <a:path w="9" h="18">
                  <a:moveTo>
                    <a:pt x="8" y="9"/>
                  </a:moveTo>
                  <a:cubicBezTo>
                    <a:pt x="7" y="9"/>
                    <a:pt x="7" y="9"/>
                    <a:pt x="7" y="8"/>
                  </a:cubicBezTo>
                  <a:cubicBezTo>
                    <a:pt x="7" y="7"/>
                    <a:pt x="7" y="7"/>
                    <a:pt x="7" y="6"/>
                  </a:cubicBezTo>
                  <a:cubicBezTo>
                    <a:pt x="7" y="6"/>
                    <a:pt x="8" y="5"/>
                    <a:pt x="7" y="5"/>
                  </a:cubicBezTo>
                  <a:cubicBezTo>
                    <a:pt x="7" y="5"/>
                    <a:pt x="7" y="5"/>
                    <a:pt x="7" y="5"/>
                  </a:cubicBezTo>
                  <a:cubicBezTo>
                    <a:pt x="8" y="5"/>
                    <a:pt x="7" y="5"/>
                    <a:pt x="7" y="4"/>
                  </a:cubicBezTo>
                  <a:cubicBezTo>
                    <a:pt x="7" y="4"/>
                    <a:pt x="8" y="4"/>
                    <a:pt x="8" y="4"/>
                  </a:cubicBezTo>
                  <a:cubicBezTo>
                    <a:pt x="8" y="3"/>
                    <a:pt x="7" y="3"/>
                    <a:pt x="7" y="2"/>
                  </a:cubicBezTo>
                  <a:cubicBezTo>
                    <a:pt x="7" y="2"/>
                    <a:pt x="6" y="2"/>
                    <a:pt x="6" y="2"/>
                  </a:cubicBezTo>
                  <a:cubicBezTo>
                    <a:pt x="6" y="2"/>
                    <a:pt x="5" y="1"/>
                    <a:pt x="5" y="1"/>
                  </a:cubicBezTo>
                  <a:cubicBezTo>
                    <a:pt x="5" y="1"/>
                    <a:pt x="5" y="0"/>
                    <a:pt x="4" y="0"/>
                  </a:cubicBezTo>
                  <a:cubicBezTo>
                    <a:pt x="4" y="0"/>
                    <a:pt x="3" y="0"/>
                    <a:pt x="3" y="1"/>
                  </a:cubicBezTo>
                  <a:cubicBezTo>
                    <a:pt x="3" y="1"/>
                    <a:pt x="2" y="1"/>
                    <a:pt x="2" y="1"/>
                  </a:cubicBezTo>
                  <a:cubicBezTo>
                    <a:pt x="2" y="2"/>
                    <a:pt x="2" y="2"/>
                    <a:pt x="2" y="2"/>
                  </a:cubicBezTo>
                  <a:cubicBezTo>
                    <a:pt x="2" y="2"/>
                    <a:pt x="1" y="3"/>
                    <a:pt x="2" y="3"/>
                  </a:cubicBezTo>
                  <a:cubicBezTo>
                    <a:pt x="2" y="4"/>
                    <a:pt x="2" y="4"/>
                    <a:pt x="2" y="4"/>
                  </a:cubicBezTo>
                  <a:cubicBezTo>
                    <a:pt x="1" y="3"/>
                    <a:pt x="1" y="4"/>
                    <a:pt x="1" y="5"/>
                  </a:cubicBezTo>
                  <a:cubicBezTo>
                    <a:pt x="1" y="5"/>
                    <a:pt x="1" y="6"/>
                    <a:pt x="2" y="5"/>
                  </a:cubicBezTo>
                  <a:cubicBezTo>
                    <a:pt x="2" y="6"/>
                    <a:pt x="1" y="6"/>
                    <a:pt x="1" y="6"/>
                  </a:cubicBezTo>
                  <a:cubicBezTo>
                    <a:pt x="1" y="6"/>
                    <a:pt x="1" y="7"/>
                    <a:pt x="1" y="6"/>
                  </a:cubicBezTo>
                  <a:cubicBezTo>
                    <a:pt x="1" y="6"/>
                    <a:pt x="1" y="5"/>
                    <a:pt x="0" y="6"/>
                  </a:cubicBezTo>
                  <a:cubicBezTo>
                    <a:pt x="1" y="6"/>
                    <a:pt x="1" y="7"/>
                    <a:pt x="1" y="7"/>
                  </a:cubicBezTo>
                  <a:cubicBezTo>
                    <a:pt x="1" y="8"/>
                    <a:pt x="0" y="7"/>
                    <a:pt x="0" y="7"/>
                  </a:cubicBezTo>
                  <a:cubicBezTo>
                    <a:pt x="0" y="7"/>
                    <a:pt x="0" y="8"/>
                    <a:pt x="0" y="9"/>
                  </a:cubicBezTo>
                  <a:cubicBezTo>
                    <a:pt x="0" y="10"/>
                    <a:pt x="0" y="11"/>
                    <a:pt x="0" y="11"/>
                  </a:cubicBezTo>
                  <a:cubicBezTo>
                    <a:pt x="1" y="12"/>
                    <a:pt x="1" y="12"/>
                    <a:pt x="1" y="12"/>
                  </a:cubicBezTo>
                  <a:cubicBezTo>
                    <a:pt x="1" y="12"/>
                    <a:pt x="1" y="13"/>
                    <a:pt x="1" y="13"/>
                  </a:cubicBezTo>
                  <a:cubicBezTo>
                    <a:pt x="1" y="14"/>
                    <a:pt x="1" y="14"/>
                    <a:pt x="1" y="15"/>
                  </a:cubicBezTo>
                  <a:cubicBezTo>
                    <a:pt x="1" y="16"/>
                    <a:pt x="2" y="16"/>
                    <a:pt x="3" y="17"/>
                  </a:cubicBezTo>
                  <a:cubicBezTo>
                    <a:pt x="3" y="17"/>
                    <a:pt x="4" y="18"/>
                    <a:pt x="4" y="17"/>
                  </a:cubicBezTo>
                  <a:cubicBezTo>
                    <a:pt x="5" y="17"/>
                    <a:pt x="5" y="16"/>
                    <a:pt x="6" y="16"/>
                  </a:cubicBezTo>
                  <a:cubicBezTo>
                    <a:pt x="6" y="16"/>
                    <a:pt x="6" y="17"/>
                    <a:pt x="7" y="17"/>
                  </a:cubicBezTo>
                  <a:cubicBezTo>
                    <a:pt x="7" y="17"/>
                    <a:pt x="7" y="16"/>
                    <a:pt x="7" y="15"/>
                  </a:cubicBezTo>
                  <a:cubicBezTo>
                    <a:pt x="8" y="14"/>
                    <a:pt x="8" y="13"/>
                    <a:pt x="8" y="12"/>
                  </a:cubicBezTo>
                  <a:cubicBezTo>
                    <a:pt x="8" y="12"/>
                    <a:pt x="8" y="12"/>
                    <a:pt x="8" y="11"/>
                  </a:cubicBezTo>
                  <a:cubicBezTo>
                    <a:pt x="8" y="11"/>
                    <a:pt x="9" y="9"/>
                    <a:pt x="8" y="9"/>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94" name="Puerto Rico">
              <a:extLst>
                <a:ext uri="{FF2B5EF4-FFF2-40B4-BE49-F238E27FC236}">
                  <a16:creationId xmlns:a16="http://schemas.microsoft.com/office/drawing/2014/main" id="{C21F31BD-6D63-6DC1-38DA-DB47DFB30801}"/>
                </a:ext>
              </a:extLst>
            </p:cNvPr>
            <p:cNvSpPr>
              <a:spLocks noEditPoints="1"/>
            </p:cNvSpPr>
            <p:nvPr/>
          </p:nvSpPr>
          <p:spPr bwMode="auto">
            <a:xfrm>
              <a:off x="3396240" y="3324907"/>
              <a:ext cx="95076" cy="20584"/>
            </a:xfrm>
            <a:custGeom>
              <a:avLst/>
              <a:gdLst/>
              <a:ahLst/>
              <a:cxnLst>
                <a:cxn ang="0">
                  <a:pos x="1" y="5"/>
                </a:cxn>
                <a:cxn ang="0">
                  <a:pos x="1" y="5"/>
                </a:cxn>
                <a:cxn ang="0">
                  <a:pos x="23" y="2"/>
                </a:cxn>
                <a:cxn ang="0">
                  <a:pos x="23" y="1"/>
                </a:cxn>
                <a:cxn ang="0">
                  <a:pos x="22" y="1"/>
                </a:cxn>
                <a:cxn ang="0">
                  <a:pos x="19" y="0"/>
                </a:cxn>
                <a:cxn ang="0">
                  <a:pos x="19" y="1"/>
                </a:cxn>
                <a:cxn ang="0">
                  <a:pos x="18" y="0"/>
                </a:cxn>
                <a:cxn ang="0">
                  <a:pos x="16" y="0"/>
                </a:cxn>
                <a:cxn ang="0">
                  <a:pos x="14" y="0"/>
                </a:cxn>
                <a:cxn ang="0">
                  <a:pos x="12" y="0"/>
                </a:cxn>
                <a:cxn ang="0">
                  <a:pos x="11" y="0"/>
                </a:cxn>
                <a:cxn ang="0">
                  <a:pos x="9" y="0"/>
                </a:cxn>
                <a:cxn ang="0">
                  <a:pos x="9" y="1"/>
                </a:cxn>
                <a:cxn ang="0">
                  <a:pos x="8" y="1"/>
                </a:cxn>
                <a:cxn ang="0">
                  <a:pos x="9" y="3"/>
                </a:cxn>
                <a:cxn ang="0">
                  <a:pos x="8" y="5"/>
                </a:cxn>
                <a:cxn ang="0">
                  <a:pos x="8" y="6"/>
                </a:cxn>
                <a:cxn ang="0">
                  <a:pos x="10" y="6"/>
                </a:cxn>
                <a:cxn ang="0">
                  <a:pos x="11" y="6"/>
                </a:cxn>
                <a:cxn ang="0">
                  <a:pos x="12" y="6"/>
                </a:cxn>
                <a:cxn ang="0">
                  <a:pos x="12" y="5"/>
                </a:cxn>
                <a:cxn ang="0">
                  <a:pos x="13" y="6"/>
                </a:cxn>
                <a:cxn ang="0">
                  <a:pos x="14" y="6"/>
                </a:cxn>
                <a:cxn ang="0">
                  <a:pos x="15" y="6"/>
                </a:cxn>
                <a:cxn ang="0">
                  <a:pos x="16" y="6"/>
                </a:cxn>
                <a:cxn ang="0">
                  <a:pos x="17" y="6"/>
                </a:cxn>
                <a:cxn ang="0">
                  <a:pos x="18" y="6"/>
                </a:cxn>
                <a:cxn ang="0">
                  <a:pos x="18" y="6"/>
                </a:cxn>
                <a:cxn ang="0">
                  <a:pos x="20" y="6"/>
                </a:cxn>
                <a:cxn ang="0">
                  <a:pos x="21" y="5"/>
                </a:cxn>
                <a:cxn ang="0">
                  <a:pos x="22" y="4"/>
                </a:cxn>
                <a:cxn ang="0">
                  <a:pos x="23" y="3"/>
                </a:cxn>
                <a:cxn ang="0">
                  <a:pos x="23" y="2"/>
                </a:cxn>
                <a:cxn ang="0">
                  <a:pos x="26" y="4"/>
                </a:cxn>
                <a:cxn ang="0">
                  <a:pos x="24" y="4"/>
                </a:cxn>
                <a:cxn ang="0">
                  <a:pos x="24" y="5"/>
                </a:cxn>
                <a:cxn ang="0">
                  <a:pos x="26" y="4"/>
                </a:cxn>
                <a:cxn ang="0">
                  <a:pos x="26" y="4"/>
                </a:cxn>
              </a:cxnLst>
              <a:rect l="0" t="0" r="r" b="b"/>
              <a:pathLst>
                <a:path w="27" h="6">
                  <a:moveTo>
                    <a:pt x="1" y="5"/>
                  </a:moveTo>
                  <a:cubicBezTo>
                    <a:pt x="0" y="4"/>
                    <a:pt x="3" y="4"/>
                    <a:pt x="1" y="5"/>
                  </a:cubicBezTo>
                  <a:close/>
                  <a:moveTo>
                    <a:pt x="23" y="2"/>
                  </a:moveTo>
                  <a:cubicBezTo>
                    <a:pt x="23" y="2"/>
                    <a:pt x="23" y="2"/>
                    <a:pt x="23" y="1"/>
                  </a:cubicBezTo>
                  <a:cubicBezTo>
                    <a:pt x="23" y="2"/>
                    <a:pt x="22" y="1"/>
                    <a:pt x="22" y="1"/>
                  </a:cubicBezTo>
                  <a:cubicBezTo>
                    <a:pt x="21" y="0"/>
                    <a:pt x="20" y="1"/>
                    <a:pt x="19" y="0"/>
                  </a:cubicBezTo>
                  <a:cubicBezTo>
                    <a:pt x="19" y="0"/>
                    <a:pt x="19" y="1"/>
                    <a:pt x="19" y="1"/>
                  </a:cubicBezTo>
                  <a:cubicBezTo>
                    <a:pt x="19" y="1"/>
                    <a:pt x="19" y="0"/>
                    <a:pt x="18" y="0"/>
                  </a:cubicBezTo>
                  <a:cubicBezTo>
                    <a:pt x="17" y="0"/>
                    <a:pt x="17" y="0"/>
                    <a:pt x="16" y="0"/>
                  </a:cubicBezTo>
                  <a:cubicBezTo>
                    <a:pt x="15" y="0"/>
                    <a:pt x="14" y="0"/>
                    <a:pt x="14" y="0"/>
                  </a:cubicBezTo>
                  <a:cubicBezTo>
                    <a:pt x="13" y="0"/>
                    <a:pt x="13" y="0"/>
                    <a:pt x="12" y="0"/>
                  </a:cubicBezTo>
                  <a:cubicBezTo>
                    <a:pt x="12" y="0"/>
                    <a:pt x="11" y="0"/>
                    <a:pt x="11" y="0"/>
                  </a:cubicBezTo>
                  <a:cubicBezTo>
                    <a:pt x="10" y="0"/>
                    <a:pt x="10" y="0"/>
                    <a:pt x="9" y="0"/>
                  </a:cubicBezTo>
                  <a:cubicBezTo>
                    <a:pt x="9" y="0"/>
                    <a:pt x="9" y="0"/>
                    <a:pt x="9" y="1"/>
                  </a:cubicBezTo>
                  <a:cubicBezTo>
                    <a:pt x="8" y="1"/>
                    <a:pt x="8" y="1"/>
                    <a:pt x="8" y="1"/>
                  </a:cubicBezTo>
                  <a:cubicBezTo>
                    <a:pt x="7" y="2"/>
                    <a:pt x="9" y="3"/>
                    <a:pt x="9" y="3"/>
                  </a:cubicBezTo>
                  <a:cubicBezTo>
                    <a:pt x="8" y="4"/>
                    <a:pt x="8" y="4"/>
                    <a:pt x="8" y="5"/>
                  </a:cubicBezTo>
                  <a:cubicBezTo>
                    <a:pt x="8" y="5"/>
                    <a:pt x="8" y="6"/>
                    <a:pt x="8" y="6"/>
                  </a:cubicBezTo>
                  <a:cubicBezTo>
                    <a:pt x="8" y="6"/>
                    <a:pt x="9" y="6"/>
                    <a:pt x="10" y="6"/>
                  </a:cubicBezTo>
                  <a:cubicBezTo>
                    <a:pt x="10" y="6"/>
                    <a:pt x="11" y="6"/>
                    <a:pt x="11" y="6"/>
                  </a:cubicBezTo>
                  <a:cubicBezTo>
                    <a:pt x="11" y="6"/>
                    <a:pt x="12" y="6"/>
                    <a:pt x="12" y="6"/>
                  </a:cubicBezTo>
                  <a:cubicBezTo>
                    <a:pt x="12" y="6"/>
                    <a:pt x="12" y="6"/>
                    <a:pt x="12" y="5"/>
                  </a:cubicBezTo>
                  <a:cubicBezTo>
                    <a:pt x="12" y="5"/>
                    <a:pt x="12" y="6"/>
                    <a:pt x="13" y="6"/>
                  </a:cubicBezTo>
                  <a:cubicBezTo>
                    <a:pt x="13" y="6"/>
                    <a:pt x="13" y="6"/>
                    <a:pt x="14" y="6"/>
                  </a:cubicBezTo>
                  <a:cubicBezTo>
                    <a:pt x="14" y="6"/>
                    <a:pt x="14" y="6"/>
                    <a:pt x="15" y="6"/>
                  </a:cubicBezTo>
                  <a:cubicBezTo>
                    <a:pt x="15" y="6"/>
                    <a:pt x="15" y="6"/>
                    <a:pt x="16" y="6"/>
                  </a:cubicBezTo>
                  <a:cubicBezTo>
                    <a:pt x="16" y="6"/>
                    <a:pt x="17" y="6"/>
                    <a:pt x="17" y="6"/>
                  </a:cubicBezTo>
                  <a:cubicBezTo>
                    <a:pt x="17" y="6"/>
                    <a:pt x="17" y="6"/>
                    <a:pt x="18" y="6"/>
                  </a:cubicBezTo>
                  <a:cubicBezTo>
                    <a:pt x="18" y="6"/>
                    <a:pt x="18" y="6"/>
                    <a:pt x="18" y="6"/>
                  </a:cubicBezTo>
                  <a:cubicBezTo>
                    <a:pt x="19" y="6"/>
                    <a:pt x="19" y="6"/>
                    <a:pt x="20" y="6"/>
                  </a:cubicBezTo>
                  <a:cubicBezTo>
                    <a:pt x="20" y="6"/>
                    <a:pt x="21" y="5"/>
                    <a:pt x="21" y="5"/>
                  </a:cubicBezTo>
                  <a:cubicBezTo>
                    <a:pt x="21" y="5"/>
                    <a:pt x="22" y="4"/>
                    <a:pt x="22" y="4"/>
                  </a:cubicBezTo>
                  <a:cubicBezTo>
                    <a:pt x="22" y="3"/>
                    <a:pt x="23" y="3"/>
                    <a:pt x="23" y="3"/>
                  </a:cubicBezTo>
                  <a:cubicBezTo>
                    <a:pt x="23" y="3"/>
                    <a:pt x="23" y="2"/>
                    <a:pt x="23" y="2"/>
                  </a:cubicBezTo>
                  <a:close/>
                  <a:moveTo>
                    <a:pt x="26" y="4"/>
                  </a:moveTo>
                  <a:cubicBezTo>
                    <a:pt x="25" y="4"/>
                    <a:pt x="25" y="4"/>
                    <a:pt x="24" y="4"/>
                  </a:cubicBezTo>
                  <a:cubicBezTo>
                    <a:pt x="24" y="4"/>
                    <a:pt x="23" y="4"/>
                    <a:pt x="24" y="5"/>
                  </a:cubicBezTo>
                  <a:cubicBezTo>
                    <a:pt x="25" y="4"/>
                    <a:pt x="25" y="4"/>
                    <a:pt x="26" y="4"/>
                  </a:cubicBezTo>
                  <a:cubicBezTo>
                    <a:pt x="27" y="4"/>
                    <a:pt x="26" y="4"/>
                    <a:pt x="26" y="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95" name="Portugal">
              <a:extLst>
                <a:ext uri="{FF2B5EF4-FFF2-40B4-BE49-F238E27FC236}">
                  <a16:creationId xmlns:a16="http://schemas.microsoft.com/office/drawing/2014/main" id="{868E6245-4D9C-DF95-E6F6-78A98022BCA3}"/>
                </a:ext>
              </a:extLst>
            </p:cNvPr>
            <p:cNvSpPr>
              <a:spLocks noEditPoints="1"/>
            </p:cNvSpPr>
            <p:nvPr/>
          </p:nvSpPr>
          <p:spPr bwMode="auto">
            <a:xfrm>
              <a:off x="4727301" y="2402575"/>
              <a:ext cx="803734" cy="372463"/>
            </a:xfrm>
            <a:custGeom>
              <a:avLst/>
              <a:gdLst/>
              <a:ahLst/>
              <a:cxnLst>
                <a:cxn ang="0">
                  <a:pos x="26" y="42"/>
                </a:cxn>
                <a:cxn ang="0">
                  <a:pos x="25" y="40"/>
                </a:cxn>
                <a:cxn ang="0">
                  <a:pos x="35" y="37"/>
                </a:cxn>
                <a:cxn ang="0">
                  <a:pos x="37" y="37"/>
                </a:cxn>
                <a:cxn ang="0">
                  <a:pos x="53" y="57"/>
                </a:cxn>
                <a:cxn ang="0">
                  <a:pos x="1" y="31"/>
                </a:cxn>
                <a:cxn ang="0">
                  <a:pos x="50" y="48"/>
                </a:cxn>
                <a:cxn ang="0">
                  <a:pos x="49" y="49"/>
                </a:cxn>
                <a:cxn ang="0">
                  <a:pos x="52" y="47"/>
                </a:cxn>
                <a:cxn ang="0">
                  <a:pos x="121" y="103"/>
                </a:cxn>
                <a:cxn ang="0">
                  <a:pos x="122" y="105"/>
                </a:cxn>
                <a:cxn ang="0">
                  <a:pos x="123" y="103"/>
                </a:cxn>
                <a:cxn ang="0">
                  <a:pos x="127" y="100"/>
                </a:cxn>
                <a:cxn ang="0">
                  <a:pos x="225" y="5"/>
                </a:cxn>
                <a:cxn ang="0">
                  <a:pos x="223" y="3"/>
                </a:cxn>
                <a:cxn ang="0">
                  <a:pos x="220" y="2"/>
                </a:cxn>
                <a:cxn ang="0">
                  <a:pos x="218" y="3"/>
                </a:cxn>
                <a:cxn ang="0">
                  <a:pos x="215" y="4"/>
                </a:cxn>
                <a:cxn ang="0">
                  <a:pos x="212" y="3"/>
                </a:cxn>
                <a:cxn ang="0">
                  <a:pos x="210" y="2"/>
                </a:cxn>
                <a:cxn ang="0">
                  <a:pos x="209" y="0"/>
                </a:cxn>
                <a:cxn ang="0">
                  <a:pos x="203" y="4"/>
                </a:cxn>
                <a:cxn ang="0">
                  <a:pos x="203" y="6"/>
                </a:cxn>
                <a:cxn ang="0">
                  <a:pos x="204" y="12"/>
                </a:cxn>
                <a:cxn ang="0">
                  <a:pos x="204" y="14"/>
                </a:cxn>
                <a:cxn ang="0">
                  <a:pos x="205" y="16"/>
                </a:cxn>
                <a:cxn ang="0">
                  <a:pos x="202" y="22"/>
                </a:cxn>
                <a:cxn ang="0">
                  <a:pos x="199" y="29"/>
                </a:cxn>
                <a:cxn ang="0">
                  <a:pos x="198" y="30"/>
                </a:cxn>
                <a:cxn ang="0">
                  <a:pos x="196" y="36"/>
                </a:cxn>
                <a:cxn ang="0">
                  <a:pos x="200" y="35"/>
                </a:cxn>
                <a:cxn ang="0">
                  <a:pos x="200" y="38"/>
                </a:cxn>
                <a:cxn ang="0">
                  <a:pos x="198" y="39"/>
                </a:cxn>
                <a:cxn ang="0">
                  <a:pos x="198" y="40"/>
                </a:cxn>
                <a:cxn ang="0">
                  <a:pos x="201" y="40"/>
                </a:cxn>
                <a:cxn ang="0">
                  <a:pos x="202" y="39"/>
                </a:cxn>
                <a:cxn ang="0">
                  <a:pos x="201" y="41"/>
                </a:cxn>
                <a:cxn ang="0">
                  <a:pos x="201" y="43"/>
                </a:cxn>
                <a:cxn ang="0">
                  <a:pos x="201" y="47"/>
                </a:cxn>
                <a:cxn ang="0">
                  <a:pos x="200" y="53"/>
                </a:cxn>
                <a:cxn ang="0">
                  <a:pos x="201" y="56"/>
                </a:cxn>
                <a:cxn ang="0">
                  <a:pos x="206" y="56"/>
                </a:cxn>
                <a:cxn ang="0">
                  <a:pos x="211" y="55"/>
                </a:cxn>
                <a:cxn ang="0">
                  <a:pos x="212" y="51"/>
                </a:cxn>
                <a:cxn ang="0">
                  <a:pos x="215" y="46"/>
                </a:cxn>
                <a:cxn ang="0">
                  <a:pos x="218" y="44"/>
                </a:cxn>
                <a:cxn ang="0">
                  <a:pos x="215" y="39"/>
                </a:cxn>
                <a:cxn ang="0">
                  <a:pos x="217" y="34"/>
                </a:cxn>
                <a:cxn ang="0">
                  <a:pos x="216" y="32"/>
                </a:cxn>
                <a:cxn ang="0">
                  <a:pos x="215" y="29"/>
                </a:cxn>
                <a:cxn ang="0">
                  <a:pos x="218" y="27"/>
                </a:cxn>
                <a:cxn ang="0">
                  <a:pos x="219" y="23"/>
                </a:cxn>
                <a:cxn ang="0">
                  <a:pos x="220" y="19"/>
                </a:cxn>
                <a:cxn ang="0">
                  <a:pos x="221" y="16"/>
                </a:cxn>
                <a:cxn ang="0">
                  <a:pos x="220" y="13"/>
                </a:cxn>
                <a:cxn ang="0">
                  <a:pos x="222" y="11"/>
                </a:cxn>
                <a:cxn ang="0">
                  <a:pos x="226" y="9"/>
                </a:cxn>
                <a:cxn ang="0">
                  <a:pos x="225" y="5"/>
                </a:cxn>
              </a:cxnLst>
              <a:rect l="0" t="0" r="r" b="b"/>
              <a:pathLst>
                <a:path w="227" h="105">
                  <a:moveTo>
                    <a:pt x="27" y="41"/>
                  </a:moveTo>
                  <a:cubicBezTo>
                    <a:pt x="28" y="41"/>
                    <a:pt x="27" y="41"/>
                    <a:pt x="27" y="41"/>
                  </a:cubicBezTo>
                  <a:cubicBezTo>
                    <a:pt x="27" y="41"/>
                    <a:pt x="26" y="41"/>
                    <a:pt x="26" y="42"/>
                  </a:cubicBezTo>
                  <a:cubicBezTo>
                    <a:pt x="26" y="42"/>
                    <a:pt x="25" y="41"/>
                    <a:pt x="25" y="41"/>
                  </a:cubicBezTo>
                  <a:cubicBezTo>
                    <a:pt x="24" y="41"/>
                    <a:pt x="24" y="41"/>
                    <a:pt x="23" y="41"/>
                  </a:cubicBezTo>
                  <a:cubicBezTo>
                    <a:pt x="22" y="40"/>
                    <a:pt x="24" y="40"/>
                    <a:pt x="25" y="40"/>
                  </a:cubicBezTo>
                  <a:cubicBezTo>
                    <a:pt x="25" y="40"/>
                    <a:pt x="26" y="40"/>
                    <a:pt x="26" y="41"/>
                  </a:cubicBezTo>
                  <a:cubicBezTo>
                    <a:pt x="27" y="41"/>
                    <a:pt x="27" y="41"/>
                    <a:pt x="27" y="41"/>
                  </a:cubicBezTo>
                  <a:close/>
                  <a:moveTo>
                    <a:pt x="35" y="37"/>
                  </a:moveTo>
                  <a:cubicBezTo>
                    <a:pt x="35" y="37"/>
                    <a:pt x="34" y="37"/>
                    <a:pt x="34" y="38"/>
                  </a:cubicBezTo>
                  <a:cubicBezTo>
                    <a:pt x="34" y="39"/>
                    <a:pt x="35" y="38"/>
                    <a:pt x="36" y="39"/>
                  </a:cubicBezTo>
                  <a:cubicBezTo>
                    <a:pt x="37" y="39"/>
                    <a:pt x="37" y="38"/>
                    <a:pt x="37" y="37"/>
                  </a:cubicBezTo>
                  <a:cubicBezTo>
                    <a:pt x="37" y="37"/>
                    <a:pt x="36" y="37"/>
                    <a:pt x="35" y="37"/>
                  </a:cubicBezTo>
                  <a:close/>
                  <a:moveTo>
                    <a:pt x="51" y="57"/>
                  </a:moveTo>
                  <a:cubicBezTo>
                    <a:pt x="51" y="57"/>
                    <a:pt x="52" y="57"/>
                    <a:pt x="53" y="57"/>
                  </a:cubicBezTo>
                  <a:cubicBezTo>
                    <a:pt x="53" y="57"/>
                    <a:pt x="52" y="56"/>
                    <a:pt x="51" y="57"/>
                  </a:cubicBezTo>
                  <a:close/>
                  <a:moveTo>
                    <a:pt x="1" y="29"/>
                  </a:moveTo>
                  <a:cubicBezTo>
                    <a:pt x="0" y="30"/>
                    <a:pt x="0" y="31"/>
                    <a:pt x="1" y="31"/>
                  </a:cubicBezTo>
                  <a:cubicBezTo>
                    <a:pt x="2" y="31"/>
                    <a:pt x="1" y="29"/>
                    <a:pt x="1" y="29"/>
                  </a:cubicBezTo>
                  <a:close/>
                  <a:moveTo>
                    <a:pt x="52" y="47"/>
                  </a:moveTo>
                  <a:cubicBezTo>
                    <a:pt x="51" y="47"/>
                    <a:pt x="50" y="47"/>
                    <a:pt x="50" y="48"/>
                  </a:cubicBezTo>
                  <a:cubicBezTo>
                    <a:pt x="49" y="48"/>
                    <a:pt x="48" y="48"/>
                    <a:pt x="48" y="47"/>
                  </a:cubicBezTo>
                  <a:cubicBezTo>
                    <a:pt x="48" y="47"/>
                    <a:pt x="47" y="46"/>
                    <a:pt x="46" y="47"/>
                  </a:cubicBezTo>
                  <a:cubicBezTo>
                    <a:pt x="46" y="48"/>
                    <a:pt x="48" y="49"/>
                    <a:pt x="49" y="49"/>
                  </a:cubicBezTo>
                  <a:cubicBezTo>
                    <a:pt x="49" y="49"/>
                    <a:pt x="50" y="49"/>
                    <a:pt x="50" y="49"/>
                  </a:cubicBezTo>
                  <a:cubicBezTo>
                    <a:pt x="51" y="49"/>
                    <a:pt x="52" y="49"/>
                    <a:pt x="52" y="48"/>
                  </a:cubicBezTo>
                  <a:cubicBezTo>
                    <a:pt x="53" y="48"/>
                    <a:pt x="53" y="47"/>
                    <a:pt x="52" y="47"/>
                  </a:cubicBezTo>
                  <a:close/>
                  <a:moveTo>
                    <a:pt x="123" y="103"/>
                  </a:moveTo>
                  <a:cubicBezTo>
                    <a:pt x="122" y="103"/>
                    <a:pt x="122" y="102"/>
                    <a:pt x="122" y="102"/>
                  </a:cubicBezTo>
                  <a:cubicBezTo>
                    <a:pt x="121" y="102"/>
                    <a:pt x="121" y="103"/>
                    <a:pt x="121" y="103"/>
                  </a:cubicBezTo>
                  <a:cubicBezTo>
                    <a:pt x="120" y="103"/>
                    <a:pt x="120" y="102"/>
                    <a:pt x="120" y="102"/>
                  </a:cubicBezTo>
                  <a:cubicBezTo>
                    <a:pt x="119" y="102"/>
                    <a:pt x="119" y="103"/>
                    <a:pt x="119" y="103"/>
                  </a:cubicBezTo>
                  <a:cubicBezTo>
                    <a:pt x="120" y="104"/>
                    <a:pt x="121" y="104"/>
                    <a:pt x="122" y="105"/>
                  </a:cubicBezTo>
                  <a:cubicBezTo>
                    <a:pt x="122" y="105"/>
                    <a:pt x="123" y="105"/>
                    <a:pt x="123" y="104"/>
                  </a:cubicBezTo>
                  <a:cubicBezTo>
                    <a:pt x="123" y="104"/>
                    <a:pt x="124" y="103"/>
                    <a:pt x="124" y="103"/>
                  </a:cubicBezTo>
                  <a:cubicBezTo>
                    <a:pt x="124" y="103"/>
                    <a:pt x="123" y="103"/>
                    <a:pt x="123" y="103"/>
                  </a:cubicBezTo>
                  <a:close/>
                  <a:moveTo>
                    <a:pt x="128" y="99"/>
                  </a:moveTo>
                  <a:cubicBezTo>
                    <a:pt x="128" y="100"/>
                    <a:pt x="127" y="100"/>
                    <a:pt x="127" y="100"/>
                  </a:cubicBezTo>
                  <a:cubicBezTo>
                    <a:pt x="127" y="100"/>
                    <a:pt x="127" y="100"/>
                    <a:pt x="127" y="100"/>
                  </a:cubicBezTo>
                  <a:cubicBezTo>
                    <a:pt x="128" y="100"/>
                    <a:pt x="128" y="100"/>
                    <a:pt x="128" y="100"/>
                  </a:cubicBezTo>
                  <a:cubicBezTo>
                    <a:pt x="128" y="99"/>
                    <a:pt x="128" y="99"/>
                    <a:pt x="128" y="99"/>
                  </a:cubicBezTo>
                  <a:close/>
                  <a:moveTo>
                    <a:pt x="225" y="5"/>
                  </a:moveTo>
                  <a:cubicBezTo>
                    <a:pt x="225" y="5"/>
                    <a:pt x="224" y="6"/>
                    <a:pt x="224" y="5"/>
                  </a:cubicBezTo>
                  <a:cubicBezTo>
                    <a:pt x="224" y="5"/>
                    <a:pt x="224" y="5"/>
                    <a:pt x="224" y="4"/>
                  </a:cubicBezTo>
                  <a:cubicBezTo>
                    <a:pt x="224" y="4"/>
                    <a:pt x="224" y="2"/>
                    <a:pt x="223" y="3"/>
                  </a:cubicBezTo>
                  <a:cubicBezTo>
                    <a:pt x="223" y="3"/>
                    <a:pt x="222" y="3"/>
                    <a:pt x="222" y="2"/>
                  </a:cubicBezTo>
                  <a:cubicBezTo>
                    <a:pt x="222" y="2"/>
                    <a:pt x="221" y="3"/>
                    <a:pt x="221" y="3"/>
                  </a:cubicBezTo>
                  <a:cubicBezTo>
                    <a:pt x="220" y="3"/>
                    <a:pt x="220" y="2"/>
                    <a:pt x="220" y="2"/>
                  </a:cubicBezTo>
                  <a:cubicBezTo>
                    <a:pt x="220" y="3"/>
                    <a:pt x="220" y="3"/>
                    <a:pt x="219" y="3"/>
                  </a:cubicBezTo>
                  <a:cubicBezTo>
                    <a:pt x="219" y="2"/>
                    <a:pt x="219" y="2"/>
                    <a:pt x="219" y="2"/>
                  </a:cubicBezTo>
                  <a:cubicBezTo>
                    <a:pt x="218" y="2"/>
                    <a:pt x="218" y="3"/>
                    <a:pt x="218" y="3"/>
                  </a:cubicBezTo>
                  <a:cubicBezTo>
                    <a:pt x="218" y="3"/>
                    <a:pt x="218" y="3"/>
                    <a:pt x="218" y="3"/>
                  </a:cubicBezTo>
                  <a:cubicBezTo>
                    <a:pt x="217" y="4"/>
                    <a:pt x="217" y="4"/>
                    <a:pt x="216" y="4"/>
                  </a:cubicBezTo>
                  <a:cubicBezTo>
                    <a:pt x="216" y="4"/>
                    <a:pt x="216" y="3"/>
                    <a:pt x="215" y="4"/>
                  </a:cubicBezTo>
                  <a:cubicBezTo>
                    <a:pt x="215" y="4"/>
                    <a:pt x="215" y="4"/>
                    <a:pt x="214" y="4"/>
                  </a:cubicBezTo>
                  <a:cubicBezTo>
                    <a:pt x="215" y="3"/>
                    <a:pt x="213" y="3"/>
                    <a:pt x="212" y="3"/>
                  </a:cubicBezTo>
                  <a:cubicBezTo>
                    <a:pt x="212" y="3"/>
                    <a:pt x="212" y="3"/>
                    <a:pt x="212" y="3"/>
                  </a:cubicBezTo>
                  <a:cubicBezTo>
                    <a:pt x="211" y="3"/>
                    <a:pt x="211" y="4"/>
                    <a:pt x="210" y="4"/>
                  </a:cubicBezTo>
                  <a:cubicBezTo>
                    <a:pt x="210" y="4"/>
                    <a:pt x="209" y="4"/>
                    <a:pt x="209" y="3"/>
                  </a:cubicBezTo>
                  <a:cubicBezTo>
                    <a:pt x="209" y="3"/>
                    <a:pt x="210" y="2"/>
                    <a:pt x="210" y="2"/>
                  </a:cubicBezTo>
                  <a:cubicBezTo>
                    <a:pt x="210" y="2"/>
                    <a:pt x="211" y="2"/>
                    <a:pt x="210" y="1"/>
                  </a:cubicBezTo>
                  <a:cubicBezTo>
                    <a:pt x="210" y="1"/>
                    <a:pt x="210" y="1"/>
                    <a:pt x="210" y="1"/>
                  </a:cubicBezTo>
                  <a:cubicBezTo>
                    <a:pt x="209" y="1"/>
                    <a:pt x="210" y="1"/>
                    <a:pt x="209" y="0"/>
                  </a:cubicBezTo>
                  <a:cubicBezTo>
                    <a:pt x="209" y="1"/>
                    <a:pt x="208" y="1"/>
                    <a:pt x="208" y="1"/>
                  </a:cubicBezTo>
                  <a:cubicBezTo>
                    <a:pt x="207" y="1"/>
                    <a:pt x="206" y="1"/>
                    <a:pt x="205" y="2"/>
                  </a:cubicBezTo>
                  <a:cubicBezTo>
                    <a:pt x="204" y="3"/>
                    <a:pt x="203" y="3"/>
                    <a:pt x="203" y="4"/>
                  </a:cubicBezTo>
                  <a:cubicBezTo>
                    <a:pt x="203" y="5"/>
                    <a:pt x="203" y="5"/>
                    <a:pt x="203" y="5"/>
                  </a:cubicBezTo>
                  <a:cubicBezTo>
                    <a:pt x="204" y="5"/>
                    <a:pt x="204" y="5"/>
                    <a:pt x="204" y="5"/>
                  </a:cubicBezTo>
                  <a:cubicBezTo>
                    <a:pt x="204" y="6"/>
                    <a:pt x="203" y="5"/>
                    <a:pt x="203" y="6"/>
                  </a:cubicBezTo>
                  <a:cubicBezTo>
                    <a:pt x="203" y="7"/>
                    <a:pt x="204" y="7"/>
                    <a:pt x="204" y="8"/>
                  </a:cubicBezTo>
                  <a:cubicBezTo>
                    <a:pt x="204" y="8"/>
                    <a:pt x="204" y="11"/>
                    <a:pt x="205" y="11"/>
                  </a:cubicBezTo>
                  <a:cubicBezTo>
                    <a:pt x="204" y="12"/>
                    <a:pt x="204" y="12"/>
                    <a:pt x="204" y="12"/>
                  </a:cubicBezTo>
                  <a:cubicBezTo>
                    <a:pt x="205" y="13"/>
                    <a:pt x="204" y="13"/>
                    <a:pt x="204" y="14"/>
                  </a:cubicBezTo>
                  <a:cubicBezTo>
                    <a:pt x="204" y="15"/>
                    <a:pt x="203" y="16"/>
                    <a:pt x="203" y="17"/>
                  </a:cubicBezTo>
                  <a:cubicBezTo>
                    <a:pt x="204" y="16"/>
                    <a:pt x="204" y="15"/>
                    <a:pt x="204" y="14"/>
                  </a:cubicBezTo>
                  <a:cubicBezTo>
                    <a:pt x="204" y="15"/>
                    <a:pt x="204" y="15"/>
                    <a:pt x="204" y="15"/>
                  </a:cubicBezTo>
                  <a:cubicBezTo>
                    <a:pt x="205" y="14"/>
                    <a:pt x="204" y="15"/>
                    <a:pt x="204" y="15"/>
                  </a:cubicBezTo>
                  <a:cubicBezTo>
                    <a:pt x="204" y="16"/>
                    <a:pt x="204" y="16"/>
                    <a:pt x="205" y="16"/>
                  </a:cubicBezTo>
                  <a:cubicBezTo>
                    <a:pt x="204" y="16"/>
                    <a:pt x="204" y="16"/>
                    <a:pt x="204" y="17"/>
                  </a:cubicBezTo>
                  <a:cubicBezTo>
                    <a:pt x="203" y="16"/>
                    <a:pt x="203" y="19"/>
                    <a:pt x="203" y="19"/>
                  </a:cubicBezTo>
                  <a:cubicBezTo>
                    <a:pt x="202" y="20"/>
                    <a:pt x="201" y="21"/>
                    <a:pt x="202" y="22"/>
                  </a:cubicBezTo>
                  <a:cubicBezTo>
                    <a:pt x="202" y="23"/>
                    <a:pt x="201" y="24"/>
                    <a:pt x="201" y="25"/>
                  </a:cubicBezTo>
                  <a:cubicBezTo>
                    <a:pt x="200" y="26"/>
                    <a:pt x="200" y="26"/>
                    <a:pt x="200" y="26"/>
                  </a:cubicBezTo>
                  <a:cubicBezTo>
                    <a:pt x="200" y="27"/>
                    <a:pt x="199" y="29"/>
                    <a:pt x="199" y="29"/>
                  </a:cubicBezTo>
                  <a:cubicBezTo>
                    <a:pt x="198" y="29"/>
                    <a:pt x="198" y="29"/>
                    <a:pt x="198" y="30"/>
                  </a:cubicBezTo>
                  <a:cubicBezTo>
                    <a:pt x="198" y="30"/>
                    <a:pt x="198" y="30"/>
                    <a:pt x="198" y="30"/>
                  </a:cubicBezTo>
                  <a:cubicBezTo>
                    <a:pt x="198" y="30"/>
                    <a:pt x="198" y="30"/>
                    <a:pt x="198" y="30"/>
                  </a:cubicBezTo>
                  <a:cubicBezTo>
                    <a:pt x="197" y="31"/>
                    <a:pt x="197" y="31"/>
                    <a:pt x="196" y="31"/>
                  </a:cubicBezTo>
                  <a:cubicBezTo>
                    <a:pt x="198" y="31"/>
                    <a:pt x="196" y="33"/>
                    <a:pt x="196" y="34"/>
                  </a:cubicBezTo>
                  <a:cubicBezTo>
                    <a:pt x="196" y="34"/>
                    <a:pt x="196" y="35"/>
                    <a:pt x="196" y="36"/>
                  </a:cubicBezTo>
                  <a:cubicBezTo>
                    <a:pt x="195" y="36"/>
                    <a:pt x="195" y="37"/>
                    <a:pt x="195" y="38"/>
                  </a:cubicBezTo>
                  <a:cubicBezTo>
                    <a:pt x="195" y="39"/>
                    <a:pt x="197" y="38"/>
                    <a:pt x="198" y="38"/>
                  </a:cubicBezTo>
                  <a:cubicBezTo>
                    <a:pt x="199" y="38"/>
                    <a:pt x="199" y="36"/>
                    <a:pt x="200" y="35"/>
                  </a:cubicBezTo>
                  <a:cubicBezTo>
                    <a:pt x="200" y="36"/>
                    <a:pt x="200" y="36"/>
                    <a:pt x="200" y="37"/>
                  </a:cubicBezTo>
                  <a:cubicBezTo>
                    <a:pt x="200" y="38"/>
                    <a:pt x="199" y="38"/>
                    <a:pt x="199" y="38"/>
                  </a:cubicBezTo>
                  <a:cubicBezTo>
                    <a:pt x="199" y="38"/>
                    <a:pt x="200" y="38"/>
                    <a:pt x="200" y="38"/>
                  </a:cubicBezTo>
                  <a:cubicBezTo>
                    <a:pt x="199" y="38"/>
                    <a:pt x="199" y="38"/>
                    <a:pt x="199" y="38"/>
                  </a:cubicBezTo>
                  <a:cubicBezTo>
                    <a:pt x="199" y="39"/>
                    <a:pt x="199" y="39"/>
                    <a:pt x="199" y="39"/>
                  </a:cubicBezTo>
                  <a:cubicBezTo>
                    <a:pt x="199" y="39"/>
                    <a:pt x="198" y="39"/>
                    <a:pt x="198" y="39"/>
                  </a:cubicBezTo>
                  <a:cubicBezTo>
                    <a:pt x="198" y="39"/>
                    <a:pt x="198" y="39"/>
                    <a:pt x="198" y="39"/>
                  </a:cubicBezTo>
                  <a:cubicBezTo>
                    <a:pt x="198" y="38"/>
                    <a:pt x="197" y="38"/>
                    <a:pt x="197" y="39"/>
                  </a:cubicBezTo>
                  <a:cubicBezTo>
                    <a:pt x="198" y="39"/>
                    <a:pt x="198" y="40"/>
                    <a:pt x="198" y="40"/>
                  </a:cubicBezTo>
                  <a:cubicBezTo>
                    <a:pt x="198" y="40"/>
                    <a:pt x="197" y="41"/>
                    <a:pt x="197" y="41"/>
                  </a:cubicBezTo>
                  <a:cubicBezTo>
                    <a:pt x="197" y="41"/>
                    <a:pt x="199" y="41"/>
                    <a:pt x="200" y="40"/>
                  </a:cubicBezTo>
                  <a:cubicBezTo>
                    <a:pt x="200" y="40"/>
                    <a:pt x="200" y="40"/>
                    <a:pt x="201" y="40"/>
                  </a:cubicBezTo>
                  <a:cubicBezTo>
                    <a:pt x="201" y="40"/>
                    <a:pt x="202" y="41"/>
                    <a:pt x="201" y="40"/>
                  </a:cubicBezTo>
                  <a:cubicBezTo>
                    <a:pt x="201" y="40"/>
                    <a:pt x="201" y="40"/>
                    <a:pt x="201" y="40"/>
                  </a:cubicBezTo>
                  <a:cubicBezTo>
                    <a:pt x="201" y="40"/>
                    <a:pt x="201" y="40"/>
                    <a:pt x="202" y="39"/>
                  </a:cubicBezTo>
                  <a:cubicBezTo>
                    <a:pt x="202" y="40"/>
                    <a:pt x="202" y="40"/>
                    <a:pt x="202" y="40"/>
                  </a:cubicBezTo>
                  <a:cubicBezTo>
                    <a:pt x="201" y="41"/>
                    <a:pt x="202" y="41"/>
                    <a:pt x="202" y="41"/>
                  </a:cubicBezTo>
                  <a:cubicBezTo>
                    <a:pt x="202" y="41"/>
                    <a:pt x="201" y="41"/>
                    <a:pt x="201" y="41"/>
                  </a:cubicBezTo>
                  <a:cubicBezTo>
                    <a:pt x="201" y="41"/>
                    <a:pt x="201" y="41"/>
                    <a:pt x="201" y="41"/>
                  </a:cubicBezTo>
                  <a:cubicBezTo>
                    <a:pt x="201" y="41"/>
                    <a:pt x="201" y="40"/>
                    <a:pt x="200" y="40"/>
                  </a:cubicBezTo>
                  <a:cubicBezTo>
                    <a:pt x="201" y="41"/>
                    <a:pt x="201" y="42"/>
                    <a:pt x="201" y="43"/>
                  </a:cubicBezTo>
                  <a:cubicBezTo>
                    <a:pt x="201" y="44"/>
                    <a:pt x="201" y="44"/>
                    <a:pt x="201" y="45"/>
                  </a:cubicBezTo>
                  <a:cubicBezTo>
                    <a:pt x="200" y="45"/>
                    <a:pt x="200" y="46"/>
                    <a:pt x="200" y="46"/>
                  </a:cubicBezTo>
                  <a:cubicBezTo>
                    <a:pt x="200" y="46"/>
                    <a:pt x="201" y="47"/>
                    <a:pt x="201" y="47"/>
                  </a:cubicBezTo>
                  <a:cubicBezTo>
                    <a:pt x="201" y="48"/>
                    <a:pt x="200" y="49"/>
                    <a:pt x="201" y="49"/>
                  </a:cubicBezTo>
                  <a:cubicBezTo>
                    <a:pt x="200" y="49"/>
                    <a:pt x="200" y="50"/>
                    <a:pt x="200" y="51"/>
                  </a:cubicBezTo>
                  <a:cubicBezTo>
                    <a:pt x="200" y="51"/>
                    <a:pt x="200" y="52"/>
                    <a:pt x="200" y="53"/>
                  </a:cubicBezTo>
                  <a:cubicBezTo>
                    <a:pt x="199" y="53"/>
                    <a:pt x="199" y="54"/>
                    <a:pt x="199" y="55"/>
                  </a:cubicBezTo>
                  <a:cubicBezTo>
                    <a:pt x="199" y="56"/>
                    <a:pt x="198" y="56"/>
                    <a:pt x="199" y="57"/>
                  </a:cubicBezTo>
                  <a:cubicBezTo>
                    <a:pt x="199" y="56"/>
                    <a:pt x="200" y="56"/>
                    <a:pt x="201" y="56"/>
                  </a:cubicBezTo>
                  <a:cubicBezTo>
                    <a:pt x="201" y="56"/>
                    <a:pt x="201" y="55"/>
                    <a:pt x="202" y="55"/>
                  </a:cubicBezTo>
                  <a:cubicBezTo>
                    <a:pt x="202" y="55"/>
                    <a:pt x="202" y="55"/>
                    <a:pt x="203" y="55"/>
                  </a:cubicBezTo>
                  <a:cubicBezTo>
                    <a:pt x="202" y="56"/>
                    <a:pt x="206" y="56"/>
                    <a:pt x="206" y="56"/>
                  </a:cubicBezTo>
                  <a:cubicBezTo>
                    <a:pt x="207" y="57"/>
                    <a:pt x="208" y="57"/>
                    <a:pt x="209" y="56"/>
                  </a:cubicBezTo>
                  <a:cubicBezTo>
                    <a:pt x="209" y="57"/>
                    <a:pt x="210" y="56"/>
                    <a:pt x="210" y="56"/>
                  </a:cubicBezTo>
                  <a:cubicBezTo>
                    <a:pt x="210" y="56"/>
                    <a:pt x="210" y="56"/>
                    <a:pt x="211" y="55"/>
                  </a:cubicBezTo>
                  <a:cubicBezTo>
                    <a:pt x="211" y="55"/>
                    <a:pt x="212" y="54"/>
                    <a:pt x="213" y="55"/>
                  </a:cubicBezTo>
                  <a:cubicBezTo>
                    <a:pt x="212" y="54"/>
                    <a:pt x="213" y="53"/>
                    <a:pt x="212" y="52"/>
                  </a:cubicBezTo>
                  <a:cubicBezTo>
                    <a:pt x="212" y="51"/>
                    <a:pt x="212" y="51"/>
                    <a:pt x="212" y="51"/>
                  </a:cubicBezTo>
                  <a:cubicBezTo>
                    <a:pt x="212" y="50"/>
                    <a:pt x="212" y="50"/>
                    <a:pt x="212" y="49"/>
                  </a:cubicBezTo>
                  <a:cubicBezTo>
                    <a:pt x="213" y="48"/>
                    <a:pt x="214" y="48"/>
                    <a:pt x="214" y="47"/>
                  </a:cubicBezTo>
                  <a:cubicBezTo>
                    <a:pt x="215" y="47"/>
                    <a:pt x="214" y="46"/>
                    <a:pt x="215" y="46"/>
                  </a:cubicBezTo>
                  <a:cubicBezTo>
                    <a:pt x="216" y="46"/>
                    <a:pt x="216" y="45"/>
                    <a:pt x="216" y="45"/>
                  </a:cubicBezTo>
                  <a:cubicBezTo>
                    <a:pt x="217" y="45"/>
                    <a:pt x="217" y="45"/>
                    <a:pt x="217" y="45"/>
                  </a:cubicBezTo>
                  <a:cubicBezTo>
                    <a:pt x="217" y="45"/>
                    <a:pt x="218" y="44"/>
                    <a:pt x="218" y="44"/>
                  </a:cubicBezTo>
                  <a:cubicBezTo>
                    <a:pt x="218" y="43"/>
                    <a:pt x="216" y="44"/>
                    <a:pt x="216" y="43"/>
                  </a:cubicBezTo>
                  <a:cubicBezTo>
                    <a:pt x="216" y="43"/>
                    <a:pt x="215" y="42"/>
                    <a:pt x="214" y="41"/>
                  </a:cubicBezTo>
                  <a:cubicBezTo>
                    <a:pt x="214" y="41"/>
                    <a:pt x="215" y="39"/>
                    <a:pt x="215" y="39"/>
                  </a:cubicBezTo>
                  <a:cubicBezTo>
                    <a:pt x="215" y="38"/>
                    <a:pt x="215" y="38"/>
                    <a:pt x="216" y="37"/>
                  </a:cubicBezTo>
                  <a:cubicBezTo>
                    <a:pt x="217" y="36"/>
                    <a:pt x="218" y="35"/>
                    <a:pt x="218" y="35"/>
                  </a:cubicBezTo>
                  <a:cubicBezTo>
                    <a:pt x="218" y="34"/>
                    <a:pt x="217" y="34"/>
                    <a:pt x="217" y="34"/>
                  </a:cubicBezTo>
                  <a:cubicBezTo>
                    <a:pt x="216" y="33"/>
                    <a:pt x="217" y="33"/>
                    <a:pt x="216" y="33"/>
                  </a:cubicBezTo>
                  <a:cubicBezTo>
                    <a:pt x="216" y="33"/>
                    <a:pt x="216" y="33"/>
                    <a:pt x="216" y="32"/>
                  </a:cubicBezTo>
                  <a:cubicBezTo>
                    <a:pt x="216" y="32"/>
                    <a:pt x="216" y="32"/>
                    <a:pt x="216" y="32"/>
                  </a:cubicBezTo>
                  <a:cubicBezTo>
                    <a:pt x="215" y="31"/>
                    <a:pt x="215" y="31"/>
                    <a:pt x="215" y="31"/>
                  </a:cubicBezTo>
                  <a:cubicBezTo>
                    <a:pt x="215" y="30"/>
                    <a:pt x="215" y="30"/>
                    <a:pt x="215" y="30"/>
                  </a:cubicBezTo>
                  <a:cubicBezTo>
                    <a:pt x="215" y="29"/>
                    <a:pt x="215" y="29"/>
                    <a:pt x="215" y="29"/>
                  </a:cubicBezTo>
                  <a:cubicBezTo>
                    <a:pt x="214" y="28"/>
                    <a:pt x="213" y="28"/>
                    <a:pt x="213" y="27"/>
                  </a:cubicBezTo>
                  <a:cubicBezTo>
                    <a:pt x="214" y="28"/>
                    <a:pt x="214" y="28"/>
                    <a:pt x="215" y="28"/>
                  </a:cubicBezTo>
                  <a:cubicBezTo>
                    <a:pt x="216" y="28"/>
                    <a:pt x="217" y="28"/>
                    <a:pt x="218" y="27"/>
                  </a:cubicBezTo>
                  <a:cubicBezTo>
                    <a:pt x="218" y="27"/>
                    <a:pt x="218" y="26"/>
                    <a:pt x="219" y="26"/>
                  </a:cubicBezTo>
                  <a:cubicBezTo>
                    <a:pt x="219" y="25"/>
                    <a:pt x="219" y="25"/>
                    <a:pt x="219" y="24"/>
                  </a:cubicBezTo>
                  <a:cubicBezTo>
                    <a:pt x="219" y="24"/>
                    <a:pt x="219" y="23"/>
                    <a:pt x="219" y="23"/>
                  </a:cubicBezTo>
                  <a:cubicBezTo>
                    <a:pt x="218" y="22"/>
                    <a:pt x="218" y="22"/>
                    <a:pt x="219" y="21"/>
                  </a:cubicBezTo>
                  <a:cubicBezTo>
                    <a:pt x="219" y="21"/>
                    <a:pt x="220" y="21"/>
                    <a:pt x="221" y="20"/>
                  </a:cubicBezTo>
                  <a:cubicBezTo>
                    <a:pt x="221" y="19"/>
                    <a:pt x="220" y="19"/>
                    <a:pt x="220" y="19"/>
                  </a:cubicBezTo>
                  <a:cubicBezTo>
                    <a:pt x="221" y="18"/>
                    <a:pt x="220" y="18"/>
                    <a:pt x="220" y="17"/>
                  </a:cubicBezTo>
                  <a:cubicBezTo>
                    <a:pt x="220" y="17"/>
                    <a:pt x="221" y="17"/>
                    <a:pt x="221" y="17"/>
                  </a:cubicBezTo>
                  <a:cubicBezTo>
                    <a:pt x="221" y="16"/>
                    <a:pt x="221" y="16"/>
                    <a:pt x="221" y="16"/>
                  </a:cubicBezTo>
                  <a:cubicBezTo>
                    <a:pt x="221" y="15"/>
                    <a:pt x="221" y="15"/>
                    <a:pt x="221" y="15"/>
                  </a:cubicBezTo>
                  <a:cubicBezTo>
                    <a:pt x="221" y="14"/>
                    <a:pt x="221" y="14"/>
                    <a:pt x="221" y="14"/>
                  </a:cubicBezTo>
                  <a:cubicBezTo>
                    <a:pt x="220" y="14"/>
                    <a:pt x="220" y="13"/>
                    <a:pt x="220" y="13"/>
                  </a:cubicBezTo>
                  <a:cubicBezTo>
                    <a:pt x="220" y="12"/>
                    <a:pt x="221" y="13"/>
                    <a:pt x="221" y="12"/>
                  </a:cubicBezTo>
                  <a:cubicBezTo>
                    <a:pt x="221" y="12"/>
                    <a:pt x="221" y="12"/>
                    <a:pt x="221" y="11"/>
                  </a:cubicBezTo>
                  <a:cubicBezTo>
                    <a:pt x="222" y="11"/>
                    <a:pt x="222" y="11"/>
                    <a:pt x="222" y="11"/>
                  </a:cubicBezTo>
                  <a:cubicBezTo>
                    <a:pt x="223" y="10"/>
                    <a:pt x="223" y="10"/>
                    <a:pt x="223" y="10"/>
                  </a:cubicBezTo>
                  <a:cubicBezTo>
                    <a:pt x="224" y="10"/>
                    <a:pt x="225" y="9"/>
                    <a:pt x="225" y="9"/>
                  </a:cubicBezTo>
                  <a:cubicBezTo>
                    <a:pt x="225" y="9"/>
                    <a:pt x="225" y="9"/>
                    <a:pt x="226" y="9"/>
                  </a:cubicBezTo>
                  <a:cubicBezTo>
                    <a:pt x="226" y="9"/>
                    <a:pt x="226" y="8"/>
                    <a:pt x="226" y="8"/>
                  </a:cubicBezTo>
                  <a:cubicBezTo>
                    <a:pt x="226" y="8"/>
                    <a:pt x="227" y="7"/>
                    <a:pt x="227" y="7"/>
                  </a:cubicBezTo>
                  <a:cubicBezTo>
                    <a:pt x="227" y="6"/>
                    <a:pt x="226" y="6"/>
                    <a:pt x="225" y="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96" name="Poland">
              <a:extLst>
                <a:ext uri="{FF2B5EF4-FFF2-40B4-BE49-F238E27FC236}">
                  <a16:creationId xmlns:a16="http://schemas.microsoft.com/office/drawing/2014/main" id="{898CF6B3-43CD-771A-C488-0AC06A06DD3F}"/>
                </a:ext>
              </a:extLst>
            </p:cNvPr>
            <p:cNvSpPr>
              <a:spLocks/>
            </p:cNvSpPr>
            <p:nvPr/>
          </p:nvSpPr>
          <p:spPr bwMode="auto">
            <a:xfrm>
              <a:off x="6157362" y="1924256"/>
              <a:ext cx="304831" cy="216617"/>
            </a:xfrm>
            <a:custGeom>
              <a:avLst/>
              <a:gdLst/>
              <a:ahLst/>
              <a:cxnLst>
                <a:cxn ang="0">
                  <a:pos x="83" y="40"/>
                </a:cxn>
                <a:cxn ang="0">
                  <a:pos x="80" y="37"/>
                </a:cxn>
                <a:cxn ang="0">
                  <a:pos x="80" y="32"/>
                </a:cxn>
                <a:cxn ang="0">
                  <a:pos x="77" y="28"/>
                </a:cxn>
                <a:cxn ang="0">
                  <a:pos x="78" y="24"/>
                </a:cxn>
                <a:cxn ang="0">
                  <a:pos x="81" y="18"/>
                </a:cxn>
                <a:cxn ang="0">
                  <a:pos x="77" y="9"/>
                </a:cxn>
                <a:cxn ang="0">
                  <a:pos x="73" y="5"/>
                </a:cxn>
                <a:cxn ang="0">
                  <a:pos x="51" y="5"/>
                </a:cxn>
                <a:cxn ang="0">
                  <a:pos x="43" y="6"/>
                </a:cxn>
                <a:cxn ang="0">
                  <a:pos x="45" y="4"/>
                </a:cxn>
                <a:cxn ang="0">
                  <a:pos x="35" y="1"/>
                </a:cxn>
                <a:cxn ang="0">
                  <a:pos x="34" y="0"/>
                </a:cxn>
                <a:cxn ang="0">
                  <a:pos x="19" y="4"/>
                </a:cxn>
                <a:cxn ang="0">
                  <a:pos x="18" y="5"/>
                </a:cxn>
                <a:cxn ang="0">
                  <a:pos x="16" y="6"/>
                </a:cxn>
                <a:cxn ang="0">
                  <a:pos x="2" y="10"/>
                </a:cxn>
                <a:cxn ang="0">
                  <a:pos x="2" y="10"/>
                </a:cxn>
                <a:cxn ang="0">
                  <a:pos x="4" y="10"/>
                </a:cxn>
                <a:cxn ang="0">
                  <a:pos x="2" y="11"/>
                </a:cxn>
                <a:cxn ang="0">
                  <a:pos x="2" y="13"/>
                </a:cxn>
                <a:cxn ang="0">
                  <a:pos x="1" y="20"/>
                </a:cxn>
                <a:cxn ang="0">
                  <a:pos x="4" y="23"/>
                </a:cxn>
                <a:cxn ang="0">
                  <a:pos x="5" y="28"/>
                </a:cxn>
                <a:cxn ang="0">
                  <a:pos x="5" y="32"/>
                </a:cxn>
                <a:cxn ang="0">
                  <a:pos x="8" y="36"/>
                </a:cxn>
                <a:cxn ang="0">
                  <a:pos x="7" y="42"/>
                </a:cxn>
                <a:cxn ang="0">
                  <a:pos x="9" y="40"/>
                </a:cxn>
                <a:cxn ang="0">
                  <a:pos x="11" y="41"/>
                </a:cxn>
                <a:cxn ang="0">
                  <a:pos x="15" y="43"/>
                </a:cxn>
                <a:cxn ang="0">
                  <a:pos x="19" y="44"/>
                </a:cxn>
                <a:cxn ang="0">
                  <a:pos x="19" y="47"/>
                </a:cxn>
                <a:cxn ang="0">
                  <a:pos x="23" y="50"/>
                </a:cxn>
                <a:cxn ang="0">
                  <a:pos x="25" y="46"/>
                </a:cxn>
                <a:cxn ang="0">
                  <a:pos x="29" y="48"/>
                </a:cxn>
                <a:cxn ang="0">
                  <a:pos x="30" y="49"/>
                </a:cxn>
                <a:cxn ang="0">
                  <a:pos x="34" y="51"/>
                </a:cxn>
                <a:cxn ang="0">
                  <a:pos x="37" y="52"/>
                </a:cxn>
                <a:cxn ang="0">
                  <a:pos x="39" y="54"/>
                </a:cxn>
                <a:cxn ang="0">
                  <a:pos x="43" y="57"/>
                </a:cxn>
                <a:cxn ang="0">
                  <a:pos x="48" y="57"/>
                </a:cxn>
                <a:cxn ang="0">
                  <a:pos x="52" y="59"/>
                </a:cxn>
                <a:cxn ang="0">
                  <a:pos x="56" y="57"/>
                </a:cxn>
                <a:cxn ang="0">
                  <a:pos x="60" y="58"/>
                </a:cxn>
                <a:cxn ang="0">
                  <a:pos x="66" y="57"/>
                </a:cxn>
                <a:cxn ang="0">
                  <a:pos x="69" y="59"/>
                </a:cxn>
                <a:cxn ang="0">
                  <a:pos x="75" y="60"/>
                </a:cxn>
                <a:cxn ang="0">
                  <a:pos x="74" y="55"/>
                </a:cxn>
                <a:cxn ang="0">
                  <a:pos x="81" y="48"/>
                </a:cxn>
                <a:cxn ang="0">
                  <a:pos x="85" y="45"/>
                </a:cxn>
              </a:cxnLst>
              <a:rect l="0" t="0" r="r" b="b"/>
              <a:pathLst>
                <a:path w="86" h="61">
                  <a:moveTo>
                    <a:pt x="84" y="43"/>
                  </a:moveTo>
                  <a:cubicBezTo>
                    <a:pt x="84" y="43"/>
                    <a:pt x="83" y="43"/>
                    <a:pt x="83" y="42"/>
                  </a:cubicBezTo>
                  <a:cubicBezTo>
                    <a:pt x="83" y="42"/>
                    <a:pt x="86" y="42"/>
                    <a:pt x="84" y="41"/>
                  </a:cubicBezTo>
                  <a:cubicBezTo>
                    <a:pt x="84" y="41"/>
                    <a:pt x="83" y="41"/>
                    <a:pt x="83" y="40"/>
                  </a:cubicBezTo>
                  <a:cubicBezTo>
                    <a:pt x="83" y="40"/>
                    <a:pt x="83" y="40"/>
                    <a:pt x="83" y="39"/>
                  </a:cubicBezTo>
                  <a:cubicBezTo>
                    <a:pt x="82" y="39"/>
                    <a:pt x="82" y="39"/>
                    <a:pt x="82" y="39"/>
                  </a:cubicBezTo>
                  <a:cubicBezTo>
                    <a:pt x="82" y="38"/>
                    <a:pt x="81" y="38"/>
                    <a:pt x="81" y="38"/>
                  </a:cubicBezTo>
                  <a:cubicBezTo>
                    <a:pt x="81" y="37"/>
                    <a:pt x="81" y="37"/>
                    <a:pt x="80" y="37"/>
                  </a:cubicBezTo>
                  <a:cubicBezTo>
                    <a:pt x="80" y="37"/>
                    <a:pt x="81" y="36"/>
                    <a:pt x="81" y="36"/>
                  </a:cubicBezTo>
                  <a:cubicBezTo>
                    <a:pt x="81" y="36"/>
                    <a:pt x="80" y="35"/>
                    <a:pt x="80" y="35"/>
                  </a:cubicBezTo>
                  <a:cubicBezTo>
                    <a:pt x="79" y="34"/>
                    <a:pt x="79" y="33"/>
                    <a:pt x="79" y="32"/>
                  </a:cubicBezTo>
                  <a:cubicBezTo>
                    <a:pt x="79" y="32"/>
                    <a:pt x="80" y="32"/>
                    <a:pt x="80" y="32"/>
                  </a:cubicBezTo>
                  <a:cubicBezTo>
                    <a:pt x="80" y="32"/>
                    <a:pt x="80" y="31"/>
                    <a:pt x="80" y="31"/>
                  </a:cubicBezTo>
                  <a:cubicBezTo>
                    <a:pt x="80" y="30"/>
                    <a:pt x="81" y="30"/>
                    <a:pt x="80" y="29"/>
                  </a:cubicBezTo>
                  <a:cubicBezTo>
                    <a:pt x="79" y="28"/>
                    <a:pt x="79" y="29"/>
                    <a:pt x="78" y="28"/>
                  </a:cubicBezTo>
                  <a:cubicBezTo>
                    <a:pt x="78" y="28"/>
                    <a:pt x="77" y="28"/>
                    <a:pt x="77" y="28"/>
                  </a:cubicBezTo>
                  <a:cubicBezTo>
                    <a:pt x="77" y="27"/>
                    <a:pt x="76" y="27"/>
                    <a:pt x="76" y="27"/>
                  </a:cubicBezTo>
                  <a:cubicBezTo>
                    <a:pt x="76" y="27"/>
                    <a:pt x="75" y="27"/>
                    <a:pt x="76" y="26"/>
                  </a:cubicBezTo>
                  <a:cubicBezTo>
                    <a:pt x="76" y="26"/>
                    <a:pt x="76" y="26"/>
                    <a:pt x="76" y="25"/>
                  </a:cubicBezTo>
                  <a:cubicBezTo>
                    <a:pt x="77" y="25"/>
                    <a:pt x="77" y="24"/>
                    <a:pt x="78" y="24"/>
                  </a:cubicBezTo>
                  <a:cubicBezTo>
                    <a:pt x="78" y="24"/>
                    <a:pt x="79" y="23"/>
                    <a:pt x="80" y="23"/>
                  </a:cubicBezTo>
                  <a:cubicBezTo>
                    <a:pt x="81" y="23"/>
                    <a:pt x="81" y="23"/>
                    <a:pt x="82" y="22"/>
                  </a:cubicBezTo>
                  <a:cubicBezTo>
                    <a:pt x="82" y="21"/>
                    <a:pt x="81" y="19"/>
                    <a:pt x="81" y="19"/>
                  </a:cubicBezTo>
                  <a:cubicBezTo>
                    <a:pt x="81" y="18"/>
                    <a:pt x="81" y="18"/>
                    <a:pt x="81" y="18"/>
                  </a:cubicBezTo>
                  <a:cubicBezTo>
                    <a:pt x="81" y="17"/>
                    <a:pt x="80" y="17"/>
                    <a:pt x="80" y="17"/>
                  </a:cubicBezTo>
                  <a:cubicBezTo>
                    <a:pt x="80" y="16"/>
                    <a:pt x="80" y="15"/>
                    <a:pt x="79" y="15"/>
                  </a:cubicBezTo>
                  <a:cubicBezTo>
                    <a:pt x="78" y="13"/>
                    <a:pt x="78" y="12"/>
                    <a:pt x="77" y="10"/>
                  </a:cubicBezTo>
                  <a:cubicBezTo>
                    <a:pt x="77" y="10"/>
                    <a:pt x="77" y="9"/>
                    <a:pt x="77" y="9"/>
                  </a:cubicBezTo>
                  <a:cubicBezTo>
                    <a:pt x="77" y="8"/>
                    <a:pt x="77" y="8"/>
                    <a:pt x="77" y="8"/>
                  </a:cubicBezTo>
                  <a:cubicBezTo>
                    <a:pt x="77" y="7"/>
                    <a:pt x="76" y="7"/>
                    <a:pt x="76" y="7"/>
                  </a:cubicBezTo>
                  <a:cubicBezTo>
                    <a:pt x="75" y="6"/>
                    <a:pt x="74" y="6"/>
                    <a:pt x="73" y="6"/>
                  </a:cubicBezTo>
                  <a:cubicBezTo>
                    <a:pt x="73" y="5"/>
                    <a:pt x="73" y="5"/>
                    <a:pt x="73" y="5"/>
                  </a:cubicBezTo>
                  <a:cubicBezTo>
                    <a:pt x="71" y="4"/>
                    <a:pt x="71" y="5"/>
                    <a:pt x="69" y="5"/>
                  </a:cubicBezTo>
                  <a:cubicBezTo>
                    <a:pt x="67" y="5"/>
                    <a:pt x="65" y="5"/>
                    <a:pt x="64" y="5"/>
                  </a:cubicBezTo>
                  <a:cubicBezTo>
                    <a:pt x="61" y="5"/>
                    <a:pt x="59" y="5"/>
                    <a:pt x="57" y="5"/>
                  </a:cubicBezTo>
                  <a:cubicBezTo>
                    <a:pt x="55" y="5"/>
                    <a:pt x="53" y="5"/>
                    <a:pt x="51" y="5"/>
                  </a:cubicBezTo>
                  <a:cubicBezTo>
                    <a:pt x="50" y="5"/>
                    <a:pt x="49" y="4"/>
                    <a:pt x="48" y="4"/>
                  </a:cubicBezTo>
                  <a:cubicBezTo>
                    <a:pt x="48" y="4"/>
                    <a:pt x="46" y="4"/>
                    <a:pt x="46" y="4"/>
                  </a:cubicBezTo>
                  <a:cubicBezTo>
                    <a:pt x="46" y="5"/>
                    <a:pt x="45" y="5"/>
                    <a:pt x="44" y="5"/>
                  </a:cubicBezTo>
                  <a:cubicBezTo>
                    <a:pt x="44" y="5"/>
                    <a:pt x="43" y="6"/>
                    <a:pt x="43" y="6"/>
                  </a:cubicBezTo>
                  <a:cubicBezTo>
                    <a:pt x="43" y="6"/>
                    <a:pt x="43" y="6"/>
                    <a:pt x="43" y="6"/>
                  </a:cubicBezTo>
                  <a:cubicBezTo>
                    <a:pt x="42" y="6"/>
                    <a:pt x="42" y="6"/>
                    <a:pt x="42" y="5"/>
                  </a:cubicBezTo>
                  <a:cubicBezTo>
                    <a:pt x="42" y="5"/>
                    <a:pt x="43" y="5"/>
                    <a:pt x="44" y="5"/>
                  </a:cubicBezTo>
                  <a:cubicBezTo>
                    <a:pt x="44" y="5"/>
                    <a:pt x="45" y="4"/>
                    <a:pt x="45" y="4"/>
                  </a:cubicBezTo>
                  <a:cubicBezTo>
                    <a:pt x="45" y="4"/>
                    <a:pt x="44" y="5"/>
                    <a:pt x="43" y="5"/>
                  </a:cubicBezTo>
                  <a:cubicBezTo>
                    <a:pt x="42" y="5"/>
                    <a:pt x="41" y="5"/>
                    <a:pt x="40" y="5"/>
                  </a:cubicBezTo>
                  <a:cubicBezTo>
                    <a:pt x="38" y="5"/>
                    <a:pt x="36" y="4"/>
                    <a:pt x="36" y="2"/>
                  </a:cubicBezTo>
                  <a:cubicBezTo>
                    <a:pt x="35" y="2"/>
                    <a:pt x="35" y="1"/>
                    <a:pt x="35" y="1"/>
                  </a:cubicBezTo>
                  <a:cubicBezTo>
                    <a:pt x="34" y="1"/>
                    <a:pt x="35" y="1"/>
                    <a:pt x="36" y="1"/>
                  </a:cubicBezTo>
                  <a:cubicBezTo>
                    <a:pt x="36" y="1"/>
                    <a:pt x="37" y="1"/>
                    <a:pt x="37" y="2"/>
                  </a:cubicBezTo>
                  <a:cubicBezTo>
                    <a:pt x="38" y="2"/>
                    <a:pt x="38" y="3"/>
                    <a:pt x="38" y="2"/>
                  </a:cubicBezTo>
                  <a:cubicBezTo>
                    <a:pt x="39" y="2"/>
                    <a:pt x="35" y="0"/>
                    <a:pt x="34" y="0"/>
                  </a:cubicBezTo>
                  <a:cubicBezTo>
                    <a:pt x="33" y="0"/>
                    <a:pt x="31" y="0"/>
                    <a:pt x="29" y="1"/>
                  </a:cubicBezTo>
                  <a:cubicBezTo>
                    <a:pt x="28" y="1"/>
                    <a:pt x="27" y="1"/>
                    <a:pt x="26" y="1"/>
                  </a:cubicBezTo>
                  <a:cubicBezTo>
                    <a:pt x="25" y="1"/>
                    <a:pt x="24" y="2"/>
                    <a:pt x="23" y="2"/>
                  </a:cubicBezTo>
                  <a:cubicBezTo>
                    <a:pt x="22" y="3"/>
                    <a:pt x="20" y="2"/>
                    <a:pt x="19" y="4"/>
                  </a:cubicBezTo>
                  <a:cubicBezTo>
                    <a:pt x="19" y="4"/>
                    <a:pt x="19" y="4"/>
                    <a:pt x="19" y="4"/>
                  </a:cubicBezTo>
                  <a:cubicBezTo>
                    <a:pt x="18" y="4"/>
                    <a:pt x="18" y="5"/>
                    <a:pt x="18" y="5"/>
                  </a:cubicBezTo>
                  <a:cubicBezTo>
                    <a:pt x="18" y="5"/>
                    <a:pt x="18" y="5"/>
                    <a:pt x="18" y="5"/>
                  </a:cubicBezTo>
                  <a:cubicBezTo>
                    <a:pt x="18" y="5"/>
                    <a:pt x="17" y="6"/>
                    <a:pt x="18" y="5"/>
                  </a:cubicBezTo>
                  <a:cubicBezTo>
                    <a:pt x="17" y="5"/>
                    <a:pt x="17" y="6"/>
                    <a:pt x="17" y="6"/>
                  </a:cubicBezTo>
                  <a:cubicBezTo>
                    <a:pt x="17" y="6"/>
                    <a:pt x="17" y="6"/>
                    <a:pt x="17" y="6"/>
                  </a:cubicBezTo>
                  <a:cubicBezTo>
                    <a:pt x="17" y="6"/>
                    <a:pt x="16" y="6"/>
                    <a:pt x="16" y="6"/>
                  </a:cubicBezTo>
                  <a:cubicBezTo>
                    <a:pt x="16" y="6"/>
                    <a:pt x="16" y="6"/>
                    <a:pt x="16" y="6"/>
                  </a:cubicBezTo>
                  <a:cubicBezTo>
                    <a:pt x="15" y="6"/>
                    <a:pt x="14" y="6"/>
                    <a:pt x="12" y="7"/>
                  </a:cubicBezTo>
                  <a:cubicBezTo>
                    <a:pt x="11" y="7"/>
                    <a:pt x="9" y="7"/>
                    <a:pt x="8" y="8"/>
                  </a:cubicBezTo>
                  <a:cubicBezTo>
                    <a:pt x="7" y="8"/>
                    <a:pt x="5" y="8"/>
                    <a:pt x="4" y="9"/>
                  </a:cubicBezTo>
                  <a:cubicBezTo>
                    <a:pt x="3" y="9"/>
                    <a:pt x="3" y="10"/>
                    <a:pt x="2" y="10"/>
                  </a:cubicBezTo>
                  <a:cubicBezTo>
                    <a:pt x="2" y="10"/>
                    <a:pt x="1" y="9"/>
                    <a:pt x="1" y="10"/>
                  </a:cubicBezTo>
                  <a:cubicBezTo>
                    <a:pt x="1" y="10"/>
                    <a:pt x="1" y="11"/>
                    <a:pt x="2" y="11"/>
                  </a:cubicBezTo>
                  <a:cubicBezTo>
                    <a:pt x="2" y="10"/>
                    <a:pt x="3" y="11"/>
                    <a:pt x="3" y="10"/>
                  </a:cubicBezTo>
                  <a:cubicBezTo>
                    <a:pt x="2" y="10"/>
                    <a:pt x="2" y="10"/>
                    <a:pt x="2" y="10"/>
                  </a:cubicBezTo>
                  <a:cubicBezTo>
                    <a:pt x="2" y="10"/>
                    <a:pt x="3" y="10"/>
                    <a:pt x="3" y="10"/>
                  </a:cubicBezTo>
                  <a:cubicBezTo>
                    <a:pt x="2" y="10"/>
                    <a:pt x="3" y="10"/>
                    <a:pt x="4" y="10"/>
                  </a:cubicBezTo>
                  <a:cubicBezTo>
                    <a:pt x="4" y="10"/>
                    <a:pt x="4" y="10"/>
                    <a:pt x="4" y="11"/>
                  </a:cubicBezTo>
                  <a:cubicBezTo>
                    <a:pt x="4" y="11"/>
                    <a:pt x="4" y="10"/>
                    <a:pt x="4" y="10"/>
                  </a:cubicBezTo>
                  <a:cubicBezTo>
                    <a:pt x="4" y="11"/>
                    <a:pt x="4" y="11"/>
                    <a:pt x="4" y="11"/>
                  </a:cubicBezTo>
                  <a:cubicBezTo>
                    <a:pt x="4" y="11"/>
                    <a:pt x="4" y="12"/>
                    <a:pt x="4" y="12"/>
                  </a:cubicBezTo>
                  <a:cubicBezTo>
                    <a:pt x="4" y="13"/>
                    <a:pt x="4" y="12"/>
                    <a:pt x="4" y="13"/>
                  </a:cubicBezTo>
                  <a:cubicBezTo>
                    <a:pt x="4" y="13"/>
                    <a:pt x="2" y="11"/>
                    <a:pt x="2" y="11"/>
                  </a:cubicBezTo>
                  <a:cubicBezTo>
                    <a:pt x="2" y="11"/>
                    <a:pt x="2" y="12"/>
                    <a:pt x="2" y="12"/>
                  </a:cubicBezTo>
                  <a:cubicBezTo>
                    <a:pt x="1" y="12"/>
                    <a:pt x="1" y="12"/>
                    <a:pt x="2" y="12"/>
                  </a:cubicBezTo>
                  <a:cubicBezTo>
                    <a:pt x="2" y="12"/>
                    <a:pt x="2" y="13"/>
                    <a:pt x="2" y="13"/>
                  </a:cubicBezTo>
                  <a:cubicBezTo>
                    <a:pt x="2" y="13"/>
                    <a:pt x="2" y="13"/>
                    <a:pt x="2" y="13"/>
                  </a:cubicBezTo>
                  <a:cubicBezTo>
                    <a:pt x="2" y="14"/>
                    <a:pt x="2" y="14"/>
                    <a:pt x="2" y="15"/>
                  </a:cubicBezTo>
                  <a:cubicBezTo>
                    <a:pt x="3" y="15"/>
                    <a:pt x="3" y="16"/>
                    <a:pt x="3" y="17"/>
                  </a:cubicBezTo>
                  <a:cubicBezTo>
                    <a:pt x="2" y="17"/>
                    <a:pt x="3" y="19"/>
                    <a:pt x="2" y="19"/>
                  </a:cubicBezTo>
                  <a:cubicBezTo>
                    <a:pt x="1" y="19"/>
                    <a:pt x="1" y="19"/>
                    <a:pt x="1" y="20"/>
                  </a:cubicBezTo>
                  <a:cubicBezTo>
                    <a:pt x="1" y="20"/>
                    <a:pt x="1" y="20"/>
                    <a:pt x="1" y="20"/>
                  </a:cubicBezTo>
                  <a:cubicBezTo>
                    <a:pt x="0" y="21"/>
                    <a:pt x="1" y="21"/>
                    <a:pt x="2" y="21"/>
                  </a:cubicBezTo>
                  <a:cubicBezTo>
                    <a:pt x="2" y="22"/>
                    <a:pt x="2" y="22"/>
                    <a:pt x="3" y="22"/>
                  </a:cubicBezTo>
                  <a:cubicBezTo>
                    <a:pt x="3" y="23"/>
                    <a:pt x="4" y="23"/>
                    <a:pt x="4" y="23"/>
                  </a:cubicBezTo>
                  <a:cubicBezTo>
                    <a:pt x="5" y="24"/>
                    <a:pt x="5" y="25"/>
                    <a:pt x="4" y="25"/>
                  </a:cubicBezTo>
                  <a:cubicBezTo>
                    <a:pt x="4" y="25"/>
                    <a:pt x="4" y="27"/>
                    <a:pt x="5" y="27"/>
                  </a:cubicBezTo>
                  <a:cubicBezTo>
                    <a:pt x="5" y="27"/>
                    <a:pt x="5" y="27"/>
                    <a:pt x="5" y="27"/>
                  </a:cubicBezTo>
                  <a:cubicBezTo>
                    <a:pt x="6" y="28"/>
                    <a:pt x="5" y="28"/>
                    <a:pt x="5" y="28"/>
                  </a:cubicBezTo>
                  <a:cubicBezTo>
                    <a:pt x="5" y="29"/>
                    <a:pt x="6" y="29"/>
                    <a:pt x="6" y="29"/>
                  </a:cubicBezTo>
                  <a:cubicBezTo>
                    <a:pt x="6" y="29"/>
                    <a:pt x="6" y="30"/>
                    <a:pt x="6" y="30"/>
                  </a:cubicBezTo>
                  <a:cubicBezTo>
                    <a:pt x="6" y="30"/>
                    <a:pt x="6" y="30"/>
                    <a:pt x="5" y="31"/>
                  </a:cubicBezTo>
                  <a:cubicBezTo>
                    <a:pt x="5" y="31"/>
                    <a:pt x="5" y="31"/>
                    <a:pt x="5" y="32"/>
                  </a:cubicBezTo>
                  <a:cubicBezTo>
                    <a:pt x="5" y="32"/>
                    <a:pt x="6" y="33"/>
                    <a:pt x="6" y="33"/>
                  </a:cubicBezTo>
                  <a:cubicBezTo>
                    <a:pt x="6" y="34"/>
                    <a:pt x="5" y="34"/>
                    <a:pt x="7" y="35"/>
                  </a:cubicBezTo>
                  <a:cubicBezTo>
                    <a:pt x="7" y="35"/>
                    <a:pt x="7" y="35"/>
                    <a:pt x="8" y="35"/>
                  </a:cubicBezTo>
                  <a:cubicBezTo>
                    <a:pt x="8" y="36"/>
                    <a:pt x="8" y="36"/>
                    <a:pt x="8" y="36"/>
                  </a:cubicBezTo>
                  <a:cubicBezTo>
                    <a:pt x="8" y="37"/>
                    <a:pt x="8" y="37"/>
                    <a:pt x="8" y="38"/>
                  </a:cubicBezTo>
                  <a:cubicBezTo>
                    <a:pt x="8" y="38"/>
                    <a:pt x="8" y="38"/>
                    <a:pt x="8" y="39"/>
                  </a:cubicBezTo>
                  <a:cubicBezTo>
                    <a:pt x="8" y="39"/>
                    <a:pt x="8" y="40"/>
                    <a:pt x="8" y="41"/>
                  </a:cubicBezTo>
                  <a:cubicBezTo>
                    <a:pt x="7" y="41"/>
                    <a:pt x="7" y="41"/>
                    <a:pt x="7" y="42"/>
                  </a:cubicBezTo>
                  <a:cubicBezTo>
                    <a:pt x="7" y="42"/>
                    <a:pt x="8" y="42"/>
                    <a:pt x="8" y="41"/>
                  </a:cubicBezTo>
                  <a:cubicBezTo>
                    <a:pt x="8" y="41"/>
                    <a:pt x="9" y="41"/>
                    <a:pt x="8" y="41"/>
                  </a:cubicBezTo>
                  <a:cubicBezTo>
                    <a:pt x="8" y="41"/>
                    <a:pt x="8" y="40"/>
                    <a:pt x="8" y="40"/>
                  </a:cubicBezTo>
                  <a:cubicBezTo>
                    <a:pt x="8" y="40"/>
                    <a:pt x="9" y="40"/>
                    <a:pt x="9" y="40"/>
                  </a:cubicBezTo>
                  <a:cubicBezTo>
                    <a:pt x="9" y="40"/>
                    <a:pt x="10" y="40"/>
                    <a:pt x="10" y="40"/>
                  </a:cubicBezTo>
                  <a:cubicBezTo>
                    <a:pt x="10" y="40"/>
                    <a:pt x="10" y="40"/>
                    <a:pt x="10" y="40"/>
                  </a:cubicBezTo>
                  <a:cubicBezTo>
                    <a:pt x="10" y="41"/>
                    <a:pt x="10" y="40"/>
                    <a:pt x="11" y="41"/>
                  </a:cubicBezTo>
                  <a:cubicBezTo>
                    <a:pt x="11" y="41"/>
                    <a:pt x="10" y="41"/>
                    <a:pt x="11" y="41"/>
                  </a:cubicBezTo>
                  <a:cubicBezTo>
                    <a:pt x="11" y="42"/>
                    <a:pt x="11" y="43"/>
                    <a:pt x="12" y="43"/>
                  </a:cubicBezTo>
                  <a:cubicBezTo>
                    <a:pt x="12" y="43"/>
                    <a:pt x="12" y="42"/>
                    <a:pt x="12" y="42"/>
                  </a:cubicBezTo>
                  <a:cubicBezTo>
                    <a:pt x="13" y="42"/>
                    <a:pt x="13" y="43"/>
                    <a:pt x="13" y="43"/>
                  </a:cubicBezTo>
                  <a:cubicBezTo>
                    <a:pt x="14" y="43"/>
                    <a:pt x="15" y="43"/>
                    <a:pt x="15" y="43"/>
                  </a:cubicBezTo>
                  <a:cubicBezTo>
                    <a:pt x="16" y="44"/>
                    <a:pt x="17" y="43"/>
                    <a:pt x="17" y="44"/>
                  </a:cubicBezTo>
                  <a:cubicBezTo>
                    <a:pt x="17" y="44"/>
                    <a:pt x="17" y="44"/>
                    <a:pt x="17" y="44"/>
                  </a:cubicBezTo>
                  <a:cubicBezTo>
                    <a:pt x="17" y="44"/>
                    <a:pt x="18" y="44"/>
                    <a:pt x="18" y="44"/>
                  </a:cubicBezTo>
                  <a:cubicBezTo>
                    <a:pt x="18" y="44"/>
                    <a:pt x="18" y="44"/>
                    <a:pt x="19" y="44"/>
                  </a:cubicBezTo>
                  <a:cubicBezTo>
                    <a:pt x="19" y="44"/>
                    <a:pt x="19" y="44"/>
                    <a:pt x="19" y="44"/>
                  </a:cubicBezTo>
                  <a:cubicBezTo>
                    <a:pt x="20" y="44"/>
                    <a:pt x="21" y="44"/>
                    <a:pt x="21" y="45"/>
                  </a:cubicBezTo>
                  <a:cubicBezTo>
                    <a:pt x="21" y="45"/>
                    <a:pt x="19" y="46"/>
                    <a:pt x="19" y="46"/>
                  </a:cubicBezTo>
                  <a:cubicBezTo>
                    <a:pt x="19" y="46"/>
                    <a:pt x="19" y="47"/>
                    <a:pt x="19" y="47"/>
                  </a:cubicBezTo>
                  <a:cubicBezTo>
                    <a:pt x="20" y="47"/>
                    <a:pt x="20" y="47"/>
                    <a:pt x="20" y="47"/>
                  </a:cubicBezTo>
                  <a:cubicBezTo>
                    <a:pt x="20" y="47"/>
                    <a:pt x="20" y="47"/>
                    <a:pt x="21" y="48"/>
                  </a:cubicBezTo>
                  <a:cubicBezTo>
                    <a:pt x="21" y="48"/>
                    <a:pt x="21" y="48"/>
                    <a:pt x="22" y="49"/>
                  </a:cubicBezTo>
                  <a:cubicBezTo>
                    <a:pt x="22" y="50"/>
                    <a:pt x="23" y="50"/>
                    <a:pt x="23" y="50"/>
                  </a:cubicBezTo>
                  <a:cubicBezTo>
                    <a:pt x="24" y="49"/>
                    <a:pt x="24" y="49"/>
                    <a:pt x="24" y="49"/>
                  </a:cubicBezTo>
                  <a:cubicBezTo>
                    <a:pt x="24" y="49"/>
                    <a:pt x="24" y="49"/>
                    <a:pt x="25" y="49"/>
                  </a:cubicBezTo>
                  <a:cubicBezTo>
                    <a:pt x="25" y="49"/>
                    <a:pt x="25" y="48"/>
                    <a:pt x="26" y="48"/>
                  </a:cubicBezTo>
                  <a:cubicBezTo>
                    <a:pt x="25" y="48"/>
                    <a:pt x="23" y="46"/>
                    <a:pt x="25" y="46"/>
                  </a:cubicBezTo>
                  <a:cubicBezTo>
                    <a:pt x="26" y="47"/>
                    <a:pt x="26" y="47"/>
                    <a:pt x="27" y="47"/>
                  </a:cubicBezTo>
                  <a:cubicBezTo>
                    <a:pt x="27" y="47"/>
                    <a:pt x="27" y="47"/>
                    <a:pt x="27" y="47"/>
                  </a:cubicBezTo>
                  <a:cubicBezTo>
                    <a:pt x="27" y="47"/>
                    <a:pt x="29" y="48"/>
                    <a:pt x="28" y="48"/>
                  </a:cubicBezTo>
                  <a:cubicBezTo>
                    <a:pt x="29" y="48"/>
                    <a:pt x="29" y="48"/>
                    <a:pt x="29" y="48"/>
                  </a:cubicBezTo>
                  <a:cubicBezTo>
                    <a:pt x="29" y="48"/>
                    <a:pt x="30" y="48"/>
                    <a:pt x="30" y="48"/>
                  </a:cubicBezTo>
                  <a:cubicBezTo>
                    <a:pt x="30" y="48"/>
                    <a:pt x="31" y="48"/>
                    <a:pt x="31" y="48"/>
                  </a:cubicBezTo>
                  <a:cubicBezTo>
                    <a:pt x="32" y="47"/>
                    <a:pt x="32" y="48"/>
                    <a:pt x="32" y="48"/>
                  </a:cubicBezTo>
                  <a:cubicBezTo>
                    <a:pt x="32" y="49"/>
                    <a:pt x="30" y="49"/>
                    <a:pt x="30" y="49"/>
                  </a:cubicBezTo>
                  <a:cubicBezTo>
                    <a:pt x="30" y="50"/>
                    <a:pt x="32" y="50"/>
                    <a:pt x="32" y="50"/>
                  </a:cubicBezTo>
                  <a:cubicBezTo>
                    <a:pt x="32" y="50"/>
                    <a:pt x="32" y="51"/>
                    <a:pt x="32" y="51"/>
                  </a:cubicBezTo>
                  <a:cubicBezTo>
                    <a:pt x="33" y="51"/>
                    <a:pt x="34" y="51"/>
                    <a:pt x="34" y="51"/>
                  </a:cubicBezTo>
                  <a:cubicBezTo>
                    <a:pt x="34" y="51"/>
                    <a:pt x="34" y="51"/>
                    <a:pt x="34" y="51"/>
                  </a:cubicBezTo>
                  <a:cubicBezTo>
                    <a:pt x="34" y="50"/>
                    <a:pt x="34" y="50"/>
                    <a:pt x="34" y="50"/>
                  </a:cubicBezTo>
                  <a:cubicBezTo>
                    <a:pt x="34" y="50"/>
                    <a:pt x="35" y="51"/>
                    <a:pt x="35" y="51"/>
                  </a:cubicBezTo>
                  <a:cubicBezTo>
                    <a:pt x="35" y="51"/>
                    <a:pt x="36" y="51"/>
                    <a:pt x="36" y="51"/>
                  </a:cubicBezTo>
                  <a:cubicBezTo>
                    <a:pt x="36" y="52"/>
                    <a:pt x="37" y="52"/>
                    <a:pt x="37" y="52"/>
                  </a:cubicBezTo>
                  <a:cubicBezTo>
                    <a:pt x="38" y="52"/>
                    <a:pt x="38" y="52"/>
                    <a:pt x="38" y="52"/>
                  </a:cubicBezTo>
                  <a:cubicBezTo>
                    <a:pt x="39" y="52"/>
                    <a:pt x="38" y="52"/>
                    <a:pt x="39" y="52"/>
                  </a:cubicBezTo>
                  <a:cubicBezTo>
                    <a:pt x="39" y="52"/>
                    <a:pt x="39" y="52"/>
                    <a:pt x="39" y="52"/>
                  </a:cubicBezTo>
                  <a:cubicBezTo>
                    <a:pt x="39" y="53"/>
                    <a:pt x="39" y="53"/>
                    <a:pt x="39" y="54"/>
                  </a:cubicBezTo>
                  <a:cubicBezTo>
                    <a:pt x="40" y="54"/>
                    <a:pt x="41" y="54"/>
                    <a:pt x="41" y="55"/>
                  </a:cubicBezTo>
                  <a:cubicBezTo>
                    <a:pt x="41" y="56"/>
                    <a:pt x="41" y="56"/>
                    <a:pt x="42" y="56"/>
                  </a:cubicBezTo>
                  <a:cubicBezTo>
                    <a:pt x="42" y="56"/>
                    <a:pt x="42" y="57"/>
                    <a:pt x="42" y="57"/>
                  </a:cubicBezTo>
                  <a:cubicBezTo>
                    <a:pt x="42" y="58"/>
                    <a:pt x="43" y="57"/>
                    <a:pt x="43" y="57"/>
                  </a:cubicBezTo>
                  <a:cubicBezTo>
                    <a:pt x="44" y="57"/>
                    <a:pt x="44" y="57"/>
                    <a:pt x="44" y="57"/>
                  </a:cubicBezTo>
                  <a:cubicBezTo>
                    <a:pt x="45" y="56"/>
                    <a:pt x="45" y="56"/>
                    <a:pt x="45" y="56"/>
                  </a:cubicBezTo>
                  <a:cubicBezTo>
                    <a:pt x="46" y="56"/>
                    <a:pt x="46" y="55"/>
                    <a:pt x="46" y="55"/>
                  </a:cubicBezTo>
                  <a:cubicBezTo>
                    <a:pt x="47" y="55"/>
                    <a:pt x="47" y="57"/>
                    <a:pt x="48" y="57"/>
                  </a:cubicBezTo>
                  <a:cubicBezTo>
                    <a:pt x="48" y="58"/>
                    <a:pt x="49" y="57"/>
                    <a:pt x="49" y="58"/>
                  </a:cubicBezTo>
                  <a:cubicBezTo>
                    <a:pt x="50" y="58"/>
                    <a:pt x="49" y="59"/>
                    <a:pt x="49" y="59"/>
                  </a:cubicBezTo>
                  <a:cubicBezTo>
                    <a:pt x="50" y="60"/>
                    <a:pt x="50" y="59"/>
                    <a:pt x="51" y="59"/>
                  </a:cubicBezTo>
                  <a:cubicBezTo>
                    <a:pt x="51" y="59"/>
                    <a:pt x="52" y="60"/>
                    <a:pt x="52" y="59"/>
                  </a:cubicBezTo>
                  <a:cubicBezTo>
                    <a:pt x="52" y="59"/>
                    <a:pt x="52" y="59"/>
                    <a:pt x="52" y="58"/>
                  </a:cubicBezTo>
                  <a:cubicBezTo>
                    <a:pt x="53" y="58"/>
                    <a:pt x="53" y="58"/>
                    <a:pt x="54" y="58"/>
                  </a:cubicBezTo>
                  <a:cubicBezTo>
                    <a:pt x="54" y="58"/>
                    <a:pt x="54" y="58"/>
                    <a:pt x="54" y="57"/>
                  </a:cubicBezTo>
                  <a:cubicBezTo>
                    <a:pt x="54" y="57"/>
                    <a:pt x="55" y="58"/>
                    <a:pt x="56" y="57"/>
                  </a:cubicBezTo>
                  <a:cubicBezTo>
                    <a:pt x="56" y="57"/>
                    <a:pt x="57" y="57"/>
                    <a:pt x="57" y="57"/>
                  </a:cubicBezTo>
                  <a:cubicBezTo>
                    <a:pt x="58" y="58"/>
                    <a:pt x="58" y="58"/>
                    <a:pt x="58" y="58"/>
                  </a:cubicBezTo>
                  <a:cubicBezTo>
                    <a:pt x="59" y="58"/>
                    <a:pt x="59" y="59"/>
                    <a:pt x="60" y="58"/>
                  </a:cubicBezTo>
                  <a:cubicBezTo>
                    <a:pt x="60" y="58"/>
                    <a:pt x="60" y="58"/>
                    <a:pt x="60" y="58"/>
                  </a:cubicBezTo>
                  <a:cubicBezTo>
                    <a:pt x="60" y="57"/>
                    <a:pt x="60" y="57"/>
                    <a:pt x="60" y="57"/>
                  </a:cubicBezTo>
                  <a:cubicBezTo>
                    <a:pt x="61" y="57"/>
                    <a:pt x="61" y="57"/>
                    <a:pt x="62" y="57"/>
                  </a:cubicBezTo>
                  <a:cubicBezTo>
                    <a:pt x="62" y="57"/>
                    <a:pt x="62" y="57"/>
                    <a:pt x="63" y="57"/>
                  </a:cubicBezTo>
                  <a:cubicBezTo>
                    <a:pt x="64" y="57"/>
                    <a:pt x="65" y="57"/>
                    <a:pt x="66" y="57"/>
                  </a:cubicBezTo>
                  <a:cubicBezTo>
                    <a:pt x="66" y="57"/>
                    <a:pt x="66" y="58"/>
                    <a:pt x="66" y="57"/>
                  </a:cubicBezTo>
                  <a:cubicBezTo>
                    <a:pt x="67" y="57"/>
                    <a:pt x="67" y="58"/>
                    <a:pt x="67" y="58"/>
                  </a:cubicBezTo>
                  <a:cubicBezTo>
                    <a:pt x="68" y="58"/>
                    <a:pt x="68" y="58"/>
                    <a:pt x="68" y="59"/>
                  </a:cubicBezTo>
                  <a:cubicBezTo>
                    <a:pt x="68" y="59"/>
                    <a:pt x="69" y="59"/>
                    <a:pt x="69" y="59"/>
                  </a:cubicBezTo>
                  <a:cubicBezTo>
                    <a:pt x="70" y="60"/>
                    <a:pt x="70" y="60"/>
                    <a:pt x="70" y="60"/>
                  </a:cubicBezTo>
                  <a:cubicBezTo>
                    <a:pt x="71" y="60"/>
                    <a:pt x="71" y="60"/>
                    <a:pt x="72" y="60"/>
                  </a:cubicBezTo>
                  <a:cubicBezTo>
                    <a:pt x="72" y="60"/>
                    <a:pt x="76" y="61"/>
                    <a:pt x="76" y="61"/>
                  </a:cubicBezTo>
                  <a:cubicBezTo>
                    <a:pt x="76" y="61"/>
                    <a:pt x="75" y="60"/>
                    <a:pt x="75" y="60"/>
                  </a:cubicBezTo>
                  <a:cubicBezTo>
                    <a:pt x="75" y="60"/>
                    <a:pt x="74" y="60"/>
                    <a:pt x="74" y="60"/>
                  </a:cubicBezTo>
                  <a:cubicBezTo>
                    <a:pt x="74" y="59"/>
                    <a:pt x="74" y="59"/>
                    <a:pt x="74" y="59"/>
                  </a:cubicBezTo>
                  <a:cubicBezTo>
                    <a:pt x="74" y="58"/>
                    <a:pt x="74" y="58"/>
                    <a:pt x="74" y="57"/>
                  </a:cubicBezTo>
                  <a:cubicBezTo>
                    <a:pt x="74" y="57"/>
                    <a:pt x="73" y="56"/>
                    <a:pt x="74" y="55"/>
                  </a:cubicBezTo>
                  <a:cubicBezTo>
                    <a:pt x="74" y="55"/>
                    <a:pt x="75" y="54"/>
                    <a:pt x="75" y="53"/>
                  </a:cubicBezTo>
                  <a:cubicBezTo>
                    <a:pt x="76" y="53"/>
                    <a:pt x="77" y="52"/>
                    <a:pt x="77" y="51"/>
                  </a:cubicBezTo>
                  <a:cubicBezTo>
                    <a:pt x="78" y="50"/>
                    <a:pt x="79" y="49"/>
                    <a:pt x="80" y="49"/>
                  </a:cubicBezTo>
                  <a:cubicBezTo>
                    <a:pt x="80" y="48"/>
                    <a:pt x="81" y="48"/>
                    <a:pt x="81" y="48"/>
                  </a:cubicBezTo>
                  <a:cubicBezTo>
                    <a:pt x="81" y="47"/>
                    <a:pt x="82" y="47"/>
                    <a:pt x="82" y="47"/>
                  </a:cubicBezTo>
                  <a:cubicBezTo>
                    <a:pt x="82" y="46"/>
                    <a:pt x="83" y="47"/>
                    <a:pt x="84" y="47"/>
                  </a:cubicBezTo>
                  <a:cubicBezTo>
                    <a:pt x="84" y="46"/>
                    <a:pt x="84" y="46"/>
                    <a:pt x="84" y="46"/>
                  </a:cubicBezTo>
                  <a:cubicBezTo>
                    <a:pt x="84" y="45"/>
                    <a:pt x="85" y="45"/>
                    <a:pt x="85" y="45"/>
                  </a:cubicBezTo>
                  <a:cubicBezTo>
                    <a:pt x="85" y="45"/>
                    <a:pt x="84" y="44"/>
                    <a:pt x="84" y="4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97" name="Philippines">
              <a:extLst>
                <a:ext uri="{FF2B5EF4-FFF2-40B4-BE49-F238E27FC236}">
                  <a16:creationId xmlns:a16="http://schemas.microsoft.com/office/drawing/2014/main" id="{983CFFF4-C203-AC53-63E6-70C233F969FD}"/>
                </a:ext>
              </a:extLst>
            </p:cNvPr>
            <p:cNvSpPr>
              <a:spLocks noEditPoints="1"/>
            </p:cNvSpPr>
            <p:nvPr/>
          </p:nvSpPr>
          <p:spPr bwMode="auto">
            <a:xfrm>
              <a:off x="9701635" y="3232773"/>
              <a:ext cx="336197" cy="630246"/>
            </a:xfrm>
            <a:custGeom>
              <a:avLst/>
              <a:gdLst/>
              <a:ahLst/>
              <a:cxnLst>
                <a:cxn ang="0">
                  <a:pos x="65" y="112"/>
                </a:cxn>
                <a:cxn ang="0">
                  <a:pos x="21" y="56"/>
                </a:cxn>
                <a:cxn ang="0">
                  <a:pos x="29" y="71"/>
                </a:cxn>
                <a:cxn ang="0">
                  <a:pos x="30" y="75"/>
                </a:cxn>
                <a:cxn ang="0">
                  <a:pos x="42" y="76"/>
                </a:cxn>
                <a:cxn ang="0">
                  <a:pos x="49" y="78"/>
                </a:cxn>
                <a:cxn ang="0">
                  <a:pos x="61" y="88"/>
                </a:cxn>
                <a:cxn ang="0">
                  <a:pos x="65" y="86"/>
                </a:cxn>
                <a:cxn ang="0">
                  <a:pos x="59" y="77"/>
                </a:cxn>
                <a:cxn ang="0">
                  <a:pos x="55" y="78"/>
                </a:cxn>
                <a:cxn ang="0">
                  <a:pos x="46" y="74"/>
                </a:cxn>
                <a:cxn ang="0">
                  <a:pos x="38" y="65"/>
                </a:cxn>
                <a:cxn ang="0">
                  <a:pos x="42" y="48"/>
                </a:cxn>
                <a:cxn ang="0">
                  <a:pos x="38" y="26"/>
                </a:cxn>
                <a:cxn ang="0">
                  <a:pos x="22" y="32"/>
                </a:cxn>
                <a:cxn ang="0">
                  <a:pos x="24" y="53"/>
                </a:cxn>
                <a:cxn ang="0">
                  <a:pos x="92" y="140"/>
                </a:cxn>
                <a:cxn ang="0">
                  <a:pos x="89" y="130"/>
                </a:cxn>
                <a:cxn ang="0">
                  <a:pos x="82" y="125"/>
                </a:cxn>
                <a:cxn ang="0">
                  <a:pos x="66" y="141"/>
                </a:cxn>
                <a:cxn ang="0">
                  <a:pos x="56" y="140"/>
                </a:cxn>
                <a:cxn ang="0">
                  <a:pos x="52" y="153"/>
                </a:cxn>
                <a:cxn ang="0">
                  <a:pos x="57" y="147"/>
                </a:cxn>
                <a:cxn ang="0">
                  <a:pos x="64" y="145"/>
                </a:cxn>
                <a:cxn ang="0">
                  <a:pos x="70" y="159"/>
                </a:cxn>
                <a:cxn ang="0">
                  <a:pos x="84" y="156"/>
                </a:cxn>
                <a:cxn ang="0">
                  <a:pos x="91" y="155"/>
                </a:cxn>
                <a:cxn ang="0">
                  <a:pos x="72" y="98"/>
                </a:cxn>
                <a:cxn ang="0">
                  <a:pos x="78" y="107"/>
                </a:cxn>
                <a:cxn ang="0">
                  <a:pos x="80" y="97"/>
                </a:cxn>
                <a:cxn ang="0">
                  <a:pos x="69" y="92"/>
                </a:cxn>
                <a:cxn ang="0">
                  <a:pos x="22" y="107"/>
                </a:cxn>
                <a:cxn ang="0">
                  <a:pos x="21" y="111"/>
                </a:cxn>
                <a:cxn ang="0">
                  <a:pos x="15" y="121"/>
                </a:cxn>
                <a:cxn ang="0">
                  <a:pos x="3" y="135"/>
                </a:cxn>
                <a:cxn ang="0">
                  <a:pos x="16" y="124"/>
                </a:cxn>
                <a:cxn ang="0">
                  <a:pos x="28" y="96"/>
                </a:cxn>
                <a:cxn ang="0">
                  <a:pos x="29" y="97"/>
                </a:cxn>
                <a:cxn ang="0">
                  <a:pos x="65" y="81"/>
                </a:cxn>
                <a:cxn ang="0">
                  <a:pos x="82" y="121"/>
                </a:cxn>
                <a:cxn ang="0">
                  <a:pos x="64" y="95"/>
                </a:cxn>
                <a:cxn ang="0">
                  <a:pos x="27" y="99"/>
                </a:cxn>
                <a:cxn ang="0">
                  <a:pos x="69" y="124"/>
                </a:cxn>
                <a:cxn ang="0">
                  <a:pos x="66" y="121"/>
                </a:cxn>
                <a:cxn ang="0">
                  <a:pos x="75" y="105"/>
                </a:cxn>
                <a:cxn ang="0">
                  <a:pos x="70" y="109"/>
                </a:cxn>
                <a:cxn ang="0">
                  <a:pos x="74" y="128"/>
                </a:cxn>
                <a:cxn ang="0">
                  <a:pos x="60" y="117"/>
                </a:cxn>
                <a:cxn ang="0">
                  <a:pos x="56" y="116"/>
                </a:cxn>
                <a:cxn ang="0">
                  <a:pos x="40" y="86"/>
                </a:cxn>
                <a:cxn ang="0">
                  <a:pos x="37" y="94"/>
                </a:cxn>
                <a:cxn ang="0">
                  <a:pos x="54" y="109"/>
                </a:cxn>
                <a:cxn ang="0">
                  <a:pos x="55" y="102"/>
                </a:cxn>
                <a:cxn ang="0">
                  <a:pos x="46" y="111"/>
                </a:cxn>
                <a:cxn ang="0">
                  <a:pos x="41" y="67"/>
                </a:cxn>
                <a:cxn ang="0">
                  <a:pos x="52" y="113"/>
                </a:cxn>
                <a:cxn ang="0">
                  <a:pos x="87" y="122"/>
                </a:cxn>
                <a:cxn ang="0">
                  <a:pos x="64" y="129"/>
                </a:cxn>
                <a:cxn ang="0">
                  <a:pos x="53" y="157"/>
                </a:cxn>
                <a:cxn ang="0">
                  <a:pos x="57" y="87"/>
                </a:cxn>
                <a:cxn ang="0">
                  <a:pos x="29" y="17"/>
                </a:cxn>
                <a:cxn ang="0">
                  <a:pos x="45" y="164"/>
                </a:cxn>
                <a:cxn ang="0">
                  <a:pos x="46" y="90"/>
                </a:cxn>
              </a:cxnLst>
              <a:rect l="0" t="0" r="r" b="b"/>
              <a:pathLst>
                <a:path w="95" h="178">
                  <a:moveTo>
                    <a:pt x="64" y="117"/>
                  </a:moveTo>
                  <a:cubicBezTo>
                    <a:pt x="64" y="117"/>
                    <a:pt x="64" y="118"/>
                    <a:pt x="64" y="118"/>
                  </a:cubicBezTo>
                  <a:cubicBezTo>
                    <a:pt x="63" y="119"/>
                    <a:pt x="63" y="120"/>
                    <a:pt x="63" y="120"/>
                  </a:cubicBezTo>
                  <a:cubicBezTo>
                    <a:pt x="63" y="121"/>
                    <a:pt x="63" y="121"/>
                    <a:pt x="63" y="122"/>
                  </a:cubicBezTo>
                  <a:cubicBezTo>
                    <a:pt x="62" y="123"/>
                    <a:pt x="62" y="125"/>
                    <a:pt x="61" y="126"/>
                  </a:cubicBezTo>
                  <a:cubicBezTo>
                    <a:pt x="60" y="126"/>
                    <a:pt x="61" y="123"/>
                    <a:pt x="61" y="123"/>
                  </a:cubicBezTo>
                  <a:cubicBezTo>
                    <a:pt x="61" y="122"/>
                    <a:pt x="61" y="122"/>
                    <a:pt x="61" y="121"/>
                  </a:cubicBezTo>
                  <a:cubicBezTo>
                    <a:pt x="61" y="121"/>
                    <a:pt x="61" y="121"/>
                    <a:pt x="61" y="120"/>
                  </a:cubicBezTo>
                  <a:cubicBezTo>
                    <a:pt x="61" y="120"/>
                    <a:pt x="61" y="120"/>
                    <a:pt x="61" y="119"/>
                  </a:cubicBezTo>
                  <a:cubicBezTo>
                    <a:pt x="61" y="119"/>
                    <a:pt x="61" y="120"/>
                    <a:pt x="61" y="120"/>
                  </a:cubicBezTo>
                  <a:cubicBezTo>
                    <a:pt x="61" y="119"/>
                    <a:pt x="61" y="119"/>
                    <a:pt x="61" y="119"/>
                  </a:cubicBezTo>
                  <a:cubicBezTo>
                    <a:pt x="61" y="119"/>
                    <a:pt x="62" y="118"/>
                    <a:pt x="62" y="118"/>
                  </a:cubicBezTo>
                  <a:cubicBezTo>
                    <a:pt x="62" y="118"/>
                    <a:pt x="62" y="117"/>
                    <a:pt x="63" y="117"/>
                  </a:cubicBezTo>
                  <a:cubicBezTo>
                    <a:pt x="63" y="116"/>
                    <a:pt x="64" y="114"/>
                    <a:pt x="64" y="113"/>
                  </a:cubicBezTo>
                  <a:cubicBezTo>
                    <a:pt x="64" y="113"/>
                    <a:pt x="64" y="112"/>
                    <a:pt x="65" y="112"/>
                  </a:cubicBezTo>
                  <a:cubicBezTo>
                    <a:pt x="65" y="111"/>
                    <a:pt x="65" y="111"/>
                    <a:pt x="65" y="110"/>
                  </a:cubicBezTo>
                  <a:cubicBezTo>
                    <a:pt x="65" y="110"/>
                    <a:pt x="66" y="109"/>
                    <a:pt x="65" y="109"/>
                  </a:cubicBezTo>
                  <a:cubicBezTo>
                    <a:pt x="65" y="108"/>
                    <a:pt x="65" y="108"/>
                    <a:pt x="65" y="108"/>
                  </a:cubicBezTo>
                  <a:cubicBezTo>
                    <a:pt x="65" y="108"/>
                    <a:pt x="65" y="108"/>
                    <a:pt x="65" y="107"/>
                  </a:cubicBezTo>
                  <a:cubicBezTo>
                    <a:pt x="65" y="107"/>
                    <a:pt x="66" y="107"/>
                    <a:pt x="66" y="107"/>
                  </a:cubicBezTo>
                  <a:cubicBezTo>
                    <a:pt x="66" y="107"/>
                    <a:pt x="65" y="106"/>
                    <a:pt x="66" y="106"/>
                  </a:cubicBezTo>
                  <a:cubicBezTo>
                    <a:pt x="66" y="105"/>
                    <a:pt x="66" y="105"/>
                    <a:pt x="66" y="106"/>
                  </a:cubicBezTo>
                  <a:cubicBezTo>
                    <a:pt x="66" y="106"/>
                    <a:pt x="66" y="108"/>
                    <a:pt x="66" y="108"/>
                  </a:cubicBezTo>
                  <a:cubicBezTo>
                    <a:pt x="67" y="108"/>
                    <a:pt x="67" y="111"/>
                    <a:pt x="67" y="112"/>
                  </a:cubicBezTo>
                  <a:cubicBezTo>
                    <a:pt x="67" y="113"/>
                    <a:pt x="67" y="114"/>
                    <a:pt x="67" y="115"/>
                  </a:cubicBezTo>
                  <a:cubicBezTo>
                    <a:pt x="67" y="116"/>
                    <a:pt x="66" y="116"/>
                    <a:pt x="66" y="117"/>
                  </a:cubicBezTo>
                  <a:cubicBezTo>
                    <a:pt x="65" y="117"/>
                    <a:pt x="65" y="117"/>
                    <a:pt x="64" y="117"/>
                  </a:cubicBezTo>
                  <a:close/>
                  <a:moveTo>
                    <a:pt x="19" y="54"/>
                  </a:moveTo>
                  <a:cubicBezTo>
                    <a:pt x="19" y="55"/>
                    <a:pt x="20" y="53"/>
                    <a:pt x="20" y="54"/>
                  </a:cubicBezTo>
                  <a:cubicBezTo>
                    <a:pt x="20" y="54"/>
                    <a:pt x="21" y="56"/>
                    <a:pt x="21" y="56"/>
                  </a:cubicBezTo>
                  <a:cubicBezTo>
                    <a:pt x="20" y="56"/>
                    <a:pt x="21" y="57"/>
                    <a:pt x="21" y="57"/>
                  </a:cubicBezTo>
                  <a:cubicBezTo>
                    <a:pt x="21" y="57"/>
                    <a:pt x="21" y="58"/>
                    <a:pt x="21" y="58"/>
                  </a:cubicBezTo>
                  <a:cubicBezTo>
                    <a:pt x="21" y="58"/>
                    <a:pt x="22" y="60"/>
                    <a:pt x="21" y="59"/>
                  </a:cubicBezTo>
                  <a:cubicBezTo>
                    <a:pt x="21" y="59"/>
                    <a:pt x="21" y="60"/>
                    <a:pt x="21" y="60"/>
                  </a:cubicBezTo>
                  <a:cubicBezTo>
                    <a:pt x="21" y="60"/>
                    <a:pt x="22" y="60"/>
                    <a:pt x="22" y="61"/>
                  </a:cubicBezTo>
                  <a:cubicBezTo>
                    <a:pt x="22" y="61"/>
                    <a:pt x="23" y="62"/>
                    <a:pt x="23" y="63"/>
                  </a:cubicBezTo>
                  <a:cubicBezTo>
                    <a:pt x="23" y="64"/>
                    <a:pt x="23" y="65"/>
                    <a:pt x="24" y="66"/>
                  </a:cubicBezTo>
                  <a:cubicBezTo>
                    <a:pt x="24" y="67"/>
                    <a:pt x="24" y="67"/>
                    <a:pt x="24" y="67"/>
                  </a:cubicBezTo>
                  <a:cubicBezTo>
                    <a:pt x="24" y="67"/>
                    <a:pt x="24" y="67"/>
                    <a:pt x="24" y="67"/>
                  </a:cubicBezTo>
                  <a:cubicBezTo>
                    <a:pt x="25" y="67"/>
                    <a:pt x="25" y="67"/>
                    <a:pt x="25" y="67"/>
                  </a:cubicBezTo>
                  <a:cubicBezTo>
                    <a:pt x="25" y="65"/>
                    <a:pt x="25" y="66"/>
                    <a:pt x="26" y="67"/>
                  </a:cubicBezTo>
                  <a:cubicBezTo>
                    <a:pt x="25" y="67"/>
                    <a:pt x="26" y="68"/>
                    <a:pt x="26" y="68"/>
                  </a:cubicBezTo>
                  <a:cubicBezTo>
                    <a:pt x="26" y="69"/>
                    <a:pt x="27" y="68"/>
                    <a:pt x="27" y="69"/>
                  </a:cubicBezTo>
                  <a:cubicBezTo>
                    <a:pt x="27" y="69"/>
                    <a:pt x="27" y="70"/>
                    <a:pt x="27" y="70"/>
                  </a:cubicBezTo>
                  <a:cubicBezTo>
                    <a:pt x="27" y="71"/>
                    <a:pt x="28" y="71"/>
                    <a:pt x="29" y="71"/>
                  </a:cubicBezTo>
                  <a:cubicBezTo>
                    <a:pt x="30" y="70"/>
                    <a:pt x="29" y="69"/>
                    <a:pt x="29" y="68"/>
                  </a:cubicBezTo>
                  <a:cubicBezTo>
                    <a:pt x="29" y="68"/>
                    <a:pt x="28" y="66"/>
                    <a:pt x="28" y="66"/>
                  </a:cubicBezTo>
                  <a:cubicBezTo>
                    <a:pt x="29" y="67"/>
                    <a:pt x="29" y="67"/>
                    <a:pt x="30" y="67"/>
                  </a:cubicBezTo>
                  <a:cubicBezTo>
                    <a:pt x="30" y="67"/>
                    <a:pt x="30" y="67"/>
                    <a:pt x="31" y="67"/>
                  </a:cubicBezTo>
                  <a:cubicBezTo>
                    <a:pt x="32" y="67"/>
                    <a:pt x="32" y="68"/>
                    <a:pt x="33" y="69"/>
                  </a:cubicBezTo>
                  <a:cubicBezTo>
                    <a:pt x="33" y="69"/>
                    <a:pt x="33" y="70"/>
                    <a:pt x="33" y="70"/>
                  </a:cubicBezTo>
                  <a:cubicBezTo>
                    <a:pt x="33" y="70"/>
                    <a:pt x="32" y="70"/>
                    <a:pt x="32" y="70"/>
                  </a:cubicBezTo>
                  <a:cubicBezTo>
                    <a:pt x="32" y="70"/>
                    <a:pt x="32" y="70"/>
                    <a:pt x="32" y="70"/>
                  </a:cubicBezTo>
                  <a:cubicBezTo>
                    <a:pt x="32" y="70"/>
                    <a:pt x="32" y="71"/>
                    <a:pt x="31" y="71"/>
                  </a:cubicBezTo>
                  <a:cubicBezTo>
                    <a:pt x="31" y="72"/>
                    <a:pt x="31" y="72"/>
                    <a:pt x="30" y="72"/>
                  </a:cubicBezTo>
                  <a:cubicBezTo>
                    <a:pt x="30" y="72"/>
                    <a:pt x="29" y="73"/>
                    <a:pt x="30" y="73"/>
                  </a:cubicBezTo>
                  <a:cubicBezTo>
                    <a:pt x="30" y="73"/>
                    <a:pt x="30" y="73"/>
                    <a:pt x="29" y="74"/>
                  </a:cubicBezTo>
                  <a:cubicBezTo>
                    <a:pt x="30" y="74"/>
                    <a:pt x="30" y="74"/>
                    <a:pt x="30" y="74"/>
                  </a:cubicBezTo>
                  <a:cubicBezTo>
                    <a:pt x="30" y="74"/>
                    <a:pt x="30" y="74"/>
                    <a:pt x="29" y="74"/>
                  </a:cubicBezTo>
                  <a:cubicBezTo>
                    <a:pt x="30" y="74"/>
                    <a:pt x="30" y="75"/>
                    <a:pt x="30" y="75"/>
                  </a:cubicBezTo>
                  <a:cubicBezTo>
                    <a:pt x="30" y="75"/>
                    <a:pt x="30" y="76"/>
                    <a:pt x="30" y="76"/>
                  </a:cubicBezTo>
                  <a:cubicBezTo>
                    <a:pt x="30" y="76"/>
                    <a:pt x="30" y="76"/>
                    <a:pt x="30" y="76"/>
                  </a:cubicBezTo>
                  <a:cubicBezTo>
                    <a:pt x="30" y="77"/>
                    <a:pt x="30" y="78"/>
                    <a:pt x="31" y="78"/>
                  </a:cubicBezTo>
                  <a:cubicBezTo>
                    <a:pt x="31" y="78"/>
                    <a:pt x="31" y="77"/>
                    <a:pt x="31" y="77"/>
                  </a:cubicBezTo>
                  <a:cubicBezTo>
                    <a:pt x="31" y="77"/>
                    <a:pt x="31" y="77"/>
                    <a:pt x="31" y="76"/>
                  </a:cubicBezTo>
                  <a:cubicBezTo>
                    <a:pt x="32" y="76"/>
                    <a:pt x="33" y="77"/>
                    <a:pt x="33" y="77"/>
                  </a:cubicBezTo>
                  <a:cubicBezTo>
                    <a:pt x="33" y="78"/>
                    <a:pt x="33" y="78"/>
                    <a:pt x="33" y="79"/>
                  </a:cubicBezTo>
                  <a:cubicBezTo>
                    <a:pt x="33" y="79"/>
                    <a:pt x="34" y="78"/>
                    <a:pt x="34" y="78"/>
                  </a:cubicBezTo>
                  <a:cubicBezTo>
                    <a:pt x="35" y="78"/>
                    <a:pt x="34" y="79"/>
                    <a:pt x="35" y="79"/>
                  </a:cubicBezTo>
                  <a:cubicBezTo>
                    <a:pt x="35" y="80"/>
                    <a:pt x="36" y="79"/>
                    <a:pt x="36" y="79"/>
                  </a:cubicBezTo>
                  <a:cubicBezTo>
                    <a:pt x="36" y="79"/>
                    <a:pt x="37" y="80"/>
                    <a:pt x="37" y="80"/>
                  </a:cubicBezTo>
                  <a:cubicBezTo>
                    <a:pt x="37" y="80"/>
                    <a:pt x="38" y="79"/>
                    <a:pt x="38" y="79"/>
                  </a:cubicBezTo>
                  <a:cubicBezTo>
                    <a:pt x="38" y="79"/>
                    <a:pt x="39" y="79"/>
                    <a:pt x="39" y="79"/>
                  </a:cubicBezTo>
                  <a:cubicBezTo>
                    <a:pt x="38" y="78"/>
                    <a:pt x="38" y="77"/>
                    <a:pt x="40" y="77"/>
                  </a:cubicBezTo>
                  <a:cubicBezTo>
                    <a:pt x="40" y="76"/>
                    <a:pt x="41" y="75"/>
                    <a:pt x="42" y="76"/>
                  </a:cubicBezTo>
                  <a:cubicBezTo>
                    <a:pt x="42" y="77"/>
                    <a:pt x="43" y="77"/>
                    <a:pt x="43" y="77"/>
                  </a:cubicBezTo>
                  <a:cubicBezTo>
                    <a:pt x="43" y="77"/>
                    <a:pt x="43" y="78"/>
                    <a:pt x="44" y="78"/>
                  </a:cubicBezTo>
                  <a:cubicBezTo>
                    <a:pt x="45" y="78"/>
                    <a:pt x="45" y="78"/>
                    <a:pt x="46" y="79"/>
                  </a:cubicBezTo>
                  <a:cubicBezTo>
                    <a:pt x="46" y="80"/>
                    <a:pt x="46" y="80"/>
                    <a:pt x="46" y="80"/>
                  </a:cubicBezTo>
                  <a:cubicBezTo>
                    <a:pt x="47" y="80"/>
                    <a:pt x="47" y="80"/>
                    <a:pt x="47" y="80"/>
                  </a:cubicBezTo>
                  <a:cubicBezTo>
                    <a:pt x="47" y="80"/>
                    <a:pt x="48" y="81"/>
                    <a:pt x="48" y="81"/>
                  </a:cubicBezTo>
                  <a:cubicBezTo>
                    <a:pt x="49" y="82"/>
                    <a:pt x="49" y="82"/>
                    <a:pt x="49" y="83"/>
                  </a:cubicBezTo>
                  <a:cubicBezTo>
                    <a:pt x="49" y="83"/>
                    <a:pt x="50" y="85"/>
                    <a:pt x="50" y="84"/>
                  </a:cubicBezTo>
                  <a:cubicBezTo>
                    <a:pt x="51" y="84"/>
                    <a:pt x="51" y="83"/>
                    <a:pt x="51" y="83"/>
                  </a:cubicBezTo>
                  <a:cubicBezTo>
                    <a:pt x="51" y="82"/>
                    <a:pt x="50" y="82"/>
                    <a:pt x="50" y="81"/>
                  </a:cubicBezTo>
                  <a:cubicBezTo>
                    <a:pt x="50" y="81"/>
                    <a:pt x="49" y="81"/>
                    <a:pt x="49" y="80"/>
                  </a:cubicBezTo>
                  <a:cubicBezTo>
                    <a:pt x="49" y="80"/>
                    <a:pt x="50" y="81"/>
                    <a:pt x="50" y="81"/>
                  </a:cubicBezTo>
                  <a:cubicBezTo>
                    <a:pt x="50" y="80"/>
                    <a:pt x="48" y="79"/>
                    <a:pt x="48" y="79"/>
                  </a:cubicBezTo>
                  <a:cubicBezTo>
                    <a:pt x="48" y="78"/>
                    <a:pt x="49" y="78"/>
                    <a:pt x="49" y="78"/>
                  </a:cubicBezTo>
                  <a:cubicBezTo>
                    <a:pt x="49" y="78"/>
                    <a:pt x="49" y="78"/>
                    <a:pt x="49" y="78"/>
                  </a:cubicBezTo>
                  <a:cubicBezTo>
                    <a:pt x="48" y="77"/>
                    <a:pt x="48" y="77"/>
                    <a:pt x="47" y="76"/>
                  </a:cubicBezTo>
                  <a:cubicBezTo>
                    <a:pt x="48" y="76"/>
                    <a:pt x="49" y="76"/>
                    <a:pt x="48" y="76"/>
                  </a:cubicBezTo>
                  <a:cubicBezTo>
                    <a:pt x="49" y="76"/>
                    <a:pt x="49" y="76"/>
                    <a:pt x="49" y="77"/>
                  </a:cubicBezTo>
                  <a:cubicBezTo>
                    <a:pt x="50" y="77"/>
                    <a:pt x="50" y="77"/>
                    <a:pt x="50" y="77"/>
                  </a:cubicBezTo>
                  <a:cubicBezTo>
                    <a:pt x="50" y="77"/>
                    <a:pt x="51" y="78"/>
                    <a:pt x="51" y="78"/>
                  </a:cubicBezTo>
                  <a:cubicBezTo>
                    <a:pt x="51" y="78"/>
                    <a:pt x="53" y="79"/>
                    <a:pt x="51" y="79"/>
                  </a:cubicBezTo>
                  <a:cubicBezTo>
                    <a:pt x="52" y="79"/>
                    <a:pt x="53" y="80"/>
                    <a:pt x="53" y="80"/>
                  </a:cubicBezTo>
                  <a:cubicBezTo>
                    <a:pt x="54" y="81"/>
                    <a:pt x="54" y="81"/>
                    <a:pt x="55" y="81"/>
                  </a:cubicBezTo>
                  <a:cubicBezTo>
                    <a:pt x="55" y="82"/>
                    <a:pt x="56" y="82"/>
                    <a:pt x="56" y="83"/>
                  </a:cubicBezTo>
                  <a:cubicBezTo>
                    <a:pt x="56" y="83"/>
                    <a:pt x="57" y="84"/>
                    <a:pt x="57" y="84"/>
                  </a:cubicBezTo>
                  <a:cubicBezTo>
                    <a:pt x="57" y="85"/>
                    <a:pt x="57" y="86"/>
                    <a:pt x="57" y="86"/>
                  </a:cubicBezTo>
                  <a:cubicBezTo>
                    <a:pt x="57" y="86"/>
                    <a:pt x="58" y="86"/>
                    <a:pt x="58" y="86"/>
                  </a:cubicBezTo>
                  <a:cubicBezTo>
                    <a:pt x="59" y="86"/>
                    <a:pt x="60" y="88"/>
                    <a:pt x="61" y="88"/>
                  </a:cubicBezTo>
                  <a:cubicBezTo>
                    <a:pt x="61" y="88"/>
                    <a:pt x="61" y="87"/>
                    <a:pt x="61" y="87"/>
                  </a:cubicBezTo>
                  <a:cubicBezTo>
                    <a:pt x="61" y="87"/>
                    <a:pt x="61" y="88"/>
                    <a:pt x="61" y="88"/>
                  </a:cubicBezTo>
                  <a:cubicBezTo>
                    <a:pt x="61" y="88"/>
                    <a:pt x="61" y="87"/>
                    <a:pt x="61" y="88"/>
                  </a:cubicBezTo>
                  <a:cubicBezTo>
                    <a:pt x="61" y="88"/>
                    <a:pt x="61" y="88"/>
                    <a:pt x="61" y="88"/>
                  </a:cubicBezTo>
                  <a:cubicBezTo>
                    <a:pt x="61" y="88"/>
                    <a:pt x="61" y="88"/>
                    <a:pt x="62" y="88"/>
                  </a:cubicBezTo>
                  <a:cubicBezTo>
                    <a:pt x="62" y="88"/>
                    <a:pt x="63" y="88"/>
                    <a:pt x="63" y="87"/>
                  </a:cubicBezTo>
                  <a:cubicBezTo>
                    <a:pt x="63" y="87"/>
                    <a:pt x="63" y="87"/>
                    <a:pt x="63" y="87"/>
                  </a:cubicBezTo>
                  <a:cubicBezTo>
                    <a:pt x="64" y="87"/>
                    <a:pt x="64" y="87"/>
                    <a:pt x="64" y="87"/>
                  </a:cubicBezTo>
                  <a:cubicBezTo>
                    <a:pt x="64" y="88"/>
                    <a:pt x="64" y="88"/>
                    <a:pt x="63" y="88"/>
                  </a:cubicBezTo>
                  <a:cubicBezTo>
                    <a:pt x="63" y="88"/>
                    <a:pt x="62" y="88"/>
                    <a:pt x="62" y="88"/>
                  </a:cubicBezTo>
                  <a:cubicBezTo>
                    <a:pt x="62" y="89"/>
                    <a:pt x="63" y="89"/>
                    <a:pt x="63" y="90"/>
                  </a:cubicBezTo>
                  <a:cubicBezTo>
                    <a:pt x="63" y="90"/>
                    <a:pt x="65" y="92"/>
                    <a:pt x="65" y="91"/>
                  </a:cubicBezTo>
                  <a:cubicBezTo>
                    <a:pt x="66" y="91"/>
                    <a:pt x="66" y="89"/>
                    <a:pt x="66" y="89"/>
                  </a:cubicBezTo>
                  <a:cubicBezTo>
                    <a:pt x="66" y="88"/>
                    <a:pt x="65" y="88"/>
                    <a:pt x="65" y="87"/>
                  </a:cubicBezTo>
                  <a:cubicBezTo>
                    <a:pt x="65" y="87"/>
                    <a:pt x="65" y="87"/>
                    <a:pt x="66" y="86"/>
                  </a:cubicBezTo>
                  <a:cubicBezTo>
                    <a:pt x="66" y="86"/>
                    <a:pt x="66" y="85"/>
                    <a:pt x="65" y="86"/>
                  </a:cubicBezTo>
                  <a:cubicBezTo>
                    <a:pt x="65" y="86"/>
                    <a:pt x="64" y="86"/>
                    <a:pt x="65" y="86"/>
                  </a:cubicBezTo>
                  <a:cubicBezTo>
                    <a:pt x="64" y="86"/>
                    <a:pt x="64" y="86"/>
                    <a:pt x="64" y="85"/>
                  </a:cubicBezTo>
                  <a:cubicBezTo>
                    <a:pt x="63" y="85"/>
                    <a:pt x="63" y="85"/>
                    <a:pt x="63" y="85"/>
                  </a:cubicBezTo>
                  <a:cubicBezTo>
                    <a:pt x="62" y="85"/>
                    <a:pt x="62" y="86"/>
                    <a:pt x="62" y="86"/>
                  </a:cubicBezTo>
                  <a:cubicBezTo>
                    <a:pt x="61" y="86"/>
                    <a:pt x="61" y="85"/>
                    <a:pt x="61" y="85"/>
                  </a:cubicBezTo>
                  <a:cubicBezTo>
                    <a:pt x="61" y="84"/>
                    <a:pt x="62" y="84"/>
                    <a:pt x="62" y="84"/>
                  </a:cubicBezTo>
                  <a:cubicBezTo>
                    <a:pt x="62" y="84"/>
                    <a:pt x="62" y="83"/>
                    <a:pt x="62" y="84"/>
                  </a:cubicBezTo>
                  <a:cubicBezTo>
                    <a:pt x="61" y="83"/>
                    <a:pt x="61" y="82"/>
                    <a:pt x="60" y="81"/>
                  </a:cubicBezTo>
                  <a:cubicBezTo>
                    <a:pt x="59" y="81"/>
                    <a:pt x="58" y="80"/>
                    <a:pt x="59" y="79"/>
                  </a:cubicBezTo>
                  <a:cubicBezTo>
                    <a:pt x="59" y="78"/>
                    <a:pt x="60" y="79"/>
                    <a:pt x="61" y="79"/>
                  </a:cubicBezTo>
                  <a:cubicBezTo>
                    <a:pt x="61" y="79"/>
                    <a:pt x="62" y="78"/>
                    <a:pt x="62" y="78"/>
                  </a:cubicBezTo>
                  <a:cubicBezTo>
                    <a:pt x="62" y="78"/>
                    <a:pt x="62" y="79"/>
                    <a:pt x="62" y="78"/>
                  </a:cubicBezTo>
                  <a:cubicBezTo>
                    <a:pt x="62" y="78"/>
                    <a:pt x="63" y="78"/>
                    <a:pt x="63" y="79"/>
                  </a:cubicBezTo>
                  <a:cubicBezTo>
                    <a:pt x="63" y="78"/>
                    <a:pt x="62" y="77"/>
                    <a:pt x="61" y="77"/>
                  </a:cubicBezTo>
                  <a:cubicBezTo>
                    <a:pt x="61" y="78"/>
                    <a:pt x="60" y="77"/>
                    <a:pt x="60" y="76"/>
                  </a:cubicBezTo>
                  <a:cubicBezTo>
                    <a:pt x="60" y="77"/>
                    <a:pt x="59" y="77"/>
                    <a:pt x="59" y="77"/>
                  </a:cubicBezTo>
                  <a:cubicBezTo>
                    <a:pt x="59" y="76"/>
                    <a:pt x="58" y="76"/>
                    <a:pt x="58" y="76"/>
                  </a:cubicBezTo>
                  <a:cubicBezTo>
                    <a:pt x="58" y="76"/>
                    <a:pt x="58" y="76"/>
                    <a:pt x="57" y="76"/>
                  </a:cubicBezTo>
                  <a:cubicBezTo>
                    <a:pt x="57" y="76"/>
                    <a:pt x="57" y="77"/>
                    <a:pt x="57" y="76"/>
                  </a:cubicBezTo>
                  <a:cubicBezTo>
                    <a:pt x="57" y="76"/>
                    <a:pt x="57" y="75"/>
                    <a:pt x="57" y="75"/>
                  </a:cubicBezTo>
                  <a:cubicBezTo>
                    <a:pt x="57" y="75"/>
                    <a:pt x="56" y="75"/>
                    <a:pt x="56" y="75"/>
                  </a:cubicBezTo>
                  <a:cubicBezTo>
                    <a:pt x="56" y="75"/>
                    <a:pt x="57" y="75"/>
                    <a:pt x="56" y="75"/>
                  </a:cubicBezTo>
                  <a:cubicBezTo>
                    <a:pt x="56" y="75"/>
                    <a:pt x="56" y="74"/>
                    <a:pt x="56" y="74"/>
                  </a:cubicBezTo>
                  <a:cubicBezTo>
                    <a:pt x="56" y="75"/>
                    <a:pt x="56" y="75"/>
                    <a:pt x="56" y="75"/>
                  </a:cubicBezTo>
                  <a:cubicBezTo>
                    <a:pt x="56" y="75"/>
                    <a:pt x="56" y="75"/>
                    <a:pt x="55" y="75"/>
                  </a:cubicBezTo>
                  <a:cubicBezTo>
                    <a:pt x="56" y="75"/>
                    <a:pt x="56" y="75"/>
                    <a:pt x="55" y="75"/>
                  </a:cubicBezTo>
                  <a:cubicBezTo>
                    <a:pt x="55" y="75"/>
                    <a:pt x="55" y="75"/>
                    <a:pt x="55" y="75"/>
                  </a:cubicBezTo>
                  <a:cubicBezTo>
                    <a:pt x="55" y="76"/>
                    <a:pt x="56" y="77"/>
                    <a:pt x="56" y="76"/>
                  </a:cubicBezTo>
                  <a:cubicBezTo>
                    <a:pt x="56" y="76"/>
                    <a:pt x="56" y="76"/>
                    <a:pt x="56" y="77"/>
                  </a:cubicBezTo>
                  <a:cubicBezTo>
                    <a:pt x="56" y="77"/>
                    <a:pt x="56" y="78"/>
                    <a:pt x="56" y="78"/>
                  </a:cubicBezTo>
                  <a:cubicBezTo>
                    <a:pt x="56" y="78"/>
                    <a:pt x="55" y="78"/>
                    <a:pt x="55" y="78"/>
                  </a:cubicBezTo>
                  <a:cubicBezTo>
                    <a:pt x="54" y="78"/>
                    <a:pt x="55" y="79"/>
                    <a:pt x="54" y="79"/>
                  </a:cubicBezTo>
                  <a:cubicBezTo>
                    <a:pt x="55" y="79"/>
                    <a:pt x="54" y="78"/>
                    <a:pt x="54" y="78"/>
                  </a:cubicBezTo>
                  <a:cubicBezTo>
                    <a:pt x="54" y="78"/>
                    <a:pt x="54" y="77"/>
                    <a:pt x="54" y="77"/>
                  </a:cubicBezTo>
                  <a:cubicBezTo>
                    <a:pt x="54" y="76"/>
                    <a:pt x="54" y="76"/>
                    <a:pt x="53" y="75"/>
                  </a:cubicBezTo>
                  <a:cubicBezTo>
                    <a:pt x="53" y="75"/>
                    <a:pt x="53" y="75"/>
                    <a:pt x="53" y="74"/>
                  </a:cubicBezTo>
                  <a:cubicBezTo>
                    <a:pt x="53" y="74"/>
                    <a:pt x="53" y="74"/>
                    <a:pt x="53" y="74"/>
                  </a:cubicBezTo>
                  <a:cubicBezTo>
                    <a:pt x="52" y="74"/>
                    <a:pt x="52" y="74"/>
                    <a:pt x="52" y="73"/>
                  </a:cubicBezTo>
                  <a:cubicBezTo>
                    <a:pt x="52" y="73"/>
                    <a:pt x="51" y="73"/>
                    <a:pt x="51" y="72"/>
                  </a:cubicBezTo>
                  <a:cubicBezTo>
                    <a:pt x="50" y="72"/>
                    <a:pt x="49" y="71"/>
                    <a:pt x="50" y="72"/>
                  </a:cubicBezTo>
                  <a:cubicBezTo>
                    <a:pt x="49" y="72"/>
                    <a:pt x="49" y="72"/>
                    <a:pt x="49" y="72"/>
                  </a:cubicBezTo>
                  <a:cubicBezTo>
                    <a:pt x="49" y="72"/>
                    <a:pt x="48" y="71"/>
                    <a:pt x="48" y="72"/>
                  </a:cubicBezTo>
                  <a:cubicBezTo>
                    <a:pt x="47" y="72"/>
                    <a:pt x="47" y="72"/>
                    <a:pt x="47" y="72"/>
                  </a:cubicBezTo>
                  <a:cubicBezTo>
                    <a:pt x="47" y="72"/>
                    <a:pt x="46" y="73"/>
                    <a:pt x="47" y="73"/>
                  </a:cubicBezTo>
                  <a:cubicBezTo>
                    <a:pt x="46" y="73"/>
                    <a:pt x="46" y="73"/>
                    <a:pt x="46" y="73"/>
                  </a:cubicBezTo>
                  <a:cubicBezTo>
                    <a:pt x="46" y="73"/>
                    <a:pt x="47" y="74"/>
                    <a:pt x="46" y="74"/>
                  </a:cubicBezTo>
                  <a:cubicBezTo>
                    <a:pt x="46" y="74"/>
                    <a:pt x="46" y="74"/>
                    <a:pt x="46" y="74"/>
                  </a:cubicBezTo>
                  <a:cubicBezTo>
                    <a:pt x="46" y="74"/>
                    <a:pt x="46" y="73"/>
                    <a:pt x="46" y="73"/>
                  </a:cubicBezTo>
                  <a:cubicBezTo>
                    <a:pt x="45" y="73"/>
                    <a:pt x="45" y="73"/>
                    <a:pt x="45" y="73"/>
                  </a:cubicBezTo>
                  <a:cubicBezTo>
                    <a:pt x="45" y="74"/>
                    <a:pt x="45" y="74"/>
                    <a:pt x="45" y="74"/>
                  </a:cubicBezTo>
                  <a:cubicBezTo>
                    <a:pt x="45" y="74"/>
                    <a:pt x="46" y="75"/>
                    <a:pt x="46" y="75"/>
                  </a:cubicBezTo>
                  <a:cubicBezTo>
                    <a:pt x="46" y="75"/>
                    <a:pt x="47" y="76"/>
                    <a:pt x="46" y="76"/>
                  </a:cubicBezTo>
                  <a:cubicBezTo>
                    <a:pt x="45" y="76"/>
                    <a:pt x="45" y="75"/>
                    <a:pt x="45" y="76"/>
                  </a:cubicBezTo>
                  <a:cubicBezTo>
                    <a:pt x="46" y="76"/>
                    <a:pt x="46" y="76"/>
                    <a:pt x="45" y="76"/>
                  </a:cubicBezTo>
                  <a:cubicBezTo>
                    <a:pt x="44" y="76"/>
                    <a:pt x="43" y="76"/>
                    <a:pt x="43" y="75"/>
                  </a:cubicBezTo>
                  <a:cubicBezTo>
                    <a:pt x="42" y="75"/>
                    <a:pt x="40" y="74"/>
                    <a:pt x="41" y="73"/>
                  </a:cubicBezTo>
                  <a:cubicBezTo>
                    <a:pt x="41" y="72"/>
                    <a:pt x="40" y="72"/>
                    <a:pt x="40" y="71"/>
                  </a:cubicBezTo>
                  <a:cubicBezTo>
                    <a:pt x="39" y="71"/>
                    <a:pt x="39" y="69"/>
                    <a:pt x="39" y="68"/>
                  </a:cubicBezTo>
                  <a:cubicBezTo>
                    <a:pt x="39" y="68"/>
                    <a:pt x="39" y="68"/>
                    <a:pt x="40" y="68"/>
                  </a:cubicBezTo>
                  <a:cubicBezTo>
                    <a:pt x="39" y="67"/>
                    <a:pt x="39" y="67"/>
                    <a:pt x="39" y="66"/>
                  </a:cubicBezTo>
                  <a:cubicBezTo>
                    <a:pt x="38" y="66"/>
                    <a:pt x="38" y="66"/>
                    <a:pt x="38" y="65"/>
                  </a:cubicBezTo>
                  <a:cubicBezTo>
                    <a:pt x="38" y="64"/>
                    <a:pt x="37" y="63"/>
                    <a:pt x="36" y="62"/>
                  </a:cubicBezTo>
                  <a:cubicBezTo>
                    <a:pt x="36" y="62"/>
                    <a:pt x="35" y="60"/>
                    <a:pt x="36" y="60"/>
                  </a:cubicBezTo>
                  <a:cubicBezTo>
                    <a:pt x="36" y="60"/>
                    <a:pt x="36" y="58"/>
                    <a:pt x="37" y="58"/>
                  </a:cubicBezTo>
                  <a:cubicBezTo>
                    <a:pt x="37" y="58"/>
                    <a:pt x="38" y="56"/>
                    <a:pt x="37" y="56"/>
                  </a:cubicBezTo>
                  <a:cubicBezTo>
                    <a:pt x="36" y="56"/>
                    <a:pt x="36" y="55"/>
                    <a:pt x="36" y="55"/>
                  </a:cubicBezTo>
                  <a:cubicBezTo>
                    <a:pt x="36" y="54"/>
                    <a:pt x="37" y="54"/>
                    <a:pt x="37" y="54"/>
                  </a:cubicBezTo>
                  <a:cubicBezTo>
                    <a:pt x="38" y="53"/>
                    <a:pt x="38" y="52"/>
                    <a:pt x="39" y="52"/>
                  </a:cubicBezTo>
                  <a:cubicBezTo>
                    <a:pt x="40" y="52"/>
                    <a:pt x="40" y="52"/>
                    <a:pt x="41" y="51"/>
                  </a:cubicBezTo>
                  <a:cubicBezTo>
                    <a:pt x="41" y="51"/>
                    <a:pt x="41" y="50"/>
                    <a:pt x="41" y="51"/>
                  </a:cubicBezTo>
                  <a:cubicBezTo>
                    <a:pt x="41" y="51"/>
                    <a:pt x="40" y="53"/>
                    <a:pt x="40" y="53"/>
                  </a:cubicBezTo>
                  <a:cubicBezTo>
                    <a:pt x="41" y="53"/>
                    <a:pt x="41" y="52"/>
                    <a:pt x="41" y="52"/>
                  </a:cubicBezTo>
                  <a:cubicBezTo>
                    <a:pt x="42" y="51"/>
                    <a:pt x="42" y="51"/>
                    <a:pt x="42" y="50"/>
                  </a:cubicBezTo>
                  <a:cubicBezTo>
                    <a:pt x="41" y="51"/>
                    <a:pt x="42" y="49"/>
                    <a:pt x="42" y="49"/>
                  </a:cubicBezTo>
                  <a:cubicBezTo>
                    <a:pt x="42" y="49"/>
                    <a:pt x="42" y="49"/>
                    <a:pt x="42" y="49"/>
                  </a:cubicBezTo>
                  <a:cubicBezTo>
                    <a:pt x="42" y="48"/>
                    <a:pt x="42" y="48"/>
                    <a:pt x="42" y="48"/>
                  </a:cubicBezTo>
                  <a:cubicBezTo>
                    <a:pt x="42" y="48"/>
                    <a:pt x="42" y="47"/>
                    <a:pt x="42" y="47"/>
                  </a:cubicBezTo>
                  <a:cubicBezTo>
                    <a:pt x="43" y="46"/>
                    <a:pt x="43" y="45"/>
                    <a:pt x="43" y="43"/>
                  </a:cubicBezTo>
                  <a:cubicBezTo>
                    <a:pt x="43" y="43"/>
                    <a:pt x="44" y="41"/>
                    <a:pt x="43" y="41"/>
                  </a:cubicBezTo>
                  <a:cubicBezTo>
                    <a:pt x="42" y="41"/>
                    <a:pt x="42" y="40"/>
                    <a:pt x="42" y="39"/>
                  </a:cubicBezTo>
                  <a:cubicBezTo>
                    <a:pt x="42" y="39"/>
                    <a:pt x="42" y="40"/>
                    <a:pt x="43" y="40"/>
                  </a:cubicBezTo>
                  <a:cubicBezTo>
                    <a:pt x="43" y="39"/>
                    <a:pt x="42" y="39"/>
                    <a:pt x="42" y="39"/>
                  </a:cubicBezTo>
                  <a:cubicBezTo>
                    <a:pt x="42" y="39"/>
                    <a:pt x="42" y="39"/>
                    <a:pt x="42" y="39"/>
                  </a:cubicBezTo>
                  <a:cubicBezTo>
                    <a:pt x="42" y="39"/>
                    <a:pt x="42" y="39"/>
                    <a:pt x="41" y="39"/>
                  </a:cubicBezTo>
                  <a:cubicBezTo>
                    <a:pt x="41" y="39"/>
                    <a:pt x="40" y="38"/>
                    <a:pt x="40" y="38"/>
                  </a:cubicBezTo>
                  <a:cubicBezTo>
                    <a:pt x="40" y="37"/>
                    <a:pt x="39" y="36"/>
                    <a:pt x="39" y="35"/>
                  </a:cubicBezTo>
                  <a:cubicBezTo>
                    <a:pt x="39" y="34"/>
                    <a:pt x="39" y="33"/>
                    <a:pt x="39" y="32"/>
                  </a:cubicBezTo>
                  <a:cubicBezTo>
                    <a:pt x="39" y="31"/>
                    <a:pt x="39" y="31"/>
                    <a:pt x="39" y="30"/>
                  </a:cubicBezTo>
                  <a:cubicBezTo>
                    <a:pt x="39" y="30"/>
                    <a:pt x="39" y="30"/>
                    <a:pt x="39" y="29"/>
                  </a:cubicBezTo>
                  <a:cubicBezTo>
                    <a:pt x="40" y="28"/>
                    <a:pt x="39" y="27"/>
                    <a:pt x="39" y="27"/>
                  </a:cubicBezTo>
                  <a:cubicBezTo>
                    <a:pt x="39" y="26"/>
                    <a:pt x="38" y="25"/>
                    <a:pt x="38" y="26"/>
                  </a:cubicBezTo>
                  <a:cubicBezTo>
                    <a:pt x="38" y="26"/>
                    <a:pt x="38" y="26"/>
                    <a:pt x="38" y="27"/>
                  </a:cubicBezTo>
                  <a:cubicBezTo>
                    <a:pt x="38" y="27"/>
                    <a:pt x="37" y="28"/>
                    <a:pt x="36" y="28"/>
                  </a:cubicBezTo>
                  <a:cubicBezTo>
                    <a:pt x="35" y="29"/>
                    <a:pt x="34" y="28"/>
                    <a:pt x="33" y="28"/>
                  </a:cubicBezTo>
                  <a:cubicBezTo>
                    <a:pt x="33" y="28"/>
                    <a:pt x="33" y="28"/>
                    <a:pt x="33" y="29"/>
                  </a:cubicBezTo>
                  <a:cubicBezTo>
                    <a:pt x="34" y="29"/>
                    <a:pt x="33" y="30"/>
                    <a:pt x="34" y="30"/>
                  </a:cubicBezTo>
                  <a:cubicBezTo>
                    <a:pt x="33" y="30"/>
                    <a:pt x="33" y="29"/>
                    <a:pt x="33" y="29"/>
                  </a:cubicBezTo>
                  <a:cubicBezTo>
                    <a:pt x="33" y="28"/>
                    <a:pt x="33" y="28"/>
                    <a:pt x="32" y="27"/>
                  </a:cubicBezTo>
                  <a:cubicBezTo>
                    <a:pt x="31" y="26"/>
                    <a:pt x="30" y="26"/>
                    <a:pt x="28" y="25"/>
                  </a:cubicBezTo>
                  <a:cubicBezTo>
                    <a:pt x="28" y="24"/>
                    <a:pt x="27" y="25"/>
                    <a:pt x="26" y="25"/>
                  </a:cubicBezTo>
                  <a:cubicBezTo>
                    <a:pt x="26" y="25"/>
                    <a:pt x="26" y="25"/>
                    <a:pt x="25" y="25"/>
                  </a:cubicBezTo>
                  <a:cubicBezTo>
                    <a:pt x="24" y="24"/>
                    <a:pt x="25" y="25"/>
                    <a:pt x="24" y="26"/>
                  </a:cubicBezTo>
                  <a:cubicBezTo>
                    <a:pt x="24" y="26"/>
                    <a:pt x="23" y="25"/>
                    <a:pt x="23" y="26"/>
                  </a:cubicBezTo>
                  <a:cubicBezTo>
                    <a:pt x="22" y="26"/>
                    <a:pt x="23" y="27"/>
                    <a:pt x="23" y="27"/>
                  </a:cubicBezTo>
                  <a:cubicBezTo>
                    <a:pt x="23" y="28"/>
                    <a:pt x="22" y="30"/>
                    <a:pt x="22" y="31"/>
                  </a:cubicBezTo>
                  <a:cubicBezTo>
                    <a:pt x="23" y="31"/>
                    <a:pt x="23" y="31"/>
                    <a:pt x="22" y="32"/>
                  </a:cubicBezTo>
                  <a:cubicBezTo>
                    <a:pt x="22" y="32"/>
                    <a:pt x="23" y="33"/>
                    <a:pt x="22" y="33"/>
                  </a:cubicBezTo>
                  <a:cubicBezTo>
                    <a:pt x="22" y="34"/>
                    <a:pt x="22" y="34"/>
                    <a:pt x="22" y="34"/>
                  </a:cubicBezTo>
                  <a:cubicBezTo>
                    <a:pt x="22" y="35"/>
                    <a:pt x="22" y="35"/>
                    <a:pt x="22" y="35"/>
                  </a:cubicBezTo>
                  <a:cubicBezTo>
                    <a:pt x="22" y="35"/>
                    <a:pt x="22" y="36"/>
                    <a:pt x="22" y="37"/>
                  </a:cubicBezTo>
                  <a:cubicBezTo>
                    <a:pt x="23" y="37"/>
                    <a:pt x="23" y="37"/>
                    <a:pt x="23" y="37"/>
                  </a:cubicBezTo>
                  <a:cubicBezTo>
                    <a:pt x="23" y="38"/>
                    <a:pt x="23" y="38"/>
                    <a:pt x="23" y="39"/>
                  </a:cubicBezTo>
                  <a:cubicBezTo>
                    <a:pt x="23" y="40"/>
                    <a:pt x="23" y="40"/>
                    <a:pt x="23" y="41"/>
                  </a:cubicBezTo>
                  <a:cubicBezTo>
                    <a:pt x="24" y="42"/>
                    <a:pt x="24" y="43"/>
                    <a:pt x="23" y="44"/>
                  </a:cubicBezTo>
                  <a:cubicBezTo>
                    <a:pt x="23" y="44"/>
                    <a:pt x="23" y="44"/>
                    <a:pt x="23" y="45"/>
                  </a:cubicBezTo>
                  <a:cubicBezTo>
                    <a:pt x="23" y="46"/>
                    <a:pt x="23" y="47"/>
                    <a:pt x="23" y="47"/>
                  </a:cubicBezTo>
                  <a:cubicBezTo>
                    <a:pt x="23" y="47"/>
                    <a:pt x="24" y="48"/>
                    <a:pt x="24" y="49"/>
                  </a:cubicBezTo>
                  <a:cubicBezTo>
                    <a:pt x="24" y="50"/>
                    <a:pt x="24" y="50"/>
                    <a:pt x="24" y="51"/>
                  </a:cubicBezTo>
                  <a:cubicBezTo>
                    <a:pt x="24" y="50"/>
                    <a:pt x="25" y="51"/>
                    <a:pt x="25" y="51"/>
                  </a:cubicBezTo>
                  <a:cubicBezTo>
                    <a:pt x="25" y="51"/>
                    <a:pt x="25" y="51"/>
                    <a:pt x="25" y="52"/>
                  </a:cubicBezTo>
                  <a:cubicBezTo>
                    <a:pt x="25" y="52"/>
                    <a:pt x="24" y="53"/>
                    <a:pt x="24" y="53"/>
                  </a:cubicBezTo>
                  <a:cubicBezTo>
                    <a:pt x="23" y="53"/>
                    <a:pt x="22" y="53"/>
                    <a:pt x="22" y="53"/>
                  </a:cubicBezTo>
                  <a:cubicBezTo>
                    <a:pt x="22" y="52"/>
                    <a:pt x="22" y="52"/>
                    <a:pt x="22" y="52"/>
                  </a:cubicBezTo>
                  <a:cubicBezTo>
                    <a:pt x="22" y="51"/>
                    <a:pt x="21" y="51"/>
                    <a:pt x="20" y="51"/>
                  </a:cubicBezTo>
                  <a:cubicBezTo>
                    <a:pt x="20" y="50"/>
                    <a:pt x="20" y="49"/>
                    <a:pt x="19" y="49"/>
                  </a:cubicBezTo>
                  <a:cubicBezTo>
                    <a:pt x="18" y="50"/>
                    <a:pt x="19" y="51"/>
                    <a:pt x="19" y="52"/>
                  </a:cubicBezTo>
                  <a:cubicBezTo>
                    <a:pt x="19" y="52"/>
                    <a:pt x="19" y="54"/>
                    <a:pt x="19" y="54"/>
                  </a:cubicBezTo>
                  <a:close/>
                  <a:moveTo>
                    <a:pt x="94" y="149"/>
                  </a:moveTo>
                  <a:cubicBezTo>
                    <a:pt x="94" y="149"/>
                    <a:pt x="94" y="148"/>
                    <a:pt x="94" y="148"/>
                  </a:cubicBezTo>
                  <a:cubicBezTo>
                    <a:pt x="94" y="147"/>
                    <a:pt x="94" y="148"/>
                    <a:pt x="94" y="147"/>
                  </a:cubicBezTo>
                  <a:cubicBezTo>
                    <a:pt x="94" y="147"/>
                    <a:pt x="94" y="146"/>
                    <a:pt x="94" y="146"/>
                  </a:cubicBezTo>
                  <a:cubicBezTo>
                    <a:pt x="94" y="145"/>
                    <a:pt x="94" y="144"/>
                    <a:pt x="93" y="144"/>
                  </a:cubicBezTo>
                  <a:cubicBezTo>
                    <a:pt x="93" y="144"/>
                    <a:pt x="93" y="144"/>
                    <a:pt x="92" y="143"/>
                  </a:cubicBezTo>
                  <a:cubicBezTo>
                    <a:pt x="92" y="143"/>
                    <a:pt x="92" y="143"/>
                    <a:pt x="92" y="142"/>
                  </a:cubicBezTo>
                  <a:cubicBezTo>
                    <a:pt x="92" y="142"/>
                    <a:pt x="92" y="142"/>
                    <a:pt x="92" y="141"/>
                  </a:cubicBezTo>
                  <a:cubicBezTo>
                    <a:pt x="92" y="141"/>
                    <a:pt x="92" y="141"/>
                    <a:pt x="92" y="140"/>
                  </a:cubicBezTo>
                  <a:cubicBezTo>
                    <a:pt x="92" y="140"/>
                    <a:pt x="92" y="139"/>
                    <a:pt x="92" y="139"/>
                  </a:cubicBezTo>
                  <a:cubicBezTo>
                    <a:pt x="92" y="139"/>
                    <a:pt x="92" y="139"/>
                    <a:pt x="92" y="139"/>
                  </a:cubicBezTo>
                  <a:cubicBezTo>
                    <a:pt x="92" y="139"/>
                    <a:pt x="91" y="139"/>
                    <a:pt x="91" y="139"/>
                  </a:cubicBezTo>
                  <a:cubicBezTo>
                    <a:pt x="91" y="139"/>
                    <a:pt x="92" y="139"/>
                    <a:pt x="91" y="138"/>
                  </a:cubicBezTo>
                  <a:cubicBezTo>
                    <a:pt x="91" y="138"/>
                    <a:pt x="91" y="138"/>
                    <a:pt x="91" y="137"/>
                  </a:cubicBezTo>
                  <a:cubicBezTo>
                    <a:pt x="91" y="137"/>
                    <a:pt x="91" y="137"/>
                    <a:pt x="91" y="137"/>
                  </a:cubicBezTo>
                  <a:cubicBezTo>
                    <a:pt x="91" y="137"/>
                    <a:pt x="91" y="136"/>
                    <a:pt x="91" y="136"/>
                  </a:cubicBezTo>
                  <a:cubicBezTo>
                    <a:pt x="92" y="136"/>
                    <a:pt x="91" y="136"/>
                    <a:pt x="91" y="135"/>
                  </a:cubicBezTo>
                  <a:cubicBezTo>
                    <a:pt x="91" y="135"/>
                    <a:pt x="90" y="135"/>
                    <a:pt x="90" y="135"/>
                  </a:cubicBezTo>
                  <a:cubicBezTo>
                    <a:pt x="90" y="135"/>
                    <a:pt x="90" y="135"/>
                    <a:pt x="90" y="136"/>
                  </a:cubicBezTo>
                  <a:cubicBezTo>
                    <a:pt x="88" y="136"/>
                    <a:pt x="88" y="133"/>
                    <a:pt x="90" y="134"/>
                  </a:cubicBezTo>
                  <a:cubicBezTo>
                    <a:pt x="89" y="133"/>
                    <a:pt x="90" y="133"/>
                    <a:pt x="90" y="133"/>
                  </a:cubicBezTo>
                  <a:cubicBezTo>
                    <a:pt x="90" y="133"/>
                    <a:pt x="90" y="132"/>
                    <a:pt x="91" y="132"/>
                  </a:cubicBezTo>
                  <a:cubicBezTo>
                    <a:pt x="91" y="132"/>
                    <a:pt x="90" y="131"/>
                    <a:pt x="90" y="131"/>
                  </a:cubicBezTo>
                  <a:cubicBezTo>
                    <a:pt x="90" y="131"/>
                    <a:pt x="89" y="130"/>
                    <a:pt x="89" y="130"/>
                  </a:cubicBezTo>
                  <a:cubicBezTo>
                    <a:pt x="89" y="130"/>
                    <a:pt x="89" y="130"/>
                    <a:pt x="90" y="130"/>
                  </a:cubicBezTo>
                  <a:cubicBezTo>
                    <a:pt x="89" y="130"/>
                    <a:pt x="89" y="130"/>
                    <a:pt x="89" y="129"/>
                  </a:cubicBezTo>
                  <a:cubicBezTo>
                    <a:pt x="89" y="129"/>
                    <a:pt x="89" y="128"/>
                    <a:pt x="89" y="128"/>
                  </a:cubicBezTo>
                  <a:cubicBezTo>
                    <a:pt x="89" y="128"/>
                    <a:pt x="89" y="127"/>
                    <a:pt x="89" y="127"/>
                  </a:cubicBezTo>
                  <a:cubicBezTo>
                    <a:pt x="88" y="127"/>
                    <a:pt x="88" y="128"/>
                    <a:pt x="87" y="127"/>
                  </a:cubicBezTo>
                  <a:cubicBezTo>
                    <a:pt x="87" y="127"/>
                    <a:pt x="87" y="126"/>
                    <a:pt x="87" y="126"/>
                  </a:cubicBezTo>
                  <a:cubicBezTo>
                    <a:pt x="87" y="126"/>
                    <a:pt x="86" y="126"/>
                    <a:pt x="86" y="126"/>
                  </a:cubicBezTo>
                  <a:cubicBezTo>
                    <a:pt x="86" y="125"/>
                    <a:pt x="87" y="126"/>
                    <a:pt x="87" y="125"/>
                  </a:cubicBezTo>
                  <a:cubicBezTo>
                    <a:pt x="86" y="125"/>
                    <a:pt x="86" y="125"/>
                    <a:pt x="86" y="125"/>
                  </a:cubicBezTo>
                  <a:cubicBezTo>
                    <a:pt x="86" y="125"/>
                    <a:pt x="85" y="124"/>
                    <a:pt x="85" y="124"/>
                  </a:cubicBezTo>
                  <a:cubicBezTo>
                    <a:pt x="84" y="124"/>
                    <a:pt x="83" y="124"/>
                    <a:pt x="83" y="123"/>
                  </a:cubicBezTo>
                  <a:cubicBezTo>
                    <a:pt x="83" y="123"/>
                    <a:pt x="83" y="123"/>
                    <a:pt x="83" y="122"/>
                  </a:cubicBezTo>
                  <a:cubicBezTo>
                    <a:pt x="82" y="122"/>
                    <a:pt x="82" y="122"/>
                    <a:pt x="81" y="121"/>
                  </a:cubicBezTo>
                  <a:cubicBezTo>
                    <a:pt x="81" y="122"/>
                    <a:pt x="81" y="123"/>
                    <a:pt x="81" y="124"/>
                  </a:cubicBezTo>
                  <a:cubicBezTo>
                    <a:pt x="81" y="124"/>
                    <a:pt x="81" y="125"/>
                    <a:pt x="82" y="125"/>
                  </a:cubicBezTo>
                  <a:cubicBezTo>
                    <a:pt x="82" y="127"/>
                    <a:pt x="83" y="128"/>
                    <a:pt x="83" y="130"/>
                  </a:cubicBezTo>
                  <a:cubicBezTo>
                    <a:pt x="83" y="131"/>
                    <a:pt x="81" y="131"/>
                    <a:pt x="80" y="130"/>
                  </a:cubicBezTo>
                  <a:cubicBezTo>
                    <a:pt x="80" y="130"/>
                    <a:pt x="79" y="129"/>
                    <a:pt x="79" y="130"/>
                  </a:cubicBezTo>
                  <a:cubicBezTo>
                    <a:pt x="79" y="131"/>
                    <a:pt x="80" y="132"/>
                    <a:pt x="79" y="132"/>
                  </a:cubicBezTo>
                  <a:cubicBezTo>
                    <a:pt x="78" y="132"/>
                    <a:pt x="77" y="130"/>
                    <a:pt x="76" y="130"/>
                  </a:cubicBezTo>
                  <a:cubicBezTo>
                    <a:pt x="75" y="131"/>
                    <a:pt x="76" y="133"/>
                    <a:pt x="76" y="133"/>
                  </a:cubicBezTo>
                  <a:cubicBezTo>
                    <a:pt x="76" y="134"/>
                    <a:pt x="75" y="134"/>
                    <a:pt x="75" y="134"/>
                  </a:cubicBezTo>
                  <a:cubicBezTo>
                    <a:pt x="75" y="134"/>
                    <a:pt x="76" y="134"/>
                    <a:pt x="76" y="135"/>
                  </a:cubicBezTo>
                  <a:cubicBezTo>
                    <a:pt x="76" y="135"/>
                    <a:pt x="76" y="135"/>
                    <a:pt x="76" y="136"/>
                  </a:cubicBezTo>
                  <a:cubicBezTo>
                    <a:pt x="75" y="137"/>
                    <a:pt x="73" y="135"/>
                    <a:pt x="73" y="135"/>
                  </a:cubicBezTo>
                  <a:cubicBezTo>
                    <a:pt x="72" y="134"/>
                    <a:pt x="71" y="136"/>
                    <a:pt x="71" y="137"/>
                  </a:cubicBezTo>
                  <a:cubicBezTo>
                    <a:pt x="71" y="138"/>
                    <a:pt x="71" y="139"/>
                    <a:pt x="69" y="139"/>
                  </a:cubicBezTo>
                  <a:cubicBezTo>
                    <a:pt x="68" y="139"/>
                    <a:pt x="67" y="140"/>
                    <a:pt x="67" y="141"/>
                  </a:cubicBezTo>
                  <a:cubicBezTo>
                    <a:pt x="67" y="141"/>
                    <a:pt x="66" y="142"/>
                    <a:pt x="65" y="142"/>
                  </a:cubicBezTo>
                  <a:cubicBezTo>
                    <a:pt x="65" y="141"/>
                    <a:pt x="66" y="141"/>
                    <a:pt x="66" y="141"/>
                  </a:cubicBezTo>
                  <a:cubicBezTo>
                    <a:pt x="67" y="141"/>
                    <a:pt x="67" y="140"/>
                    <a:pt x="67" y="139"/>
                  </a:cubicBezTo>
                  <a:cubicBezTo>
                    <a:pt x="67" y="137"/>
                    <a:pt x="66" y="134"/>
                    <a:pt x="64" y="134"/>
                  </a:cubicBezTo>
                  <a:cubicBezTo>
                    <a:pt x="64" y="134"/>
                    <a:pt x="64" y="135"/>
                    <a:pt x="64" y="135"/>
                  </a:cubicBezTo>
                  <a:cubicBezTo>
                    <a:pt x="64" y="135"/>
                    <a:pt x="64" y="135"/>
                    <a:pt x="63" y="134"/>
                  </a:cubicBezTo>
                  <a:cubicBezTo>
                    <a:pt x="63" y="134"/>
                    <a:pt x="63" y="134"/>
                    <a:pt x="63" y="134"/>
                  </a:cubicBezTo>
                  <a:cubicBezTo>
                    <a:pt x="63" y="134"/>
                    <a:pt x="63" y="133"/>
                    <a:pt x="62" y="133"/>
                  </a:cubicBezTo>
                  <a:cubicBezTo>
                    <a:pt x="62" y="133"/>
                    <a:pt x="62" y="134"/>
                    <a:pt x="62" y="134"/>
                  </a:cubicBezTo>
                  <a:cubicBezTo>
                    <a:pt x="62" y="134"/>
                    <a:pt x="63" y="134"/>
                    <a:pt x="63" y="134"/>
                  </a:cubicBezTo>
                  <a:cubicBezTo>
                    <a:pt x="63" y="134"/>
                    <a:pt x="62" y="134"/>
                    <a:pt x="62" y="135"/>
                  </a:cubicBezTo>
                  <a:cubicBezTo>
                    <a:pt x="62" y="135"/>
                    <a:pt x="62" y="136"/>
                    <a:pt x="61" y="136"/>
                  </a:cubicBezTo>
                  <a:cubicBezTo>
                    <a:pt x="60" y="136"/>
                    <a:pt x="60" y="135"/>
                    <a:pt x="59" y="136"/>
                  </a:cubicBezTo>
                  <a:cubicBezTo>
                    <a:pt x="59" y="136"/>
                    <a:pt x="59" y="136"/>
                    <a:pt x="59" y="137"/>
                  </a:cubicBezTo>
                  <a:cubicBezTo>
                    <a:pt x="59" y="137"/>
                    <a:pt x="59" y="138"/>
                    <a:pt x="59" y="138"/>
                  </a:cubicBezTo>
                  <a:cubicBezTo>
                    <a:pt x="58" y="138"/>
                    <a:pt x="59" y="139"/>
                    <a:pt x="59" y="139"/>
                  </a:cubicBezTo>
                  <a:cubicBezTo>
                    <a:pt x="58" y="140"/>
                    <a:pt x="57" y="140"/>
                    <a:pt x="56" y="140"/>
                  </a:cubicBezTo>
                  <a:cubicBezTo>
                    <a:pt x="56" y="140"/>
                    <a:pt x="56" y="140"/>
                    <a:pt x="55" y="140"/>
                  </a:cubicBezTo>
                  <a:cubicBezTo>
                    <a:pt x="55" y="140"/>
                    <a:pt x="55" y="140"/>
                    <a:pt x="54" y="141"/>
                  </a:cubicBezTo>
                  <a:cubicBezTo>
                    <a:pt x="54" y="141"/>
                    <a:pt x="52" y="141"/>
                    <a:pt x="52" y="142"/>
                  </a:cubicBezTo>
                  <a:cubicBezTo>
                    <a:pt x="52" y="142"/>
                    <a:pt x="51" y="144"/>
                    <a:pt x="50" y="144"/>
                  </a:cubicBezTo>
                  <a:cubicBezTo>
                    <a:pt x="51" y="144"/>
                    <a:pt x="51" y="144"/>
                    <a:pt x="51" y="144"/>
                  </a:cubicBezTo>
                  <a:cubicBezTo>
                    <a:pt x="50" y="144"/>
                    <a:pt x="51" y="144"/>
                    <a:pt x="51" y="144"/>
                  </a:cubicBezTo>
                  <a:cubicBezTo>
                    <a:pt x="51" y="145"/>
                    <a:pt x="51" y="145"/>
                    <a:pt x="51" y="146"/>
                  </a:cubicBezTo>
                  <a:cubicBezTo>
                    <a:pt x="51" y="146"/>
                    <a:pt x="51" y="146"/>
                    <a:pt x="51" y="146"/>
                  </a:cubicBezTo>
                  <a:cubicBezTo>
                    <a:pt x="51" y="146"/>
                    <a:pt x="50" y="147"/>
                    <a:pt x="50" y="147"/>
                  </a:cubicBezTo>
                  <a:cubicBezTo>
                    <a:pt x="51" y="147"/>
                    <a:pt x="51" y="147"/>
                    <a:pt x="50" y="147"/>
                  </a:cubicBezTo>
                  <a:cubicBezTo>
                    <a:pt x="50" y="147"/>
                    <a:pt x="50" y="147"/>
                    <a:pt x="50" y="148"/>
                  </a:cubicBezTo>
                  <a:cubicBezTo>
                    <a:pt x="50" y="148"/>
                    <a:pt x="50" y="148"/>
                    <a:pt x="50" y="148"/>
                  </a:cubicBezTo>
                  <a:cubicBezTo>
                    <a:pt x="50" y="149"/>
                    <a:pt x="51" y="149"/>
                    <a:pt x="50" y="150"/>
                  </a:cubicBezTo>
                  <a:cubicBezTo>
                    <a:pt x="49" y="151"/>
                    <a:pt x="49" y="152"/>
                    <a:pt x="50" y="153"/>
                  </a:cubicBezTo>
                  <a:cubicBezTo>
                    <a:pt x="51" y="153"/>
                    <a:pt x="51" y="154"/>
                    <a:pt x="52" y="153"/>
                  </a:cubicBezTo>
                  <a:cubicBezTo>
                    <a:pt x="52" y="153"/>
                    <a:pt x="52" y="152"/>
                    <a:pt x="52" y="152"/>
                  </a:cubicBezTo>
                  <a:cubicBezTo>
                    <a:pt x="52" y="151"/>
                    <a:pt x="52" y="151"/>
                    <a:pt x="52" y="151"/>
                  </a:cubicBezTo>
                  <a:cubicBezTo>
                    <a:pt x="52" y="151"/>
                    <a:pt x="53" y="148"/>
                    <a:pt x="53" y="149"/>
                  </a:cubicBezTo>
                  <a:cubicBezTo>
                    <a:pt x="53" y="149"/>
                    <a:pt x="54" y="148"/>
                    <a:pt x="54" y="148"/>
                  </a:cubicBezTo>
                  <a:cubicBezTo>
                    <a:pt x="54" y="148"/>
                    <a:pt x="53" y="148"/>
                    <a:pt x="53" y="147"/>
                  </a:cubicBezTo>
                  <a:cubicBezTo>
                    <a:pt x="53" y="147"/>
                    <a:pt x="54" y="146"/>
                    <a:pt x="54" y="146"/>
                  </a:cubicBezTo>
                  <a:cubicBezTo>
                    <a:pt x="54" y="147"/>
                    <a:pt x="54" y="147"/>
                    <a:pt x="54" y="147"/>
                  </a:cubicBezTo>
                  <a:cubicBezTo>
                    <a:pt x="54" y="147"/>
                    <a:pt x="55" y="146"/>
                    <a:pt x="54" y="146"/>
                  </a:cubicBezTo>
                  <a:cubicBezTo>
                    <a:pt x="54" y="146"/>
                    <a:pt x="54" y="146"/>
                    <a:pt x="54" y="146"/>
                  </a:cubicBezTo>
                  <a:cubicBezTo>
                    <a:pt x="54" y="145"/>
                    <a:pt x="55" y="144"/>
                    <a:pt x="55" y="144"/>
                  </a:cubicBezTo>
                  <a:cubicBezTo>
                    <a:pt x="56" y="144"/>
                    <a:pt x="56" y="144"/>
                    <a:pt x="57" y="144"/>
                  </a:cubicBezTo>
                  <a:cubicBezTo>
                    <a:pt x="57" y="144"/>
                    <a:pt x="57" y="144"/>
                    <a:pt x="58" y="144"/>
                  </a:cubicBezTo>
                  <a:cubicBezTo>
                    <a:pt x="57" y="144"/>
                    <a:pt x="58" y="147"/>
                    <a:pt x="58" y="147"/>
                  </a:cubicBezTo>
                  <a:cubicBezTo>
                    <a:pt x="58" y="147"/>
                    <a:pt x="58" y="147"/>
                    <a:pt x="58" y="146"/>
                  </a:cubicBezTo>
                  <a:cubicBezTo>
                    <a:pt x="57" y="147"/>
                    <a:pt x="57" y="147"/>
                    <a:pt x="57" y="147"/>
                  </a:cubicBezTo>
                  <a:cubicBezTo>
                    <a:pt x="57" y="147"/>
                    <a:pt x="58" y="148"/>
                    <a:pt x="58" y="147"/>
                  </a:cubicBezTo>
                  <a:cubicBezTo>
                    <a:pt x="58" y="146"/>
                    <a:pt x="59" y="147"/>
                    <a:pt x="59" y="147"/>
                  </a:cubicBezTo>
                  <a:cubicBezTo>
                    <a:pt x="60" y="147"/>
                    <a:pt x="59" y="146"/>
                    <a:pt x="60" y="145"/>
                  </a:cubicBezTo>
                  <a:cubicBezTo>
                    <a:pt x="60" y="145"/>
                    <a:pt x="60" y="145"/>
                    <a:pt x="60" y="145"/>
                  </a:cubicBezTo>
                  <a:cubicBezTo>
                    <a:pt x="60" y="145"/>
                    <a:pt x="60" y="145"/>
                    <a:pt x="60" y="144"/>
                  </a:cubicBezTo>
                  <a:cubicBezTo>
                    <a:pt x="61" y="145"/>
                    <a:pt x="60" y="145"/>
                    <a:pt x="61" y="145"/>
                  </a:cubicBezTo>
                  <a:cubicBezTo>
                    <a:pt x="61" y="145"/>
                    <a:pt x="61" y="146"/>
                    <a:pt x="61" y="146"/>
                  </a:cubicBezTo>
                  <a:cubicBezTo>
                    <a:pt x="61" y="146"/>
                    <a:pt x="60" y="146"/>
                    <a:pt x="60" y="146"/>
                  </a:cubicBezTo>
                  <a:cubicBezTo>
                    <a:pt x="60" y="147"/>
                    <a:pt x="61" y="147"/>
                    <a:pt x="61" y="147"/>
                  </a:cubicBezTo>
                  <a:cubicBezTo>
                    <a:pt x="61" y="147"/>
                    <a:pt x="62" y="147"/>
                    <a:pt x="62" y="147"/>
                  </a:cubicBezTo>
                  <a:cubicBezTo>
                    <a:pt x="62" y="146"/>
                    <a:pt x="62" y="147"/>
                    <a:pt x="62" y="147"/>
                  </a:cubicBezTo>
                  <a:cubicBezTo>
                    <a:pt x="62" y="147"/>
                    <a:pt x="63" y="149"/>
                    <a:pt x="64" y="148"/>
                  </a:cubicBezTo>
                  <a:cubicBezTo>
                    <a:pt x="64" y="148"/>
                    <a:pt x="64" y="147"/>
                    <a:pt x="63" y="147"/>
                  </a:cubicBezTo>
                  <a:cubicBezTo>
                    <a:pt x="63" y="147"/>
                    <a:pt x="63" y="147"/>
                    <a:pt x="63" y="147"/>
                  </a:cubicBezTo>
                  <a:cubicBezTo>
                    <a:pt x="62" y="146"/>
                    <a:pt x="64" y="146"/>
                    <a:pt x="64" y="145"/>
                  </a:cubicBezTo>
                  <a:cubicBezTo>
                    <a:pt x="64" y="144"/>
                    <a:pt x="63" y="143"/>
                    <a:pt x="64" y="143"/>
                  </a:cubicBezTo>
                  <a:cubicBezTo>
                    <a:pt x="65" y="143"/>
                    <a:pt x="66" y="143"/>
                    <a:pt x="66" y="144"/>
                  </a:cubicBezTo>
                  <a:cubicBezTo>
                    <a:pt x="66" y="144"/>
                    <a:pt x="66" y="144"/>
                    <a:pt x="67" y="145"/>
                  </a:cubicBezTo>
                  <a:cubicBezTo>
                    <a:pt x="67" y="145"/>
                    <a:pt x="68" y="145"/>
                    <a:pt x="69" y="145"/>
                  </a:cubicBezTo>
                  <a:cubicBezTo>
                    <a:pt x="69" y="145"/>
                    <a:pt x="69" y="146"/>
                    <a:pt x="70" y="146"/>
                  </a:cubicBezTo>
                  <a:cubicBezTo>
                    <a:pt x="70" y="146"/>
                    <a:pt x="71" y="148"/>
                    <a:pt x="71" y="148"/>
                  </a:cubicBezTo>
                  <a:cubicBezTo>
                    <a:pt x="72" y="147"/>
                    <a:pt x="72" y="149"/>
                    <a:pt x="71" y="148"/>
                  </a:cubicBezTo>
                  <a:cubicBezTo>
                    <a:pt x="72" y="150"/>
                    <a:pt x="70" y="150"/>
                    <a:pt x="70" y="151"/>
                  </a:cubicBezTo>
                  <a:cubicBezTo>
                    <a:pt x="69" y="152"/>
                    <a:pt x="69" y="153"/>
                    <a:pt x="69" y="154"/>
                  </a:cubicBezTo>
                  <a:cubicBezTo>
                    <a:pt x="69" y="154"/>
                    <a:pt x="69" y="155"/>
                    <a:pt x="69" y="155"/>
                  </a:cubicBezTo>
                  <a:cubicBezTo>
                    <a:pt x="69" y="155"/>
                    <a:pt x="70" y="155"/>
                    <a:pt x="70" y="155"/>
                  </a:cubicBezTo>
                  <a:cubicBezTo>
                    <a:pt x="70" y="155"/>
                    <a:pt x="70" y="156"/>
                    <a:pt x="70" y="156"/>
                  </a:cubicBezTo>
                  <a:cubicBezTo>
                    <a:pt x="70" y="156"/>
                    <a:pt x="70" y="157"/>
                    <a:pt x="70" y="157"/>
                  </a:cubicBezTo>
                  <a:cubicBezTo>
                    <a:pt x="70" y="158"/>
                    <a:pt x="70" y="158"/>
                    <a:pt x="70" y="159"/>
                  </a:cubicBezTo>
                  <a:cubicBezTo>
                    <a:pt x="70" y="159"/>
                    <a:pt x="70" y="159"/>
                    <a:pt x="70" y="159"/>
                  </a:cubicBezTo>
                  <a:cubicBezTo>
                    <a:pt x="71" y="160"/>
                    <a:pt x="72" y="161"/>
                    <a:pt x="72" y="161"/>
                  </a:cubicBezTo>
                  <a:cubicBezTo>
                    <a:pt x="73" y="162"/>
                    <a:pt x="74" y="162"/>
                    <a:pt x="74" y="163"/>
                  </a:cubicBezTo>
                  <a:cubicBezTo>
                    <a:pt x="76" y="164"/>
                    <a:pt x="78" y="165"/>
                    <a:pt x="80" y="165"/>
                  </a:cubicBezTo>
                  <a:cubicBezTo>
                    <a:pt x="81" y="165"/>
                    <a:pt x="81" y="162"/>
                    <a:pt x="82" y="162"/>
                  </a:cubicBezTo>
                  <a:cubicBezTo>
                    <a:pt x="84" y="162"/>
                    <a:pt x="81" y="165"/>
                    <a:pt x="82" y="166"/>
                  </a:cubicBezTo>
                  <a:cubicBezTo>
                    <a:pt x="82" y="166"/>
                    <a:pt x="83" y="166"/>
                    <a:pt x="83" y="167"/>
                  </a:cubicBezTo>
                  <a:cubicBezTo>
                    <a:pt x="83" y="168"/>
                    <a:pt x="83" y="168"/>
                    <a:pt x="84" y="168"/>
                  </a:cubicBezTo>
                  <a:cubicBezTo>
                    <a:pt x="84" y="168"/>
                    <a:pt x="85" y="167"/>
                    <a:pt x="85" y="166"/>
                  </a:cubicBezTo>
                  <a:cubicBezTo>
                    <a:pt x="85" y="166"/>
                    <a:pt x="86" y="165"/>
                    <a:pt x="86" y="164"/>
                  </a:cubicBezTo>
                  <a:cubicBezTo>
                    <a:pt x="87" y="163"/>
                    <a:pt x="86" y="161"/>
                    <a:pt x="85" y="159"/>
                  </a:cubicBezTo>
                  <a:cubicBezTo>
                    <a:pt x="85" y="159"/>
                    <a:pt x="85" y="158"/>
                    <a:pt x="85" y="158"/>
                  </a:cubicBezTo>
                  <a:cubicBezTo>
                    <a:pt x="85" y="158"/>
                    <a:pt x="85" y="158"/>
                    <a:pt x="85" y="158"/>
                  </a:cubicBezTo>
                  <a:cubicBezTo>
                    <a:pt x="85" y="158"/>
                    <a:pt x="85" y="158"/>
                    <a:pt x="85" y="158"/>
                  </a:cubicBezTo>
                  <a:cubicBezTo>
                    <a:pt x="84" y="157"/>
                    <a:pt x="84" y="157"/>
                    <a:pt x="84" y="157"/>
                  </a:cubicBezTo>
                  <a:cubicBezTo>
                    <a:pt x="84" y="157"/>
                    <a:pt x="84" y="157"/>
                    <a:pt x="84" y="156"/>
                  </a:cubicBezTo>
                  <a:cubicBezTo>
                    <a:pt x="84" y="156"/>
                    <a:pt x="84" y="157"/>
                    <a:pt x="84" y="157"/>
                  </a:cubicBezTo>
                  <a:cubicBezTo>
                    <a:pt x="83" y="157"/>
                    <a:pt x="83" y="155"/>
                    <a:pt x="83" y="155"/>
                  </a:cubicBezTo>
                  <a:cubicBezTo>
                    <a:pt x="83" y="154"/>
                    <a:pt x="84" y="154"/>
                    <a:pt x="84" y="153"/>
                  </a:cubicBezTo>
                  <a:cubicBezTo>
                    <a:pt x="84" y="153"/>
                    <a:pt x="84" y="152"/>
                    <a:pt x="84" y="152"/>
                  </a:cubicBezTo>
                  <a:cubicBezTo>
                    <a:pt x="85" y="152"/>
                    <a:pt x="85" y="152"/>
                    <a:pt x="85" y="151"/>
                  </a:cubicBezTo>
                  <a:cubicBezTo>
                    <a:pt x="85" y="151"/>
                    <a:pt x="85" y="150"/>
                    <a:pt x="85" y="150"/>
                  </a:cubicBezTo>
                  <a:cubicBezTo>
                    <a:pt x="85" y="150"/>
                    <a:pt x="87" y="148"/>
                    <a:pt x="87" y="148"/>
                  </a:cubicBezTo>
                  <a:cubicBezTo>
                    <a:pt x="87" y="149"/>
                    <a:pt x="87" y="150"/>
                    <a:pt x="87" y="150"/>
                  </a:cubicBezTo>
                  <a:cubicBezTo>
                    <a:pt x="88" y="151"/>
                    <a:pt x="88" y="151"/>
                    <a:pt x="88" y="152"/>
                  </a:cubicBezTo>
                  <a:cubicBezTo>
                    <a:pt x="89" y="152"/>
                    <a:pt x="88" y="153"/>
                    <a:pt x="89" y="153"/>
                  </a:cubicBezTo>
                  <a:cubicBezTo>
                    <a:pt x="89" y="154"/>
                    <a:pt x="89" y="154"/>
                    <a:pt x="90" y="154"/>
                  </a:cubicBezTo>
                  <a:cubicBezTo>
                    <a:pt x="90" y="155"/>
                    <a:pt x="90" y="156"/>
                    <a:pt x="90" y="158"/>
                  </a:cubicBezTo>
                  <a:cubicBezTo>
                    <a:pt x="90" y="159"/>
                    <a:pt x="91" y="159"/>
                    <a:pt x="91" y="160"/>
                  </a:cubicBezTo>
                  <a:cubicBezTo>
                    <a:pt x="92" y="160"/>
                    <a:pt x="91" y="158"/>
                    <a:pt x="91" y="157"/>
                  </a:cubicBezTo>
                  <a:cubicBezTo>
                    <a:pt x="91" y="156"/>
                    <a:pt x="91" y="156"/>
                    <a:pt x="91" y="155"/>
                  </a:cubicBezTo>
                  <a:cubicBezTo>
                    <a:pt x="91" y="155"/>
                    <a:pt x="91" y="154"/>
                    <a:pt x="90" y="153"/>
                  </a:cubicBezTo>
                  <a:cubicBezTo>
                    <a:pt x="91" y="154"/>
                    <a:pt x="90" y="153"/>
                    <a:pt x="91" y="153"/>
                  </a:cubicBezTo>
                  <a:cubicBezTo>
                    <a:pt x="91" y="153"/>
                    <a:pt x="92" y="153"/>
                    <a:pt x="92" y="154"/>
                  </a:cubicBezTo>
                  <a:cubicBezTo>
                    <a:pt x="92" y="154"/>
                    <a:pt x="92" y="154"/>
                    <a:pt x="92" y="155"/>
                  </a:cubicBezTo>
                  <a:cubicBezTo>
                    <a:pt x="92" y="155"/>
                    <a:pt x="92" y="155"/>
                    <a:pt x="92" y="154"/>
                  </a:cubicBezTo>
                  <a:cubicBezTo>
                    <a:pt x="92" y="154"/>
                    <a:pt x="91" y="154"/>
                    <a:pt x="92" y="153"/>
                  </a:cubicBezTo>
                  <a:cubicBezTo>
                    <a:pt x="92" y="152"/>
                    <a:pt x="93" y="152"/>
                    <a:pt x="93" y="152"/>
                  </a:cubicBezTo>
                  <a:cubicBezTo>
                    <a:pt x="93" y="151"/>
                    <a:pt x="94" y="150"/>
                    <a:pt x="94" y="150"/>
                  </a:cubicBezTo>
                  <a:cubicBezTo>
                    <a:pt x="95" y="149"/>
                    <a:pt x="94" y="149"/>
                    <a:pt x="94" y="149"/>
                  </a:cubicBezTo>
                  <a:close/>
                  <a:moveTo>
                    <a:pt x="70" y="96"/>
                  </a:moveTo>
                  <a:cubicBezTo>
                    <a:pt x="70" y="97"/>
                    <a:pt x="70" y="97"/>
                    <a:pt x="70" y="97"/>
                  </a:cubicBezTo>
                  <a:cubicBezTo>
                    <a:pt x="70" y="97"/>
                    <a:pt x="71" y="97"/>
                    <a:pt x="71" y="97"/>
                  </a:cubicBezTo>
                  <a:cubicBezTo>
                    <a:pt x="71" y="97"/>
                    <a:pt x="72" y="97"/>
                    <a:pt x="72" y="97"/>
                  </a:cubicBezTo>
                  <a:cubicBezTo>
                    <a:pt x="72" y="98"/>
                    <a:pt x="72" y="98"/>
                    <a:pt x="72" y="98"/>
                  </a:cubicBezTo>
                  <a:cubicBezTo>
                    <a:pt x="72" y="98"/>
                    <a:pt x="72" y="98"/>
                    <a:pt x="72" y="98"/>
                  </a:cubicBezTo>
                  <a:cubicBezTo>
                    <a:pt x="72" y="99"/>
                    <a:pt x="73" y="98"/>
                    <a:pt x="73" y="99"/>
                  </a:cubicBezTo>
                  <a:cubicBezTo>
                    <a:pt x="73" y="98"/>
                    <a:pt x="73" y="99"/>
                    <a:pt x="73" y="99"/>
                  </a:cubicBezTo>
                  <a:cubicBezTo>
                    <a:pt x="73" y="100"/>
                    <a:pt x="74" y="100"/>
                    <a:pt x="74" y="100"/>
                  </a:cubicBezTo>
                  <a:cubicBezTo>
                    <a:pt x="74" y="100"/>
                    <a:pt x="75" y="100"/>
                    <a:pt x="75" y="100"/>
                  </a:cubicBezTo>
                  <a:cubicBezTo>
                    <a:pt x="76" y="101"/>
                    <a:pt x="75" y="101"/>
                    <a:pt x="75" y="101"/>
                  </a:cubicBezTo>
                  <a:cubicBezTo>
                    <a:pt x="75" y="102"/>
                    <a:pt x="74" y="102"/>
                    <a:pt x="74" y="102"/>
                  </a:cubicBezTo>
                  <a:cubicBezTo>
                    <a:pt x="74" y="102"/>
                    <a:pt x="74" y="102"/>
                    <a:pt x="74" y="103"/>
                  </a:cubicBezTo>
                  <a:cubicBezTo>
                    <a:pt x="74" y="103"/>
                    <a:pt x="74" y="103"/>
                    <a:pt x="74" y="103"/>
                  </a:cubicBezTo>
                  <a:cubicBezTo>
                    <a:pt x="73" y="103"/>
                    <a:pt x="74" y="104"/>
                    <a:pt x="74" y="103"/>
                  </a:cubicBezTo>
                  <a:cubicBezTo>
                    <a:pt x="74" y="103"/>
                    <a:pt x="75" y="103"/>
                    <a:pt x="75" y="104"/>
                  </a:cubicBezTo>
                  <a:cubicBezTo>
                    <a:pt x="75" y="104"/>
                    <a:pt x="75" y="105"/>
                    <a:pt x="75" y="105"/>
                  </a:cubicBezTo>
                  <a:cubicBezTo>
                    <a:pt x="76" y="105"/>
                    <a:pt x="76" y="105"/>
                    <a:pt x="76" y="105"/>
                  </a:cubicBezTo>
                  <a:cubicBezTo>
                    <a:pt x="77" y="105"/>
                    <a:pt x="77" y="106"/>
                    <a:pt x="77" y="106"/>
                  </a:cubicBezTo>
                  <a:cubicBezTo>
                    <a:pt x="77" y="106"/>
                    <a:pt x="78" y="107"/>
                    <a:pt x="78" y="107"/>
                  </a:cubicBezTo>
                  <a:cubicBezTo>
                    <a:pt x="78" y="108"/>
                    <a:pt x="78" y="107"/>
                    <a:pt x="78" y="107"/>
                  </a:cubicBezTo>
                  <a:cubicBezTo>
                    <a:pt x="79" y="107"/>
                    <a:pt x="79" y="108"/>
                    <a:pt x="80" y="107"/>
                  </a:cubicBezTo>
                  <a:cubicBezTo>
                    <a:pt x="80" y="107"/>
                    <a:pt x="80" y="107"/>
                    <a:pt x="81" y="107"/>
                  </a:cubicBezTo>
                  <a:cubicBezTo>
                    <a:pt x="81" y="107"/>
                    <a:pt x="81" y="106"/>
                    <a:pt x="81" y="107"/>
                  </a:cubicBezTo>
                  <a:cubicBezTo>
                    <a:pt x="81" y="107"/>
                    <a:pt x="81" y="107"/>
                    <a:pt x="82" y="107"/>
                  </a:cubicBezTo>
                  <a:cubicBezTo>
                    <a:pt x="82" y="107"/>
                    <a:pt x="82" y="109"/>
                    <a:pt x="83" y="108"/>
                  </a:cubicBezTo>
                  <a:cubicBezTo>
                    <a:pt x="83" y="108"/>
                    <a:pt x="82" y="106"/>
                    <a:pt x="81" y="106"/>
                  </a:cubicBezTo>
                  <a:cubicBezTo>
                    <a:pt x="81" y="106"/>
                    <a:pt x="81" y="106"/>
                    <a:pt x="81" y="106"/>
                  </a:cubicBezTo>
                  <a:cubicBezTo>
                    <a:pt x="81" y="107"/>
                    <a:pt x="81" y="106"/>
                    <a:pt x="81" y="106"/>
                  </a:cubicBezTo>
                  <a:cubicBezTo>
                    <a:pt x="81" y="105"/>
                    <a:pt x="81" y="105"/>
                    <a:pt x="81" y="105"/>
                  </a:cubicBezTo>
                  <a:cubicBezTo>
                    <a:pt x="82" y="104"/>
                    <a:pt x="81" y="103"/>
                    <a:pt x="80" y="103"/>
                  </a:cubicBezTo>
                  <a:cubicBezTo>
                    <a:pt x="80" y="103"/>
                    <a:pt x="79" y="101"/>
                    <a:pt x="80" y="101"/>
                  </a:cubicBezTo>
                  <a:cubicBezTo>
                    <a:pt x="79" y="101"/>
                    <a:pt x="80" y="100"/>
                    <a:pt x="79" y="100"/>
                  </a:cubicBezTo>
                  <a:cubicBezTo>
                    <a:pt x="79" y="100"/>
                    <a:pt x="79" y="100"/>
                    <a:pt x="79" y="100"/>
                  </a:cubicBezTo>
                  <a:cubicBezTo>
                    <a:pt x="80" y="100"/>
                    <a:pt x="79" y="99"/>
                    <a:pt x="79" y="99"/>
                  </a:cubicBezTo>
                  <a:cubicBezTo>
                    <a:pt x="79" y="99"/>
                    <a:pt x="79" y="97"/>
                    <a:pt x="80" y="97"/>
                  </a:cubicBezTo>
                  <a:cubicBezTo>
                    <a:pt x="80" y="97"/>
                    <a:pt x="79" y="97"/>
                    <a:pt x="79" y="96"/>
                  </a:cubicBezTo>
                  <a:cubicBezTo>
                    <a:pt x="79" y="96"/>
                    <a:pt x="79" y="95"/>
                    <a:pt x="79" y="95"/>
                  </a:cubicBezTo>
                  <a:cubicBezTo>
                    <a:pt x="79" y="95"/>
                    <a:pt x="79" y="94"/>
                    <a:pt x="78" y="94"/>
                  </a:cubicBezTo>
                  <a:cubicBezTo>
                    <a:pt x="78" y="94"/>
                    <a:pt x="78" y="94"/>
                    <a:pt x="78" y="94"/>
                  </a:cubicBezTo>
                  <a:cubicBezTo>
                    <a:pt x="78" y="94"/>
                    <a:pt x="78" y="94"/>
                    <a:pt x="78" y="94"/>
                  </a:cubicBezTo>
                  <a:cubicBezTo>
                    <a:pt x="78" y="94"/>
                    <a:pt x="78" y="94"/>
                    <a:pt x="78" y="94"/>
                  </a:cubicBezTo>
                  <a:cubicBezTo>
                    <a:pt x="77" y="94"/>
                    <a:pt x="77" y="94"/>
                    <a:pt x="77" y="94"/>
                  </a:cubicBezTo>
                  <a:cubicBezTo>
                    <a:pt x="77" y="94"/>
                    <a:pt x="77" y="93"/>
                    <a:pt x="77" y="93"/>
                  </a:cubicBezTo>
                  <a:cubicBezTo>
                    <a:pt x="77" y="93"/>
                    <a:pt x="76" y="92"/>
                    <a:pt x="76" y="91"/>
                  </a:cubicBezTo>
                  <a:cubicBezTo>
                    <a:pt x="76" y="91"/>
                    <a:pt x="75" y="91"/>
                    <a:pt x="75" y="91"/>
                  </a:cubicBezTo>
                  <a:cubicBezTo>
                    <a:pt x="75" y="91"/>
                    <a:pt x="75" y="92"/>
                    <a:pt x="74" y="91"/>
                  </a:cubicBezTo>
                  <a:cubicBezTo>
                    <a:pt x="74" y="91"/>
                    <a:pt x="74" y="91"/>
                    <a:pt x="74" y="91"/>
                  </a:cubicBezTo>
                  <a:cubicBezTo>
                    <a:pt x="73" y="91"/>
                    <a:pt x="73" y="91"/>
                    <a:pt x="73" y="91"/>
                  </a:cubicBezTo>
                  <a:cubicBezTo>
                    <a:pt x="73" y="91"/>
                    <a:pt x="72" y="92"/>
                    <a:pt x="71" y="92"/>
                  </a:cubicBezTo>
                  <a:cubicBezTo>
                    <a:pt x="71" y="92"/>
                    <a:pt x="70" y="91"/>
                    <a:pt x="69" y="92"/>
                  </a:cubicBezTo>
                  <a:cubicBezTo>
                    <a:pt x="69" y="91"/>
                    <a:pt x="67" y="91"/>
                    <a:pt x="67" y="91"/>
                  </a:cubicBezTo>
                  <a:cubicBezTo>
                    <a:pt x="68" y="93"/>
                    <a:pt x="68" y="94"/>
                    <a:pt x="69" y="95"/>
                  </a:cubicBezTo>
                  <a:cubicBezTo>
                    <a:pt x="69" y="96"/>
                    <a:pt x="69" y="96"/>
                    <a:pt x="70" y="96"/>
                  </a:cubicBezTo>
                  <a:close/>
                  <a:moveTo>
                    <a:pt x="24" y="112"/>
                  </a:moveTo>
                  <a:cubicBezTo>
                    <a:pt x="24" y="112"/>
                    <a:pt x="24" y="112"/>
                    <a:pt x="24" y="112"/>
                  </a:cubicBezTo>
                  <a:cubicBezTo>
                    <a:pt x="24" y="112"/>
                    <a:pt x="24" y="111"/>
                    <a:pt x="24" y="111"/>
                  </a:cubicBezTo>
                  <a:cubicBezTo>
                    <a:pt x="24" y="110"/>
                    <a:pt x="23" y="110"/>
                    <a:pt x="23" y="110"/>
                  </a:cubicBezTo>
                  <a:cubicBezTo>
                    <a:pt x="22" y="110"/>
                    <a:pt x="22" y="108"/>
                    <a:pt x="23" y="108"/>
                  </a:cubicBezTo>
                  <a:cubicBezTo>
                    <a:pt x="23" y="108"/>
                    <a:pt x="23" y="108"/>
                    <a:pt x="23" y="108"/>
                  </a:cubicBezTo>
                  <a:cubicBezTo>
                    <a:pt x="22" y="108"/>
                    <a:pt x="23" y="106"/>
                    <a:pt x="23" y="106"/>
                  </a:cubicBezTo>
                  <a:cubicBezTo>
                    <a:pt x="23" y="105"/>
                    <a:pt x="23" y="105"/>
                    <a:pt x="23" y="105"/>
                  </a:cubicBezTo>
                  <a:cubicBezTo>
                    <a:pt x="22" y="104"/>
                    <a:pt x="22" y="104"/>
                    <a:pt x="22" y="104"/>
                  </a:cubicBezTo>
                  <a:cubicBezTo>
                    <a:pt x="22" y="104"/>
                    <a:pt x="22" y="105"/>
                    <a:pt x="22" y="105"/>
                  </a:cubicBezTo>
                  <a:cubicBezTo>
                    <a:pt x="22" y="105"/>
                    <a:pt x="22" y="105"/>
                    <a:pt x="22" y="105"/>
                  </a:cubicBezTo>
                  <a:cubicBezTo>
                    <a:pt x="22" y="106"/>
                    <a:pt x="21" y="106"/>
                    <a:pt x="22" y="107"/>
                  </a:cubicBezTo>
                  <a:cubicBezTo>
                    <a:pt x="22" y="107"/>
                    <a:pt x="22" y="108"/>
                    <a:pt x="22" y="108"/>
                  </a:cubicBezTo>
                  <a:cubicBezTo>
                    <a:pt x="22" y="108"/>
                    <a:pt x="21" y="107"/>
                    <a:pt x="21" y="107"/>
                  </a:cubicBezTo>
                  <a:cubicBezTo>
                    <a:pt x="21" y="107"/>
                    <a:pt x="21" y="108"/>
                    <a:pt x="21" y="108"/>
                  </a:cubicBezTo>
                  <a:cubicBezTo>
                    <a:pt x="21" y="108"/>
                    <a:pt x="20" y="108"/>
                    <a:pt x="21" y="109"/>
                  </a:cubicBezTo>
                  <a:cubicBezTo>
                    <a:pt x="21" y="109"/>
                    <a:pt x="21" y="109"/>
                    <a:pt x="21" y="109"/>
                  </a:cubicBezTo>
                  <a:cubicBezTo>
                    <a:pt x="21" y="110"/>
                    <a:pt x="22" y="110"/>
                    <a:pt x="22" y="110"/>
                  </a:cubicBezTo>
                  <a:cubicBezTo>
                    <a:pt x="22" y="110"/>
                    <a:pt x="22" y="110"/>
                    <a:pt x="22" y="111"/>
                  </a:cubicBezTo>
                  <a:cubicBezTo>
                    <a:pt x="23" y="112"/>
                    <a:pt x="22" y="111"/>
                    <a:pt x="21" y="111"/>
                  </a:cubicBezTo>
                  <a:cubicBezTo>
                    <a:pt x="21" y="110"/>
                    <a:pt x="21" y="110"/>
                    <a:pt x="21" y="110"/>
                  </a:cubicBezTo>
                  <a:cubicBezTo>
                    <a:pt x="21" y="110"/>
                    <a:pt x="20" y="109"/>
                    <a:pt x="20" y="109"/>
                  </a:cubicBezTo>
                  <a:cubicBezTo>
                    <a:pt x="20" y="109"/>
                    <a:pt x="20" y="109"/>
                    <a:pt x="20" y="109"/>
                  </a:cubicBezTo>
                  <a:cubicBezTo>
                    <a:pt x="20" y="109"/>
                    <a:pt x="20" y="109"/>
                    <a:pt x="20" y="109"/>
                  </a:cubicBezTo>
                  <a:cubicBezTo>
                    <a:pt x="20" y="109"/>
                    <a:pt x="20" y="109"/>
                    <a:pt x="20" y="110"/>
                  </a:cubicBezTo>
                  <a:cubicBezTo>
                    <a:pt x="20" y="110"/>
                    <a:pt x="20" y="110"/>
                    <a:pt x="20" y="110"/>
                  </a:cubicBezTo>
                  <a:cubicBezTo>
                    <a:pt x="20" y="110"/>
                    <a:pt x="21" y="111"/>
                    <a:pt x="21" y="111"/>
                  </a:cubicBezTo>
                  <a:cubicBezTo>
                    <a:pt x="21" y="111"/>
                    <a:pt x="21" y="111"/>
                    <a:pt x="21" y="112"/>
                  </a:cubicBezTo>
                  <a:cubicBezTo>
                    <a:pt x="21" y="112"/>
                    <a:pt x="21" y="113"/>
                    <a:pt x="20" y="113"/>
                  </a:cubicBezTo>
                  <a:cubicBezTo>
                    <a:pt x="21" y="114"/>
                    <a:pt x="20" y="115"/>
                    <a:pt x="20" y="115"/>
                  </a:cubicBezTo>
                  <a:cubicBezTo>
                    <a:pt x="19" y="115"/>
                    <a:pt x="19" y="114"/>
                    <a:pt x="19" y="114"/>
                  </a:cubicBezTo>
                  <a:cubicBezTo>
                    <a:pt x="19" y="114"/>
                    <a:pt x="19" y="115"/>
                    <a:pt x="19" y="115"/>
                  </a:cubicBezTo>
                  <a:cubicBezTo>
                    <a:pt x="19" y="115"/>
                    <a:pt x="19" y="115"/>
                    <a:pt x="18" y="115"/>
                  </a:cubicBezTo>
                  <a:cubicBezTo>
                    <a:pt x="19" y="115"/>
                    <a:pt x="18" y="115"/>
                    <a:pt x="18" y="115"/>
                  </a:cubicBezTo>
                  <a:cubicBezTo>
                    <a:pt x="18" y="116"/>
                    <a:pt x="18" y="115"/>
                    <a:pt x="19" y="115"/>
                  </a:cubicBezTo>
                  <a:cubicBezTo>
                    <a:pt x="19" y="116"/>
                    <a:pt x="18" y="116"/>
                    <a:pt x="18" y="116"/>
                  </a:cubicBezTo>
                  <a:cubicBezTo>
                    <a:pt x="19" y="117"/>
                    <a:pt x="18" y="117"/>
                    <a:pt x="17" y="117"/>
                  </a:cubicBezTo>
                  <a:cubicBezTo>
                    <a:pt x="16" y="117"/>
                    <a:pt x="17" y="119"/>
                    <a:pt x="17" y="119"/>
                  </a:cubicBezTo>
                  <a:cubicBezTo>
                    <a:pt x="16" y="119"/>
                    <a:pt x="16" y="119"/>
                    <a:pt x="16" y="119"/>
                  </a:cubicBezTo>
                  <a:cubicBezTo>
                    <a:pt x="17" y="119"/>
                    <a:pt x="16" y="118"/>
                    <a:pt x="16" y="118"/>
                  </a:cubicBezTo>
                  <a:cubicBezTo>
                    <a:pt x="16" y="118"/>
                    <a:pt x="16" y="119"/>
                    <a:pt x="15" y="119"/>
                  </a:cubicBezTo>
                  <a:cubicBezTo>
                    <a:pt x="16" y="120"/>
                    <a:pt x="15" y="121"/>
                    <a:pt x="15" y="121"/>
                  </a:cubicBezTo>
                  <a:cubicBezTo>
                    <a:pt x="14" y="122"/>
                    <a:pt x="14" y="122"/>
                    <a:pt x="13" y="123"/>
                  </a:cubicBezTo>
                  <a:cubicBezTo>
                    <a:pt x="13" y="123"/>
                    <a:pt x="13" y="123"/>
                    <a:pt x="13" y="123"/>
                  </a:cubicBezTo>
                  <a:cubicBezTo>
                    <a:pt x="13" y="123"/>
                    <a:pt x="13" y="123"/>
                    <a:pt x="13" y="124"/>
                  </a:cubicBezTo>
                  <a:cubicBezTo>
                    <a:pt x="12" y="124"/>
                    <a:pt x="12" y="125"/>
                    <a:pt x="11" y="125"/>
                  </a:cubicBezTo>
                  <a:cubicBezTo>
                    <a:pt x="11" y="126"/>
                    <a:pt x="11" y="126"/>
                    <a:pt x="11" y="126"/>
                  </a:cubicBezTo>
                  <a:cubicBezTo>
                    <a:pt x="11" y="126"/>
                    <a:pt x="11" y="126"/>
                    <a:pt x="11" y="126"/>
                  </a:cubicBezTo>
                  <a:cubicBezTo>
                    <a:pt x="11" y="127"/>
                    <a:pt x="9" y="128"/>
                    <a:pt x="10" y="127"/>
                  </a:cubicBezTo>
                  <a:cubicBezTo>
                    <a:pt x="9" y="128"/>
                    <a:pt x="9" y="128"/>
                    <a:pt x="8" y="128"/>
                  </a:cubicBezTo>
                  <a:cubicBezTo>
                    <a:pt x="8" y="128"/>
                    <a:pt x="8" y="129"/>
                    <a:pt x="8" y="129"/>
                  </a:cubicBezTo>
                  <a:cubicBezTo>
                    <a:pt x="7" y="130"/>
                    <a:pt x="7" y="129"/>
                    <a:pt x="6" y="130"/>
                  </a:cubicBezTo>
                  <a:cubicBezTo>
                    <a:pt x="6" y="131"/>
                    <a:pt x="5" y="131"/>
                    <a:pt x="5" y="132"/>
                  </a:cubicBezTo>
                  <a:cubicBezTo>
                    <a:pt x="5" y="132"/>
                    <a:pt x="5" y="132"/>
                    <a:pt x="5" y="133"/>
                  </a:cubicBezTo>
                  <a:cubicBezTo>
                    <a:pt x="4" y="133"/>
                    <a:pt x="4" y="133"/>
                    <a:pt x="3" y="134"/>
                  </a:cubicBezTo>
                  <a:cubicBezTo>
                    <a:pt x="3" y="134"/>
                    <a:pt x="3" y="135"/>
                    <a:pt x="3" y="135"/>
                  </a:cubicBezTo>
                  <a:cubicBezTo>
                    <a:pt x="3" y="135"/>
                    <a:pt x="3" y="135"/>
                    <a:pt x="3" y="135"/>
                  </a:cubicBezTo>
                  <a:cubicBezTo>
                    <a:pt x="3" y="136"/>
                    <a:pt x="2" y="137"/>
                    <a:pt x="2" y="137"/>
                  </a:cubicBezTo>
                  <a:cubicBezTo>
                    <a:pt x="2" y="138"/>
                    <a:pt x="3" y="137"/>
                    <a:pt x="3" y="137"/>
                  </a:cubicBezTo>
                  <a:cubicBezTo>
                    <a:pt x="3" y="137"/>
                    <a:pt x="4" y="136"/>
                    <a:pt x="4" y="136"/>
                  </a:cubicBezTo>
                  <a:cubicBezTo>
                    <a:pt x="4" y="136"/>
                    <a:pt x="5" y="136"/>
                    <a:pt x="5" y="136"/>
                  </a:cubicBezTo>
                  <a:cubicBezTo>
                    <a:pt x="5" y="136"/>
                    <a:pt x="6" y="135"/>
                    <a:pt x="6" y="135"/>
                  </a:cubicBezTo>
                  <a:cubicBezTo>
                    <a:pt x="6" y="134"/>
                    <a:pt x="6" y="134"/>
                    <a:pt x="6" y="134"/>
                  </a:cubicBezTo>
                  <a:cubicBezTo>
                    <a:pt x="7" y="134"/>
                    <a:pt x="8" y="134"/>
                    <a:pt x="8" y="133"/>
                  </a:cubicBezTo>
                  <a:cubicBezTo>
                    <a:pt x="9" y="133"/>
                    <a:pt x="9" y="132"/>
                    <a:pt x="9" y="132"/>
                  </a:cubicBezTo>
                  <a:cubicBezTo>
                    <a:pt x="10" y="132"/>
                    <a:pt x="10" y="132"/>
                    <a:pt x="10" y="131"/>
                  </a:cubicBezTo>
                  <a:cubicBezTo>
                    <a:pt x="11" y="131"/>
                    <a:pt x="11" y="130"/>
                    <a:pt x="11" y="129"/>
                  </a:cubicBezTo>
                  <a:cubicBezTo>
                    <a:pt x="11" y="129"/>
                    <a:pt x="11" y="129"/>
                    <a:pt x="12" y="129"/>
                  </a:cubicBezTo>
                  <a:cubicBezTo>
                    <a:pt x="12" y="128"/>
                    <a:pt x="13" y="129"/>
                    <a:pt x="13" y="128"/>
                  </a:cubicBezTo>
                  <a:cubicBezTo>
                    <a:pt x="14" y="128"/>
                    <a:pt x="14" y="127"/>
                    <a:pt x="14" y="127"/>
                  </a:cubicBezTo>
                  <a:cubicBezTo>
                    <a:pt x="15" y="127"/>
                    <a:pt x="15" y="126"/>
                    <a:pt x="15" y="126"/>
                  </a:cubicBezTo>
                  <a:cubicBezTo>
                    <a:pt x="15" y="125"/>
                    <a:pt x="16" y="125"/>
                    <a:pt x="16" y="124"/>
                  </a:cubicBezTo>
                  <a:cubicBezTo>
                    <a:pt x="16" y="124"/>
                    <a:pt x="17" y="122"/>
                    <a:pt x="16" y="123"/>
                  </a:cubicBezTo>
                  <a:cubicBezTo>
                    <a:pt x="16" y="123"/>
                    <a:pt x="16" y="122"/>
                    <a:pt x="16" y="122"/>
                  </a:cubicBezTo>
                  <a:cubicBezTo>
                    <a:pt x="16" y="122"/>
                    <a:pt x="16" y="122"/>
                    <a:pt x="16" y="122"/>
                  </a:cubicBezTo>
                  <a:cubicBezTo>
                    <a:pt x="16" y="123"/>
                    <a:pt x="17" y="122"/>
                    <a:pt x="17" y="122"/>
                  </a:cubicBezTo>
                  <a:cubicBezTo>
                    <a:pt x="17" y="122"/>
                    <a:pt x="17" y="121"/>
                    <a:pt x="16" y="121"/>
                  </a:cubicBezTo>
                  <a:cubicBezTo>
                    <a:pt x="16" y="119"/>
                    <a:pt x="19" y="119"/>
                    <a:pt x="20" y="119"/>
                  </a:cubicBezTo>
                  <a:cubicBezTo>
                    <a:pt x="21" y="119"/>
                    <a:pt x="21" y="118"/>
                    <a:pt x="21" y="117"/>
                  </a:cubicBezTo>
                  <a:cubicBezTo>
                    <a:pt x="21" y="116"/>
                    <a:pt x="22" y="115"/>
                    <a:pt x="23" y="115"/>
                  </a:cubicBezTo>
                  <a:cubicBezTo>
                    <a:pt x="24" y="115"/>
                    <a:pt x="24" y="115"/>
                    <a:pt x="24" y="115"/>
                  </a:cubicBezTo>
                  <a:cubicBezTo>
                    <a:pt x="24" y="115"/>
                    <a:pt x="25" y="114"/>
                    <a:pt x="25" y="114"/>
                  </a:cubicBezTo>
                  <a:cubicBezTo>
                    <a:pt x="26" y="114"/>
                    <a:pt x="24" y="113"/>
                    <a:pt x="24" y="112"/>
                  </a:cubicBezTo>
                  <a:cubicBezTo>
                    <a:pt x="25" y="112"/>
                    <a:pt x="24" y="112"/>
                    <a:pt x="24" y="112"/>
                  </a:cubicBezTo>
                  <a:close/>
                  <a:moveTo>
                    <a:pt x="29" y="96"/>
                  </a:moveTo>
                  <a:cubicBezTo>
                    <a:pt x="29" y="96"/>
                    <a:pt x="28" y="95"/>
                    <a:pt x="28" y="95"/>
                  </a:cubicBezTo>
                  <a:cubicBezTo>
                    <a:pt x="28" y="95"/>
                    <a:pt x="28" y="96"/>
                    <a:pt x="28" y="96"/>
                  </a:cubicBezTo>
                  <a:cubicBezTo>
                    <a:pt x="28" y="96"/>
                    <a:pt x="28" y="96"/>
                    <a:pt x="27" y="96"/>
                  </a:cubicBezTo>
                  <a:cubicBezTo>
                    <a:pt x="27" y="96"/>
                    <a:pt x="27" y="96"/>
                    <a:pt x="27" y="95"/>
                  </a:cubicBezTo>
                  <a:cubicBezTo>
                    <a:pt x="27" y="95"/>
                    <a:pt x="27" y="95"/>
                    <a:pt x="27" y="95"/>
                  </a:cubicBezTo>
                  <a:cubicBezTo>
                    <a:pt x="27" y="95"/>
                    <a:pt x="27" y="95"/>
                    <a:pt x="26" y="95"/>
                  </a:cubicBezTo>
                  <a:cubicBezTo>
                    <a:pt x="26" y="94"/>
                    <a:pt x="26" y="94"/>
                    <a:pt x="25" y="94"/>
                  </a:cubicBezTo>
                  <a:cubicBezTo>
                    <a:pt x="25" y="93"/>
                    <a:pt x="25" y="94"/>
                    <a:pt x="25" y="94"/>
                  </a:cubicBezTo>
                  <a:cubicBezTo>
                    <a:pt x="25" y="94"/>
                    <a:pt x="25" y="95"/>
                    <a:pt x="25" y="96"/>
                  </a:cubicBezTo>
                  <a:cubicBezTo>
                    <a:pt x="25" y="95"/>
                    <a:pt x="26" y="96"/>
                    <a:pt x="26" y="96"/>
                  </a:cubicBezTo>
                  <a:cubicBezTo>
                    <a:pt x="26" y="97"/>
                    <a:pt x="27" y="98"/>
                    <a:pt x="27" y="97"/>
                  </a:cubicBezTo>
                  <a:cubicBezTo>
                    <a:pt x="27" y="97"/>
                    <a:pt x="27" y="98"/>
                    <a:pt x="27" y="98"/>
                  </a:cubicBezTo>
                  <a:cubicBezTo>
                    <a:pt x="28" y="98"/>
                    <a:pt x="28" y="97"/>
                    <a:pt x="27" y="97"/>
                  </a:cubicBezTo>
                  <a:cubicBezTo>
                    <a:pt x="28" y="97"/>
                    <a:pt x="28" y="97"/>
                    <a:pt x="28" y="97"/>
                  </a:cubicBezTo>
                  <a:cubicBezTo>
                    <a:pt x="28" y="97"/>
                    <a:pt x="28" y="97"/>
                    <a:pt x="28" y="97"/>
                  </a:cubicBezTo>
                  <a:cubicBezTo>
                    <a:pt x="29" y="97"/>
                    <a:pt x="30" y="97"/>
                    <a:pt x="30" y="97"/>
                  </a:cubicBezTo>
                  <a:cubicBezTo>
                    <a:pt x="30" y="97"/>
                    <a:pt x="29" y="97"/>
                    <a:pt x="29" y="97"/>
                  </a:cubicBezTo>
                  <a:cubicBezTo>
                    <a:pt x="29" y="97"/>
                    <a:pt x="29" y="96"/>
                    <a:pt x="29" y="96"/>
                  </a:cubicBezTo>
                  <a:close/>
                  <a:moveTo>
                    <a:pt x="65" y="81"/>
                  </a:moveTo>
                  <a:cubicBezTo>
                    <a:pt x="65" y="80"/>
                    <a:pt x="66" y="80"/>
                    <a:pt x="66" y="80"/>
                  </a:cubicBezTo>
                  <a:cubicBezTo>
                    <a:pt x="66" y="80"/>
                    <a:pt x="66" y="79"/>
                    <a:pt x="67" y="79"/>
                  </a:cubicBezTo>
                  <a:cubicBezTo>
                    <a:pt x="67" y="79"/>
                    <a:pt x="67" y="79"/>
                    <a:pt x="67" y="79"/>
                  </a:cubicBezTo>
                  <a:cubicBezTo>
                    <a:pt x="67" y="78"/>
                    <a:pt x="67" y="78"/>
                    <a:pt x="67" y="78"/>
                  </a:cubicBezTo>
                  <a:cubicBezTo>
                    <a:pt x="67" y="77"/>
                    <a:pt x="67" y="77"/>
                    <a:pt x="66" y="77"/>
                  </a:cubicBezTo>
                  <a:cubicBezTo>
                    <a:pt x="66" y="77"/>
                    <a:pt x="66" y="76"/>
                    <a:pt x="66" y="76"/>
                  </a:cubicBezTo>
                  <a:cubicBezTo>
                    <a:pt x="66" y="76"/>
                    <a:pt x="65" y="74"/>
                    <a:pt x="64" y="75"/>
                  </a:cubicBezTo>
                  <a:cubicBezTo>
                    <a:pt x="64" y="75"/>
                    <a:pt x="64" y="75"/>
                    <a:pt x="64" y="75"/>
                  </a:cubicBezTo>
                  <a:cubicBezTo>
                    <a:pt x="64" y="76"/>
                    <a:pt x="64" y="76"/>
                    <a:pt x="64" y="77"/>
                  </a:cubicBezTo>
                  <a:cubicBezTo>
                    <a:pt x="64" y="77"/>
                    <a:pt x="64" y="78"/>
                    <a:pt x="64" y="78"/>
                  </a:cubicBezTo>
                  <a:cubicBezTo>
                    <a:pt x="64" y="79"/>
                    <a:pt x="63" y="79"/>
                    <a:pt x="63" y="79"/>
                  </a:cubicBezTo>
                  <a:cubicBezTo>
                    <a:pt x="63" y="80"/>
                    <a:pt x="64" y="80"/>
                    <a:pt x="64" y="80"/>
                  </a:cubicBezTo>
                  <a:cubicBezTo>
                    <a:pt x="64" y="80"/>
                    <a:pt x="65" y="81"/>
                    <a:pt x="65" y="81"/>
                  </a:cubicBezTo>
                  <a:close/>
                  <a:moveTo>
                    <a:pt x="83" y="119"/>
                  </a:moveTo>
                  <a:cubicBezTo>
                    <a:pt x="83" y="118"/>
                    <a:pt x="83" y="117"/>
                    <a:pt x="82" y="116"/>
                  </a:cubicBezTo>
                  <a:cubicBezTo>
                    <a:pt x="83" y="117"/>
                    <a:pt x="83" y="115"/>
                    <a:pt x="83" y="114"/>
                  </a:cubicBezTo>
                  <a:cubicBezTo>
                    <a:pt x="82" y="114"/>
                    <a:pt x="82" y="115"/>
                    <a:pt x="82" y="115"/>
                  </a:cubicBezTo>
                  <a:cubicBezTo>
                    <a:pt x="82" y="116"/>
                    <a:pt x="82" y="115"/>
                    <a:pt x="82" y="115"/>
                  </a:cubicBezTo>
                  <a:cubicBezTo>
                    <a:pt x="82" y="115"/>
                    <a:pt x="81" y="116"/>
                    <a:pt x="81" y="116"/>
                  </a:cubicBezTo>
                  <a:cubicBezTo>
                    <a:pt x="81" y="116"/>
                    <a:pt x="82" y="117"/>
                    <a:pt x="82" y="117"/>
                  </a:cubicBezTo>
                  <a:cubicBezTo>
                    <a:pt x="82" y="117"/>
                    <a:pt x="81" y="117"/>
                    <a:pt x="81" y="117"/>
                  </a:cubicBezTo>
                  <a:cubicBezTo>
                    <a:pt x="81" y="117"/>
                    <a:pt x="81" y="117"/>
                    <a:pt x="82" y="117"/>
                  </a:cubicBezTo>
                  <a:cubicBezTo>
                    <a:pt x="81" y="117"/>
                    <a:pt x="82" y="120"/>
                    <a:pt x="82" y="118"/>
                  </a:cubicBezTo>
                  <a:cubicBezTo>
                    <a:pt x="82" y="119"/>
                    <a:pt x="82" y="119"/>
                    <a:pt x="82" y="119"/>
                  </a:cubicBezTo>
                  <a:cubicBezTo>
                    <a:pt x="82" y="119"/>
                    <a:pt x="82" y="120"/>
                    <a:pt x="83" y="119"/>
                  </a:cubicBezTo>
                  <a:cubicBezTo>
                    <a:pt x="83" y="120"/>
                    <a:pt x="83" y="120"/>
                    <a:pt x="82" y="120"/>
                  </a:cubicBezTo>
                  <a:cubicBezTo>
                    <a:pt x="83" y="120"/>
                    <a:pt x="83" y="120"/>
                    <a:pt x="83" y="121"/>
                  </a:cubicBezTo>
                  <a:cubicBezTo>
                    <a:pt x="83" y="120"/>
                    <a:pt x="82" y="121"/>
                    <a:pt x="82" y="121"/>
                  </a:cubicBezTo>
                  <a:cubicBezTo>
                    <a:pt x="83" y="121"/>
                    <a:pt x="83" y="121"/>
                    <a:pt x="83" y="121"/>
                  </a:cubicBezTo>
                  <a:cubicBezTo>
                    <a:pt x="83" y="121"/>
                    <a:pt x="84" y="121"/>
                    <a:pt x="84" y="121"/>
                  </a:cubicBezTo>
                  <a:cubicBezTo>
                    <a:pt x="83" y="120"/>
                    <a:pt x="83" y="120"/>
                    <a:pt x="83" y="120"/>
                  </a:cubicBezTo>
                  <a:cubicBezTo>
                    <a:pt x="83" y="120"/>
                    <a:pt x="83" y="119"/>
                    <a:pt x="83" y="119"/>
                  </a:cubicBezTo>
                  <a:close/>
                  <a:moveTo>
                    <a:pt x="58" y="97"/>
                  </a:moveTo>
                  <a:cubicBezTo>
                    <a:pt x="59" y="96"/>
                    <a:pt x="59" y="95"/>
                    <a:pt x="60" y="95"/>
                  </a:cubicBezTo>
                  <a:cubicBezTo>
                    <a:pt x="60" y="95"/>
                    <a:pt x="61" y="95"/>
                    <a:pt x="61" y="96"/>
                  </a:cubicBezTo>
                  <a:cubicBezTo>
                    <a:pt x="61" y="96"/>
                    <a:pt x="61" y="97"/>
                    <a:pt x="62" y="97"/>
                  </a:cubicBezTo>
                  <a:cubicBezTo>
                    <a:pt x="61" y="97"/>
                    <a:pt x="62" y="97"/>
                    <a:pt x="63" y="98"/>
                  </a:cubicBezTo>
                  <a:cubicBezTo>
                    <a:pt x="62" y="98"/>
                    <a:pt x="63" y="98"/>
                    <a:pt x="64" y="99"/>
                  </a:cubicBezTo>
                  <a:cubicBezTo>
                    <a:pt x="65" y="99"/>
                    <a:pt x="65" y="100"/>
                    <a:pt x="66" y="101"/>
                  </a:cubicBezTo>
                  <a:cubicBezTo>
                    <a:pt x="67" y="100"/>
                    <a:pt x="65" y="98"/>
                    <a:pt x="65" y="97"/>
                  </a:cubicBezTo>
                  <a:cubicBezTo>
                    <a:pt x="65" y="98"/>
                    <a:pt x="65" y="98"/>
                    <a:pt x="66" y="98"/>
                  </a:cubicBezTo>
                  <a:cubicBezTo>
                    <a:pt x="66" y="97"/>
                    <a:pt x="65" y="97"/>
                    <a:pt x="65" y="96"/>
                  </a:cubicBezTo>
                  <a:cubicBezTo>
                    <a:pt x="64" y="96"/>
                    <a:pt x="64" y="95"/>
                    <a:pt x="64" y="95"/>
                  </a:cubicBezTo>
                  <a:cubicBezTo>
                    <a:pt x="64" y="95"/>
                    <a:pt x="63" y="95"/>
                    <a:pt x="63" y="95"/>
                  </a:cubicBezTo>
                  <a:cubicBezTo>
                    <a:pt x="63" y="95"/>
                    <a:pt x="63" y="95"/>
                    <a:pt x="63" y="95"/>
                  </a:cubicBezTo>
                  <a:cubicBezTo>
                    <a:pt x="62" y="95"/>
                    <a:pt x="62" y="93"/>
                    <a:pt x="61" y="93"/>
                  </a:cubicBezTo>
                  <a:cubicBezTo>
                    <a:pt x="61" y="93"/>
                    <a:pt x="60" y="92"/>
                    <a:pt x="59" y="92"/>
                  </a:cubicBezTo>
                  <a:cubicBezTo>
                    <a:pt x="59" y="92"/>
                    <a:pt x="58" y="92"/>
                    <a:pt x="58" y="92"/>
                  </a:cubicBezTo>
                  <a:cubicBezTo>
                    <a:pt x="59" y="92"/>
                    <a:pt x="58" y="93"/>
                    <a:pt x="58" y="93"/>
                  </a:cubicBezTo>
                  <a:cubicBezTo>
                    <a:pt x="58" y="93"/>
                    <a:pt x="58" y="91"/>
                    <a:pt x="58" y="91"/>
                  </a:cubicBezTo>
                  <a:cubicBezTo>
                    <a:pt x="58" y="91"/>
                    <a:pt x="57" y="90"/>
                    <a:pt x="57" y="91"/>
                  </a:cubicBezTo>
                  <a:cubicBezTo>
                    <a:pt x="57" y="91"/>
                    <a:pt x="57" y="92"/>
                    <a:pt x="57" y="92"/>
                  </a:cubicBezTo>
                  <a:cubicBezTo>
                    <a:pt x="58" y="93"/>
                    <a:pt x="57" y="94"/>
                    <a:pt x="57" y="94"/>
                  </a:cubicBezTo>
                  <a:cubicBezTo>
                    <a:pt x="57" y="95"/>
                    <a:pt x="58" y="95"/>
                    <a:pt x="58" y="95"/>
                  </a:cubicBezTo>
                  <a:cubicBezTo>
                    <a:pt x="58" y="95"/>
                    <a:pt x="58" y="96"/>
                    <a:pt x="57" y="96"/>
                  </a:cubicBezTo>
                  <a:cubicBezTo>
                    <a:pt x="57" y="97"/>
                    <a:pt x="57" y="98"/>
                    <a:pt x="57" y="98"/>
                  </a:cubicBezTo>
                  <a:cubicBezTo>
                    <a:pt x="57" y="99"/>
                    <a:pt x="58" y="97"/>
                    <a:pt x="58" y="97"/>
                  </a:cubicBezTo>
                  <a:close/>
                  <a:moveTo>
                    <a:pt x="27" y="99"/>
                  </a:moveTo>
                  <a:cubicBezTo>
                    <a:pt x="27" y="99"/>
                    <a:pt x="27" y="99"/>
                    <a:pt x="26" y="98"/>
                  </a:cubicBezTo>
                  <a:cubicBezTo>
                    <a:pt x="27" y="98"/>
                    <a:pt x="27" y="98"/>
                    <a:pt x="27" y="98"/>
                  </a:cubicBezTo>
                  <a:cubicBezTo>
                    <a:pt x="27" y="98"/>
                    <a:pt x="26" y="98"/>
                    <a:pt x="26" y="98"/>
                  </a:cubicBezTo>
                  <a:cubicBezTo>
                    <a:pt x="26" y="98"/>
                    <a:pt x="25" y="97"/>
                    <a:pt x="25" y="98"/>
                  </a:cubicBezTo>
                  <a:cubicBezTo>
                    <a:pt x="25" y="98"/>
                    <a:pt x="25" y="98"/>
                    <a:pt x="25" y="98"/>
                  </a:cubicBezTo>
                  <a:cubicBezTo>
                    <a:pt x="25" y="98"/>
                    <a:pt x="26" y="100"/>
                    <a:pt x="26" y="100"/>
                  </a:cubicBezTo>
                  <a:cubicBezTo>
                    <a:pt x="26" y="100"/>
                    <a:pt x="26" y="100"/>
                    <a:pt x="26" y="100"/>
                  </a:cubicBezTo>
                  <a:cubicBezTo>
                    <a:pt x="27" y="100"/>
                    <a:pt x="26" y="101"/>
                    <a:pt x="26" y="101"/>
                  </a:cubicBezTo>
                  <a:cubicBezTo>
                    <a:pt x="26" y="101"/>
                    <a:pt x="27" y="101"/>
                    <a:pt x="27" y="101"/>
                  </a:cubicBezTo>
                  <a:cubicBezTo>
                    <a:pt x="27" y="101"/>
                    <a:pt x="27" y="100"/>
                    <a:pt x="27" y="100"/>
                  </a:cubicBezTo>
                  <a:cubicBezTo>
                    <a:pt x="27" y="100"/>
                    <a:pt x="27" y="99"/>
                    <a:pt x="27" y="99"/>
                  </a:cubicBezTo>
                  <a:cubicBezTo>
                    <a:pt x="27" y="99"/>
                    <a:pt x="27" y="99"/>
                    <a:pt x="27" y="99"/>
                  </a:cubicBezTo>
                  <a:close/>
                  <a:moveTo>
                    <a:pt x="66" y="124"/>
                  </a:moveTo>
                  <a:cubicBezTo>
                    <a:pt x="67" y="124"/>
                    <a:pt x="68" y="124"/>
                    <a:pt x="68" y="124"/>
                  </a:cubicBezTo>
                  <a:cubicBezTo>
                    <a:pt x="68" y="124"/>
                    <a:pt x="69" y="124"/>
                    <a:pt x="69" y="124"/>
                  </a:cubicBezTo>
                  <a:cubicBezTo>
                    <a:pt x="70" y="124"/>
                    <a:pt x="71" y="124"/>
                    <a:pt x="71" y="123"/>
                  </a:cubicBezTo>
                  <a:cubicBezTo>
                    <a:pt x="71" y="122"/>
                    <a:pt x="73" y="122"/>
                    <a:pt x="73" y="122"/>
                  </a:cubicBezTo>
                  <a:cubicBezTo>
                    <a:pt x="74" y="122"/>
                    <a:pt x="72" y="121"/>
                    <a:pt x="72" y="121"/>
                  </a:cubicBezTo>
                  <a:cubicBezTo>
                    <a:pt x="73" y="121"/>
                    <a:pt x="73" y="121"/>
                    <a:pt x="73" y="120"/>
                  </a:cubicBezTo>
                  <a:cubicBezTo>
                    <a:pt x="73" y="120"/>
                    <a:pt x="72" y="119"/>
                    <a:pt x="73" y="120"/>
                  </a:cubicBezTo>
                  <a:cubicBezTo>
                    <a:pt x="73" y="119"/>
                    <a:pt x="72" y="119"/>
                    <a:pt x="71" y="119"/>
                  </a:cubicBezTo>
                  <a:cubicBezTo>
                    <a:pt x="71" y="118"/>
                    <a:pt x="71" y="118"/>
                    <a:pt x="71" y="118"/>
                  </a:cubicBezTo>
                  <a:cubicBezTo>
                    <a:pt x="71" y="118"/>
                    <a:pt x="71" y="118"/>
                    <a:pt x="71" y="118"/>
                  </a:cubicBezTo>
                  <a:cubicBezTo>
                    <a:pt x="70" y="118"/>
                    <a:pt x="70" y="118"/>
                    <a:pt x="70" y="118"/>
                  </a:cubicBezTo>
                  <a:cubicBezTo>
                    <a:pt x="70" y="117"/>
                    <a:pt x="70" y="118"/>
                    <a:pt x="69" y="118"/>
                  </a:cubicBezTo>
                  <a:cubicBezTo>
                    <a:pt x="69" y="118"/>
                    <a:pt x="68" y="118"/>
                    <a:pt x="68" y="118"/>
                  </a:cubicBezTo>
                  <a:cubicBezTo>
                    <a:pt x="68" y="118"/>
                    <a:pt x="68" y="119"/>
                    <a:pt x="68" y="119"/>
                  </a:cubicBezTo>
                  <a:cubicBezTo>
                    <a:pt x="68" y="119"/>
                    <a:pt x="68" y="119"/>
                    <a:pt x="68" y="119"/>
                  </a:cubicBezTo>
                  <a:cubicBezTo>
                    <a:pt x="67" y="120"/>
                    <a:pt x="67" y="120"/>
                    <a:pt x="67" y="120"/>
                  </a:cubicBezTo>
                  <a:cubicBezTo>
                    <a:pt x="66" y="120"/>
                    <a:pt x="66" y="120"/>
                    <a:pt x="66" y="121"/>
                  </a:cubicBezTo>
                  <a:cubicBezTo>
                    <a:pt x="66" y="121"/>
                    <a:pt x="65" y="121"/>
                    <a:pt x="65" y="121"/>
                  </a:cubicBezTo>
                  <a:cubicBezTo>
                    <a:pt x="65" y="121"/>
                    <a:pt x="65" y="122"/>
                    <a:pt x="65" y="122"/>
                  </a:cubicBezTo>
                  <a:cubicBezTo>
                    <a:pt x="65" y="122"/>
                    <a:pt x="66" y="122"/>
                    <a:pt x="66" y="123"/>
                  </a:cubicBezTo>
                  <a:cubicBezTo>
                    <a:pt x="66" y="123"/>
                    <a:pt x="66" y="123"/>
                    <a:pt x="66" y="124"/>
                  </a:cubicBezTo>
                  <a:close/>
                  <a:moveTo>
                    <a:pt x="78" y="118"/>
                  </a:moveTo>
                  <a:cubicBezTo>
                    <a:pt x="78" y="117"/>
                    <a:pt x="77" y="116"/>
                    <a:pt x="78" y="116"/>
                  </a:cubicBezTo>
                  <a:cubicBezTo>
                    <a:pt x="79" y="117"/>
                    <a:pt x="79" y="116"/>
                    <a:pt x="79" y="116"/>
                  </a:cubicBezTo>
                  <a:cubicBezTo>
                    <a:pt x="79" y="115"/>
                    <a:pt x="78" y="115"/>
                    <a:pt x="78" y="114"/>
                  </a:cubicBezTo>
                  <a:cubicBezTo>
                    <a:pt x="78" y="114"/>
                    <a:pt x="78" y="113"/>
                    <a:pt x="78" y="113"/>
                  </a:cubicBezTo>
                  <a:cubicBezTo>
                    <a:pt x="78" y="112"/>
                    <a:pt x="77" y="112"/>
                    <a:pt x="77" y="112"/>
                  </a:cubicBezTo>
                  <a:cubicBezTo>
                    <a:pt x="76" y="111"/>
                    <a:pt x="76" y="111"/>
                    <a:pt x="76" y="110"/>
                  </a:cubicBezTo>
                  <a:cubicBezTo>
                    <a:pt x="76" y="109"/>
                    <a:pt x="76" y="109"/>
                    <a:pt x="76" y="108"/>
                  </a:cubicBezTo>
                  <a:cubicBezTo>
                    <a:pt x="76" y="107"/>
                    <a:pt x="76" y="107"/>
                    <a:pt x="76" y="107"/>
                  </a:cubicBezTo>
                  <a:cubicBezTo>
                    <a:pt x="76" y="106"/>
                    <a:pt x="76" y="106"/>
                    <a:pt x="76" y="106"/>
                  </a:cubicBezTo>
                  <a:cubicBezTo>
                    <a:pt x="76" y="106"/>
                    <a:pt x="75" y="105"/>
                    <a:pt x="75" y="105"/>
                  </a:cubicBezTo>
                  <a:cubicBezTo>
                    <a:pt x="75" y="105"/>
                    <a:pt x="75" y="104"/>
                    <a:pt x="75" y="104"/>
                  </a:cubicBezTo>
                  <a:cubicBezTo>
                    <a:pt x="75" y="104"/>
                    <a:pt x="74" y="103"/>
                    <a:pt x="74" y="104"/>
                  </a:cubicBezTo>
                  <a:cubicBezTo>
                    <a:pt x="73" y="104"/>
                    <a:pt x="73" y="104"/>
                    <a:pt x="73" y="105"/>
                  </a:cubicBezTo>
                  <a:cubicBezTo>
                    <a:pt x="72" y="105"/>
                    <a:pt x="71" y="105"/>
                    <a:pt x="71" y="104"/>
                  </a:cubicBezTo>
                  <a:cubicBezTo>
                    <a:pt x="71" y="104"/>
                    <a:pt x="71" y="103"/>
                    <a:pt x="70" y="103"/>
                  </a:cubicBezTo>
                  <a:cubicBezTo>
                    <a:pt x="70" y="103"/>
                    <a:pt x="70" y="104"/>
                    <a:pt x="70" y="104"/>
                  </a:cubicBezTo>
                  <a:cubicBezTo>
                    <a:pt x="70" y="104"/>
                    <a:pt x="69" y="102"/>
                    <a:pt x="68" y="102"/>
                  </a:cubicBezTo>
                  <a:cubicBezTo>
                    <a:pt x="68" y="103"/>
                    <a:pt x="68" y="103"/>
                    <a:pt x="69" y="104"/>
                  </a:cubicBezTo>
                  <a:cubicBezTo>
                    <a:pt x="69" y="104"/>
                    <a:pt x="69" y="104"/>
                    <a:pt x="69" y="104"/>
                  </a:cubicBezTo>
                  <a:cubicBezTo>
                    <a:pt x="69" y="105"/>
                    <a:pt x="69" y="105"/>
                    <a:pt x="69" y="105"/>
                  </a:cubicBezTo>
                  <a:cubicBezTo>
                    <a:pt x="70" y="106"/>
                    <a:pt x="70" y="106"/>
                    <a:pt x="70" y="107"/>
                  </a:cubicBezTo>
                  <a:cubicBezTo>
                    <a:pt x="70" y="107"/>
                    <a:pt x="70" y="107"/>
                    <a:pt x="70" y="108"/>
                  </a:cubicBezTo>
                  <a:cubicBezTo>
                    <a:pt x="70" y="108"/>
                    <a:pt x="70" y="108"/>
                    <a:pt x="70" y="108"/>
                  </a:cubicBezTo>
                  <a:cubicBezTo>
                    <a:pt x="70" y="109"/>
                    <a:pt x="70" y="109"/>
                    <a:pt x="70" y="109"/>
                  </a:cubicBezTo>
                  <a:cubicBezTo>
                    <a:pt x="70" y="110"/>
                    <a:pt x="70" y="109"/>
                    <a:pt x="70" y="109"/>
                  </a:cubicBezTo>
                  <a:cubicBezTo>
                    <a:pt x="71" y="109"/>
                    <a:pt x="71" y="110"/>
                    <a:pt x="71" y="110"/>
                  </a:cubicBezTo>
                  <a:cubicBezTo>
                    <a:pt x="72" y="110"/>
                    <a:pt x="71" y="109"/>
                    <a:pt x="71" y="109"/>
                  </a:cubicBezTo>
                  <a:cubicBezTo>
                    <a:pt x="71" y="108"/>
                    <a:pt x="72" y="109"/>
                    <a:pt x="72" y="109"/>
                  </a:cubicBezTo>
                  <a:cubicBezTo>
                    <a:pt x="73" y="109"/>
                    <a:pt x="73" y="110"/>
                    <a:pt x="73" y="110"/>
                  </a:cubicBezTo>
                  <a:cubicBezTo>
                    <a:pt x="74" y="112"/>
                    <a:pt x="74" y="113"/>
                    <a:pt x="74" y="114"/>
                  </a:cubicBezTo>
                  <a:cubicBezTo>
                    <a:pt x="74" y="115"/>
                    <a:pt x="74" y="115"/>
                    <a:pt x="74" y="116"/>
                  </a:cubicBezTo>
                  <a:cubicBezTo>
                    <a:pt x="74" y="116"/>
                    <a:pt x="74" y="117"/>
                    <a:pt x="74" y="117"/>
                  </a:cubicBezTo>
                  <a:cubicBezTo>
                    <a:pt x="74" y="118"/>
                    <a:pt x="75" y="118"/>
                    <a:pt x="75" y="118"/>
                  </a:cubicBezTo>
                  <a:cubicBezTo>
                    <a:pt x="76" y="118"/>
                    <a:pt x="76" y="118"/>
                    <a:pt x="76" y="119"/>
                  </a:cubicBezTo>
                  <a:cubicBezTo>
                    <a:pt x="77" y="120"/>
                    <a:pt x="77" y="118"/>
                    <a:pt x="77" y="117"/>
                  </a:cubicBezTo>
                  <a:cubicBezTo>
                    <a:pt x="76" y="117"/>
                    <a:pt x="76" y="116"/>
                    <a:pt x="76" y="115"/>
                  </a:cubicBezTo>
                  <a:cubicBezTo>
                    <a:pt x="76" y="115"/>
                    <a:pt x="78" y="117"/>
                    <a:pt x="78" y="118"/>
                  </a:cubicBezTo>
                  <a:close/>
                  <a:moveTo>
                    <a:pt x="74" y="128"/>
                  </a:moveTo>
                  <a:cubicBezTo>
                    <a:pt x="73" y="128"/>
                    <a:pt x="75" y="129"/>
                    <a:pt x="75" y="130"/>
                  </a:cubicBezTo>
                  <a:cubicBezTo>
                    <a:pt x="76" y="129"/>
                    <a:pt x="75" y="127"/>
                    <a:pt x="74" y="128"/>
                  </a:cubicBezTo>
                  <a:close/>
                  <a:moveTo>
                    <a:pt x="52" y="123"/>
                  </a:moveTo>
                  <a:cubicBezTo>
                    <a:pt x="53" y="123"/>
                    <a:pt x="53" y="124"/>
                    <a:pt x="53" y="124"/>
                  </a:cubicBezTo>
                  <a:cubicBezTo>
                    <a:pt x="53" y="125"/>
                    <a:pt x="54" y="125"/>
                    <a:pt x="54" y="126"/>
                  </a:cubicBezTo>
                  <a:cubicBezTo>
                    <a:pt x="55" y="126"/>
                    <a:pt x="55" y="126"/>
                    <a:pt x="56" y="126"/>
                  </a:cubicBezTo>
                  <a:cubicBezTo>
                    <a:pt x="57" y="127"/>
                    <a:pt x="57" y="127"/>
                    <a:pt x="57" y="128"/>
                  </a:cubicBezTo>
                  <a:cubicBezTo>
                    <a:pt x="57" y="128"/>
                    <a:pt x="57" y="129"/>
                    <a:pt x="58" y="129"/>
                  </a:cubicBezTo>
                  <a:cubicBezTo>
                    <a:pt x="58" y="130"/>
                    <a:pt x="58" y="130"/>
                    <a:pt x="59" y="130"/>
                  </a:cubicBezTo>
                  <a:cubicBezTo>
                    <a:pt x="61" y="130"/>
                    <a:pt x="61" y="128"/>
                    <a:pt x="61" y="127"/>
                  </a:cubicBezTo>
                  <a:cubicBezTo>
                    <a:pt x="60" y="126"/>
                    <a:pt x="60" y="126"/>
                    <a:pt x="60" y="125"/>
                  </a:cubicBezTo>
                  <a:cubicBezTo>
                    <a:pt x="59" y="125"/>
                    <a:pt x="59" y="125"/>
                    <a:pt x="59" y="124"/>
                  </a:cubicBezTo>
                  <a:cubicBezTo>
                    <a:pt x="59" y="124"/>
                    <a:pt x="59" y="124"/>
                    <a:pt x="59" y="124"/>
                  </a:cubicBezTo>
                  <a:cubicBezTo>
                    <a:pt x="59" y="124"/>
                    <a:pt x="59" y="124"/>
                    <a:pt x="59" y="124"/>
                  </a:cubicBezTo>
                  <a:cubicBezTo>
                    <a:pt x="59" y="123"/>
                    <a:pt x="59" y="123"/>
                    <a:pt x="59" y="123"/>
                  </a:cubicBezTo>
                  <a:cubicBezTo>
                    <a:pt x="59" y="122"/>
                    <a:pt x="59" y="121"/>
                    <a:pt x="59" y="120"/>
                  </a:cubicBezTo>
                  <a:cubicBezTo>
                    <a:pt x="60" y="119"/>
                    <a:pt x="60" y="118"/>
                    <a:pt x="60" y="117"/>
                  </a:cubicBezTo>
                  <a:cubicBezTo>
                    <a:pt x="60" y="116"/>
                    <a:pt x="60" y="116"/>
                    <a:pt x="60" y="116"/>
                  </a:cubicBezTo>
                  <a:cubicBezTo>
                    <a:pt x="60" y="115"/>
                    <a:pt x="60" y="115"/>
                    <a:pt x="61" y="114"/>
                  </a:cubicBezTo>
                  <a:cubicBezTo>
                    <a:pt x="61" y="114"/>
                    <a:pt x="61" y="113"/>
                    <a:pt x="62" y="113"/>
                  </a:cubicBezTo>
                  <a:cubicBezTo>
                    <a:pt x="62" y="113"/>
                    <a:pt x="62" y="112"/>
                    <a:pt x="62" y="111"/>
                  </a:cubicBezTo>
                  <a:cubicBezTo>
                    <a:pt x="62" y="111"/>
                    <a:pt x="62" y="111"/>
                    <a:pt x="62" y="110"/>
                  </a:cubicBezTo>
                  <a:cubicBezTo>
                    <a:pt x="62" y="110"/>
                    <a:pt x="61" y="110"/>
                    <a:pt x="61" y="109"/>
                  </a:cubicBezTo>
                  <a:cubicBezTo>
                    <a:pt x="61" y="109"/>
                    <a:pt x="61" y="109"/>
                    <a:pt x="61" y="109"/>
                  </a:cubicBezTo>
                  <a:cubicBezTo>
                    <a:pt x="61" y="109"/>
                    <a:pt x="60" y="109"/>
                    <a:pt x="60" y="109"/>
                  </a:cubicBezTo>
                  <a:cubicBezTo>
                    <a:pt x="60" y="109"/>
                    <a:pt x="60" y="109"/>
                    <a:pt x="60" y="109"/>
                  </a:cubicBezTo>
                  <a:cubicBezTo>
                    <a:pt x="60" y="109"/>
                    <a:pt x="59" y="109"/>
                    <a:pt x="59" y="109"/>
                  </a:cubicBezTo>
                  <a:cubicBezTo>
                    <a:pt x="58" y="108"/>
                    <a:pt x="58" y="109"/>
                    <a:pt x="57" y="109"/>
                  </a:cubicBezTo>
                  <a:cubicBezTo>
                    <a:pt x="56" y="109"/>
                    <a:pt x="56" y="110"/>
                    <a:pt x="56" y="111"/>
                  </a:cubicBezTo>
                  <a:cubicBezTo>
                    <a:pt x="56" y="112"/>
                    <a:pt x="56" y="112"/>
                    <a:pt x="56" y="113"/>
                  </a:cubicBezTo>
                  <a:cubicBezTo>
                    <a:pt x="56" y="113"/>
                    <a:pt x="55" y="113"/>
                    <a:pt x="55" y="113"/>
                  </a:cubicBezTo>
                  <a:cubicBezTo>
                    <a:pt x="55" y="114"/>
                    <a:pt x="56" y="115"/>
                    <a:pt x="56" y="116"/>
                  </a:cubicBezTo>
                  <a:cubicBezTo>
                    <a:pt x="56" y="116"/>
                    <a:pt x="56" y="119"/>
                    <a:pt x="55" y="119"/>
                  </a:cubicBezTo>
                  <a:cubicBezTo>
                    <a:pt x="55" y="119"/>
                    <a:pt x="55" y="119"/>
                    <a:pt x="55" y="119"/>
                  </a:cubicBezTo>
                  <a:cubicBezTo>
                    <a:pt x="54" y="120"/>
                    <a:pt x="53" y="120"/>
                    <a:pt x="53" y="120"/>
                  </a:cubicBezTo>
                  <a:cubicBezTo>
                    <a:pt x="52" y="120"/>
                    <a:pt x="52" y="121"/>
                    <a:pt x="52" y="121"/>
                  </a:cubicBezTo>
                  <a:cubicBezTo>
                    <a:pt x="52" y="122"/>
                    <a:pt x="52" y="123"/>
                    <a:pt x="52" y="123"/>
                  </a:cubicBezTo>
                  <a:close/>
                  <a:moveTo>
                    <a:pt x="50" y="92"/>
                  </a:moveTo>
                  <a:cubicBezTo>
                    <a:pt x="49" y="92"/>
                    <a:pt x="49" y="93"/>
                    <a:pt x="50" y="93"/>
                  </a:cubicBezTo>
                  <a:cubicBezTo>
                    <a:pt x="51" y="94"/>
                    <a:pt x="51" y="94"/>
                    <a:pt x="52" y="94"/>
                  </a:cubicBezTo>
                  <a:cubicBezTo>
                    <a:pt x="52" y="93"/>
                    <a:pt x="52" y="93"/>
                    <a:pt x="52" y="92"/>
                  </a:cubicBezTo>
                  <a:cubicBezTo>
                    <a:pt x="51" y="92"/>
                    <a:pt x="50" y="92"/>
                    <a:pt x="50" y="92"/>
                  </a:cubicBezTo>
                  <a:close/>
                  <a:moveTo>
                    <a:pt x="40" y="93"/>
                  </a:moveTo>
                  <a:cubicBezTo>
                    <a:pt x="39" y="93"/>
                    <a:pt x="40" y="92"/>
                    <a:pt x="40" y="92"/>
                  </a:cubicBezTo>
                  <a:cubicBezTo>
                    <a:pt x="41" y="90"/>
                    <a:pt x="40" y="90"/>
                    <a:pt x="40" y="89"/>
                  </a:cubicBezTo>
                  <a:cubicBezTo>
                    <a:pt x="40" y="89"/>
                    <a:pt x="40" y="88"/>
                    <a:pt x="40" y="88"/>
                  </a:cubicBezTo>
                  <a:cubicBezTo>
                    <a:pt x="40" y="87"/>
                    <a:pt x="40" y="87"/>
                    <a:pt x="40" y="86"/>
                  </a:cubicBezTo>
                  <a:cubicBezTo>
                    <a:pt x="40" y="86"/>
                    <a:pt x="41" y="85"/>
                    <a:pt x="40" y="85"/>
                  </a:cubicBezTo>
                  <a:cubicBezTo>
                    <a:pt x="39" y="85"/>
                    <a:pt x="39" y="84"/>
                    <a:pt x="38" y="84"/>
                  </a:cubicBezTo>
                  <a:cubicBezTo>
                    <a:pt x="38" y="83"/>
                    <a:pt x="38" y="83"/>
                    <a:pt x="37" y="82"/>
                  </a:cubicBezTo>
                  <a:cubicBezTo>
                    <a:pt x="36" y="82"/>
                    <a:pt x="36" y="82"/>
                    <a:pt x="35" y="82"/>
                  </a:cubicBezTo>
                  <a:cubicBezTo>
                    <a:pt x="35" y="82"/>
                    <a:pt x="34" y="81"/>
                    <a:pt x="34" y="81"/>
                  </a:cubicBezTo>
                  <a:cubicBezTo>
                    <a:pt x="33" y="81"/>
                    <a:pt x="32" y="81"/>
                    <a:pt x="31" y="81"/>
                  </a:cubicBezTo>
                  <a:cubicBezTo>
                    <a:pt x="30" y="81"/>
                    <a:pt x="27" y="80"/>
                    <a:pt x="28" y="82"/>
                  </a:cubicBezTo>
                  <a:cubicBezTo>
                    <a:pt x="28" y="83"/>
                    <a:pt x="29" y="81"/>
                    <a:pt x="29" y="82"/>
                  </a:cubicBezTo>
                  <a:cubicBezTo>
                    <a:pt x="30" y="82"/>
                    <a:pt x="30" y="84"/>
                    <a:pt x="30" y="84"/>
                  </a:cubicBezTo>
                  <a:cubicBezTo>
                    <a:pt x="31" y="84"/>
                    <a:pt x="31" y="84"/>
                    <a:pt x="31" y="84"/>
                  </a:cubicBezTo>
                  <a:cubicBezTo>
                    <a:pt x="32" y="85"/>
                    <a:pt x="32" y="86"/>
                    <a:pt x="33" y="86"/>
                  </a:cubicBezTo>
                  <a:cubicBezTo>
                    <a:pt x="33" y="87"/>
                    <a:pt x="32" y="89"/>
                    <a:pt x="34" y="89"/>
                  </a:cubicBezTo>
                  <a:cubicBezTo>
                    <a:pt x="35" y="89"/>
                    <a:pt x="35" y="91"/>
                    <a:pt x="35" y="92"/>
                  </a:cubicBezTo>
                  <a:cubicBezTo>
                    <a:pt x="35" y="92"/>
                    <a:pt x="35" y="92"/>
                    <a:pt x="35" y="92"/>
                  </a:cubicBezTo>
                  <a:cubicBezTo>
                    <a:pt x="35" y="92"/>
                    <a:pt x="37" y="94"/>
                    <a:pt x="37" y="94"/>
                  </a:cubicBezTo>
                  <a:cubicBezTo>
                    <a:pt x="37" y="94"/>
                    <a:pt x="37" y="94"/>
                    <a:pt x="37" y="94"/>
                  </a:cubicBezTo>
                  <a:cubicBezTo>
                    <a:pt x="37" y="94"/>
                    <a:pt x="37" y="95"/>
                    <a:pt x="37" y="95"/>
                  </a:cubicBezTo>
                  <a:cubicBezTo>
                    <a:pt x="38" y="95"/>
                    <a:pt x="38" y="95"/>
                    <a:pt x="38" y="95"/>
                  </a:cubicBezTo>
                  <a:cubicBezTo>
                    <a:pt x="38" y="95"/>
                    <a:pt x="39" y="94"/>
                    <a:pt x="39" y="94"/>
                  </a:cubicBezTo>
                  <a:cubicBezTo>
                    <a:pt x="39" y="94"/>
                    <a:pt x="39" y="94"/>
                    <a:pt x="39" y="94"/>
                  </a:cubicBezTo>
                  <a:cubicBezTo>
                    <a:pt x="40" y="94"/>
                    <a:pt x="39" y="93"/>
                    <a:pt x="40" y="93"/>
                  </a:cubicBezTo>
                  <a:close/>
                  <a:moveTo>
                    <a:pt x="33" y="5"/>
                  </a:moveTo>
                  <a:cubicBezTo>
                    <a:pt x="33" y="5"/>
                    <a:pt x="33" y="4"/>
                    <a:pt x="33" y="4"/>
                  </a:cubicBezTo>
                  <a:cubicBezTo>
                    <a:pt x="32" y="4"/>
                    <a:pt x="32" y="6"/>
                    <a:pt x="32" y="6"/>
                  </a:cubicBezTo>
                  <a:cubicBezTo>
                    <a:pt x="33" y="5"/>
                    <a:pt x="32" y="5"/>
                    <a:pt x="33" y="5"/>
                  </a:cubicBezTo>
                  <a:close/>
                  <a:moveTo>
                    <a:pt x="50" y="112"/>
                  </a:moveTo>
                  <a:cubicBezTo>
                    <a:pt x="51" y="112"/>
                    <a:pt x="51" y="112"/>
                    <a:pt x="52" y="112"/>
                  </a:cubicBezTo>
                  <a:cubicBezTo>
                    <a:pt x="53" y="112"/>
                    <a:pt x="53" y="111"/>
                    <a:pt x="53" y="111"/>
                  </a:cubicBezTo>
                  <a:cubicBezTo>
                    <a:pt x="53" y="110"/>
                    <a:pt x="54" y="111"/>
                    <a:pt x="54" y="110"/>
                  </a:cubicBezTo>
                  <a:cubicBezTo>
                    <a:pt x="55" y="110"/>
                    <a:pt x="54" y="109"/>
                    <a:pt x="54" y="109"/>
                  </a:cubicBezTo>
                  <a:cubicBezTo>
                    <a:pt x="53" y="109"/>
                    <a:pt x="55" y="108"/>
                    <a:pt x="55" y="108"/>
                  </a:cubicBezTo>
                  <a:cubicBezTo>
                    <a:pt x="55" y="108"/>
                    <a:pt x="56" y="108"/>
                    <a:pt x="56" y="108"/>
                  </a:cubicBezTo>
                  <a:cubicBezTo>
                    <a:pt x="56" y="108"/>
                    <a:pt x="56" y="108"/>
                    <a:pt x="56" y="108"/>
                  </a:cubicBezTo>
                  <a:cubicBezTo>
                    <a:pt x="56" y="108"/>
                    <a:pt x="56" y="107"/>
                    <a:pt x="57" y="106"/>
                  </a:cubicBezTo>
                  <a:cubicBezTo>
                    <a:pt x="57" y="106"/>
                    <a:pt x="58" y="107"/>
                    <a:pt x="57" y="106"/>
                  </a:cubicBezTo>
                  <a:cubicBezTo>
                    <a:pt x="57" y="105"/>
                    <a:pt x="57" y="105"/>
                    <a:pt x="57" y="104"/>
                  </a:cubicBezTo>
                  <a:cubicBezTo>
                    <a:pt x="57" y="104"/>
                    <a:pt x="58" y="103"/>
                    <a:pt x="57" y="103"/>
                  </a:cubicBezTo>
                  <a:cubicBezTo>
                    <a:pt x="57" y="103"/>
                    <a:pt x="57" y="103"/>
                    <a:pt x="57" y="103"/>
                  </a:cubicBezTo>
                  <a:cubicBezTo>
                    <a:pt x="57" y="103"/>
                    <a:pt x="57" y="103"/>
                    <a:pt x="57" y="103"/>
                  </a:cubicBezTo>
                  <a:cubicBezTo>
                    <a:pt x="57" y="103"/>
                    <a:pt x="57" y="102"/>
                    <a:pt x="57" y="102"/>
                  </a:cubicBezTo>
                  <a:cubicBezTo>
                    <a:pt x="57" y="102"/>
                    <a:pt x="56" y="103"/>
                    <a:pt x="55" y="103"/>
                  </a:cubicBezTo>
                  <a:cubicBezTo>
                    <a:pt x="55" y="103"/>
                    <a:pt x="55" y="104"/>
                    <a:pt x="55" y="104"/>
                  </a:cubicBezTo>
                  <a:cubicBezTo>
                    <a:pt x="55" y="103"/>
                    <a:pt x="55" y="103"/>
                    <a:pt x="55" y="103"/>
                  </a:cubicBezTo>
                  <a:cubicBezTo>
                    <a:pt x="55" y="103"/>
                    <a:pt x="55" y="103"/>
                    <a:pt x="55" y="103"/>
                  </a:cubicBezTo>
                  <a:cubicBezTo>
                    <a:pt x="55" y="102"/>
                    <a:pt x="55" y="103"/>
                    <a:pt x="55" y="102"/>
                  </a:cubicBezTo>
                  <a:cubicBezTo>
                    <a:pt x="54" y="102"/>
                    <a:pt x="54" y="102"/>
                    <a:pt x="53" y="102"/>
                  </a:cubicBezTo>
                  <a:cubicBezTo>
                    <a:pt x="53" y="102"/>
                    <a:pt x="53" y="102"/>
                    <a:pt x="53" y="102"/>
                  </a:cubicBezTo>
                  <a:cubicBezTo>
                    <a:pt x="53" y="102"/>
                    <a:pt x="53" y="102"/>
                    <a:pt x="52" y="102"/>
                  </a:cubicBezTo>
                  <a:cubicBezTo>
                    <a:pt x="52" y="103"/>
                    <a:pt x="52" y="103"/>
                    <a:pt x="52" y="102"/>
                  </a:cubicBezTo>
                  <a:cubicBezTo>
                    <a:pt x="51" y="101"/>
                    <a:pt x="51" y="103"/>
                    <a:pt x="51" y="102"/>
                  </a:cubicBezTo>
                  <a:cubicBezTo>
                    <a:pt x="51" y="102"/>
                    <a:pt x="51" y="102"/>
                    <a:pt x="51" y="102"/>
                  </a:cubicBezTo>
                  <a:cubicBezTo>
                    <a:pt x="51" y="102"/>
                    <a:pt x="51" y="102"/>
                    <a:pt x="50" y="102"/>
                  </a:cubicBezTo>
                  <a:cubicBezTo>
                    <a:pt x="51" y="102"/>
                    <a:pt x="51" y="102"/>
                    <a:pt x="51" y="102"/>
                  </a:cubicBezTo>
                  <a:cubicBezTo>
                    <a:pt x="50" y="100"/>
                    <a:pt x="48" y="100"/>
                    <a:pt x="47" y="99"/>
                  </a:cubicBezTo>
                  <a:cubicBezTo>
                    <a:pt x="46" y="99"/>
                    <a:pt x="46" y="98"/>
                    <a:pt x="45" y="98"/>
                  </a:cubicBezTo>
                  <a:cubicBezTo>
                    <a:pt x="45" y="99"/>
                    <a:pt x="45" y="99"/>
                    <a:pt x="45" y="100"/>
                  </a:cubicBezTo>
                  <a:cubicBezTo>
                    <a:pt x="45" y="100"/>
                    <a:pt x="47" y="100"/>
                    <a:pt x="47" y="101"/>
                  </a:cubicBezTo>
                  <a:cubicBezTo>
                    <a:pt x="47" y="103"/>
                    <a:pt x="47" y="104"/>
                    <a:pt x="47" y="106"/>
                  </a:cubicBezTo>
                  <a:cubicBezTo>
                    <a:pt x="47" y="107"/>
                    <a:pt x="47" y="108"/>
                    <a:pt x="47" y="109"/>
                  </a:cubicBezTo>
                  <a:cubicBezTo>
                    <a:pt x="47" y="109"/>
                    <a:pt x="46" y="111"/>
                    <a:pt x="46" y="111"/>
                  </a:cubicBezTo>
                  <a:cubicBezTo>
                    <a:pt x="47" y="112"/>
                    <a:pt x="47" y="112"/>
                    <a:pt x="47" y="113"/>
                  </a:cubicBezTo>
                  <a:cubicBezTo>
                    <a:pt x="47" y="113"/>
                    <a:pt x="46" y="114"/>
                    <a:pt x="47" y="115"/>
                  </a:cubicBezTo>
                  <a:cubicBezTo>
                    <a:pt x="47" y="115"/>
                    <a:pt x="48" y="114"/>
                    <a:pt x="48" y="114"/>
                  </a:cubicBezTo>
                  <a:cubicBezTo>
                    <a:pt x="48" y="113"/>
                    <a:pt x="49" y="112"/>
                    <a:pt x="50" y="112"/>
                  </a:cubicBezTo>
                  <a:close/>
                  <a:moveTo>
                    <a:pt x="42" y="69"/>
                  </a:moveTo>
                  <a:cubicBezTo>
                    <a:pt x="43" y="68"/>
                    <a:pt x="43" y="67"/>
                    <a:pt x="42" y="66"/>
                  </a:cubicBezTo>
                  <a:cubicBezTo>
                    <a:pt x="42" y="66"/>
                    <a:pt x="41" y="66"/>
                    <a:pt x="42" y="65"/>
                  </a:cubicBezTo>
                  <a:cubicBezTo>
                    <a:pt x="42" y="65"/>
                    <a:pt x="42" y="65"/>
                    <a:pt x="42" y="65"/>
                  </a:cubicBezTo>
                  <a:cubicBezTo>
                    <a:pt x="42" y="65"/>
                    <a:pt x="42" y="65"/>
                    <a:pt x="42" y="65"/>
                  </a:cubicBezTo>
                  <a:cubicBezTo>
                    <a:pt x="42" y="64"/>
                    <a:pt x="42" y="65"/>
                    <a:pt x="42" y="65"/>
                  </a:cubicBezTo>
                  <a:cubicBezTo>
                    <a:pt x="42" y="64"/>
                    <a:pt x="42" y="64"/>
                    <a:pt x="42" y="64"/>
                  </a:cubicBezTo>
                  <a:cubicBezTo>
                    <a:pt x="41" y="64"/>
                    <a:pt x="41" y="64"/>
                    <a:pt x="40" y="64"/>
                  </a:cubicBezTo>
                  <a:cubicBezTo>
                    <a:pt x="40" y="64"/>
                    <a:pt x="40" y="65"/>
                    <a:pt x="40" y="65"/>
                  </a:cubicBezTo>
                  <a:cubicBezTo>
                    <a:pt x="41" y="65"/>
                    <a:pt x="41" y="66"/>
                    <a:pt x="41" y="67"/>
                  </a:cubicBezTo>
                  <a:cubicBezTo>
                    <a:pt x="41" y="67"/>
                    <a:pt x="42" y="68"/>
                    <a:pt x="41" y="67"/>
                  </a:cubicBezTo>
                  <a:cubicBezTo>
                    <a:pt x="41" y="68"/>
                    <a:pt x="41" y="68"/>
                    <a:pt x="42" y="69"/>
                  </a:cubicBezTo>
                  <a:close/>
                  <a:moveTo>
                    <a:pt x="80" y="120"/>
                  </a:moveTo>
                  <a:cubicBezTo>
                    <a:pt x="80" y="119"/>
                    <a:pt x="79" y="118"/>
                    <a:pt x="78" y="118"/>
                  </a:cubicBezTo>
                  <a:cubicBezTo>
                    <a:pt x="77" y="118"/>
                    <a:pt x="78" y="119"/>
                    <a:pt x="79" y="119"/>
                  </a:cubicBezTo>
                  <a:cubicBezTo>
                    <a:pt x="79" y="119"/>
                    <a:pt x="80" y="121"/>
                    <a:pt x="80" y="120"/>
                  </a:cubicBezTo>
                  <a:close/>
                  <a:moveTo>
                    <a:pt x="27" y="175"/>
                  </a:moveTo>
                  <a:cubicBezTo>
                    <a:pt x="26" y="176"/>
                    <a:pt x="27" y="177"/>
                    <a:pt x="27" y="177"/>
                  </a:cubicBezTo>
                  <a:cubicBezTo>
                    <a:pt x="27" y="177"/>
                    <a:pt x="27" y="178"/>
                    <a:pt x="27" y="178"/>
                  </a:cubicBezTo>
                  <a:cubicBezTo>
                    <a:pt x="27" y="178"/>
                    <a:pt x="27" y="177"/>
                    <a:pt x="27" y="176"/>
                  </a:cubicBezTo>
                  <a:cubicBezTo>
                    <a:pt x="27" y="176"/>
                    <a:pt x="27" y="175"/>
                    <a:pt x="27" y="175"/>
                  </a:cubicBezTo>
                  <a:close/>
                  <a:moveTo>
                    <a:pt x="53" y="115"/>
                  </a:moveTo>
                  <a:cubicBezTo>
                    <a:pt x="53" y="115"/>
                    <a:pt x="53" y="114"/>
                    <a:pt x="53" y="114"/>
                  </a:cubicBezTo>
                  <a:cubicBezTo>
                    <a:pt x="53" y="114"/>
                    <a:pt x="54" y="114"/>
                    <a:pt x="54" y="114"/>
                  </a:cubicBezTo>
                  <a:cubicBezTo>
                    <a:pt x="54" y="113"/>
                    <a:pt x="54" y="112"/>
                    <a:pt x="54" y="112"/>
                  </a:cubicBezTo>
                  <a:cubicBezTo>
                    <a:pt x="54" y="110"/>
                    <a:pt x="52" y="113"/>
                    <a:pt x="52" y="113"/>
                  </a:cubicBezTo>
                  <a:cubicBezTo>
                    <a:pt x="52" y="114"/>
                    <a:pt x="52" y="115"/>
                    <a:pt x="53" y="115"/>
                  </a:cubicBezTo>
                  <a:close/>
                  <a:moveTo>
                    <a:pt x="1" y="141"/>
                  </a:moveTo>
                  <a:cubicBezTo>
                    <a:pt x="1" y="141"/>
                    <a:pt x="1" y="141"/>
                    <a:pt x="1" y="141"/>
                  </a:cubicBezTo>
                  <a:cubicBezTo>
                    <a:pt x="0" y="141"/>
                    <a:pt x="0" y="142"/>
                    <a:pt x="1" y="142"/>
                  </a:cubicBezTo>
                  <a:cubicBezTo>
                    <a:pt x="1" y="143"/>
                    <a:pt x="1" y="143"/>
                    <a:pt x="1" y="143"/>
                  </a:cubicBezTo>
                  <a:cubicBezTo>
                    <a:pt x="2" y="143"/>
                    <a:pt x="2" y="143"/>
                    <a:pt x="2" y="142"/>
                  </a:cubicBezTo>
                  <a:cubicBezTo>
                    <a:pt x="2" y="142"/>
                    <a:pt x="1" y="141"/>
                    <a:pt x="2" y="141"/>
                  </a:cubicBezTo>
                  <a:cubicBezTo>
                    <a:pt x="2" y="140"/>
                    <a:pt x="1" y="141"/>
                    <a:pt x="1" y="141"/>
                  </a:cubicBezTo>
                  <a:close/>
                  <a:moveTo>
                    <a:pt x="87" y="122"/>
                  </a:moveTo>
                  <a:cubicBezTo>
                    <a:pt x="87" y="122"/>
                    <a:pt x="87" y="122"/>
                    <a:pt x="87" y="122"/>
                  </a:cubicBezTo>
                  <a:cubicBezTo>
                    <a:pt x="87" y="122"/>
                    <a:pt x="88" y="122"/>
                    <a:pt x="88" y="122"/>
                  </a:cubicBezTo>
                  <a:cubicBezTo>
                    <a:pt x="89" y="121"/>
                    <a:pt x="88" y="121"/>
                    <a:pt x="87" y="121"/>
                  </a:cubicBezTo>
                  <a:cubicBezTo>
                    <a:pt x="88" y="121"/>
                    <a:pt x="87" y="119"/>
                    <a:pt x="87" y="119"/>
                  </a:cubicBezTo>
                  <a:cubicBezTo>
                    <a:pt x="87" y="119"/>
                    <a:pt x="86" y="121"/>
                    <a:pt x="86" y="121"/>
                  </a:cubicBezTo>
                  <a:cubicBezTo>
                    <a:pt x="86" y="121"/>
                    <a:pt x="87" y="122"/>
                    <a:pt x="87" y="122"/>
                  </a:cubicBezTo>
                  <a:close/>
                  <a:moveTo>
                    <a:pt x="61" y="92"/>
                  </a:moveTo>
                  <a:cubicBezTo>
                    <a:pt x="62" y="92"/>
                    <a:pt x="62" y="93"/>
                    <a:pt x="63" y="94"/>
                  </a:cubicBezTo>
                  <a:cubicBezTo>
                    <a:pt x="63" y="93"/>
                    <a:pt x="62" y="91"/>
                    <a:pt x="62" y="91"/>
                  </a:cubicBezTo>
                  <a:cubicBezTo>
                    <a:pt x="61" y="91"/>
                    <a:pt x="60" y="89"/>
                    <a:pt x="61" y="90"/>
                  </a:cubicBezTo>
                  <a:cubicBezTo>
                    <a:pt x="60" y="90"/>
                    <a:pt x="60" y="90"/>
                    <a:pt x="60" y="90"/>
                  </a:cubicBezTo>
                  <a:cubicBezTo>
                    <a:pt x="60" y="91"/>
                    <a:pt x="61" y="91"/>
                    <a:pt x="61" y="92"/>
                  </a:cubicBezTo>
                  <a:close/>
                  <a:moveTo>
                    <a:pt x="87" y="151"/>
                  </a:moveTo>
                  <a:cubicBezTo>
                    <a:pt x="87" y="151"/>
                    <a:pt x="86" y="150"/>
                    <a:pt x="86" y="150"/>
                  </a:cubicBezTo>
                  <a:cubicBezTo>
                    <a:pt x="86" y="151"/>
                    <a:pt x="86" y="151"/>
                    <a:pt x="86" y="152"/>
                  </a:cubicBezTo>
                  <a:cubicBezTo>
                    <a:pt x="86" y="152"/>
                    <a:pt x="86" y="153"/>
                    <a:pt x="87" y="154"/>
                  </a:cubicBezTo>
                  <a:cubicBezTo>
                    <a:pt x="87" y="153"/>
                    <a:pt x="87" y="152"/>
                    <a:pt x="87" y="151"/>
                  </a:cubicBezTo>
                  <a:close/>
                  <a:moveTo>
                    <a:pt x="64" y="127"/>
                  </a:moveTo>
                  <a:cubicBezTo>
                    <a:pt x="64" y="127"/>
                    <a:pt x="64" y="128"/>
                    <a:pt x="63" y="128"/>
                  </a:cubicBezTo>
                  <a:cubicBezTo>
                    <a:pt x="63" y="128"/>
                    <a:pt x="62" y="128"/>
                    <a:pt x="63" y="128"/>
                  </a:cubicBezTo>
                  <a:cubicBezTo>
                    <a:pt x="63" y="129"/>
                    <a:pt x="63" y="129"/>
                    <a:pt x="64" y="129"/>
                  </a:cubicBezTo>
                  <a:cubicBezTo>
                    <a:pt x="64" y="129"/>
                    <a:pt x="65" y="129"/>
                    <a:pt x="65" y="129"/>
                  </a:cubicBezTo>
                  <a:cubicBezTo>
                    <a:pt x="64" y="128"/>
                    <a:pt x="65" y="128"/>
                    <a:pt x="64" y="127"/>
                  </a:cubicBezTo>
                  <a:close/>
                  <a:moveTo>
                    <a:pt x="34" y="22"/>
                  </a:moveTo>
                  <a:cubicBezTo>
                    <a:pt x="35" y="22"/>
                    <a:pt x="36" y="21"/>
                    <a:pt x="35" y="20"/>
                  </a:cubicBezTo>
                  <a:cubicBezTo>
                    <a:pt x="34" y="20"/>
                    <a:pt x="34" y="21"/>
                    <a:pt x="34" y="21"/>
                  </a:cubicBezTo>
                  <a:cubicBezTo>
                    <a:pt x="34" y="22"/>
                    <a:pt x="34" y="22"/>
                    <a:pt x="34" y="22"/>
                  </a:cubicBezTo>
                  <a:close/>
                  <a:moveTo>
                    <a:pt x="52" y="156"/>
                  </a:moveTo>
                  <a:cubicBezTo>
                    <a:pt x="51" y="156"/>
                    <a:pt x="51" y="155"/>
                    <a:pt x="51" y="155"/>
                  </a:cubicBezTo>
                  <a:cubicBezTo>
                    <a:pt x="50" y="155"/>
                    <a:pt x="50" y="156"/>
                    <a:pt x="50" y="156"/>
                  </a:cubicBezTo>
                  <a:cubicBezTo>
                    <a:pt x="49" y="156"/>
                    <a:pt x="48" y="156"/>
                    <a:pt x="48" y="156"/>
                  </a:cubicBezTo>
                  <a:cubicBezTo>
                    <a:pt x="48" y="157"/>
                    <a:pt x="49" y="157"/>
                    <a:pt x="49" y="158"/>
                  </a:cubicBezTo>
                  <a:cubicBezTo>
                    <a:pt x="49" y="158"/>
                    <a:pt x="50" y="159"/>
                    <a:pt x="50" y="159"/>
                  </a:cubicBezTo>
                  <a:cubicBezTo>
                    <a:pt x="51" y="159"/>
                    <a:pt x="51" y="159"/>
                    <a:pt x="52" y="158"/>
                  </a:cubicBezTo>
                  <a:cubicBezTo>
                    <a:pt x="52" y="158"/>
                    <a:pt x="52" y="158"/>
                    <a:pt x="52" y="158"/>
                  </a:cubicBezTo>
                  <a:cubicBezTo>
                    <a:pt x="52" y="157"/>
                    <a:pt x="53" y="157"/>
                    <a:pt x="53" y="157"/>
                  </a:cubicBezTo>
                  <a:cubicBezTo>
                    <a:pt x="54" y="156"/>
                    <a:pt x="52" y="156"/>
                    <a:pt x="52" y="156"/>
                  </a:cubicBezTo>
                  <a:close/>
                  <a:moveTo>
                    <a:pt x="31" y="0"/>
                  </a:moveTo>
                  <a:cubicBezTo>
                    <a:pt x="30" y="0"/>
                    <a:pt x="30" y="2"/>
                    <a:pt x="30" y="2"/>
                  </a:cubicBezTo>
                  <a:cubicBezTo>
                    <a:pt x="31" y="2"/>
                    <a:pt x="31" y="0"/>
                    <a:pt x="31" y="0"/>
                  </a:cubicBezTo>
                  <a:close/>
                  <a:moveTo>
                    <a:pt x="34" y="171"/>
                  </a:moveTo>
                  <a:cubicBezTo>
                    <a:pt x="34" y="171"/>
                    <a:pt x="34" y="170"/>
                    <a:pt x="33" y="171"/>
                  </a:cubicBezTo>
                  <a:cubicBezTo>
                    <a:pt x="33" y="171"/>
                    <a:pt x="32" y="172"/>
                    <a:pt x="32" y="172"/>
                  </a:cubicBezTo>
                  <a:cubicBezTo>
                    <a:pt x="31" y="172"/>
                    <a:pt x="29" y="173"/>
                    <a:pt x="30" y="174"/>
                  </a:cubicBezTo>
                  <a:cubicBezTo>
                    <a:pt x="30" y="173"/>
                    <a:pt x="31" y="173"/>
                    <a:pt x="32" y="173"/>
                  </a:cubicBezTo>
                  <a:cubicBezTo>
                    <a:pt x="32" y="173"/>
                    <a:pt x="32" y="172"/>
                    <a:pt x="32" y="173"/>
                  </a:cubicBezTo>
                  <a:cubicBezTo>
                    <a:pt x="33" y="173"/>
                    <a:pt x="33" y="172"/>
                    <a:pt x="33" y="172"/>
                  </a:cubicBezTo>
                  <a:cubicBezTo>
                    <a:pt x="33" y="172"/>
                    <a:pt x="33" y="172"/>
                    <a:pt x="33" y="172"/>
                  </a:cubicBezTo>
                  <a:cubicBezTo>
                    <a:pt x="33" y="173"/>
                    <a:pt x="34" y="173"/>
                    <a:pt x="34" y="173"/>
                  </a:cubicBezTo>
                  <a:cubicBezTo>
                    <a:pt x="34" y="173"/>
                    <a:pt x="34" y="171"/>
                    <a:pt x="34" y="171"/>
                  </a:cubicBezTo>
                  <a:close/>
                  <a:moveTo>
                    <a:pt x="57" y="87"/>
                  </a:moveTo>
                  <a:cubicBezTo>
                    <a:pt x="56" y="87"/>
                    <a:pt x="55" y="86"/>
                    <a:pt x="55" y="86"/>
                  </a:cubicBezTo>
                  <a:cubicBezTo>
                    <a:pt x="55" y="86"/>
                    <a:pt x="55" y="85"/>
                    <a:pt x="54" y="85"/>
                  </a:cubicBezTo>
                  <a:cubicBezTo>
                    <a:pt x="54" y="85"/>
                    <a:pt x="54" y="85"/>
                    <a:pt x="54" y="85"/>
                  </a:cubicBezTo>
                  <a:cubicBezTo>
                    <a:pt x="54" y="85"/>
                    <a:pt x="53" y="85"/>
                    <a:pt x="53" y="85"/>
                  </a:cubicBezTo>
                  <a:cubicBezTo>
                    <a:pt x="53" y="85"/>
                    <a:pt x="54" y="86"/>
                    <a:pt x="54" y="86"/>
                  </a:cubicBezTo>
                  <a:cubicBezTo>
                    <a:pt x="54" y="86"/>
                    <a:pt x="54" y="86"/>
                    <a:pt x="54" y="86"/>
                  </a:cubicBezTo>
                  <a:cubicBezTo>
                    <a:pt x="54" y="86"/>
                    <a:pt x="54" y="86"/>
                    <a:pt x="55" y="86"/>
                  </a:cubicBezTo>
                  <a:cubicBezTo>
                    <a:pt x="55" y="87"/>
                    <a:pt x="55" y="87"/>
                    <a:pt x="55" y="87"/>
                  </a:cubicBezTo>
                  <a:cubicBezTo>
                    <a:pt x="56" y="88"/>
                    <a:pt x="56" y="88"/>
                    <a:pt x="57" y="88"/>
                  </a:cubicBezTo>
                  <a:cubicBezTo>
                    <a:pt x="58" y="89"/>
                    <a:pt x="58" y="89"/>
                    <a:pt x="58" y="90"/>
                  </a:cubicBezTo>
                  <a:cubicBezTo>
                    <a:pt x="58" y="90"/>
                    <a:pt x="57" y="88"/>
                    <a:pt x="57" y="87"/>
                  </a:cubicBezTo>
                  <a:close/>
                  <a:moveTo>
                    <a:pt x="30" y="18"/>
                  </a:moveTo>
                  <a:cubicBezTo>
                    <a:pt x="30" y="17"/>
                    <a:pt x="30" y="17"/>
                    <a:pt x="30" y="16"/>
                  </a:cubicBezTo>
                  <a:cubicBezTo>
                    <a:pt x="30" y="16"/>
                    <a:pt x="29" y="16"/>
                    <a:pt x="29" y="16"/>
                  </a:cubicBezTo>
                  <a:cubicBezTo>
                    <a:pt x="29" y="16"/>
                    <a:pt x="28" y="16"/>
                    <a:pt x="29" y="17"/>
                  </a:cubicBezTo>
                  <a:cubicBezTo>
                    <a:pt x="29" y="17"/>
                    <a:pt x="30" y="17"/>
                    <a:pt x="30" y="18"/>
                  </a:cubicBezTo>
                  <a:close/>
                  <a:moveTo>
                    <a:pt x="42" y="164"/>
                  </a:moveTo>
                  <a:cubicBezTo>
                    <a:pt x="42" y="164"/>
                    <a:pt x="42" y="165"/>
                    <a:pt x="42" y="164"/>
                  </a:cubicBezTo>
                  <a:cubicBezTo>
                    <a:pt x="42" y="164"/>
                    <a:pt x="42" y="164"/>
                    <a:pt x="42" y="164"/>
                  </a:cubicBezTo>
                  <a:close/>
                  <a:moveTo>
                    <a:pt x="44" y="163"/>
                  </a:moveTo>
                  <a:cubicBezTo>
                    <a:pt x="44" y="163"/>
                    <a:pt x="43" y="163"/>
                    <a:pt x="43" y="163"/>
                  </a:cubicBezTo>
                  <a:cubicBezTo>
                    <a:pt x="43" y="163"/>
                    <a:pt x="42" y="162"/>
                    <a:pt x="42" y="162"/>
                  </a:cubicBezTo>
                  <a:cubicBezTo>
                    <a:pt x="41" y="162"/>
                    <a:pt x="41" y="163"/>
                    <a:pt x="41" y="163"/>
                  </a:cubicBezTo>
                  <a:cubicBezTo>
                    <a:pt x="40" y="163"/>
                    <a:pt x="40" y="163"/>
                    <a:pt x="40" y="164"/>
                  </a:cubicBezTo>
                  <a:cubicBezTo>
                    <a:pt x="40" y="165"/>
                    <a:pt x="41" y="164"/>
                    <a:pt x="41" y="164"/>
                  </a:cubicBezTo>
                  <a:cubicBezTo>
                    <a:pt x="41" y="164"/>
                    <a:pt x="42" y="165"/>
                    <a:pt x="42" y="164"/>
                  </a:cubicBezTo>
                  <a:cubicBezTo>
                    <a:pt x="42" y="164"/>
                    <a:pt x="42" y="164"/>
                    <a:pt x="42" y="164"/>
                  </a:cubicBezTo>
                  <a:cubicBezTo>
                    <a:pt x="42" y="164"/>
                    <a:pt x="42" y="164"/>
                    <a:pt x="43" y="164"/>
                  </a:cubicBezTo>
                  <a:cubicBezTo>
                    <a:pt x="43" y="164"/>
                    <a:pt x="44" y="165"/>
                    <a:pt x="44" y="165"/>
                  </a:cubicBezTo>
                  <a:cubicBezTo>
                    <a:pt x="44" y="164"/>
                    <a:pt x="45" y="164"/>
                    <a:pt x="45" y="164"/>
                  </a:cubicBezTo>
                  <a:cubicBezTo>
                    <a:pt x="45" y="163"/>
                    <a:pt x="45" y="163"/>
                    <a:pt x="44" y="163"/>
                  </a:cubicBezTo>
                  <a:close/>
                  <a:moveTo>
                    <a:pt x="70" y="103"/>
                  </a:moveTo>
                  <a:cubicBezTo>
                    <a:pt x="71" y="103"/>
                    <a:pt x="72" y="103"/>
                    <a:pt x="71" y="102"/>
                  </a:cubicBezTo>
                  <a:cubicBezTo>
                    <a:pt x="71" y="101"/>
                    <a:pt x="70" y="100"/>
                    <a:pt x="69" y="101"/>
                  </a:cubicBezTo>
                  <a:cubicBezTo>
                    <a:pt x="68" y="101"/>
                    <a:pt x="69" y="101"/>
                    <a:pt x="69" y="102"/>
                  </a:cubicBezTo>
                  <a:cubicBezTo>
                    <a:pt x="70" y="102"/>
                    <a:pt x="70" y="103"/>
                    <a:pt x="70" y="103"/>
                  </a:cubicBezTo>
                  <a:close/>
                  <a:moveTo>
                    <a:pt x="43" y="83"/>
                  </a:moveTo>
                  <a:cubicBezTo>
                    <a:pt x="43" y="83"/>
                    <a:pt x="44" y="84"/>
                    <a:pt x="45" y="84"/>
                  </a:cubicBezTo>
                  <a:cubicBezTo>
                    <a:pt x="45" y="84"/>
                    <a:pt x="45" y="83"/>
                    <a:pt x="45" y="83"/>
                  </a:cubicBezTo>
                  <a:cubicBezTo>
                    <a:pt x="46" y="82"/>
                    <a:pt x="45" y="82"/>
                    <a:pt x="45" y="82"/>
                  </a:cubicBezTo>
                  <a:cubicBezTo>
                    <a:pt x="45" y="82"/>
                    <a:pt x="45" y="81"/>
                    <a:pt x="44" y="81"/>
                  </a:cubicBezTo>
                  <a:cubicBezTo>
                    <a:pt x="45" y="80"/>
                    <a:pt x="44" y="81"/>
                    <a:pt x="43" y="81"/>
                  </a:cubicBezTo>
                  <a:cubicBezTo>
                    <a:pt x="43" y="81"/>
                    <a:pt x="42" y="80"/>
                    <a:pt x="43" y="80"/>
                  </a:cubicBezTo>
                  <a:cubicBezTo>
                    <a:pt x="42" y="81"/>
                    <a:pt x="42" y="82"/>
                    <a:pt x="43" y="83"/>
                  </a:cubicBezTo>
                  <a:close/>
                  <a:moveTo>
                    <a:pt x="46" y="90"/>
                  </a:moveTo>
                  <a:cubicBezTo>
                    <a:pt x="46" y="90"/>
                    <a:pt x="45" y="90"/>
                    <a:pt x="45" y="91"/>
                  </a:cubicBezTo>
                  <a:cubicBezTo>
                    <a:pt x="45" y="91"/>
                    <a:pt x="45" y="92"/>
                    <a:pt x="45" y="93"/>
                  </a:cubicBezTo>
                  <a:cubicBezTo>
                    <a:pt x="45" y="93"/>
                    <a:pt x="44" y="93"/>
                    <a:pt x="45" y="94"/>
                  </a:cubicBezTo>
                  <a:cubicBezTo>
                    <a:pt x="45" y="95"/>
                    <a:pt x="46" y="95"/>
                    <a:pt x="45" y="95"/>
                  </a:cubicBezTo>
                  <a:cubicBezTo>
                    <a:pt x="45" y="95"/>
                    <a:pt x="45" y="95"/>
                    <a:pt x="45" y="95"/>
                  </a:cubicBezTo>
                  <a:cubicBezTo>
                    <a:pt x="45" y="95"/>
                    <a:pt x="45" y="96"/>
                    <a:pt x="46" y="96"/>
                  </a:cubicBezTo>
                  <a:cubicBezTo>
                    <a:pt x="46" y="95"/>
                    <a:pt x="46" y="94"/>
                    <a:pt x="46" y="92"/>
                  </a:cubicBezTo>
                  <a:cubicBezTo>
                    <a:pt x="46" y="92"/>
                    <a:pt x="46" y="91"/>
                    <a:pt x="46" y="90"/>
                  </a:cubicBezTo>
                  <a:cubicBezTo>
                    <a:pt x="46" y="90"/>
                    <a:pt x="47" y="90"/>
                    <a:pt x="46" y="9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98" name="Peru">
              <a:extLst>
                <a:ext uri="{FF2B5EF4-FFF2-40B4-BE49-F238E27FC236}">
                  <a16:creationId xmlns:a16="http://schemas.microsoft.com/office/drawing/2014/main" id="{90A115E2-96D6-87D5-1950-B6D1CD913B3A}"/>
                </a:ext>
              </a:extLst>
            </p:cNvPr>
            <p:cNvSpPr>
              <a:spLocks/>
            </p:cNvSpPr>
            <p:nvPr/>
          </p:nvSpPr>
          <p:spPr bwMode="auto">
            <a:xfrm>
              <a:off x="2903215" y="4044351"/>
              <a:ext cx="453816" cy="715519"/>
            </a:xfrm>
            <a:custGeom>
              <a:avLst/>
              <a:gdLst/>
              <a:ahLst/>
              <a:cxnLst>
                <a:cxn ang="0">
                  <a:pos x="123" y="178"/>
                </a:cxn>
                <a:cxn ang="0">
                  <a:pos x="119" y="175"/>
                </a:cxn>
                <a:cxn ang="0">
                  <a:pos x="118" y="170"/>
                </a:cxn>
                <a:cxn ang="0">
                  <a:pos x="122" y="170"/>
                </a:cxn>
                <a:cxn ang="0">
                  <a:pos x="123" y="164"/>
                </a:cxn>
                <a:cxn ang="0">
                  <a:pos x="127" y="156"/>
                </a:cxn>
                <a:cxn ang="0">
                  <a:pos x="125" y="146"/>
                </a:cxn>
                <a:cxn ang="0">
                  <a:pos x="122" y="128"/>
                </a:cxn>
                <a:cxn ang="0">
                  <a:pos x="108" y="120"/>
                </a:cxn>
                <a:cxn ang="0">
                  <a:pos x="106" y="105"/>
                </a:cxn>
                <a:cxn ang="0">
                  <a:pos x="91" y="110"/>
                </a:cxn>
                <a:cxn ang="0">
                  <a:pos x="81" y="104"/>
                </a:cxn>
                <a:cxn ang="0">
                  <a:pos x="80" y="96"/>
                </a:cxn>
                <a:cxn ang="0">
                  <a:pos x="75" y="85"/>
                </a:cxn>
                <a:cxn ang="0">
                  <a:pos x="74" y="79"/>
                </a:cxn>
                <a:cxn ang="0">
                  <a:pos x="79" y="67"/>
                </a:cxn>
                <a:cxn ang="0">
                  <a:pos x="84" y="56"/>
                </a:cxn>
                <a:cxn ang="0">
                  <a:pos x="91" y="50"/>
                </a:cxn>
                <a:cxn ang="0">
                  <a:pos x="101" y="47"/>
                </a:cxn>
                <a:cxn ang="0">
                  <a:pos x="107" y="47"/>
                </a:cxn>
                <a:cxn ang="0">
                  <a:pos x="105" y="38"/>
                </a:cxn>
                <a:cxn ang="0">
                  <a:pos x="106" y="28"/>
                </a:cxn>
                <a:cxn ang="0">
                  <a:pos x="100" y="25"/>
                </a:cxn>
                <a:cxn ang="0">
                  <a:pos x="95" y="26"/>
                </a:cxn>
                <a:cxn ang="0">
                  <a:pos x="89" y="27"/>
                </a:cxn>
                <a:cxn ang="0">
                  <a:pos x="82" y="27"/>
                </a:cxn>
                <a:cxn ang="0">
                  <a:pos x="79" y="22"/>
                </a:cxn>
                <a:cxn ang="0">
                  <a:pos x="74" y="16"/>
                </a:cxn>
                <a:cxn ang="0">
                  <a:pos x="68" y="11"/>
                </a:cxn>
                <a:cxn ang="0">
                  <a:pos x="63" y="3"/>
                </a:cxn>
                <a:cxn ang="0">
                  <a:pos x="56" y="4"/>
                </a:cxn>
                <a:cxn ang="0">
                  <a:pos x="55" y="17"/>
                </a:cxn>
                <a:cxn ang="0">
                  <a:pos x="30" y="38"/>
                </a:cxn>
                <a:cxn ang="0">
                  <a:pos x="28" y="42"/>
                </a:cxn>
                <a:cxn ang="0">
                  <a:pos x="25" y="51"/>
                </a:cxn>
                <a:cxn ang="0">
                  <a:pos x="18" y="50"/>
                </a:cxn>
                <a:cxn ang="0">
                  <a:pos x="8" y="46"/>
                </a:cxn>
                <a:cxn ang="0">
                  <a:pos x="9" y="37"/>
                </a:cxn>
                <a:cxn ang="0">
                  <a:pos x="0" y="52"/>
                </a:cxn>
                <a:cxn ang="0">
                  <a:pos x="5" y="64"/>
                </a:cxn>
                <a:cxn ang="0">
                  <a:pos x="15" y="77"/>
                </a:cxn>
                <a:cxn ang="0">
                  <a:pos x="25" y="93"/>
                </a:cxn>
                <a:cxn ang="0">
                  <a:pos x="29" y="102"/>
                </a:cxn>
                <a:cxn ang="0">
                  <a:pos x="33" y="111"/>
                </a:cxn>
                <a:cxn ang="0">
                  <a:pos x="42" y="126"/>
                </a:cxn>
                <a:cxn ang="0">
                  <a:pos x="49" y="138"/>
                </a:cxn>
                <a:cxn ang="0">
                  <a:pos x="54" y="153"/>
                </a:cxn>
                <a:cxn ang="0">
                  <a:pos x="58" y="159"/>
                </a:cxn>
                <a:cxn ang="0">
                  <a:pos x="67" y="169"/>
                </a:cxn>
                <a:cxn ang="0">
                  <a:pos x="78" y="175"/>
                </a:cxn>
                <a:cxn ang="0">
                  <a:pos x="91" y="182"/>
                </a:cxn>
                <a:cxn ang="0">
                  <a:pos x="101" y="189"/>
                </a:cxn>
                <a:cxn ang="0">
                  <a:pos x="117" y="202"/>
                </a:cxn>
                <a:cxn ang="0">
                  <a:pos x="123" y="190"/>
                </a:cxn>
                <a:cxn ang="0">
                  <a:pos x="127" y="182"/>
                </a:cxn>
              </a:cxnLst>
              <a:rect l="0" t="0" r="r" b="b"/>
              <a:pathLst>
                <a:path w="128" h="202">
                  <a:moveTo>
                    <a:pt x="127" y="181"/>
                  </a:moveTo>
                  <a:cubicBezTo>
                    <a:pt x="127" y="180"/>
                    <a:pt x="127" y="180"/>
                    <a:pt x="127" y="179"/>
                  </a:cubicBezTo>
                  <a:cubicBezTo>
                    <a:pt x="127" y="180"/>
                    <a:pt x="128" y="179"/>
                    <a:pt x="128" y="178"/>
                  </a:cubicBezTo>
                  <a:cubicBezTo>
                    <a:pt x="127" y="178"/>
                    <a:pt x="127" y="178"/>
                    <a:pt x="126" y="179"/>
                  </a:cubicBezTo>
                  <a:cubicBezTo>
                    <a:pt x="126" y="179"/>
                    <a:pt x="125" y="179"/>
                    <a:pt x="125" y="179"/>
                  </a:cubicBezTo>
                  <a:cubicBezTo>
                    <a:pt x="125" y="179"/>
                    <a:pt x="124" y="179"/>
                    <a:pt x="124" y="178"/>
                  </a:cubicBezTo>
                  <a:cubicBezTo>
                    <a:pt x="124" y="178"/>
                    <a:pt x="123" y="179"/>
                    <a:pt x="123" y="178"/>
                  </a:cubicBezTo>
                  <a:cubicBezTo>
                    <a:pt x="122" y="178"/>
                    <a:pt x="123" y="177"/>
                    <a:pt x="123" y="176"/>
                  </a:cubicBezTo>
                  <a:cubicBezTo>
                    <a:pt x="123" y="176"/>
                    <a:pt x="121" y="176"/>
                    <a:pt x="121" y="176"/>
                  </a:cubicBezTo>
                  <a:cubicBezTo>
                    <a:pt x="121" y="176"/>
                    <a:pt x="121" y="175"/>
                    <a:pt x="120" y="175"/>
                  </a:cubicBezTo>
                  <a:cubicBezTo>
                    <a:pt x="120" y="175"/>
                    <a:pt x="120" y="174"/>
                    <a:pt x="119" y="174"/>
                  </a:cubicBezTo>
                  <a:cubicBezTo>
                    <a:pt x="119" y="174"/>
                    <a:pt x="119" y="174"/>
                    <a:pt x="119" y="174"/>
                  </a:cubicBezTo>
                  <a:cubicBezTo>
                    <a:pt x="119" y="175"/>
                    <a:pt x="120" y="175"/>
                    <a:pt x="119" y="175"/>
                  </a:cubicBezTo>
                  <a:cubicBezTo>
                    <a:pt x="119" y="175"/>
                    <a:pt x="119" y="175"/>
                    <a:pt x="119" y="175"/>
                  </a:cubicBezTo>
                  <a:cubicBezTo>
                    <a:pt x="118" y="175"/>
                    <a:pt x="118" y="175"/>
                    <a:pt x="118" y="175"/>
                  </a:cubicBezTo>
                  <a:cubicBezTo>
                    <a:pt x="117" y="175"/>
                    <a:pt x="117" y="174"/>
                    <a:pt x="117" y="174"/>
                  </a:cubicBezTo>
                  <a:cubicBezTo>
                    <a:pt x="117" y="173"/>
                    <a:pt x="117" y="173"/>
                    <a:pt x="118" y="173"/>
                  </a:cubicBezTo>
                  <a:cubicBezTo>
                    <a:pt x="118" y="173"/>
                    <a:pt x="118" y="172"/>
                    <a:pt x="118" y="171"/>
                  </a:cubicBezTo>
                  <a:cubicBezTo>
                    <a:pt x="119" y="172"/>
                    <a:pt x="118" y="173"/>
                    <a:pt x="119" y="173"/>
                  </a:cubicBezTo>
                  <a:cubicBezTo>
                    <a:pt x="120" y="174"/>
                    <a:pt x="120" y="173"/>
                    <a:pt x="119" y="172"/>
                  </a:cubicBezTo>
                  <a:cubicBezTo>
                    <a:pt x="119" y="172"/>
                    <a:pt x="118" y="171"/>
                    <a:pt x="118" y="170"/>
                  </a:cubicBezTo>
                  <a:cubicBezTo>
                    <a:pt x="117" y="169"/>
                    <a:pt x="118" y="169"/>
                    <a:pt x="119" y="169"/>
                  </a:cubicBezTo>
                  <a:cubicBezTo>
                    <a:pt x="119" y="169"/>
                    <a:pt x="118" y="169"/>
                    <a:pt x="118" y="169"/>
                  </a:cubicBezTo>
                  <a:cubicBezTo>
                    <a:pt x="118" y="168"/>
                    <a:pt x="119" y="169"/>
                    <a:pt x="120" y="168"/>
                  </a:cubicBezTo>
                  <a:cubicBezTo>
                    <a:pt x="120" y="168"/>
                    <a:pt x="119" y="168"/>
                    <a:pt x="120" y="168"/>
                  </a:cubicBezTo>
                  <a:cubicBezTo>
                    <a:pt x="120" y="168"/>
                    <a:pt x="120" y="168"/>
                    <a:pt x="120" y="169"/>
                  </a:cubicBezTo>
                  <a:cubicBezTo>
                    <a:pt x="121" y="169"/>
                    <a:pt x="121" y="169"/>
                    <a:pt x="122" y="169"/>
                  </a:cubicBezTo>
                  <a:cubicBezTo>
                    <a:pt x="122" y="170"/>
                    <a:pt x="122" y="170"/>
                    <a:pt x="122" y="170"/>
                  </a:cubicBezTo>
                  <a:cubicBezTo>
                    <a:pt x="122" y="170"/>
                    <a:pt x="123" y="170"/>
                    <a:pt x="123" y="171"/>
                  </a:cubicBezTo>
                  <a:cubicBezTo>
                    <a:pt x="123" y="171"/>
                    <a:pt x="123" y="170"/>
                    <a:pt x="123" y="170"/>
                  </a:cubicBezTo>
                  <a:cubicBezTo>
                    <a:pt x="123" y="170"/>
                    <a:pt x="123" y="171"/>
                    <a:pt x="123" y="171"/>
                  </a:cubicBezTo>
                  <a:cubicBezTo>
                    <a:pt x="124" y="171"/>
                    <a:pt x="123" y="170"/>
                    <a:pt x="124" y="170"/>
                  </a:cubicBezTo>
                  <a:cubicBezTo>
                    <a:pt x="124" y="169"/>
                    <a:pt x="124" y="169"/>
                    <a:pt x="124" y="169"/>
                  </a:cubicBezTo>
                  <a:cubicBezTo>
                    <a:pt x="124" y="168"/>
                    <a:pt x="125" y="168"/>
                    <a:pt x="125" y="168"/>
                  </a:cubicBezTo>
                  <a:cubicBezTo>
                    <a:pt x="125" y="168"/>
                    <a:pt x="123" y="165"/>
                    <a:pt x="123" y="164"/>
                  </a:cubicBezTo>
                  <a:cubicBezTo>
                    <a:pt x="123" y="164"/>
                    <a:pt x="122" y="163"/>
                    <a:pt x="123" y="163"/>
                  </a:cubicBezTo>
                  <a:cubicBezTo>
                    <a:pt x="123" y="162"/>
                    <a:pt x="124" y="162"/>
                    <a:pt x="124" y="162"/>
                  </a:cubicBezTo>
                  <a:cubicBezTo>
                    <a:pt x="123" y="161"/>
                    <a:pt x="123" y="161"/>
                    <a:pt x="124" y="160"/>
                  </a:cubicBezTo>
                  <a:cubicBezTo>
                    <a:pt x="124" y="160"/>
                    <a:pt x="124" y="160"/>
                    <a:pt x="124" y="160"/>
                  </a:cubicBezTo>
                  <a:cubicBezTo>
                    <a:pt x="124" y="159"/>
                    <a:pt x="125" y="159"/>
                    <a:pt x="126" y="158"/>
                  </a:cubicBezTo>
                  <a:cubicBezTo>
                    <a:pt x="126" y="158"/>
                    <a:pt x="125" y="157"/>
                    <a:pt x="126" y="157"/>
                  </a:cubicBezTo>
                  <a:cubicBezTo>
                    <a:pt x="126" y="156"/>
                    <a:pt x="127" y="157"/>
                    <a:pt x="127" y="156"/>
                  </a:cubicBezTo>
                  <a:cubicBezTo>
                    <a:pt x="127" y="156"/>
                    <a:pt x="126" y="155"/>
                    <a:pt x="126" y="155"/>
                  </a:cubicBezTo>
                  <a:cubicBezTo>
                    <a:pt x="126" y="154"/>
                    <a:pt x="126" y="154"/>
                    <a:pt x="125" y="154"/>
                  </a:cubicBezTo>
                  <a:cubicBezTo>
                    <a:pt x="125" y="153"/>
                    <a:pt x="125" y="153"/>
                    <a:pt x="125" y="153"/>
                  </a:cubicBezTo>
                  <a:cubicBezTo>
                    <a:pt x="125" y="152"/>
                    <a:pt x="125" y="151"/>
                    <a:pt x="125" y="151"/>
                  </a:cubicBezTo>
                  <a:cubicBezTo>
                    <a:pt x="124" y="151"/>
                    <a:pt x="124" y="150"/>
                    <a:pt x="124" y="150"/>
                  </a:cubicBezTo>
                  <a:cubicBezTo>
                    <a:pt x="125" y="150"/>
                    <a:pt x="125" y="149"/>
                    <a:pt x="125" y="149"/>
                  </a:cubicBezTo>
                  <a:cubicBezTo>
                    <a:pt x="125" y="148"/>
                    <a:pt x="125" y="147"/>
                    <a:pt x="125" y="146"/>
                  </a:cubicBezTo>
                  <a:cubicBezTo>
                    <a:pt x="125" y="145"/>
                    <a:pt x="125" y="144"/>
                    <a:pt x="125" y="144"/>
                  </a:cubicBezTo>
                  <a:cubicBezTo>
                    <a:pt x="124" y="142"/>
                    <a:pt x="124" y="142"/>
                    <a:pt x="125" y="141"/>
                  </a:cubicBezTo>
                  <a:cubicBezTo>
                    <a:pt x="126" y="140"/>
                    <a:pt x="127" y="140"/>
                    <a:pt x="127" y="139"/>
                  </a:cubicBezTo>
                  <a:cubicBezTo>
                    <a:pt x="126" y="139"/>
                    <a:pt x="126" y="139"/>
                    <a:pt x="126" y="139"/>
                  </a:cubicBezTo>
                  <a:cubicBezTo>
                    <a:pt x="126" y="138"/>
                    <a:pt x="127" y="138"/>
                    <a:pt x="127" y="138"/>
                  </a:cubicBezTo>
                  <a:cubicBezTo>
                    <a:pt x="127" y="137"/>
                    <a:pt x="126" y="136"/>
                    <a:pt x="126" y="135"/>
                  </a:cubicBezTo>
                  <a:cubicBezTo>
                    <a:pt x="125" y="133"/>
                    <a:pt x="123" y="131"/>
                    <a:pt x="122" y="128"/>
                  </a:cubicBezTo>
                  <a:cubicBezTo>
                    <a:pt x="121" y="127"/>
                    <a:pt x="121" y="126"/>
                    <a:pt x="120" y="125"/>
                  </a:cubicBezTo>
                  <a:cubicBezTo>
                    <a:pt x="119" y="124"/>
                    <a:pt x="119" y="123"/>
                    <a:pt x="118" y="122"/>
                  </a:cubicBezTo>
                  <a:cubicBezTo>
                    <a:pt x="118" y="122"/>
                    <a:pt x="118" y="121"/>
                    <a:pt x="117" y="121"/>
                  </a:cubicBezTo>
                  <a:cubicBezTo>
                    <a:pt x="116" y="121"/>
                    <a:pt x="116" y="121"/>
                    <a:pt x="116" y="121"/>
                  </a:cubicBezTo>
                  <a:cubicBezTo>
                    <a:pt x="115" y="120"/>
                    <a:pt x="114" y="120"/>
                    <a:pt x="114" y="120"/>
                  </a:cubicBezTo>
                  <a:cubicBezTo>
                    <a:pt x="112" y="121"/>
                    <a:pt x="111" y="123"/>
                    <a:pt x="109" y="122"/>
                  </a:cubicBezTo>
                  <a:cubicBezTo>
                    <a:pt x="109" y="121"/>
                    <a:pt x="109" y="121"/>
                    <a:pt x="108" y="120"/>
                  </a:cubicBezTo>
                  <a:cubicBezTo>
                    <a:pt x="108" y="120"/>
                    <a:pt x="107" y="121"/>
                    <a:pt x="107" y="121"/>
                  </a:cubicBezTo>
                  <a:cubicBezTo>
                    <a:pt x="107" y="118"/>
                    <a:pt x="107" y="115"/>
                    <a:pt x="106" y="112"/>
                  </a:cubicBezTo>
                  <a:cubicBezTo>
                    <a:pt x="106" y="111"/>
                    <a:pt x="106" y="108"/>
                    <a:pt x="107" y="108"/>
                  </a:cubicBezTo>
                  <a:cubicBezTo>
                    <a:pt x="107" y="108"/>
                    <a:pt x="107" y="107"/>
                    <a:pt x="107" y="107"/>
                  </a:cubicBezTo>
                  <a:cubicBezTo>
                    <a:pt x="107" y="106"/>
                    <a:pt x="107" y="106"/>
                    <a:pt x="106" y="105"/>
                  </a:cubicBezTo>
                  <a:cubicBezTo>
                    <a:pt x="107" y="106"/>
                    <a:pt x="107" y="104"/>
                    <a:pt x="107" y="104"/>
                  </a:cubicBezTo>
                  <a:cubicBezTo>
                    <a:pt x="107" y="103"/>
                    <a:pt x="106" y="105"/>
                    <a:pt x="106" y="105"/>
                  </a:cubicBezTo>
                  <a:cubicBezTo>
                    <a:pt x="105" y="106"/>
                    <a:pt x="104" y="106"/>
                    <a:pt x="103" y="107"/>
                  </a:cubicBezTo>
                  <a:cubicBezTo>
                    <a:pt x="103" y="108"/>
                    <a:pt x="103" y="108"/>
                    <a:pt x="102" y="108"/>
                  </a:cubicBezTo>
                  <a:cubicBezTo>
                    <a:pt x="101" y="109"/>
                    <a:pt x="101" y="109"/>
                    <a:pt x="101" y="109"/>
                  </a:cubicBezTo>
                  <a:cubicBezTo>
                    <a:pt x="101" y="110"/>
                    <a:pt x="100" y="110"/>
                    <a:pt x="100" y="110"/>
                  </a:cubicBezTo>
                  <a:cubicBezTo>
                    <a:pt x="100" y="110"/>
                    <a:pt x="99" y="110"/>
                    <a:pt x="98" y="110"/>
                  </a:cubicBezTo>
                  <a:cubicBezTo>
                    <a:pt x="97" y="110"/>
                    <a:pt x="96" y="110"/>
                    <a:pt x="95" y="110"/>
                  </a:cubicBezTo>
                  <a:cubicBezTo>
                    <a:pt x="94" y="110"/>
                    <a:pt x="93" y="110"/>
                    <a:pt x="91" y="110"/>
                  </a:cubicBezTo>
                  <a:cubicBezTo>
                    <a:pt x="92" y="110"/>
                    <a:pt x="92" y="109"/>
                    <a:pt x="92" y="109"/>
                  </a:cubicBezTo>
                  <a:cubicBezTo>
                    <a:pt x="92" y="108"/>
                    <a:pt x="91" y="108"/>
                    <a:pt x="91" y="108"/>
                  </a:cubicBezTo>
                  <a:cubicBezTo>
                    <a:pt x="90" y="107"/>
                    <a:pt x="90" y="106"/>
                    <a:pt x="90" y="106"/>
                  </a:cubicBezTo>
                  <a:cubicBezTo>
                    <a:pt x="90" y="105"/>
                    <a:pt x="90" y="105"/>
                    <a:pt x="89" y="105"/>
                  </a:cubicBezTo>
                  <a:cubicBezTo>
                    <a:pt x="89" y="104"/>
                    <a:pt x="88" y="105"/>
                    <a:pt x="88" y="104"/>
                  </a:cubicBezTo>
                  <a:cubicBezTo>
                    <a:pt x="87" y="104"/>
                    <a:pt x="87" y="104"/>
                    <a:pt x="86" y="104"/>
                  </a:cubicBezTo>
                  <a:cubicBezTo>
                    <a:pt x="84" y="104"/>
                    <a:pt x="83" y="104"/>
                    <a:pt x="81" y="104"/>
                  </a:cubicBezTo>
                  <a:cubicBezTo>
                    <a:pt x="81" y="103"/>
                    <a:pt x="82" y="103"/>
                    <a:pt x="82" y="103"/>
                  </a:cubicBezTo>
                  <a:cubicBezTo>
                    <a:pt x="82" y="102"/>
                    <a:pt x="82" y="102"/>
                    <a:pt x="82" y="102"/>
                  </a:cubicBezTo>
                  <a:cubicBezTo>
                    <a:pt x="82" y="102"/>
                    <a:pt x="83" y="102"/>
                    <a:pt x="83" y="102"/>
                  </a:cubicBezTo>
                  <a:cubicBezTo>
                    <a:pt x="83" y="101"/>
                    <a:pt x="83" y="101"/>
                    <a:pt x="83" y="101"/>
                  </a:cubicBezTo>
                  <a:cubicBezTo>
                    <a:pt x="83" y="101"/>
                    <a:pt x="83" y="101"/>
                    <a:pt x="83" y="101"/>
                  </a:cubicBezTo>
                  <a:cubicBezTo>
                    <a:pt x="84" y="100"/>
                    <a:pt x="82" y="98"/>
                    <a:pt x="82" y="97"/>
                  </a:cubicBezTo>
                  <a:cubicBezTo>
                    <a:pt x="81" y="96"/>
                    <a:pt x="81" y="96"/>
                    <a:pt x="80" y="96"/>
                  </a:cubicBezTo>
                  <a:cubicBezTo>
                    <a:pt x="79" y="95"/>
                    <a:pt x="79" y="94"/>
                    <a:pt x="79" y="94"/>
                  </a:cubicBezTo>
                  <a:cubicBezTo>
                    <a:pt x="79" y="93"/>
                    <a:pt x="78" y="93"/>
                    <a:pt x="78" y="93"/>
                  </a:cubicBezTo>
                  <a:cubicBezTo>
                    <a:pt x="77" y="92"/>
                    <a:pt x="77" y="91"/>
                    <a:pt x="77" y="90"/>
                  </a:cubicBezTo>
                  <a:cubicBezTo>
                    <a:pt x="77" y="90"/>
                    <a:pt x="76" y="89"/>
                    <a:pt x="76" y="88"/>
                  </a:cubicBezTo>
                  <a:cubicBezTo>
                    <a:pt x="75" y="88"/>
                    <a:pt x="75" y="88"/>
                    <a:pt x="75" y="87"/>
                  </a:cubicBezTo>
                  <a:cubicBezTo>
                    <a:pt x="74" y="87"/>
                    <a:pt x="75" y="87"/>
                    <a:pt x="75" y="87"/>
                  </a:cubicBezTo>
                  <a:cubicBezTo>
                    <a:pt x="76" y="86"/>
                    <a:pt x="75" y="86"/>
                    <a:pt x="75" y="85"/>
                  </a:cubicBezTo>
                  <a:cubicBezTo>
                    <a:pt x="74" y="85"/>
                    <a:pt x="73" y="84"/>
                    <a:pt x="72" y="83"/>
                  </a:cubicBezTo>
                  <a:cubicBezTo>
                    <a:pt x="72" y="83"/>
                    <a:pt x="72" y="83"/>
                    <a:pt x="72" y="83"/>
                  </a:cubicBezTo>
                  <a:cubicBezTo>
                    <a:pt x="73" y="83"/>
                    <a:pt x="73" y="83"/>
                    <a:pt x="73" y="82"/>
                  </a:cubicBezTo>
                  <a:cubicBezTo>
                    <a:pt x="73" y="82"/>
                    <a:pt x="72" y="81"/>
                    <a:pt x="73" y="81"/>
                  </a:cubicBezTo>
                  <a:cubicBezTo>
                    <a:pt x="73" y="81"/>
                    <a:pt x="73" y="81"/>
                    <a:pt x="74" y="81"/>
                  </a:cubicBezTo>
                  <a:cubicBezTo>
                    <a:pt x="74" y="81"/>
                    <a:pt x="74" y="81"/>
                    <a:pt x="75" y="81"/>
                  </a:cubicBezTo>
                  <a:cubicBezTo>
                    <a:pt x="76" y="81"/>
                    <a:pt x="74" y="79"/>
                    <a:pt x="74" y="79"/>
                  </a:cubicBezTo>
                  <a:cubicBezTo>
                    <a:pt x="74" y="78"/>
                    <a:pt x="74" y="77"/>
                    <a:pt x="74" y="76"/>
                  </a:cubicBezTo>
                  <a:cubicBezTo>
                    <a:pt x="74" y="76"/>
                    <a:pt x="75" y="75"/>
                    <a:pt x="75" y="75"/>
                  </a:cubicBezTo>
                  <a:cubicBezTo>
                    <a:pt x="76" y="74"/>
                    <a:pt x="77" y="73"/>
                    <a:pt x="78" y="73"/>
                  </a:cubicBezTo>
                  <a:cubicBezTo>
                    <a:pt x="79" y="72"/>
                    <a:pt x="79" y="73"/>
                    <a:pt x="80" y="72"/>
                  </a:cubicBezTo>
                  <a:cubicBezTo>
                    <a:pt x="80" y="72"/>
                    <a:pt x="80" y="71"/>
                    <a:pt x="80" y="70"/>
                  </a:cubicBezTo>
                  <a:cubicBezTo>
                    <a:pt x="80" y="70"/>
                    <a:pt x="80" y="69"/>
                    <a:pt x="80" y="68"/>
                  </a:cubicBezTo>
                  <a:cubicBezTo>
                    <a:pt x="79" y="68"/>
                    <a:pt x="79" y="68"/>
                    <a:pt x="79" y="67"/>
                  </a:cubicBezTo>
                  <a:cubicBezTo>
                    <a:pt x="79" y="66"/>
                    <a:pt x="80" y="65"/>
                    <a:pt x="81" y="64"/>
                  </a:cubicBezTo>
                  <a:cubicBezTo>
                    <a:pt x="81" y="63"/>
                    <a:pt x="82" y="62"/>
                    <a:pt x="82" y="62"/>
                  </a:cubicBezTo>
                  <a:cubicBezTo>
                    <a:pt x="82" y="61"/>
                    <a:pt x="81" y="61"/>
                    <a:pt x="82" y="60"/>
                  </a:cubicBezTo>
                  <a:cubicBezTo>
                    <a:pt x="82" y="59"/>
                    <a:pt x="82" y="59"/>
                    <a:pt x="82" y="58"/>
                  </a:cubicBezTo>
                  <a:cubicBezTo>
                    <a:pt x="82" y="58"/>
                    <a:pt x="82" y="57"/>
                    <a:pt x="82" y="57"/>
                  </a:cubicBezTo>
                  <a:cubicBezTo>
                    <a:pt x="82" y="57"/>
                    <a:pt x="82" y="57"/>
                    <a:pt x="82" y="56"/>
                  </a:cubicBezTo>
                  <a:cubicBezTo>
                    <a:pt x="83" y="56"/>
                    <a:pt x="83" y="56"/>
                    <a:pt x="84" y="56"/>
                  </a:cubicBezTo>
                  <a:cubicBezTo>
                    <a:pt x="85" y="56"/>
                    <a:pt x="84" y="55"/>
                    <a:pt x="85" y="55"/>
                  </a:cubicBezTo>
                  <a:cubicBezTo>
                    <a:pt x="85" y="55"/>
                    <a:pt x="86" y="55"/>
                    <a:pt x="86" y="54"/>
                  </a:cubicBezTo>
                  <a:cubicBezTo>
                    <a:pt x="87" y="54"/>
                    <a:pt x="87" y="53"/>
                    <a:pt x="87" y="53"/>
                  </a:cubicBezTo>
                  <a:cubicBezTo>
                    <a:pt x="88" y="53"/>
                    <a:pt x="88" y="53"/>
                    <a:pt x="89" y="52"/>
                  </a:cubicBezTo>
                  <a:cubicBezTo>
                    <a:pt x="89" y="52"/>
                    <a:pt x="89" y="51"/>
                    <a:pt x="90" y="51"/>
                  </a:cubicBezTo>
                  <a:cubicBezTo>
                    <a:pt x="90" y="51"/>
                    <a:pt x="90" y="51"/>
                    <a:pt x="91" y="51"/>
                  </a:cubicBezTo>
                  <a:cubicBezTo>
                    <a:pt x="91" y="50"/>
                    <a:pt x="91" y="50"/>
                    <a:pt x="91" y="50"/>
                  </a:cubicBezTo>
                  <a:cubicBezTo>
                    <a:pt x="92" y="50"/>
                    <a:pt x="93" y="49"/>
                    <a:pt x="94" y="50"/>
                  </a:cubicBezTo>
                  <a:cubicBezTo>
                    <a:pt x="94" y="50"/>
                    <a:pt x="96" y="49"/>
                    <a:pt x="96" y="49"/>
                  </a:cubicBezTo>
                  <a:cubicBezTo>
                    <a:pt x="97" y="49"/>
                    <a:pt x="97" y="48"/>
                    <a:pt x="98" y="48"/>
                  </a:cubicBezTo>
                  <a:cubicBezTo>
                    <a:pt x="98" y="48"/>
                    <a:pt x="98" y="49"/>
                    <a:pt x="98" y="48"/>
                  </a:cubicBezTo>
                  <a:cubicBezTo>
                    <a:pt x="99" y="48"/>
                    <a:pt x="99" y="49"/>
                    <a:pt x="99" y="48"/>
                  </a:cubicBezTo>
                  <a:cubicBezTo>
                    <a:pt x="99" y="48"/>
                    <a:pt x="100" y="49"/>
                    <a:pt x="100" y="48"/>
                  </a:cubicBezTo>
                  <a:cubicBezTo>
                    <a:pt x="100" y="49"/>
                    <a:pt x="101" y="47"/>
                    <a:pt x="101" y="47"/>
                  </a:cubicBezTo>
                  <a:cubicBezTo>
                    <a:pt x="102" y="47"/>
                    <a:pt x="102" y="46"/>
                    <a:pt x="102" y="46"/>
                  </a:cubicBezTo>
                  <a:cubicBezTo>
                    <a:pt x="103" y="46"/>
                    <a:pt x="103" y="46"/>
                    <a:pt x="103" y="46"/>
                  </a:cubicBezTo>
                  <a:cubicBezTo>
                    <a:pt x="104" y="46"/>
                    <a:pt x="104" y="46"/>
                    <a:pt x="104" y="46"/>
                  </a:cubicBezTo>
                  <a:cubicBezTo>
                    <a:pt x="104" y="46"/>
                    <a:pt x="104" y="46"/>
                    <a:pt x="105" y="46"/>
                  </a:cubicBezTo>
                  <a:cubicBezTo>
                    <a:pt x="105" y="46"/>
                    <a:pt x="105" y="46"/>
                    <a:pt x="105" y="46"/>
                  </a:cubicBezTo>
                  <a:cubicBezTo>
                    <a:pt x="106" y="46"/>
                    <a:pt x="106" y="46"/>
                    <a:pt x="106" y="46"/>
                  </a:cubicBezTo>
                  <a:cubicBezTo>
                    <a:pt x="107" y="45"/>
                    <a:pt x="107" y="47"/>
                    <a:pt x="107" y="47"/>
                  </a:cubicBezTo>
                  <a:cubicBezTo>
                    <a:pt x="107" y="48"/>
                    <a:pt x="108" y="48"/>
                    <a:pt x="108" y="47"/>
                  </a:cubicBezTo>
                  <a:cubicBezTo>
                    <a:pt x="109" y="46"/>
                    <a:pt x="109" y="49"/>
                    <a:pt x="110" y="48"/>
                  </a:cubicBezTo>
                  <a:cubicBezTo>
                    <a:pt x="111" y="47"/>
                    <a:pt x="110" y="46"/>
                    <a:pt x="109" y="46"/>
                  </a:cubicBezTo>
                  <a:cubicBezTo>
                    <a:pt x="108" y="45"/>
                    <a:pt x="108" y="44"/>
                    <a:pt x="108" y="44"/>
                  </a:cubicBezTo>
                  <a:cubicBezTo>
                    <a:pt x="107" y="43"/>
                    <a:pt x="107" y="41"/>
                    <a:pt x="106" y="42"/>
                  </a:cubicBezTo>
                  <a:cubicBezTo>
                    <a:pt x="105" y="42"/>
                    <a:pt x="104" y="43"/>
                    <a:pt x="103" y="42"/>
                  </a:cubicBezTo>
                  <a:cubicBezTo>
                    <a:pt x="103" y="41"/>
                    <a:pt x="104" y="39"/>
                    <a:pt x="105" y="38"/>
                  </a:cubicBezTo>
                  <a:cubicBezTo>
                    <a:pt x="105" y="37"/>
                    <a:pt x="106" y="35"/>
                    <a:pt x="107" y="34"/>
                  </a:cubicBezTo>
                  <a:cubicBezTo>
                    <a:pt x="107" y="33"/>
                    <a:pt x="109" y="31"/>
                    <a:pt x="109" y="30"/>
                  </a:cubicBezTo>
                  <a:cubicBezTo>
                    <a:pt x="109" y="29"/>
                    <a:pt x="108" y="30"/>
                    <a:pt x="108" y="30"/>
                  </a:cubicBezTo>
                  <a:cubicBezTo>
                    <a:pt x="108" y="30"/>
                    <a:pt x="107" y="29"/>
                    <a:pt x="107" y="29"/>
                  </a:cubicBezTo>
                  <a:cubicBezTo>
                    <a:pt x="107" y="28"/>
                    <a:pt x="107" y="28"/>
                    <a:pt x="106" y="29"/>
                  </a:cubicBezTo>
                  <a:cubicBezTo>
                    <a:pt x="106" y="29"/>
                    <a:pt x="106" y="29"/>
                    <a:pt x="106" y="28"/>
                  </a:cubicBezTo>
                  <a:cubicBezTo>
                    <a:pt x="106" y="28"/>
                    <a:pt x="106" y="28"/>
                    <a:pt x="106" y="28"/>
                  </a:cubicBezTo>
                  <a:cubicBezTo>
                    <a:pt x="106" y="28"/>
                    <a:pt x="106" y="28"/>
                    <a:pt x="105" y="28"/>
                  </a:cubicBezTo>
                  <a:cubicBezTo>
                    <a:pt x="105" y="28"/>
                    <a:pt x="104" y="27"/>
                    <a:pt x="104" y="27"/>
                  </a:cubicBezTo>
                  <a:cubicBezTo>
                    <a:pt x="104" y="27"/>
                    <a:pt x="104" y="27"/>
                    <a:pt x="104" y="28"/>
                  </a:cubicBezTo>
                  <a:cubicBezTo>
                    <a:pt x="104" y="28"/>
                    <a:pt x="102" y="26"/>
                    <a:pt x="102" y="26"/>
                  </a:cubicBezTo>
                  <a:cubicBezTo>
                    <a:pt x="102" y="26"/>
                    <a:pt x="101" y="25"/>
                    <a:pt x="101" y="25"/>
                  </a:cubicBezTo>
                  <a:cubicBezTo>
                    <a:pt x="101" y="25"/>
                    <a:pt x="101" y="25"/>
                    <a:pt x="101" y="25"/>
                  </a:cubicBezTo>
                  <a:cubicBezTo>
                    <a:pt x="101" y="25"/>
                    <a:pt x="100" y="25"/>
                    <a:pt x="100" y="25"/>
                  </a:cubicBezTo>
                  <a:cubicBezTo>
                    <a:pt x="100" y="25"/>
                    <a:pt x="100" y="25"/>
                    <a:pt x="100" y="25"/>
                  </a:cubicBezTo>
                  <a:cubicBezTo>
                    <a:pt x="99" y="25"/>
                    <a:pt x="100" y="25"/>
                    <a:pt x="99" y="26"/>
                  </a:cubicBezTo>
                  <a:cubicBezTo>
                    <a:pt x="99" y="26"/>
                    <a:pt x="99" y="25"/>
                    <a:pt x="99" y="26"/>
                  </a:cubicBezTo>
                  <a:cubicBezTo>
                    <a:pt x="98" y="26"/>
                    <a:pt x="97" y="27"/>
                    <a:pt x="97" y="26"/>
                  </a:cubicBezTo>
                  <a:cubicBezTo>
                    <a:pt x="97" y="26"/>
                    <a:pt x="96" y="26"/>
                    <a:pt x="96" y="26"/>
                  </a:cubicBezTo>
                  <a:cubicBezTo>
                    <a:pt x="96" y="26"/>
                    <a:pt x="96" y="26"/>
                    <a:pt x="96" y="26"/>
                  </a:cubicBezTo>
                  <a:cubicBezTo>
                    <a:pt x="95" y="25"/>
                    <a:pt x="95" y="26"/>
                    <a:pt x="95" y="26"/>
                  </a:cubicBezTo>
                  <a:cubicBezTo>
                    <a:pt x="95" y="26"/>
                    <a:pt x="95" y="25"/>
                    <a:pt x="94" y="25"/>
                  </a:cubicBezTo>
                  <a:cubicBezTo>
                    <a:pt x="94" y="25"/>
                    <a:pt x="93" y="25"/>
                    <a:pt x="93" y="25"/>
                  </a:cubicBezTo>
                  <a:cubicBezTo>
                    <a:pt x="93" y="25"/>
                    <a:pt x="93" y="24"/>
                    <a:pt x="93" y="24"/>
                  </a:cubicBezTo>
                  <a:cubicBezTo>
                    <a:pt x="92" y="24"/>
                    <a:pt x="91" y="26"/>
                    <a:pt x="91" y="26"/>
                  </a:cubicBezTo>
                  <a:cubicBezTo>
                    <a:pt x="91" y="26"/>
                    <a:pt x="91" y="27"/>
                    <a:pt x="90" y="26"/>
                  </a:cubicBezTo>
                  <a:cubicBezTo>
                    <a:pt x="90" y="26"/>
                    <a:pt x="90" y="26"/>
                    <a:pt x="89" y="26"/>
                  </a:cubicBezTo>
                  <a:cubicBezTo>
                    <a:pt x="89" y="27"/>
                    <a:pt x="89" y="27"/>
                    <a:pt x="89" y="27"/>
                  </a:cubicBezTo>
                  <a:cubicBezTo>
                    <a:pt x="88" y="27"/>
                    <a:pt x="88" y="27"/>
                    <a:pt x="88" y="27"/>
                  </a:cubicBezTo>
                  <a:cubicBezTo>
                    <a:pt x="88" y="28"/>
                    <a:pt x="87" y="28"/>
                    <a:pt x="87" y="28"/>
                  </a:cubicBezTo>
                  <a:cubicBezTo>
                    <a:pt x="86" y="27"/>
                    <a:pt x="86" y="27"/>
                    <a:pt x="86" y="27"/>
                  </a:cubicBezTo>
                  <a:cubicBezTo>
                    <a:pt x="85" y="27"/>
                    <a:pt x="85" y="27"/>
                    <a:pt x="84" y="27"/>
                  </a:cubicBezTo>
                  <a:cubicBezTo>
                    <a:pt x="84" y="27"/>
                    <a:pt x="84" y="27"/>
                    <a:pt x="84" y="28"/>
                  </a:cubicBezTo>
                  <a:cubicBezTo>
                    <a:pt x="83" y="28"/>
                    <a:pt x="83" y="27"/>
                    <a:pt x="83" y="27"/>
                  </a:cubicBezTo>
                  <a:cubicBezTo>
                    <a:pt x="83" y="27"/>
                    <a:pt x="83" y="27"/>
                    <a:pt x="82" y="27"/>
                  </a:cubicBezTo>
                  <a:cubicBezTo>
                    <a:pt x="82" y="27"/>
                    <a:pt x="82" y="28"/>
                    <a:pt x="82" y="28"/>
                  </a:cubicBezTo>
                  <a:cubicBezTo>
                    <a:pt x="81" y="28"/>
                    <a:pt x="81" y="27"/>
                    <a:pt x="81" y="27"/>
                  </a:cubicBezTo>
                  <a:cubicBezTo>
                    <a:pt x="80" y="26"/>
                    <a:pt x="80" y="27"/>
                    <a:pt x="80" y="27"/>
                  </a:cubicBezTo>
                  <a:cubicBezTo>
                    <a:pt x="80" y="26"/>
                    <a:pt x="79" y="26"/>
                    <a:pt x="79" y="26"/>
                  </a:cubicBezTo>
                  <a:cubicBezTo>
                    <a:pt x="79" y="26"/>
                    <a:pt x="79" y="25"/>
                    <a:pt x="79" y="25"/>
                  </a:cubicBezTo>
                  <a:cubicBezTo>
                    <a:pt x="79" y="25"/>
                    <a:pt x="79" y="25"/>
                    <a:pt x="79" y="24"/>
                  </a:cubicBezTo>
                  <a:cubicBezTo>
                    <a:pt x="80" y="24"/>
                    <a:pt x="79" y="23"/>
                    <a:pt x="79" y="22"/>
                  </a:cubicBezTo>
                  <a:cubicBezTo>
                    <a:pt x="79" y="22"/>
                    <a:pt x="79" y="20"/>
                    <a:pt x="78" y="20"/>
                  </a:cubicBezTo>
                  <a:cubicBezTo>
                    <a:pt x="78" y="20"/>
                    <a:pt x="78" y="20"/>
                    <a:pt x="77" y="20"/>
                  </a:cubicBezTo>
                  <a:cubicBezTo>
                    <a:pt x="77" y="20"/>
                    <a:pt x="77" y="21"/>
                    <a:pt x="77" y="21"/>
                  </a:cubicBezTo>
                  <a:cubicBezTo>
                    <a:pt x="77" y="21"/>
                    <a:pt x="76" y="20"/>
                    <a:pt x="76" y="20"/>
                  </a:cubicBezTo>
                  <a:cubicBezTo>
                    <a:pt x="76" y="20"/>
                    <a:pt x="75" y="20"/>
                    <a:pt x="75" y="19"/>
                  </a:cubicBezTo>
                  <a:cubicBezTo>
                    <a:pt x="75" y="19"/>
                    <a:pt x="76" y="18"/>
                    <a:pt x="75" y="17"/>
                  </a:cubicBezTo>
                  <a:cubicBezTo>
                    <a:pt x="75" y="17"/>
                    <a:pt x="75" y="16"/>
                    <a:pt x="74" y="16"/>
                  </a:cubicBezTo>
                  <a:cubicBezTo>
                    <a:pt x="74" y="15"/>
                    <a:pt x="74" y="15"/>
                    <a:pt x="73" y="14"/>
                  </a:cubicBezTo>
                  <a:cubicBezTo>
                    <a:pt x="73" y="14"/>
                    <a:pt x="73" y="14"/>
                    <a:pt x="73" y="14"/>
                  </a:cubicBezTo>
                  <a:cubicBezTo>
                    <a:pt x="72" y="15"/>
                    <a:pt x="72" y="14"/>
                    <a:pt x="72" y="14"/>
                  </a:cubicBezTo>
                  <a:cubicBezTo>
                    <a:pt x="71" y="14"/>
                    <a:pt x="72" y="13"/>
                    <a:pt x="71" y="13"/>
                  </a:cubicBezTo>
                  <a:cubicBezTo>
                    <a:pt x="71" y="13"/>
                    <a:pt x="71" y="13"/>
                    <a:pt x="71" y="13"/>
                  </a:cubicBezTo>
                  <a:cubicBezTo>
                    <a:pt x="70" y="13"/>
                    <a:pt x="70" y="12"/>
                    <a:pt x="70" y="12"/>
                  </a:cubicBezTo>
                  <a:cubicBezTo>
                    <a:pt x="70" y="12"/>
                    <a:pt x="68" y="12"/>
                    <a:pt x="68" y="11"/>
                  </a:cubicBezTo>
                  <a:cubicBezTo>
                    <a:pt x="68" y="11"/>
                    <a:pt x="67" y="10"/>
                    <a:pt x="67" y="10"/>
                  </a:cubicBezTo>
                  <a:cubicBezTo>
                    <a:pt x="68" y="10"/>
                    <a:pt x="67" y="9"/>
                    <a:pt x="67" y="9"/>
                  </a:cubicBezTo>
                  <a:cubicBezTo>
                    <a:pt x="66" y="9"/>
                    <a:pt x="67" y="8"/>
                    <a:pt x="66" y="7"/>
                  </a:cubicBezTo>
                  <a:cubicBezTo>
                    <a:pt x="66" y="6"/>
                    <a:pt x="66" y="6"/>
                    <a:pt x="65" y="6"/>
                  </a:cubicBezTo>
                  <a:cubicBezTo>
                    <a:pt x="65" y="5"/>
                    <a:pt x="65" y="5"/>
                    <a:pt x="64" y="5"/>
                  </a:cubicBezTo>
                  <a:cubicBezTo>
                    <a:pt x="64" y="5"/>
                    <a:pt x="64" y="4"/>
                    <a:pt x="63" y="4"/>
                  </a:cubicBezTo>
                  <a:cubicBezTo>
                    <a:pt x="63" y="4"/>
                    <a:pt x="63" y="3"/>
                    <a:pt x="63" y="3"/>
                  </a:cubicBezTo>
                  <a:cubicBezTo>
                    <a:pt x="62" y="2"/>
                    <a:pt x="62" y="3"/>
                    <a:pt x="62" y="3"/>
                  </a:cubicBezTo>
                  <a:cubicBezTo>
                    <a:pt x="62" y="3"/>
                    <a:pt x="61" y="2"/>
                    <a:pt x="61" y="2"/>
                  </a:cubicBezTo>
                  <a:cubicBezTo>
                    <a:pt x="60" y="2"/>
                    <a:pt x="60" y="1"/>
                    <a:pt x="60" y="1"/>
                  </a:cubicBezTo>
                  <a:cubicBezTo>
                    <a:pt x="58" y="0"/>
                    <a:pt x="59" y="2"/>
                    <a:pt x="58" y="2"/>
                  </a:cubicBezTo>
                  <a:cubicBezTo>
                    <a:pt x="57" y="2"/>
                    <a:pt x="56" y="2"/>
                    <a:pt x="55" y="2"/>
                  </a:cubicBezTo>
                  <a:cubicBezTo>
                    <a:pt x="54" y="1"/>
                    <a:pt x="54" y="2"/>
                    <a:pt x="55" y="2"/>
                  </a:cubicBezTo>
                  <a:cubicBezTo>
                    <a:pt x="55" y="3"/>
                    <a:pt x="56" y="3"/>
                    <a:pt x="56" y="4"/>
                  </a:cubicBezTo>
                  <a:cubicBezTo>
                    <a:pt x="56" y="5"/>
                    <a:pt x="56" y="5"/>
                    <a:pt x="57" y="5"/>
                  </a:cubicBezTo>
                  <a:cubicBezTo>
                    <a:pt x="58" y="6"/>
                    <a:pt x="58" y="6"/>
                    <a:pt x="58" y="7"/>
                  </a:cubicBezTo>
                  <a:cubicBezTo>
                    <a:pt x="58" y="8"/>
                    <a:pt x="58" y="8"/>
                    <a:pt x="58" y="8"/>
                  </a:cubicBezTo>
                  <a:cubicBezTo>
                    <a:pt x="58" y="9"/>
                    <a:pt x="58" y="9"/>
                    <a:pt x="58" y="9"/>
                  </a:cubicBezTo>
                  <a:cubicBezTo>
                    <a:pt x="58" y="9"/>
                    <a:pt x="58" y="11"/>
                    <a:pt x="58" y="11"/>
                  </a:cubicBezTo>
                  <a:cubicBezTo>
                    <a:pt x="57" y="11"/>
                    <a:pt x="57" y="11"/>
                    <a:pt x="56" y="10"/>
                  </a:cubicBezTo>
                  <a:cubicBezTo>
                    <a:pt x="56" y="13"/>
                    <a:pt x="56" y="15"/>
                    <a:pt x="55" y="17"/>
                  </a:cubicBezTo>
                  <a:cubicBezTo>
                    <a:pt x="54" y="19"/>
                    <a:pt x="52" y="21"/>
                    <a:pt x="51" y="22"/>
                  </a:cubicBezTo>
                  <a:cubicBezTo>
                    <a:pt x="50" y="25"/>
                    <a:pt x="47" y="26"/>
                    <a:pt x="46" y="28"/>
                  </a:cubicBezTo>
                  <a:cubicBezTo>
                    <a:pt x="45" y="29"/>
                    <a:pt x="43" y="29"/>
                    <a:pt x="42" y="30"/>
                  </a:cubicBezTo>
                  <a:cubicBezTo>
                    <a:pt x="41" y="30"/>
                    <a:pt x="40" y="30"/>
                    <a:pt x="39" y="31"/>
                  </a:cubicBezTo>
                  <a:cubicBezTo>
                    <a:pt x="37" y="31"/>
                    <a:pt x="35" y="32"/>
                    <a:pt x="34" y="33"/>
                  </a:cubicBezTo>
                  <a:cubicBezTo>
                    <a:pt x="32" y="33"/>
                    <a:pt x="31" y="35"/>
                    <a:pt x="31" y="36"/>
                  </a:cubicBezTo>
                  <a:cubicBezTo>
                    <a:pt x="30" y="37"/>
                    <a:pt x="30" y="37"/>
                    <a:pt x="30" y="38"/>
                  </a:cubicBezTo>
                  <a:cubicBezTo>
                    <a:pt x="31" y="38"/>
                    <a:pt x="31" y="38"/>
                    <a:pt x="30" y="39"/>
                  </a:cubicBezTo>
                  <a:cubicBezTo>
                    <a:pt x="29" y="39"/>
                    <a:pt x="30" y="38"/>
                    <a:pt x="29" y="38"/>
                  </a:cubicBezTo>
                  <a:cubicBezTo>
                    <a:pt x="29" y="38"/>
                    <a:pt x="29" y="37"/>
                    <a:pt x="28" y="38"/>
                  </a:cubicBezTo>
                  <a:cubicBezTo>
                    <a:pt x="28" y="38"/>
                    <a:pt x="28" y="39"/>
                    <a:pt x="28" y="39"/>
                  </a:cubicBezTo>
                  <a:cubicBezTo>
                    <a:pt x="28" y="40"/>
                    <a:pt x="28" y="40"/>
                    <a:pt x="28" y="41"/>
                  </a:cubicBezTo>
                  <a:cubicBezTo>
                    <a:pt x="28" y="41"/>
                    <a:pt x="28" y="41"/>
                    <a:pt x="28" y="41"/>
                  </a:cubicBezTo>
                  <a:cubicBezTo>
                    <a:pt x="28" y="41"/>
                    <a:pt x="28" y="42"/>
                    <a:pt x="28" y="42"/>
                  </a:cubicBezTo>
                  <a:cubicBezTo>
                    <a:pt x="28" y="42"/>
                    <a:pt x="27" y="42"/>
                    <a:pt x="27" y="43"/>
                  </a:cubicBezTo>
                  <a:cubicBezTo>
                    <a:pt x="27" y="43"/>
                    <a:pt x="27" y="43"/>
                    <a:pt x="27" y="44"/>
                  </a:cubicBezTo>
                  <a:cubicBezTo>
                    <a:pt x="27" y="44"/>
                    <a:pt x="27" y="44"/>
                    <a:pt x="27" y="44"/>
                  </a:cubicBezTo>
                  <a:cubicBezTo>
                    <a:pt x="26" y="44"/>
                    <a:pt x="27" y="45"/>
                    <a:pt x="26" y="45"/>
                  </a:cubicBezTo>
                  <a:cubicBezTo>
                    <a:pt x="26" y="46"/>
                    <a:pt x="26" y="46"/>
                    <a:pt x="26" y="46"/>
                  </a:cubicBezTo>
                  <a:cubicBezTo>
                    <a:pt x="26" y="47"/>
                    <a:pt x="25" y="48"/>
                    <a:pt x="26" y="48"/>
                  </a:cubicBezTo>
                  <a:cubicBezTo>
                    <a:pt x="26" y="49"/>
                    <a:pt x="26" y="50"/>
                    <a:pt x="25" y="51"/>
                  </a:cubicBezTo>
                  <a:cubicBezTo>
                    <a:pt x="24" y="51"/>
                    <a:pt x="24" y="51"/>
                    <a:pt x="24" y="52"/>
                  </a:cubicBezTo>
                  <a:cubicBezTo>
                    <a:pt x="23" y="53"/>
                    <a:pt x="24" y="53"/>
                    <a:pt x="24" y="53"/>
                  </a:cubicBezTo>
                  <a:cubicBezTo>
                    <a:pt x="24" y="54"/>
                    <a:pt x="23" y="54"/>
                    <a:pt x="23" y="54"/>
                  </a:cubicBezTo>
                  <a:cubicBezTo>
                    <a:pt x="23" y="54"/>
                    <a:pt x="23" y="54"/>
                    <a:pt x="23" y="54"/>
                  </a:cubicBezTo>
                  <a:cubicBezTo>
                    <a:pt x="23" y="55"/>
                    <a:pt x="23" y="55"/>
                    <a:pt x="22" y="55"/>
                  </a:cubicBezTo>
                  <a:cubicBezTo>
                    <a:pt x="21" y="55"/>
                    <a:pt x="20" y="55"/>
                    <a:pt x="19" y="54"/>
                  </a:cubicBezTo>
                  <a:cubicBezTo>
                    <a:pt x="18" y="53"/>
                    <a:pt x="17" y="51"/>
                    <a:pt x="18" y="50"/>
                  </a:cubicBezTo>
                  <a:cubicBezTo>
                    <a:pt x="18" y="50"/>
                    <a:pt x="17" y="49"/>
                    <a:pt x="16" y="49"/>
                  </a:cubicBezTo>
                  <a:cubicBezTo>
                    <a:pt x="16" y="49"/>
                    <a:pt x="15" y="50"/>
                    <a:pt x="14" y="49"/>
                  </a:cubicBezTo>
                  <a:cubicBezTo>
                    <a:pt x="14" y="49"/>
                    <a:pt x="14" y="49"/>
                    <a:pt x="13" y="48"/>
                  </a:cubicBezTo>
                  <a:cubicBezTo>
                    <a:pt x="12" y="48"/>
                    <a:pt x="12" y="47"/>
                    <a:pt x="11" y="47"/>
                  </a:cubicBezTo>
                  <a:cubicBezTo>
                    <a:pt x="10" y="47"/>
                    <a:pt x="10" y="50"/>
                    <a:pt x="9" y="49"/>
                  </a:cubicBezTo>
                  <a:cubicBezTo>
                    <a:pt x="7" y="49"/>
                    <a:pt x="10" y="47"/>
                    <a:pt x="9" y="46"/>
                  </a:cubicBezTo>
                  <a:cubicBezTo>
                    <a:pt x="9" y="46"/>
                    <a:pt x="8" y="47"/>
                    <a:pt x="8" y="46"/>
                  </a:cubicBezTo>
                  <a:cubicBezTo>
                    <a:pt x="8" y="46"/>
                    <a:pt x="8" y="45"/>
                    <a:pt x="8" y="45"/>
                  </a:cubicBezTo>
                  <a:cubicBezTo>
                    <a:pt x="8" y="43"/>
                    <a:pt x="9" y="44"/>
                    <a:pt x="10" y="44"/>
                  </a:cubicBezTo>
                  <a:cubicBezTo>
                    <a:pt x="10" y="44"/>
                    <a:pt x="11" y="43"/>
                    <a:pt x="11" y="43"/>
                  </a:cubicBezTo>
                  <a:cubicBezTo>
                    <a:pt x="11" y="42"/>
                    <a:pt x="11" y="42"/>
                    <a:pt x="10" y="41"/>
                  </a:cubicBezTo>
                  <a:cubicBezTo>
                    <a:pt x="10" y="40"/>
                    <a:pt x="10" y="39"/>
                    <a:pt x="10" y="39"/>
                  </a:cubicBezTo>
                  <a:cubicBezTo>
                    <a:pt x="10" y="38"/>
                    <a:pt x="10" y="38"/>
                    <a:pt x="10" y="38"/>
                  </a:cubicBezTo>
                  <a:cubicBezTo>
                    <a:pt x="10" y="38"/>
                    <a:pt x="9" y="38"/>
                    <a:pt x="9" y="37"/>
                  </a:cubicBezTo>
                  <a:cubicBezTo>
                    <a:pt x="9" y="39"/>
                    <a:pt x="8" y="38"/>
                    <a:pt x="7" y="39"/>
                  </a:cubicBezTo>
                  <a:cubicBezTo>
                    <a:pt x="7" y="40"/>
                    <a:pt x="6" y="40"/>
                    <a:pt x="5" y="41"/>
                  </a:cubicBezTo>
                  <a:cubicBezTo>
                    <a:pt x="4" y="42"/>
                    <a:pt x="4" y="43"/>
                    <a:pt x="4" y="43"/>
                  </a:cubicBezTo>
                  <a:cubicBezTo>
                    <a:pt x="3" y="44"/>
                    <a:pt x="3" y="45"/>
                    <a:pt x="2" y="45"/>
                  </a:cubicBezTo>
                  <a:cubicBezTo>
                    <a:pt x="2" y="46"/>
                    <a:pt x="0" y="47"/>
                    <a:pt x="0" y="48"/>
                  </a:cubicBezTo>
                  <a:cubicBezTo>
                    <a:pt x="0" y="49"/>
                    <a:pt x="0" y="49"/>
                    <a:pt x="0" y="50"/>
                  </a:cubicBezTo>
                  <a:cubicBezTo>
                    <a:pt x="0" y="51"/>
                    <a:pt x="0" y="51"/>
                    <a:pt x="0" y="52"/>
                  </a:cubicBezTo>
                  <a:cubicBezTo>
                    <a:pt x="0" y="52"/>
                    <a:pt x="0" y="53"/>
                    <a:pt x="1" y="53"/>
                  </a:cubicBezTo>
                  <a:cubicBezTo>
                    <a:pt x="1" y="54"/>
                    <a:pt x="2" y="54"/>
                    <a:pt x="2" y="55"/>
                  </a:cubicBezTo>
                  <a:cubicBezTo>
                    <a:pt x="3" y="56"/>
                    <a:pt x="2" y="56"/>
                    <a:pt x="2" y="56"/>
                  </a:cubicBezTo>
                  <a:cubicBezTo>
                    <a:pt x="1" y="56"/>
                    <a:pt x="1" y="57"/>
                    <a:pt x="1" y="57"/>
                  </a:cubicBezTo>
                  <a:cubicBezTo>
                    <a:pt x="1" y="58"/>
                    <a:pt x="2" y="58"/>
                    <a:pt x="2" y="59"/>
                  </a:cubicBezTo>
                  <a:cubicBezTo>
                    <a:pt x="3" y="59"/>
                    <a:pt x="4" y="60"/>
                    <a:pt x="4" y="60"/>
                  </a:cubicBezTo>
                  <a:cubicBezTo>
                    <a:pt x="5" y="61"/>
                    <a:pt x="5" y="63"/>
                    <a:pt x="5" y="64"/>
                  </a:cubicBezTo>
                  <a:cubicBezTo>
                    <a:pt x="4" y="66"/>
                    <a:pt x="3" y="64"/>
                    <a:pt x="3" y="64"/>
                  </a:cubicBezTo>
                  <a:cubicBezTo>
                    <a:pt x="2" y="65"/>
                    <a:pt x="1" y="66"/>
                    <a:pt x="2" y="67"/>
                  </a:cubicBezTo>
                  <a:cubicBezTo>
                    <a:pt x="2" y="67"/>
                    <a:pt x="3" y="68"/>
                    <a:pt x="3" y="68"/>
                  </a:cubicBezTo>
                  <a:cubicBezTo>
                    <a:pt x="4" y="68"/>
                    <a:pt x="5" y="69"/>
                    <a:pt x="6" y="69"/>
                  </a:cubicBezTo>
                  <a:cubicBezTo>
                    <a:pt x="7" y="70"/>
                    <a:pt x="9" y="71"/>
                    <a:pt x="10" y="72"/>
                  </a:cubicBezTo>
                  <a:cubicBezTo>
                    <a:pt x="11" y="73"/>
                    <a:pt x="13" y="73"/>
                    <a:pt x="14" y="75"/>
                  </a:cubicBezTo>
                  <a:cubicBezTo>
                    <a:pt x="14" y="75"/>
                    <a:pt x="15" y="76"/>
                    <a:pt x="15" y="77"/>
                  </a:cubicBezTo>
                  <a:cubicBezTo>
                    <a:pt x="16" y="77"/>
                    <a:pt x="16" y="78"/>
                    <a:pt x="17" y="78"/>
                  </a:cubicBezTo>
                  <a:cubicBezTo>
                    <a:pt x="17" y="80"/>
                    <a:pt x="18" y="81"/>
                    <a:pt x="18" y="82"/>
                  </a:cubicBezTo>
                  <a:cubicBezTo>
                    <a:pt x="19" y="83"/>
                    <a:pt x="19" y="84"/>
                    <a:pt x="19" y="85"/>
                  </a:cubicBezTo>
                  <a:cubicBezTo>
                    <a:pt x="20" y="85"/>
                    <a:pt x="20" y="86"/>
                    <a:pt x="20" y="87"/>
                  </a:cubicBezTo>
                  <a:cubicBezTo>
                    <a:pt x="21" y="88"/>
                    <a:pt x="23" y="89"/>
                    <a:pt x="24" y="90"/>
                  </a:cubicBezTo>
                  <a:cubicBezTo>
                    <a:pt x="24" y="90"/>
                    <a:pt x="25" y="91"/>
                    <a:pt x="25" y="92"/>
                  </a:cubicBezTo>
                  <a:cubicBezTo>
                    <a:pt x="25" y="92"/>
                    <a:pt x="25" y="92"/>
                    <a:pt x="25" y="93"/>
                  </a:cubicBezTo>
                  <a:cubicBezTo>
                    <a:pt x="25" y="93"/>
                    <a:pt x="26" y="94"/>
                    <a:pt x="26" y="94"/>
                  </a:cubicBezTo>
                  <a:cubicBezTo>
                    <a:pt x="27" y="95"/>
                    <a:pt x="27" y="96"/>
                    <a:pt x="27" y="96"/>
                  </a:cubicBezTo>
                  <a:cubicBezTo>
                    <a:pt x="27" y="97"/>
                    <a:pt x="28" y="98"/>
                    <a:pt x="28" y="99"/>
                  </a:cubicBezTo>
                  <a:cubicBezTo>
                    <a:pt x="28" y="99"/>
                    <a:pt x="28" y="99"/>
                    <a:pt x="28" y="100"/>
                  </a:cubicBezTo>
                  <a:cubicBezTo>
                    <a:pt x="28" y="100"/>
                    <a:pt x="29" y="100"/>
                    <a:pt x="29" y="101"/>
                  </a:cubicBezTo>
                  <a:cubicBezTo>
                    <a:pt x="29" y="101"/>
                    <a:pt x="29" y="101"/>
                    <a:pt x="29" y="101"/>
                  </a:cubicBezTo>
                  <a:cubicBezTo>
                    <a:pt x="29" y="101"/>
                    <a:pt x="29" y="102"/>
                    <a:pt x="29" y="102"/>
                  </a:cubicBezTo>
                  <a:cubicBezTo>
                    <a:pt x="29" y="101"/>
                    <a:pt x="29" y="101"/>
                    <a:pt x="30" y="101"/>
                  </a:cubicBezTo>
                  <a:cubicBezTo>
                    <a:pt x="30" y="101"/>
                    <a:pt x="29" y="102"/>
                    <a:pt x="30" y="102"/>
                  </a:cubicBezTo>
                  <a:cubicBezTo>
                    <a:pt x="30" y="103"/>
                    <a:pt x="30" y="103"/>
                    <a:pt x="31" y="104"/>
                  </a:cubicBezTo>
                  <a:cubicBezTo>
                    <a:pt x="31" y="105"/>
                    <a:pt x="31" y="105"/>
                    <a:pt x="31" y="106"/>
                  </a:cubicBezTo>
                  <a:cubicBezTo>
                    <a:pt x="32" y="107"/>
                    <a:pt x="32" y="107"/>
                    <a:pt x="32" y="108"/>
                  </a:cubicBezTo>
                  <a:cubicBezTo>
                    <a:pt x="33" y="108"/>
                    <a:pt x="33" y="109"/>
                    <a:pt x="33" y="110"/>
                  </a:cubicBezTo>
                  <a:cubicBezTo>
                    <a:pt x="33" y="110"/>
                    <a:pt x="34" y="111"/>
                    <a:pt x="33" y="111"/>
                  </a:cubicBezTo>
                  <a:cubicBezTo>
                    <a:pt x="33" y="112"/>
                    <a:pt x="34" y="112"/>
                    <a:pt x="34" y="113"/>
                  </a:cubicBezTo>
                  <a:cubicBezTo>
                    <a:pt x="35" y="114"/>
                    <a:pt x="36" y="115"/>
                    <a:pt x="36" y="116"/>
                  </a:cubicBezTo>
                  <a:cubicBezTo>
                    <a:pt x="37" y="118"/>
                    <a:pt x="38" y="119"/>
                    <a:pt x="39" y="120"/>
                  </a:cubicBezTo>
                  <a:cubicBezTo>
                    <a:pt x="39" y="121"/>
                    <a:pt x="39" y="122"/>
                    <a:pt x="39" y="122"/>
                  </a:cubicBezTo>
                  <a:cubicBezTo>
                    <a:pt x="40" y="123"/>
                    <a:pt x="40" y="123"/>
                    <a:pt x="39" y="124"/>
                  </a:cubicBezTo>
                  <a:cubicBezTo>
                    <a:pt x="39" y="124"/>
                    <a:pt x="40" y="125"/>
                    <a:pt x="40" y="125"/>
                  </a:cubicBezTo>
                  <a:cubicBezTo>
                    <a:pt x="41" y="125"/>
                    <a:pt x="41" y="126"/>
                    <a:pt x="42" y="126"/>
                  </a:cubicBezTo>
                  <a:cubicBezTo>
                    <a:pt x="43" y="127"/>
                    <a:pt x="45" y="128"/>
                    <a:pt x="44" y="130"/>
                  </a:cubicBezTo>
                  <a:cubicBezTo>
                    <a:pt x="44" y="130"/>
                    <a:pt x="45" y="131"/>
                    <a:pt x="45" y="132"/>
                  </a:cubicBezTo>
                  <a:cubicBezTo>
                    <a:pt x="45" y="132"/>
                    <a:pt x="45" y="133"/>
                    <a:pt x="45" y="133"/>
                  </a:cubicBezTo>
                  <a:cubicBezTo>
                    <a:pt x="45" y="132"/>
                    <a:pt x="46" y="135"/>
                    <a:pt x="47" y="135"/>
                  </a:cubicBezTo>
                  <a:cubicBezTo>
                    <a:pt x="47" y="135"/>
                    <a:pt x="48" y="135"/>
                    <a:pt x="48" y="136"/>
                  </a:cubicBezTo>
                  <a:cubicBezTo>
                    <a:pt x="49" y="137"/>
                    <a:pt x="49" y="137"/>
                    <a:pt x="49" y="138"/>
                  </a:cubicBezTo>
                  <a:cubicBezTo>
                    <a:pt x="49" y="138"/>
                    <a:pt x="49" y="138"/>
                    <a:pt x="49" y="138"/>
                  </a:cubicBezTo>
                  <a:cubicBezTo>
                    <a:pt x="50" y="139"/>
                    <a:pt x="50" y="139"/>
                    <a:pt x="50" y="139"/>
                  </a:cubicBezTo>
                  <a:cubicBezTo>
                    <a:pt x="50" y="140"/>
                    <a:pt x="51" y="140"/>
                    <a:pt x="51" y="141"/>
                  </a:cubicBezTo>
                  <a:cubicBezTo>
                    <a:pt x="52" y="142"/>
                    <a:pt x="52" y="143"/>
                    <a:pt x="53" y="144"/>
                  </a:cubicBezTo>
                  <a:cubicBezTo>
                    <a:pt x="54" y="145"/>
                    <a:pt x="55" y="147"/>
                    <a:pt x="55" y="148"/>
                  </a:cubicBezTo>
                  <a:cubicBezTo>
                    <a:pt x="56" y="149"/>
                    <a:pt x="55" y="151"/>
                    <a:pt x="55" y="153"/>
                  </a:cubicBezTo>
                  <a:cubicBezTo>
                    <a:pt x="55" y="152"/>
                    <a:pt x="55" y="151"/>
                    <a:pt x="54" y="152"/>
                  </a:cubicBezTo>
                  <a:cubicBezTo>
                    <a:pt x="54" y="152"/>
                    <a:pt x="54" y="153"/>
                    <a:pt x="54" y="153"/>
                  </a:cubicBezTo>
                  <a:cubicBezTo>
                    <a:pt x="55" y="153"/>
                    <a:pt x="55" y="153"/>
                    <a:pt x="55" y="153"/>
                  </a:cubicBezTo>
                  <a:cubicBezTo>
                    <a:pt x="55" y="154"/>
                    <a:pt x="55" y="154"/>
                    <a:pt x="55" y="155"/>
                  </a:cubicBezTo>
                  <a:cubicBezTo>
                    <a:pt x="55" y="155"/>
                    <a:pt x="55" y="156"/>
                    <a:pt x="55" y="156"/>
                  </a:cubicBezTo>
                  <a:cubicBezTo>
                    <a:pt x="55" y="156"/>
                    <a:pt x="56" y="156"/>
                    <a:pt x="56" y="156"/>
                  </a:cubicBezTo>
                  <a:cubicBezTo>
                    <a:pt x="56" y="156"/>
                    <a:pt x="57" y="157"/>
                    <a:pt x="57" y="157"/>
                  </a:cubicBezTo>
                  <a:cubicBezTo>
                    <a:pt x="57" y="157"/>
                    <a:pt x="57" y="157"/>
                    <a:pt x="57" y="158"/>
                  </a:cubicBezTo>
                  <a:cubicBezTo>
                    <a:pt x="57" y="158"/>
                    <a:pt x="58" y="159"/>
                    <a:pt x="58" y="159"/>
                  </a:cubicBezTo>
                  <a:cubicBezTo>
                    <a:pt x="59" y="159"/>
                    <a:pt x="58" y="160"/>
                    <a:pt x="59" y="160"/>
                  </a:cubicBezTo>
                  <a:cubicBezTo>
                    <a:pt x="59" y="161"/>
                    <a:pt x="59" y="161"/>
                    <a:pt x="60" y="162"/>
                  </a:cubicBezTo>
                  <a:cubicBezTo>
                    <a:pt x="60" y="162"/>
                    <a:pt x="61" y="163"/>
                    <a:pt x="61" y="163"/>
                  </a:cubicBezTo>
                  <a:cubicBezTo>
                    <a:pt x="63" y="164"/>
                    <a:pt x="64" y="165"/>
                    <a:pt x="65" y="166"/>
                  </a:cubicBezTo>
                  <a:cubicBezTo>
                    <a:pt x="65" y="167"/>
                    <a:pt x="65" y="167"/>
                    <a:pt x="66" y="167"/>
                  </a:cubicBezTo>
                  <a:cubicBezTo>
                    <a:pt x="66" y="167"/>
                    <a:pt x="67" y="168"/>
                    <a:pt x="67" y="168"/>
                  </a:cubicBezTo>
                  <a:cubicBezTo>
                    <a:pt x="66" y="168"/>
                    <a:pt x="68" y="169"/>
                    <a:pt x="67" y="169"/>
                  </a:cubicBezTo>
                  <a:cubicBezTo>
                    <a:pt x="67" y="169"/>
                    <a:pt x="67" y="169"/>
                    <a:pt x="68" y="170"/>
                  </a:cubicBezTo>
                  <a:cubicBezTo>
                    <a:pt x="68" y="170"/>
                    <a:pt x="69" y="170"/>
                    <a:pt x="70" y="171"/>
                  </a:cubicBezTo>
                  <a:cubicBezTo>
                    <a:pt x="71" y="171"/>
                    <a:pt x="71" y="172"/>
                    <a:pt x="72" y="172"/>
                  </a:cubicBezTo>
                  <a:cubicBezTo>
                    <a:pt x="73" y="172"/>
                    <a:pt x="74" y="173"/>
                    <a:pt x="74" y="173"/>
                  </a:cubicBezTo>
                  <a:cubicBezTo>
                    <a:pt x="75" y="173"/>
                    <a:pt x="75" y="174"/>
                    <a:pt x="76" y="174"/>
                  </a:cubicBezTo>
                  <a:cubicBezTo>
                    <a:pt x="76" y="175"/>
                    <a:pt x="76" y="174"/>
                    <a:pt x="77" y="175"/>
                  </a:cubicBezTo>
                  <a:cubicBezTo>
                    <a:pt x="77" y="175"/>
                    <a:pt x="77" y="175"/>
                    <a:pt x="78" y="175"/>
                  </a:cubicBezTo>
                  <a:cubicBezTo>
                    <a:pt x="78" y="175"/>
                    <a:pt x="78" y="175"/>
                    <a:pt x="79" y="176"/>
                  </a:cubicBezTo>
                  <a:cubicBezTo>
                    <a:pt x="79" y="176"/>
                    <a:pt x="79" y="176"/>
                    <a:pt x="79" y="176"/>
                  </a:cubicBezTo>
                  <a:cubicBezTo>
                    <a:pt x="80" y="177"/>
                    <a:pt x="80" y="177"/>
                    <a:pt x="81" y="178"/>
                  </a:cubicBezTo>
                  <a:cubicBezTo>
                    <a:pt x="81" y="178"/>
                    <a:pt x="82" y="178"/>
                    <a:pt x="83" y="179"/>
                  </a:cubicBezTo>
                  <a:cubicBezTo>
                    <a:pt x="84" y="179"/>
                    <a:pt x="85" y="179"/>
                    <a:pt x="86" y="180"/>
                  </a:cubicBezTo>
                  <a:cubicBezTo>
                    <a:pt x="87" y="181"/>
                    <a:pt x="88" y="181"/>
                    <a:pt x="89" y="181"/>
                  </a:cubicBezTo>
                  <a:cubicBezTo>
                    <a:pt x="89" y="181"/>
                    <a:pt x="90" y="182"/>
                    <a:pt x="91" y="182"/>
                  </a:cubicBezTo>
                  <a:cubicBezTo>
                    <a:pt x="91" y="182"/>
                    <a:pt x="91" y="183"/>
                    <a:pt x="92" y="183"/>
                  </a:cubicBezTo>
                  <a:cubicBezTo>
                    <a:pt x="93" y="183"/>
                    <a:pt x="93" y="183"/>
                    <a:pt x="94" y="184"/>
                  </a:cubicBezTo>
                  <a:cubicBezTo>
                    <a:pt x="95" y="184"/>
                    <a:pt x="96" y="184"/>
                    <a:pt x="96" y="185"/>
                  </a:cubicBezTo>
                  <a:cubicBezTo>
                    <a:pt x="97" y="185"/>
                    <a:pt x="97" y="186"/>
                    <a:pt x="97" y="186"/>
                  </a:cubicBezTo>
                  <a:cubicBezTo>
                    <a:pt x="97" y="186"/>
                    <a:pt x="97" y="186"/>
                    <a:pt x="98" y="186"/>
                  </a:cubicBezTo>
                  <a:cubicBezTo>
                    <a:pt x="98" y="187"/>
                    <a:pt x="99" y="187"/>
                    <a:pt x="99" y="187"/>
                  </a:cubicBezTo>
                  <a:cubicBezTo>
                    <a:pt x="100" y="188"/>
                    <a:pt x="100" y="188"/>
                    <a:pt x="101" y="189"/>
                  </a:cubicBezTo>
                  <a:cubicBezTo>
                    <a:pt x="102" y="189"/>
                    <a:pt x="102" y="189"/>
                    <a:pt x="103" y="190"/>
                  </a:cubicBezTo>
                  <a:cubicBezTo>
                    <a:pt x="104" y="190"/>
                    <a:pt x="105" y="190"/>
                    <a:pt x="105" y="191"/>
                  </a:cubicBezTo>
                  <a:cubicBezTo>
                    <a:pt x="106" y="192"/>
                    <a:pt x="106" y="193"/>
                    <a:pt x="107" y="195"/>
                  </a:cubicBezTo>
                  <a:cubicBezTo>
                    <a:pt x="107" y="195"/>
                    <a:pt x="108" y="195"/>
                    <a:pt x="108" y="196"/>
                  </a:cubicBezTo>
                  <a:cubicBezTo>
                    <a:pt x="109" y="196"/>
                    <a:pt x="109" y="197"/>
                    <a:pt x="110" y="197"/>
                  </a:cubicBezTo>
                  <a:cubicBezTo>
                    <a:pt x="111" y="197"/>
                    <a:pt x="111" y="197"/>
                    <a:pt x="111" y="198"/>
                  </a:cubicBezTo>
                  <a:cubicBezTo>
                    <a:pt x="113" y="199"/>
                    <a:pt x="115" y="200"/>
                    <a:pt x="117" y="202"/>
                  </a:cubicBezTo>
                  <a:cubicBezTo>
                    <a:pt x="117" y="202"/>
                    <a:pt x="118" y="202"/>
                    <a:pt x="118" y="202"/>
                  </a:cubicBezTo>
                  <a:cubicBezTo>
                    <a:pt x="119" y="202"/>
                    <a:pt x="119" y="202"/>
                    <a:pt x="120" y="201"/>
                  </a:cubicBezTo>
                  <a:cubicBezTo>
                    <a:pt x="121" y="201"/>
                    <a:pt x="123" y="199"/>
                    <a:pt x="122" y="197"/>
                  </a:cubicBezTo>
                  <a:cubicBezTo>
                    <a:pt x="122" y="197"/>
                    <a:pt x="121" y="196"/>
                    <a:pt x="121" y="195"/>
                  </a:cubicBezTo>
                  <a:cubicBezTo>
                    <a:pt x="121" y="194"/>
                    <a:pt x="122" y="194"/>
                    <a:pt x="123" y="194"/>
                  </a:cubicBezTo>
                  <a:cubicBezTo>
                    <a:pt x="124" y="193"/>
                    <a:pt x="125" y="191"/>
                    <a:pt x="123" y="190"/>
                  </a:cubicBezTo>
                  <a:cubicBezTo>
                    <a:pt x="123" y="190"/>
                    <a:pt x="123" y="190"/>
                    <a:pt x="123" y="190"/>
                  </a:cubicBezTo>
                  <a:cubicBezTo>
                    <a:pt x="123" y="189"/>
                    <a:pt x="123" y="189"/>
                    <a:pt x="123" y="189"/>
                  </a:cubicBezTo>
                  <a:cubicBezTo>
                    <a:pt x="123" y="189"/>
                    <a:pt x="124" y="188"/>
                    <a:pt x="124" y="188"/>
                  </a:cubicBezTo>
                  <a:cubicBezTo>
                    <a:pt x="125" y="188"/>
                    <a:pt x="125" y="188"/>
                    <a:pt x="125" y="187"/>
                  </a:cubicBezTo>
                  <a:cubicBezTo>
                    <a:pt x="125" y="187"/>
                    <a:pt x="125" y="187"/>
                    <a:pt x="125" y="187"/>
                  </a:cubicBezTo>
                  <a:cubicBezTo>
                    <a:pt x="125" y="186"/>
                    <a:pt x="126" y="186"/>
                    <a:pt x="126" y="185"/>
                  </a:cubicBezTo>
                  <a:cubicBezTo>
                    <a:pt x="127" y="184"/>
                    <a:pt x="127" y="184"/>
                    <a:pt x="128" y="184"/>
                  </a:cubicBezTo>
                  <a:cubicBezTo>
                    <a:pt x="128" y="183"/>
                    <a:pt x="128" y="182"/>
                    <a:pt x="127" y="182"/>
                  </a:cubicBezTo>
                  <a:cubicBezTo>
                    <a:pt x="127" y="181"/>
                    <a:pt x="127" y="181"/>
                    <a:pt x="127" y="18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399" name="Paraguay">
              <a:extLst>
                <a:ext uri="{FF2B5EF4-FFF2-40B4-BE49-F238E27FC236}">
                  <a16:creationId xmlns:a16="http://schemas.microsoft.com/office/drawing/2014/main" id="{26F352EA-C73B-A7E4-64FA-D72F2568837A}"/>
                </a:ext>
              </a:extLst>
            </p:cNvPr>
            <p:cNvSpPr>
              <a:spLocks/>
            </p:cNvSpPr>
            <p:nvPr/>
          </p:nvSpPr>
          <p:spPr bwMode="auto">
            <a:xfrm>
              <a:off x="3597170" y="4795154"/>
              <a:ext cx="291109" cy="326395"/>
            </a:xfrm>
            <a:custGeom>
              <a:avLst/>
              <a:gdLst/>
              <a:ahLst/>
              <a:cxnLst>
                <a:cxn ang="0">
                  <a:pos x="81" y="53"/>
                </a:cxn>
                <a:cxn ang="0">
                  <a:pos x="78" y="50"/>
                </a:cxn>
                <a:cxn ang="0">
                  <a:pos x="73" y="52"/>
                </a:cxn>
                <a:cxn ang="0">
                  <a:pos x="69" y="48"/>
                </a:cxn>
                <a:cxn ang="0">
                  <a:pos x="68" y="43"/>
                </a:cxn>
                <a:cxn ang="0">
                  <a:pos x="67" y="41"/>
                </a:cxn>
                <a:cxn ang="0">
                  <a:pos x="66" y="36"/>
                </a:cxn>
                <a:cxn ang="0">
                  <a:pos x="60" y="33"/>
                </a:cxn>
                <a:cxn ang="0">
                  <a:pos x="56" y="33"/>
                </a:cxn>
                <a:cxn ang="0">
                  <a:pos x="54" y="33"/>
                </a:cxn>
                <a:cxn ang="0">
                  <a:pos x="49" y="32"/>
                </a:cxn>
                <a:cxn ang="0">
                  <a:pos x="46" y="31"/>
                </a:cxn>
                <a:cxn ang="0">
                  <a:pos x="44" y="29"/>
                </a:cxn>
                <a:cxn ang="0">
                  <a:pos x="44" y="27"/>
                </a:cxn>
                <a:cxn ang="0">
                  <a:pos x="43" y="24"/>
                </a:cxn>
                <a:cxn ang="0">
                  <a:pos x="44" y="21"/>
                </a:cxn>
                <a:cxn ang="0">
                  <a:pos x="43" y="17"/>
                </a:cxn>
                <a:cxn ang="0">
                  <a:pos x="42" y="16"/>
                </a:cxn>
                <a:cxn ang="0">
                  <a:pos x="40" y="11"/>
                </a:cxn>
                <a:cxn ang="0">
                  <a:pos x="40" y="9"/>
                </a:cxn>
                <a:cxn ang="0">
                  <a:pos x="30" y="0"/>
                </a:cxn>
                <a:cxn ang="0">
                  <a:pos x="15" y="2"/>
                </a:cxn>
                <a:cxn ang="0">
                  <a:pos x="5" y="4"/>
                </a:cxn>
                <a:cxn ang="0">
                  <a:pos x="2" y="21"/>
                </a:cxn>
                <a:cxn ang="0">
                  <a:pos x="1" y="34"/>
                </a:cxn>
                <a:cxn ang="0">
                  <a:pos x="4" y="37"/>
                </a:cxn>
                <a:cxn ang="0">
                  <a:pos x="8" y="42"/>
                </a:cxn>
                <a:cxn ang="0">
                  <a:pos x="12" y="46"/>
                </a:cxn>
                <a:cxn ang="0">
                  <a:pos x="16" y="49"/>
                </a:cxn>
                <a:cxn ang="0">
                  <a:pos x="20" y="51"/>
                </a:cxn>
                <a:cxn ang="0">
                  <a:pos x="24" y="52"/>
                </a:cxn>
                <a:cxn ang="0">
                  <a:pos x="29" y="54"/>
                </a:cxn>
                <a:cxn ang="0">
                  <a:pos x="38" y="60"/>
                </a:cxn>
                <a:cxn ang="0">
                  <a:pos x="42" y="61"/>
                </a:cxn>
                <a:cxn ang="0">
                  <a:pos x="46" y="63"/>
                </a:cxn>
                <a:cxn ang="0">
                  <a:pos x="51" y="66"/>
                </a:cxn>
                <a:cxn ang="0">
                  <a:pos x="51" y="70"/>
                </a:cxn>
                <a:cxn ang="0">
                  <a:pos x="50" y="72"/>
                </a:cxn>
                <a:cxn ang="0">
                  <a:pos x="50" y="73"/>
                </a:cxn>
                <a:cxn ang="0">
                  <a:pos x="48" y="76"/>
                </a:cxn>
                <a:cxn ang="0">
                  <a:pos x="47" y="79"/>
                </a:cxn>
                <a:cxn ang="0">
                  <a:pos x="48" y="81"/>
                </a:cxn>
                <a:cxn ang="0">
                  <a:pos x="47" y="83"/>
                </a:cxn>
                <a:cxn ang="0">
                  <a:pos x="44" y="87"/>
                </a:cxn>
                <a:cxn ang="0">
                  <a:pos x="49" y="88"/>
                </a:cxn>
                <a:cxn ang="0">
                  <a:pos x="56" y="90"/>
                </a:cxn>
                <a:cxn ang="0">
                  <a:pos x="63" y="90"/>
                </a:cxn>
                <a:cxn ang="0">
                  <a:pos x="68" y="89"/>
                </a:cxn>
                <a:cxn ang="0">
                  <a:pos x="72" y="90"/>
                </a:cxn>
                <a:cxn ang="0">
                  <a:pos x="75" y="85"/>
                </a:cxn>
                <a:cxn ang="0">
                  <a:pos x="78" y="83"/>
                </a:cxn>
                <a:cxn ang="0">
                  <a:pos x="80" y="79"/>
                </a:cxn>
                <a:cxn ang="0">
                  <a:pos x="80" y="76"/>
                </a:cxn>
                <a:cxn ang="0">
                  <a:pos x="80" y="73"/>
                </a:cxn>
                <a:cxn ang="0">
                  <a:pos x="80" y="70"/>
                </a:cxn>
                <a:cxn ang="0">
                  <a:pos x="81" y="65"/>
                </a:cxn>
                <a:cxn ang="0">
                  <a:pos x="81" y="63"/>
                </a:cxn>
                <a:cxn ang="0">
                  <a:pos x="82" y="56"/>
                </a:cxn>
              </a:cxnLst>
              <a:rect l="0" t="0" r="r" b="b"/>
              <a:pathLst>
                <a:path w="82" h="92">
                  <a:moveTo>
                    <a:pt x="82" y="56"/>
                  </a:moveTo>
                  <a:cubicBezTo>
                    <a:pt x="82" y="55"/>
                    <a:pt x="81" y="55"/>
                    <a:pt x="81" y="54"/>
                  </a:cubicBezTo>
                  <a:cubicBezTo>
                    <a:pt x="81" y="53"/>
                    <a:pt x="81" y="53"/>
                    <a:pt x="81" y="53"/>
                  </a:cubicBezTo>
                  <a:cubicBezTo>
                    <a:pt x="81" y="52"/>
                    <a:pt x="81" y="52"/>
                    <a:pt x="80" y="52"/>
                  </a:cubicBezTo>
                  <a:cubicBezTo>
                    <a:pt x="80" y="52"/>
                    <a:pt x="80" y="51"/>
                    <a:pt x="80" y="51"/>
                  </a:cubicBezTo>
                  <a:cubicBezTo>
                    <a:pt x="79" y="51"/>
                    <a:pt x="79" y="50"/>
                    <a:pt x="78" y="50"/>
                  </a:cubicBezTo>
                  <a:cubicBezTo>
                    <a:pt x="77" y="50"/>
                    <a:pt x="77" y="50"/>
                    <a:pt x="77" y="50"/>
                  </a:cubicBezTo>
                  <a:cubicBezTo>
                    <a:pt x="76" y="51"/>
                    <a:pt x="76" y="51"/>
                    <a:pt x="75" y="51"/>
                  </a:cubicBezTo>
                  <a:cubicBezTo>
                    <a:pt x="74" y="52"/>
                    <a:pt x="74" y="52"/>
                    <a:pt x="73" y="52"/>
                  </a:cubicBezTo>
                  <a:cubicBezTo>
                    <a:pt x="72" y="52"/>
                    <a:pt x="71" y="52"/>
                    <a:pt x="71" y="52"/>
                  </a:cubicBezTo>
                  <a:cubicBezTo>
                    <a:pt x="70" y="52"/>
                    <a:pt x="70" y="51"/>
                    <a:pt x="70" y="50"/>
                  </a:cubicBezTo>
                  <a:cubicBezTo>
                    <a:pt x="70" y="49"/>
                    <a:pt x="70" y="49"/>
                    <a:pt x="69" y="48"/>
                  </a:cubicBezTo>
                  <a:cubicBezTo>
                    <a:pt x="69" y="48"/>
                    <a:pt x="69" y="47"/>
                    <a:pt x="69" y="46"/>
                  </a:cubicBezTo>
                  <a:cubicBezTo>
                    <a:pt x="68" y="46"/>
                    <a:pt x="69" y="45"/>
                    <a:pt x="68" y="45"/>
                  </a:cubicBezTo>
                  <a:cubicBezTo>
                    <a:pt x="68" y="44"/>
                    <a:pt x="68" y="44"/>
                    <a:pt x="68" y="43"/>
                  </a:cubicBezTo>
                  <a:cubicBezTo>
                    <a:pt x="68" y="43"/>
                    <a:pt x="68" y="43"/>
                    <a:pt x="68" y="43"/>
                  </a:cubicBezTo>
                  <a:cubicBezTo>
                    <a:pt x="67" y="42"/>
                    <a:pt x="68" y="42"/>
                    <a:pt x="68" y="42"/>
                  </a:cubicBezTo>
                  <a:cubicBezTo>
                    <a:pt x="67" y="41"/>
                    <a:pt x="67" y="41"/>
                    <a:pt x="67" y="41"/>
                  </a:cubicBezTo>
                  <a:cubicBezTo>
                    <a:pt x="67" y="41"/>
                    <a:pt x="67" y="40"/>
                    <a:pt x="67" y="40"/>
                  </a:cubicBezTo>
                  <a:cubicBezTo>
                    <a:pt x="67" y="39"/>
                    <a:pt x="67" y="38"/>
                    <a:pt x="67" y="37"/>
                  </a:cubicBezTo>
                  <a:cubicBezTo>
                    <a:pt x="67" y="37"/>
                    <a:pt x="66" y="37"/>
                    <a:pt x="66" y="36"/>
                  </a:cubicBezTo>
                  <a:cubicBezTo>
                    <a:pt x="65" y="36"/>
                    <a:pt x="65" y="34"/>
                    <a:pt x="64" y="33"/>
                  </a:cubicBezTo>
                  <a:cubicBezTo>
                    <a:pt x="63" y="33"/>
                    <a:pt x="63" y="33"/>
                    <a:pt x="62" y="33"/>
                  </a:cubicBezTo>
                  <a:cubicBezTo>
                    <a:pt x="61" y="33"/>
                    <a:pt x="61" y="33"/>
                    <a:pt x="60" y="33"/>
                  </a:cubicBezTo>
                  <a:cubicBezTo>
                    <a:pt x="59" y="32"/>
                    <a:pt x="59" y="32"/>
                    <a:pt x="59" y="31"/>
                  </a:cubicBezTo>
                  <a:cubicBezTo>
                    <a:pt x="59" y="31"/>
                    <a:pt x="58" y="31"/>
                    <a:pt x="58" y="31"/>
                  </a:cubicBezTo>
                  <a:cubicBezTo>
                    <a:pt x="58" y="31"/>
                    <a:pt x="57" y="33"/>
                    <a:pt x="56" y="33"/>
                  </a:cubicBezTo>
                  <a:cubicBezTo>
                    <a:pt x="56" y="32"/>
                    <a:pt x="56" y="33"/>
                    <a:pt x="56" y="33"/>
                  </a:cubicBezTo>
                  <a:cubicBezTo>
                    <a:pt x="55" y="33"/>
                    <a:pt x="55" y="33"/>
                    <a:pt x="55" y="33"/>
                  </a:cubicBezTo>
                  <a:cubicBezTo>
                    <a:pt x="54" y="33"/>
                    <a:pt x="55" y="33"/>
                    <a:pt x="54" y="33"/>
                  </a:cubicBezTo>
                  <a:cubicBezTo>
                    <a:pt x="53" y="33"/>
                    <a:pt x="53" y="33"/>
                    <a:pt x="52" y="33"/>
                  </a:cubicBezTo>
                  <a:cubicBezTo>
                    <a:pt x="52" y="33"/>
                    <a:pt x="52" y="32"/>
                    <a:pt x="51" y="32"/>
                  </a:cubicBezTo>
                  <a:cubicBezTo>
                    <a:pt x="51" y="32"/>
                    <a:pt x="50" y="32"/>
                    <a:pt x="49" y="32"/>
                  </a:cubicBezTo>
                  <a:cubicBezTo>
                    <a:pt x="49" y="32"/>
                    <a:pt x="49" y="32"/>
                    <a:pt x="48" y="32"/>
                  </a:cubicBezTo>
                  <a:cubicBezTo>
                    <a:pt x="48" y="32"/>
                    <a:pt x="48" y="32"/>
                    <a:pt x="47" y="32"/>
                  </a:cubicBezTo>
                  <a:cubicBezTo>
                    <a:pt x="47" y="32"/>
                    <a:pt x="47" y="31"/>
                    <a:pt x="46" y="31"/>
                  </a:cubicBezTo>
                  <a:cubicBezTo>
                    <a:pt x="46" y="31"/>
                    <a:pt x="45" y="32"/>
                    <a:pt x="45" y="31"/>
                  </a:cubicBezTo>
                  <a:cubicBezTo>
                    <a:pt x="45" y="31"/>
                    <a:pt x="44" y="31"/>
                    <a:pt x="44" y="31"/>
                  </a:cubicBezTo>
                  <a:cubicBezTo>
                    <a:pt x="44" y="30"/>
                    <a:pt x="44" y="30"/>
                    <a:pt x="44" y="29"/>
                  </a:cubicBezTo>
                  <a:cubicBezTo>
                    <a:pt x="44" y="29"/>
                    <a:pt x="44" y="29"/>
                    <a:pt x="44" y="28"/>
                  </a:cubicBezTo>
                  <a:cubicBezTo>
                    <a:pt x="44" y="28"/>
                    <a:pt x="44" y="28"/>
                    <a:pt x="44" y="28"/>
                  </a:cubicBezTo>
                  <a:cubicBezTo>
                    <a:pt x="44" y="28"/>
                    <a:pt x="44" y="27"/>
                    <a:pt x="44" y="27"/>
                  </a:cubicBezTo>
                  <a:cubicBezTo>
                    <a:pt x="44" y="27"/>
                    <a:pt x="44" y="27"/>
                    <a:pt x="44" y="27"/>
                  </a:cubicBezTo>
                  <a:cubicBezTo>
                    <a:pt x="44" y="26"/>
                    <a:pt x="43" y="26"/>
                    <a:pt x="44" y="26"/>
                  </a:cubicBezTo>
                  <a:cubicBezTo>
                    <a:pt x="44" y="25"/>
                    <a:pt x="43" y="25"/>
                    <a:pt x="43" y="24"/>
                  </a:cubicBezTo>
                  <a:cubicBezTo>
                    <a:pt x="44" y="24"/>
                    <a:pt x="44" y="24"/>
                    <a:pt x="44" y="23"/>
                  </a:cubicBezTo>
                  <a:cubicBezTo>
                    <a:pt x="44" y="23"/>
                    <a:pt x="44" y="23"/>
                    <a:pt x="44" y="22"/>
                  </a:cubicBezTo>
                  <a:cubicBezTo>
                    <a:pt x="43" y="22"/>
                    <a:pt x="44" y="21"/>
                    <a:pt x="44" y="21"/>
                  </a:cubicBezTo>
                  <a:cubicBezTo>
                    <a:pt x="44" y="20"/>
                    <a:pt x="44" y="20"/>
                    <a:pt x="44" y="19"/>
                  </a:cubicBezTo>
                  <a:cubicBezTo>
                    <a:pt x="44" y="19"/>
                    <a:pt x="44" y="19"/>
                    <a:pt x="44" y="18"/>
                  </a:cubicBezTo>
                  <a:cubicBezTo>
                    <a:pt x="42" y="18"/>
                    <a:pt x="44" y="18"/>
                    <a:pt x="43" y="17"/>
                  </a:cubicBezTo>
                  <a:cubicBezTo>
                    <a:pt x="43" y="17"/>
                    <a:pt x="43" y="17"/>
                    <a:pt x="43" y="17"/>
                  </a:cubicBezTo>
                  <a:cubicBezTo>
                    <a:pt x="43" y="16"/>
                    <a:pt x="43" y="16"/>
                    <a:pt x="43" y="16"/>
                  </a:cubicBezTo>
                  <a:cubicBezTo>
                    <a:pt x="43" y="15"/>
                    <a:pt x="43" y="15"/>
                    <a:pt x="42" y="16"/>
                  </a:cubicBezTo>
                  <a:cubicBezTo>
                    <a:pt x="42" y="16"/>
                    <a:pt x="42" y="14"/>
                    <a:pt x="42" y="13"/>
                  </a:cubicBezTo>
                  <a:cubicBezTo>
                    <a:pt x="42" y="13"/>
                    <a:pt x="41" y="13"/>
                    <a:pt x="41" y="12"/>
                  </a:cubicBezTo>
                  <a:cubicBezTo>
                    <a:pt x="41" y="12"/>
                    <a:pt x="41" y="11"/>
                    <a:pt x="40" y="11"/>
                  </a:cubicBezTo>
                  <a:cubicBezTo>
                    <a:pt x="40" y="11"/>
                    <a:pt x="40" y="11"/>
                    <a:pt x="40" y="11"/>
                  </a:cubicBezTo>
                  <a:cubicBezTo>
                    <a:pt x="40" y="11"/>
                    <a:pt x="40" y="10"/>
                    <a:pt x="40" y="10"/>
                  </a:cubicBezTo>
                  <a:cubicBezTo>
                    <a:pt x="40" y="10"/>
                    <a:pt x="40" y="10"/>
                    <a:pt x="40" y="9"/>
                  </a:cubicBezTo>
                  <a:cubicBezTo>
                    <a:pt x="40" y="8"/>
                    <a:pt x="40" y="7"/>
                    <a:pt x="39" y="6"/>
                  </a:cubicBezTo>
                  <a:cubicBezTo>
                    <a:pt x="39" y="5"/>
                    <a:pt x="37" y="5"/>
                    <a:pt x="37" y="4"/>
                  </a:cubicBezTo>
                  <a:cubicBezTo>
                    <a:pt x="34" y="3"/>
                    <a:pt x="32" y="2"/>
                    <a:pt x="30" y="0"/>
                  </a:cubicBezTo>
                  <a:cubicBezTo>
                    <a:pt x="29" y="0"/>
                    <a:pt x="28" y="0"/>
                    <a:pt x="27" y="0"/>
                  </a:cubicBezTo>
                  <a:cubicBezTo>
                    <a:pt x="25" y="0"/>
                    <a:pt x="22" y="0"/>
                    <a:pt x="19" y="1"/>
                  </a:cubicBezTo>
                  <a:cubicBezTo>
                    <a:pt x="18" y="1"/>
                    <a:pt x="16" y="2"/>
                    <a:pt x="15" y="2"/>
                  </a:cubicBezTo>
                  <a:cubicBezTo>
                    <a:pt x="13" y="3"/>
                    <a:pt x="11" y="3"/>
                    <a:pt x="9" y="3"/>
                  </a:cubicBezTo>
                  <a:cubicBezTo>
                    <a:pt x="9" y="3"/>
                    <a:pt x="8" y="4"/>
                    <a:pt x="7" y="4"/>
                  </a:cubicBezTo>
                  <a:cubicBezTo>
                    <a:pt x="7" y="4"/>
                    <a:pt x="6" y="4"/>
                    <a:pt x="5" y="4"/>
                  </a:cubicBezTo>
                  <a:cubicBezTo>
                    <a:pt x="5" y="5"/>
                    <a:pt x="4" y="7"/>
                    <a:pt x="4" y="8"/>
                  </a:cubicBezTo>
                  <a:cubicBezTo>
                    <a:pt x="3" y="10"/>
                    <a:pt x="1" y="13"/>
                    <a:pt x="1" y="15"/>
                  </a:cubicBezTo>
                  <a:cubicBezTo>
                    <a:pt x="1" y="17"/>
                    <a:pt x="2" y="19"/>
                    <a:pt x="2" y="21"/>
                  </a:cubicBezTo>
                  <a:cubicBezTo>
                    <a:pt x="1" y="23"/>
                    <a:pt x="1" y="24"/>
                    <a:pt x="1" y="26"/>
                  </a:cubicBezTo>
                  <a:cubicBezTo>
                    <a:pt x="0" y="28"/>
                    <a:pt x="0" y="30"/>
                    <a:pt x="0" y="31"/>
                  </a:cubicBezTo>
                  <a:cubicBezTo>
                    <a:pt x="0" y="33"/>
                    <a:pt x="0" y="34"/>
                    <a:pt x="1" y="34"/>
                  </a:cubicBezTo>
                  <a:cubicBezTo>
                    <a:pt x="2" y="34"/>
                    <a:pt x="2" y="35"/>
                    <a:pt x="3" y="35"/>
                  </a:cubicBezTo>
                  <a:cubicBezTo>
                    <a:pt x="3" y="35"/>
                    <a:pt x="4" y="36"/>
                    <a:pt x="4" y="36"/>
                  </a:cubicBezTo>
                  <a:cubicBezTo>
                    <a:pt x="4" y="37"/>
                    <a:pt x="4" y="37"/>
                    <a:pt x="4" y="37"/>
                  </a:cubicBezTo>
                  <a:cubicBezTo>
                    <a:pt x="5" y="38"/>
                    <a:pt x="5" y="38"/>
                    <a:pt x="5" y="39"/>
                  </a:cubicBezTo>
                  <a:cubicBezTo>
                    <a:pt x="6" y="40"/>
                    <a:pt x="6" y="40"/>
                    <a:pt x="7" y="41"/>
                  </a:cubicBezTo>
                  <a:cubicBezTo>
                    <a:pt x="7" y="42"/>
                    <a:pt x="8" y="42"/>
                    <a:pt x="8" y="42"/>
                  </a:cubicBezTo>
                  <a:cubicBezTo>
                    <a:pt x="9" y="43"/>
                    <a:pt x="9" y="43"/>
                    <a:pt x="10" y="44"/>
                  </a:cubicBezTo>
                  <a:cubicBezTo>
                    <a:pt x="10" y="44"/>
                    <a:pt x="10" y="44"/>
                    <a:pt x="11" y="44"/>
                  </a:cubicBezTo>
                  <a:cubicBezTo>
                    <a:pt x="11" y="45"/>
                    <a:pt x="12" y="45"/>
                    <a:pt x="12" y="46"/>
                  </a:cubicBezTo>
                  <a:cubicBezTo>
                    <a:pt x="13" y="46"/>
                    <a:pt x="13" y="46"/>
                    <a:pt x="14" y="46"/>
                  </a:cubicBezTo>
                  <a:cubicBezTo>
                    <a:pt x="14" y="47"/>
                    <a:pt x="15" y="47"/>
                    <a:pt x="15" y="47"/>
                  </a:cubicBezTo>
                  <a:cubicBezTo>
                    <a:pt x="16" y="48"/>
                    <a:pt x="16" y="48"/>
                    <a:pt x="16" y="49"/>
                  </a:cubicBezTo>
                  <a:cubicBezTo>
                    <a:pt x="17" y="49"/>
                    <a:pt x="17" y="50"/>
                    <a:pt x="17" y="50"/>
                  </a:cubicBezTo>
                  <a:cubicBezTo>
                    <a:pt x="18" y="50"/>
                    <a:pt x="18" y="50"/>
                    <a:pt x="18" y="50"/>
                  </a:cubicBezTo>
                  <a:cubicBezTo>
                    <a:pt x="19" y="51"/>
                    <a:pt x="19" y="51"/>
                    <a:pt x="20" y="51"/>
                  </a:cubicBezTo>
                  <a:cubicBezTo>
                    <a:pt x="20" y="51"/>
                    <a:pt x="21" y="51"/>
                    <a:pt x="21" y="51"/>
                  </a:cubicBezTo>
                  <a:cubicBezTo>
                    <a:pt x="21" y="51"/>
                    <a:pt x="21" y="51"/>
                    <a:pt x="22" y="52"/>
                  </a:cubicBezTo>
                  <a:cubicBezTo>
                    <a:pt x="22" y="52"/>
                    <a:pt x="23" y="52"/>
                    <a:pt x="24" y="52"/>
                  </a:cubicBezTo>
                  <a:cubicBezTo>
                    <a:pt x="24" y="53"/>
                    <a:pt x="25" y="52"/>
                    <a:pt x="26" y="52"/>
                  </a:cubicBezTo>
                  <a:cubicBezTo>
                    <a:pt x="27" y="52"/>
                    <a:pt x="27" y="53"/>
                    <a:pt x="28" y="53"/>
                  </a:cubicBezTo>
                  <a:cubicBezTo>
                    <a:pt x="28" y="53"/>
                    <a:pt x="29" y="54"/>
                    <a:pt x="29" y="54"/>
                  </a:cubicBezTo>
                  <a:cubicBezTo>
                    <a:pt x="30" y="54"/>
                    <a:pt x="31" y="55"/>
                    <a:pt x="32" y="56"/>
                  </a:cubicBezTo>
                  <a:cubicBezTo>
                    <a:pt x="33" y="56"/>
                    <a:pt x="34" y="58"/>
                    <a:pt x="36" y="59"/>
                  </a:cubicBezTo>
                  <a:cubicBezTo>
                    <a:pt x="36" y="59"/>
                    <a:pt x="37" y="59"/>
                    <a:pt x="38" y="60"/>
                  </a:cubicBezTo>
                  <a:cubicBezTo>
                    <a:pt x="38" y="60"/>
                    <a:pt x="39" y="61"/>
                    <a:pt x="40" y="61"/>
                  </a:cubicBezTo>
                  <a:cubicBezTo>
                    <a:pt x="40" y="61"/>
                    <a:pt x="40" y="61"/>
                    <a:pt x="41" y="61"/>
                  </a:cubicBezTo>
                  <a:cubicBezTo>
                    <a:pt x="41" y="61"/>
                    <a:pt x="41" y="61"/>
                    <a:pt x="42" y="61"/>
                  </a:cubicBezTo>
                  <a:cubicBezTo>
                    <a:pt x="42" y="61"/>
                    <a:pt x="43" y="62"/>
                    <a:pt x="43" y="62"/>
                  </a:cubicBezTo>
                  <a:cubicBezTo>
                    <a:pt x="43" y="62"/>
                    <a:pt x="44" y="63"/>
                    <a:pt x="44" y="63"/>
                  </a:cubicBezTo>
                  <a:cubicBezTo>
                    <a:pt x="45" y="63"/>
                    <a:pt x="45" y="62"/>
                    <a:pt x="46" y="63"/>
                  </a:cubicBezTo>
                  <a:cubicBezTo>
                    <a:pt x="46" y="63"/>
                    <a:pt x="47" y="64"/>
                    <a:pt x="48" y="64"/>
                  </a:cubicBezTo>
                  <a:cubicBezTo>
                    <a:pt x="49" y="64"/>
                    <a:pt x="49" y="65"/>
                    <a:pt x="50" y="65"/>
                  </a:cubicBezTo>
                  <a:cubicBezTo>
                    <a:pt x="50" y="65"/>
                    <a:pt x="50" y="66"/>
                    <a:pt x="51" y="66"/>
                  </a:cubicBezTo>
                  <a:cubicBezTo>
                    <a:pt x="51" y="67"/>
                    <a:pt x="51" y="67"/>
                    <a:pt x="52" y="68"/>
                  </a:cubicBezTo>
                  <a:cubicBezTo>
                    <a:pt x="52" y="68"/>
                    <a:pt x="52" y="69"/>
                    <a:pt x="52" y="70"/>
                  </a:cubicBezTo>
                  <a:cubicBezTo>
                    <a:pt x="51" y="70"/>
                    <a:pt x="51" y="70"/>
                    <a:pt x="51" y="70"/>
                  </a:cubicBezTo>
                  <a:cubicBezTo>
                    <a:pt x="51" y="70"/>
                    <a:pt x="50" y="70"/>
                    <a:pt x="50" y="71"/>
                  </a:cubicBezTo>
                  <a:cubicBezTo>
                    <a:pt x="50" y="71"/>
                    <a:pt x="51" y="71"/>
                    <a:pt x="50" y="71"/>
                  </a:cubicBezTo>
                  <a:cubicBezTo>
                    <a:pt x="50" y="71"/>
                    <a:pt x="50" y="71"/>
                    <a:pt x="50" y="72"/>
                  </a:cubicBezTo>
                  <a:cubicBezTo>
                    <a:pt x="50" y="72"/>
                    <a:pt x="50" y="72"/>
                    <a:pt x="50" y="72"/>
                  </a:cubicBezTo>
                  <a:cubicBezTo>
                    <a:pt x="50" y="73"/>
                    <a:pt x="49" y="73"/>
                    <a:pt x="50" y="73"/>
                  </a:cubicBezTo>
                  <a:cubicBezTo>
                    <a:pt x="50" y="73"/>
                    <a:pt x="50" y="73"/>
                    <a:pt x="50" y="73"/>
                  </a:cubicBezTo>
                  <a:cubicBezTo>
                    <a:pt x="49" y="74"/>
                    <a:pt x="50" y="74"/>
                    <a:pt x="50" y="74"/>
                  </a:cubicBezTo>
                  <a:cubicBezTo>
                    <a:pt x="49" y="75"/>
                    <a:pt x="49" y="75"/>
                    <a:pt x="48" y="75"/>
                  </a:cubicBezTo>
                  <a:cubicBezTo>
                    <a:pt x="48" y="76"/>
                    <a:pt x="48" y="76"/>
                    <a:pt x="48" y="76"/>
                  </a:cubicBezTo>
                  <a:cubicBezTo>
                    <a:pt x="48" y="76"/>
                    <a:pt x="48" y="76"/>
                    <a:pt x="48" y="77"/>
                  </a:cubicBezTo>
                  <a:cubicBezTo>
                    <a:pt x="48" y="77"/>
                    <a:pt x="47" y="77"/>
                    <a:pt x="48" y="77"/>
                  </a:cubicBezTo>
                  <a:cubicBezTo>
                    <a:pt x="48" y="77"/>
                    <a:pt x="47" y="79"/>
                    <a:pt x="47" y="79"/>
                  </a:cubicBezTo>
                  <a:cubicBezTo>
                    <a:pt x="48" y="79"/>
                    <a:pt x="47" y="79"/>
                    <a:pt x="47" y="80"/>
                  </a:cubicBezTo>
                  <a:cubicBezTo>
                    <a:pt x="47" y="80"/>
                    <a:pt x="48" y="80"/>
                    <a:pt x="48" y="80"/>
                  </a:cubicBezTo>
                  <a:cubicBezTo>
                    <a:pt x="48" y="80"/>
                    <a:pt x="48" y="81"/>
                    <a:pt x="48" y="81"/>
                  </a:cubicBezTo>
                  <a:cubicBezTo>
                    <a:pt x="48" y="81"/>
                    <a:pt x="47" y="81"/>
                    <a:pt x="47" y="82"/>
                  </a:cubicBezTo>
                  <a:cubicBezTo>
                    <a:pt x="47" y="82"/>
                    <a:pt x="48" y="83"/>
                    <a:pt x="47" y="83"/>
                  </a:cubicBezTo>
                  <a:cubicBezTo>
                    <a:pt x="47" y="83"/>
                    <a:pt x="47" y="83"/>
                    <a:pt x="47" y="83"/>
                  </a:cubicBezTo>
                  <a:cubicBezTo>
                    <a:pt x="47" y="84"/>
                    <a:pt x="46" y="84"/>
                    <a:pt x="46" y="84"/>
                  </a:cubicBezTo>
                  <a:cubicBezTo>
                    <a:pt x="46" y="84"/>
                    <a:pt x="46" y="86"/>
                    <a:pt x="45" y="86"/>
                  </a:cubicBezTo>
                  <a:cubicBezTo>
                    <a:pt x="45" y="86"/>
                    <a:pt x="45" y="86"/>
                    <a:pt x="44" y="87"/>
                  </a:cubicBezTo>
                  <a:cubicBezTo>
                    <a:pt x="44" y="87"/>
                    <a:pt x="45" y="87"/>
                    <a:pt x="45" y="87"/>
                  </a:cubicBezTo>
                  <a:cubicBezTo>
                    <a:pt x="45" y="88"/>
                    <a:pt x="45" y="88"/>
                    <a:pt x="45" y="88"/>
                  </a:cubicBezTo>
                  <a:cubicBezTo>
                    <a:pt x="46" y="88"/>
                    <a:pt x="48" y="88"/>
                    <a:pt x="49" y="88"/>
                  </a:cubicBezTo>
                  <a:cubicBezTo>
                    <a:pt x="50" y="88"/>
                    <a:pt x="50" y="88"/>
                    <a:pt x="51" y="88"/>
                  </a:cubicBezTo>
                  <a:cubicBezTo>
                    <a:pt x="52" y="88"/>
                    <a:pt x="53" y="88"/>
                    <a:pt x="53" y="88"/>
                  </a:cubicBezTo>
                  <a:cubicBezTo>
                    <a:pt x="54" y="89"/>
                    <a:pt x="55" y="89"/>
                    <a:pt x="56" y="90"/>
                  </a:cubicBezTo>
                  <a:cubicBezTo>
                    <a:pt x="57" y="90"/>
                    <a:pt x="58" y="90"/>
                    <a:pt x="59" y="90"/>
                  </a:cubicBezTo>
                  <a:cubicBezTo>
                    <a:pt x="60" y="90"/>
                    <a:pt x="60" y="90"/>
                    <a:pt x="61" y="90"/>
                  </a:cubicBezTo>
                  <a:cubicBezTo>
                    <a:pt x="62" y="90"/>
                    <a:pt x="62" y="91"/>
                    <a:pt x="63" y="90"/>
                  </a:cubicBezTo>
                  <a:cubicBezTo>
                    <a:pt x="63" y="90"/>
                    <a:pt x="64" y="90"/>
                    <a:pt x="65" y="90"/>
                  </a:cubicBezTo>
                  <a:cubicBezTo>
                    <a:pt x="66" y="91"/>
                    <a:pt x="66" y="92"/>
                    <a:pt x="67" y="90"/>
                  </a:cubicBezTo>
                  <a:cubicBezTo>
                    <a:pt x="67" y="90"/>
                    <a:pt x="67" y="89"/>
                    <a:pt x="68" y="89"/>
                  </a:cubicBezTo>
                  <a:cubicBezTo>
                    <a:pt x="68" y="89"/>
                    <a:pt x="68" y="88"/>
                    <a:pt x="69" y="88"/>
                  </a:cubicBezTo>
                  <a:cubicBezTo>
                    <a:pt x="70" y="88"/>
                    <a:pt x="70" y="89"/>
                    <a:pt x="71" y="89"/>
                  </a:cubicBezTo>
                  <a:cubicBezTo>
                    <a:pt x="71" y="90"/>
                    <a:pt x="72" y="90"/>
                    <a:pt x="72" y="90"/>
                  </a:cubicBezTo>
                  <a:cubicBezTo>
                    <a:pt x="73" y="89"/>
                    <a:pt x="74" y="88"/>
                    <a:pt x="73" y="87"/>
                  </a:cubicBezTo>
                  <a:cubicBezTo>
                    <a:pt x="73" y="86"/>
                    <a:pt x="74" y="86"/>
                    <a:pt x="74" y="86"/>
                  </a:cubicBezTo>
                  <a:cubicBezTo>
                    <a:pt x="74" y="85"/>
                    <a:pt x="74" y="85"/>
                    <a:pt x="75" y="85"/>
                  </a:cubicBezTo>
                  <a:cubicBezTo>
                    <a:pt x="75" y="84"/>
                    <a:pt x="76" y="84"/>
                    <a:pt x="76" y="84"/>
                  </a:cubicBezTo>
                  <a:cubicBezTo>
                    <a:pt x="77" y="85"/>
                    <a:pt x="77" y="84"/>
                    <a:pt x="77" y="83"/>
                  </a:cubicBezTo>
                  <a:cubicBezTo>
                    <a:pt x="77" y="83"/>
                    <a:pt x="78" y="83"/>
                    <a:pt x="78" y="83"/>
                  </a:cubicBezTo>
                  <a:cubicBezTo>
                    <a:pt x="79" y="82"/>
                    <a:pt x="78" y="82"/>
                    <a:pt x="79" y="81"/>
                  </a:cubicBezTo>
                  <a:cubicBezTo>
                    <a:pt x="79" y="81"/>
                    <a:pt x="80" y="82"/>
                    <a:pt x="80" y="81"/>
                  </a:cubicBezTo>
                  <a:cubicBezTo>
                    <a:pt x="80" y="80"/>
                    <a:pt x="80" y="80"/>
                    <a:pt x="80" y="79"/>
                  </a:cubicBezTo>
                  <a:cubicBezTo>
                    <a:pt x="80" y="79"/>
                    <a:pt x="80" y="79"/>
                    <a:pt x="80" y="79"/>
                  </a:cubicBezTo>
                  <a:cubicBezTo>
                    <a:pt x="81" y="78"/>
                    <a:pt x="81" y="78"/>
                    <a:pt x="81" y="77"/>
                  </a:cubicBezTo>
                  <a:cubicBezTo>
                    <a:pt x="80" y="77"/>
                    <a:pt x="81" y="76"/>
                    <a:pt x="80" y="76"/>
                  </a:cubicBezTo>
                  <a:cubicBezTo>
                    <a:pt x="80" y="75"/>
                    <a:pt x="80" y="74"/>
                    <a:pt x="80" y="74"/>
                  </a:cubicBezTo>
                  <a:cubicBezTo>
                    <a:pt x="80" y="74"/>
                    <a:pt x="80" y="74"/>
                    <a:pt x="81" y="73"/>
                  </a:cubicBezTo>
                  <a:cubicBezTo>
                    <a:pt x="81" y="73"/>
                    <a:pt x="80" y="73"/>
                    <a:pt x="80" y="73"/>
                  </a:cubicBezTo>
                  <a:cubicBezTo>
                    <a:pt x="80" y="72"/>
                    <a:pt x="81" y="72"/>
                    <a:pt x="80" y="72"/>
                  </a:cubicBezTo>
                  <a:cubicBezTo>
                    <a:pt x="80" y="71"/>
                    <a:pt x="80" y="71"/>
                    <a:pt x="80" y="71"/>
                  </a:cubicBezTo>
                  <a:cubicBezTo>
                    <a:pt x="80" y="70"/>
                    <a:pt x="80" y="70"/>
                    <a:pt x="80" y="70"/>
                  </a:cubicBezTo>
                  <a:cubicBezTo>
                    <a:pt x="80" y="70"/>
                    <a:pt x="80" y="69"/>
                    <a:pt x="80" y="68"/>
                  </a:cubicBezTo>
                  <a:cubicBezTo>
                    <a:pt x="80" y="67"/>
                    <a:pt x="80" y="67"/>
                    <a:pt x="81" y="66"/>
                  </a:cubicBezTo>
                  <a:cubicBezTo>
                    <a:pt x="81" y="66"/>
                    <a:pt x="81" y="65"/>
                    <a:pt x="81" y="65"/>
                  </a:cubicBezTo>
                  <a:cubicBezTo>
                    <a:pt x="81" y="65"/>
                    <a:pt x="81" y="65"/>
                    <a:pt x="81" y="65"/>
                  </a:cubicBezTo>
                  <a:cubicBezTo>
                    <a:pt x="81" y="64"/>
                    <a:pt x="81" y="64"/>
                    <a:pt x="81" y="64"/>
                  </a:cubicBezTo>
                  <a:cubicBezTo>
                    <a:pt x="81" y="64"/>
                    <a:pt x="81" y="63"/>
                    <a:pt x="81" y="63"/>
                  </a:cubicBezTo>
                  <a:cubicBezTo>
                    <a:pt x="81" y="62"/>
                    <a:pt x="81" y="61"/>
                    <a:pt x="81" y="60"/>
                  </a:cubicBezTo>
                  <a:cubicBezTo>
                    <a:pt x="81" y="59"/>
                    <a:pt x="81" y="59"/>
                    <a:pt x="81" y="58"/>
                  </a:cubicBezTo>
                  <a:cubicBezTo>
                    <a:pt x="81" y="57"/>
                    <a:pt x="82" y="56"/>
                    <a:pt x="82" y="5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00" name="Papua New Guinea">
              <a:extLst>
                <a:ext uri="{FF2B5EF4-FFF2-40B4-BE49-F238E27FC236}">
                  <a16:creationId xmlns:a16="http://schemas.microsoft.com/office/drawing/2014/main" id="{FF143790-61CD-5020-09FF-DB5BD7318A02}"/>
                </a:ext>
              </a:extLst>
            </p:cNvPr>
            <p:cNvSpPr>
              <a:spLocks noEditPoints="1"/>
            </p:cNvSpPr>
            <p:nvPr/>
          </p:nvSpPr>
          <p:spPr bwMode="auto">
            <a:xfrm>
              <a:off x="10523010" y="4086497"/>
              <a:ext cx="520467" cy="411669"/>
            </a:xfrm>
            <a:custGeom>
              <a:avLst/>
              <a:gdLst/>
              <a:ahLst/>
              <a:cxnLst>
                <a:cxn ang="0">
                  <a:pos x="99" y="83"/>
                </a:cxn>
                <a:cxn ang="0">
                  <a:pos x="26" y="80"/>
                </a:cxn>
                <a:cxn ang="0">
                  <a:pos x="62" y="12"/>
                </a:cxn>
                <a:cxn ang="0">
                  <a:pos x="61" y="10"/>
                </a:cxn>
                <a:cxn ang="0">
                  <a:pos x="88" y="92"/>
                </a:cxn>
                <a:cxn ang="0">
                  <a:pos x="94" y="92"/>
                </a:cxn>
                <a:cxn ang="0">
                  <a:pos x="135" y="46"/>
                </a:cxn>
                <a:cxn ang="0">
                  <a:pos x="126" y="113"/>
                </a:cxn>
                <a:cxn ang="0">
                  <a:pos x="116" y="30"/>
                </a:cxn>
                <a:cxn ang="0">
                  <a:pos x="100" y="16"/>
                </a:cxn>
                <a:cxn ang="0">
                  <a:pos x="114" y="28"/>
                </a:cxn>
                <a:cxn ang="0">
                  <a:pos x="121" y="36"/>
                </a:cxn>
                <a:cxn ang="0">
                  <a:pos x="119" y="116"/>
                </a:cxn>
                <a:cxn ang="0">
                  <a:pos x="23" y="7"/>
                </a:cxn>
                <a:cxn ang="0">
                  <a:pos x="113" y="36"/>
                </a:cxn>
                <a:cxn ang="0">
                  <a:pos x="106" y="35"/>
                </a:cxn>
                <a:cxn ang="0">
                  <a:pos x="94" y="49"/>
                </a:cxn>
                <a:cxn ang="0">
                  <a:pos x="88" y="49"/>
                </a:cxn>
                <a:cxn ang="0">
                  <a:pos x="79" y="49"/>
                </a:cxn>
                <a:cxn ang="0">
                  <a:pos x="81" y="55"/>
                </a:cxn>
                <a:cxn ang="0">
                  <a:pos x="92" y="57"/>
                </a:cxn>
                <a:cxn ang="0">
                  <a:pos x="101" y="54"/>
                </a:cxn>
                <a:cxn ang="0">
                  <a:pos x="111" y="48"/>
                </a:cxn>
                <a:cxn ang="0">
                  <a:pos x="64" y="47"/>
                </a:cxn>
                <a:cxn ang="0">
                  <a:pos x="84" y="94"/>
                </a:cxn>
                <a:cxn ang="0">
                  <a:pos x="76" y="88"/>
                </a:cxn>
                <a:cxn ang="0">
                  <a:pos x="66" y="74"/>
                </a:cxn>
                <a:cxn ang="0">
                  <a:pos x="61" y="67"/>
                </a:cxn>
                <a:cxn ang="0">
                  <a:pos x="66" y="55"/>
                </a:cxn>
                <a:cxn ang="0">
                  <a:pos x="50" y="49"/>
                </a:cxn>
                <a:cxn ang="0">
                  <a:pos x="41" y="33"/>
                </a:cxn>
                <a:cxn ang="0">
                  <a:pos x="30" y="27"/>
                </a:cxn>
                <a:cxn ang="0">
                  <a:pos x="5" y="17"/>
                </a:cxn>
                <a:cxn ang="0">
                  <a:pos x="2" y="64"/>
                </a:cxn>
                <a:cxn ang="0">
                  <a:pos x="16" y="91"/>
                </a:cxn>
                <a:cxn ang="0">
                  <a:pos x="14" y="78"/>
                </a:cxn>
                <a:cxn ang="0">
                  <a:pos x="25" y="76"/>
                </a:cxn>
                <a:cxn ang="0">
                  <a:pos x="28" y="71"/>
                </a:cxn>
                <a:cxn ang="0">
                  <a:pos x="35" y="74"/>
                </a:cxn>
                <a:cxn ang="0">
                  <a:pos x="39" y="72"/>
                </a:cxn>
                <a:cxn ang="0">
                  <a:pos x="48" y="75"/>
                </a:cxn>
                <a:cxn ang="0">
                  <a:pos x="57" y="88"/>
                </a:cxn>
                <a:cxn ang="0">
                  <a:pos x="61" y="94"/>
                </a:cxn>
                <a:cxn ang="0">
                  <a:pos x="69" y="100"/>
                </a:cxn>
                <a:cxn ang="0">
                  <a:pos x="81" y="102"/>
                </a:cxn>
                <a:cxn ang="0">
                  <a:pos x="86" y="105"/>
                </a:cxn>
                <a:cxn ang="0">
                  <a:pos x="92" y="101"/>
                </a:cxn>
                <a:cxn ang="0">
                  <a:pos x="147" y="61"/>
                </a:cxn>
                <a:cxn ang="0">
                  <a:pos x="140" y="52"/>
                </a:cxn>
                <a:cxn ang="0">
                  <a:pos x="136" y="50"/>
                </a:cxn>
                <a:cxn ang="0">
                  <a:pos x="146" y="63"/>
                </a:cxn>
                <a:cxn ang="0">
                  <a:pos x="95" y="98"/>
                </a:cxn>
                <a:cxn ang="0">
                  <a:pos x="100" y="20"/>
                </a:cxn>
                <a:cxn ang="0">
                  <a:pos x="88" y="5"/>
                </a:cxn>
                <a:cxn ang="0">
                  <a:pos x="70" y="52"/>
                </a:cxn>
                <a:cxn ang="0">
                  <a:pos x="94" y="106"/>
                </a:cxn>
                <a:cxn ang="0">
                  <a:pos x="114" y="89"/>
                </a:cxn>
                <a:cxn ang="0">
                  <a:pos x="93" y="17"/>
                </a:cxn>
                <a:cxn ang="0">
                  <a:pos x="137" y="25"/>
                </a:cxn>
              </a:cxnLst>
              <a:rect l="0" t="0" r="r" b="b"/>
              <a:pathLst>
                <a:path w="147" h="116">
                  <a:moveTo>
                    <a:pt x="26" y="84"/>
                  </a:moveTo>
                  <a:cubicBezTo>
                    <a:pt x="26" y="84"/>
                    <a:pt x="26" y="84"/>
                    <a:pt x="25" y="83"/>
                  </a:cubicBezTo>
                  <a:cubicBezTo>
                    <a:pt x="25" y="83"/>
                    <a:pt x="25" y="83"/>
                    <a:pt x="24" y="83"/>
                  </a:cubicBezTo>
                  <a:cubicBezTo>
                    <a:pt x="24" y="83"/>
                    <a:pt x="22" y="81"/>
                    <a:pt x="22" y="81"/>
                  </a:cubicBezTo>
                  <a:cubicBezTo>
                    <a:pt x="22" y="81"/>
                    <a:pt x="23" y="81"/>
                    <a:pt x="23" y="81"/>
                  </a:cubicBezTo>
                  <a:cubicBezTo>
                    <a:pt x="24" y="82"/>
                    <a:pt x="24" y="82"/>
                    <a:pt x="25" y="82"/>
                  </a:cubicBezTo>
                  <a:cubicBezTo>
                    <a:pt x="25" y="83"/>
                    <a:pt x="27" y="84"/>
                    <a:pt x="26" y="84"/>
                  </a:cubicBezTo>
                  <a:close/>
                  <a:moveTo>
                    <a:pt x="99" y="81"/>
                  </a:moveTo>
                  <a:cubicBezTo>
                    <a:pt x="98" y="81"/>
                    <a:pt x="98" y="81"/>
                    <a:pt x="98" y="82"/>
                  </a:cubicBezTo>
                  <a:cubicBezTo>
                    <a:pt x="98" y="82"/>
                    <a:pt x="98" y="82"/>
                    <a:pt x="99" y="83"/>
                  </a:cubicBezTo>
                  <a:cubicBezTo>
                    <a:pt x="99" y="83"/>
                    <a:pt x="98" y="84"/>
                    <a:pt x="98" y="84"/>
                  </a:cubicBezTo>
                  <a:cubicBezTo>
                    <a:pt x="98" y="85"/>
                    <a:pt x="98" y="85"/>
                    <a:pt x="99" y="85"/>
                  </a:cubicBezTo>
                  <a:cubicBezTo>
                    <a:pt x="99" y="85"/>
                    <a:pt x="98" y="85"/>
                    <a:pt x="98" y="84"/>
                  </a:cubicBezTo>
                  <a:cubicBezTo>
                    <a:pt x="98" y="84"/>
                    <a:pt x="99" y="83"/>
                    <a:pt x="99" y="83"/>
                  </a:cubicBezTo>
                  <a:cubicBezTo>
                    <a:pt x="99" y="82"/>
                    <a:pt x="99" y="82"/>
                    <a:pt x="99" y="81"/>
                  </a:cubicBezTo>
                  <a:close/>
                  <a:moveTo>
                    <a:pt x="26" y="80"/>
                  </a:moveTo>
                  <a:cubicBezTo>
                    <a:pt x="26" y="80"/>
                    <a:pt x="24" y="80"/>
                    <a:pt x="24" y="80"/>
                  </a:cubicBezTo>
                  <a:cubicBezTo>
                    <a:pt x="24" y="80"/>
                    <a:pt x="23" y="80"/>
                    <a:pt x="24" y="81"/>
                  </a:cubicBezTo>
                  <a:cubicBezTo>
                    <a:pt x="24" y="81"/>
                    <a:pt x="25" y="81"/>
                    <a:pt x="26" y="82"/>
                  </a:cubicBezTo>
                  <a:cubicBezTo>
                    <a:pt x="26" y="81"/>
                    <a:pt x="26" y="81"/>
                    <a:pt x="26" y="80"/>
                  </a:cubicBezTo>
                  <a:close/>
                  <a:moveTo>
                    <a:pt x="131" y="37"/>
                  </a:moveTo>
                  <a:cubicBezTo>
                    <a:pt x="131" y="36"/>
                    <a:pt x="131" y="36"/>
                    <a:pt x="131" y="37"/>
                  </a:cubicBezTo>
                  <a:close/>
                  <a:moveTo>
                    <a:pt x="123" y="26"/>
                  </a:moveTo>
                  <a:cubicBezTo>
                    <a:pt x="122" y="26"/>
                    <a:pt x="123" y="27"/>
                    <a:pt x="123" y="27"/>
                  </a:cubicBezTo>
                  <a:cubicBezTo>
                    <a:pt x="123" y="27"/>
                    <a:pt x="123" y="26"/>
                    <a:pt x="123" y="26"/>
                  </a:cubicBezTo>
                  <a:close/>
                  <a:moveTo>
                    <a:pt x="60" y="12"/>
                  </a:moveTo>
                  <a:cubicBezTo>
                    <a:pt x="60" y="12"/>
                    <a:pt x="60" y="12"/>
                    <a:pt x="60" y="12"/>
                  </a:cubicBezTo>
                  <a:cubicBezTo>
                    <a:pt x="60" y="12"/>
                    <a:pt x="60" y="11"/>
                    <a:pt x="60" y="12"/>
                  </a:cubicBezTo>
                  <a:cubicBezTo>
                    <a:pt x="61" y="12"/>
                    <a:pt x="61" y="12"/>
                    <a:pt x="61" y="12"/>
                  </a:cubicBezTo>
                  <a:cubicBezTo>
                    <a:pt x="61" y="12"/>
                    <a:pt x="62" y="12"/>
                    <a:pt x="62" y="12"/>
                  </a:cubicBezTo>
                  <a:cubicBezTo>
                    <a:pt x="63" y="12"/>
                    <a:pt x="63" y="12"/>
                    <a:pt x="64" y="12"/>
                  </a:cubicBezTo>
                  <a:cubicBezTo>
                    <a:pt x="64" y="12"/>
                    <a:pt x="65" y="12"/>
                    <a:pt x="65" y="12"/>
                  </a:cubicBezTo>
                  <a:cubicBezTo>
                    <a:pt x="66" y="12"/>
                    <a:pt x="66" y="11"/>
                    <a:pt x="66" y="11"/>
                  </a:cubicBezTo>
                  <a:cubicBezTo>
                    <a:pt x="66" y="11"/>
                    <a:pt x="67" y="11"/>
                    <a:pt x="67" y="11"/>
                  </a:cubicBezTo>
                  <a:cubicBezTo>
                    <a:pt x="68" y="11"/>
                    <a:pt x="67" y="10"/>
                    <a:pt x="67" y="10"/>
                  </a:cubicBezTo>
                  <a:cubicBezTo>
                    <a:pt x="67" y="10"/>
                    <a:pt x="67" y="11"/>
                    <a:pt x="67" y="11"/>
                  </a:cubicBezTo>
                  <a:cubicBezTo>
                    <a:pt x="67" y="11"/>
                    <a:pt x="65" y="10"/>
                    <a:pt x="65" y="10"/>
                  </a:cubicBezTo>
                  <a:cubicBezTo>
                    <a:pt x="64" y="10"/>
                    <a:pt x="64" y="10"/>
                    <a:pt x="64" y="10"/>
                  </a:cubicBezTo>
                  <a:cubicBezTo>
                    <a:pt x="64" y="10"/>
                    <a:pt x="63" y="10"/>
                    <a:pt x="63" y="10"/>
                  </a:cubicBezTo>
                  <a:cubicBezTo>
                    <a:pt x="62" y="10"/>
                    <a:pt x="62" y="10"/>
                    <a:pt x="61" y="10"/>
                  </a:cubicBezTo>
                  <a:cubicBezTo>
                    <a:pt x="61" y="10"/>
                    <a:pt x="60" y="10"/>
                    <a:pt x="60" y="10"/>
                  </a:cubicBezTo>
                  <a:cubicBezTo>
                    <a:pt x="60" y="10"/>
                    <a:pt x="59" y="11"/>
                    <a:pt x="59" y="10"/>
                  </a:cubicBezTo>
                  <a:cubicBezTo>
                    <a:pt x="59" y="11"/>
                    <a:pt x="60" y="11"/>
                    <a:pt x="59" y="12"/>
                  </a:cubicBezTo>
                  <a:cubicBezTo>
                    <a:pt x="58" y="12"/>
                    <a:pt x="58" y="12"/>
                    <a:pt x="59" y="13"/>
                  </a:cubicBezTo>
                  <a:cubicBezTo>
                    <a:pt x="59" y="13"/>
                    <a:pt x="59" y="12"/>
                    <a:pt x="60" y="12"/>
                  </a:cubicBezTo>
                  <a:close/>
                  <a:moveTo>
                    <a:pt x="90" y="93"/>
                  </a:moveTo>
                  <a:cubicBezTo>
                    <a:pt x="90" y="93"/>
                    <a:pt x="90" y="92"/>
                    <a:pt x="90" y="92"/>
                  </a:cubicBezTo>
                  <a:cubicBezTo>
                    <a:pt x="91" y="92"/>
                    <a:pt x="90" y="91"/>
                    <a:pt x="90" y="91"/>
                  </a:cubicBezTo>
                  <a:cubicBezTo>
                    <a:pt x="90" y="90"/>
                    <a:pt x="90" y="89"/>
                    <a:pt x="89" y="90"/>
                  </a:cubicBezTo>
                  <a:cubicBezTo>
                    <a:pt x="88" y="90"/>
                    <a:pt x="88" y="91"/>
                    <a:pt x="88" y="92"/>
                  </a:cubicBezTo>
                  <a:cubicBezTo>
                    <a:pt x="89" y="92"/>
                    <a:pt x="90" y="93"/>
                    <a:pt x="90" y="93"/>
                  </a:cubicBezTo>
                  <a:close/>
                  <a:moveTo>
                    <a:pt x="91" y="94"/>
                  </a:moveTo>
                  <a:cubicBezTo>
                    <a:pt x="91" y="94"/>
                    <a:pt x="92" y="94"/>
                    <a:pt x="92" y="94"/>
                  </a:cubicBezTo>
                  <a:cubicBezTo>
                    <a:pt x="93" y="94"/>
                    <a:pt x="93" y="94"/>
                    <a:pt x="94" y="95"/>
                  </a:cubicBezTo>
                  <a:cubicBezTo>
                    <a:pt x="94" y="95"/>
                    <a:pt x="94" y="95"/>
                    <a:pt x="95" y="94"/>
                  </a:cubicBezTo>
                  <a:cubicBezTo>
                    <a:pt x="95" y="94"/>
                    <a:pt x="95" y="95"/>
                    <a:pt x="95" y="95"/>
                  </a:cubicBezTo>
                  <a:cubicBezTo>
                    <a:pt x="95" y="95"/>
                    <a:pt x="96" y="94"/>
                    <a:pt x="95" y="94"/>
                  </a:cubicBezTo>
                  <a:cubicBezTo>
                    <a:pt x="95" y="94"/>
                    <a:pt x="95" y="93"/>
                    <a:pt x="95" y="93"/>
                  </a:cubicBezTo>
                  <a:cubicBezTo>
                    <a:pt x="96" y="93"/>
                    <a:pt x="95" y="93"/>
                    <a:pt x="95" y="93"/>
                  </a:cubicBezTo>
                  <a:cubicBezTo>
                    <a:pt x="95" y="92"/>
                    <a:pt x="95" y="92"/>
                    <a:pt x="94" y="92"/>
                  </a:cubicBezTo>
                  <a:cubicBezTo>
                    <a:pt x="94" y="92"/>
                    <a:pt x="93" y="92"/>
                    <a:pt x="93" y="92"/>
                  </a:cubicBezTo>
                  <a:cubicBezTo>
                    <a:pt x="92" y="91"/>
                    <a:pt x="92" y="91"/>
                    <a:pt x="91" y="91"/>
                  </a:cubicBezTo>
                  <a:cubicBezTo>
                    <a:pt x="91" y="91"/>
                    <a:pt x="91" y="92"/>
                    <a:pt x="91" y="92"/>
                  </a:cubicBezTo>
                  <a:cubicBezTo>
                    <a:pt x="91" y="93"/>
                    <a:pt x="92" y="93"/>
                    <a:pt x="92" y="93"/>
                  </a:cubicBezTo>
                  <a:cubicBezTo>
                    <a:pt x="92" y="94"/>
                    <a:pt x="91" y="94"/>
                    <a:pt x="91" y="94"/>
                  </a:cubicBezTo>
                  <a:close/>
                  <a:moveTo>
                    <a:pt x="136" y="46"/>
                  </a:moveTo>
                  <a:cubicBezTo>
                    <a:pt x="136" y="45"/>
                    <a:pt x="136" y="45"/>
                    <a:pt x="136" y="45"/>
                  </a:cubicBezTo>
                  <a:cubicBezTo>
                    <a:pt x="136" y="44"/>
                    <a:pt x="136" y="44"/>
                    <a:pt x="136" y="43"/>
                  </a:cubicBezTo>
                  <a:cubicBezTo>
                    <a:pt x="135" y="43"/>
                    <a:pt x="135" y="44"/>
                    <a:pt x="135" y="45"/>
                  </a:cubicBezTo>
                  <a:cubicBezTo>
                    <a:pt x="135" y="44"/>
                    <a:pt x="135" y="45"/>
                    <a:pt x="135" y="46"/>
                  </a:cubicBezTo>
                  <a:cubicBezTo>
                    <a:pt x="135" y="46"/>
                    <a:pt x="135" y="48"/>
                    <a:pt x="135" y="48"/>
                  </a:cubicBezTo>
                  <a:cubicBezTo>
                    <a:pt x="135" y="48"/>
                    <a:pt x="135" y="48"/>
                    <a:pt x="136" y="48"/>
                  </a:cubicBezTo>
                  <a:cubicBezTo>
                    <a:pt x="136" y="48"/>
                    <a:pt x="136" y="47"/>
                    <a:pt x="136" y="47"/>
                  </a:cubicBezTo>
                  <a:cubicBezTo>
                    <a:pt x="136" y="46"/>
                    <a:pt x="136" y="46"/>
                    <a:pt x="136" y="46"/>
                  </a:cubicBezTo>
                  <a:close/>
                  <a:moveTo>
                    <a:pt x="124" y="113"/>
                  </a:moveTo>
                  <a:cubicBezTo>
                    <a:pt x="124" y="113"/>
                    <a:pt x="125" y="113"/>
                    <a:pt x="124" y="113"/>
                  </a:cubicBezTo>
                  <a:cubicBezTo>
                    <a:pt x="124" y="113"/>
                    <a:pt x="124" y="113"/>
                    <a:pt x="124" y="113"/>
                  </a:cubicBezTo>
                  <a:cubicBezTo>
                    <a:pt x="123" y="114"/>
                    <a:pt x="124" y="114"/>
                    <a:pt x="124" y="114"/>
                  </a:cubicBezTo>
                  <a:cubicBezTo>
                    <a:pt x="124" y="114"/>
                    <a:pt x="124" y="114"/>
                    <a:pt x="125" y="114"/>
                  </a:cubicBezTo>
                  <a:cubicBezTo>
                    <a:pt x="125" y="114"/>
                    <a:pt x="126" y="114"/>
                    <a:pt x="126" y="113"/>
                  </a:cubicBezTo>
                  <a:cubicBezTo>
                    <a:pt x="126" y="112"/>
                    <a:pt x="125" y="113"/>
                    <a:pt x="124" y="113"/>
                  </a:cubicBezTo>
                  <a:close/>
                  <a:moveTo>
                    <a:pt x="111" y="105"/>
                  </a:moveTo>
                  <a:cubicBezTo>
                    <a:pt x="109" y="105"/>
                    <a:pt x="111" y="106"/>
                    <a:pt x="112" y="106"/>
                  </a:cubicBezTo>
                  <a:cubicBezTo>
                    <a:pt x="112" y="106"/>
                    <a:pt x="114" y="106"/>
                    <a:pt x="113" y="105"/>
                  </a:cubicBezTo>
                  <a:cubicBezTo>
                    <a:pt x="113" y="105"/>
                    <a:pt x="112" y="105"/>
                    <a:pt x="111" y="105"/>
                  </a:cubicBezTo>
                  <a:close/>
                  <a:moveTo>
                    <a:pt x="119" y="32"/>
                  </a:moveTo>
                  <a:cubicBezTo>
                    <a:pt x="119" y="32"/>
                    <a:pt x="119" y="31"/>
                    <a:pt x="119" y="31"/>
                  </a:cubicBezTo>
                  <a:cubicBezTo>
                    <a:pt x="119" y="31"/>
                    <a:pt x="118" y="31"/>
                    <a:pt x="118" y="31"/>
                  </a:cubicBezTo>
                  <a:cubicBezTo>
                    <a:pt x="118" y="31"/>
                    <a:pt x="117" y="31"/>
                    <a:pt x="117" y="30"/>
                  </a:cubicBezTo>
                  <a:cubicBezTo>
                    <a:pt x="117" y="30"/>
                    <a:pt x="117" y="30"/>
                    <a:pt x="116" y="30"/>
                  </a:cubicBezTo>
                  <a:cubicBezTo>
                    <a:pt x="116" y="30"/>
                    <a:pt x="116" y="28"/>
                    <a:pt x="115" y="28"/>
                  </a:cubicBezTo>
                  <a:cubicBezTo>
                    <a:pt x="115" y="29"/>
                    <a:pt x="114" y="27"/>
                    <a:pt x="114" y="27"/>
                  </a:cubicBezTo>
                  <a:cubicBezTo>
                    <a:pt x="113" y="26"/>
                    <a:pt x="113" y="26"/>
                    <a:pt x="112" y="25"/>
                  </a:cubicBezTo>
                  <a:cubicBezTo>
                    <a:pt x="111" y="24"/>
                    <a:pt x="111" y="24"/>
                    <a:pt x="110" y="23"/>
                  </a:cubicBezTo>
                  <a:cubicBezTo>
                    <a:pt x="109" y="23"/>
                    <a:pt x="108" y="22"/>
                    <a:pt x="108" y="22"/>
                  </a:cubicBezTo>
                  <a:cubicBezTo>
                    <a:pt x="107" y="21"/>
                    <a:pt x="106" y="20"/>
                    <a:pt x="105" y="20"/>
                  </a:cubicBezTo>
                  <a:cubicBezTo>
                    <a:pt x="105" y="20"/>
                    <a:pt x="105" y="20"/>
                    <a:pt x="104" y="20"/>
                  </a:cubicBezTo>
                  <a:cubicBezTo>
                    <a:pt x="104" y="20"/>
                    <a:pt x="104" y="20"/>
                    <a:pt x="103" y="19"/>
                  </a:cubicBezTo>
                  <a:cubicBezTo>
                    <a:pt x="103" y="19"/>
                    <a:pt x="102" y="18"/>
                    <a:pt x="102" y="18"/>
                  </a:cubicBezTo>
                  <a:cubicBezTo>
                    <a:pt x="101" y="18"/>
                    <a:pt x="100" y="16"/>
                    <a:pt x="100" y="16"/>
                  </a:cubicBezTo>
                  <a:cubicBezTo>
                    <a:pt x="100" y="17"/>
                    <a:pt x="100" y="17"/>
                    <a:pt x="100" y="18"/>
                  </a:cubicBezTo>
                  <a:cubicBezTo>
                    <a:pt x="101" y="18"/>
                    <a:pt x="100" y="18"/>
                    <a:pt x="100" y="18"/>
                  </a:cubicBezTo>
                  <a:cubicBezTo>
                    <a:pt x="99" y="18"/>
                    <a:pt x="99" y="18"/>
                    <a:pt x="99" y="18"/>
                  </a:cubicBezTo>
                  <a:cubicBezTo>
                    <a:pt x="99" y="18"/>
                    <a:pt x="99" y="19"/>
                    <a:pt x="99" y="19"/>
                  </a:cubicBezTo>
                  <a:cubicBezTo>
                    <a:pt x="100" y="19"/>
                    <a:pt x="101" y="19"/>
                    <a:pt x="101" y="19"/>
                  </a:cubicBezTo>
                  <a:cubicBezTo>
                    <a:pt x="102" y="19"/>
                    <a:pt x="103" y="20"/>
                    <a:pt x="103" y="20"/>
                  </a:cubicBezTo>
                  <a:cubicBezTo>
                    <a:pt x="104" y="21"/>
                    <a:pt x="105" y="21"/>
                    <a:pt x="106" y="22"/>
                  </a:cubicBezTo>
                  <a:cubicBezTo>
                    <a:pt x="106" y="23"/>
                    <a:pt x="107" y="23"/>
                    <a:pt x="108" y="23"/>
                  </a:cubicBezTo>
                  <a:cubicBezTo>
                    <a:pt x="108" y="24"/>
                    <a:pt x="108" y="25"/>
                    <a:pt x="109" y="25"/>
                  </a:cubicBezTo>
                  <a:cubicBezTo>
                    <a:pt x="111" y="26"/>
                    <a:pt x="112" y="26"/>
                    <a:pt x="114" y="28"/>
                  </a:cubicBezTo>
                  <a:cubicBezTo>
                    <a:pt x="114" y="28"/>
                    <a:pt x="114" y="29"/>
                    <a:pt x="115" y="30"/>
                  </a:cubicBezTo>
                  <a:cubicBezTo>
                    <a:pt x="115" y="30"/>
                    <a:pt x="116" y="31"/>
                    <a:pt x="116" y="32"/>
                  </a:cubicBezTo>
                  <a:cubicBezTo>
                    <a:pt x="117" y="33"/>
                    <a:pt x="117" y="34"/>
                    <a:pt x="117" y="35"/>
                  </a:cubicBezTo>
                  <a:cubicBezTo>
                    <a:pt x="117" y="35"/>
                    <a:pt x="117" y="36"/>
                    <a:pt x="117" y="37"/>
                  </a:cubicBezTo>
                  <a:cubicBezTo>
                    <a:pt x="117" y="37"/>
                    <a:pt x="117" y="37"/>
                    <a:pt x="117" y="38"/>
                  </a:cubicBezTo>
                  <a:cubicBezTo>
                    <a:pt x="117" y="38"/>
                    <a:pt x="117" y="39"/>
                    <a:pt x="118" y="40"/>
                  </a:cubicBezTo>
                  <a:cubicBezTo>
                    <a:pt x="118" y="40"/>
                    <a:pt x="119" y="41"/>
                    <a:pt x="119" y="42"/>
                  </a:cubicBezTo>
                  <a:cubicBezTo>
                    <a:pt x="119" y="41"/>
                    <a:pt x="120" y="40"/>
                    <a:pt x="121" y="39"/>
                  </a:cubicBezTo>
                  <a:cubicBezTo>
                    <a:pt x="121" y="38"/>
                    <a:pt x="120" y="38"/>
                    <a:pt x="121" y="37"/>
                  </a:cubicBezTo>
                  <a:cubicBezTo>
                    <a:pt x="121" y="37"/>
                    <a:pt x="121" y="36"/>
                    <a:pt x="121" y="36"/>
                  </a:cubicBezTo>
                  <a:cubicBezTo>
                    <a:pt x="122" y="35"/>
                    <a:pt x="120" y="34"/>
                    <a:pt x="120" y="33"/>
                  </a:cubicBezTo>
                  <a:cubicBezTo>
                    <a:pt x="120" y="32"/>
                    <a:pt x="119" y="32"/>
                    <a:pt x="119" y="32"/>
                  </a:cubicBezTo>
                  <a:close/>
                  <a:moveTo>
                    <a:pt x="118" y="114"/>
                  </a:moveTo>
                  <a:cubicBezTo>
                    <a:pt x="117" y="114"/>
                    <a:pt x="117" y="113"/>
                    <a:pt x="116" y="113"/>
                  </a:cubicBezTo>
                  <a:cubicBezTo>
                    <a:pt x="115" y="113"/>
                    <a:pt x="115" y="113"/>
                    <a:pt x="116" y="114"/>
                  </a:cubicBezTo>
                  <a:cubicBezTo>
                    <a:pt x="116" y="114"/>
                    <a:pt x="117" y="114"/>
                    <a:pt x="117" y="114"/>
                  </a:cubicBezTo>
                  <a:cubicBezTo>
                    <a:pt x="117" y="114"/>
                    <a:pt x="116" y="115"/>
                    <a:pt x="116" y="115"/>
                  </a:cubicBezTo>
                  <a:cubicBezTo>
                    <a:pt x="116" y="115"/>
                    <a:pt x="117" y="114"/>
                    <a:pt x="117" y="115"/>
                  </a:cubicBezTo>
                  <a:cubicBezTo>
                    <a:pt x="117" y="115"/>
                    <a:pt x="117" y="115"/>
                    <a:pt x="117" y="115"/>
                  </a:cubicBezTo>
                  <a:cubicBezTo>
                    <a:pt x="118" y="115"/>
                    <a:pt x="118" y="116"/>
                    <a:pt x="119" y="116"/>
                  </a:cubicBezTo>
                  <a:cubicBezTo>
                    <a:pt x="119" y="116"/>
                    <a:pt x="121" y="116"/>
                    <a:pt x="121" y="116"/>
                  </a:cubicBezTo>
                  <a:cubicBezTo>
                    <a:pt x="121" y="115"/>
                    <a:pt x="119" y="114"/>
                    <a:pt x="118" y="114"/>
                  </a:cubicBezTo>
                  <a:close/>
                  <a:moveTo>
                    <a:pt x="43" y="34"/>
                  </a:moveTo>
                  <a:cubicBezTo>
                    <a:pt x="44" y="34"/>
                    <a:pt x="44" y="33"/>
                    <a:pt x="43" y="33"/>
                  </a:cubicBezTo>
                  <a:cubicBezTo>
                    <a:pt x="43" y="33"/>
                    <a:pt x="43" y="34"/>
                    <a:pt x="43" y="34"/>
                  </a:cubicBezTo>
                  <a:close/>
                  <a:moveTo>
                    <a:pt x="39" y="4"/>
                  </a:moveTo>
                  <a:cubicBezTo>
                    <a:pt x="39" y="4"/>
                    <a:pt x="39" y="4"/>
                    <a:pt x="39" y="4"/>
                  </a:cubicBezTo>
                  <a:cubicBezTo>
                    <a:pt x="39" y="4"/>
                    <a:pt x="39" y="4"/>
                    <a:pt x="39" y="4"/>
                  </a:cubicBezTo>
                  <a:close/>
                  <a:moveTo>
                    <a:pt x="23" y="7"/>
                  </a:moveTo>
                  <a:cubicBezTo>
                    <a:pt x="23" y="7"/>
                    <a:pt x="23" y="7"/>
                    <a:pt x="23" y="7"/>
                  </a:cubicBezTo>
                  <a:cubicBezTo>
                    <a:pt x="23" y="7"/>
                    <a:pt x="23" y="7"/>
                    <a:pt x="23" y="7"/>
                  </a:cubicBezTo>
                  <a:close/>
                  <a:moveTo>
                    <a:pt x="111" y="46"/>
                  </a:moveTo>
                  <a:cubicBezTo>
                    <a:pt x="110" y="46"/>
                    <a:pt x="110" y="45"/>
                    <a:pt x="110" y="44"/>
                  </a:cubicBezTo>
                  <a:cubicBezTo>
                    <a:pt x="110" y="44"/>
                    <a:pt x="110" y="43"/>
                    <a:pt x="110" y="43"/>
                  </a:cubicBezTo>
                  <a:cubicBezTo>
                    <a:pt x="111" y="43"/>
                    <a:pt x="111" y="43"/>
                    <a:pt x="112" y="43"/>
                  </a:cubicBezTo>
                  <a:cubicBezTo>
                    <a:pt x="112" y="43"/>
                    <a:pt x="113" y="43"/>
                    <a:pt x="113" y="42"/>
                  </a:cubicBezTo>
                  <a:cubicBezTo>
                    <a:pt x="114" y="41"/>
                    <a:pt x="114" y="40"/>
                    <a:pt x="114" y="39"/>
                  </a:cubicBezTo>
                  <a:cubicBezTo>
                    <a:pt x="114" y="38"/>
                    <a:pt x="114" y="37"/>
                    <a:pt x="114" y="36"/>
                  </a:cubicBezTo>
                  <a:cubicBezTo>
                    <a:pt x="115" y="36"/>
                    <a:pt x="114" y="36"/>
                    <a:pt x="113" y="36"/>
                  </a:cubicBezTo>
                  <a:cubicBezTo>
                    <a:pt x="113" y="36"/>
                    <a:pt x="113" y="36"/>
                    <a:pt x="113" y="36"/>
                  </a:cubicBezTo>
                  <a:cubicBezTo>
                    <a:pt x="113" y="35"/>
                    <a:pt x="112" y="36"/>
                    <a:pt x="112" y="36"/>
                  </a:cubicBezTo>
                  <a:cubicBezTo>
                    <a:pt x="112" y="35"/>
                    <a:pt x="112" y="35"/>
                    <a:pt x="112" y="35"/>
                  </a:cubicBezTo>
                  <a:cubicBezTo>
                    <a:pt x="112" y="35"/>
                    <a:pt x="113" y="35"/>
                    <a:pt x="113" y="35"/>
                  </a:cubicBezTo>
                  <a:cubicBezTo>
                    <a:pt x="113" y="35"/>
                    <a:pt x="113" y="34"/>
                    <a:pt x="113" y="34"/>
                  </a:cubicBezTo>
                  <a:cubicBezTo>
                    <a:pt x="112" y="34"/>
                    <a:pt x="112" y="34"/>
                    <a:pt x="112" y="34"/>
                  </a:cubicBezTo>
                  <a:cubicBezTo>
                    <a:pt x="112" y="34"/>
                    <a:pt x="111" y="34"/>
                    <a:pt x="111" y="34"/>
                  </a:cubicBezTo>
                  <a:cubicBezTo>
                    <a:pt x="110" y="35"/>
                    <a:pt x="111" y="35"/>
                    <a:pt x="111" y="36"/>
                  </a:cubicBezTo>
                  <a:cubicBezTo>
                    <a:pt x="110" y="36"/>
                    <a:pt x="109" y="35"/>
                    <a:pt x="109" y="35"/>
                  </a:cubicBezTo>
                  <a:cubicBezTo>
                    <a:pt x="109" y="34"/>
                    <a:pt x="108" y="34"/>
                    <a:pt x="108" y="35"/>
                  </a:cubicBezTo>
                  <a:cubicBezTo>
                    <a:pt x="108" y="34"/>
                    <a:pt x="106" y="34"/>
                    <a:pt x="106" y="35"/>
                  </a:cubicBezTo>
                  <a:cubicBezTo>
                    <a:pt x="105" y="36"/>
                    <a:pt x="107" y="37"/>
                    <a:pt x="107" y="38"/>
                  </a:cubicBezTo>
                  <a:cubicBezTo>
                    <a:pt x="107" y="40"/>
                    <a:pt x="107" y="41"/>
                    <a:pt x="107" y="43"/>
                  </a:cubicBezTo>
                  <a:cubicBezTo>
                    <a:pt x="106" y="43"/>
                    <a:pt x="106" y="42"/>
                    <a:pt x="106" y="42"/>
                  </a:cubicBezTo>
                  <a:cubicBezTo>
                    <a:pt x="105" y="42"/>
                    <a:pt x="105" y="43"/>
                    <a:pt x="105" y="42"/>
                  </a:cubicBezTo>
                  <a:cubicBezTo>
                    <a:pt x="104" y="42"/>
                    <a:pt x="104" y="43"/>
                    <a:pt x="103" y="43"/>
                  </a:cubicBezTo>
                  <a:cubicBezTo>
                    <a:pt x="102" y="44"/>
                    <a:pt x="101" y="44"/>
                    <a:pt x="101" y="46"/>
                  </a:cubicBezTo>
                  <a:cubicBezTo>
                    <a:pt x="100" y="47"/>
                    <a:pt x="100" y="48"/>
                    <a:pt x="99" y="48"/>
                  </a:cubicBezTo>
                  <a:cubicBezTo>
                    <a:pt x="99" y="49"/>
                    <a:pt x="98" y="48"/>
                    <a:pt x="98" y="49"/>
                  </a:cubicBezTo>
                  <a:cubicBezTo>
                    <a:pt x="97" y="49"/>
                    <a:pt x="96" y="50"/>
                    <a:pt x="96" y="49"/>
                  </a:cubicBezTo>
                  <a:cubicBezTo>
                    <a:pt x="96" y="48"/>
                    <a:pt x="94" y="48"/>
                    <a:pt x="94" y="49"/>
                  </a:cubicBezTo>
                  <a:cubicBezTo>
                    <a:pt x="93" y="49"/>
                    <a:pt x="92" y="50"/>
                    <a:pt x="92" y="49"/>
                  </a:cubicBezTo>
                  <a:cubicBezTo>
                    <a:pt x="91" y="49"/>
                    <a:pt x="91" y="48"/>
                    <a:pt x="91" y="47"/>
                  </a:cubicBezTo>
                  <a:cubicBezTo>
                    <a:pt x="91" y="46"/>
                    <a:pt x="91" y="46"/>
                    <a:pt x="91" y="46"/>
                  </a:cubicBezTo>
                  <a:cubicBezTo>
                    <a:pt x="91" y="46"/>
                    <a:pt x="91" y="45"/>
                    <a:pt x="91" y="45"/>
                  </a:cubicBezTo>
                  <a:cubicBezTo>
                    <a:pt x="91" y="44"/>
                    <a:pt x="93" y="44"/>
                    <a:pt x="93" y="44"/>
                  </a:cubicBezTo>
                  <a:cubicBezTo>
                    <a:pt x="92" y="43"/>
                    <a:pt x="91" y="43"/>
                    <a:pt x="91" y="44"/>
                  </a:cubicBezTo>
                  <a:cubicBezTo>
                    <a:pt x="91" y="45"/>
                    <a:pt x="91" y="45"/>
                    <a:pt x="91" y="46"/>
                  </a:cubicBezTo>
                  <a:cubicBezTo>
                    <a:pt x="91" y="46"/>
                    <a:pt x="90" y="46"/>
                    <a:pt x="90" y="47"/>
                  </a:cubicBezTo>
                  <a:cubicBezTo>
                    <a:pt x="89" y="47"/>
                    <a:pt x="91" y="48"/>
                    <a:pt x="90" y="48"/>
                  </a:cubicBezTo>
                  <a:cubicBezTo>
                    <a:pt x="89" y="49"/>
                    <a:pt x="89" y="49"/>
                    <a:pt x="88" y="49"/>
                  </a:cubicBezTo>
                  <a:cubicBezTo>
                    <a:pt x="87" y="50"/>
                    <a:pt x="87" y="49"/>
                    <a:pt x="87" y="49"/>
                  </a:cubicBezTo>
                  <a:cubicBezTo>
                    <a:pt x="87" y="49"/>
                    <a:pt x="86" y="49"/>
                    <a:pt x="86" y="49"/>
                  </a:cubicBezTo>
                  <a:cubicBezTo>
                    <a:pt x="86" y="49"/>
                    <a:pt x="86" y="49"/>
                    <a:pt x="85" y="50"/>
                  </a:cubicBezTo>
                  <a:cubicBezTo>
                    <a:pt x="85" y="50"/>
                    <a:pt x="85" y="49"/>
                    <a:pt x="85" y="50"/>
                  </a:cubicBezTo>
                  <a:cubicBezTo>
                    <a:pt x="85" y="50"/>
                    <a:pt x="84" y="50"/>
                    <a:pt x="84" y="50"/>
                  </a:cubicBezTo>
                  <a:cubicBezTo>
                    <a:pt x="84" y="50"/>
                    <a:pt x="83" y="50"/>
                    <a:pt x="83" y="50"/>
                  </a:cubicBezTo>
                  <a:cubicBezTo>
                    <a:pt x="83" y="50"/>
                    <a:pt x="82" y="49"/>
                    <a:pt x="82" y="49"/>
                  </a:cubicBezTo>
                  <a:cubicBezTo>
                    <a:pt x="82" y="49"/>
                    <a:pt x="82" y="49"/>
                    <a:pt x="81" y="49"/>
                  </a:cubicBezTo>
                  <a:cubicBezTo>
                    <a:pt x="81" y="48"/>
                    <a:pt x="80" y="48"/>
                    <a:pt x="80" y="49"/>
                  </a:cubicBezTo>
                  <a:cubicBezTo>
                    <a:pt x="79" y="49"/>
                    <a:pt x="79" y="49"/>
                    <a:pt x="79" y="49"/>
                  </a:cubicBezTo>
                  <a:cubicBezTo>
                    <a:pt x="78" y="49"/>
                    <a:pt x="78" y="48"/>
                    <a:pt x="77" y="49"/>
                  </a:cubicBezTo>
                  <a:cubicBezTo>
                    <a:pt x="77" y="49"/>
                    <a:pt x="76" y="50"/>
                    <a:pt x="76" y="49"/>
                  </a:cubicBezTo>
                  <a:cubicBezTo>
                    <a:pt x="76" y="49"/>
                    <a:pt x="76" y="48"/>
                    <a:pt x="75" y="48"/>
                  </a:cubicBezTo>
                  <a:cubicBezTo>
                    <a:pt x="74" y="48"/>
                    <a:pt x="74" y="50"/>
                    <a:pt x="74" y="51"/>
                  </a:cubicBezTo>
                  <a:cubicBezTo>
                    <a:pt x="74" y="51"/>
                    <a:pt x="75" y="53"/>
                    <a:pt x="76" y="52"/>
                  </a:cubicBezTo>
                  <a:cubicBezTo>
                    <a:pt x="77" y="52"/>
                    <a:pt x="78" y="53"/>
                    <a:pt x="78" y="53"/>
                  </a:cubicBezTo>
                  <a:cubicBezTo>
                    <a:pt x="78" y="53"/>
                    <a:pt x="79" y="53"/>
                    <a:pt x="79" y="54"/>
                  </a:cubicBezTo>
                  <a:cubicBezTo>
                    <a:pt x="79" y="54"/>
                    <a:pt x="79" y="54"/>
                    <a:pt x="79" y="54"/>
                  </a:cubicBezTo>
                  <a:cubicBezTo>
                    <a:pt x="80" y="54"/>
                    <a:pt x="81" y="55"/>
                    <a:pt x="81" y="54"/>
                  </a:cubicBezTo>
                  <a:cubicBezTo>
                    <a:pt x="81" y="55"/>
                    <a:pt x="81" y="55"/>
                    <a:pt x="81" y="55"/>
                  </a:cubicBezTo>
                  <a:cubicBezTo>
                    <a:pt x="81" y="55"/>
                    <a:pt x="81" y="55"/>
                    <a:pt x="81" y="55"/>
                  </a:cubicBezTo>
                  <a:cubicBezTo>
                    <a:pt x="81" y="56"/>
                    <a:pt x="81" y="56"/>
                    <a:pt x="81" y="56"/>
                  </a:cubicBezTo>
                  <a:cubicBezTo>
                    <a:pt x="81" y="56"/>
                    <a:pt x="82" y="56"/>
                    <a:pt x="82" y="55"/>
                  </a:cubicBezTo>
                  <a:cubicBezTo>
                    <a:pt x="82" y="56"/>
                    <a:pt x="83" y="55"/>
                    <a:pt x="84" y="55"/>
                  </a:cubicBezTo>
                  <a:cubicBezTo>
                    <a:pt x="85" y="56"/>
                    <a:pt x="85" y="56"/>
                    <a:pt x="86" y="57"/>
                  </a:cubicBezTo>
                  <a:cubicBezTo>
                    <a:pt x="86" y="58"/>
                    <a:pt x="87" y="57"/>
                    <a:pt x="88" y="57"/>
                  </a:cubicBezTo>
                  <a:cubicBezTo>
                    <a:pt x="88" y="57"/>
                    <a:pt x="90" y="57"/>
                    <a:pt x="90" y="58"/>
                  </a:cubicBezTo>
                  <a:cubicBezTo>
                    <a:pt x="90" y="58"/>
                    <a:pt x="90" y="57"/>
                    <a:pt x="90" y="57"/>
                  </a:cubicBezTo>
                  <a:cubicBezTo>
                    <a:pt x="91" y="57"/>
                    <a:pt x="90" y="58"/>
                    <a:pt x="91" y="58"/>
                  </a:cubicBezTo>
                  <a:cubicBezTo>
                    <a:pt x="91" y="58"/>
                    <a:pt x="91" y="57"/>
                    <a:pt x="92" y="57"/>
                  </a:cubicBezTo>
                  <a:cubicBezTo>
                    <a:pt x="92" y="57"/>
                    <a:pt x="92" y="57"/>
                    <a:pt x="92" y="57"/>
                  </a:cubicBezTo>
                  <a:cubicBezTo>
                    <a:pt x="93" y="57"/>
                    <a:pt x="94" y="57"/>
                    <a:pt x="94" y="57"/>
                  </a:cubicBezTo>
                  <a:cubicBezTo>
                    <a:pt x="95" y="57"/>
                    <a:pt x="95" y="57"/>
                    <a:pt x="95" y="56"/>
                  </a:cubicBezTo>
                  <a:cubicBezTo>
                    <a:pt x="96" y="56"/>
                    <a:pt x="96" y="56"/>
                    <a:pt x="96" y="56"/>
                  </a:cubicBezTo>
                  <a:cubicBezTo>
                    <a:pt x="97" y="56"/>
                    <a:pt x="97" y="56"/>
                    <a:pt x="97" y="56"/>
                  </a:cubicBezTo>
                  <a:cubicBezTo>
                    <a:pt x="97" y="55"/>
                    <a:pt x="98" y="55"/>
                    <a:pt x="98" y="55"/>
                  </a:cubicBezTo>
                  <a:cubicBezTo>
                    <a:pt x="98" y="54"/>
                    <a:pt x="98" y="55"/>
                    <a:pt x="99" y="55"/>
                  </a:cubicBezTo>
                  <a:cubicBezTo>
                    <a:pt x="99" y="55"/>
                    <a:pt x="99" y="54"/>
                    <a:pt x="99" y="54"/>
                  </a:cubicBezTo>
                  <a:cubicBezTo>
                    <a:pt x="100" y="54"/>
                    <a:pt x="100" y="55"/>
                    <a:pt x="100" y="55"/>
                  </a:cubicBezTo>
                  <a:cubicBezTo>
                    <a:pt x="101" y="54"/>
                    <a:pt x="101" y="54"/>
                    <a:pt x="101" y="54"/>
                  </a:cubicBezTo>
                  <a:cubicBezTo>
                    <a:pt x="102" y="54"/>
                    <a:pt x="102" y="54"/>
                    <a:pt x="102" y="54"/>
                  </a:cubicBezTo>
                  <a:cubicBezTo>
                    <a:pt x="102" y="53"/>
                    <a:pt x="103" y="53"/>
                    <a:pt x="104" y="52"/>
                  </a:cubicBezTo>
                  <a:cubicBezTo>
                    <a:pt x="104" y="51"/>
                    <a:pt x="104" y="51"/>
                    <a:pt x="105" y="51"/>
                  </a:cubicBezTo>
                  <a:cubicBezTo>
                    <a:pt x="106" y="50"/>
                    <a:pt x="103" y="50"/>
                    <a:pt x="105" y="49"/>
                  </a:cubicBezTo>
                  <a:cubicBezTo>
                    <a:pt x="105" y="49"/>
                    <a:pt x="105" y="49"/>
                    <a:pt x="106" y="49"/>
                  </a:cubicBezTo>
                  <a:cubicBezTo>
                    <a:pt x="106" y="49"/>
                    <a:pt x="106" y="50"/>
                    <a:pt x="106" y="49"/>
                  </a:cubicBezTo>
                  <a:cubicBezTo>
                    <a:pt x="106" y="49"/>
                    <a:pt x="106" y="49"/>
                    <a:pt x="107" y="49"/>
                  </a:cubicBezTo>
                  <a:cubicBezTo>
                    <a:pt x="107" y="49"/>
                    <a:pt x="107" y="49"/>
                    <a:pt x="108" y="50"/>
                  </a:cubicBezTo>
                  <a:cubicBezTo>
                    <a:pt x="108" y="50"/>
                    <a:pt x="109" y="49"/>
                    <a:pt x="109" y="49"/>
                  </a:cubicBezTo>
                  <a:cubicBezTo>
                    <a:pt x="110" y="49"/>
                    <a:pt x="110" y="48"/>
                    <a:pt x="111" y="48"/>
                  </a:cubicBezTo>
                  <a:cubicBezTo>
                    <a:pt x="111" y="47"/>
                    <a:pt x="111" y="47"/>
                    <a:pt x="111" y="46"/>
                  </a:cubicBezTo>
                  <a:close/>
                  <a:moveTo>
                    <a:pt x="111" y="20"/>
                  </a:moveTo>
                  <a:cubicBezTo>
                    <a:pt x="112" y="19"/>
                    <a:pt x="111" y="18"/>
                    <a:pt x="111" y="18"/>
                  </a:cubicBezTo>
                  <a:cubicBezTo>
                    <a:pt x="111" y="18"/>
                    <a:pt x="110" y="19"/>
                    <a:pt x="111" y="20"/>
                  </a:cubicBezTo>
                  <a:close/>
                  <a:moveTo>
                    <a:pt x="111" y="17"/>
                  </a:moveTo>
                  <a:cubicBezTo>
                    <a:pt x="111" y="17"/>
                    <a:pt x="111" y="18"/>
                    <a:pt x="111" y="18"/>
                  </a:cubicBezTo>
                  <a:cubicBezTo>
                    <a:pt x="112" y="17"/>
                    <a:pt x="112" y="16"/>
                    <a:pt x="111" y="17"/>
                  </a:cubicBezTo>
                  <a:close/>
                  <a:moveTo>
                    <a:pt x="61" y="46"/>
                  </a:moveTo>
                  <a:cubicBezTo>
                    <a:pt x="61" y="47"/>
                    <a:pt x="62" y="48"/>
                    <a:pt x="63" y="48"/>
                  </a:cubicBezTo>
                  <a:cubicBezTo>
                    <a:pt x="63" y="48"/>
                    <a:pt x="63" y="48"/>
                    <a:pt x="64" y="47"/>
                  </a:cubicBezTo>
                  <a:cubicBezTo>
                    <a:pt x="64" y="46"/>
                    <a:pt x="63" y="46"/>
                    <a:pt x="63" y="45"/>
                  </a:cubicBezTo>
                  <a:cubicBezTo>
                    <a:pt x="62" y="45"/>
                    <a:pt x="61" y="46"/>
                    <a:pt x="61" y="46"/>
                  </a:cubicBezTo>
                  <a:close/>
                  <a:moveTo>
                    <a:pt x="92" y="101"/>
                  </a:moveTo>
                  <a:cubicBezTo>
                    <a:pt x="92" y="100"/>
                    <a:pt x="90" y="100"/>
                    <a:pt x="90" y="100"/>
                  </a:cubicBezTo>
                  <a:cubicBezTo>
                    <a:pt x="89" y="100"/>
                    <a:pt x="89" y="99"/>
                    <a:pt x="88" y="99"/>
                  </a:cubicBezTo>
                  <a:cubicBezTo>
                    <a:pt x="87" y="99"/>
                    <a:pt x="86" y="99"/>
                    <a:pt x="86" y="99"/>
                  </a:cubicBezTo>
                  <a:cubicBezTo>
                    <a:pt x="85" y="98"/>
                    <a:pt x="85" y="98"/>
                    <a:pt x="85" y="97"/>
                  </a:cubicBezTo>
                  <a:cubicBezTo>
                    <a:pt x="83" y="96"/>
                    <a:pt x="85" y="96"/>
                    <a:pt x="86" y="96"/>
                  </a:cubicBezTo>
                  <a:cubicBezTo>
                    <a:pt x="87" y="95"/>
                    <a:pt x="88" y="94"/>
                    <a:pt x="86" y="94"/>
                  </a:cubicBezTo>
                  <a:cubicBezTo>
                    <a:pt x="85" y="94"/>
                    <a:pt x="85" y="94"/>
                    <a:pt x="84" y="94"/>
                  </a:cubicBezTo>
                  <a:cubicBezTo>
                    <a:pt x="84" y="94"/>
                    <a:pt x="83" y="94"/>
                    <a:pt x="83" y="94"/>
                  </a:cubicBezTo>
                  <a:cubicBezTo>
                    <a:pt x="83" y="94"/>
                    <a:pt x="82" y="94"/>
                    <a:pt x="82" y="94"/>
                  </a:cubicBezTo>
                  <a:cubicBezTo>
                    <a:pt x="81" y="94"/>
                    <a:pt x="81" y="93"/>
                    <a:pt x="80" y="93"/>
                  </a:cubicBezTo>
                  <a:cubicBezTo>
                    <a:pt x="79" y="93"/>
                    <a:pt x="79" y="92"/>
                    <a:pt x="79" y="91"/>
                  </a:cubicBezTo>
                  <a:cubicBezTo>
                    <a:pt x="79" y="91"/>
                    <a:pt x="80" y="90"/>
                    <a:pt x="80" y="89"/>
                  </a:cubicBezTo>
                  <a:cubicBezTo>
                    <a:pt x="80" y="89"/>
                    <a:pt x="81" y="88"/>
                    <a:pt x="80" y="88"/>
                  </a:cubicBezTo>
                  <a:cubicBezTo>
                    <a:pt x="81" y="88"/>
                    <a:pt x="81" y="87"/>
                    <a:pt x="80" y="87"/>
                  </a:cubicBezTo>
                  <a:cubicBezTo>
                    <a:pt x="80" y="87"/>
                    <a:pt x="79" y="87"/>
                    <a:pt x="79" y="87"/>
                  </a:cubicBezTo>
                  <a:cubicBezTo>
                    <a:pt x="79" y="87"/>
                    <a:pt x="78" y="88"/>
                    <a:pt x="77" y="88"/>
                  </a:cubicBezTo>
                  <a:cubicBezTo>
                    <a:pt x="77" y="88"/>
                    <a:pt x="77" y="88"/>
                    <a:pt x="76" y="88"/>
                  </a:cubicBezTo>
                  <a:cubicBezTo>
                    <a:pt x="75" y="89"/>
                    <a:pt x="74" y="88"/>
                    <a:pt x="73" y="87"/>
                  </a:cubicBezTo>
                  <a:cubicBezTo>
                    <a:pt x="73" y="87"/>
                    <a:pt x="73" y="86"/>
                    <a:pt x="73" y="85"/>
                  </a:cubicBezTo>
                  <a:cubicBezTo>
                    <a:pt x="73" y="85"/>
                    <a:pt x="73" y="84"/>
                    <a:pt x="73" y="84"/>
                  </a:cubicBezTo>
                  <a:cubicBezTo>
                    <a:pt x="72" y="83"/>
                    <a:pt x="70" y="83"/>
                    <a:pt x="71" y="82"/>
                  </a:cubicBezTo>
                  <a:cubicBezTo>
                    <a:pt x="71" y="81"/>
                    <a:pt x="71" y="79"/>
                    <a:pt x="70" y="78"/>
                  </a:cubicBezTo>
                  <a:cubicBezTo>
                    <a:pt x="70" y="77"/>
                    <a:pt x="71" y="77"/>
                    <a:pt x="70" y="77"/>
                  </a:cubicBezTo>
                  <a:cubicBezTo>
                    <a:pt x="69" y="77"/>
                    <a:pt x="69" y="77"/>
                    <a:pt x="69" y="76"/>
                  </a:cubicBezTo>
                  <a:cubicBezTo>
                    <a:pt x="69" y="76"/>
                    <a:pt x="68" y="76"/>
                    <a:pt x="68" y="75"/>
                  </a:cubicBezTo>
                  <a:cubicBezTo>
                    <a:pt x="67" y="75"/>
                    <a:pt x="66" y="76"/>
                    <a:pt x="66" y="75"/>
                  </a:cubicBezTo>
                  <a:cubicBezTo>
                    <a:pt x="66" y="74"/>
                    <a:pt x="66" y="74"/>
                    <a:pt x="66" y="74"/>
                  </a:cubicBezTo>
                  <a:cubicBezTo>
                    <a:pt x="66" y="74"/>
                    <a:pt x="66" y="74"/>
                    <a:pt x="65" y="74"/>
                  </a:cubicBezTo>
                  <a:cubicBezTo>
                    <a:pt x="65" y="73"/>
                    <a:pt x="65" y="73"/>
                    <a:pt x="65" y="73"/>
                  </a:cubicBezTo>
                  <a:cubicBezTo>
                    <a:pt x="64" y="73"/>
                    <a:pt x="64" y="72"/>
                    <a:pt x="64" y="72"/>
                  </a:cubicBezTo>
                  <a:cubicBezTo>
                    <a:pt x="64" y="72"/>
                    <a:pt x="64" y="72"/>
                    <a:pt x="64" y="72"/>
                  </a:cubicBezTo>
                  <a:cubicBezTo>
                    <a:pt x="63" y="71"/>
                    <a:pt x="63" y="71"/>
                    <a:pt x="63" y="71"/>
                  </a:cubicBezTo>
                  <a:cubicBezTo>
                    <a:pt x="62" y="71"/>
                    <a:pt x="62" y="70"/>
                    <a:pt x="62" y="70"/>
                  </a:cubicBezTo>
                  <a:cubicBezTo>
                    <a:pt x="62" y="70"/>
                    <a:pt x="62" y="71"/>
                    <a:pt x="62" y="71"/>
                  </a:cubicBezTo>
                  <a:cubicBezTo>
                    <a:pt x="61" y="70"/>
                    <a:pt x="61" y="69"/>
                    <a:pt x="61" y="69"/>
                  </a:cubicBezTo>
                  <a:cubicBezTo>
                    <a:pt x="61" y="68"/>
                    <a:pt x="61" y="68"/>
                    <a:pt x="61" y="68"/>
                  </a:cubicBezTo>
                  <a:cubicBezTo>
                    <a:pt x="61" y="67"/>
                    <a:pt x="61" y="67"/>
                    <a:pt x="61" y="67"/>
                  </a:cubicBezTo>
                  <a:cubicBezTo>
                    <a:pt x="61" y="66"/>
                    <a:pt x="61" y="66"/>
                    <a:pt x="61" y="65"/>
                  </a:cubicBezTo>
                  <a:cubicBezTo>
                    <a:pt x="61" y="66"/>
                    <a:pt x="60" y="65"/>
                    <a:pt x="60" y="65"/>
                  </a:cubicBezTo>
                  <a:cubicBezTo>
                    <a:pt x="60" y="65"/>
                    <a:pt x="60" y="65"/>
                    <a:pt x="60" y="64"/>
                  </a:cubicBezTo>
                  <a:cubicBezTo>
                    <a:pt x="60" y="63"/>
                    <a:pt x="60" y="63"/>
                    <a:pt x="60" y="62"/>
                  </a:cubicBezTo>
                  <a:cubicBezTo>
                    <a:pt x="62" y="62"/>
                    <a:pt x="64" y="63"/>
                    <a:pt x="66" y="62"/>
                  </a:cubicBezTo>
                  <a:cubicBezTo>
                    <a:pt x="67" y="62"/>
                    <a:pt x="68" y="62"/>
                    <a:pt x="69" y="62"/>
                  </a:cubicBezTo>
                  <a:cubicBezTo>
                    <a:pt x="69" y="61"/>
                    <a:pt x="69" y="61"/>
                    <a:pt x="69" y="60"/>
                  </a:cubicBezTo>
                  <a:cubicBezTo>
                    <a:pt x="69" y="60"/>
                    <a:pt x="69" y="60"/>
                    <a:pt x="69" y="59"/>
                  </a:cubicBezTo>
                  <a:cubicBezTo>
                    <a:pt x="69" y="58"/>
                    <a:pt x="68" y="58"/>
                    <a:pt x="68" y="57"/>
                  </a:cubicBezTo>
                  <a:cubicBezTo>
                    <a:pt x="67" y="56"/>
                    <a:pt x="67" y="56"/>
                    <a:pt x="66" y="55"/>
                  </a:cubicBezTo>
                  <a:cubicBezTo>
                    <a:pt x="66" y="54"/>
                    <a:pt x="65" y="54"/>
                    <a:pt x="64" y="54"/>
                  </a:cubicBezTo>
                  <a:cubicBezTo>
                    <a:pt x="63" y="54"/>
                    <a:pt x="62" y="54"/>
                    <a:pt x="62" y="54"/>
                  </a:cubicBezTo>
                  <a:cubicBezTo>
                    <a:pt x="62" y="53"/>
                    <a:pt x="62" y="54"/>
                    <a:pt x="61" y="53"/>
                  </a:cubicBezTo>
                  <a:cubicBezTo>
                    <a:pt x="61" y="53"/>
                    <a:pt x="61" y="53"/>
                    <a:pt x="60" y="53"/>
                  </a:cubicBezTo>
                  <a:cubicBezTo>
                    <a:pt x="60" y="52"/>
                    <a:pt x="59" y="53"/>
                    <a:pt x="59" y="52"/>
                  </a:cubicBezTo>
                  <a:cubicBezTo>
                    <a:pt x="58" y="51"/>
                    <a:pt x="57" y="51"/>
                    <a:pt x="57" y="51"/>
                  </a:cubicBezTo>
                  <a:cubicBezTo>
                    <a:pt x="57" y="50"/>
                    <a:pt x="56" y="50"/>
                    <a:pt x="56" y="50"/>
                  </a:cubicBezTo>
                  <a:cubicBezTo>
                    <a:pt x="56" y="50"/>
                    <a:pt x="55" y="50"/>
                    <a:pt x="55" y="50"/>
                  </a:cubicBezTo>
                  <a:cubicBezTo>
                    <a:pt x="54" y="49"/>
                    <a:pt x="53" y="49"/>
                    <a:pt x="52" y="49"/>
                  </a:cubicBezTo>
                  <a:cubicBezTo>
                    <a:pt x="52" y="49"/>
                    <a:pt x="51" y="48"/>
                    <a:pt x="50" y="49"/>
                  </a:cubicBezTo>
                  <a:cubicBezTo>
                    <a:pt x="50" y="48"/>
                    <a:pt x="50" y="48"/>
                    <a:pt x="49" y="48"/>
                  </a:cubicBezTo>
                  <a:cubicBezTo>
                    <a:pt x="49" y="48"/>
                    <a:pt x="49" y="47"/>
                    <a:pt x="49" y="47"/>
                  </a:cubicBezTo>
                  <a:cubicBezTo>
                    <a:pt x="50" y="46"/>
                    <a:pt x="50" y="46"/>
                    <a:pt x="50" y="44"/>
                  </a:cubicBezTo>
                  <a:cubicBezTo>
                    <a:pt x="50" y="43"/>
                    <a:pt x="50" y="43"/>
                    <a:pt x="50" y="42"/>
                  </a:cubicBezTo>
                  <a:cubicBezTo>
                    <a:pt x="50" y="41"/>
                    <a:pt x="49" y="41"/>
                    <a:pt x="49" y="40"/>
                  </a:cubicBezTo>
                  <a:cubicBezTo>
                    <a:pt x="48" y="40"/>
                    <a:pt x="48" y="39"/>
                    <a:pt x="47" y="38"/>
                  </a:cubicBezTo>
                  <a:cubicBezTo>
                    <a:pt x="47" y="37"/>
                    <a:pt x="46" y="36"/>
                    <a:pt x="45" y="36"/>
                  </a:cubicBezTo>
                  <a:cubicBezTo>
                    <a:pt x="44" y="36"/>
                    <a:pt x="44" y="37"/>
                    <a:pt x="43" y="36"/>
                  </a:cubicBezTo>
                  <a:cubicBezTo>
                    <a:pt x="43" y="36"/>
                    <a:pt x="43" y="34"/>
                    <a:pt x="42" y="34"/>
                  </a:cubicBezTo>
                  <a:cubicBezTo>
                    <a:pt x="41" y="34"/>
                    <a:pt x="42" y="34"/>
                    <a:pt x="41" y="33"/>
                  </a:cubicBezTo>
                  <a:cubicBezTo>
                    <a:pt x="41" y="33"/>
                    <a:pt x="40" y="33"/>
                    <a:pt x="39" y="32"/>
                  </a:cubicBezTo>
                  <a:cubicBezTo>
                    <a:pt x="38" y="32"/>
                    <a:pt x="39" y="32"/>
                    <a:pt x="38" y="31"/>
                  </a:cubicBezTo>
                  <a:cubicBezTo>
                    <a:pt x="38" y="30"/>
                    <a:pt x="36" y="30"/>
                    <a:pt x="36" y="30"/>
                  </a:cubicBezTo>
                  <a:cubicBezTo>
                    <a:pt x="35" y="31"/>
                    <a:pt x="35" y="31"/>
                    <a:pt x="35" y="30"/>
                  </a:cubicBezTo>
                  <a:cubicBezTo>
                    <a:pt x="35" y="30"/>
                    <a:pt x="34" y="30"/>
                    <a:pt x="35" y="30"/>
                  </a:cubicBezTo>
                  <a:cubicBezTo>
                    <a:pt x="34" y="30"/>
                    <a:pt x="33" y="30"/>
                    <a:pt x="33" y="30"/>
                  </a:cubicBezTo>
                  <a:cubicBezTo>
                    <a:pt x="33" y="29"/>
                    <a:pt x="32" y="29"/>
                    <a:pt x="32" y="29"/>
                  </a:cubicBezTo>
                  <a:cubicBezTo>
                    <a:pt x="32" y="29"/>
                    <a:pt x="32" y="29"/>
                    <a:pt x="32" y="28"/>
                  </a:cubicBezTo>
                  <a:cubicBezTo>
                    <a:pt x="31" y="28"/>
                    <a:pt x="31" y="28"/>
                    <a:pt x="31" y="28"/>
                  </a:cubicBezTo>
                  <a:cubicBezTo>
                    <a:pt x="31" y="28"/>
                    <a:pt x="31" y="27"/>
                    <a:pt x="30" y="27"/>
                  </a:cubicBezTo>
                  <a:cubicBezTo>
                    <a:pt x="30" y="27"/>
                    <a:pt x="30" y="27"/>
                    <a:pt x="30" y="27"/>
                  </a:cubicBezTo>
                  <a:cubicBezTo>
                    <a:pt x="29" y="27"/>
                    <a:pt x="29" y="27"/>
                    <a:pt x="29" y="27"/>
                  </a:cubicBezTo>
                  <a:cubicBezTo>
                    <a:pt x="29" y="26"/>
                    <a:pt x="28" y="26"/>
                    <a:pt x="27" y="26"/>
                  </a:cubicBezTo>
                  <a:cubicBezTo>
                    <a:pt x="27" y="26"/>
                    <a:pt x="26" y="25"/>
                    <a:pt x="25" y="25"/>
                  </a:cubicBezTo>
                  <a:cubicBezTo>
                    <a:pt x="23" y="25"/>
                    <a:pt x="21" y="24"/>
                    <a:pt x="19" y="24"/>
                  </a:cubicBezTo>
                  <a:cubicBezTo>
                    <a:pt x="19" y="23"/>
                    <a:pt x="15" y="22"/>
                    <a:pt x="15" y="22"/>
                  </a:cubicBezTo>
                  <a:cubicBezTo>
                    <a:pt x="15" y="20"/>
                    <a:pt x="14" y="21"/>
                    <a:pt x="13" y="21"/>
                  </a:cubicBezTo>
                  <a:cubicBezTo>
                    <a:pt x="12" y="20"/>
                    <a:pt x="11" y="19"/>
                    <a:pt x="10" y="19"/>
                  </a:cubicBezTo>
                  <a:cubicBezTo>
                    <a:pt x="9" y="19"/>
                    <a:pt x="9" y="18"/>
                    <a:pt x="8" y="18"/>
                  </a:cubicBezTo>
                  <a:cubicBezTo>
                    <a:pt x="7" y="17"/>
                    <a:pt x="6" y="16"/>
                    <a:pt x="5" y="17"/>
                  </a:cubicBezTo>
                  <a:cubicBezTo>
                    <a:pt x="4" y="24"/>
                    <a:pt x="4" y="32"/>
                    <a:pt x="4" y="40"/>
                  </a:cubicBezTo>
                  <a:cubicBezTo>
                    <a:pt x="3" y="43"/>
                    <a:pt x="3" y="47"/>
                    <a:pt x="3" y="51"/>
                  </a:cubicBezTo>
                  <a:cubicBezTo>
                    <a:pt x="3" y="53"/>
                    <a:pt x="3" y="55"/>
                    <a:pt x="3" y="57"/>
                  </a:cubicBezTo>
                  <a:cubicBezTo>
                    <a:pt x="3" y="57"/>
                    <a:pt x="3" y="58"/>
                    <a:pt x="2" y="58"/>
                  </a:cubicBezTo>
                  <a:cubicBezTo>
                    <a:pt x="2" y="58"/>
                    <a:pt x="2" y="59"/>
                    <a:pt x="2" y="59"/>
                  </a:cubicBezTo>
                  <a:cubicBezTo>
                    <a:pt x="2" y="59"/>
                    <a:pt x="2" y="59"/>
                    <a:pt x="2" y="59"/>
                  </a:cubicBezTo>
                  <a:cubicBezTo>
                    <a:pt x="2" y="59"/>
                    <a:pt x="2" y="59"/>
                    <a:pt x="2" y="60"/>
                  </a:cubicBezTo>
                  <a:cubicBezTo>
                    <a:pt x="2" y="60"/>
                    <a:pt x="2" y="60"/>
                    <a:pt x="2" y="60"/>
                  </a:cubicBezTo>
                  <a:cubicBezTo>
                    <a:pt x="1" y="61"/>
                    <a:pt x="1" y="61"/>
                    <a:pt x="1" y="62"/>
                  </a:cubicBezTo>
                  <a:cubicBezTo>
                    <a:pt x="1" y="62"/>
                    <a:pt x="1" y="65"/>
                    <a:pt x="2" y="64"/>
                  </a:cubicBezTo>
                  <a:cubicBezTo>
                    <a:pt x="1" y="72"/>
                    <a:pt x="1" y="79"/>
                    <a:pt x="0" y="87"/>
                  </a:cubicBezTo>
                  <a:cubicBezTo>
                    <a:pt x="0" y="88"/>
                    <a:pt x="0" y="89"/>
                    <a:pt x="1" y="89"/>
                  </a:cubicBezTo>
                  <a:cubicBezTo>
                    <a:pt x="1" y="89"/>
                    <a:pt x="1" y="90"/>
                    <a:pt x="2" y="90"/>
                  </a:cubicBezTo>
                  <a:cubicBezTo>
                    <a:pt x="2" y="90"/>
                    <a:pt x="3" y="89"/>
                    <a:pt x="3" y="89"/>
                  </a:cubicBezTo>
                  <a:cubicBezTo>
                    <a:pt x="4" y="89"/>
                    <a:pt x="5" y="89"/>
                    <a:pt x="5" y="89"/>
                  </a:cubicBezTo>
                  <a:cubicBezTo>
                    <a:pt x="6" y="90"/>
                    <a:pt x="7" y="90"/>
                    <a:pt x="7" y="89"/>
                  </a:cubicBezTo>
                  <a:cubicBezTo>
                    <a:pt x="8" y="89"/>
                    <a:pt x="9" y="90"/>
                    <a:pt x="10" y="89"/>
                  </a:cubicBezTo>
                  <a:cubicBezTo>
                    <a:pt x="10" y="89"/>
                    <a:pt x="11" y="89"/>
                    <a:pt x="11" y="89"/>
                  </a:cubicBezTo>
                  <a:cubicBezTo>
                    <a:pt x="12" y="89"/>
                    <a:pt x="12" y="89"/>
                    <a:pt x="13" y="89"/>
                  </a:cubicBezTo>
                  <a:cubicBezTo>
                    <a:pt x="14" y="90"/>
                    <a:pt x="16" y="91"/>
                    <a:pt x="16" y="91"/>
                  </a:cubicBezTo>
                  <a:cubicBezTo>
                    <a:pt x="17" y="90"/>
                    <a:pt x="18" y="90"/>
                    <a:pt x="18" y="89"/>
                  </a:cubicBezTo>
                  <a:cubicBezTo>
                    <a:pt x="19" y="89"/>
                    <a:pt x="20" y="88"/>
                    <a:pt x="20" y="88"/>
                  </a:cubicBezTo>
                  <a:cubicBezTo>
                    <a:pt x="21" y="88"/>
                    <a:pt x="22" y="88"/>
                    <a:pt x="23" y="87"/>
                  </a:cubicBezTo>
                  <a:cubicBezTo>
                    <a:pt x="23" y="87"/>
                    <a:pt x="24" y="87"/>
                    <a:pt x="24" y="86"/>
                  </a:cubicBezTo>
                  <a:cubicBezTo>
                    <a:pt x="24" y="85"/>
                    <a:pt x="24" y="84"/>
                    <a:pt x="23" y="83"/>
                  </a:cubicBezTo>
                  <a:cubicBezTo>
                    <a:pt x="23" y="83"/>
                    <a:pt x="22" y="82"/>
                    <a:pt x="21" y="82"/>
                  </a:cubicBezTo>
                  <a:cubicBezTo>
                    <a:pt x="21" y="81"/>
                    <a:pt x="20" y="81"/>
                    <a:pt x="19" y="81"/>
                  </a:cubicBezTo>
                  <a:cubicBezTo>
                    <a:pt x="18" y="80"/>
                    <a:pt x="18" y="80"/>
                    <a:pt x="17" y="80"/>
                  </a:cubicBezTo>
                  <a:cubicBezTo>
                    <a:pt x="16" y="80"/>
                    <a:pt x="16" y="80"/>
                    <a:pt x="15" y="80"/>
                  </a:cubicBezTo>
                  <a:cubicBezTo>
                    <a:pt x="14" y="80"/>
                    <a:pt x="15" y="78"/>
                    <a:pt x="14" y="78"/>
                  </a:cubicBezTo>
                  <a:cubicBezTo>
                    <a:pt x="14" y="78"/>
                    <a:pt x="12" y="79"/>
                    <a:pt x="12" y="79"/>
                  </a:cubicBezTo>
                  <a:cubicBezTo>
                    <a:pt x="12" y="78"/>
                    <a:pt x="13" y="78"/>
                    <a:pt x="14" y="78"/>
                  </a:cubicBezTo>
                  <a:cubicBezTo>
                    <a:pt x="15" y="78"/>
                    <a:pt x="14" y="79"/>
                    <a:pt x="15" y="79"/>
                  </a:cubicBezTo>
                  <a:cubicBezTo>
                    <a:pt x="15" y="80"/>
                    <a:pt x="17" y="79"/>
                    <a:pt x="18" y="79"/>
                  </a:cubicBezTo>
                  <a:cubicBezTo>
                    <a:pt x="19" y="79"/>
                    <a:pt x="20" y="80"/>
                    <a:pt x="21" y="80"/>
                  </a:cubicBezTo>
                  <a:cubicBezTo>
                    <a:pt x="22" y="79"/>
                    <a:pt x="23" y="79"/>
                    <a:pt x="24" y="79"/>
                  </a:cubicBezTo>
                  <a:cubicBezTo>
                    <a:pt x="25" y="79"/>
                    <a:pt x="26" y="79"/>
                    <a:pt x="26" y="79"/>
                  </a:cubicBezTo>
                  <a:cubicBezTo>
                    <a:pt x="27" y="78"/>
                    <a:pt x="26" y="77"/>
                    <a:pt x="26" y="76"/>
                  </a:cubicBezTo>
                  <a:cubicBezTo>
                    <a:pt x="25" y="76"/>
                    <a:pt x="25" y="76"/>
                    <a:pt x="25" y="76"/>
                  </a:cubicBezTo>
                  <a:cubicBezTo>
                    <a:pt x="25" y="76"/>
                    <a:pt x="25" y="76"/>
                    <a:pt x="25" y="76"/>
                  </a:cubicBezTo>
                  <a:cubicBezTo>
                    <a:pt x="25" y="75"/>
                    <a:pt x="24" y="75"/>
                    <a:pt x="24" y="75"/>
                  </a:cubicBezTo>
                  <a:cubicBezTo>
                    <a:pt x="24" y="75"/>
                    <a:pt x="25" y="75"/>
                    <a:pt x="25" y="75"/>
                  </a:cubicBezTo>
                  <a:cubicBezTo>
                    <a:pt x="25" y="75"/>
                    <a:pt x="25" y="76"/>
                    <a:pt x="25" y="76"/>
                  </a:cubicBezTo>
                  <a:cubicBezTo>
                    <a:pt x="26" y="77"/>
                    <a:pt x="27" y="76"/>
                    <a:pt x="27" y="76"/>
                  </a:cubicBezTo>
                  <a:cubicBezTo>
                    <a:pt x="28" y="77"/>
                    <a:pt x="29" y="77"/>
                    <a:pt x="29" y="76"/>
                  </a:cubicBezTo>
                  <a:cubicBezTo>
                    <a:pt x="30" y="76"/>
                    <a:pt x="29" y="76"/>
                    <a:pt x="28" y="75"/>
                  </a:cubicBezTo>
                  <a:cubicBezTo>
                    <a:pt x="29" y="76"/>
                    <a:pt x="30" y="76"/>
                    <a:pt x="30" y="76"/>
                  </a:cubicBezTo>
                  <a:cubicBezTo>
                    <a:pt x="30" y="75"/>
                    <a:pt x="29" y="75"/>
                    <a:pt x="29" y="74"/>
                  </a:cubicBezTo>
                  <a:cubicBezTo>
                    <a:pt x="29" y="73"/>
                    <a:pt x="28" y="72"/>
                    <a:pt x="28" y="71"/>
                  </a:cubicBezTo>
                  <a:cubicBezTo>
                    <a:pt x="28" y="71"/>
                    <a:pt x="28" y="71"/>
                    <a:pt x="28" y="71"/>
                  </a:cubicBezTo>
                  <a:cubicBezTo>
                    <a:pt x="28" y="71"/>
                    <a:pt x="27" y="70"/>
                    <a:pt x="27" y="70"/>
                  </a:cubicBezTo>
                  <a:cubicBezTo>
                    <a:pt x="28" y="70"/>
                    <a:pt x="28" y="70"/>
                    <a:pt x="28" y="71"/>
                  </a:cubicBezTo>
                  <a:cubicBezTo>
                    <a:pt x="29" y="71"/>
                    <a:pt x="29" y="71"/>
                    <a:pt x="29" y="72"/>
                  </a:cubicBezTo>
                  <a:cubicBezTo>
                    <a:pt x="29" y="73"/>
                    <a:pt x="30" y="73"/>
                    <a:pt x="30" y="73"/>
                  </a:cubicBezTo>
                  <a:cubicBezTo>
                    <a:pt x="31" y="73"/>
                    <a:pt x="32" y="74"/>
                    <a:pt x="33" y="74"/>
                  </a:cubicBezTo>
                  <a:cubicBezTo>
                    <a:pt x="33" y="74"/>
                    <a:pt x="33" y="73"/>
                    <a:pt x="33" y="72"/>
                  </a:cubicBezTo>
                  <a:cubicBezTo>
                    <a:pt x="33" y="72"/>
                    <a:pt x="33" y="73"/>
                    <a:pt x="33" y="73"/>
                  </a:cubicBezTo>
                  <a:cubicBezTo>
                    <a:pt x="34" y="73"/>
                    <a:pt x="34" y="72"/>
                    <a:pt x="34" y="72"/>
                  </a:cubicBezTo>
                  <a:cubicBezTo>
                    <a:pt x="34" y="72"/>
                    <a:pt x="34" y="74"/>
                    <a:pt x="34" y="73"/>
                  </a:cubicBezTo>
                  <a:cubicBezTo>
                    <a:pt x="35" y="73"/>
                    <a:pt x="35" y="74"/>
                    <a:pt x="35" y="74"/>
                  </a:cubicBezTo>
                  <a:cubicBezTo>
                    <a:pt x="35" y="74"/>
                    <a:pt x="35" y="73"/>
                    <a:pt x="35" y="73"/>
                  </a:cubicBezTo>
                  <a:cubicBezTo>
                    <a:pt x="35" y="72"/>
                    <a:pt x="35" y="71"/>
                    <a:pt x="35" y="71"/>
                  </a:cubicBezTo>
                  <a:cubicBezTo>
                    <a:pt x="35" y="71"/>
                    <a:pt x="35" y="72"/>
                    <a:pt x="35" y="72"/>
                  </a:cubicBezTo>
                  <a:cubicBezTo>
                    <a:pt x="35" y="72"/>
                    <a:pt x="36" y="73"/>
                    <a:pt x="36" y="72"/>
                  </a:cubicBezTo>
                  <a:cubicBezTo>
                    <a:pt x="36" y="72"/>
                    <a:pt x="36" y="71"/>
                    <a:pt x="36" y="71"/>
                  </a:cubicBezTo>
                  <a:cubicBezTo>
                    <a:pt x="36" y="71"/>
                    <a:pt x="36" y="72"/>
                    <a:pt x="36" y="72"/>
                  </a:cubicBezTo>
                  <a:cubicBezTo>
                    <a:pt x="36" y="73"/>
                    <a:pt x="37" y="72"/>
                    <a:pt x="37" y="72"/>
                  </a:cubicBezTo>
                  <a:cubicBezTo>
                    <a:pt x="37" y="72"/>
                    <a:pt x="37" y="72"/>
                    <a:pt x="37" y="72"/>
                  </a:cubicBezTo>
                  <a:cubicBezTo>
                    <a:pt x="37" y="71"/>
                    <a:pt x="38" y="73"/>
                    <a:pt x="38" y="73"/>
                  </a:cubicBezTo>
                  <a:cubicBezTo>
                    <a:pt x="39" y="73"/>
                    <a:pt x="39" y="72"/>
                    <a:pt x="39" y="72"/>
                  </a:cubicBezTo>
                  <a:cubicBezTo>
                    <a:pt x="39" y="72"/>
                    <a:pt x="38" y="74"/>
                    <a:pt x="39" y="74"/>
                  </a:cubicBezTo>
                  <a:cubicBezTo>
                    <a:pt x="40" y="74"/>
                    <a:pt x="40" y="74"/>
                    <a:pt x="41" y="74"/>
                  </a:cubicBezTo>
                  <a:cubicBezTo>
                    <a:pt x="41" y="74"/>
                    <a:pt x="41" y="74"/>
                    <a:pt x="41" y="74"/>
                  </a:cubicBezTo>
                  <a:cubicBezTo>
                    <a:pt x="41" y="74"/>
                    <a:pt x="41" y="75"/>
                    <a:pt x="42" y="74"/>
                  </a:cubicBezTo>
                  <a:cubicBezTo>
                    <a:pt x="42" y="74"/>
                    <a:pt x="42" y="74"/>
                    <a:pt x="42" y="75"/>
                  </a:cubicBezTo>
                  <a:cubicBezTo>
                    <a:pt x="42" y="75"/>
                    <a:pt x="43" y="75"/>
                    <a:pt x="43" y="75"/>
                  </a:cubicBezTo>
                  <a:cubicBezTo>
                    <a:pt x="43" y="75"/>
                    <a:pt x="44" y="75"/>
                    <a:pt x="44" y="75"/>
                  </a:cubicBezTo>
                  <a:cubicBezTo>
                    <a:pt x="45" y="76"/>
                    <a:pt x="46" y="75"/>
                    <a:pt x="46" y="76"/>
                  </a:cubicBezTo>
                  <a:cubicBezTo>
                    <a:pt x="46" y="76"/>
                    <a:pt x="47" y="76"/>
                    <a:pt x="47" y="76"/>
                  </a:cubicBezTo>
                  <a:cubicBezTo>
                    <a:pt x="47" y="75"/>
                    <a:pt x="47" y="75"/>
                    <a:pt x="48" y="75"/>
                  </a:cubicBezTo>
                  <a:cubicBezTo>
                    <a:pt x="48" y="76"/>
                    <a:pt x="48" y="77"/>
                    <a:pt x="49" y="77"/>
                  </a:cubicBezTo>
                  <a:cubicBezTo>
                    <a:pt x="49" y="77"/>
                    <a:pt x="51" y="77"/>
                    <a:pt x="51" y="77"/>
                  </a:cubicBezTo>
                  <a:cubicBezTo>
                    <a:pt x="50" y="78"/>
                    <a:pt x="51" y="79"/>
                    <a:pt x="51" y="79"/>
                  </a:cubicBezTo>
                  <a:cubicBezTo>
                    <a:pt x="52" y="79"/>
                    <a:pt x="52" y="81"/>
                    <a:pt x="52" y="82"/>
                  </a:cubicBezTo>
                  <a:cubicBezTo>
                    <a:pt x="53" y="83"/>
                    <a:pt x="54" y="83"/>
                    <a:pt x="54" y="84"/>
                  </a:cubicBezTo>
                  <a:cubicBezTo>
                    <a:pt x="54" y="85"/>
                    <a:pt x="54" y="85"/>
                    <a:pt x="55" y="85"/>
                  </a:cubicBezTo>
                  <a:cubicBezTo>
                    <a:pt x="55" y="86"/>
                    <a:pt x="54" y="85"/>
                    <a:pt x="54" y="86"/>
                  </a:cubicBezTo>
                  <a:cubicBezTo>
                    <a:pt x="54" y="86"/>
                    <a:pt x="54" y="86"/>
                    <a:pt x="54" y="87"/>
                  </a:cubicBezTo>
                  <a:cubicBezTo>
                    <a:pt x="54" y="87"/>
                    <a:pt x="55" y="88"/>
                    <a:pt x="56" y="88"/>
                  </a:cubicBezTo>
                  <a:cubicBezTo>
                    <a:pt x="56" y="88"/>
                    <a:pt x="57" y="88"/>
                    <a:pt x="57" y="88"/>
                  </a:cubicBezTo>
                  <a:cubicBezTo>
                    <a:pt x="57" y="88"/>
                    <a:pt x="58" y="87"/>
                    <a:pt x="58" y="87"/>
                  </a:cubicBezTo>
                  <a:cubicBezTo>
                    <a:pt x="59" y="88"/>
                    <a:pt x="58" y="88"/>
                    <a:pt x="57" y="88"/>
                  </a:cubicBezTo>
                  <a:cubicBezTo>
                    <a:pt x="57" y="89"/>
                    <a:pt x="57" y="89"/>
                    <a:pt x="57" y="90"/>
                  </a:cubicBezTo>
                  <a:cubicBezTo>
                    <a:pt x="57" y="90"/>
                    <a:pt x="57" y="90"/>
                    <a:pt x="57" y="90"/>
                  </a:cubicBezTo>
                  <a:cubicBezTo>
                    <a:pt x="58" y="90"/>
                    <a:pt x="58" y="91"/>
                    <a:pt x="58" y="91"/>
                  </a:cubicBezTo>
                  <a:cubicBezTo>
                    <a:pt x="58" y="92"/>
                    <a:pt x="59" y="93"/>
                    <a:pt x="59" y="92"/>
                  </a:cubicBezTo>
                  <a:cubicBezTo>
                    <a:pt x="59" y="92"/>
                    <a:pt x="59" y="92"/>
                    <a:pt x="59" y="92"/>
                  </a:cubicBezTo>
                  <a:cubicBezTo>
                    <a:pt x="59" y="93"/>
                    <a:pt x="60" y="93"/>
                    <a:pt x="60" y="93"/>
                  </a:cubicBezTo>
                  <a:cubicBezTo>
                    <a:pt x="60" y="93"/>
                    <a:pt x="60" y="93"/>
                    <a:pt x="61" y="93"/>
                  </a:cubicBezTo>
                  <a:cubicBezTo>
                    <a:pt x="61" y="93"/>
                    <a:pt x="61" y="94"/>
                    <a:pt x="61" y="94"/>
                  </a:cubicBezTo>
                  <a:cubicBezTo>
                    <a:pt x="62" y="95"/>
                    <a:pt x="62" y="95"/>
                    <a:pt x="62" y="96"/>
                  </a:cubicBezTo>
                  <a:cubicBezTo>
                    <a:pt x="62" y="96"/>
                    <a:pt x="62" y="97"/>
                    <a:pt x="63" y="97"/>
                  </a:cubicBezTo>
                  <a:cubicBezTo>
                    <a:pt x="63" y="98"/>
                    <a:pt x="64" y="98"/>
                    <a:pt x="64" y="99"/>
                  </a:cubicBezTo>
                  <a:cubicBezTo>
                    <a:pt x="64" y="99"/>
                    <a:pt x="64" y="99"/>
                    <a:pt x="64" y="99"/>
                  </a:cubicBezTo>
                  <a:cubicBezTo>
                    <a:pt x="64" y="99"/>
                    <a:pt x="65" y="99"/>
                    <a:pt x="65" y="99"/>
                  </a:cubicBezTo>
                  <a:cubicBezTo>
                    <a:pt x="66" y="99"/>
                    <a:pt x="65" y="99"/>
                    <a:pt x="66" y="99"/>
                  </a:cubicBezTo>
                  <a:cubicBezTo>
                    <a:pt x="66" y="99"/>
                    <a:pt x="66" y="99"/>
                    <a:pt x="65" y="99"/>
                  </a:cubicBezTo>
                  <a:cubicBezTo>
                    <a:pt x="66" y="99"/>
                    <a:pt x="66" y="100"/>
                    <a:pt x="67" y="100"/>
                  </a:cubicBezTo>
                  <a:cubicBezTo>
                    <a:pt x="67" y="99"/>
                    <a:pt x="68" y="100"/>
                    <a:pt x="68" y="99"/>
                  </a:cubicBezTo>
                  <a:cubicBezTo>
                    <a:pt x="68" y="99"/>
                    <a:pt x="69" y="100"/>
                    <a:pt x="69" y="100"/>
                  </a:cubicBezTo>
                  <a:cubicBezTo>
                    <a:pt x="70" y="100"/>
                    <a:pt x="70" y="100"/>
                    <a:pt x="71" y="100"/>
                  </a:cubicBezTo>
                  <a:cubicBezTo>
                    <a:pt x="71" y="100"/>
                    <a:pt x="73" y="100"/>
                    <a:pt x="74" y="99"/>
                  </a:cubicBezTo>
                  <a:cubicBezTo>
                    <a:pt x="74" y="100"/>
                    <a:pt x="74" y="100"/>
                    <a:pt x="74" y="100"/>
                  </a:cubicBezTo>
                  <a:cubicBezTo>
                    <a:pt x="74" y="100"/>
                    <a:pt x="74" y="100"/>
                    <a:pt x="74" y="100"/>
                  </a:cubicBezTo>
                  <a:cubicBezTo>
                    <a:pt x="74" y="101"/>
                    <a:pt x="74" y="101"/>
                    <a:pt x="74" y="101"/>
                  </a:cubicBezTo>
                  <a:cubicBezTo>
                    <a:pt x="75" y="101"/>
                    <a:pt x="75" y="101"/>
                    <a:pt x="76" y="101"/>
                  </a:cubicBezTo>
                  <a:cubicBezTo>
                    <a:pt x="76" y="101"/>
                    <a:pt x="77" y="101"/>
                    <a:pt x="77" y="101"/>
                  </a:cubicBezTo>
                  <a:cubicBezTo>
                    <a:pt x="78" y="101"/>
                    <a:pt x="79" y="102"/>
                    <a:pt x="79" y="102"/>
                  </a:cubicBezTo>
                  <a:cubicBezTo>
                    <a:pt x="80" y="102"/>
                    <a:pt x="80" y="101"/>
                    <a:pt x="80" y="101"/>
                  </a:cubicBezTo>
                  <a:cubicBezTo>
                    <a:pt x="80" y="102"/>
                    <a:pt x="80" y="102"/>
                    <a:pt x="81" y="102"/>
                  </a:cubicBezTo>
                  <a:cubicBezTo>
                    <a:pt x="81" y="102"/>
                    <a:pt x="81" y="102"/>
                    <a:pt x="81" y="102"/>
                  </a:cubicBezTo>
                  <a:cubicBezTo>
                    <a:pt x="82" y="102"/>
                    <a:pt x="84" y="102"/>
                    <a:pt x="84" y="102"/>
                  </a:cubicBezTo>
                  <a:cubicBezTo>
                    <a:pt x="85" y="103"/>
                    <a:pt x="85" y="103"/>
                    <a:pt x="85" y="103"/>
                  </a:cubicBezTo>
                  <a:cubicBezTo>
                    <a:pt x="85" y="103"/>
                    <a:pt x="85" y="103"/>
                    <a:pt x="85" y="103"/>
                  </a:cubicBezTo>
                  <a:cubicBezTo>
                    <a:pt x="86" y="103"/>
                    <a:pt x="86" y="103"/>
                    <a:pt x="86" y="103"/>
                  </a:cubicBezTo>
                  <a:cubicBezTo>
                    <a:pt x="86" y="104"/>
                    <a:pt x="86" y="104"/>
                    <a:pt x="85" y="104"/>
                  </a:cubicBezTo>
                  <a:cubicBezTo>
                    <a:pt x="85" y="104"/>
                    <a:pt x="85" y="104"/>
                    <a:pt x="85" y="104"/>
                  </a:cubicBezTo>
                  <a:cubicBezTo>
                    <a:pt x="85" y="104"/>
                    <a:pt x="85" y="104"/>
                    <a:pt x="85" y="104"/>
                  </a:cubicBezTo>
                  <a:cubicBezTo>
                    <a:pt x="84" y="104"/>
                    <a:pt x="84" y="104"/>
                    <a:pt x="85" y="104"/>
                  </a:cubicBezTo>
                  <a:cubicBezTo>
                    <a:pt x="85" y="104"/>
                    <a:pt x="85" y="105"/>
                    <a:pt x="86" y="105"/>
                  </a:cubicBezTo>
                  <a:cubicBezTo>
                    <a:pt x="86" y="104"/>
                    <a:pt x="86" y="106"/>
                    <a:pt x="87" y="105"/>
                  </a:cubicBezTo>
                  <a:cubicBezTo>
                    <a:pt x="87" y="105"/>
                    <a:pt x="88" y="106"/>
                    <a:pt x="88" y="106"/>
                  </a:cubicBezTo>
                  <a:cubicBezTo>
                    <a:pt x="88" y="106"/>
                    <a:pt x="89" y="105"/>
                    <a:pt x="89" y="105"/>
                  </a:cubicBezTo>
                  <a:cubicBezTo>
                    <a:pt x="90" y="106"/>
                    <a:pt x="90" y="105"/>
                    <a:pt x="91" y="105"/>
                  </a:cubicBezTo>
                  <a:cubicBezTo>
                    <a:pt x="91" y="105"/>
                    <a:pt x="93" y="105"/>
                    <a:pt x="92" y="104"/>
                  </a:cubicBezTo>
                  <a:cubicBezTo>
                    <a:pt x="92" y="103"/>
                    <a:pt x="90" y="103"/>
                    <a:pt x="90" y="102"/>
                  </a:cubicBezTo>
                  <a:cubicBezTo>
                    <a:pt x="89" y="102"/>
                    <a:pt x="90" y="101"/>
                    <a:pt x="90" y="102"/>
                  </a:cubicBezTo>
                  <a:cubicBezTo>
                    <a:pt x="91" y="102"/>
                    <a:pt x="91" y="102"/>
                    <a:pt x="92" y="102"/>
                  </a:cubicBezTo>
                  <a:cubicBezTo>
                    <a:pt x="92" y="102"/>
                    <a:pt x="95" y="101"/>
                    <a:pt x="94" y="101"/>
                  </a:cubicBezTo>
                  <a:cubicBezTo>
                    <a:pt x="94" y="101"/>
                    <a:pt x="92" y="102"/>
                    <a:pt x="92" y="101"/>
                  </a:cubicBezTo>
                  <a:close/>
                  <a:moveTo>
                    <a:pt x="93" y="104"/>
                  </a:moveTo>
                  <a:cubicBezTo>
                    <a:pt x="93" y="104"/>
                    <a:pt x="94" y="105"/>
                    <a:pt x="94" y="105"/>
                  </a:cubicBezTo>
                  <a:cubicBezTo>
                    <a:pt x="94" y="105"/>
                    <a:pt x="93" y="105"/>
                    <a:pt x="93" y="105"/>
                  </a:cubicBezTo>
                  <a:cubicBezTo>
                    <a:pt x="93" y="105"/>
                    <a:pt x="94" y="105"/>
                    <a:pt x="94" y="105"/>
                  </a:cubicBezTo>
                  <a:cubicBezTo>
                    <a:pt x="94" y="105"/>
                    <a:pt x="94" y="104"/>
                    <a:pt x="94" y="104"/>
                  </a:cubicBezTo>
                  <a:cubicBezTo>
                    <a:pt x="94" y="104"/>
                    <a:pt x="93" y="104"/>
                    <a:pt x="93" y="104"/>
                  </a:cubicBezTo>
                  <a:close/>
                  <a:moveTo>
                    <a:pt x="39" y="0"/>
                  </a:moveTo>
                  <a:cubicBezTo>
                    <a:pt x="39" y="0"/>
                    <a:pt x="39" y="0"/>
                    <a:pt x="39" y="1"/>
                  </a:cubicBezTo>
                  <a:cubicBezTo>
                    <a:pt x="39" y="1"/>
                    <a:pt x="39" y="0"/>
                    <a:pt x="39" y="0"/>
                  </a:cubicBezTo>
                  <a:close/>
                  <a:moveTo>
                    <a:pt x="147" y="61"/>
                  </a:moveTo>
                  <a:cubicBezTo>
                    <a:pt x="147" y="61"/>
                    <a:pt x="147" y="60"/>
                    <a:pt x="147" y="60"/>
                  </a:cubicBezTo>
                  <a:cubicBezTo>
                    <a:pt x="147" y="59"/>
                    <a:pt x="146" y="60"/>
                    <a:pt x="146" y="59"/>
                  </a:cubicBezTo>
                  <a:cubicBezTo>
                    <a:pt x="146" y="58"/>
                    <a:pt x="146" y="58"/>
                    <a:pt x="145" y="57"/>
                  </a:cubicBezTo>
                  <a:cubicBezTo>
                    <a:pt x="145" y="57"/>
                    <a:pt x="144" y="56"/>
                    <a:pt x="144" y="56"/>
                  </a:cubicBezTo>
                  <a:cubicBezTo>
                    <a:pt x="144" y="56"/>
                    <a:pt x="144" y="57"/>
                    <a:pt x="144" y="57"/>
                  </a:cubicBezTo>
                  <a:cubicBezTo>
                    <a:pt x="143" y="56"/>
                    <a:pt x="144" y="56"/>
                    <a:pt x="143" y="56"/>
                  </a:cubicBezTo>
                  <a:cubicBezTo>
                    <a:pt x="143" y="56"/>
                    <a:pt x="143" y="56"/>
                    <a:pt x="143" y="55"/>
                  </a:cubicBezTo>
                  <a:cubicBezTo>
                    <a:pt x="142" y="55"/>
                    <a:pt x="142" y="55"/>
                    <a:pt x="142" y="55"/>
                  </a:cubicBezTo>
                  <a:cubicBezTo>
                    <a:pt x="142" y="54"/>
                    <a:pt x="142" y="54"/>
                    <a:pt x="141" y="53"/>
                  </a:cubicBezTo>
                  <a:cubicBezTo>
                    <a:pt x="141" y="53"/>
                    <a:pt x="140" y="53"/>
                    <a:pt x="140" y="52"/>
                  </a:cubicBezTo>
                  <a:cubicBezTo>
                    <a:pt x="140" y="52"/>
                    <a:pt x="140" y="51"/>
                    <a:pt x="140" y="51"/>
                  </a:cubicBezTo>
                  <a:cubicBezTo>
                    <a:pt x="140" y="51"/>
                    <a:pt x="139" y="49"/>
                    <a:pt x="139" y="49"/>
                  </a:cubicBezTo>
                  <a:cubicBezTo>
                    <a:pt x="140" y="49"/>
                    <a:pt x="139" y="49"/>
                    <a:pt x="139" y="49"/>
                  </a:cubicBezTo>
                  <a:cubicBezTo>
                    <a:pt x="139" y="49"/>
                    <a:pt x="138" y="49"/>
                    <a:pt x="138" y="49"/>
                  </a:cubicBezTo>
                  <a:cubicBezTo>
                    <a:pt x="138" y="49"/>
                    <a:pt x="137" y="49"/>
                    <a:pt x="137" y="49"/>
                  </a:cubicBezTo>
                  <a:cubicBezTo>
                    <a:pt x="137" y="49"/>
                    <a:pt x="137" y="49"/>
                    <a:pt x="137" y="49"/>
                  </a:cubicBezTo>
                  <a:cubicBezTo>
                    <a:pt x="137" y="49"/>
                    <a:pt x="137" y="48"/>
                    <a:pt x="136" y="48"/>
                  </a:cubicBezTo>
                  <a:cubicBezTo>
                    <a:pt x="136" y="48"/>
                    <a:pt x="136" y="48"/>
                    <a:pt x="136" y="48"/>
                  </a:cubicBezTo>
                  <a:cubicBezTo>
                    <a:pt x="136" y="48"/>
                    <a:pt x="136" y="48"/>
                    <a:pt x="136" y="48"/>
                  </a:cubicBezTo>
                  <a:cubicBezTo>
                    <a:pt x="136" y="49"/>
                    <a:pt x="137" y="49"/>
                    <a:pt x="136" y="50"/>
                  </a:cubicBezTo>
                  <a:cubicBezTo>
                    <a:pt x="136" y="49"/>
                    <a:pt x="136" y="50"/>
                    <a:pt x="136" y="50"/>
                  </a:cubicBezTo>
                  <a:cubicBezTo>
                    <a:pt x="135" y="51"/>
                    <a:pt x="136" y="52"/>
                    <a:pt x="136" y="52"/>
                  </a:cubicBezTo>
                  <a:cubicBezTo>
                    <a:pt x="136" y="53"/>
                    <a:pt x="136" y="54"/>
                    <a:pt x="137" y="54"/>
                  </a:cubicBezTo>
                  <a:cubicBezTo>
                    <a:pt x="137" y="55"/>
                    <a:pt x="138" y="55"/>
                    <a:pt x="138" y="56"/>
                  </a:cubicBezTo>
                  <a:cubicBezTo>
                    <a:pt x="138" y="58"/>
                    <a:pt x="140" y="57"/>
                    <a:pt x="140" y="58"/>
                  </a:cubicBezTo>
                  <a:cubicBezTo>
                    <a:pt x="140" y="59"/>
                    <a:pt x="140" y="59"/>
                    <a:pt x="140" y="60"/>
                  </a:cubicBezTo>
                  <a:cubicBezTo>
                    <a:pt x="140" y="60"/>
                    <a:pt x="139" y="60"/>
                    <a:pt x="139" y="60"/>
                  </a:cubicBezTo>
                  <a:cubicBezTo>
                    <a:pt x="139" y="60"/>
                    <a:pt x="141" y="62"/>
                    <a:pt x="142" y="62"/>
                  </a:cubicBezTo>
                  <a:cubicBezTo>
                    <a:pt x="142" y="63"/>
                    <a:pt x="144" y="63"/>
                    <a:pt x="145" y="64"/>
                  </a:cubicBezTo>
                  <a:cubicBezTo>
                    <a:pt x="145" y="64"/>
                    <a:pt x="146" y="62"/>
                    <a:pt x="146" y="63"/>
                  </a:cubicBezTo>
                  <a:cubicBezTo>
                    <a:pt x="146" y="63"/>
                    <a:pt x="147" y="62"/>
                    <a:pt x="147" y="62"/>
                  </a:cubicBezTo>
                  <a:cubicBezTo>
                    <a:pt x="147" y="62"/>
                    <a:pt x="146" y="63"/>
                    <a:pt x="147" y="63"/>
                  </a:cubicBezTo>
                  <a:cubicBezTo>
                    <a:pt x="147" y="63"/>
                    <a:pt x="147" y="61"/>
                    <a:pt x="147" y="61"/>
                  </a:cubicBezTo>
                  <a:close/>
                  <a:moveTo>
                    <a:pt x="97" y="99"/>
                  </a:moveTo>
                  <a:cubicBezTo>
                    <a:pt x="97" y="99"/>
                    <a:pt x="96" y="98"/>
                    <a:pt x="97" y="98"/>
                  </a:cubicBezTo>
                  <a:cubicBezTo>
                    <a:pt x="96" y="97"/>
                    <a:pt x="96" y="97"/>
                    <a:pt x="96" y="97"/>
                  </a:cubicBezTo>
                  <a:cubicBezTo>
                    <a:pt x="95" y="96"/>
                    <a:pt x="95" y="96"/>
                    <a:pt x="95" y="96"/>
                  </a:cubicBezTo>
                  <a:cubicBezTo>
                    <a:pt x="95" y="96"/>
                    <a:pt x="94" y="94"/>
                    <a:pt x="94" y="95"/>
                  </a:cubicBezTo>
                  <a:cubicBezTo>
                    <a:pt x="94" y="96"/>
                    <a:pt x="95" y="96"/>
                    <a:pt x="95" y="97"/>
                  </a:cubicBezTo>
                  <a:cubicBezTo>
                    <a:pt x="95" y="97"/>
                    <a:pt x="95" y="98"/>
                    <a:pt x="95" y="98"/>
                  </a:cubicBezTo>
                  <a:cubicBezTo>
                    <a:pt x="95" y="98"/>
                    <a:pt x="95" y="98"/>
                    <a:pt x="96" y="98"/>
                  </a:cubicBezTo>
                  <a:cubicBezTo>
                    <a:pt x="96" y="98"/>
                    <a:pt x="95" y="99"/>
                    <a:pt x="96" y="99"/>
                  </a:cubicBezTo>
                  <a:cubicBezTo>
                    <a:pt x="96" y="100"/>
                    <a:pt x="97" y="100"/>
                    <a:pt x="98" y="100"/>
                  </a:cubicBezTo>
                  <a:cubicBezTo>
                    <a:pt x="98" y="100"/>
                    <a:pt x="99" y="98"/>
                    <a:pt x="99" y="97"/>
                  </a:cubicBezTo>
                  <a:cubicBezTo>
                    <a:pt x="98" y="97"/>
                    <a:pt x="98" y="99"/>
                    <a:pt x="97" y="99"/>
                  </a:cubicBezTo>
                  <a:close/>
                  <a:moveTo>
                    <a:pt x="71" y="13"/>
                  </a:moveTo>
                  <a:cubicBezTo>
                    <a:pt x="71" y="13"/>
                    <a:pt x="70" y="14"/>
                    <a:pt x="70" y="14"/>
                  </a:cubicBezTo>
                  <a:cubicBezTo>
                    <a:pt x="71" y="14"/>
                    <a:pt x="72" y="14"/>
                    <a:pt x="71" y="13"/>
                  </a:cubicBezTo>
                  <a:close/>
                  <a:moveTo>
                    <a:pt x="102" y="21"/>
                  </a:moveTo>
                  <a:cubicBezTo>
                    <a:pt x="102" y="21"/>
                    <a:pt x="101" y="20"/>
                    <a:pt x="100" y="20"/>
                  </a:cubicBezTo>
                  <a:cubicBezTo>
                    <a:pt x="100" y="20"/>
                    <a:pt x="99" y="21"/>
                    <a:pt x="99" y="21"/>
                  </a:cubicBezTo>
                  <a:cubicBezTo>
                    <a:pt x="100" y="21"/>
                    <a:pt x="101" y="21"/>
                    <a:pt x="102" y="21"/>
                  </a:cubicBezTo>
                  <a:close/>
                  <a:moveTo>
                    <a:pt x="117" y="22"/>
                  </a:moveTo>
                  <a:cubicBezTo>
                    <a:pt x="117" y="22"/>
                    <a:pt x="116" y="22"/>
                    <a:pt x="116" y="23"/>
                  </a:cubicBezTo>
                  <a:cubicBezTo>
                    <a:pt x="117" y="23"/>
                    <a:pt x="117" y="23"/>
                    <a:pt x="117" y="24"/>
                  </a:cubicBezTo>
                  <a:cubicBezTo>
                    <a:pt x="118" y="23"/>
                    <a:pt x="118" y="22"/>
                    <a:pt x="117" y="22"/>
                  </a:cubicBezTo>
                  <a:close/>
                  <a:moveTo>
                    <a:pt x="126" y="33"/>
                  </a:moveTo>
                  <a:cubicBezTo>
                    <a:pt x="126" y="33"/>
                    <a:pt x="126" y="34"/>
                    <a:pt x="126" y="34"/>
                  </a:cubicBezTo>
                  <a:cubicBezTo>
                    <a:pt x="127" y="34"/>
                    <a:pt x="127" y="32"/>
                    <a:pt x="126" y="33"/>
                  </a:cubicBezTo>
                  <a:close/>
                  <a:moveTo>
                    <a:pt x="88" y="5"/>
                  </a:moveTo>
                  <a:cubicBezTo>
                    <a:pt x="89" y="6"/>
                    <a:pt x="89" y="5"/>
                    <a:pt x="90" y="6"/>
                  </a:cubicBezTo>
                  <a:cubicBezTo>
                    <a:pt x="91" y="5"/>
                    <a:pt x="89" y="2"/>
                    <a:pt x="88" y="3"/>
                  </a:cubicBezTo>
                  <a:cubicBezTo>
                    <a:pt x="88" y="4"/>
                    <a:pt x="88" y="4"/>
                    <a:pt x="88" y="5"/>
                  </a:cubicBezTo>
                  <a:cubicBezTo>
                    <a:pt x="88" y="5"/>
                    <a:pt x="88" y="5"/>
                    <a:pt x="88" y="5"/>
                  </a:cubicBezTo>
                  <a:close/>
                  <a:moveTo>
                    <a:pt x="52" y="41"/>
                  </a:moveTo>
                  <a:cubicBezTo>
                    <a:pt x="52" y="40"/>
                    <a:pt x="53" y="40"/>
                    <a:pt x="53" y="39"/>
                  </a:cubicBezTo>
                  <a:cubicBezTo>
                    <a:pt x="53" y="38"/>
                    <a:pt x="52" y="38"/>
                    <a:pt x="52" y="38"/>
                  </a:cubicBezTo>
                  <a:cubicBezTo>
                    <a:pt x="51" y="39"/>
                    <a:pt x="50" y="40"/>
                    <a:pt x="52" y="41"/>
                  </a:cubicBezTo>
                  <a:close/>
                  <a:moveTo>
                    <a:pt x="69" y="51"/>
                  </a:moveTo>
                  <a:cubicBezTo>
                    <a:pt x="69" y="51"/>
                    <a:pt x="69" y="52"/>
                    <a:pt x="70" y="52"/>
                  </a:cubicBezTo>
                  <a:cubicBezTo>
                    <a:pt x="70" y="52"/>
                    <a:pt x="70" y="52"/>
                    <a:pt x="70" y="52"/>
                  </a:cubicBezTo>
                  <a:cubicBezTo>
                    <a:pt x="70" y="52"/>
                    <a:pt x="70" y="52"/>
                    <a:pt x="71" y="53"/>
                  </a:cubicBezTo>
                  <a:cubicBezTo>
                    <a:pt x="71" y="52"/>
                    <a:pt x="72" y="51"/>
                    <a:pt x="71" y="50"/>
                  </a:cubicBezTo>
                  <a:cubicBezTo>
                    <a:pt x="71" y="49"/>
                    <a:pt x="70" y="49"/>
                    <a:pt x="69" y="49"/>
                  </a:cubicBezTo>
                  <a:cubicBezTo>
                    <a:pt x="69" y="48"/>
                    <a:pt x="69" y="49"/>
                    <a:pt x="69" y="50"/>
                  </a:cubicBezTo>
                  <a:cubicBezTo>
                    <a:pt x="69" y="50"/>
                    <a:pt x="69" y="50"/>
                    <a:pt x="69" y="51"/>
                  </a:cubicBezTo>
                  <a:close/>
                  <a:moveTo>
                    <a:pt x="94" y="106"/>
                  </a:moveTo>
                  <a:cubicBezTo>
                    <a:pt x="94" y="105"/>
                    <a:pt x="95" y="105"/>
                    <a:pt x="95" y="106"/>
                  </a:cubicBezTo>
                  <a:cubicBezTo>
                    <a:pt x="96" y="106"/>
                    <a:pt x="96" y="105"/>
                    <a:pt x="96" y="105"/>
                  </a:cubicBezTo>
                  <a:cubicBezTo>
                    <a:pt x="96" y="105"/>
                    <a:pt x="94" y="104"/>
                    <a:pt x="94" y="106"/>
                  </a:cubicBezTo>
                  <a:close/>
                  <a:moveTo>
                    <a:pt x="82" y="42"/>
                  </a:moveTo>
                  <a:cubicBezTo>
                    <a:pt x="84" y="42"/>
                    <a:pt x="81" y="42"/>
                    <a:pt x="82" y="42"/>
                  </a:cubicBezTo>
                  <a:close/>
                  <a:moveTo>
                    <a:pt x="116" y="90"/>
                  </a:moveTo>
                  <a:cubicBezTo>
                    <a:pt x="116" y="89"/>
                    <a:pt x="116" y="89"/>
                    <a:pt x="115" y="89"/>
                  </a:cubicBezTo>
                  <a:cubicBezTo>
                    <a:pt x="116" y="89"/>
                    <a:pt x="117" y="89"/>
                    <a:pt x="116" y="88"/>
                  </a:cubicBezTo>
                  <a:cubicBezTo>
                    <a:pt x="116" y="88"/>
                    <a:pt x="116" y="88"/>
                    <a:pt x="116" y="88"/>
                  </a:cubicBezTo>
                  <a:cubicBezTo>
                    <a:pt x="115" y="87"/>
                    <a:pt x="115" y="87"/>
                    <a:pt x="114" y="87"/>
                  </a:cubicBezTo>
                  <a:cubicBezTo>
                    <a:pt x="113" y="87"/>
                    <a:pt x="112" y="87"/>
                    <a:pt x="112" y="87"/>
                  </a:cubicBezTo>
                  <a:cubicBezTo>
                    <a:pt x="112" y="87"/>
                    <a:pt x="113" y="88"/>
                    <a:pt x="113" y="88"/>
                  </a:cubicBezTo>
                  <a:cubicBezTo>
                    <a:pt x="113" y="88"/>
                    <a:pt x="113" y="90"/>
                    <a:pt x="114" y="89"/>
                  </a:cubicBezTo>
                  <a:cubicBezTo>
                    <a:pt x="114" y="89"/>
                    <a:pt x="114" y="89"/>
                    <a:pt x="114" y="89"/>
                  </a:cubicBezTo>
                  <a:cubicBezTo>
                    <a:pt x="114" y="89"/>
                    <a:pt x="114" y="89"/>
                    <a:pt x="115" y="90"/>
                  </a:cubicBezTo>
                  <a:cubicBezTo>
                    <a:pt x="115" y="90"/>
                    <a:pt x="116" y="89"/>
                    <a:pt x="116" y="90"/>
                  </a:cubicBezTo>
                  <a:close/>
                  <a:moveTo>
                    <a:pt x="86" y="40"/>
                  </a:moveTo>
                  <a:cubicBezTo>
                    <a:pt x="86" y="40"/>
                    <a:pt x="86" y="40"/>
                    <a:pt x="86" y="40"/>
                  </a:cubicBezTo>
                  <a:cubicBezTo>
                    <a:pt x="87" y="40"/>
                    <a:pt x="86" y="39"/>
                    <a:pt x="86" y="39"/>
                  </a:cubicBezTo>
                  <a:cubicBezTo>
                    <a:pt x="85" y="40"/>
                    <a:pt x="86" y="40"/>
                    <a:pt x="86" y="40"/>
                  </a:cubicBezTo>
                  <a:cubicBezTo>
                    <a:pt x="86" y="40"/>
                    <a:pt x="86" y="39"/>
                    <a:pt x="86" y="40"/>
                  </a:cubicBezTo>
                  <a:close/>
                  <a:moveTo>
                    <a:pt x="93" y="16"/>
                  </a:moveTo>
                  <a:cubicBezTo>
                    <a:pt x="93" y="16"/>
                    <a:pt x="93" y="16"/>
                    <a:pt x="93" y="17"/>
                  </a:cubicBezTo>
                  <a:cubicBezTo>
                    <a:pt x="93" y="17"/>
                    <a:pt x="93" y="17"/>
                    <a:pt x="94" y="18"/>
                  </a:cubicBezTo>
                  <a:cubicBezTo>
                    <a:pt x="94" y="18"/>
                    <a:pt x="95" y="17"/>
                    <a:pt x="96" y="18"/>
                  </a:cubicBezTo>
                  <a:cubicBezTo>
                    <a:pt x="96" y="17"/>
                    <a:pt x="96" y="17"/>
                    <a:pt x="96" y="16"/>
                  </a:cubicBezTo>
                  <a:cubicBezTo>
                    <a:pt x="97" y="16"/>
                    <a:pt x="96" y="15"/>
                    <a:pt x="95" y="15"/>
                  </a:cubicBezTo>
                  <a:cubicBezTo>
                    <a:pt x="94" y="15"/>
                    <a:pt x="94" y="14"/>
                    <a:pt x="93" y="15"/>
                  </a:cubicBezTo>
                  <a:cubicBezTo>
                    <a:pt x="93" y="15"/>
                    <a:pt x="92" y="15"/>
                    <a:pt x="92" y="15"/>
                  </a:cubicBezTo>
                  <a:cubicBezTo>
                    <a:pt x="91" y="16"/>
                    <a:pt x="93" y="16"/>
                    <a:pt x="93" y="16"/>
                  </a:cubicBezTo>
                  <a:close/>
                  <a:moveTo>
                    <a:pt x="137" y="25"/>
                  </a:moveTo>
                  <a:cubicBezTo>
                    <a:pt x="137" y="26"/>
                    <a:pt x="138" y="26"/>
                    <a:pt x="138" y="27"/>
                  </a:cubicBezTo>
                  <a:cubicBezTo>
                    <a:pt x="138" y="26"/>
                    <a:pt x="138" y="26"/>
                    <a:pt x="137" y="2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01" name="Panama">
              <a:extLst>
                <a:ext uri="{FF2B5EF4-FFF2-40B4-BE49-F238E27FC236}">
                  <a16:creationId xmlns:a16="http://schemas.microsoft.com/office/drawing/2014/main" id="{7B1BE442-2FA4-7C99-2FEE-B029BAB0D66B}"/>
                </a:ext>
              </a:extLst>
            </p:cNvPr>
            <p:cNvSpPr>
              <a:spLocks noEditPoints="1"/>
            </p:cNvSpPr>
            <p:nvPr/>
          </p:nvSpPr>
          <p:spPr bwMode="auto">
            <a:xfrm>
              <a:off x="2850287" y="3667966"/>
              <a:ext cx="201915" cy="99976"/>
            </a:xfrm>
            <a:custGeom>
              <a:avLst/>
              <a:gdLst/>
              <a:ahLst/>
              <a:cxnLst>
                <a:cxn ang="0">
                  <a:pos x="7" y="16"/>
                </a:cxn>
                <a:cxn ang="0">
                  <a:pos x="7" y="17"/>
                </a:cxn>
                <a:cxn ang="0">
                  <a:pos x="11" y="24"/>
                </a:cxn>
                <a:cxn ang="0">
                  <a:pos x="13" y="24"/>
                </a:cxn>
                <a:cxn ang="0">
                  <a:pos x="8" y="3"/>
                </a:cxn>
                <a:cxn ang="0">
                  <a:pos x="53" y="24"/>
                </a:cxn>
                <a:cxn ang="0">
                  <a:pos x="50" y="24"/>
                </a:cxn>
                <a:cxn ang="0">
                  <a:pos x="48" y="24"/>
                </a:cxn>
                <a:cxn ang="0">
                  <a:pos x="46" y="22"/>
                </a:cxn>
                <a:cxn ang="0">
                  <a:pos x="45" y="18"/>
                </a:cxn>
                <a:cxn ang="0">
                  <a:pos x="47" y="15"/>
                </a:cxn>
                <a:cxn ang="0">
                  <a:pos x="49" y="16"/>
                </a:cxn>
                <a:cxn ang="0">
                  <a:pos x="51" y="17"/>
                </a:cxn>
                <a:cxn ang="0">
                  <a:pos x="48" y="13"/>
                </a:cxn>
                <a:cxn ang="0">
                  <a:pos x="47" y="14"/>
                </a:cxn>
                <a:cxn ang="0">
                  <a:pos x="46" y="13"/>
                </a:cxn>
                <a:cxn ang="0">
                  <a:pos x="45" y="13"/>
                </a:cxn>
                <a:cxn ang="0">
                  <a:pos x="43" y="10"/>
                </a:cxn>
                <a:cxn ang="0">
                  <a:pos x="41" y="9"/>
                </a:cxn>
                <a:cxn ang="0">
                  <a:pos x="39" y="7"/>
                </a:cxn>
                <a:cxn ang="0">
                  <a:pos x="34" y="9"/>
                </a:cxn>
                <a:cxn ang="0">
                  <a:pos x="33" y="11"/>
                </a:cxn>
                <a:cxn ang="0">
                  <a:pos x="25" y="18"/>
                </a:cxn>
                <a:cxn ang="0">
                  <a:pos x="29" y="24"/>
                </a:cxn>
                <a:cxn ang="0">
                  <a:pos x="26" y="26"/>
                </a:cxn>
                <a:cxn ang="0">
                  <a:pos x="20" y="26"/>
                </a:cxn>
                <a:cxn ang="0">
                  <a:pos x="20" y="22"/>
                </a:cxn>
                <a:cxn ang="0">
                  <a:pos x="19" y="20"/>
                </a:cxn>
                <a:cxn ang="0">
                  <a:pos x="18" y="21"/>
                </a:cxn>
                <a:cxn ang="0">
                  <a:pos x="17" y="22"/>
                </a:cxn>
                <a:cxn ang="0">
                  <a:pos x="14" y="21"/>
                </a:cxn>
                <a:cxn ang="0">
                  <a:pos x="13" y="18"/>
                </a:cxn>
                <a:cxn ang="0">
                  <a:pos x="12" y="17"/>
                </a:cxn>
                <a:cxn ang="0">
                  <a:pos x="8" y="16"/>
                </a:cxn>
                <a:cxn ang="0">
                  <a:pos x="6" y="14"/>
                </a:cxn>
                <a:cxn ang="0">
                  <a:pos x="4" y="15"/>
                </a:cxn>
                <a:cxn ang="0">
                  <a:pos x="2" y="17"/>
                </a:cxn>
                <a:cxn ang="0">
                  <a:pos x="2" y="10"/>
                </a:cxn>
                <a:cxn ang="0">
                  <a:pos x="2" y="2"/>
                </a:cxn>
                <a:cxn ang="0">
                  <a:pos x="5" y="2"/>
                </a:cxn>
                <a:cxn ang="0">
                  <a:pos x="7" y="4"/>
                </a:cxn>
                <a:cxn ang="0">
                  <a:pos x="9" y="5"/>
                </a:cxn>
                <a:cxn ang="0">
                  <a:pos x="9" y="7"/>
                </a:cxn>
                <a:cxn ang="0">
                  <a:pos x="12" y="8"/>
                </a:cxn>
                <a:cxn ang="0">
                  <a:pos x="12" y="6"/>
                </a:cxn>
                <a:cxn ang="0">
                  <a:pos x="15" y="10"/>
                </a:cxn>
                <a:cxn ang="0">
                  <a:pos x="26" y="6"/>
                </a:cxn>
                <a:cxn ang="0">
                  <a:pos x="32" y="4"/>
                </a:cxn>
                <a:cxn ang="0">
                  <a:pos x="35" y="1"/>
                </a:cxn>
                <a:cxn ang="0">
                  <a:pos x="39" y="2"/>
                </a:cxn>
                <a:cxn ang="0">
                  <a:pos x="44" y="3"/>
                </a:cxn>
                <a:cxn ang="0">
                  <a:pos x="51" y="6"/>
                </a:cxn>
                <a:cxn ang="0">
                  <a:pos x="54" y="10"/>
                </a:cxn>
                <a:cxn ang="0">
                  <a:pos x="54" y="13"/>
                </a:cxn>
                <a:cxn ang="0">
                  <a:pos x="57" y="19"/>
                </a:cxn>
                <a:cxn ang="0">
                  <a:pos x="39" y="6"/>
                </a:cxn>
                <a:cxn ang="0">
                  <a:pos x="40" y="6"/>
                </a:cxn>
                <a:cxn ang="0">
                  <a:pos x="38" y="15"/>
                </a:cxn>
                <a:cxn ang="0">
                  <a:pos x="19" y="23"/>
                </a:cxn>
                <a:cxn ang="0">
                  <a:pos x="40" y="15"/>
                </a:cxn>
                <a:cxn ang="0">
                  <a:pos x="41" y="13"/>
                </a:cxn>
                <a:cxn ang="0">
                  <a:pos x="10" y="4"/>
                </a:cxn>
              </a:cxnLst>
              <a:rect l="0" t="0" r="r" b="b"/>
              <a:pathLst>
                <a:path w="57" h="28">
                  <a:moveTo>
                    <a:pt x="8" y="16"/>
                  </a:moveTo>
                  <a:cubicBezTo>
                    <a:pt x="8" y="16"/>
                    <a:pt x="8" y="16"/>
                    <a:pt x="8" y="16"/>
                  </a:cubicBezTo>
                  <a:cubicBezTo>
                    <a:pt x="8" y="16"/>
                    <a:pt x="8" y="16"/>
                    <a:pt x="8" y="16"/>
                  </a:cubicBezTo>
                  <a:cubicBezTo>
                    <a:pt x="8" y="16"/>
                    <a:pt x="7" y="16"/>
                    <a:pt x="7" y="16"/>
                  </a:cubicBezTo>
                  <a:cubicBezTo>
                    <a:pt x="7" y="16"/>
                    <a:pt x="7" y="16"/>
                    <a:pt x="8" y="16"/>
                  </a:cubicBezTo>
                  <a:close/>
                  <a:moveTo>
                    <a:pt x="7" y="17"/>
                  </a:moveTo>
                  <a:cubicBezTo>
                    <a:pt x="7" y="17"/>
                    <a:pt x="7" y="17"/>
                    <a:pt x="7" y="17"/>
                  </a:cubicBezTo>
                  <a:cubicBezTo>
                    <a:pt x="7" y="17"/>
                    <a:pt x="7" y="17"/>
                    <a:pt x="7" y="17"/>
                  </a:cubicBezTo>
                  <a:close/>
                  <a:moveTo>
                    <a:pt x="13" y="24"/>
                  </a:moveTo>
                  <a:cubicBezTo>
                    <a:pt x="13" y="24"/>
                    <a:pt x="13" y="24"/>
                    <a:pt x="13" y="23"/>
                  </a:cubicBezTo>
                  <a:cubicBezTo>
                    <a:pt x="13" y="23"/>
                    <a:pt x="13" y="23"/>
                    <a:pt x="12" y="22"/>
                  </a:cubicBezTo>
                  <a:cubicBezTo>
                    <a:pt x="12" y="22"/>
                    <a:pt x="11" y="24"/>
                    <a:pt x="11" y="24"/>
                  </a:cubicBezTo>
                  <a:cubicBezTo>
                    <a:pt x="11" y="24"/>
                    <a:pt x="11" y="25"/>
                    <a:pt x="12" y="25"/>
                  </a:cubicBezTo>
                  <a:cubicBezTo>
                    <a:pt x="12" y="25"/>
                    <a:pt x="12" y="26"/>
                    <a:pt x="13" y="26"/>
                  </a:cubicBezTo>
                  <a:cubicBezTo>
                    <a:pt x="13" y="26"/>
                    <a:pt x="14" y="26"/>
                    <a:pt x="13" y="25"/>
                  </a:cubicBezTo>
                  <a:cubicBezTo>
                    <a:pt x="13" y="25"/>
                    <a:pt x="12" y="25"/>
                    <a:pt x="13" y="24"/>
                  </a:cubicBezTo>
                  <a:close/>
                  <a:moveTo>
                    <a:pt x="12" y="27"/>
                  </a:moveTo>
                  <a:cubicBezTo>
                    <a:pt x="12" y="27"/>
                    <a:pt x="12" y="26"/>
                    <a:pt x="12" y="26"/>
                  </a:cubicBezTo>
                  <a:cubicBezTo>
                    <a:pt x="11" y="26"/>
                    <a:pt x="11" y="27"/>
                    <a:pt x="12" y="27"/>
                  </a:cubicBezTo>
                  <a:close/>
                  <a:moveTo>
                    <a:pt x="8" y="3"/>
                  </a:moveTo>
                  <a:cubicBezTo>
                    <a:pt x="7" y="2"/>
                    <a:pt x="10" y="5"/>
                    <a:pt x="8" y="3"/>
                  </a:cubicBezTo>
                  <a:close/>
                  <a:moveTo>
                    <a:pt x="55" y="20"/>
                  </a:moveTo>
                  <a:cubicBezTo>
                    <a:pt x="55" y="20"/>
                    <a:pt x="55" y="21"/>
                    <a:pt x="55" y="21"/>
                  </a:cubicBezTo>
                  <a:cubicBezTo>
                    <a:pt x="55" y="22"/>
                    <a:pt x="53" y="24"/>
                    <a:pt x="53" y="24"/>
                  </a:cubicBezTo>
                  <a:cubicBezTo>
                    <a:pt x="52" y="23"/>
                    <a:pt x="52" y="22"/>
                    <a:pt x="51" y="21"/>
                  </a:cubicBezTo>
                  <a:cubicBezTo>
                    <a:pt x="51" y="21"/>
                    <a:pt x="51" y="23"/>
                    <a:pt x="51" y="23"/>
                  </a:cubicBezTo>
                  <a:cubicBezTo>
                    <a:pt x="51" y="23"/>
                    <a:pt x="51" y="23"/>
                    <a:pt x="51" y="24"/>
                  </a:cubicBezTo>
                  <a:cubicBezTo>
                    <a:pt x="51" y="24"/>
                    <a:pt x="51" y="24"/>
                    <a:pt x="50" y="24"/>
                  </a:cubicBezTo>
                  <a:cubicBezTo>
                    <a:pt x="50" y="24"/>
                    <a:pt x="50" y="25"/>
                    <a:pt x="50" y="26"/>
                  </a:cubicBezTo>
                  <a:cubicBezTo>
                    <a:pt x="50" y="26"/>
                    <a:pt x="50" y="26"/>
                    <a:pt x="49" y="27"/>
                  </a:cubicBezTo>
                  <a:cubicBezTo>
                    <a:pt x="49" y="27"/>
                    <a:pt x="49" y="26"/>
                    <a:pt x="48" y="25"/>
                  </a:cubicBezTo>
                  <a:cubicBezTo>
                    <a:pt x="48" y="25"/>
                    <a:pt x="48" y="25"/>
                    <a:pt x="48" y="24"/>
                  </a:cubicBezTo>
                  <a:cubicBezTo>
                    <a:pt x="47" y="24"/>
                    <a:pt x="47" y="23"/>
                    <a:pt x="47" y="24"/>
                  </a:cubicBezTo>
                  <a:cubicBezTo>
                    <a:pt x="47" y="24"/>
                    <a:pt x="47" y="23"/>
                    <a:pt x="47" y="23"/>
                  </a:cubicBezTo>
                  <a:cubicBezTo>
                    <a:pt x="47" y="23"/>
                    <a:pt x="47" y="23"/>
                    <a:pt x="47" y="23"/>
                  </a:cubicBezTo>
                  <a:cubicBezTo>
                    <a:pt x="47" y="23"/>
                    <a:pt x="46" y="22"/>
                    <a:pt x="46" y="22"/>
                  </a:cubicBezTo>
                  <a:cubicBezTo>
                    <a:pt x="46" y="21"/>
                    <a:pt x="46" y="21"/>
                    <a:pt x="46" y="21"/>
                  </a:cubicBezTo>
                  <a:cubicBezTo>
                    <a:pt x="45" y="20"/>
                    <a:pt x="45" y="19"/>
                    <a:pt x="45" y="18"/>
                  </a:cubicBezTo>
                  <a:cubicBezTo>
                    <a:pt x="45" y="18"/>
                    <a:pt x="45" y="18"/>
                    <a:pt x="45" y="17"/>
                  </a:cubicBezTo>
                  <a:cubicBezTo>
                    <a:pt x="45" y="17"/>
                    <a:pt x="45" y="18"/>
                    <a:pt x="45" y="18"/>
                  </a:cubicBezTo>
                  <a:cubicBezTo>
                    <a:pt x="46" y="18"/>
                    <a:pt x="46" y="17"/>
                    <a:pt x="47" y="17"/>
                  </a:cubicBezTo>
                  <a:cubicBezTo>
                    <a:pt x="47" y="16"/>
                    <a:pt x="46" y="16"/>
                    <a:pt x="46" y="16"/>
                  </a:cubicBezTo>
                  <a:cubicBezTo>
                    <a:pt x="46" y="16"/>
                    <a:pt x="46" y="16"/>
                    <a:pt x="46" y="15"/>
                  </a:cubicBezTo>
                  <a:cubicBezTo>
                    <a:pt x="46" y="15"/>
                    <a:pt x="47" y="15"/>
                    <a:pt x="47" y="15"/>
                  </a:cubicBezTo>
                  <a:cubicBezTo>
                    <a:pt x="47" y="15"/>
                    <a:pt x="47" y="14"/>
                    <a:pt x="48" y="14"/>
                  </a:cubicBezTo>
                  <a:cubicBezTo>
                    <a:pt x="48" y="14"/>
                    <a:pt x="48" y="14"/>
                    <a:pt x="48" y="14"/>
                  </a:cubicBezTo>
                  <a:cubicBezTo>
                    <a:pt x="48" y="15"/>
                    <a:pt x="48" y="15"/>
                    <a:pt x="49" y="15"/>
                  </a:cubicBezTo>
                  <a:cubicBezTo>
                    <a:pt x="49" y="15"/>
                    <a:pt x="49" y="16"/>
                    <a:pt x="49" y="16"/>
                  </a:cubicBezTo>
                  <a:cubicBezTo>
                    <a:pt x="49" y="16"/>
                    <a:pt x="50" y="16"/>
                    <a:pt x="50" y="16"/>
                  </a:cubicBezTo>
                  <a:cubicBezTo>
                    <a:pt x="50" y="16"/>
                    <a:pt x="50" y="16"/>
                    <a:pt x="49" y="16"/>
                  </a:cubicBezTo>
                  <a:cubicBezTo>
                    <a:pt x="49" y="15"/>
                    <a:pt x="50" y="16"/>
                    <a:pt x="51" y="16"/>
                  </a:cubicBezTo>
                  <a:cubicBezTo>
                    <a:pt x="51" y="16"/>
                    <a:pt x="51" y="17"/>
                    <a:pt x="51" y="17"/>
                  </a:cubicBezTo>
                  <a:cubicBezTo>
                    <a:pt x="51" y="17"/>
                    <a:pt x="51" y="16"/>
                    <a:pt x="50" y="16"/>
                  </a:cubicBezTo>
                  <a:cubicBezTo>
                    <a:pt x="50" y="15"/>
                    <a:pt x="49" y="16"/>
                    <a:pt x="49" y="15"/>
                  </a:cubicBezTo>
                  <a:cubicBezTo>
                    <a:pt x="49" y="15"/>
                    <a:pt x="48" y="12"/>
                    <a:pt x="48" y="12"/>
                  </a:cubicBezTo>
                  <a:cubicBezTo>
                    <a:pt x="48" y="13"/>
                    <a:pt x="48" y="13"/>
                    <a:pt x="48" y="13"/>
                  </a:cubicBezTo>
                  <a:cubicBezTo>
                    <a:pt x="48" y="13"/>
                    <a:pt x="48" y="14"/>
                    <a:pt x="48" y="14"/>
                  </a:cubicBezTo>
                  <a:cubicBezTo>
                    <a:pt x="48" y="14"/>
                    <a:pt x="48" y="13"/>
                    <a:pt x="48" y="13"/>
                  </a:cubicBezTo>
                  <a:cubicBezTo>
                    <a:pt x="47" y="13"/>
                    <a:pt x="47" y="14"/>
                    <a:pt x="47" y="14"/>
                  </a:cubicBezTo>
                  <a:cubicBezTo>
                    <a:pt x="46" y="14"/>
                    <a:pt x="47" y="14"/>
                    <a:pt x="47" y="14"/>
                  </a:cubicBezTo>
                  <a:cubicBezTo>
                    <a:pt x="47" y="13"/>
                    <a:pt x="47" y="13"/>
                    <a:pt x="47" y="12"/>
                  </a:cubicBezTo>
                  <a:cubicBezTo>
                    <a:pt x="47" y="13"/>
                    <a:pt x="47" y="13"/>
                    <a:pt x="47" y="13"/>
                  </a:cubicBezTo>
                  <a:cubicBezTo>
                    <a:pt x="47" y="14"/>
                    <a:pt x="47" y="13"/>
                    <a:pt x="47" y="13"/>
                  </a:cubicBezTo>
                  <a:cubicBezTo>
                    <a:pt x="47" y="13"/>
                    <a:pt x="46" y="14"/>
                    <a:pt x="46" y="13"/>
                  </a:cubicBezTo>
                  <a:cubicBezTo>
                    <a:pt x="46" y="14"/>
                    <a:pt x="45" y="14"/>
                    <a:pt x="45" y="13"/>
                  </a:cubicBezTo>
                  <a:cubicBezTo>
                    <a:pt x="45" y="13"/>
                    <a:pt x="45" y="13"/>
                    <a:pt x="45" y="12"/>
                  </a:cubicBezTo>
                  <a:cubicBezTo>
                    <a:pt x="45" y="13"/>
                    <a:pt x="46" y="14"/>
                    <a:pt x="45" y="14"/>
                  </a:cubicBezTo>
                  <a:cubicBezTo>
                    <a:pt x="45" y="15"/>
                    <a:pt x="45" y="14"/>
                    <a:pt x="45" y="13"/>
                  </a:cubicBezTo>
                  <a:cubicBezTo>
                    <a:pt x="45" y="14"/>
                    <a:pt x="44" y="12"/>
                    <a:pt x="44" y="12"/>
                  </a:cubicBezTo>
                  <a:cubicBezTo>
                    <a:pt x="44" y="12"/>
                    <a:pt x="45" y="12"/>
                    <a:pt x="44" y="11"/>
                  </a:cubicBezTo>
                  <a:cubicBezTo>
                    <a:pt x="44" y="11"/>
                    <a:pt x="44" y="11"/>
                    <a:pt x="43" y="11"/>
                  </a:cubicBezTo>
                  <a:cubicBezTo>
                    <a:pt x="43" y="11"/>
                    <a:pt x="44" y="10"/>
                    <a:pt x="43" y="10"/>
                  </a:cubicBezTo>
                  <a:cubicBezTo>
                    <a:pt x="43" y="10"/>
                    <a:pt x="43" y="11"/>
                    <a:pt x="43" y="11"/>
                  </a:cubicBezTo>
                  <a:cubicBezTo>
                    <a:pt x="43" y="11"/>
                    <a:pt x="43" y="10"/>
                    <a:pt x="43" y="10"/>
                  </a:cubicBezTo>
                  <a:cubicBezTo>
                    <a:pt x="42" y="10"/>
                    <a:pt x="42" y="9"/>
                    <a:pt x="42" y="9"/>
                  </a:cubicBezTo>
                  <a:cubicBezTo>
                    <a:pt x="42" y="9"/>
                    <a:pt x="41" y="10"/>
                    <a:pt x="41" y="9"/>
                  </a:cubicBezTo>
                  <a:cubicBezTo>
                    <a:pt x="41" y="9"/>
                    <a:pt x="41" y="8"/>
                    <a:pt x="40" y="8"/>
                  </a:cubicBezTo>
                  <a:cubicBezTo>
                    <a:pt x="40" y="8"/>
                    <a:pt x="39" y="8"/>
                    <a:pt x="39" y="8"/>
                  </a:cubicBezTo>
                  <a:cubicBezTo>
                    <a:pt x="39" y="7"/>
                    <a:pt x="39" y="7"/>
                    <a:pt x="39" y="7"/>
                  </a:cubicBezTo>
                  <a:cubicBezTo>
                    <a:pt x="39" y="7"/>
                    <a:pt x="39" y="7"/>
                    <a:pt x="39" y="7"/>
                  </a:cubicBezTo>
                  <a:cubicBezTo>
                    <a:pt x="39" y="7"/>
                    <a:pt x="38" y="8"/>
                    <a:pt x="38" y="7"/>
                  </a:cubicBezTo>
                  <a:cubicBezTo>
                    <a:pt x="38" y="7"/>
                    <a:pt x="34" y="7"/>
                    <a:pt x="35" y="8"/>
                  </a:cubicBezTo>
                  <a:cubicBezTo>
                    <a:pt x="35" y="8"/>
                    <a:pt x="34" y="8"/>
                    <a:pt x="34" y="8"/>
                  </a:cubicBezTo>
                  <a:cubicBezTo>
                    <a:pt x="34" y="8"/>
                    <a:pt x="35" y="9"/>
                    <a:pt x="34" y="9"/>
                  </a:cubicBezTo>
                  <a:cubicBezTo>
                    <a:pt x="34" y="9"/>
                    <a:pt x="33" y="9"/>
                    <a:pt x="33" y="9"/>
                  </a:cubicBezTo>
                  <a:cubicBezTo>
                    <a:pt x="33" y="9"/>
                    <a:pt x="32" y="10"/>
                    <a:pt x="32" y="10"/>
                  </a:cubicBezTo>
                  <a:cubicBezTo>
                    <a:pt x="33" y="11"/>
                    <a:pt x="32" y="11"/>
                    <a:pt x="32" y="11"/>
                  </a:cubicBezTo>
                  <a:cubicBezTo>
                    <a:pt x="32" y="12"/>
                    <a:pt x="32" y="12"/>
                    <a:pt x="33" y="11"/>
                  </a:cubicBezTo>
                  <a:cubicBezTo>
                    <a:pt x="32" y="12"/>
                    <a:pt x="31" y="12"/>
                    <a:pt x="30" y="13"/>
                  </a:cubicBezTo>
                  <a:cubicBezTo>
                    <a:pt x="30" y="14"/>
                    <a:pt x="30" y="14"/>
                    <a:pt x="29" y="14"/>
                  </a:cubicBezTo>
                  <a:cubicBezTo>
                    <a:pt x="29" y="14"/>
                    <a:pt x="26" y="16"/>
                    <a:pt x="26" y="15"/>
                  </a:cubicBezTo>
                  <a:cubicBezTo>
                    <a:pt x="26" y="16"/>
                    <a:pt x="24" y="17"/>
                    <a:pt x="25" y="18"/>
                  </a:cubicBezTo>
                  <a:cubicBezTo>
                    <a:pt x="26" y="19"/>
                    <a:pt x="26" y="18"/>
                    <a:pt x="26" y="19"/>
                  </a:cubicBezTo>
                  <a:cubicBezTo>
                    <a:pt x="26" y="20"/>
                    <a:pt x="27" y="20"/>
                    <a:pt x="28" y="21"/>
                  </a:cubicBezTo>
                  <a:cubicBezTo>
                    <a:pt x="28" y="21"/>
                    <a:pt x="28" y="21"/>
                    <a:pt x="29" y="22"/>
                  </a:cubicBezTo>
                  <a:cubicBezTo>
                    <a:pt x="29" y="22"/>
                    <a:pt x="29" y="23"/>
                    <a:pt x="29" y="24"/>
                  </a:cubicBezTo>
                  <a:cubicBezTo>
                    <a:pt x="29" y="25"/>
                    <a:pt x="27" y="24"/>
                    <a:pt x="26" y="25"/>
                  </a:cubicBezTo>
                  <a:cubicBezTo>
                    <a:pt x="26" y="25"/>
                    <a:pt x="26" y="25"/>
                    <a:pt x="27" y="25"/>
                  </a:cubicBezTo>
                  <a:cubicBezTo>
                    <a:pt x="26" y="25"/>
                    <a:pt x="26" y="25"/>
                    <a:pt x="26" y="25"/>
                  </a:cubicBezTo>
                  <a:cubicBezTo>
                    <a:pt x="25" y="25"/>
                    <a:pt x="26" y="26"/>
                    <a:pt x="26" y="26"/>
                  </a:cubicBezTo>
                  <a:cubicBezTo>
                    <a:pt x="25" y="26"/>
                    <a:pt x="25" y="27"/>
                    <a:pt x="24" y="27"/>
                  </a:cubicBezTo>
                  <a:cubicBezTo>
                    <a:pt x="23" y="27"/>
                    <a:pt x="21" y="28"/>
                    <a:pt x="20" y="27"/>
                  </a:cubicBezTo>
                  <a:cubicBezTo>
                    <a:pt x="20" y="26"/>
                    <a:pt x="20" y="26"/>
                    <a:pt x="20" y="26"/>
                  </a:cubicBezTo>
                  <a:cubicBezTo>
                    <a:pt x="20" y="26"/>
                    <a:pt x="20" y="26"/>
                    <a:pt x="20" y="26"/>
                  </a:cubicBezTo>
                  <a:cubicBezTo>
                    <a:pt x="21" y="25"/>
                    <a:pt x="20" y="25"/>
                    <a:pt x="20" y="25"/>
                  </a:cubicBezTo>
                  <a:cubicBezTo>
                    <a:pt x="20" y="24"/>
                    <a:pt x="20" y="24"/>
                    <a:pt x="20" y="24"/>
                  </a:cubicBezTo>
                  <a:cubicBezTo>
                    <a:pt x="20" y="24"/>
                    <a:pt x="20" y="23"/>
                    <a:pt x="20" y="23"/>
                  </a:cubicBezTo>
                  <a:cubicBezTo>
                    <a:pt x="20" y="23"/>
                    <a:pt x="19" y="22"/>
                    <a:pt x="20" y="22"/>
                  </a:cubicBezTo>
                  <a:cubicBezTo>
                    <a:pt x="20" y="22"/>
                    <a:pt x="19" y="21"/>
                    <a:pt x="19" y="21"/>
                  </a:cubicBezTo>
                  <a:cubicBezTo>
                    <a:pt x="18" y="21"/>
                    <a:pt x="19" y="20"/>
                    <a:pt x="20" y="20"/>
                  </a:cubicBezTo>
                  <a:cubicBezTo>
                    <a:pt x="19" y="20"/>
                    <a:pt x="19" y="20"/>
                    <a:pt x="19" y="19"/>
                  </a:cubicBezTo>
                  <a:cubicBezTo>
                    <a:pt x="19" y="20"/>
                    <a:pt x="19" y="20"/>
                    <a:pt x="19" y="20"/>
                  </a:cubicBezTo>
                  <a:cubicBezTo>
                    <a:pt x="19" y="20"/>
                    <a:pt x="19" y="20"/>
                    <a:pt x="19" y="20"/>
                  </a:cubicBezTo>
                  <a:cubicBezTo>
                    <a:pt x="18" y="20"/>
                    <a:pt x="18" y="20"/>
                    <a:pt x="18" y="19"/>
                  </a:cubicBezTo>
                  <a:cubicBezTo>
                    <a:pt x="18" y="20"/>
                    <a:pt x="18" y="20"/>
                    <a:pt x="18" y="21"/>
                  </a:cubicBezTo>
                  <a:cubicBezTo>
                    <a:pt x="18" y="21"/>
                    <a:pt x="18" y="21"/>
                    <a:pt x="18" y="21"/>
                  </a:cubicBezTo>
                  <a:cubicBezTo>
                    <a:pt x="18" y="21"/>
                    <a:pt x="17" y="21"/>
                    <a:pt x="17" y="21"/>
                  </a:cubicBezTo>
                  <a:cubicBezTo>
                    <a:pt x="17" y="21"/>
                    <a:pt x="18" y="21"/>
                    <a:pt x="17" y="21"/>
                  </a:cubicBezTo>
                  <a:cubicBezTo>
                    <a:pt x="18" y="22"/>
                    <a:pt x="18" y="22"/>
                    <a:pt x="18" y="22"/>
                  </a:cubicBezTo>
                  <a:cubicBezTo>
                    <a:pt x="17" y="23"/>
                    <a:pt x="17" y="22"/>
                    <a:pt x="17" y="22"/>
                  </a:cubicBezTo>
                  <a:cubicBezTo>
                    <a:pt x="17" y="22"/>
                    <a:pt x="16" y="22"/>
                    <a:pt x="15" y="22"/>
                  </a:cubicBezTo>
                  <a:cubicBezTo>
                    <a:pt x="15" y="22"/>
                    <a:pt x="15" y="21"/>
                    <a:pt x="15" y="21"/>
                  </a:cubicBezTo>
                  <a:cubicBezTo>
                    <a:pt x="15" y="21"/>
                    <a:pt x="15" y="21"/>
                    <a:pt x="15" y="21"/>
                  </a:cubicBezTo>
                  <a:cubicBezTo>
                    <a:pt x="14" y="21"/>
                    <a:pt x="14" y="21"/>
                    <a:pt x="14" y="21"/>
                  </a:cubicBezTo>
                  <a:cubicBezTo>
                    <a:pt x="14" y="20"/>
                    <a:pt x="14" y="20"/>
                    <a:pt x="14" y="20"/>
                  </a:cubicBezTo>
                  <a:cubicBezTo>
                    <a:pt x="14" y="19"/>
                    <a:pt x="14" y="19"/>
                    <a:pt x="14" y="19"/>
                  </a:cubicBezTo>
                  <a:cubicBezTo>
                    <a:pt x="14" y="19"/>
                    <a:pt x="14" y="19"/>
                    <a:pt x="14" y="19"/>
                  </a:cubicBezTo>
                  <a:cubicBezTo>
                    <a:pt x="13" y="19"/>
                    <a:pt x="13" y="18"/>
                    <a:pt x="13" y="18"/>
                  </a:cubicBezTo>
                  <a:cubicBezTo>
                    <a:pt x="13" y="18"/>
                    <a:pt x="13" y="18"/>
                    <a:pt x="13" y="18"/>
                  </a:cubicBezTo>
                  <a:cubicBezTo>
                    <a:pt x="13" y="18"/>
                    <a:pt x="13" y="18"/>
                    <a:pt x="13" y="18"/>
                  </a:cubicBezTo>
                  <a:cubicBezTo>
                    <a:pt x="13" y="17"/>
                    <a:pt x="13" y="17"/>
                    <a:pt x="13" y="16"/>
                  </a:cubicBezTo>
                  <a:cubicBezTo>
                    <a:pt x="12" y="17"/>
                    <a:pt x="13" y="17"/>
                    <a:pt x="12" y="17"/>
                  </a:cubicBezTo>
                  <a:cubicBezTo>
                    <a:pt x="11" y="17"/>
                    <a:pt x="10" y="16"/>
                    <a:pt x="11" y="16"/>
                  </a:cubicBezTo>
                  <a:cubicBezTo>
                    <a:pt x="10" y="16"/>
                    <a:pt x="10" y="16"/>
                    <a:pt x="9" y="16"/>
                  </a:cubicBezTo>
                  <a:cubicBezTo>
                    <a:pt x="9" y="16"/>
                    <a:pt x="9" y="17"/>
                    <a:pt x="9" y="17"/>
                  </a:cubicBezTo>
                  <a:cubicBezTo>
                    <a:pt x="9" y="16"/>
                    <a:pt x="9" y="16"/>
                    <a:pt x="8" y="16"/>
                  </a:cubicBezTo>
                  <a:cubicBezTo>
                    <a:pt x="8" y="16"/>
                    <a:pt x="8" y="15"/>
                    <a:pt x="9" y="15"/>
                  </a:cubicBezTo>
                  <a:cubicBezTo>
                    <a:pt x="8" y="15"/>
                    <a:pt x="7" y="15"/>
                    <a:pt x="8" y="15"/>
                  </a:cubicBezTo>
                  <a:cubicBezTo>
                    <a:pt x="7" y="15"/>
                    <a:pt x="7" y="15"/>
                    <a:pt x="6" y="15"/>
                  </a:cubicBezTo>
                  <a:cubicBezTo>
                    <a:pt x="6" y="15"/>
                    <a:pt x="6" y="15"/>
                    <a:pt x="6" y="14"/>
                  </a:cubicBezTo>
                  <a:cubicBezTo>
                    <a:pt x="6" y="15"/>
                    <a:pt x="6" y="15"/>
                    <a:pt x="6" y="15"/>
                  </a:cubicBezTo>
                  <a:cubicBezTo>
                    <a:pt x="6" y="15"/>
                    <a:pt x="6" y="15"/>
                    <a:pt x="6" y="15"/>
                  </a:cubicBezTo>
                  <a:cubicBezTo>
                    <a:pt x="6" y="15"/>
                    <a:pt x="5" y="15"/>
                    <a:pt x="5" y="15"/>
                  </a:cubicBezTo>
                  <a:cubicBezTo>
                    <a:pt x="5" y="15"/>
                    <a:pt x="4" y="15"/>
                    <a:pt x="4" y="15"/>
                  </a:cubicBezTo>
                  <a:cubicBezTo>
                    <a:pt x="3" y="15"/>
                    <a:pt x="3" y="15"/>
                    <a:pt x="2" y="15"/>
                  </a:cubicBezTo>
                  <a:cubicBezTo>
                    <a:pt x="2" y="16"/>
                    <a:pt x="2" y="17"/>
                    <a:pt x="2" y="18"/>
                  </a:cubicBezTo>
                  <a:cubicBezTo>
                    <a:pt x="2" y="18"/>
                    <a:pt x="2" y="18"/>
                    <a:pt x="2" y="18"/>
                  </a:cubicBezTo>
                  <a:cubicBezTo>
                    <a:pt x="1" y="18"/>
                    <a:pt x="2" y="17"/>
                    <a:pt x="2" y="17"/>
                  </a:cubicBezTo>
                  <a:cubicBezTo>
                    <a:pt x="1" y="16"/>
                    <a:pt x="1" y="16"/>
                    <a:pt x="0" y="15"/>
                  </a:cubicBezTo>
                  <a:cubicBezTo>
                    <a:pt x="0" y="15"/>
                    <a:pt x="1" y="14"/>
                    <a:pt x="2" y="14"/>
                  </a:cubicBezTo>
                  <a:cubicBezTo>
                    <a:pt x="2" y="13"/>
                    <a:pt x="3" y="12"/>
                    <a:pt x="2" y="11"/>
                  </a:cubicBezTo>
                  <a:cubicBezTo>
                    <a:pt x="2" y="11"/>
                    <a:pt x="2" y="11"/>
                    <a:pt x="2" y="10"/>
                  </a:cubicBezTo>
                  <a:cubicBezTo>
                    <a:pt x="2" y="10"/>
                    <a:pt x="2" y="10"/>
                    <a:pt x="2" y="9"/>
                  </a:cubicBezTo>
                  <a:cubicBezTo>
                    <a:pt x="2" y="9"/>
                    <a:pt x="4" y="8"/>
                    <a:pt x="4" y="8"/>
                  </a:cubicBezTo>
                  <a:cubicBezTo>
                    <a:pt x="4" y="8"/>
                    <a:pt x="2" y="6"/>
                    <a:pt x="2" y="7"/>
                  </a:cubicBezTo>
                  <a:cubicBezTo>
                    <a:pt x="2" y="5"/>
                    <a:pt x="2" y="4"/>
                    <a:pt x="2" y="2"/>
                  </a:cubicBezTo>
                  <a:cubicBezTo>
                    <a:pt x="2" y="2"/>
                    <a:pt x="2" y="2"/>
                    <a:pt x="3" y="2"/>
                  </a:cubicBezTo>
                  <a:cubicBezTo>
                    <a:pt x="3" y="2"/>
                    <a:pt x="3" y="1"/>
                    <a:pt x="3" y="1"/>
                  </a:cubicBezTo>
                  <a:cubicBezTo>
                    <a:pt x="3" y="0"/>
                    <a:pt x="4" y="2"/>
                    <a:pt x="5" y="2"/>
                  </a:cubicBezTo>
                  <a:cubicBezTo>
                    <a:pt x="5" y="2"/>
                    <a:pt x="5" y="2"/>
                    <a:pt x="5" y="2"/>
                  </a:cubicBezTo>
                  <a:cubicBezTo>
                    <a:pt x="5" y="1"/>
                    <a:pt x="6" y="2"/>
                    <a:pt x="6" y="1"/>
                  </a:cubicBezTo>
                  <a:cubicBezTo>
                    <a:pt x="6" y="1"/>
                    <a:pt x="7" y="3"/>
                    <a:pt x="8" y="3"/>
                  </a:cubicBezTo>
                  <a:cubicBezTo>
                    <a:pt x="8" y="3"/>
                    <a:pt x="7" y="3"/>
                    <a:pt x="8" y="4"/>
                  </a:cubicBezTo>
                  <a:cubicBezTo>
                    <a:pt x="8" y="4"/>
                    <a:pt x="7" y="4"/>
                    <a:pt x="7" y="4"/>
                  </a:cubicBezTo>
                  <a:cubicBezTo>
                    <a:pt x="7" y="5"/>
                    <a:pt x="8" y="6"/>
                    <a:pt x="8" y="5"/>
                  </a:cubicBezTo>
                  <a:cubicBezTo>
                    <a:pt x="8" y="5"/>
                    <a:pt x="9" y="6"/>
                    <a:pt x="9" y="5"/>
                  </a:cubicBezTo>
                  <a:cubicBezTo>
                    <a:pt x="9" y="5"/>
                    <a:pt x="10" y="5"/>
                    <a:pt x="9" y="6"/>
                  </a:cubicBezTo>
                  <a:cubicBezTo>
                    <a:pt x="9" y="6"/>
                    <a:pt x="9" y="5"/>
                    <a:pt x="9" y="5"/>
                  </a:cubicBezTo>
                  <a:cubicBezTo>
                    <a:pt x="8" y="6"/>
                    <a:pt x="8" y="6"/>
                    <a:pt x="8" y="6"/>
                  </a:cubicBezTo>
                  <a:cubicBezTo>
                    <a:pt x="8" y="6"/>
                    <a:pt x="8" y="7"/>
                    <a:pt x="8" y="7"/>
                  </a:cubicBezTo>
                  <a:cubicBezTo>
                    <a:pt x="8" y="7"/>
                    <a:pt x="8" y="7"/>
                    <a:pt x="8" y="7"/>
                  </a:cubicBezTo>
                  <a:cubicBezTo>
                    <a:pt x="9" y="7"/>
                    <a:pt x="9" y="7"/>
                    <a:pt x="9" y="7"/>
                  </a:cubicBezTo>
                  <a:cubicBezTo>
                    <a:pt x="10" y="8"/>
                    <a:pt x="10" y="8"/>
                    <a:pt x="10" y="8"/>
                  </a:cubicBezTo>
                  <a:cubicBezTo>
                    <a:pt x="10" y="8"/>
                    <a:pt x="11" y="8"/>
                    <a:pt x="11" y="8"/>
                  </a:cubicBezTo>
                  <a:cubicBezTo>
                    <a:pt x="11" y="8"/>
                    <a:pt x="11" y="8"/>
                    <a:pt x="11" y="8"/>
                  </a:cubicBezTo>
                  <a:cubicBezTo>
                    <a:pt x="11" y="8"/>
                    <a:pt x="11" y="8"/>
                    <a:pt x="12" y="8"/>
                  </a:cubicBezTo>
                  <a:cubicBezTo>
                    <a:pt x="12" y="8"/>
                    <a:pt x="13" y="8"/>
                    <a:pt x="13" y="8"/>
                  </a:cubicBezTo>
                  <a:cubicBezTo>
                    <a:pt x="13" y="8"/>
                    <a:pt x="12" y="6"/>
                    <a:pt x="11" y="6"/>
                  </a:cubicBezTo>
                  <a:cubicBezTo>
                    <a:pt x="12" y="6"/>
                    <a:pt x="12" y="6"/>
                    <a:pt x="12" y="6"/>
                  </a:cubicBezTo>
                  <a:cubicBezTo>
                    <a:pt x="12" y="6"/>
                    <a:pt x="12" y="6"/>
                    <a:pt x="12" y="6"/>
                  </a:cubicBezTo>
                  <a:cubicBezTo>
                    <a:pt x="12" y="5"/>
                    <a:pt x="13" y="6"/>
                    <a:pt x="12" y="6"/>
                  </a:cubicBezTo>
                  <a:cubicBezTo>
                    <a:pt x="13" y="6"/>
                    <a:pt x="12" y="7"/>
                    <a:pt x="13" y="7"/>
                  </a:cubicBezTo>
                  <a:cubicBezTo>
                    <a:pt x="13" y="7"/>
                    <a:pt x="13" y="7"/>
                    <a:pt x="14" y="7"/>
                  </a:cubicBezTo>
                  <a:cubicBezTo>
                    <a:pt x="14" y="8"/>
                    <a:pt x="15" y="9"/>
                    <a:pt x="15" y="10"/>
                  </a:cubicBezTo>
                  <a:cubicBezTo>
                    <a:pt x="16" y="10"/>
                    <a:pt x="17" y="10"/>
                    <a:pt x="18" y="10"/>
                  </a:cubicBezTo>
                  <a:cubicBezTo>
                    <a:pt x="19" y="10"/>
                    <a:pt x="20" y="9"/>
                    <a:pt x="21" y="9"/>
                  </a:cubicBezTo>
                  <a:cubicBezTo>
                    <a:pt x="22" y="9"/>
                    <a:pt x="22" y="8"/>
                    <a:pt x="23" y="8"/>
                  </a:cubicBezTo>
                  <a:cubicBezTo>
                    <a:pt x="24" y="7"/>
                    <a:pt x="25" y="6"/>
                    <a:pt x="26" y="6"/>
                  </a:cubicBezTo>
                  <a:cubicBezTo>
                    <a:pt x="27" y="6"/>
                    <a:pt x="28" y="6"/>
                    <a:pt x="29" y="5"/>
                  </a:cubicBezTo>
                  <a:cubicBezTo>
                    <a:pt x="30" y="5"/>
                    <a:pt x="31" y="3"/>
                    <a:pt x="31" y="3"/>
                  </a:cubicBezTo>
                  <a:cubicBezTo>
                    <a:pt x="31" y="3"/>
                    <a:pt x="31" y="4"/>
                    <a:pt x="31" y="4"/>
                  </a:cubicBezTo>
                  <a:cubicBezTo>
                    <a:pt x="31" y="4"/>
                    <a:pt x="31" y="3"/>
                    <a:pt x="32" y="4"/>
                  </a:cubicBezTo>
                  <a:cubicBezTo>
                    <a:pt x="31" y="3"/>
                    <a:pt x="32" y="3"/>
                    <a:pt x="32" y="3"/>
                  </a:cubicBezTo>
                  <a:cubicBezTo>
                    <a:pt x="32" y="3"/>
                    <a:pt x="32" y="3"/>
                    <a:pt x="32" y="3"/>
                  </a:cubicBezTo>
                  <a:cubicBezTo>
                    <a:pt x="33" y="2"/>
                    <a:pt x="33" y="2"/>
                    <a:pt x="34" y="1"/>
                  </a:cubicBezTo>
                  <a:cubicBezTo>
                    <a:pt x="33" y="1"/>
                    <a:pt x="35" y="1"/>
                    <a:pt x="35" y="1"/>
                  </a:cubicBezTo>
                  <a:cubicBezTo>
                    <a:pt x="35" y="0"/>
                    <a:pt x="35" y="1"/>
                    <a:pt x="36" y="1"/>
                  </a:cubicBezTo>
                  <a:cubicBezTo>
                    <a:pt x="36" y="1"/>
                    <a:pt x="37" y="1"/>
                    <a:pt x="38" y="1"/>
                  </a:cubicBezTo>
                  <a:cubicBezTo>
                    <a:pt x="39" y="2"/>
                    <a:pt x="40" y="1"/>
                    <a:pt x="40" y="1"/>
                  </a:cubicBezTo>
                  <a:cubicBezTo>
                    <a:pt x="40" y="2"/>
                    <a:pt x="39" y="2"/>
                    <a:pt x="39" y="2"/>
                  </a:cubicBezTo>
                  <a:cubicBezTo>
                    <a:pt x="39" y="3"/>
                    <a:pt x="40" y="3"/>
                    <a:pt x="40" y="2"/>
                  </a:cubicBezTo>
                  <a:cubicBezTo>
                    <a:pt x="41" y="2"/>
                    <a:pt x="41" y="3"/>
                    <a:pt x="42" y="3"/>
                  </a:cubicBezTo>
                  <a:cubicBezTo>
                    <a:pt x="42" y="3"/>
                    <a:pt x="42" y="3"/>
                    <a:pt x="43" y="3"/>
                  </a:cubicBezTo>
                  <a:cubicBezTo>
                    <a:pt x="43" y="3"/>
                    <a:pt x="43" y="3"/>
                    <a:pt x="44" y="3"/>
                  </a:cubicBezTo>
                  <a:cubicBezTo>
                    <a:pt x="47" y="2"/>
                    <a:pt x="46" y="4"/>
                    <a:pt x="48" y="4"/>
                  </a:cubicBezTo>
                  <a:cubicBezTo>
                    <a:pt x="49" y="4"/>
                    <a:pt x="49" y="5"/>
                    <a:pt x="49" y="5"/>
                  </a:cubicBezTo>
                  <a:cubicBezTo>
                    <a:pt x="50" y="6"/>
                    <a:pt x="50" y="6"/>
                    <a:pt x="51" y="7"/>
                  </a:cubicBezTo>
                  <a:cubicBezTo>
                    <a:pt x="51" y="7"/>
                    <a:pt x="51" y="6"/>
                    <a:pt x="51" y="6"/>
                  </a:cubicBezTo>
                  <a:cubicBezTo>
                    <a:pt x="51" y="7"/>
                    <a:pt x="52" y="7"/>
                    <a:pt x="52" y="8"/>
                  </a:cubicBezTo>
                  <a:cubicBezTo>
                    <a:pt x="52" y="9"/>
                    <a:pt x="52" y="9"/>
                    <a:pt x="53" y="9"/>
                  </a:cubicBezTo>
                  <a:cubicBezTo>
                    <a:pt x="53" y="9"/>
                    <a:pt x="53" y="9"/>
                    <a:pt x="53" y="9"/>
                  </a:cubicBezTo>
                  <a:cubicBezTo>
                    <a:pt x="53" y="9"/>
                    <a:pt x="54" y="10"/>
                    <a:pt x="54" y="10"/>
                  </a:cubicBezTo>
                  <a:cubicBezTo>
                    <a:pt x="53" y="11"/>
                    <a:pt x="55" y="11"/>
                    <a:pt x="55" y="11"/>
                  </a:cubicBezTo>
                  <a:cubicBezTo>
                    <a:pt x="55" y="11"/>
                    <a:pt x="55" y="11"/>
                    <a:pt x="55" y="11"/>
                  </a:cubicBezTo>
                  <a:cubicBezTo>
                    <a:pt x="55" y="12"/>
                    <a:pt x="55" y="12"/>
                    <a:pt x="54" y="12"/>
                  </a:cubicBezTo>
                  <a:cubicBezTo>
                    <a:pt x="54" y="13"/>
                    <a:pt x="54" y="13"/>
                    <a:pt x="54" y="13"/>
                  </a:cubicBezTo>
                  <a:cubicBezTo>
                    <a:pt x="55" y="13"/>
                    <a:pt x="55" y="14"/>
                    <a:pt x="55" y="14"/>
                  </a:cubicBezTo>
                  <a:cubicBezTo>
                    <a:pt x="55" y="14"/>
                    <a:pt x="55" y="15"/>
                    <a:pt x="55" y="15"/>
                  </a:cubicBezTo>
                  <a:cubicBezTo>
                    <a:pt x="56" y="15"/>
                    <a:pt x="56" y="16"/>
                    <a:pt x="56" y="16"/>
                  </a:cubicBezTo>
                  <a:cubicBezTo>
                    <a:pt x="56" y="17"/>
                    <a:pt x="57" y="19"/>
                    <a:pt x="57" y="19"/>
                  </a:cubicBezTo>
                  <a:cubicBezTo>
                    <a:pt x="56" y="19"/>
                    <a:pt x="56" y="19"/>
                    <a:pt x="55" y="20"/>
                  </a:cubicBezTo>
                  <a:close/>
                  <a:moveTo>
                    <a:pt x="39" y="6"/>
                  </a:moveTo>
                  <a:cubicBezTo>
                    <a:pt x="39" y="6"/>
                    <a:pt x="39" y="6"/>
                    <a:pt x="39" y="6"/>
                  </a:cubicBezTo>
                  <a:cubicBezTo>
                    <a:pt x="39" y="6"/>
                    <a:pt x="39" y="6"/>
                    <a:pt x="39" y="6"/>
                  </a:cubicBezTo>
                  <a:cubicBezTo>
                    <a:pt x="39" y="6"/>
                    <a:pt x="39" y="6"/>
                    <a:pt x="39" y="6"/>
                  </a:cubicBezTo>
                  <a:close/>
                  <a:moveTo>
                    <a:pt x="40" y="6"/>
                  </a:moveTo>
                  <a:cubicBezTo>
                    <a:pt x="40" y="6"/>
                    <a:pt x="40" y="6"/>
                    <a:pt x="40" y="6"/>
                  </a:cubicBezTo>
                  <a:cubicBezTo>
                    <a:pt x="40" y="6"/>
                    <a:pt x="40" y="6"/>
                    <a:pt x="40" y="6"/>
                  </a:cubicBezTo>
                  <a:close/>
                  <a:moveTo>
                    <a:pt x="38" y="15"/>
                  </a:moveTo>
                  <a:cubicBezTo>
                    <a:pt x="38" y="15"/>
                    <a:pt x="38" y="16"/>
                    <a:pt x="38" y="16"/>
                  </a:cubicBezTo>
                  <a:cubicBezTo>
                    <a:pt x="38" y="16"/>
                    <a:pt x="38" y="16"/>
                    <a:pt x="39" y="16"/>
                  </a:cubicBezTo>
                  <a:cubicBezTo>
                    <a:pt x="39" y="15"/>
                    <a:pt x="38" y="15"/>
                    <a:pt x="38" y="15"/>
                  </a:cubicBezTo>
                  <a:close/>
                  <a:moveTo>
                    <a:pt x="17" y="24"/>
                  </a:moveTo>
                  <a:cubicBezTo>
                    <a:pt x="17" y="24"/>
                    <a:pt x="18" y="24"/>
                    <a:pt x="18" y="24"/>
                  </a:cubicBezTo>
                  <a:cubicBezTo>
                    <a:pt x="18" y="24"/>
                    <a:pt x="18" y="23"/>
                    <a:pt x="18" y="23"/>
                  </a:cubicBezTo>
                  <a:cubicBezTo>
                    <a:pt x="18" y="23"/>
                    <a:pt x="20" y="24"/>
                    <a:pt x="19" y="23"/>
                  </a:cubicBezTo>
                  <a:cubicBezTo>
                    <a:pt x="19" y="23"/>
                    <a:pt x="17" y="24"/>
                    <a:pt x="17" y="24"/>
                  </a:cubicBezTo>
                  <a:close/>
                  <a:moveTo>
                    <a:pt x="41" y="13"/>
                  </a:moveTo>
                  <a:cubicBezTo>
                    <a:pt x="39" y="13"/>
                    <a:pt x="40" y="14"/>
                    <a:pt x="40" y="15"/>
                  </a:cubicBezTo>
                  <a:cubicBezTo>
                    <a:pt x="40" y="15"/>
                    <a:pt x="40" y="15"/>
                    <a:pt x="40" y="15"/>
                  </a:cubicBezTo>
                  <a:cubicBezTo>
                    <a:pt x="40" y="15"/>
                    <a:pt x="40" y="16"/>
                    <a:pt x="40" y="16"/>
                  </a:cubicBezTo>
                  <a:cubicBezTo>
                    <a:pt x="40" y="16"/>
                    <a:pt x="40" y="15"/>
                    <a:pt x="40" y="15"/>
                  </a:cubicBezTo>
                  <a:cubicBezTo>
                    <a:pt x="41" y="15"/>
                    <a:pt x="41" y="14"/>
                    <a:pt x="41" y="14"/>
                  </a:cubicBezTo>
                  <a:cubicBezTo>
                    <a:pt x="41" y="14"/>
                    <a:pt x="41" y="13"/>
                    <a:pt x="41" y="13"/>
                  </a:cubicBezTo>
                  <a:close/>
                  <a:moveTo>
                    <a:pt x="38" y="14"/>
                  </a:moveTo>
                  <a:cubicBezTo>
                    <a:pt x="38" y="14"/>
                    <a:pt x="38" y="14"/>
                    <a:pt x="39" y="14"/>
                  </a:cubicBezTo>
                  <a:cubicBezTo>
                    <a:pt x="39" y="14"/>
                    <a:pt x="39" y="14"/>
                    <a:pt x="38" y="14"/>
                  </a:cubicBezTo>
                  <a:close/>
                  <a:moveTo>
                    <a:pt x="10" y="4"/>
                  </a:moveTo>
                  <a:cubicBezTo>
                    <a:pt x="10" y="4"/>
                    <a:pt x="9" y="3"/>
                    <a:pt x="9" y="3"/>
                  </a:cubicBezTo>
                  <a:cubicBezTo>
                    <a:pt x="9" y="4"/>
                    <a:pt x="9" y="4"/>
                    <a:pt x="9" y="4"/>
                  </a:cubicBezTo>
                  <a:cubicBezTo>
                    <a:pt x="9" y="5"/>
                    <a:pt x="10" y="4"/>
                    <a:pt x="10" y="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02" name="Palestinian Authority">
              <a:extLst>
                <a:ext uri="{FF2B5EF4-FFF2-40B4-BE49-F238E27FC236}">
                  <a16:creationId xmlns:a16="http://schemas.microsoft.com/office/drawing/2014/main" id="{8407B34D-0F3E-9318-E5F2-54888CA42BCA}"/>
                </a:ext>
              </a:extLst>
            </p:cNvPr>
            <p:cNvSpPr>
              <a:spLocks noEditPoints="1"/>
            </p:cNvSpPr>
            <p:nvPr/>
          </p:nvSpPr>
          <p:spPr bwMode="auto">
            <a:xfrm>
              <a:off x="6833674" y="2757394"/>
              <a:ext cx="46068" cy="70572"/>
            </a:xfrm>
            <a:custGeom>
              <a:avLst/>
              <a:gdLst/>
              <a:ahLst/>
              <a:cxnLst>
                <a:cxn ang="0">
                  <a:pos x="12" y="13"/>
                </a:cxn>
                <a:cxn ang="0">
                  <a:pos x="12" y="11"/>
                </a:cxn>
                <a:cxn ang="0">
                  <a:pos x="12" y="9"/>
                </a:cxn>
                <a:cxn ang="0">
                  <a:pos x="12" y="8"/>
                </a:cxn>
                <a:cxn ang="0">
                  <a:pos x="12" y="8"/>
                </a:cxn>
                <a:cxn ang="0">
                  <a:pos x="11" y="7"/>
                </a:cxn>
                <a:cxn ang="0">
                  <a:pos x="10" y="6"/>
                </a:cxn>
                <a:cxn ang="0">
                  <a:pos x="10" y="6"/>
                </a:cxn>
                <a:cxn ang="0">
                  <a:pos x="9" y="6"/>
                </a:cxn>
                <a:cxn ang="0">
                  <a:pos x="8" y="6"/>
                </a:cxn>
                <a:cxn ang="0">
                  <a:pos x="7" y="7"/>
                </a:cxn>
                <a:cxn ang="0">
                  <a:pos x="7" y="8"/>
                </a:cxn>
                <a:cxn ang="0">
                  <a:pos x="6" y="9"/>
                </a:cxn>
                <a:cxn ang="0">
                  <a:pos x="7" y="11"/>
                </a:cxn>
                <a:cxn ang="0">
                  <a:pos x="7" y="12"/>
                </a:cxn>
                <a:cxn ang="0">
                  <a:pos x="7" y="13"/>
                </a:cxn>
                <a:cxn ang="0">
                  <a:pos x="7" y="13"/>
                </a:cxn>
                <a:cxn ang="0">
                  <a:pos x="7" y="14"/>
                </a:cxn>
                <a:cxn ang="0">
                  <a:pos x="8" y="13"/>
                </a:cxn>
                <a:cxn ang="0">
                  <a:pos x="7" y="13"/>
                </a:cxn>
                <a:cxn ang="0">
                  <a:pos x="8" y="13"/>
                </a:cxn>
                <a:cxn ang="0">
                  <a:pos x="9" y="14"/>
                </a:cxn>
                <a:cxn ang="0">
                  <a:pos x="9" y="14"/>
                </a:cxn>
                <a:cxn ang="0">
                  <a:pos x="7" y="15"/>
                </a:cxn>
                <a:cxn ang="0">
                  <a:pos x="7" y="17"/>
                </a:cxn>
                <a:cxn ang="0">
                  <a:pos x="7" y="19"/>
                </a:cxn>
                <a:cxn ang="0">
                  <a:pos x="8" y="19"/>
                </a:cxn>
                <a:cxn ang="0">
                  <a:pos x="9" y="18"/>
                </a:cxn>
                <a:cxn ang="0">
                  <a:pos x="12" y="17"/>
                </a:cxn>
                <a:cxn ang="0">
                  <a:pos x="12" y="13"/>
                </a:cxn>
                <a:cxn ang="0">
                  <a:pos x="9" y="14"/>
                </a:cxn>
                <a:cxn ang="0">
                  <a:pos x="9" y="14"/>
                </a:cxn>
                <a:cxn ang="0">
                  <a:pos x="9" y="14"/>
                </a:cxn>
                <a:cxn ang="0">
                  <a:pos x="12" y="2"/>
                </a:cxn>
                <a:cxn ang="0">
                  <a:pos x="12" y="1"/>
                </a:cxn>
                <a:cxn ang="0">
                  <a:pos x="12" y="0"/>
                </a:cxn>
                <a:cxn ang="0">
                  <a:pos x="12" y="0"/>
                </a:cxn>
                <a:cxn ang="0">
                  <a:pos x="12" y="2"/>
                </a:cxn>
                <a:cxn ang="0">
                  <a:pos x="13" y="4"/>
                </a:cxn>
                <a:cxn ang="0">
                  <a:pos x="12" y="3"/>
                </a:cxn>
                <a:cxn ang="0">
                  <a:pos x="13" y="4"/>
                </a:cxn>
                <a:cxn ang="0">
                  <a:pos x="12" y="3"/>
                </a:cxn>
                <a:cxn ang="0">
                  <a:pos x="12" y="3"/>
                </a:cxn>
                <a:cxn ang="0">
                  <a:pos x="12" y="3"/>
                </a:cxn>
                <a:cxn ang="0">
                  <a:pos x="3" y="17"/>
                </a:cxn>
                <a:cxn ang="0">
                  <a:pos x="2" y="18"/>
                </a:cxn>
                <a:cxn ang="0">
                  <a:pos x="2" y="18"/>
                </a:cxn>
                <a:cxn ang="0">
                  <a:pos x="1" y="19"/>
                </a:cxn>
                <a:cxn ang="0">
                  <a:pos x="1" y="20"/>
                </a:cxn>
                <a:cxn ang="0">
                  <a:pos x="0" y="19"/>
                </a:cxn>
                <a:cxn ang="0">
                  <a:pos x="0" y="19"/>
                </a:cxn>
                <a:cxn ang="0">
                  <a:pos x="1" y="18"/>
                </a:cxn>
                <a:cxn ang="0">
                  <a:pos x="1" y="18"/>
                </a:cxn>
                <a:cxn ang="0">
                  <a:pos x="2" y="16"/>
                </a:cxn>
                <a:cxn ang="0">
                  <a:pos x="3" y="17"/>
                </a:cxn>
              </a:cxnLst>
              <a:rect l="0" t="0" r="r" b="b"/>
              <a:pathLst>
                <a:path w="13" h="20">
                  <a:moveTo>
                    <a:pt x="12" y="13"/>
                  </a:moveTo>
                  <a:cubicBezTo>
                    <a:pt x="12" y="12"/>
                    <a:pt x="12" y="12"/>
                    <a:pt x="12" y="11"/>
                  </a:cubicBezTo>
                  <a:cubicBezTo>
                    <a:pt x="12" y="11"/>
                    <a:pt x="12" y="10"/>
                    <a:pt x="12" y="9"/>
                  </a:cubicBezTo>
                  <a:cubicBezTo>
                    <a:pt x="12" y="9"/>
                    <a:pt x="12" y="8"/>
                    <a:pt x="12" y="8"/>
                  </a:cubicBezTo>
                  <a:cubicBezTo>
                    <a:pt x="12" y="8"/>
                    <a:pt x="12" y="8"/>
                    <a:pt x="12" y="8"/>
                  </a:cubicBezTo>
                  <a:cubicBezTo>
                    <a:pt x="12" y="7"/>
                    <a:pt x="11" y="7"/>
                    <a:pt x="11" y="7"/>
                  </a:cubicBezTo>
                  <a:cubicBezTo>
                    <a:pt x="10" y="7"/>
                    <a:pt x="10" y="7"/>
                    <a:pt x="10" y="6"/>
                  </a:cubicBezTo>
                  <a:cubicBezTo>
                    <a:pt x="10" y="6"/>
                    <a:pt x="10" y="6"/>
                    <a:pt x="10" y="6"/>
                  </a:cubicBezTo>
                  <a:cubicBezTo>
                    <a:pt x="10" y="6"/>
                    <a:pt x="10" y="6"/>
                    <a:pt x="9" y="6"/>
                  </a:cubicBezTo>
                  <a:cubicBezTo>
                    <a:pt x="8" y="6"/>
                    <a:pt x="9" y="6"/>
                    <a:pt x="8" y="6"/>
                  </a:cubicBezTo>
                  <a:cubicBezTo>
                    <a:pt x="8" y="6"/>
                    <a:pt x="7" y="6"/>
                    <a:pt x="7" y="7"/>
                  </a:cubicBezTo>
                  <a:cubicBezTo>
                    <a:pt x="7" y="7"/>
                    <a:pt x="7" y="8"/>
                    <a:pt x="7" y="8"/>
                  </a:cubicBezTo>
                  <a:cubicBezTo>
                    <a:pt x="7" y="9"/>
                    <a:pt x="7" y="9"/>
                    <a:pt x="6" y="9"/>
                  </a:cubicBezTo>
                  <a:cubicBezTo>
                    <a:pt x="6" y="10"/>
                    <a:pt x="7" y="10"/>
                    <a:pt x="7" y="11"/>
                  </a:cubicBezTo>
                  <a:cubicBezTo>
                    <a:pt x="7" y="11"/>
                    <a:pt x="7" y="11"/>
                    <a:pt x="7" y="12"/>
                  </a:cubicBezTo>
                  <a:cubicBezTo>
                    <a:pt x="7" y="12"/>
                    <a:pt x="7" y="13"/>
                    <a:pt x="7" y="13"/>
                  </a:cubicBezTo>
                  <a:cubicBezTo>
                    <a:pt x="7" y="13"/>
                    <a:pt x="7" y="13"/>
                    <a:pt x="7" y="13"/>
                  </a:cubicBezTo>
                  <a:cubicBezTo>
                    <a:pt x="7" y="13"/>
                    <a:pt x="7" y="14"/>
                    <a:pt x="7" y="14"/>
                  </a:cubicBezTo>
                  <a:cubicBezTo>
                    <a:pt x="8" y="14"/>
                    <a:pt x="8" y="13"/>
                    <a:pt x="8" y="13"/>
                  </a:cubicBezTo>
                  <a:cubicBezTo>
                    <a:pt x="8" y="13"/>
                    <a:pt x="8" y="13"/>
                    <a:pt x="7" y="13"/>
                  </a:cubicBezTo>
                  <a:cubicBezTo>
                    <a:pt x="7" y="13"/>
                    <a:pt x="7" y="13"/>
                    <a:pt x="8" y="13"/>
                  </a:cubicBezTo>
                  <a:cubicBezTo>
                    <a:pt x="8" y="13"/>
                    <a:pt x="8" y="14"/>
                    <a:pt x="9" y="14"/>
                  </a:cubicBezTo>
                  <a:cubicBezTo>
                    <a:pt x="9" y="14"/>
                    <a:pt x="9" y="14"/>
                    <a:pt x="9" y="14"/>
                  </a:cubicBezTo>
                  <a:cubicBezTo>
                    <a:pt x="9" y="14"/>
                    <a:pt x="8" y="15"/>
                    <a:pt x="7" y="15"/>
                  </a:cubicBezTo>
                  <a:cubicBezTo>
                    <a:pt x="7" y="16"/>
                    <a:pt x="7" y="16"/>
                    <a:pt x="7" y="17"/>
                  </a:cubicBezTo>
                  <a:cubicBezTo>
                    <a:pt x="6" y="18"/>
                    <a:pt x="6" y="18"/>
                    <a:pt x="7" y="19"/>
                  </a:cubicBezTo>
                  <a:cubicBezTo>
                    <a:pt x="7" y="19"/>
                    <a:pt x="8" y="19"/>
                    <a:pt x="8" y="19"/>
                  </a:cubicBezTo>
                  <a:cubicBezTo>
                    <a:pt x="8" y="19"/>
                    <a:pt x="9" y="19"/>
                    <a:pt x="9" y="18"/>
                  </a:cubicBezTo>
                  <a:cubicBezTo>
                    <a:pt x="10" y="18"/>
                    <a:pt x="11" y="17"/>
                    <a:pt x="12" y="17"/>
                  </a:cubicBezTo>
                  <a:cubicBezTo>
                    <a:pt x="12" y="16"/>
                    <a:pt x="12" y="14"/>
                    <a:pt x="12" y="13"/>
                  </a:cubicBezTo>
                  <a:close/>
                  <a:moveTo>
                    <a:pt x="9" y="14"/>
                  </a:moveTo>
                  <a:cubicBezTo>
                    <a:pt x="9" y="14"/>
                    <a:pt x="10" y="14"/>
                    <a:pt x="9" y="14"/>
                  </a:cubicBezTo>
                  <a:cubicBezTo>
                    <a:pt x="9" y="14"/>
                    <a:pt x="9" y="14"/>
                    <a:pt x="9" y="14"/>
                  </a:cubicBezTo>
                  <a:close/>
                  <a:moveTo>
                    <a:pt x="12" y="2"/>
                  </a:moveTo>
                  <a:cubicBezTo>
                    <a:pt x="12" y="1"/>
                    <a:pt x="12" y="1"/>
                    <a:pt x="12" y="1"/>
                  </a:cubicBezTo>
                  <a:cubicBezTo>
                    <a:pt x="12" y="1"/>
                    <a:pt x="12" y="0"/>
                    <a:pt x="12" y="0"/>
                  </a:cubicBezTo>
                  <a:cubicBezTo>
                    <a:pt x="12" y="0"/>
                    <a:pt x="12" y="0"/>
                    <a:pt x="12" y="0"/>
                  </a:cubicBezTo>
                  <a:cubicBezTo>
                    <a:pt x="12" y="0"/>
                    <a:pt x="12" y="1"/>
                    <a:pt x="12" y="2"/>
                  </a:cubicBezTo>
                  <a:close/>
                  <a:moveTo>
                    <a:pt x="13" y="4"/>
                  </a:moveTo>
                  <a:cubicBezTo>
                    <a:pt x="12" y="4"/>
                    <a:pt x="11" y="3"/>
                    <a:pt x="12" y="3"/>
                  </a:cubicBezTo>
                  <a:cubicBezTo>
                    <a:pt x="12" y="4"/>
                    <a:pt x="12" y="4"/>
                    <a:pt x="13" y="4"/>
                  </a:cubicBezTo>
                  <a:close/>
                  <a:moveTo>
                    <a:pt x="12" y="3"/>
                  </a:moveTo>
                  <a:cubicBezTo>
                    <a:pt x="12" y="3"/>
                    <a:pt x="12" y="3"/>
                    <a:pt x="12" y="3"/>
                  </a:cubicBezTo>
                  <a:cubicBezTo>
                    <a:pt x="12" y="3"/>
                    <a:pt x="13" y="3"/>
                    <a:pt x="12" y="3"/>
                  </a:cubicBezTo>
                  <a:close/>
                  <a:moveTo>
                    <a:pt x="3" y="17"/>
                  </a:moveTo>
                  <a:cubicBezTo>
                    <a:pt x="3" y="17"/>
                    <a:pt x="2" y="17"/>
                    <a:pt x="2" y="18"/>
                  </a:cubicBezTo>
                  <a:cubicBezTo>
                    <a:pt x="2" y="18"/>
                    <a:pt x="2" y="18"/>
                    <a:pt x="2" y="18"/>
                  </a:cubicBezTo>
                  <a:cubicBezTo>
                    <a:pt x="2" y="19"/>
                    <a:pt x="2" y="19"/>
                    <a:pt x="1" y="19"/>
                  </a:cubicBezTo>
                  <a:cubicBezTo>
                    <a:pt x="1" y="20"/>
                    <a:pt x="1" y="20"/>
                    <a:pt x="1" y="20"/>
                  </a:cubicBezTo>
                  <a:cubicBezTo>
                    <a:pt x="1" y="20"/>
                    <a:pt x="0" y="20"/>
                    <a:pt x="0" y="19"/>
                  </a:cubicBezTo>
                  <a:cubicBezTo>
                    <a:pt x="0" y="19"/>
                    <a:pt x="0" y="19"/>
                    <a:pt x="0" y="19"/>
                  </a:cubicBezTo>
                  <a:cubicBezTo>
                    <a:pt x="0" y="19"/>
                    <a:pt x="1" y="19"/>
                    <a:pt x="1" y="18"/>
                  </a:cubicBezTo>
                  <a:cubicBezTo>
                    <a:pt x="1" y="18"/>
                    <a:pt x="1" y="18"/>
                    <a:pt x="1" y="18"/>
                  </a:cubicBezTo>
                  <a:cubicBezTo>
                    <a:pt x="2" y="17"/>
                    <a:pt x="2" y="17"/>
                    <a:pt x="2" y="16"/>
                  </a:cubicBezTo>
                  <a:cubicBezTo>
                    <a:pt x="3" y="16"/>
                    <a:pt x="3" y="16"/>
                    <a:pt x="3" y="1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03" name="Palau">
              <a:extLst>
                <a:ext uri="{FF2B5EF4-FFF2-40B4-BE49-F238E27FC236}">
                  <a16:creationId xmlns:a16="http://schemas.microsoft.com/office/drawing/2014/main" id="{7FB79146-EEB1-8554-DD08-9F638969033F}"/>
                </a:ext>
              </a:extLst>
            </p:cNvPr>
            <p:cNvSpPr>
              <a:spLocks noEditPoints="1"/>
            </p:cNvSpPr>
            <p:nvPr/>
          </p:nvSpPr>
          <p:spPr bwMode="auto">
            <a:xfrm>
              <a:off x="10232884" y="3742459"/>
              <a:ext cx="78414" cy="96056"/>
            </a:xfrm>
            <a:custGeom>
              <a:avLst/>
              <a:gdLst/>
              <a:ahLst/>
              <a:cxnLst>
                <a:cxn ang="0">
                  <a:pos x="22" y="2"/>
                </a:cxn>
                <a:cxn ang="0">
                  <a:pos x="22" y="4"/>
                </a:cxn>
                <a:cxn ang="0">
                  <a:pos x="22" y="4"/>
                </a:cxn>
                <a:cxn ang="0">
                  <a:pos x="21" y="4"/>
                </a:cxn>
                <a:cxn ang="0">
                  <a:pos x="21" y="3"/>
                </a:cxn>
                <a:cxn ang="0">
                  <a:pos x="21" y="3"/>
                </a:cxn>
                <a:cxn ang="0">
                  <a:pos x="21" y="2"/>
                </a:cxn>
                <a:cxn ang="0">
                  <a:pos x="22" y="0"/>
                </a:cxn>
                <a:cxn ang="0">
                  <a:pos x="22" y="2"/>
                </a:cxn>
                <a:cxn ang="0">
                  <a:pos x="19" y="9"/>
                </a:cxn>
                <a:cxn ang="0">
                  <a:pos x="19" y="8"/>
                </a:cxn>
                <a:cxn ang="0">
                  <a:pos x="19" y="9"/>
                </a:cxn>
                <a:cxn ang="0">
                  <a:pos x="18" y="10"/>
                </a:cxn>
                <a:cxn ang="0">
                  <a:pos x="18" y="10"/>
                </a:cxn>
                <a:cxn ang="0">
                  <a:pos x="0" y="27"/>
                </a:cxn>
                <a:cxn ang="0">
                  <a:pos x="0" y="27"/>
                </a:cxn>
                <a:cxn ang="0">
                  <a:pos x="0" y="27"/>
                </a:cxn>
                <a:cxn ang="0">
                  <a:pos x="20" y="6"/>
                </a:cxn>
                <a:cxn ang="0">
                  <a:pos x="19" y="5"/>
                </a:cxn>
                <a:cxn ang="0">
                  <a:pos x="20" y="6"/>
                </a:cxn>
                <a:cxn ang="0">
                  <a:pos x="20" y="5"/>
                </a:cxn>
                <a:cxn ang="0">
                  <a:pos x="20" y="6"/>
                </a:cxn>
              </a:cxnLst>
              <a:rect l="0" t="0" r="r" b="b"/>
              <a:pathLst>
                <a:path w="22" h="27">
                  <a:moveTo>
                    <a:pt x="22" y="2"/>
                  </a:moveTo>
                  <a:cubicBezTo>
                    <a:pt x="22" y="3"/>
                    <a:pt x="22" y="3"/>
                    <a:pt x="22" y="4"/>
                  </a:cubicBezTo>
                  <a:cubicBezTo>
                    <a:pt x="22" y="4"/>
                    <a:pt x="22" y="4"/>
                    <a:pt x="22" y="4"/>
                  </a:cubicBezTo>
                  <a:cubicBezTo>
                    <a:pt x="21" y="4"/>
                    <a:pt x="21" y="4"/>
                    <a:pt x="21" y="4"/>
                  </a:cubicBezTo>
                  <a:cubicBezTo>
                    <a:pt x="21" y="4"/>
                    <a:pt x="21" y="4"/>
                    <a:pt x="21" y="3"/>
                  </a:cubicBezTo>
                  <a:cubicBezTo>
                    <a:pt x="21" y="3"/>
                    <a:pt x="21" y="3"/>
                    <a:pt x="21" y="3"/>
                  </a:cubicBezTo>
                  <a:cubicBezTo>
                    <a:pt x="21" y="3"/>
                    <a:pt x="21" y="2"/>
                    <a:pt x="21" y="2"/>
                  </a:cubicBezTo>
                  <a:cubicBezTo>
                    <a:pt x="22" y="1"/>
                    <a:pt x="21" y="1"/>
                    <a:pt x="22" y="0"/>
                  </a:cubicBezTo>
                  <a:cubicBezTo>
                    <a:pt x="22" y="0"/>
                    <a:pt x="22" y="2"/>
                    <a:pt x="22" y="2"/>
                  </a:cubicBezTo>
                  <a:close/>
                  <a:moveTo>
                    <a:pt x="19" y="9"/>
                  </a:moveTo>
                  <a:cubicBezTo>
                    <a:pt x="19" y="8"/>
                    <a:pt x="19" y="8"/>
                    <a:pt x="19" y="8"/>
                  </a:cubicBezTo>
                  <a:cubicBezTo>
                    <a:pt x="19" y="8"/>
                    <a:pt x="19" y="8"/>
                    <a:pt x="19" y="9"/>
                  </a:cubicBezTo>
                  <a:close/>
                  <a:moveTo>
                    <a:pt x="18" y="10"/>
                  </a:moveTo>
                  <a:cubicBezTo>
                    <a:pt x="19" y="9"/>
                    <a:pt x="17" y="9"/>
                    <a:pt x="18" y="10"/>
                  </a:cubicBezTo>
                  <a:close/>
                  <a:moveTo>
                    <a:pt x="0" y="27"/>
                  </a:moveTo>
                  <a:cubicBezTo>
                    <a:pt x="0" y="27"/>
                    <a:pt x="0" y="27"/>
                    <a:pt x="0" y="27"/>
                  </a:cubicBezTo>
                  <a:cubicBezTo>
                    <a:pt x="0" y="27"/>
                    <a:pt x="0" y="27"/>
                    <a:pt x="0" y="27"/>
                  </a:cubicBezTo>
                  <a:close/>
                  <a:moveTo>
                    <a:pt x="20" y="6"/>
                  </a:moveTo>
                  <a:cubicBezTo>
                    <a:pt x="20" y="6"/>
                    <a:pt x="19" y="5"/>
                    <a:pt x="19" y="5"/>
                  </a:cubicBezTo>
                  <a:cubicBezTo>
                    <a:pt x="19" y="6"/>
                    <a:pt x="20" y="6"/>
                    <a:pt x="20" y="6"/>
                  </a:cubicBezTo>
                  <a:cubicBezTo>
                    <a:pt x="20" y="6"/>
                    <a:pt x="21" y="5"/>
                    <a:pt x="20" y="5"/>
                  </a:cubicBezTo>
                  <a:cubicBezTo>
                    <a:pt x="20" y="5"/>
                    <a:pt x="20" y="6"/>
                    <a:pt x="20" y="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04" name="Pakistan">
              <a:extLst>
                <a:ext uri="{FF2B5EF4-FFF2-40B4-BE49-F238E27FC236}">
                  <a16:creationId xmlns:a16="http://schemas.microsoft.com/office/drawing/2014/main" id="{E3116719-0E83-5919-CEF6-49986ADC0C97}"/>
                </a:ext>
              </a:extLst>
            </p:cNvPr>
            <p:cNvSpPr>
              <a:spLocks noEditPoints="1"/>
            </p:cNvSpPr>
            <p:nvPr/>
          </p:nvSpPr>
          <p:spPr bwMode="auto">
            <a:xfrm>
              <a:off x="7718762" y="2601546"/>
              <a:ext cx="513607" cy="520467"/>
            </a:xfrm>
            <a:custGeom>
              <a:avLst/>
              <a:gdLst/>
              <a:ahLst/>
              <a:cxnLst>
                <a:cxn ang="0">
                  <a:pos x="131" y="26"/>
                </a:cxn>
                <a:cxn ang="0">
                  <a:pos x="115" y="25"/>
                </a:cxn>
                <a:cxn ang="0">
                  <a:pos x="113" y="31"/>
                </a:cxn>
                <a:cxn ang="0">
                  <a:pos x="117" y="44"/>
                </a:cxn>
                <a:cxn ang="0">
                  <a:pos x="123" y="50"/>
                </a:cxn>
                <a:cxn ang="0">
                  <a:pos x="128" y="55"/>
                </a:cxn>
                <a:cxn ang="0">
                  <a:pos x="126" y="65"/>
                </a:cxn>
                <a:cxn ang="0">
                  <a:pos x="121" y="71"/>
                </a:cxn>
                <a:cxn ang="0">
                  <a:pos x="116" y="81"/>
                </a:cxn>
                <a:cxn ang="0">
                  <a:pos x="106" y="98"/>
                </a:cxn>
                <a:cxn ang="0">
                  <a:pos x="86" y="107"/>
                </a:cxn>
                <a:cxn ang="0">
                  <a:pos x="92" y="121"/>
                </a:cxn>
                <a:cxn ang="0">
                  <a:pos x="101" y="133"/>
                </a:cxn>
                <a:cxn ang="0">
                  <a:pos x="99" y="139"/>
                </a:cxn>
                <a:cxn ang="0">
                  <a:pos x="85" y="140"/>
                </a:cxn>
                <a:cxn ang="0">
                  <a:pos x="78" y="144"/>
                </a:cxn>
                <a:cxn ang="0">
                  <a:pos x="75" y="146"/>
                </a:cxn>
                <a:cxn ang="0">
                  <a:pos x="74" y="145"/>
                </a:cxn>
                <a:cxn ang="0">
                  <a:pos x="68" y="142"/>
                </a:cxn>
                <a:cxn ang="0">
                  <a:pos x="66" y="136"/>
                </a:cxn>
                <a:cxn ang="0">
                  <a:pos x="61" y="134"/>
                </a:cxn>
                <a:cxn ang="0">
                  <a:pos x="55" y="127"/>
                </a:cxn>
                <a:cxn ang="0">
                  <a:pos x="55" y="128"/>
                </a:cxn>
                <a:cxn ang="0">
                  <a:pos x="42" y="130"/>
                </a:cxn>
                <a:cxn ang="0">
                  <a:pos x="36" y="128"/>
                </a:cxn>
                <a:cxn ang="0">
                  <a:pos x="31" y="130"/>
                </a:cxn>
                <a:cxn ang="0">
                  <a:pos x="20" y="131"/>
                </a:cxn>
                <a:cxn ang="0">
                  <a:pos x="14" y="131"/>
                </a:cxn>
                <a:cxn ang="0">
                  <a:pos x="14" y="121"/>
                </a:cxn>
                <a:cxn ang="0">
                  <a:pos x="22" y="114"/>
                </a:cxn>
                <a:cxn ang="0">
                  <a:pos x="24" y="108"/>
                </a:cxn>
                <a:cxn ang="0">
                  <a:pos x="19" y="97"/>
                </a:cxn>
                <a:cxn ang="0">
                  <a:pos x="6" y="87"/>
                </a:cxn>
                <a:cxn ang="0">
                  <a:pos x="28" y="83"/>
                </a:cxn>
                <a:cxn ang="0">
                  <a:pos x="50" y="77"/>
                </a:cxn>
                <a:cxn ang="0">
                  <a:pos x="53" y="63"/>
                </a:cxn>
                <a:cxn ang="0">
                  <a:pos x="61" y="62"/>
                </a:cxn>
                <a:cxn ang="0">
                  <a:pos x="68" y="58"/>
                </a:cxn>
                <a:cxn ang="0">
                  <a:pos x="73" y="58"/>
                </a:cxn>
                <a:cxn ang="0">
                  <a:pos x="74" y="46"/>
                </a:cxn>
                <a:cxn ang="0">
                  <a:pos x="81" y="41"/>
                </a:cxn>
                <a:cxn ang="0">
                  <a:pos x="81" y="34"/>
                </a:cxn>
                <a:cxn ang="0">
                  <a:pos x="87" y="30"/>
                </a:cxn>
                <a:cxn ang="0">
                  <a:pos x="89" y="20"/>
                </a:cxn>
                <a:cxn ang="0">
                  <a:pos x="84" y="12"/>
                </a:cxn>
                <a:cxn ang="0">
                  <a:pos x="88" y="6"/>
                </a:cxn>
                <a:cxn ang="0">
                  <a:pos x="94" y="3"/>
                </a:cxn>
                <a:cxn ang="0">
                  <a:pos x="108" y="2"/>
                </a:cxn>
                <a:cxn ang="0">
                  <a:pos x="121" y="4"/>
                </a:cxn>
                <a:cxn ang="0">
                  <a:pos x="126" y="10"/>
                </a:cxn>
                <a:cxn ang="0">
                  <a:pos x="137" y="16"/>
                </a:cxn>
                <a:cxn ang="0">
                  <a:pos x="139" y="22"/>
                </a:cxn>
                <a:cxn ang="0">
                  <a:pos x="72" y="146"/>
                </a:cxn>
                <a:cxn ang="0">
                  <a:pos x="69" y="143"/>
                </a:cxn>
                <a:cxn ang="0">
                  <a:pos x="70" y="145"/>
                </a:cxn>
              </a:cxnLst>
              <a:rect l="0" t="0" r="r" b="b"/>
              <a:pathLst>
                <a:path w="145" h="147">
                  <a:moveTo>
                    <a:pt x="139" y="22"/>
                  </a:moveTo>
                  <a:cubicBezTo>
                    <a:pt x="139" y="23"/>
                    <a:pt x="139" y="23"/>
                    <a:pt x="138" y="23"/>
                  </a:cubicBezTo>
                  <a:cubicBezTo>
                    <a:pt x="138" y="24"/>
                    <a:pt x="137" y="23"/>
                    <a:pt x="137" y="24"/>
                  </a:cubicBezTo>
                  <a:cubicBezTo>
                    <a:pt x="137" y="24"/>
                    <a:pt x="137" y="24"/>
                    <a:pt x="137" y="25"/>
                  </a:cubicBezTo>
                  <a:cubicBezTo>
                    <a:pt x="136" y="26"/>
                    <a:pt x="135" y="26"/>
                    <a:pt x="135" y="25"/>
                  </a:cubicBezTo>
                  <a:cubicBezTo>
                    <a:pt x="134" y="25"/>
                    <a:pt x="134" y="26"/>
                    <a:pt x="133" y="26"/>
                  </a:cubicBezTo>
                  <a:cubicBezTo>
                    <a:pt x="133" y="26"/>
                    <a:pt x="132" y="26"/>
                    <a:pt x="131" y="26"/>
                  </a:cubicBezTo>
                  <a:cubicBezTo>
                    <a:pt x="131" y="26"/>
                    <a:pt x="130" y="27"/>
                    <a:pt x="130" y="27"/>
                  </a:cubicBezTo>
                  <a:cubicBezTo>
                    <a:pt x="129" y="27"/>
                    <a:pt x="129" y="28"/>
                    <a:pt x="129" y="28"/>
                  </a:cubicBezTo>
                  <a:cubicBezTo>
                    <a:pt x="128" y="28"/>
                    <a:pt x="127" y="28"/>
                    <a:pt x="126" y="28"/>
                  </a:cubicBezTo>
                  <a:cubicBezTo>
                    <a:pt x="126" y="28"/>
                    <a:pt x="125" y="28"/>
                    <a:pt x="124" y="27"/>
                  </a:cubicBezTo>
                  <a:cubicBezTo>
                    <a:pt x="124" y="27"/>
                    <a:pt x="123" y="26"/>
                    <a:pt x="123" y="27"/>
                  </a:cubicBezTo>
                  <a:cubicBezTo>
                    <a:pt x="121" y="27"/>
                    <a:pt x="119" y="26"/>
                    <a:pt x="117" y="26"/>
                  </a:cubicBezTo>
                  <a:cubicBezTo>
                    <a:pt x="117" y="25"/>
                    <a:pt x="116" y="25"/>
                    <a:pt x="115" y="25"/>
                  </a:cubicBezTo>
                  <a:cubicBezTo>
                    <a:pt x="114" y="25"/>
                    <a:pt x="114" y="25"/>
                    <a:pt x="113" y="26"/>
                  </a:cubicBezTo>
                  <a:cubicBezTo>
                    <a:pt x="113" y="26"/>
                    <a:pt x="112" y="26"/>
                    <a:pt x="112" y="26"/>
                  </a:cubicBezTo>
                  <a:cubicBezTo>
                    <a:pt x="111" y="26"/>
                    <a:pt x="111" y="27"/>
                    <a:pt x="112" y="27"/>
                  </a:cubicBezTo>
                  <a:cubicBezTo>
                    <a:pt x="112" y="27"/>
                    <a:pt x="112" y="28"/>
                    <a:pt x="111" y="28"/>
                  </a:cubicBezTo>
                  <a:cubicBezTo>
                    <a:pt x="111" y="28"/>
                    <a:pt x="111" y="29"/>
                    <a:pt x="111" y="29"/>
                  </a:cubicBezTo>
                  <a:cubicBezTo>
                    <a:pt x="111" y="30"/>
                    <a:pt x="112" y="30"/>
                    <a:pt x="112" y="30"/>
                  </a:cubicBezTo>
                  <a:cubicBezTo>
                    <a:pt x="113" y="30"/>
                    <a:pt x="113" y="31"/>
                    <a:pt x="113" y="31"/>
                  </a:cubicBezTo>
                  <a:cubicBezTo>
                    <a:pt x="113" y="32"/>
                    <a:pt x="112" y="32"/>
                    <a:pt x="112" y="33"/>
                  </a:cubicBezTo>
                  <a:cubicBezTo>
                    <a:pt x="113" y="33"/>
                    <a:pt x="113" y="34"/>
                    <a:pt x="114" y="33"/>
                  </a:cubicBezTo>
                  <a:cubicBezTo>
                    <a:pt x="114" y="33"/>
                    <a:pt x="116" y="33"/>
                    <a:pt x="116" y="34"/>
                  </a:cubicBezTo>
                  <a:cubicBezTo>
                    <a:pt x="117" y="35"/>
                    <a:pt x="114" y="35"/>
                    <a:pt x="114" y="36"/>
                  </a:cubicBezTo>
                  <a:cubicBezTo>
                    <a:pt x="114" y="37"/>
                    <a:pt x="115" y="38"/>
                    <a:pt x="115" y="38"/>
                  </a:cubicBezTo>
                  <a:cubicBezTo>
                    <a:pt x="116" y="39"/>
                    <a:pt x="117" y="40"/>
                    <a:pt x="116" y="41"/>
                  </a:cubicBezTo>
                  <a:cubicBezTo>
                    <a:pt x="115" y="42"/>
                    <a:pt x="117" y="43"/>
                    <a:pt x="117" y="44"/>
                  </a:cubicBezTo>
                  <a:cubicBezTo>
                    <a:pt x="117" y="44"/>
                    <a:pt x="118" y="44"/>
                    <a:pt x="118" y="44"/>
                  </a:cubicBezTo>
                  <a:cubicBezTo>
                    <a:pt x="119" y="45"/>
                    <a:pt x="119" y="45"/>
                    <a:pt x="119" y="46"/>
                  </a:cubicBezTo>
                  <a:cubicBezTo>
                    <a:pt x="119" y="47"/>
                    <a:pt x="119" y="47"/>
                    <a:pt x="120" y="47"/>
                  </a:cubicBezTo>
                  <a:cubicBezTo>
                    <a:pt x="121" y="47"/>
                    <a:pt x="121" y="47"/>
                    <a:pt x="122" y="47"/>
                  </a:cubicBezTo>
                  <a:cubicBezTo>
                    <a:pt x="122" y="47"/>
                    <a:pt x="122" y="46"/>
                    <a:pt x="123" y="46"/>
                  </a:cubicBezTo>
                  <a:cubicBezTo>
                    <a:pt x="123" y="47"/>
                    <a:pt x="123" y="48"/>
                    <a:pt x="123" y="48"/>
                  </a:cubicBezTo>
                  <a:cubicBezTo>
                    <a:pt x="123" y="49"/>
                    <a:pt x="123" y="49"/>
                    <a:pt x="123" y="50"/>
                  </a:cubicBezTo>
                  <a:cubicBezTo>
                    <a:pt x="124" y="51"/>
                    <a:pt x="124" y="50"/>
                    <a:pt x="125" y="50"/>
                  </a:cubicBezTo>
                  <a:cubicBezTo>
                    <a:pt x="126" y="51"/>
                    <a:pt x="126" y="50"/>
                    <a:pt x="127" y="50"/>
                  </a:cubicBezTo>
                  <a:cubicBezTo>
                    <a:pt x="127" y="51"/>
                    <a:pt x="128" y="51"/>
                    <a:pt x="129" y="51"/>
                  </a:cubicBezTo>
                  <a:cubicBezTo>
                    <a:pt x="129" y="52"/>
                    <a:pt x="131" y="53"/>
                    <a:pt x="130" y="54"/>
                  </a:cubicBezTo>
                  <a:cubicBezTo>
                    <a:pt x="130" y="54"/>
                    <a:pt x="129" y="54"/>
                    <a:pt x="129" y="54"/>
                  </a:cubicBezTo>
                  <a:cubicBezTo>
                    <a:pt x="129" y="54"/>
                    <a:pt x="129" y="55"/>
                    <a:pt x="128" y="55"/>
                  </a:cubicBezTo>
                  <a:cubicBezTo>
                    <a:pt x="128" y="55"/>
                    <a:pt x="128" y="55"/>
                    <a:pt x="128" y="55"/>
                  </a:cubicBezTo>
                  <a:cubicBezTo>
                    <a:pt x="127" y="54"/>
                    <a:pt x="127" y="55"/>
                    <a:pt x="127" y="55"/>
                  </a:cubicBezTo>
                  <a:cubicBezTo>
                    <a:pt x="127" y="55"/>
                    <a:pt x="126" y="55"/>
                    <a:pt x="126" y="55"/>
                  </a:cubicBezTo>
                  <a:cubicBezTo>
                    <a:pt x="125" y="55"/>
                    <a:pt x="126" y="56"/>
                    <a:pt x="125" y="56"/>
                  </a:cubicBezTo>
                  <a:cubicBezTo>
                    <a:pt x="125" y="56"/>
                    <a:pt x="124" y="56"/>
                    <a:pt x="124" y="57"/>
                  </a:cubicBezTo>
                  <a:cubicBezTo>
                    <a:pt x="124" y="57"/>
                    <a:pt x="123" y="57"/>
                    <a:pt x="123" y="59"/>
                  </a:cubicBezTo>
                  <a:cubicBezTo>
                    <a:pt x="124" y="60"/>
                    <a:pt x="125" y="61"/>
                    <a:pt x="125" y="62"/>
                  </a:cubicBezTo>
                  <a:cubicBezTo>
                    <a:pt x="124" y="63"/>
                    <a:pt x="124" y="65"/>
                    <a:pt x="126" y="65"/>
                  </a:cubicBezTo>
                  <a:cubicBezTo>
                    <a:pt x="126" y="65"/>
                    <a:pt x="126" y="66"/>
                    <a:pt x="126" y="66"/>
                  </a:cubicBezTo>
                  <a:cubicBezTo>
                    <a:pt x="125" y="66"/>
                    <a:pt x="125" y="66"/>
                    <a:pt x="125" y="66"/>
                  </a:cubicBezTo>
                  <a:cubicBezTo>
                    <a:pt x="125" y="67"/>
                    <a:pt x="124" y="67"/>
                    <a:pt x="124" y="67"/>
                  </a:cubicBezTo>
                  <a:cubicBezTo>
                    <a:pt x="124" y="67"/>
                    <a:pt x="124" y="68"/>
                    <a:pt x="124" y="68"/>
                  </a:cubicBezTo>
                  <a:cubicBezTo>
                    <a:pt x="124" y="68"/>
                    <a:pt x="124" y="68"/>
                    <a:pt x="123" y="68"/>
                  </a:cubicBezTo>
                  <a:cubicBezTo>
                    <a:pt x="123" y="68"/>
                    <a:pt x="123" y="69"/>
                    <a:pt x="123" y="69"/>
                  </a:cubicBezTo>
                  <a:cubicBezTo>
                    <a:pt x="122" y="70"/>
                    <a:pt x="122" y="70"/>
                    <a:pt x="121" y="71"/>
                  </a:cubicBezTo>
                  <a:cubicBezTo>
                    <a:pt x="121" y="71"/>
                    <a:pt x="121" y="71"/>
                    <a:pt x="121" y="72"/>
                  </a:cubicBezTo>
                  <a:cubicBezTo>
                    <a:pt x="121" y="72"/>
                    <a:pt x="121" y="72"/>
                    <a:pt x="121" y="72"/>
                  </a:cubicBezTo>
                  <a:cubicBezTo>
                    <a:pt x="121" y="72"/>
                    <a:pt x="121" y="72"/>
                    <a:pt x="121" y="73"/>
                  </a:cubicBezTo>
                  <a:cubicBezTo>
                    <a:pt x="121" y="73"/>
                    <a:pt x="120" y="73"/>
                    <a:pt x="120" y="73"/>
                  </a:cubicBezTo>
                  <a:cubicBezTo>
                    <a:pt x="120" y="74"/>
                    <a:pt x="122" y="75"/>
                    <a:pt x="121" y="76"/>
                  </a:cubicBezTo>
                  <a:cubicBezTo>
                    <a:pt x="121" y="77"/>
                    <a:pt x="119" y="77"/>
                    <a:pt x="118" y="77"/>
                  </a:cubicBezTo>
                  <a:cubicBezTo>
                    <a:pt x="116" y="78"/>
                    <a:pt x="116" y="79"/>
                    <a:pt x="116" y="81"/>
                  </a:cubicBezTo>
                  <a:cubicBezTo>
                    <a:pt x="116" y="83"/>
                    <a:pt x="115" y="85"/>
                    <a:pt x="114" y="87"/>
                  </a:cubicBezTo>
                  <a:cubicBezTo>
                    <a:pt x="114" y="87"/>
                    <a:pt x="114" y="88"/>
                    <a:pt x="114" y="88"/>
                  </a:cubicBezTo>
                  <a:cubicBezTo>
                    <a:pt x="113" y="89"/>
                    <a:pt x="112" y="89"/>
                    <a:pt x="112" y="89"/>
                  </a:cubicBezTo>
                  <a:cubicBezTo>
                    <a:pt x="111" y="89"/>
                    <a:pt x="111" y="90"/>
                    <a:pt x="110" y="90"/>
                  </a:cubicBezTo>
                  <a:cubicBezTo>
                    <a:pt x="109" y="91"/>
                    <a:pt x="109" y="91"/>
                    <a:pt x="108" y="92"/>
                  </a:cubicBezTo>
                  <a:cubicBezTo>
                    <a:pt x="108" y="94"/>
                    <a:pt x="108" y="95"/>
                    <a:pt x="107" y="96"/>
                  </a:cubicBezTo>
                  <a:cubicBezTo>
                    <a:pt x="107" y="97"/>
                    <a:pt x="106" y="97"/>
                    <a:pt x="106" y="98"/>
                  </a:cubicBezTo>
                  <a:cubicBezTo>
                    <a:pt x="106" y="99"/>
                    <a:pt x="106" y="100"/>
                    <a:pt x="105" y="100"/>
                  </a:cubicBezTo>
                  <a:cubicBezTo>
                    <a:pt x="104" y="101"/>
                    <a:pt x="102" y="101"/>
                    <a:pt x="101" y="101"/>
                  </a:cubicBezTo>
                  <a:cubicBezTo>
                    <a:pt x="99" y="101"/>
                    <a:pt x="98" y="102"/>
                    <a:pt x="97" y="103"/>
                  </a:cubicBezTo>
                  <a:cubicBezTo>
                    <a:pt x="95" y="103"/>
                    <a:pt x="95" y="102"/>
                    <a:pt x="94" y="100"/>
                  </a:cubicBezTo>
                  <a:cubicBezTo>
                    <a:pt x="94" y="99"/>
                    <a:pt x="92" y="99"/>
                    <a:pt x="91" y="100"/>
                  </a:cubicBezTo>
                  <a:cubicBezTo>
                    <a:pt x="90" y="101"/>
                    <a:pt x="89" y="102"/>
                    <a:pt x="89" y="103"/>
                  </a:cubicBezTo>
                  <a:cubicBezTo>
                    <a:pt x="89" y="105"/>
                    <a:pt x="87" y="106"/>
                    <a:pt x="86" y="107"/>
                  </a:cubicBezTo>
                  <a:cubicBezTo>
                    <a:pt x="85" y="108"/>
                    <a:pt x="85" y="110"/>
                    <a:pt x="85" y="111"/>
                  </a:cubicBezTo>
                  <a:cubicBezTo>
                    <a:pt x="85" y="112"/>
                    <a:pt x="85" y="113"/>
                    <a:pt x="87" y="114"/>
                  </a:cubicBezTo>
                  <a:cubicBezTo>
                    <a:pt x="87" y="114"/>
                    <a:pt x="88" y="114"/>
                    <a:pt x="88" y="115"/>
                  </a:cubicBezTo>
                  <a:cubicBezTo>
                    <a:pt x="89" y="115"/>
                    <a:pt x="89" y="115"/>
                    <a:pt x="90" y="115"/>
                  </a:cubicBezTo>
                  <a:cubicBezTo>
                    <a:pt x="92" y="115"/>
                    <a:pt x="92" y="116"/>
                    <a:pt x="92" y="117"/>
                  </a:cubicBezTo>
                  <a:cubicBezTo>
                    <a:pt x="92" y="118"/>
                    <a:pt x="92" y="119"/>
                    <a:pt x="92" y="119"/>
                  </a:cubicBezTo>
                  <a:cubicBezTo>
                    <a:pt x="92" y="120"/>
                    <a:pt x="92" y="121"/>
                    <a:pt x="92" y="121"/>
                  </a:cubicBezTo>
                  <a:cubicBezTo>
                    <a:pt x="92" y="123"/>
                    <a:pt x="94" y="125"/>
                    <a:pt x="95" y="125"/>
                  </a:cubicBezTo>
                  <a:cubicBezTo>
                    <a:pt x="95" y="125"/>
                    <a:pt x="96" y="125"/>
                    <a:pt x="97" y="125"/>
                  </a:cubicBezTo>
                  <a:cubicBezTo>
                    <a:pt x="97" y="124"/>
                    <a:pt x="98" y="125"/>
                    <a:pt x="98" y="126"/>
                  </a:cubicBezTo>
                  <a:cubicBezTo>
                    <a:pt x="98" y="126"/>
                    <a:pt x="98" y="127"/>
                    <a:pt x="98" y="127"/>
                  </a:cubicBezTo>
                  <a:cubicBezTo>
                    <a:pt x="98" y="128"/>
                    <a:pt x="99" y="129"/>
                    <a:pt x="99" y="129"/>
                  </a:cubicBezTo>
                  <a:cubicBezTo>
                    <a:pt x="99" y="130"/>
                    <a:pt x="100" y="130"/>
                    <a:pt x="100" y="131"/>
                  </a:cubicBezTo>
                  <a:cubicBezTo>
                    <a:pt x="101" y="131"/>
                    <a:pt x="101" y="132"/>
                    <a:pt x="101" y="133"/>
                  </a:cubicBezTo>
                  <a:cubicBezTo>
                    <a:pt x="101" y="133"/>
                    <a:pt x="103" y="136"/>
                    <a:pt x="103" y="136"/>
                  </a:cubicBezTo>
                  <a:cubicBezTo>
                    <a:pt x="102" y="136"/>
                    <a:pt x="102" y="137"/>
                    <a:pt x="102" y="137"/>
                  </a:cubicBezTo>
                  <a:cubicBezTo>
                    <a:pt x="103" y="138"/>
                    <a:pt x="102" y="138"/>
                    <a:pt x="103" y="139"/>
                  </a:cubicBezTo>
                  <a:cubicBezTo>
                    <a:pt x="104" y="139"/>
                    <a:pt x="103" y="139"/>
                    <a:pt x="103" y="139"/>
                  </a:cubicBezTo>
                  <a:cubicBezTo>
                    <a:pt x="103" y="140"/>
                    <a:pt x="101" y="139"/>
                    <a:pt x="101" y="140"/>
                  </a:cubicBezTo>
                  <a:cubicBezTo>
                    <a:pt x="102" y="141"/>
                    <a:pt x="99" y="141"/>
                    <a:pt x="99" y="140"/>
                  </a:cubicBezTo>
                  <a:cubicBezTo>
                    <a:pt x="98" y="140"/>
                    <a:pt x="99" y="139"/>
                    <a:pt x="99" y="139"/>
                  </a:cubicBezTo>
                  <a:cubicBezTo>
                    <a:pt x="98" y="138"/>
                    <a:pt x="97" y="139"/>
                    <a:pt x="97" y="139"/>
                  </a:cubicBezTo>
                  <a:cubicBezTo>
                    <a:pt x="96" y="139"/>
                    <a:pt x="96" y="140"/>
                    <a:pt x="95" y="140"/>
                  </a:cubicBezTo>
                  <a:cubicBezTo>
                    <a:pt x="94" y="140"/>
                    <a:pt x="94" y="141"/>
                    <a:pt x="94" y="141"/>
                  </a:cubicBezTo>
                  <a:cubicBezTo>
                    <a:pt x="93" y="142"/>
                    <a:pt x="92" y="142"/>
                    <a:pt x="92" y="142"/>
                  </a:cubicBezTo>
                  <a:cubicBezTo>
                    <a:pt x="91" y="142"/>
                    <a:pt x="90" y="141"/>
                    <a:pt x="89" y="141"/>
                  </a:cubicBezTo>
                  <a:cubicBezTo>
                    <a:pt x="89" y="140"/>
                    <a:pt x="88" y="140"/>
                    <a:pt x="87" y="140"/>
                  </a:cubicBezTo>
                  <a:cubicBezTo>
                    <a:pt x="86" y="140"/>
                    <a:pt x="86" y="141"/>
                    <a:pt x="85" y="140"/>
                  </a:cubicBezTo>
                  <a:cubicBezTo>
                    <a:pt x="84" y="140"/>
                    <a:pt x="84" y="141"/>
                    <a:pt x="83" y="140"/>
                  </a:cubicBezTo>
                  <a:cubicBezTo>
                    <a:pt x="83" y="139"/>
                    <a:pt x="83" y="141"/>
                    <a:pt x="82" y="141"/>
                  </a:cubicBezTo>
                  <a:cubicBezTo>
                    <a:pt x="82" y="141"/>
                    <a:pt x="82" y="139"/>
                    <a:pt x="81" y="140"/>
                  </a:cubicBezTo>
                  <a:cubicBezTo>
                    <a:pt x="81" y="140"/>
                    <a:pt x="81" y="142"/>
                    <a:pt x="82" y="143"/>
                  </a:cubicBezTo>
                  <a:cubicBezTo>
                    <a:pt x="82" y="144"/>
                    <a:pt x="82" y="144"/>
                    <a:pt x="81" y="144"/>
                  </a:cubicBezTo>
                  <a:cubicBezTo>
                    <a:pt x="80" y="144"/>
                    <a:pt x="78" y="144"/>
                    <a:pt x="78" y="144"/>
                  </a:cubicBezTo>
                  <a:cubicBezTo>
                    <a:pt x="78" y="144"/>
                    <a:pt x="78" y="144"/>
                    <a:pt x="78" y="144"/>
                  </a:cubicBezTo>
                  <a:cubicBezTo>
                    <a:pt x="78" y="144"/>
                    <a:pt x="78" y="144"/>
                    <a:pt x="77" y="144"/>
                  </a:cubicBezTo>
                  <a:cubicBezTo>
                    <a:pt x="77" y="144"/>
                    <a:pt x="77" y="145"/>
                    <a:pt x="77" y="145"/>
                  </a:cubicBezTo>
                  <a:cubicBezTo>
                    <a:pt x="76" y="145"/>
                    <a:pt x="77" y="146"/>
                    <a:pt x="76" y="146"/>
                  </a:cubicBezTo>
                  <a:cubicBezTo>
                    <a:pt x="76" y="146"/>
                    <a:pt x="76" y="145"/>
                    <a:pt x="76" y="145"/>
                  </a:cubicBezTo>
                  <a:cubicBezTo>
                    <a:pt x="76" y="145"/>
                    <a:pt x="76" y="147"/>
                    <a:pt x="76" y="147"/>
                  </a:cubicBezTo>
                  <a:cubicBezTo>
                    <a:pt x="76" y="147"/>
                    <a:pt x="76" y="147"/>
                    <a:pt x="76" y="146"/>
                  </a:cubicBezTo>
                  <a:cubicBezTo>
                    <a:pt x="76" y="147"/>
                    <a:pt x="75" y="147"/>
                    <a:pt x="75" y="146"/>
                  </a:cubicBezTo>
                  <a:cubicBezTo>
                    <a:pt x="75" y="146"/>
                    <a:pt x="75" y="146"/>
                    <a:pt x="75" y="146"/>
                  </a:cubicBezTo>
                  <a:cubicBezTo>
                    <a:pt x="76" y="145"/>
                    <a:pt x="75" y="144"/>
                    <a:pt x="75" y="144"/>
                  </a:cubicBezTo>
                  <a:cubicBezTo>
                    <a:pt x="75" y="144"/>
                    <a:pt x="75" y="144"/>
                    <a:pt x="75" y="144"/>
                  </a:cubicBezTo>
                  <a:cubicBezTo>
                    <a:pt x="75" y="144"/>
                    <a:pt x="75" y="144"/>
                    <a:pt x="75" y="144"/>
                  </a:cubicBezTo>
                  <a:cubicBezTo>
                    <a:pt x="75" y="145"/>
                    <a:pt x="75" y="145"/>
                    <a:pt x="75" y="146"/>
                  </a:cubicBezTo>
                  <a:cubicBezTo>
                    <a:pt x="75" y="146"/>
                    <a:pt x="75" y="146"/>
                    <a:pt x="74" y="145"/>
                  </a:cubicBezTo>
                  <a:cubicBezTo>
                    <a:pt x="74" y="145"/>
                    <a:pt x="74" y="145"/>
                    <a:pt x="74" y="145"/>
                  </a:cubicBezTo>
                  <a:cubicBezTo>
                    <a:pt x="73" y="145"/>
                    <a:pt x="73" y="145"/>
                    <a:pt x="73" y="144"/>
                  </a:cubicBezTo>
                  <a:cubicBezTo>
                    <a:pt x="73" y="144"/>
                    <a:pt x="74" y="144"/>
                    <a:pt x="74" y="144"/>
                  </a:cubicBezTo>
                  <a:cubicBezTo>
                    <a:pt x="74" y="144"/>
                    <a:pt x="74" y="143"/>
                    <a:pt x="74" y="143"/>
                  </a:cubicBezTo>
                  <a:cubicBezTo>
                    <a:pt x="74" y="143"/>
                    <a:pt x="74" y="143"/>
                    <a:pt x="73" y="143"/>
                  </a:cubicBezTo>
                  <a:cubicBezTo>
                    <a:pt x="73" y="142"/>
                    <a:pt x="72" y="143"/>
                    <a:pt x="72" y="143"/>
                  </a:cubicBezTo>
                  <a:cubicBezTo>
                    <a:pt x="72" y="143"/>
                    <a:pt x="72" y="142"/>
                    <a:pt x="71" y="142"/>
                  </a:cubicBezTo>
                  <a:cubicBezTo>
                    <a:pt x="70" y="143"/>
                    <a:pt x="69" y="144"/>
                    <a:pt x="68" y="142"/>
                  </a:cubicBezTo>
                  <a:cubicBezTo>
                    <a:pt x="68" y="142"/>
                    <a:pt x="67" y="139"/>
                    <a:pt x="68" y="140"/>
                  </a:cubicBezTo>
                  <a:cubicBezTo>
                    <a:pt x="68" y="139"/>
                    <a:pt x="67" y="140"/>
                    <a:pt x="67" y="139"/>
                  </a:cubicBezTo>
                  <a:cubicBezTo>
                    <a:pt x="67" y="139"/>
                    <a:pt x="67" y="138"/>
                    <a:pt x="67" y="138"/>
                  </a:cubicBezTo>
                  <a:cubicBezTo>
                    <a:pt x="66" y="138"/>
                    <a:pt x="67" y="138"/>
                    <a:pt x="67" y="138"/>
                  </a:cubicBezTo>
                  <a:cubicBezTo>
                    <a:pt x="66" y="138"/>
                    <a:pt x="66" y="137"/>
                    <a:pt x="66" y="137"/>
                  </a:cubicBezTo>
                  <a:cubicBezTo>
                    <a:pt x="66" y="137"/>
                    <a:pt x="66" y="137"/>
                    <a:pt x="67" y="137"/>
                  </a:cubicBezTo>
                  <a:cubicBezTo>
                    <a:pt x="66" y="137"/>
                    <a:pt x="66" y="137"/>
                    <a:pt x="66" y="136"/>
                  </a:cubicBezTo>
                  <a:cubicBezTo>
                    <a:pt x="66" y="136"/>
                    <a:pt x="67" y="136"/>
                    <a:pt x="67" y="135"/>
                  </a:cubicBezTo>
                  <a:cubicBezTo>
                    <a:pt x="67" y="135"/>
                    <a:pt x="65" y="134"/>
                    <a:pt x="65" y="135"/>
                  </a:cubicBezTo>
                  <a:cubicBezTo>
                    <a:pt x="64" y="135"/>
                    <a:pt x="64" y="135"/>
                    <a:pt x="64" y="134"/>
                  </a:cubicBezTo>
                  <a:cubicBezTo>
                    <a:pt x="64" y="134"/>
                    <a:pt x="64" y="135"/>
                    <a:pt x="64" y="135"/>
                  </a:cubicBezTo>
                  <a:cubicBezTo>
                    <a:pt x="63" y="134"/>
                    <a:pt x="63" y="134"/>
                    <a:pt x="62" y="134"/>
                  </a:cubicBezTo>
                  <a:cubicBezTo>
                    <a:pt x="62" y="134"/>
                    <a:pt x="61" y="134"/>
                    <a:pt x="61" y="134"/>
                  </a:cubicBezTo>
                  <a:cubicBezTo>
                    <a:pt x="60" y="134"/>
                    <a:pt x="61" y="134"/>
                    <a:pt x="61" y="134"/>
                  </a:cubicBezTo>
                  <a:cubicBezTo>
                    <a:pt x="61" y="134"/>
                    <a:pt x="61" y="132"/>
                    <a:pt x="61" y="131"/>
                  </a:cubicBezTo>
                  <a:cubicBezTo>
                    <a:pt x="61" y="130"/>
                    <a:pt x="61" y="130"/>
                    <a:pt x="60" y="130"/>
                  </a:cubicBezTo>
                  <a:cubicBezTo>
                    <a:pt x="60" y="129"/>
                    <a:pt x="59" y="128"/>
                    <a:pt x="59" y="128"/>
                  </a:cubicBezTo>
                  <a:cubicBezTo>
                    <a:pt x="60" y="128"/>
                    <a:pt x="59" y="127"/>
                    <a:pt x="59" y="127"/>
                  </a:cubicBezTo>
                  <a:cubicBezTo>
                    <a:pt x="58" y="127"/>
                    <a:pt x="58" y="126"/>
                    <a:pt x="57" y="126"/>
                  </a:cubicBezTo>
                  <a:cubicBezTo>
                    <a:pt x="57" y="126"/>
                    <a:pt x="56" y="126"/>
                    <a:pt x="56" y="126"/>
                  </a:cubicBezTo>
                  <a:cubicBezTo>
                    <a:pt x="55" y="126"/>
                    <a:pt x="55" y="127"/>
                    <a:pt x="55" y="127"/>
                  </a:cubicBezTo>
                  <a:cubicBezTo>
                    <a:pt x="55" y="128"/>
                    <a:pt x="56" y="127"/>
                    <a:pt x="56" y="127"/>
                  </a:cubicBezTo>
                  <a:cubicBezTo>
                    <a:pt x="57" y="126"/>
                    <a:pt x="57" y="127"/>
                    <a:pt x="58" y="127"/>
                  </a:cubicBezTo>
                  <a:cubicBezTo>
                    <a:pt x="58" y="127"/>
                    <a:pt x="58" y="127"/>
                    <a:pt x="58" y="127"/>
                  </a:cubicBezTo>
                  <a:cubicBezTo>
                    <a:pt x="58" y="128"/>
                    <a:pt x="58" y="128"/>
                    <a:pt x="59" y="128"/>
                  </a:cubicBezTo>
                  <a:cubicBezTo>
                    <a:pt x="59" y="128"/>
                    <a:pt x="59" y="128"/>
                    <a:pt x="58" y="128"/>
                  </a:cubicBezTo>
                  <a:cubicBezTo>
                    <a:pt x="58" y="128"/>
                    <a:pt x="58" y="128"/>
                    <a:pt x="57" y="128"/>
                  </a:cubicBezTo>
                  <a:cubicBezTo>
                    <a:pt x="56" y="127"/>
                    <a:pt x="55" y="127"/>
                    <a:pt x="55" y="128"/>
                  </a:cubicBezTo>
                  <a:cubicBezTo>
                    <a:pt x="54" y="128"/>
                    <a:pt x="53" y="128"/>
                    <a:pt x="52" y="128"/>
                  </a:cubicBezTo>
                  <a:cubicBezTo>
                    <a:pt x="51" y="129"/>
                    <a:pt x="50" y="128"/>
                    <a:pt x="49" y="128"/>
                  </a:cubicBezTo>
                  <a:cubicBezTo>
                    <a:pt x="48" y="128"/>
                    <a:pt x="48" y="129"/>
                    <a:pt x="48" y="128"/>
                  </a:cubicBezTo>
                  <a:cubicBezTo>
                    <a:pt x="48" y="128"/>
                    <a:pt x="47" y="129"/>
                    <a:pt x="47" y="128"/>
                  </a:cubicBezTo>
                  <a:cubicBezTo>
                    <a:pt x="46" y="128"/>
                    <a:pt x="46" y="129"/>
                    <a:pt x="46" y="129"/>
                  </a:cubicBezTo>
                  <a:cubicBezTo>
                    <a:pt x="45" y="129"/>
                    <a:pt x="44" y="129"/>
                    <a:pt x="43" y="129"/>
                  </a:cubicBezTo>
                  <a:cubicBezTo>
                    <a:pt x="42" y="129"/>
                    <a:pt x="41" y="130"/>
                    <a:pt x="42" y="130"/>
                  </a:cubicBezTo>
                  <a:cubicBezTo>
                    <a:pt x="42" y="131"/>
                    <a:pt x="41" y="131"/>
                    <a:pt x="41" y="130"/>
                  </a:cubicBezTo>
                  <a:cubicBezTo>
                    <a:pt x="41" y="130"/>
                    <a:pt x="40" y="130"/>
                    <a:pt x="40" y="130"/>
                  </a:cubicBezTo>
                  <a:cubicBezTo>
                    <a:pt x="40" y="130"/>
                    <a:pt x="39" y="130"/>
                    <a:pt x="39" y="130"/>
                  </a:cubicBezTo>
                  <a:cubicBezTo>
                    <a:pt x="39" y="129"/>
                    <a:pt x="38" y="129"/>
                    <a:pt x="38" y="129"/>
                  </a:cubicBezTo>
                  <a:cubicBezTo>
                    <a:pt x="37" y="129"/>
                    <a:pt x="36" y="129"/>
                    <a:pt x="36" y="128"/>
                  </a:cubicBezTo>
                  <a:cubicBezTo>
                    <a:pt x="36" y="128"/>
                    <a:pt x="36" y="128"/>
                    <a:pt x="36" y="128"/>
                  </a:cubicBezTo>
                  <a:cubicBezTo>
                    <a:pt x="36" y="128"/>
                    <a:pt x="36" y="128"/>
                    <a:pt x="36" y="128"/>
                  </a:cubicBezTo>
                  <a:cubicBezTo>
                    <a:pt x="36" y="127"/>
                    <a:pt x="35" y="128"/>
                    <a:pt x="35" y="128"/>
                  </a:cubicBezTo>
                  <a:cubicBezTo>
                    <a:pt x="35" y="128"/>
                    <a:pt x="35" y="128"/>
                    <a:pt x="36" y="128"/>
                  </a:cubicBezTo>
                  <a:cubicBezTo>
                    <a:pt x="36" y="128"/>
                    <a:pt x="36" y="129"/>
                    <a:pt x="35" y="129"/>
                  </a:cubicBezTo>
                  <a:cubicBezTo>
                    <a:pt x="35" y="129"/>
                    <a:pt x="34" y="129"/>
                    <a:pt x="33" y="128"/>
                  </a:cubicBezTo>
                  <a:cubicBezTo>
                    <a:pt x="32" y="128"/>
                    <a:pt x="31" y="128"/>
                    <a:pt x="31" y="129"/>
                  </a:cubicBezTo>
                  <a:cubicBezTo>
                    <a:pt x="30" y="129"/>
                    <a:pt x="30" y="130"/>
                    <a:pt x="30" y="130"/>
                  </a:cubicBezTo>
                  <a:cubicBezTo>
                    <a:pt x="30" y="130"/>
                    <a:pt x="31" y="130"/>
                    <a:pt x="31" y="130"/>
                  </a:cubicBezTo>
                  <a:cubicBezTo>
                    <a:pt x="31" y="131"/>
                    <a:pt x="29" y="130"/>
                    <a:pt x="29" y="130"/>
                  </a:cubicBezTo>
                  <a:cubicBezTo>
                    <a:pt x="28" y="130"/>
                    <a:pt x="28" y="130"/>
                    <a:pt x="27" y="130"/>
                  </a:cubicBezTo>
                  <a:cubicBezTo>
                    <a:pt x="27" y="130"/>
                    <a:pt x="26" y="130"/>
                    <a:pt x="26" y="130"/>
                  </a:cubicBezTo>
                  <a:cubicBezTo>
                    <a:pt x="25" y="130"/>
                    <a:pt x="23" y="130"/>
                    <a:pt x="22" y="130"/>
                  </a:cubicBezTo>
                  <a:cubicBezTo>
                    <a:pt x="22" y="130"/>
                    <a:pt x="20" y="130"/>
                    <a:pt x="21" y="130"/>
                  </a:cubicBezTo>
                  <a:cubicBezTo>
                    <a:pt x="21" y="130"/>
                    <a:pt x="19" y="130"/>
                    <a:pt x="20" y="131"/>
                  </a:cubicBezTo>
                  <a:cubicBezTo>
                    <a:pt x="20" y="131"/>
                    <a:pt x="20" y="131"/>
                    <a:pt x="20" y="131"/>
                  </a:cubicBezTo>
                  <a:cubicBezTo>
                    <a:pt x="20" y="132"/>
                    <a:pt x="19" y="131"/>
                    <a:pt x="19" y="131"/>
                  </a:cubicBezTo>
                  <a:cubicBezTo>
                    <a:pt x="20" y="131"/>
                    <a:pt x="19" y="130"/>
                    <a:pt x="19" y="130"/>
                  </a:cubicBezTo>
                  <a:cubicBezTo>
                    <a:pt x="18" y="130"/>
                    <a:pt x="17" y="130"/>
                    <a:pt x="18" y="131"/>
                  </a:cubicBezTo>
                  <a:cubicBezTo>
                    <a:pt x="17" y="131"/>
                    <a:pt x="16" y="131"/>
                    <a:pt x="15" y="131"/>
                  </a:cubicBezTo>
                  <a:cubicBezTo>
                    <a:pt x="15" y="132"/>
                    <a:pt x="15" y="132"/>
                    <a:pt x="15" y="132"/>
                  </a:cubicBezTo>
                  <a:cubicBezTo>
                    <a:pt x="15" y="132"/>
                    <a:pt x="15" y="132"/>
                    <a:pt x="14" y="132"/>
                  </a:cubicBezTo>
                  <a:cubicBezTo>
                    <a:pt x="14" y="132"/>
                    <a:pt x="14" y="131"/>
                    <a:pt x="14" y="131"/>
                  </a:cubicBezTo>
                  <a:cubicBezTo>
                    <a:pt x="15" y="130"/>
                    <a:pt x="13" y="130"/>
                    <a:pt x="13" y="130"/>
                  </a:cubicBezTo>
                  <a:cubicBezTo>
                    <a:pt x="13" y="129"/>
                    <a:pt x="13" y="128"/>
                    <a:pt x="13" y="127"/>
                  </a:cubicBezTo>
                  <a:cubicBezTo>
                    <a:pt x="13" y="127"/>
                    <a:pt x="13" y="126"/>
                    <a:pt x="13" y="126"/>
                  </a:cubicBezTo>
                  <a:cubicBezTo>
                    <a:pt x="13" y="126"/>
                    <a:pt x="13" y="125"/>
                    <a:pt x="13" y="125"/>
                  </a:cubicBezTo>
                  <a:cubicBezTo>
                    <a:pt x="13" y="125"/>
                    <a:pt x="13" y="124"/>
                    <a:pt x="13" y="124"/>
                  </a:cubicBezTo>
                  <a:cubicBezTo>
                    <a:pt x="13" y="124"/>
                    <a:pt x="13" y="124"/>
                    <a:pt x="14" y="124"/>
                  </a:cubicBezTo>
                  <a:cubicBezTo>
                    <a:pt x="14" y="123"/>
                    <a:pt x="14" y="121"/>
                    <a:pt x="14" y="121"/>
                  </a:cubicBezTo>
                  <a:cubicBezTo>
                    <a:pt x="14" y="120"/>
                    <a:pt x="14" y="119"/>
                    <a:pt x="14" y="119"/>
                  </a:cubicBezTo>
                  <a:cubicBezTo>
                    <a:pt x="15" y="119"/>
                    <a:pt x="16" y="118"/>
                    <a:pt x="16" y="118"/>
                  </a:cubicBezTo>
                  <a:cubicBezTo>
                    <a:pt x="16" y="117"/>
                    <a:pt x="17" y="118"/>
                    <a:pt x="17" y="118"/>
                  </a:cubicBezTo>
                  <a:cubicBezTo>
                    <a:pt x="18" y="118"/>
                    <a:pt x="18" y="117"/>
                    <a:pt x="18" y="117"/>
                  </a:cubicBezTo>
                  <a:cubicBezTo>
                    <a:pt x="18" y="117"/>
                    <a:pt x="18" y="117"/>
                    <a:pt x="18" y="116"/>
                  </a:cubicBezTo>
                  <a:cubicBezTo>
                    <a:pt x="18" y="115"/>
                    <a:pt x="19" y="115"/>
                    <a:pt x="20" y="115"/>
                  </a:cubicBezTo>
                  <a:cubicBezTo>
                    <a:pt x="21" y="115"/>
                    <a:pt x="22" y="115"/>
                    <a:pt x="22" y="114"/>
                  </a:cubicBezTo>
                  <a:cubicBezTo>
                    <a:pt x="23" y="114"/>
                    <a:pt x="24" y="115"/>
                    <a:pt x="25" y="115"/>
                  </a:cubicBezTo>
                  <a:cubicBezTo>
                    <a:pt x="26" y="115"/>
                    <a:pt x="26" y="115"/>
                    <a:pt x="26" y="114"/>
                  </a:cubicBezTo>
                  <a:cubicBezTo>
                    <a:pt x="26" y="113"/>
                    <a:pt x="26" y="112"/>
                    <a:pt x="26" y="112"/>
                  </a:cubicBezTo>
                  <a:cubicBezTo>
                    <a:pt x="27" y="112"/>
                    <a:pt x="26" y="111"/>
                    <a:pt x="26" y="110"/>
                  </a:cubicBezTo>
                  <a:cubicBezTo>
                    <a:pt x="26" y="110"/>
                    <a:pt x="26" y="109"/>
                    <a:pt x="27" y="109"/>
                  </a:cubicBezTo>
                  <a:cubicBezTo>
                    <a:pt x="26" y="109"/>
                    <a:pt x="26" y="108"/>
                    <a:pt x="26" y="108"/>
                  </a:cubicBezTo>
                  <a:cubicBezTo>
                    <a:pt x="25" y="107"/>
                    <a:pt x="25" y="108"/>
                    <a:pt x="24" y="108"/>
                  </a:cubicBezTo>
                  <a:cubicBezTo>
                    <a:pt x="23" y="108"/>
                    <a:pt x="22" y="108"/>
                    <a:pt x="21" y="108"/>
                  </a:cubicBezTo>
                  <a:cubicBezTo>
                    <a:pt x="22" y="107"/>
                    <a:pt x="21" y="107"/>
                    <a:pt x="21" y="106"/>
                  </a:cubicBezTo>
                  <a:cubicBezTo>
                    <a:pt x="21" y="106"/>
                    <a:pt x="22" y="106"/>
                    <a:pt x="22" y="105"/>
                  </a:cubicBezTo>
                  <a:cubicBezTo>
                    <a:pt x="22" y="105"/>
                    <a:pt x="21" y="104"/>
                    <a:pt x="21" y="104"/>
                  </a:cubicBezTo>
                  <a:cubicBezTo>
                    <a:pt x="21" y="103"/>
                    <a:pt x="21" y="102"/>
                    <a:pt x="20" y="101"/>
                  </a:cubicBezTo>
                  <a:cubicBezTo>
                    <a:pt x="20" y="100"/>
                    <a:pt x="20" y="99"/>
                    <a:pt x="20" y="98"/>
                  </a:cubicBezTo>
                  <a:cubicBezTo>
                    <a:pt x="20" y="97"/>
                    <a:pt x="20" y="97"/>
                    <a:pt x="19" y="97"/>
                  </a:cubicBezTo>
                  <a:cubicBezTo>
                    <a:pt x="18" y="97"/>
                    <a:pt x="18" y="97"/>
                    <a:pt x="17" y="96"/>
                  </a:cubicBezTo>
                  <a:cubicBezTo>
                    <a:pt x="16" y="95"/>
                    <a:pt x="14" y="94"/>
                    <a:pt x="12" y="94"/>
                  </a:cubicBezTo>
                  <a:cubicBezTo>
                    <a:pt x="11" y="93"/>
                    <a:pt x="11" y="93"/>
                    <a:pt x="10" y="92"/>
                  </a:cubicBezTo>
                  <a:cubicBezTo>
                    <a:pt x="9" y="92"/>
                    <a:pt x="9" y="91"/>
                    <a:pt x="8" y="90"/>
                  </a:cubicBezTo>
                  <a:cubicBezTo>
                    <a:pt x="8" y="89"/>
                    <a:pt x="7" y="89"/>
                    <a:pt x="7" y="88"/>
                  </a:cubicBezTo>
                  <a:cubicBezTo>
                    <a:pt x="7" y="88"/>
                    <a:pt x="7" y="88"/>
                    <a:pt x="7" y="87"/>
                  </a:cubicBezTo>
                  <a:cubicBezTo>
                    <a:pt x="7" y="87"/>
                    <a:pt x="6" y="87"/>
                    <a:pt x="6" y="87"/>
                  </a:cubicBezTo>
                  <a:cubicBezTo>
                    <a:pt x="6" y="87"/>
                    <a:pt x="5" y="86"/>
                    <a:pt x="5" y="85"/>
                  </a:cubicBezTo>
                  <a:cubicBezTo>
                    <a:pt x="5" y="84"/>
                    <a:pt x="5" y="84"/>
                    <a:pt x="4" y="84"/>
                  </a:cubicBezTo>
                  <a:cubicBezTo>
                    <a:pt x="3" y="82"/>
                    <a:pt x="1" y="81"/>
                    <a:pt x="0" y="79"/>
                  </a:cubicBezTo>
                  <a:cubicBezTo>
                    <a:pt x="4" y="80"/>
                    <a:pt x="8" y="82"/>
                    <a:pt x="11" y="83"/>
                  </a:cubicBezTo>
                  <a:cubicBezTo>
                    <a:pt x="13" y="83"/>
                    <a:pt x="15" y="84"/>
                    <a:pt x="16" y="84"/>
                  </a:cubicBezTo>
                  <a:cubicBezTo>
                    <a:pt x="18" y="84"/>
                    <a:pt x="20" y="84"/>
                    <a:pt x="22" y="83"/>
                  </a:cubicBezTo>
                  <a:cubicBezTo>
                    <a:pt x="24" y="83"/>
                    <a:pt x="26" y="83"/>
                    <a:pt x="28" y="83"/>
                  </a:cubicBezTo>
                  <a:cubicBezTo>
                    <a:pt x="28" y="84"/>
                    <a:pt x="29" y="84"/>
                    <a:pt x="30" y="84"/>
                  </a:cubicBezTo>
                  <a:cubicBezTo>
                    <a:pt x="31" y="84"/>
                    <a:pt x="31" y="84"/>
                    <a:pt x="31" y="83"/>
                  </a:cubicBezTo>
                  <a:cubicBezTo>
                    <a:pt x="32" y="82"/>
                    <a:pt x="35" y="82"/>
                    <a:pt x="36" y="82"/>
                  </a:cubicBezTo>
                  <a:cubicBezTo>
                    <a:pt x="37" y="82"/>
                    <a:pt x="38" y="83"/>
                    <a:pt x="39" y="83"/>
                  </a:cubicBezTo>
                  <a:cubicBezTo>
                    <a:pt x="40" y="82"/>
                    <a:pt x="41" y="82"/>
                    <a:pt x="42" y="82"/>
                  </a:cubicBezTo>
                  <a:cubicBezTo>
                    <a:pt x="44" y="81"/>
                    <a:pt x="46" y="80"/>
                    <a:pt x="48" y="80"/>
                  </a:cubicBezTo>
                  <a:cubicBezTo>
                    <a:pt x="49" y="79"/>
                    <a:pt x="52" y="79"/>
                    <a:pt x="50" y="77"/>
                  </a:cubicBezTo>
                  <a:cubicBezTo>
                    <a:pt x="49" y="76"/>
                    <a:pt x="50" y="75"/>
                    <a:pt x="50" y="74"/>
                  </a:cubicBezTo>
                  <a:cubicBezTo>
                    <a:pt x="50" y="73"/>
                    <a:pt x="50" y="72"/>
                    <a:pt x="49" y="72"/>
                  </a:cubicBezTo>
                  <a:cubicBezTo>
                    <a:pt x="49" y="71"/>
                    <a:pt x="49" y="70"/>
                    <a:pt x="49" y="69"/>
                  </a:cubicBezTo>
                  <a:cubicBezTo>
                    <a:pt x="49" y="69"/>
                    <a:pt x="49" y="68"/>
                    <a:pt x="50" y="67"/>
                  </a:cubicBezTo>
                  <a:cubicBezTo>
                    <a:pt x="50" y="67"/>
                    <a:pt x="51" y="67"/>
                    <a:pt x="51" y="67"/>
                  </a:cubicBezTo>
                  <a:cubicBezTo>
                    <a:pt x="52" y="66"/>
                    <a:pt x="52" y="65"/>
                    <a:pt x="52" y="65"/>
                  </a:cubicBezTo>
                  <a:cubicBezTo>
                    <a:pt x="52" y="64"/>
                    <a:pt x="53" y="64"/>
                    <a:pt x="53" y="63"/>
                  </a:cubicBezTo>
                  <a:cubicBezTo>
                    <a:pt x="54" y="63"/>
                    <a:pt x="54" y="63"/>
                    <a:pt x="55" y="63"/>
                  </a:cubicBezTo>
                  <a:cubicBezTo>
                    <a:pt x="55" y="64"/>
                    <a:pt x="55" y="64"/>
                    <a:pt x="55" y="64"/>
                  </a:cubicBezTo>
                  <a:cubicBezTo>
                    <a:pt x="55" y="64"/>
                    <a:pt x="56" y="64"/>
                    <a:pt x="56" y="64"/>
                  </a:cubicBezTo>
                  <a:cubicBezTo>
                    <a:pt x="57" y="64"/>
                    <a:pt x="57" y="64"/>
                    <a:pt x="58" y="64"/>
                  </a:cubicBezTo>
                  <a:cubicBezTo>
                    <a:pt x="59" y="64"/>
                    <a:pt x="60" y="64"/>
                    <a:pt x="61" y="63"/>
                  </a:cubicBezTo>
                  <a:cubicBezTo>
                    <a:pt x="61" y="63"/>
                    <a:pt x="61" y="63"/>
                    <a:pt x="62" y="63"/>
                  </a:cubicBezTo>
                  <a:cubicBezTo>
                    <a:pt x="62" y="63"/>
                    <a:pt x="61" y="62"/>
                    <a:pt x="61" y="62"/>
                  </a:cubicBezTo>
                  <a:cubicBezTo>
                    <a:pt x="61" y="62"/>
                    <a:pt x="60" y="62"/>
                    <a:pt x="60" y="62"/>
                  </a:cubicBezTo>
                  <a:cubicBezTo>
                    <a:pt x="60" y="62"/>
                    <a:pt x="60" y="61"/>
                    <a:pt x="59" y="61"/>
                  </a:cubicBezTo>
                  <a:cubicBezTo>
                    <a:pt x="60" y="61"/>
                    <a:pt x="61" y="61"/>
                    <a:pt x="61" y="60"/>
                  </a:cubicBezTo>
                  <a:cubicBezTo>
                    <a:pt x="62" y="60"/>
                    <a:pt x="62" y="60"/>
                    <a:pt x="63" y="60"/>
                  </a:cubicBezTo>
                  <a:cubicBezTo>
                    <a:pt x="64" y="60"/>
                    <a:pt x="64" y="57"/>
                    <a:pt x="65" y="58"/>
                  </a:cubicBezTo>
                  <a:cubicBezTo>
                    <a:pt x="65" y="58"/>
                    <a:pt x="66" y="58"/>
                    <a:pt x="66" y="58"/>
                  </a:cubicBezTo>
                  <a:cubicBezTo>
                    <a:pt x="67" y="58"/>
                    <a:pt x="67" y="59"/>
                    <a:pt x="68" y="58"/>
                  </a:cubicBezTo>
                  <a:cubicBezTo>
                    <a:pt x="68" y="58"/>
                    <a:pt x="68" y="58"/>
                    <a:pt x="68" y="58"/>
                  </a:cubicBezTo>
                  <a:cubicBezTo>
                    <a:pt x="67" y="58"/>
                    <a:pt x="66" y="58"/>
                    <a:pt x="67" y="58"/>
                  </a:cubicBezTo>
                  <a:cubicBezTo>
                    <a:pt x="68" y="57"/>
                    <a:pt x="68" y="58"/>
                    <a:pt x="69" y="58"/>
                  </a:cubicBezTo>
                  <a:cubicBezTo>
                    <a:pt x="69" y="58"/>
                    <a:pt x="69" y="58"/>
                    <a:pt x="70" y="58"/>
                  </a:cubicBezTo>
                  <a:cubicBezTo>
                    <a:pt x="70" y="59"/>
                    <a:pt x="70" y="59"/>
                    <a:pt x="70" y="59"/>
                  </a:cubicBezTo>
                  <a:cubicBezTo>
                    <a:pt x="70" y="59"/>
                    <a:pt x="71" y="60"/>
                    <a:pt x="71" y="60"/>
                  </a:cubicBezTo>
                  <a:cubicBezTo>
                    <a:pt x="72" y="59"/>
                    <a:pt x="73" y="59"/>
                    <a:pt x="73" y="58"/>
                  </a:cubicBezTo>
                  <a:cubicBezTo>
                    <a:pt x="74" y="58"/>
                    <a:pt x="74" y="57"/>
                    <a:pt x="74" y="56"/>
                  </a:cubicBezTo>
                  <a:cubicBezTo>
                    <a:pt x="75" y="56"/>
                    <a:pt x="74" y="55"/>
                    <a:pt x="74" y="55"/>
                  </a:cubicBezTo>
                  <a:cubicBezTo>
                    <a:pt x="74" y="54"/>
                    <a:pt x="74" y="53"/>
                    <a:pt x="74" y="52"/>
                  </a:cubicBezTo>
                  <a:cubicBezTo>
                    <a:pt x="74" y="52"/>
                    <a:pt x="73" y="51"/>
                    <a:pt x="73" y="50"/>
                  </a:cubicBezTo>
                  <a:cubicBezTo>
                    <a:pt x="73" y="49"/>
                    <a:pt x="74" y="49"/>
                    <a:pt x="74" y="49"/>
                  </a:cubicBezTo>
                  <a:cubicBezTo>
                    <a:pt x="75" y="48"/>
                    <a:pt x="74" y="48"/>
                    <a:pt x="74" y="47"/>
                  </a:cubicBezTo>
                  <a:cubicBezTo>
                    <a:pt x="74" y="47"/>
                    <a:pt x="74" y="47"/>
                    <a:pt x="74" y="46"/>
                  </a:cubicBezTo>
                  <a:cubicBezTo>
                    <a:pt x="75" y="46"/>
                    <a:pt x="74" y="45"/>
                    <a:pt x="74" y="44"/>
                  </a:cubicBezTo>
                  <a:cubicBezTo>
                    <a:pt x="74" y="44"/>
                    <a:pt x="75" y="44"/>
                    <a:pt x="76" y="44"/>
                  </a:cubicBezTo>
                  <a:cubicBezTo>
                    <a:pt x="76" y="44"/>
                    <a:pt x="77" y="43"/>
                    <a:pt x="77" y="43"/>
                  </a:cubicBezTo>
                  <a:cubicBezTo>
                    <a:pt x="78" y="44"/>
                    <a:pt x="78" y="43"/>
                    <a:pt x="79" y="43"/>
                  </a:cubicBezTo>
                  <a:cubicBezTo>
                    <a:pt x="79" y="43"/>
                    <a:pt x="79" y="43"/>
                    <a:pt x="79" y="43"/>
                  </a:cubicBezTo>
                  <a:cubicBezTo>
                    <a:pt x="79" y="42"/>
                    <a:pt x="79" y="42"/>
                    <a:pt x="80" y="42"/>
                  </a:cubicBezTo>
                  <a:cubicBezTo>
                    <a:pt x="80" y="42"/>
                    <a:pt x="81" y="42"/>
                    <a:pt x="81" y="41"/>
                  </a:cubicBezTo>
                  <a:cubicBezTo>
                    <a:pt x="81" y="41"/>
                    <a:pt x="81" y="40"/>
                    <a:pt x="80" y="40"/>
                  </a:cubicBezTo>
                  <a:cubicBezTo>
                    <a:pt x="80" y="39"/>
                    <a:pt x="79" y="39"/>
                    <a:pt x="79" y="38"/>
                  </a:cubicBezTo>
                  <a:cubicBezTo>
                    <a:pt x="80" y="38"/>
                    <a:pt x="79" y="37"/>
                    <a:pt x="78" y="37"/>
                  </a:cubicBezTo>
                  <a:cubicBezTo>
                    <a:pt x="78" y="36"/>
                    <a:pt x="77" y="37"/>
                    <a:pt x="77" y="36"/>
                  </a:cubicBezTo>
                  <a:cubicBezTo>
                    <a:pt x="77" y="36"/>
                    <a:pt x="76" y="35"/>
                    <a:pt x="76" y="35"/>
                  </a:cubicBezTo>
                  <a:cubicBezTo>
                    <a:pt x="75" y="34"/>
                    <a:pt x="76" y="33"/>
                    <a:pt x="77" y="33"/>
                  </a:cubicBezTo>
                  <a:cubicBezTo>
                    <a:pt x="78" y="33"/>
                    <a:pt x="79" y="34"/>
                    <a:pt x="81" y="34"/>
                  </a:cubicBezTo>
                  <a:cubicBezTo>
                    <a:pt x="81" y="34"/>
                    <a:pt x="82" y="34"/>
                    <a:pt x="83" y="34"/>
                  </a:cubicBezTo>
                  <a:cubicBezTo>
                    <a:pt x="83" y="34"/>
                    <a:pt x="84" y="34"/>
                    <a:pt x="85" y="34"/>
                  </a:cubicBezTo>
                  <a:cubicBezTo>
                    <a:pt x="85" y="34"/>
                    <a:pt x="85" y="33"/>
                    <a:pt x="85" y="33"/>
                  </a:cubicBezTo>
                  <a:cubicBezTo>
                    <a:pt x="86" y="33"/>
                    <a:pt x="86" y="33"/>
                    <a:pt x="87" y="33"/>
                  </a:cubicBezTo>
                  <a:cubicBezTo>
                    <a:pt x="87" y="33"/>
                    <a:pt x="86" y="32"/>
                    <a:pt x="86" y="32"/>
                  </a:cubicBezTo>
                  <a:cubicBezTo>
                    <a:pt x="86" y="32"/>
                    <a:pt x="87" y="32"/>
                    <a:pt x="87" y="32"/>
                  </a:cubicBezTo>
                  <a:cubicBezTo>
                    <a:pt x="87" y="31"/>
                    <a:pt x="87" y="31"/>
                    <a:pt x="87" y="30"/>
                  </a:cubicBezTo>
                  <a:cubicBezTo>
                    <a:pt x="87" y="29"/>
                    <a:pt x="85" y="29"/>
                    <a:pt x="85" y="28"/>
                  </a:cubicBezTo>
                  <a:cubicBezTo>
                    <a:pt x="84" y="27"/>
                    <a:pt x="86" y="28"/>
                    <a:pt x="86" y="27"/>
                  </a:cubicBezTo>
                  <a:cubicBezTo>
                    <a:pt x="85" y="26"/>
                    <a:pt x="85" y="26"/>
                    <a:pt x="86" y="26"/>
                  </a:cubicBezTo>
                  <a:cubicBezTo>
                    <a:pt x="86" y="25"/>
                    <a:pt x="87" y="25"/>
                    <a:pt x="87" y="24"/>
                  </a:cubicBezTo>
                  <a:cubicBezTo>
                    <a:pt x="87" y="24"/>
                    <a:pt x="87" y="24"/>
                    <a:pt x="88" y="23"/>
                  </a:cubicBezTo>
                  <a:cubicBezTo>
                    <a:pt x="88" y="23"/>
                    <a:pt x="88" y="23"/>
                    <a:pt x="88" y="22"/>
                  </a:cubicBezTo>
                  <a:cubicBezTo>
                    <a:pt x="88" y="21"/>
                    <a:pt x="90" y="21"/>
                    <a:pt x="89" y="20"/>
                  </a:cubicBezTo>
                  <a:cubicBezTo>
                    <a:pt x="89" y="20"/>
                    <a:pt x="88" y="20"/>
                    <a:pt x="88" y="19"/>
                  </a:cubicBezTo>
                  <a:cubicBezTo>
                    <a:pt x="88" y="19"/>
                    <a:pt x="89" y="18"/>
                    <a:pt x="89" y="18"/>
                  </a:cubicBezTo>
                  <a:cubicBezTo>
                    <a:pt x="89" y="17"/>
                    <a:pt x="88" y="17"/>
                    <a:pt x="88" y="17"/>
                  </a:cubicBezTo>
                  <a:cubicBezTo>
                    <a:pt x="88" y="16"/>
                    <a:pt x="87" y="16"/>
                    <a:pt x="87" y="16"/>
                  </a:cubicBezTo>
                  <a:cubicBezTo>
                    <a:pt x="87" y="15"/>
                    <a:pt x="87" y="15"/>
                    <a:pt x="87" y="14"/>
                  </a:cubicBezTo>
                  <a:cubicBezTo>
                    <a:pt x="86" y="14"/>
                    <a:pt x="85" y="13"/>
                    <a:pt x="85" y="13"/>
                  </a:cubicBezTo>
                  <a:cubicBezTo>
                    <a:pt x="85" y="12"/>
                    <a:pt x="85" y="12"/>
                    <a:pt x="84" y="12"/>
                  </a:cubicBezTo>
                  <a:cubicBezTo>
                    <a:pt x="84" y="12"/>
                    <a:pt x="83" y="11"/>
                    <a:pt x="83" y="11"/>
                  </a:cubicBezTo>
                  <a:cubicBezTo>
                    <a:pt x="83" y="10"/>
                    <a:pt x="83" y="10"/>
                    <a:pt x="84" y="10"/>
                  </a:cubicBezTo>
                  <a:cubicBezTo>
                    <a:pt x="84" y="10"/>
                    <a:pt x="85" y="9"/>
                    <a:pt x="85" y="9"/>
                  </a:cubicBezTo>
                  <a:cubicBezTo>
                    <a:pt x="85" y="8"/>
                    <a:pt x="86" y="8"/>
                    <a:pt x="86" y="7"/>
                  </a:cubicBezTo>
                  <a:cubicBezTo>
                    <a:pt x="86" y="7"/>
                    <a:pt x="86" y="6"/>
                    <a:pt x="86" y="7"/>
                  </a:cubicBezTo>
                  <a:cubicBezTo>
                    <a:pt x="87" y="7"/>
                    <a:pt x="88" y="7"/>
                    <a:pt x="88" y="7"/>
                  </a:cubicBezTo>
                  <a:cubicBezTo>
                    <a:pt x="88" y="7"/>
                    <a:pt x="87" y="7"/>
                    <a:pt x="88" y="6"/>
                  </a:cubicBezTo>
                  <a:cubicBezTo>
                    <a:pt x="88" y="6"/>
                    <a:pt x="89" y="6"/>
                    <a:pt x="89" y="6"/>
                  </a:cubicBezTo>
                  <a:cubicBezTo>
                    <a:pt x="89" y="5"/>
                    <a:pt x="90" y="5"/>
                    <a:pt x="90" y="5"/>
                  </a:cubicBezTo>
                  <a:cubicBezTo>
                    <a:pt x="90" y="5"/>
                    <a:pt x="90" y="5"/>
                    <a:pt x="90" y="5"/>
                  </a:cubicBezTo>
                  <a:cubicBezTo>
                    <a:pt x="90" y="4"/>
                    <a:pt x="91" y="5"/>
                    <a:pt x="91" y="4"/>
                  </a:cubicBezTo>
                  <a:cubicBezTo>
                    <a:pt x="91" y="4"/>
                    <a:pt x="90" y="4"/>
                    <a:pt x="91" y="4"/>
                  </a:cubicBezTo>
                  <a:cubicBezTo>
                    <a:pt x="91" y="3"/>
                    <a:pt x="92" y="3"/>
                    <a:pt x="92" y="3"/>
                  </a:cubicBezTo>
                  <a:cubicBezTo>
                    <a:pt x="93" y="3"/>
                    <a:pt x="93" y="3"/>
                    <a:pt x="94" y="3"/>
                  </a:cubicBezTo>
                  <a:cubicBezTo>
                    <a:pt x="94" y="2"/>
                    <a:pt x="95" y="2"/>
                    <a:pt x="96" y="2"/>
                  </a:cubicBezTo>
                  <a:cubicBezTo>
                    <a:pt x="97" y="2"/>
                    <a:pt x="98" y="2"/>
                    <a:pt x="99" y="2"/>
                  </a:cubicBezTo>
                  <a:cubicBezTo>
                    <a:pt x="99" y="2"/>
                    <a:pt x="100" y="2"/>
                    <a:pt x="101" y="2"/>
                  </a:cubicBezTo>
                  <a:cubicBezTo>
                    <a:pt x="102" y="2"/>
                    <a:pt x="103" y="2"/>
                    <a:pt x="103" y="2"/>
                  </a:cubicBezTo>
                  <a:cubicBezTo>
                    <a:pt x="104" y="2"/>
                    <a:pt x="105" y="2"/>
                    <a:pt x="106" y="2"/>
                  </a:cubicBezTo>
                  <a:cubicBezTo>
                    <a:pt x="106" y="2"/>
                    <a:pt x="107" y="3"/>
                    <a:pt x="107" y="3"/>
                  </a:cubicBezTo>
                  <a:cubicBezTo>
                    <a:pt x="108" y="2"/>
                    <a:pt x="107" y="2"/>
                    <a:pt x="108" y="2"/>
                  </a:cubicBezTo>
                  <a:cubicBezTo>
                    <a:pt x="109" y="2"/>
                    <a:pt x="109" y="2"/>
                    <a:pt x="110" y="1"/>
                  </a:cubicBezTo>
                  <a:cubicBezTo>
                    <a:pt x="110" y="1"/>
                    <a:pt x="110" y="0"/>
                    <a:pt x="111" y="1"/>
                  </a:cubicBezTo>
                  <a:cubicBezTo>
                    <a:pt x="111" y="1"/>
                    <a:pt x="112" y="1"/>
                    <a:pt x="111" y="0"/>
                  </a:cubicBezTo>
                  <a:cubicBezTo>
                    <a:pt x="112" y="0"/>
                    <a:pt x="112" y="0"/>
                    <a:pt x="113" y="0"/>
                  </a:cubicBezTo>
                  <a:cubicBezTo>
                    <a:pt x="113" y="0"/>
                    <a:pt x="115" y="1"/>
                    <a:pt x="115" y="1"/>
                  </a:cubicBezTo>
                  <a:cubicBezTo>
                    <a:pt x="115" y="0"/>
                    <a:pt x="118" y="1"/>
                    <a:pt x="119" y="2"/>
                  </a:cubicBezTo>
                  <a:cubicBezTo>
                    <a:pt x="120" y="2"/>
                    <a:pt x="120" y="4"/>
                    <a:pt x="121" y="4"/>
                  </a:cubicBezTo>
                  <a:cubicBezTo>
                    <a:pt x="121" y="3"/>
                    <a:pt x="122" y="3"/>
                    <a:pt x="123" y="4"/>
                  </a:cubicBezTo>
                  <a:cubicBezTo>
                    <a:pt x="124" y="4"/>
                    <a:pt x="124" y="5"/>
                    <a:pt x="125" y="6"/>
                  </a:cubicBezTo>
                  <a:cubicBezTo>
                    <a:pt x="125" y="6"/>
                    <a:pt x="126" y="6"/>
                    <a:pt x="126" y="7"/>
                  </a:cubicBezTo>
                  <a:cubicBezTo>
                    <a:pt x="126" y="7"/>
                    <a:pt x="126" y="8"/>
                    <a:pt x="126" y="8"/>
                  </a:cubicBezTo>
                  <a:cubicBezTo>
                    <a:pt x="126" y="9"/>
                    <a:pt x="127" y="9"/>
                    <a:pt x="127" y="9"/>
                  </a:cubicBezTo>
                  <a:cubicBezTo>
                    <a:pt x="126" y="9"/>
                    <a:pt x="127" y="9"/>
                    <a:pt x="127" y="10"/>
                  </a:cubicBezTo>
                  <a:cubicBezTo>
                    <a:pt x="126" y="10"/>
                    <a:pt x="126" y="10"/>
                    <a:pt x="126" y="10"/>
                  </a:cubicBezTo>
                  <a:cubicBezTo>
                    <a:pt x="126" y="11"/>
                    <a:pt x="126" y="11"/>
                    <a:pt x="127" y="11"/>
                  </a:cubicBezTo>
                  <a:cubicBezTo>
                    <a:pt x="128" y="12"/>
                    <a:pt x="128" y="12"/>
                    <a:pt x="129" y="13"/>
                  </a:cubicBezTo>
                  <a:cubicBezTo>
                    <a:pt x="129" y="14"/>
                    <a:pt x="129" y="14"/>
                    <a:pt x="130" y="14"/>
                  </a:cubicBezTo>
                  <a:cubicBezTo>
                    <a:pt x="131" y="13"/>
                    <a:pt x="132" y="12"/>
                    <a:pt x="133" y="13"/>
                  </a:cubicBezTo>
                  <a:cubicBezTo>
                    <a:pt x="133" y="13"/>
                    <a:pt x="133" y="14"/>
                    <a:pt x="133" y="14"/>
                  </a:cubicBezTo>
                  <a:cubicBezTo>
                    <a:pt x="133" y="14"/>
                    <a:pt x="134" y="15"/>
                    <a:pt x="134" y="15"/>
                  </a:cubicBezTo>
                  <a:cubicBezTo>
                    <a:pt x="135" y="15"/>
                    <a:pt x="136" y="16"/>
                    <a:pt x="137" y="16"/>
                  </a:cubicBezTo>
                  <a:cubicBezTo>
                    <a:pt x="137" y="16"/>
                    <a:pt x="137" y="16"/>
                    <a:pt x="138" y="16"/>
                  </a:cubicBezTo>
                  <a:cubicBezTo>
                    <a:pt x="138" y="16"/>
                    <a:pt x="139" y="17"/>
                    <a:pt x="139" y="17"/>
                  </a:cubicBezTo>
                  <a:cubicBezTo>
                    <a:pt x="140" y="17"/>
                    <a:pt x="141" y="17"/>
                    <a:pt x="142" y="17"/>
                  </a:cubicBezTo>
                  <a:cubicBezTo>
                    <a:pt x="143" y="17"/>
                    <a:pt x="143" y="18"/>
                    <a:pt x="144" y="18"/>
                  </a:cubicBezTo>
                  <a:cubicBezTo>
                    <a:pt x="144" y="17"/>
                    <a:pt x="144" y="17"/>
                    <a:pt x="145" y="17"/>
                  </a:cubicBezTo>
                  <a:cubicBezTo>
                    <a:pt x="143" y="18"/>
                    <a:pt x="142" y="19"/>
                    <a:pt x="140" y="21"/>
                  </a:cubicBezTo>
                  <a:cubicBezTo>
                    <a:pt x="140" y="21"/>
                    <a:pt x="139" y="21"/>
                    <a:pt x="139" y="22"/>
                  </a:cubicBezTo>
                  <a:close/>
                  <a:moveTo>
                    <a:pt x="73" y="144"/>
                  </a:moveTo>
                  <a:cubicBezTo>
                    <a:pt x="73" y="144"/>
                    <a:pt x="74" y="144"/>
                    <a:pt x="74" y="144"/>
                  </a:cubicBezTo>
                  <a:cubicBezTo>
                    <a:pt x="74" y="144"/>
                    <a:pt x="73" y="143"/>
                    <a:pt x="72" y="143"/>
                  </a:cubicBezTo>
                  <a:cubicBezTo>
                    <a:pt x="72" y="143"/>
                    <a:pt x="72" y="143"/>
                    <a:pt x="72" y="143"/>
                  </a:cubicBezTo>
                  <a:cubicBezTo>
                    <a:pt x="72" y="144"/>
                    <a:pt x="72" y="143"/>
                    <a:pt x="72" y="143"/>
                  </a:cubicBezTo>
                  <a:cubicBezTo>
                    <a:pt x="72" y="144"/>
                    <a:pt x="72" y="144"/>
                    <a:pt x="71" y="145"/>
                  </a:cubicBezTo>
                  <a:cubicBezTo>
                    <a:pt x="71" y="145"/>
                    <a:pt x="71" y="146"/>
                    <a:pt x="72" y="146"/>
                  </a:cubicBezTo>
                  <a:cubicBezTo>
                    <a:pt x="72" y="146"/>
                    <a:pt x="72" y="145"/>
                    <a:pt x="72" y="145"/>
                  </a:cubicBezTo>
                  <a:cubicBezTo>
                    <a:pt x="72" y="145"/>
                    <a:pt x="73" y="146"/>
                    <a:pt x="73" y="145"/>
                  </a:cubicBezTo>
                  <a:cubicBezTo>
                    <a:pt x="73" y="145"/>
                    <a:pt x="73" y="145"/>
                    <a:pt x="73" y="144"/>
                  </a:cubicBezTo>
                  <a:cubicBezTo>
                    <a:pt x="74" y="144"/>
                    <a:pt x="73" y="144"/>
                    <a:pt x="73" y="144"/>
                  </a:cubicBezTo>
                  <a:close/>
                  <a:moveTo>
                    <a:pt x="69" y="143"/>
                  </a:moveTo>
                  <a:cubicBezTo>
                    <a:pt x="69" y="143"/>
                    <a:pt x="69" y="143"/>
                    <a:pt x="69" y="143"/>
                  </a:cubicBezTo>
                  <a:cubicBezTo>
                    <a:pt x="69" y="143"/>
                    <a:pt x="69" y="143"/>
                    <a:pt x="69" y="143"/>
                  </a:cubicBezTo>
                  <a:cubicBezTo>
                    <a:pt x="69" y="143"/>
                    <a:pt x="69" y="143"/>
                    <a:pt x="69" y="143"/>
                  </a:cubicBezTo>
                  <a:close/>
                  <a:moveTo>
                    <a:pt x="72" y="143"/>
                  </a:moveTo>
                  <a:cubicBezTo>
                    <a:pt x="71" y="142"/>
                    <a:pt x="71" y="143"/>
                    <a:pt x="70" y="143"/>
                  </a:cubicBezTo>
                  <a:cubicBezTo>
                    <a:pt x="70" y="143"/>
                    <a:pt x="69" y="144"/>
                    <a:pt x="70" y="144"/>
                  </a:cubicBezTo>
                  <a:cubicBezTo>
                    <a:pt x="70" y="144"/>
                    <a:pt x="70" y="145"/>
                    <a:pt x="70" y="144"/>
                  </a:cubicBezTo>
                  <a:cubicBezTo>
                    <a:pt x="70" y="144"/>
                    <a:pt x="70" y="145"/>
                    <a:pt x="70" y="145"/>
                  </a:cubicBezTo>
                  <a:cubicBezTo>
                    <a:pt x="70" y="145"/>
                    <a:pt x="70" y="145"/>
                    <a:pt x="70" y="145"/>
                  </a:cubicBezTo>
                  <a:cubicBezTo>
                    <a:pt x="70" y="144"/>
                    <a:pt x="71" y="145"/>
                    <a:pt x="71" y="145"/>
                  </a:cubicBezTo>
                  <a:cubicBezTo>
                    <a:pt x="71" y="145"/>
                    <a:pt x="71" y="144"/>
                    <a:pt x="71" y="144"/>
                  </a:cubicBezTo>
                  <a:cubicBezTo>
                    <a:pt x="72" y="144"/>
                    <a:pt x="72" y="143"/>
                    <a:pt x="72" y="14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05" name="Oman">
              <a:extLst>
                <a:ext uri="{FF2B5EF4-FFF2-40B4-BE49-F238E27FC236}">
                  <a16:creationId xmlns:a16="http://schemas.microsoft.com/office/drawing/2014/main" id="{4BA49C1F-2D4B-4122-0460-36844E7B10E5}"/>
                </a:ext>
              </a:extLst>
            </p:cNvPr>
            <p:cNvSpPr>
              <a:spLocks noEditPoints="1"/>
            </p:cNvSpPr>
            <p:nvPr/>
          </p:nvSpPr>
          <p:spPr bwMode="auto">
            <a:xfrm>
              <a:off x="7460979" y="3016157"/>
              <a:ext cx="254844" cy="379323"/>
            </a:xfrm>
            <a:custGeom>
              <a:avLst/>
              <a:gdLst/>
              <a:ahLst/>
              <a:cxnLst>
                <a:cxn ang="0">
                  <a:pos x="39" y="97"/>
                </a:cxn>
                <a:cxn ang="0">
                  <a:pos x="63" y="65"/>
                </a:cxn>
                <a:cxn ang="0">
                  <a:pos x="62" y="69"/>
                </a:cxn>
                <a:cxn ang="0">
                  <a:pos x="65" y="64"/>
                </a:cxn>
                <a:cxn ang="0">
                  <a:pos x="71" y="43"/>
                </a:cxn>
                <a:cxn ang="0">
                  <a:pos x="68" y="42"/>
                </a:cxn>
                <a:cxn ang="0">
                  <a:pos x="66" y="38"/>
                </a:cxn>
                <a:cxn ang="0">
                  <a:pos x="61" y="32"/>
                </a:cxn>
                <a:cxn ang="0">
                  <a:pos x="57" y="31"/>
                </a:cxn>
                <a:cxn ang="0">
                  <a:pos x="52" y="30"/>
                </a:cxn>
                <a:cxn ang="0">
                  <a:pos x="44" y="26"/>
                </a:cxn>
                <a:cxn ang="0">
                  <a:pos x="37" y="16"/>
                </a:cxn>
                <a:cxn ang="0">
                  <a:pos x="34" y="18"/>
                </a:cxn>
                <a:cxn ang="0">
                  <a:pos x="32" y="16"/>
                </a:cxn>
                <a:cxn ang="0">
                  <a:pos x="32" y="22"/>
                </a:cxn>
                <a:cxn ang="0">
                  <a:pos x="34" y="25"/>
                </a:cxn>
                <a:cxn ang="0">
                  <a:pos x="29" y="27"/>
                </a:cxn>
                <a:cxn ang="0">
                  <a:pos x="29" y="33"/>
                </a:cxn>
                <a:cxn ang="0">
                  <a:pos x="27" y="40"/>
                </a:cxn>
                <a:cxn ang="0">
                  <a:pos x="32" y="49"/>
                </a:cxn>
                <a:cxn ang="0">
                  <a:pos x="28" y="70"/>
                </a:cxn>
                <a:cxn ang="0">
                  <a:pos x="0" y="81"/>
                </a:cxn>
                <a:cxn ang="0">
                  <a:pos x="12" y="107"/>
                </a:cxn>
                <a:cxn ang="0">
                  <a:pos x="20" y="104"/>
                </a:cxn>
                <a:cxn ang="0">
                  <a:pos x="25" y="103"/>
                </a:cxn>
                <a:cxn ang="0">
                  <a:pos x="30" y="103"/>
                </a:cxn>
                <a:cxn ang="0">
                  <a:pos x="32" y="100"/>
                </a:cxn>
                <a:cxn ang="0">
                  <a:pos x="32" y="96"/>
                </a:cxn>
                <a:cxn ang="0">
                  <a:pos x="38" y="93"/>
                </a:cxn>
                <a:cxn ang="0">
                  <a:pos x="43" y="92"/>
                </a:cxn>
                <a:cxn ang="0">
                  <a:pos x="45" y="86"/>
                </a:cxn>
                <a:cxn ang="0">
                  <a:pos x="55" y="81"/>
                </a:cxn>
                <a:cxn ang="0">
                  <a:pos x="54" y="76"/>
                </a:cxn>
                <a:cxn ang="0">
                  <a:pos x="54" y="70"/>
                </a:cxn>
                <a:cxn ang="0">
                  <a:pos x="56" y="65"/>
                </a:cxn>
                <a:cxn ang="0">
                  <a:pos x="58" y="65"/>
                </a:cxn>
                <a:cxn ang="0">
                  <a:pos x="60" y="66"/>
                </a:cxn>
                <a:cxn ang="0">
                  <a:pos x="62" y="63"/>
                </a:cxn>
                <a:cxn ang="0">
                  <a:pos x="62" y="62"/>
                </a:cxn>
                <a:cxn ang="0">
                  <a:pos x="66" y="55"/>
                </a:cxn>
                <a:cxn ang="0">
                  <a:pos x="71" y="47"/>
                </a:cxn>
                <a:cxn ang="0">
                  <a:pos x="34" y="6"/>
                </a:cxn>
                <a:cxn ang="0">
                  <a:pos x="35" y="8"/>
                </a:cxn>
                <a:cxn ang="0">
                  <a:pos x="36" y="5"/>
                </a:cxn>
                <a:cxn ang="0">
                  <a:pos x="36" y="4"/>
                </a:cxn>
                <a:cxn ang="0">
                  <a:pos x="35" y="2"/>
                </a:cxn>
                <a:cxn ang="0">
                  <a:pos x="36" y="2"/>
                </a:cxn>
                <a:cxn ang="0">
                  <a:pos x="37" y="1"/>
                </a:cxn>
                <a:cxn ang="0">
                  <a:pos x="35" y="2"/>
                </a:cxn>
                <a:cxn ang="0">
                  <a:pos x="35" y="2"/>
                </a:cxn>
                <a:cxn ang="0">
                  <a:pos x="33" y="4"/>
                </a:cxn>
              </a:cxnLst>
              <a:rect l="0" t="0" r="r" b="b"/>
              <a:pathLst>
                <a:path w="72" h="107">
                  <a:moveTo>
                    <a:pt x="39" y="97"/>
                  </a:moveTo>
                  <a:cubicBezTo>
                    <a:pt x="40" y="97"/>
                    <a:pt x="40" y="98"/>
                    <a:pt x="39" y="98"/>
                  </a:cubicBezTo>
                  <a:cubicBezTo>
                    <a:pt x="39" y="98"/>
                    <a:pt x="38" y="98"/>
                    <a:pt x="39" y="97"/>
                  </a:cubicBezTo>
                  <a:cubicBezTo>
                    <a:pt x="39" y="97"/>
                    <a:pt x="39" y="97"/>
                    <a:pt x="39" y="97"/>
                  </a:cubicBezTo>
                  <a:close/>
                  <a:moveTo>
                    <a:pt x="64" y="63"/>
                  </a:moveTo>
                  <a:cubicBezTo>
                    <a:pt x="64" y="63"/>
                    <a:pt x="63" y="65"/>
                    <a:pt x="63" y="65"/>
                  </a:cubicBezTo>
                  <a:cubicBezTo>
                    <a:pt x="63" y="66"/>
                    <a:pt x="63" y="65"/>
                    <a:pt x="62" y="66"/>
                  </a:cubicBezTo>
                  <a:cubicBezTo>
                    <a:pt x="62" y="66"/>
                    <a:pt x="62" y="67"/>
                    <a:pt x="62" y="68"/>
                  </a:cubicBezTo>
                  <a:cubicBezTo>
                    <a:pt x="62" y="68"/>
                    <a:pt x="62" y="68"/>
                    <a:pt x="62" y="69"/>
                  </a:cubicBezTo>
                  <a:cubicBezTo>
                    <a:pt x="63" y="68"/>
                    <a:pt x="63" y="68"/>
                    <a:pt x="63" y="67"/>
                  </a:cubicBezTo>
                  <a:cubicBezTo>
                    <a:pt x="64" y="66"/>
                    <a:pt x="64" y="66"/>
                    <a:pt x="64" y="65"/>
                  </a:cubicBezTo>
                  <a:cubicBezTo>
                    <a:pt x="65" y="65"/>
                    <a:pt x="65" y="65"/>
                    <a:pt x="65" y="64"/>
                  </a:cubicBezTo>
                  <a:cubicBezTo>
                    <a:pt x="64" y="64"/>
                    <a:pt x="64" y="63"/>
                    <a:pt x="64" y="63"/>
                  </a:cubicBezTo>
                  <a:close/>
                  <a:moveTo>
                    <a:pt x="72" y="44"/>
                  </a:moveTo>
                  <a:cubicBezTo>
                    <a:pt x="72" y="43"/>
                    <a:pt x="71" y="43"/>
                    <a:pt x="71" y="43"/>
                  </a:cubicBezTo>
                  <a:cubicBezTo>
                    <a:pt x="71" y="43"/>
                    <a:pt x="71" y="43"/>
                    <a:pt x="71" y="43"/>
                  </a:cubicBezTo>
                  <a:cubicBezTo>
                    <a:pt x="70" y="43"/>
                    <a:pt x="70" y="42"/>
                    <a:pt x="70" y="42"/>
                  </a:cubicBezTo>
                  <a:cubicBezTo>
                    <a:pt x="69" y="42"/>
                    <a:pt x="69" y="42"/>
                    <a:pt x="68" y="42"/>
                  </a:cubicBezTo>
                  <a:cubicBezTo>
                    <a:pt x="69" y="42"/>
                    <a:pt x="67" y="41"/>
                    <a:pt x="67" y="41"/>
                  </a:cubicBezTo>
                  <a:cubicBezTo>
                    <a:pt x="67" y="40"/>
                    <a:pt x="66" y="40"/>
                    <a:pt x="66" y="40"/>
                  </a:cubicBezTo>
                  <a:cubicBezTo>
                    <a:pt x="66" y="39"/>
                    <a:pt x="66" y="39"/>
                    <a:pt x="66" y="38"/>
                  </a:cubicBezTo>
                  <a:cubicBezTo>
                    <a:pt x="65" y="38"/>
                    <a:pt x="64" y="37"/>
                    <a:pt x="64" y="36"/>
                  </a:cubicBezTo>
                  <a:cubicBezTo>
                    <a:pt x="63" y="36"/>
                    <a:pt x="63" y="35"/>
                    <a:pt x="62" y="34"/>
                  </a:cubicBezTo>
                  <a:cubicBezTo>
                    <a:pt x="62" y="33"/>
                    <a:pt x="61" y="33"/>
                    <a:pt x="61" y="32"/>
                  </a:cubicBezTo>
                  <a:cubicBezTo>
                    <a:pt x="61" y="32"/>
                    <a:pt x="60" y="32"/>
                    <a:pt x="60" y="31"/>
                  </a:cubicBezTo>
                  <a:cubicBezTo>
                    <a:pt x="59" y="31"/>
                    <a:pt x="59" y="31"/>
                    <a:pt x="59" y="31"/>
                  </a:cubicBezTo>
                  <a:cubicBezTo>
                    <a:pt x="58" y="30"/>
                    <a:pt x="58" y="31"/>
                    <a:pt x="57" y="31"/>
                  </a:cubicBezTo>
                  <a:cubicBezTo>
                    <a:pt x="56" y="31"/>
                    <a:pt x="56" y="30"/>
                    <a:pt x="55" y="30"/>
                  </a:cubicBezTo>
                  <a:cubicBezTo>
                    <a:pt x="55" y="30"/>
                    <a:pt x="54" y="30"/>
                    <a:pt x="54" y="30"/>
                  </a:cubicBezTo>
                  <a:cubicBezTo>
                    <a:pt x="53" y="29"/>
                    <a:pt x="53" y="30"/>
                    <a:pt x="52" y="30"/>
                  </a:cubicBezTo>
                  <a:cubicBezTo>
                    <a:pt x="52" y="29"/>
                    <a:pt x="51" y="29"/>
                    <a:pt x="51" y="29"/>
                  </a:cubicBezTo>
                  <a:cubicBezTo>
                    <a:pt x="50" y="29"/>
                    <a:pt x="50" y="29"/>
                    <a:pt x="49" y="29"/>
                  </a:cubicBezTo>
                  <a:cubicBezTo>
                    <a:pt x="47" y="28"/>
                    <a:pt x="45" y="27"/>
                    <a:pt x="44" y="26"/>
                  </a:cubicBezTo>
                  <a:cubicBezTo>
                    <a:pt x="42" y="25"/>
                    <a:pt x="41" y="23"/>
                    <a:pt x="39" y="21"/>
                  </a:cubicBezTo>
                  <a:cubicBezTo>
                    <a:pt x="39" y="20"/>
                    <a:pt x="38" y="19"/>
                    <a:pt x="38" y="18"/>
                  </a:cubicBezTo>
                  <a:cubicBezTo>
                    <a:pt x="37" y="17"/>
                    <a:pt x="37" y="17"/>
                    <a:pt x="37" y="16"/>
                  </a:cubicBezTo>
                  <a:cubicBezTo>
                    <a:pt x="36" y="16"/>
                    <a:pt x="36" y="16"/>
                    <a:pt x="36" y="16"/>
                  </a:cubicBezTo>
                  <a:cubicBezTo>
                    <a:pt x="36" y="17"/>
                    <a:pt x="36" y="17"/>
                    <a:pt x="36" y="17"/>
                  </a:cubicBezTo>
                  <a:cubicBezTo>
                    <a:pt x="35" y="17"/>
                    <a:pt x="35" y="18"/>
                    <a:pt x="34" y="18"/>
                  </a:cubicBezTo>
                  <a:cubicBezTo>
                    <a:pt x="33" y="19"/>
                    <a:pt x="34" y="17"/>
                    <a:pt x="33" y="17"/>
                  </a:cubicBezTo>
                  <a:cubicBezTo>
                    <a:pt x="33" y="17"/>
                    <a:pt x="33" y="17"/>
                    <a:pt x="34" y="17"/>
                  </a:cubicBezTo>
                  <a:cubicBezTo>
                    <a:pt x="33" y="16"/>
                    <a:pt x="33" y="15"/>
                    <a:pt x="32" y="16"/>
                  </a:cubicBezTo>
                  <a:cubicBezTo>
                    <a:pt x="31" y="17"/>
                    <a:pt x="31" y="18"/>
                    <a:pt x="32" y="19"/>
                  </a:cubicBezTo>
                  <a:cubicBezTo>
                    <a:pt x="32" y="19"/>
                    <a:pt x="31" y="20"/>
                    <a:pt x="31" y="20"/>
                  </a:cubicBezTo>
                  <a:cubicBezTo>
                    <a:pt x="31" y="21"/>
                    <a:pt x="32" y="22"/>
                    <a:pt x="32" y="22"/>
                  </a:cubicBezTo>
                  <a:cubicBezTo>
                    <a:pt x="32" y="23"/>
                    <a:pt x="32" y="23"/>
                    <a:pt x="32" y="24"/>
                  </a:cubicBezTo>
                  <a:cubicBezTo>
                    <a:pt x="32" y="24"/>
                    <a:pt x="32" y="24"/>
                    <a:pt x="33" y="24"/>
                  </a:cubicBezTo>
                  <a:cubicBezTo>
                    <a:pt x="33" y="24"/>
                    <a:pt x="33" y="24"/>
                    <a:pt x="34" y="25"/>
                  </a:cubicBezTo>
                  <a:cubicBezTo>
                    <a:pt x="34" y="25"/>
                    <a:pt x="34" y="26"/>
                    <a:pt x="34" y="26"/>
                  </a:cubicBezTo>
                  <a:cubicBezTo>
                    <a:pt x="32" y="26"/>
                    <a:pt x="32" y="26"/>
                    <a:pt x="30" y="26"/>
                  </a:cubicBezTo>
                  <a:cubicBezTo>
                    <a:pt x="30" y="26"/>
                    <a:pt x="28" y="27"/>
                    <a:pt x="29" y="27"/>
                  </a:cubicBezTo>
                  <a:cubicBezTo>
                    <a:pt x="30" y="28"/>
                    <a:pt x="30" y="28"/>
                    <a:pt x="30" y="29"/>
                  </a:cubicBezTo>
                  <a:cubicBezTo>
                    <a:pt x="30" y="30"/>
                    <a:pt x="29" y="30"/>
                    <a:pt x="29" y="31"/>
                  </a:cubicBezTo>
                  <a:cubicBezTo>
                    <a:pt x="29" y="32"/>
                    <a:pt x="29" y="32"/>
                    <a:pt x="29" y="33"/>
                  </a:cubicBezTo>
                  <a:cubicBezTo>
                    <a:pt x="28" y="34"/>
                    <a:pt x="28" y="34"/>
                    <a:pt x="28" y="35"/>
                  </a:cubicBezTo>
                  <a:cubicBezTo>
                    <a:pt x="28" y="36"/>
                    <a:pt x="27" y="37"/>
                    <a:pt x="27" y="38"/>
                  </a:cubicBezTo>
                  <a:cubicBezTo>
                    <a:pt x="27" y="38"/>
                    <a:pt x="28" y="39"/>
                    <a:pt x="27" y="40"/>
                  </a:cubicBezTo>
                  <a:cubicBezTo>
                    <a:pt x="27" y="41"/>
                    <a:pt x="28" y="42"/>
                    <a:pt x="28" y="42"/>
                  </a:cubicBezTo>
                  <a:cubicBezTo>
                    <a:pt x="29" y="44"/>
                    <a:pt x="30" y="46"/>
                    <a:pt x="31" y="48"/>
                  </a:cubicBezTo>
                  <a:cubicBezTo>
                    <a:pt x="31" y="48"/>
                    <a:pt x="32" y="49"/>
                    <a:pt x="32" y="49"/>
                  </a:cubicBezTo>
                  <a:cubicBezTo>
                    <a:pt x="32" y="50"/>
                    <a:pt x="31" y="52"/>
                    <a:pt x="31" y="53"/>
                  </a:cubicBezTo>
                  <a:cubicBezTo>
                    <a:pt x="31" y="57"/>
                    <a:pt x="30" y="61"/>
                    <a:pt x="29" y="65"/>
                  </a:cubicBezTo>
                  <a:cubicBezTo>
                    <a:pt x="28" y="67"/>
                    <a:pt x="28" y="68"/>
                    <a:pt x="28" y="70"/>
                  </a:cubicBezTo>
                  <a:cubicBezTo>
                    <a:pt x="28" y="71"/>
                    <a:pt x="26" y="71"/>
                    <a:pt x="26" y="71"/>
                  </a:cubicBezTo>
                  <a:cubicBezTo>
                    <a:pt x="25" y="72"/>
                    <a:pt x="24" y="72"/>
                    <a:pt x="23" y="72"/>
                  </a:cubicBezTo>
                  <a:cubicBezTo>
                    <a:pt x="15" y="75"/>
                    <a:pt x="7" y="78"/>
                    <a:pt x="0" y="81"/>
                  </a:cubicBezTo>
                  <a:cubicBezTo>
                    <a:pt x="2" y="86"/>
                    <a:pt x="4" y="90"/>
                    <a:pt x="6" y="95"/>
                  </a:cubicBezTo>
                  <a:cubicBezTo>
                    <a:pt x="7" y="97"/>
                    <a:pt x="7" y="99"/>
                    <a:pt x="8" y="101"/>
                  </a:cubicBezTo>
                  <a:cubicBezTo>
                    <a:pt x="9" y="103"/>
                    <a:pt x="11" y="105"/>
                    <a:pt x="12" y="107"/>
                  </a:cubicBezTo>
                  <a:cubicBezTo>
                    <a:pt x="12" y="106"/>
                    <a:pt x="15" y="106"/>
                    <a:pt x="16" y="106"/>
                  </a:cubicBezTo>
                  <a:cubicBezTo>
                    <a:pt x="17" y="106"/>
                    <a:pt x="18" y="105"/>
                    <a:pt x="19" y="105"/>
                  </a:cubicBezTo>
                  <a:cubicBezTo>
                    <a:pt x="19" y="104"/>
                    <a:pt x="20" y="105"/>
                    <a:pt x="20" y="104"/>
                  </a:cubicBezTo>
                  <a:cubicBezTo>
                    <a:pt x="20" y="104"/>
                    <a:pt x="20" y="104"/>
                    <a:pt x="20" y="104"/>
                  </a:cubicBezTo>
                  <a:cubicBezTo>
                    <a:pt x="21" y="103"/>
                    <a:pt x="22" y="103"/>
                    <a:pt x="23" y="103"/>
                  </a:cubicBezTo>
                  <a:cubicBezTo>
                    <a:pt x="23" y="103"/>
                    <a:pt x="24" y="103"/>
                    <a:pt x="25" y="103"/>
                  </a:cubicBezTo>
                  <a:cubicBezTo>
                    <a:pt x="26" y="103"/>
                    <a:pt x="26" y="103"/>
                    <a:pt x="26" y="103"/>
                  </a:cubicBezTo>
                  <a:cubicBezTo>
                    <a:pt x="27" y="103"/>
                    <a:pt x="26" y="103"/>
                    <a:pt x="27" y="104"/>
                  </a:cubicBezTo>
                  <a:cubicBezTo>
                    <a:pt x="28" y="104"/>
                    <a:pt x="29" y="104"/>
                    <a:pt x="30" y="103"/>
                  </a:cubicBezTo>
                  <a:cubicBezTo>
                    <a:pt x="30" y="103"/>
                    <a:pt x="31" y="103"/>
                    <a:pt x="31" y="102"/>
                  </a:cubicBezTo>
                  <a:cubicBezTo>
                    <a:pt x="31" y="102"/>
                    <a:pt x="31" y="101"/>
                    <a:pt x="32" y="101"/>
                  </a:cubicBezTo>
                  <a:cubicBezTo>
                    <a:pt x="32" y="101"/>
                    <a:pt x="32" y="101"/>
                    <a:pt x="32" y="100"/>
                  </a:cubicBezTo>
                  <a:cubicBezTo>
                    <a:pt x="32" y="100"/>
                    <a:pt x="32" y="100"/>
                    <a:pt x="32" y="100"/>
                  </a:cubicBezTo>
                  <a:cubicBezTo>
                    <a:pt x="33" y="99"/>
                    <a:pt x="32" y="99"/>
                    <a:pt x="32" y="98"/>
                  </a:cubicBezTo>
                  <a:cubicBezTo>
                    <a:pt x="31" y="97"/>
                    <a:pt x="32" y="97"/>
                    <a:pt x="32" y="96"/>
                  </a:cubicBezTo>
                  <a:cubicBezTo>
                    <a:pt x="33" y="96"/>
                    <a:pt x="33" y="95"/>
                    <a:pt x="33" y="95"/>
                  </a:cubicBezTo>
                  <a:cubicBezTo>
                    <a:pt x="34" y="94"/>
                    <a:pt x="34" y="94"/>
                    <a:pt x="35" y="94"/>
                  </a:cubicBezTo>
                  <a:cubicBezTo>
                    <a:pt x="36" y="93"/>
                    <a:pt x="37" y="94"/>
                    <a:pt x="38" y="93"/>
                  </a:cubicBezTo>
                  <a:cubicBezTo>
                    <a:pt x="38" y="93"/>
                    <a:pt x="39" y="93"/>
                    <a:pt x="40" y="93"/>
                  </a:cubicBezTo>
                  <a:cubicBezTo>
                    <a:pt x="40" y="93"/>
                    <a:pt x="41" y="93"/>
                    <a:pt x="42" y="93"/>
                  </a:cubicBezTo>
                  <a:cubicBezTo>
                    <a:pt x="42" y="93"/>
                    <a:pt x="42" y="92"/>
                    <a:pt x="43" y="92"/>
                  </a:cubicBezTo>
                  <a:cubicBezTo>
                    <a:pt x="43" y="91"/>
                    <a:pt x="44" y="91"/>
                    <a:pt x="44" y="91"/>
                  </a:cubicBezTo>
                  <a:cubicBezTo>
                    <a:pt x="44" y="90"/>
                    <a:pt x="44" y="89"/>
                    <a:pt x="44" y="88"/>
                  </a:cubicBezTo>
                  <a:cubicBezTo>
                    <a:pt x="44" y="87"/>
                    <a:pt x="44" y="86"/>
                    <a:pt x="45" y="86"/>
                  </a:cubicBezTo>
                  <a:cubicBezTo>
                    <a:pt x="45" y="85"/>
                    <a:pt x="46" y="84"/>
                    <a:pt x="46" y="84"/>
                  </a:cubicBezTo>
                  <a:cubicBezTo>
                    <a:pt x="48" y="83"/>
                    <a:pt x="49" y="82"/>
                    <a:pt x="51" y="82"/>
                  </a:cubicBezTo>
                  <a:cubicBezTo>
                    <a:pt x="52" y="82"/>
                    <a:pt x="55" y="83"/>
                    <a:pt x="55" y="81"/>
                  </a:cubicBezTo>
                  <a:cubicBezTo>
                    <a:pt x="55" y="81"/>
                    <a:pt x="55" y="80"/>
                    <a:pt x="55" y="80"/>
                  </a:cubicBezTo>
                  <a:cubicBezTo>
                    <a:pt x="55" y="79"/>
                    <a:pt x="54" y="79"/>
                    <a:pt x="54" y="78"/>
                  </a:cubicBezTo>
                  <a:cubicBezTo>
                    <a:pt x="55" y="77"/>
                    <a:pt x="54" y="76"/>
                    <a:pt x="54" y="76"/>
                  </a:cubicBezTo>
                  <a:cubicBezTo>
                    <a:pt x="54" y="75"/>
                    <a:pt x="54" y="75"/>
                    <a:pt x="54" y="74"/>
                  </a:cubicBezTo>
                  <a:cubicBezTo>
                    <a:pt x="53" y="73"/>
                    <a:pt x="54" y="73"/>
                    <a:pt x="54" y="72"/>
                  </a:cubicBezTo>
                  <a:cubicBezTo>
                    <a:pt x="54" y="71"/>
                    <a:pt x="54" y="71"/>
                    <a:pt x="54" y="70"/>
                  </a:cubicBezTo>
                  <a:cubicBezTo>
                    <a:pt x="54" y="69"/>
                    <a:pt x="54" y="68"/>
                    <a:pt x="55" y="68"/>
                  </a:cubicBezTo>
                  <a:cubicBezTo>
                    <a:pt x="55" y="67"/>
                    <a:pt x="56" y="67"/>
                    <a:pt x="56" y="67"/>
                  </a:cubicBezTo>
                  <a:cubicBezTo>
                    <a:pt x="55" y="66"/>
                    <a:pt x="56" y="66"/>
                    <a:pt x="56" y="65"/>
                  </a:cubicBezTo>
                  <a:cubicBezTo>
                    <a:pt x="57" y="65"/>
                    <a:pt x="56" y="64"/>
                    <a:pt x="57" y="64"/>
                  </a:cubicBezTo>
                  <a:cubicBezTo>
                    <a:pt x="58" y="63"/>
                    <a:pt x="58" y="65"/>
                    <a:pt x="58" y="66"/>
                  </a:cubicBezTo>
                  <a:cubicBezTo>
                    <a:pt x="58" y="66"/>
                    <a:pt x="58" y="66"/>
                    <a:pt x="58" y="65"/>
                  </a:cubicBezTo>
                  <a:cubicBezTo>
                    <a:pt x="58" y="66"/>
                    <a:pt x="58" y="66"/>
                    <a:pt x="58" y="66"/>
                  </a:cubicBezTo>
                  <a:cubicBezTo>
                    <a:pt x="58" y="66"/>
                    <a:pt x="59" y="66"/>
                    <a:pt x="58" y="66"/>
                  </a:cubicBezTo>
                  <a:cubicBezTo>
                    <a:pt x="59" y="66"/>
                    <a:pt x="59" y="66"/>
                    <a:pt x="60" y="66"/>
                  </a:cubicBezTo>
                  <a:cubicBezTo>
                    <a:pt x="60" y="67"/>
                    <a:pt x="60" y="67"/>
                    <a:pt x="60" y="66"/>
                  </a:cubicBezTo>
                  <a:cubicBezTo>
                    <a:pt x="61" y="66"/>
                    <a:pt x="61" y="65"/>
                    <a:pt x="61" y="65"/>
                  </a:cubicBezTo>
                  <a:cubicBezTo>
                    <a:pt x="61" y="64"/>
                    <a:pt x="61" y="63"/>
                    <a:pt x="62" y="63"/>
                  </a:cubicBezTo>
                  <a:cubicBezTo>
                    <a:pt x="62" y="63"/>
                    <a:pt x="62" y="62"/>
                    <a:pt x="62" y="62"/>
                  </a:cubicBezTo>
                  <a:cubicBezTo>
                    <a:pt x="62" y="62"/>
                    <a:pt x="63" y="62"/>
                    <a:pt x="62" y="62"/>
                  </a:cubicBezTo>
                  <a:cubicBezTo>
                    <a:pt x="63" y="62"/>
                    <a:pt x="62" y="62"/>
                    <a:pt x="62" y="62"/>
                  </a:cubicBezTo>
                  <a:cubicBezTo>
                    <a:pt x="62" y="61"/>
                    <a:pt x="62" y="61"/>
                    <a:pt x="62" y="61"/>
                  </a:cubicBezTo>
                  <a:cubicBezTo>
                    <a:pt x="63" y="60"/>
                    <a:pt x="63" y="59"/>
                    <a:pt x="64" y="58"/>
                  </a:cubicBezTo>
                  <a:cubicBezTo>
                    <a:pt x="64" y="57"/>
                    <a:pt x="65" y="56"/>
                    <a:pt x="66" y="55"/>
                  </a:cubicBezTo>
                  <a:cubicBezTo>
                    <a:pt x="67" y="55"/>
                    <a:pt x="68" y="55"/>
                    <a:pt x="68" y="53"/>
                  </a:cubicBezTo>
                  <a:cubicBezTo>
                    <a:pt x="69" y="52"/>
                    <a:pt x="69" y="52"/>
                    <a:pt x="70" y="50"/>
                  </a:cubicBezTo>
                  <a:cubicBezTo>
                    <a:pt x="70" y="49"/>
                    <a:pt x="70" y="48"/>
                    <a:pt x="71" y="47"/>
                  </a:cubicBezTo>
                  <a:cubicBezTo>
                    <a:pt x="72" y="46"/>
                    <a:pt x="72" y="45"/>
                    <a:pt x="72" y="44"/>
                  </a:cubicBezTo>
                  <a:close/>
                  <a:moveTo>
                    <a:pt x="34" y="4"/>
                  </a:moveTo>
                  <a:cubicBezTo>
                    <a:pt x="34" y="5"/>
                    <a:pt x="34" y="5"/>
                    <a:pt x="34" y="6"/>
                  </a:cubicBezTo>
                  <a:cubicBezTo>
                    <a:pt x="34" y="6"/>
                    <a:pt x="34" y="7"/>
                    <a:pt x="34" y="7"/>
                  </a:cubicBezTo>
                  <a:cubicBezTo>
                    <a:pt x="33" y="8"/>
                    <a:pt x="34" y="8"/>
                    <a:pt x="34" y="8"/>
                  </a:cubicBezTo>
                  <a:cubicBezTo>
                    <a:pt x="34" y="8"/>
                    <a:pt x="35" y="9"/>
                    <a:pt x="35" y="8"/>
                  </a:cubicBezTo>
                  <a:cubicBezTo>
                    <a:pt x="35" y="8"/>
                    <a:pt x="35" y="7"/>
                    <a:pt x="35" y="7"/>
                  </a:cubicBezTo>
                  <a:cubicBezTo>
                    <a:pt x="35" y="7"/>
                    <a:pt x="35" y="6"/>
                    <a:pt x="36" y="6"/>
                  </a:cubicBezTo>
                  <a:cubicBezTo>
                    <a:pt x="36" y="6"/>
                    <a:pt x="36" y="5"/>
                    <a:pt x="36" y="5"/>
                  </a:cubicBezTo>
                  <a:cubicBezTo>
                    <a:pt x="36" y="5"/>
                    <a:pt x="36" y="5"/>
                    <a:pt x="36" y="5"/>
                  </a:cubicBezTo>
                  <a:cubicBezTo>
                    <a:pt x="36" y="5"/>
                    <a:pt x="36" y="4"/>
                    <a:pt x="36" y="4"/>
                  </a:cubicBezTo>
                  <a:cubicBezTo>
                    <a:pt x="35" y="4"/>
                    <a:pt x="36" y="4"/>
                    <a:pt x="36" y="4"/>
                  </a:cubicBezTo>
                  <a:cubicBezTo>
                    <a:pt x="36" y="3"/>
                    <a:pt x="36" y="3"/>
                    <a:pt x="35" y="3"/>
                  </a:cubicBezTo>
                  <a:cubicBezTo>
                    <a:pt x="35" y="3"/>
                    <a:pt x="35" y="3"/>
                    <a:pt x="35" y="3"/>
                  </a:cubicBezTo>
                  <a:cubicBezTo>
                    <a:pt x="35" y="3"/>
                    <a:pt x="35" y="2"/>
                    <a:pt x="35" y="2"/>
                  </a:cubicBezTo>
                  <a:cubicBezTo>
                    <a:pt x="35" y="2"/>
                    <a:pt x="35" y="3"/>
                    <a:pt x="36" y="2"/>
                  </a:cubicBezTo>
                  <a:cubicBezTo>
                    <a:pt x="36" y="3"/>
                    <a:pt x="36" y="3"/>
                    <a:pt x="36" y="3"/>
                  </a:cubicBezTo>
                  <a:cubicBezTo>
                    <a:pt x="36" y="3"/>
                    <a:pt x="36" y="2"/>
                    <a:pt x="36" y="2"/>
                  </a:cubicBezTo>
                  <a:cubicBezTo>
                    <a:pt x="36" y="2"/>
                    <a:pt x="36" y="2"/>
                    <a:pt x="36" y="2"/>
                  </a:cubicBezTo>
                  <a:cubicBezTo>
                    <a:pt x="37" y="2"/>
                    <a:pt x="35" y="2"/>
                    <a:pt x="36" y="1"/>
                  </a:cubicBezTo>
                  <a:cubicBezTo>
                    <a:pt x="36" y="1"/>
                    <a:pt x="36" y="1"/>
                    <a:pt x="37" y="1"/>
                  </a:cubicBezTo>
                  <a:cubicBezTo>
                    <a:pt x="37" y="1"/>
                    <a:pt x="36" y="1"/>
                    <a:pt x="36" y="1"/>
                  </a:cubicBezTo>
                  <a:cubicBezTo>
                    <a:pt x="36" y="1"/>
                    <a:pt x="35" y="1"/>
                    <a:pt x="35" y="0"/>
                  </a:cubicBezTo>
                  <a:cubicBezTo>
                    <a:pt x="35" y="0"/>
                    <a:pt x="35" y="2"/>
                    <a:pt x="35" y="2"/>
                  </a:cubicBezTo>
                  <a:cubicBezTo>
                    <a:pt x="35" y="2"/>
                    <a:pt x="35" y="2"/>
                    <a:pt x="35" y="1"/>
                  </a:cubicBezTo>
                  <a:cubicBezTo>
                    <a:pt x="35" y="2"/>
                    <a:pt x="35" y="2"/>
                    <a:pt x="35" y="2"/>
                  </a:cubicBezTo>
                  <a:cubicBezTo>
                    <a:pt x="35" y="2"/>
                    <a:pt x="36" y="2"/>
                    <a:pt x="35" y="2"/>
                  </a:cubicBezTo>
                  <a:cubicBezTo>
                    <a:pt x="35" y="3"/>
                    <a:pt x="34" y="2"/>
                    <a:pt x="34" y="2"/>
                  </a:cubicBezTo>
                  <a:cubicBezTo>
                    <a:pt x="34" y="1"/>
                    <a:pt x="33" y="2"/>
                    <a:pt x="33" y="2"/>
                  </a:cubicBezTo>
                  <a:cubicBezTo>
                    <a:pt x="33" y="3"/>
                    <a:pt x="33" y="3"/>
                    <a:pt x="33" y="4"/>
                  </a:cubicBezTo>
                  <a:cubicBezTo>
                    <a:pt x="33" y="4"/>
                    <a:pt x="33" y="4"/>
                    <a:pt x="34" y="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06" name="Norway">
              <a:extLst>
                <a:ext uri="{FF2B5EF4-FFF2-40B4-BE49-F238E27FC236}">
                  <a16:creationId xmlns:a16="http://schemas.microsoft.com/office/drawing/2014/main" id="{53094BF4-8FFE-0A50-B3DC-98ECC8A4F43B}"/>
                </a:ext>
              </a:extLst>
            </p:cNvPr>
            <p:cNvSpPr>
              <a:spLocks noEditPoints="1"/>
            </p:cNvSpPr>
            <p:nvPr/>
          </p:nvSpPr>
          <p:spPr bwMode="auto">
            <a:xfrm>
              <a:off x="5573182" y="1080333"/>
              <a:ext cx="988006" cy="730223"/>
            </a:xfrm>
            <a:custGeom>
              <a:avLst/>
              <a:gdLst/>
              <a:ahLst/>
              <a:cxnLst>
                <a:cxn ang="0">
                  <a:pos x="137" y="8"/>
                </a:cxn>
                <a:cxn ang="0">
                  <a:pos x="156" y="17"/>
                </a:cxn>
                <a:cxn ang="0">
                  <a:pos x="158" y="19"/>
                </a:cxn>
                <a:cxn ang="0">
                  <a:pos x="157" y="25"/>
                </a:cxn>
                <a:cxn ang="0">
                  <a:pos x="185" y="19"/>
                </a:cxn>
                <a:cxn ang="0">
                  <a:pos x="179" y="6"/>
                </a:cxn>
                <a:cxn ang="0">
                  <a:pos x="150" y="7"/>
                </a:cxn>
                <a:cxn ang="0">
                  <a:pos x="206" y="15"/>
                </a:cxn>
                <a:cxn ang="0">
                  <a:pos x="199" y="6"/>
                </a:cxn>
                <a:cxn ang="0">
                  <a:pos x="223" y="2"/>
                </a:cxn>
                <a:cxn ang="0">
                  <a:pos x="206" y="3"/>
                </a:cxn>
                <a:cxn ang="0">
                  <a:pos x="181" y="3"/>
                </a:cxn>
                <a:cxn ang="0">
                  <a:pos x="100" y="163"/>
                </a:cxn>
                <a:cxn ang="0">
                  <a:pos x="222" y="83"/>
                </a:cxn>
                <a:cxn ang="0">
                  <a:pos x="217" y="84"/>
                </a:cxn>
                <a:cxn ang="0">
                  <a:pos x="189" y="93"/>
                </a:cxn>
                <a:cxn ang="0">
                  <a:pos x="180" y="96"/>
                </a:cxn>
                <a:cxn ang="0">
                  <a:pos x="168" y="98"/>
                </a:cxn>
                <a:cxn ang="0">
                  <a:pos x="174" y="95"/>
                </a:cxn>
                <a:cxn ang="0">
                  <a:pos x="170" y="100"/>
                </a:cxn>
                <a:cxn ang="0">
                  <a:pos x="142" y="141"/>
                </a:cxn>
                <a:cxn ang="0">
                  <a:pos x="214" y="96"/>
                </a:cxn>
                <a:cxn ang="0">
                  <a:pos x="162" y="143"/>
                </a:cxn>
                <a:cxn ang="0">
                  <a:pos x="143" y="195"/>
                </a:cxn>
                <a:cxn ang="0">
                  <a:pos x="134" y="195"/>
                </a:cxn>
                <a:cxn ang="0">
                  <a:pos x="117" y="204"/>
                </a:cxn>
                <a:cxn ang="0">
                  <a:pos x="98" y="196"/>
                </a:cxn>
                <a:cxn ang="0">
                  <a:pos x="98" y="191"/>
                </a:cxn>
                <a:cxn ang="0">
                  <a:pos x="100" y="187"/>
                </a:cxn>
                <a:cxn ang="0">
                  <a:pos x="98" y="181"/>
                </a:cxn>
                <a:cxn ang="0">
                  <a:pos x="94" y="176"/>
                </a:cxn>
                <a:cxn ang="0">
                  <a:pos x="108" y="174"/>
                </a:cxn>
                <a:cxn ang="0">
                  <a:pos x="97" y="170"/>
                </a:cxn>
                <a:cxn ang="0">
                  <a:pos x="96" y="163"/>
                </a:cxn>
                <a:cxn ang="0">
                  <a:pos x="104" y="161"/>
                </a:cxn>
                <a:cxn ang="0">
                  <a:pos x="113" y="156"/>
                </a:cxn>
                <a:cxn ang="0">
                  <a:pos x="122" y="152"/>
                </a:cxn>
                <a:cxn ang="0">
                  <a:pos x="142" y="147"/>
                </a:cxn>
                <a:cxn ang="0">
                  <a:pos x="132" y="145"/>
                </a:cxn>
                <a:cxn ang="0">
                  <a:pos x="143" y="138"/>
                </a:cxn>
                <a:cxn ang="0">
                  <a:pos x="150" y="134"/>
                </a:cxn>
                <a:cxn ang="0">
                  <a:pos x="151" y="128"/>
                </a:cxn>
                <a:cxn ang="0">
                  <a:pos x="156" y="122"/>
                </a:cxn>
                <a:cxn ang="0">
                  <a:pos x="168" y="114"/>
                </a:cxn>
                <a:cxn ang="0">
                  <a:pos x="173" y="113"/>
                </a:cxn>
                <a:cxn ang="0">
                  <a:pos x="169" y="109"/>
                </a:cxn>
                <a:cxn ang="0">
                  <a:pos x="179" y="106"/>
                </a:cxn>
                <a:cxn ang="0">
                  <a:pos x="179" y="103"/>
                </a:cxn>
                <a:cxn ang="0">
                  <a:pos x="195" y="95"/>
                </a:cxn>
                <a:cxn ang="0">
                  <a:pos x="207" y="93"/>
                </a:cxn>
                <a:cxn ang="0">
                  <a:pos x="212" y="87"/>
                </a:cxn>
                <a:cxn ang="0">
                  <a:pos x="224" y="86"/>
                </a:cxn>
                <a:cxn ang="0">
                  <a:pos x="241" y="81"/>
                </a:cxn>
                <a:cxn ang="0">
                  <a:pos x="248" y="84"/>
                </a:cxn>
                <a:cxn ang="0">
                  <a:pos x="254" y="81"/>
                </a:cxn>
                <a:cxn ang="0">
                  <a:pos x="273" y="84"/>
                </a:cxn>
                <a:cxn ang="0">
                  <a:pos x="274" y="92"/>
                </a:cxn>
                <a:cxn ang="0">
                  <a:pos x="146" y="135"/>
                </a:cxn>
                <a:cxn ang="0">
                  <a:pos x="201" y="87"/>
                </a:cxn>
                <a:cxn ang="0">
                  <a:pos x="117" y="151"/>
                </a:cxn>
                <a:cxn ang="0">
                  <a:pos x="98" y="184"/>
                </a:cxn>
                <a:cxn ang="0">
                  <a:pos x="164" y="104"/>
                </a:cxn>
              </a:cxnLst>
              <a:rect l="0" t="0" r="r" b="b"/>
              <a:pathLst>
                <a:path w="279" h="206">
                  <a:moveTo>
                    <a:pt x="210" y="24"/>
                  </a:moveTo>
                  <a:cubicBezTo>
                    <a:pt x="209" y="24"/>
                    <a:pt x="210" y="24"/>
                    <a:pt x="210" y="24"/>
                  </a:cubicBezTo>
                  <a:cubicBezTo>
                    <a:pt x="211" y="24"/>
                    <a:pt x="211" y="23"/>
                    <a:pt x="212" y="23"/>
                  </a:cubicBezTo>
                  <a:cubicBezTo>
                    <a:pt x="211" y="23"/>
                    <a:pt x="211" y="23"/>
                    <a:pt x="210" y="23"/>
                  </a:cubicBezTo>
                  <a:cubicBezTo>
                    <a:pt x="210" y="23"/>
                    <a:pt x="210" y="23"/>
                    <a:pt x="211" y="23"/>
                  </a:cubicBezTo>
                  <a:cubicBezTo>
                    <a:pt x="210" y="23"/>
                    <a:pt x="209" y="23"/>
                    <a:pt x="208" y="23"/>
                  </a:cubicBezTo>
                  <a:cubicBezTo>
                    <a:pt x="208" y="24"/>
                    <a:pt x="206" y="23"/>
                    <a:pt x="205" y="23"/>
                  </a:cubicBezTo>
                  <a:cubicBezTo>
                    <a:pt x="204" y="23"/>
                    <a:pt x="203" y="24"/>
                    <a:pt x="202" y="24"/>
                  </a:cubicBezTo>
                  <a:cubicBezTo>
                    <a:pt x="202" y="24"/>
                    <a:pt x="201" y="24"/>
                    <a:pt x="200" y="24"/>
                  </a:cubicBezTo>
                  <a:cubicBezTo>
                    <a:pt x="200" y="24"/>
                    <a:pt x="199" y="24"/>
                    <a:pt x="200" y="23"/>
                  </a:cubicBezTo>
                  <a:cubicBezTo>
                    <a:pt x="200" y="23"/>
                    <a:pt x="200" y="23"/>
                    <a:pt x="199" y="23"/>
                  </a:cubicBezTo>
                  <a:cubicBezTo>
                    <a:pt x="200" y="23"/>
                    <a:pt x="201" y="23"/>
                    <a:pt x="201" y="23"/>
                  </a:cubicBezTo>
                  <a:cubicBezTo>
                    <a:pt x="202" y="23"/>
                    <a:pt x="202" y="22"/>
                    <a:pt x="202" y="22"/>
                  </a:cubicBezTo>
                  <a:cubicBezTo>
                    <a:pt x="202" y="21"/>
                    <a:pt x="203" y="21"/>
                    <a:pt x="203" y="20"/>
                  </a:cubicBezTo>
                  <a:cubicBezTo>
                    <a:pt x="204" y="20"/>
                    <a:pt x="203" y="20"/>
                    <a:pt x="204" y="20"/>
                  </a:cubicBezTo>
                  <a:cubicBezTo>
                    <a:pt x="203" y="19"/>
                    <a:pt x="202" y="19"/>
                    <a:pt x="201" y="19"/>
                  </a:cubicBezTo>
                  <a:cubicBezTo>
                    <a:pt x="200" y="19"/>
                    <a:pt x="198" y="19"/>
                    <a:pt x="200" y="18"/>
                  </a:cubicBezTo>
                  <a:cubicBezTo>
                    <a:pt x="201" y="18"/>
                    <a:pt x="202" y="18"/>
                    <a:pt x="203" y="18"/>
                  </a:cubicBezTo>
                  <a:cubicBezTo>
                    <a:pt x="205" y="17"/>
                    <a:pt x="207" y="18"/>
                    <a:pt x="209" y="17"/>
                  </a:cubicBezTo>
                  <a:cubicBezTo>
                    <a:pt x="211" y="17"/>
                    <a:pt x="213" y="17"/>
                    <a:pt x="215" y="18"/>
                  </a:cubicBezTo>
                  <a:cubicBezTo>
                    <a:pt x="215" y="18"/>
                    <a:pt x="214" y="18"/>
                    <a:pt x="213" y="19"/>
                  </a:cubicBezTo>
                  <a:cubicBezTo>
                    <a:pt x="213" y="19"/>
                    <a:pt x="213" y="19"/>
                    <a:pt x="213" y="19"/>
                  </a:cubicBezTo>
                  <a:cubicBezTo>
                    <a:pt x="214" y="20"/>
                    <a:pt x="214" y="20"/>
                    <a:pt x="215" y="20"/>
                  </a:cubicBezTo>
                  <a:cubicBezTo>
                    <a:pt x="215" y="20"/>
                    <a:pt x="216" y="20"/>
                    <a:pt x="217" y="20"/>
                  </a:cubicBezTo>
                  <a:cubicBezTo>
                    <a:pt x="218" y="21"/>
                    <a:pt x="220" y="20"/>
                    <a:pt x="221" y="20"/>
                  </a:cubicBezTo>
                  <a:cubicBezTo>
                    <a:pt x="222" y="20"/>
                    <a:pt x="224" y="21"/>
                    <a:pt x="225" y="21"/>
                  </a:cubicBezTo>
                  <a:cubicBezTo>
                    <a:pt x="224" y="22"/>
                    <a:pt x="223" y="22"/>
                    <a:pt x="222" y="22"/>
                  </a:cubicBezTo>
                  <a:cubicBezTo>
                    <a:pt x="220" y="22"/>
                    <a:pt x="220" y="22"/>
                    <a:pt x="219" y="23"/>
                  </a:cubicBezTo>
                  <a:cubicBezTo>
                    <a:pt x="218" y="24"/>
                    <a:pt x="217" y="24"/>
                    <a:pt x="216" y="24"/>
                  </a:cubicBezTo>
                  <a:cubicBezTo>
                    <a:pt x="215" y="24"/>
                    <a:pt x="214" y="24"/>
                    <a:pt x="213" y="25"/>
                  </a:cubicBezTo>
                  <a:cubicBezTo>
                    <a:pt x="213" y="25"/>
                    <a:pt x="213" y="25"/>
                    <a:pt x="212" y="25"/>
                  </a:cubicBezTo>
                  <a:cubicBezTo>
                    <a:pt x="212" y="25"/>
                    <a:pt x="212" y="25"/>
                    <a:pt x="211" y="25"/>
                  </a:cubicBezTo>
                  <a:cubicBezTo>
                    <a:pt x="211" y="25"/>
                    <a:pt x="209" y="25"/>
                    <a:pt x="210" y="25"/>
                  </a:cubicBezTo>
                  <a:cubicBezTo>
                    <a:pt x="210" y="25"/>
                    <a:pt x="211" y="24"/>
                    <a:pt x="210" y="24"/>
                  </a:cubicBezTo>
                  <a:close/>
                  <a:moveTo>
                    <a:pt x="137" y="8"/>
                  </a:moveTo>
                  <a:cubicBezTo>
                    <a:pt x="137" y="8"/>
                    <a:pt x="137" y="8"/>
                    <a:pt x="137" y="9"/>
                  </a:cubicBezTo>
                  <a:cubicBezTo>
                    <a:pt x="137" y="9"/>
                    <a:pt x="138" y="9"/>
                    <a:pt x="139" y="10"/>
                  </a:cubicBezTo>
                  <a:cubicBezTo>
                    <a:pt x="139" y="10"/>
                    <a:pt x="139" y="11"/>
                    <a:pt x="139" y="11"/>
                  </a:cubicBezTo>
                  <a:cubicBezTo>
                    <a:pt x="140" y="11"/>
                    <a:pt x="141" y="10"/>
                    <a:pt x="142" y="10"/>
                  </a:cubicBezTo>
                  <a:cubicBezTo>
                    <a:pt x="142" y="10"/>
                    <a:pt x="141" y="9"/>
                    <a:pt x="141" y="9"/>
                  </a:cubicBezTo>
                  <a:cubicBezTo>
                    <a:pt x="142" y="9"/>
                    <a:pt x="142" y="9"/>
                    <a:pt x="142" y="9"/>
                  </a:cubicBezTo>
                  <a:cubicBezTo>
                    <a:pt x="143" y="10"/>
                    <a:pt x="143" y="10"/>
                    <a:pt x="143" y="9"/>
                  </a:cubicBezTo>
                  <a:cubicBezTo>
                    <a:pt x="143" y="9"/>
                    <a:pt x="145" y="9"/>
                    <a:pt x="144" y="10"/>
                  </a:cubicBezTo>
                  <a:cubicBezTo>
                    <a:pt x="144" y="10"/>
                    <a:pt x="144" y="10"/>
                    <a:pt x="144" y="10"/>
                  </a:cubicBezTo>
                  <a:cubicBezTo>
                    <a:pt x="144" y="10"/>
                    <a:pt x="143" y="10"/>
                    <a:pt x="143" y="10"/>
                  </a:cubicBezTo>
                  <a:cubicBezTo>
                    <a:pt x="143" y="10"/>
                    <a:pt x="142" y="11"/>
                    <a:pt x="142" y="11"/>
                  </a:cubicBezTo>
                  <a:cubicBezTo>
                    <a:pt x="142" y="11"/>
                    <a:pt x="144" y="11"/>
                    <a:pt x="143" y="11"/>
                  </a:cubicBezTo>
                  <a:cubicBezTo>
                    <a:pt x="144" y="12"/>
                    <a:pt x="145" y="11"/>
                    <a:pt x="146" y="11"/>
                  </a:cubicBezTo>
                  <a:cubicBezTo>
                    <a:pt x="146" y="12"/>
                    <a:pt x="146" y="12"/>
                    <a:pt x="146" y="12"/>
                  </a:cubicBezTo>
                  <a:cubicBezTo>
                    <a:pt x="145" y="12"/>
                    <a:pt x="145" y="12"/>
                    <a:pt x="144" y="12"/>
                  </a:cubicBezTo>
                  <a:cubicBezTo>
                    <a:pt x="143" y="12"/>
                    <a:pt x="140" y="11"/>
                    <a:pt x="138" y="11"/>
                  </a:cubicBezTo>
                  <a:cubicBezTo>
                    <a:pt x="139" y="12"/>
                    <a:pt x="140" y="12"/>
                    <a:pt x="140" y="12"/>
                  </a:cubicBezTo>
                  <a:cubicBezTo>
                    <a:pt x="141" y="12"/>
                    <a:pt x="141" y="12"/>
                    <a:pt x="142" y="13"/>
                  </a:cubicBezTo>
                  <a:cubicBezTo>
                    <a:pt x="141" y="13"/>
                    <a:pt x="140" y="12"/>
                    <a:pt x="140" y="13"/>
                  </a:cubicBezTo>
                  <a:cubicBezTo>
                    <a:pt x="140" y="13"/>
                    <a:pt x="141" y="13"/>
                    <a:pt x="141" y="13"/>
                  </a:cubicBezTo>
                  <a:cubicBezTo>
                    <a:pt x="141" y="14"/>
                    <a:pt x="142" y="14"/>
                    <a:pt x="142" y="14"/>
                  </a:cubicBezTo>
                  <a:cubicBezTo>
                    <a:pt x="142" y="14"/>
                    <a:pt x="143" y="15"/>
                    <a:pt x="143" y="15"/>
                  </a:cubicBezTo>
                  <a:cubicBezTo>
                    <a:pt x="145" y="15"/>
                    <a:pt x="146" y="15"/>
                    <a:pt x="147" y="15"/>
                  </a:cubicBezTo>
                  <a:cubicBezTo>
                    <a:pt x="148" y="15"/>
                    <a:pt x="149" y="15"/>
                    <a:pt x="150" y="15"/>
                  </a:cubicBezTo>
                  <a:cubicBezTo>
                    <a:pt x="148" y="16"/>
                    <a:pt x="146" y="15"/>
                    <a:pt x="145" y="15"/>
                  </a:cubicBezTo>
                  <a:cubicBezTo>
                    <a:pt x="145" y="16"/>
                    <a:pt x="146" y="16"/>
                    <a:pt x="147" y="16"/>
                  </a:cubicBezTo>
                  <a:cubicBezTo>
                    <a:pt x="148" y="16"/>
                    <a:pt x="148" y="17"/>
                    <a:pt x="148" y="17"/>
                  </a:cubicBezTo>
                  <a:cubicBezTo>
                    <a:pt x="148" y="17"/>
                    <a:pt x="148" y="17"/>
                    <a:pt x="148" y="18"/>
                  </a:cubicBezTo>
                  <a:cubicBezTo>
                    <a:pt x="149" y="18"/>
                    <a:pt x="150" y="18"/>
                    <a:pt x="150" y="18"/>
                  </a:cubicBezTo>
                  <a:cubicBezTo>
                    <a:pt x="151" y="18"/>
                    <a:pt x="151" y="18"/>
                    <a:pt x="151" y="18"/>
                  </a:cubicBezTo>
                  <a:cubicBezTo>
                    <a:pt x="152" y="18"/>
                    <a:pt x="153" y="18"/>
                    <a:pt x="154" y="18"/>
                  </a:cubicBezTo>
                  <a:cubicBezTo>
                    <a:pt x="154" y="17"/>
                    <a:pt x="154" y="17"/>
                    <a:pt x="154" y="17"/>
                  </a:cubicBezTo>
                  <a:cubicBezTo>
                    <a:pt x="154" y="17"/>
                    <a:pt x="155" y="18"/>
                    <a:pt x="155" y="17"/>
                  </a:cubicBezTo>
                  <a:cubicBezTo>
                    <a:pt x="155" y="17"/>
                    <a:pt x="155" y="17"/>
                    <a:pt x="156" y="17"/>
                  </a:cubicBezTo>
                  <a:cubicBezTo>
                    <a:pt x="156" y="17"/>
                    <a:pt x="156" y="17"/>
                    <a:pt x="156" y="17"/>
                  </a:cubicBezTo>
                  <a:cubicBezTo>
                    <a:pt x="156" y="17"/>
                    <a:pt x="156" y="17"/>
                    <a:pt x="157" y="17"/>
                  </a:cubicBezTo>
                  <a:cubicBezTo>
                    <a:pt x="157" y="17"/>
                    <a:pt x="157" y="17"/>
                    <a:pt x="157" y="17"/>
                  </a:cubicBezTo>
                  <a:cubicBezTo>
                    <a:pt x="157" y="16"/>
                    <a:pt x="157" y="16"/>
                    <a:pt x="157" y="16"/>
                  </a:cubicBezTo>
                  <a:cubicBezTo>
                    <a:pt x="157" y="16"/>
                    <a:pt x="158" y="16"/>
                    <a:pt x="158" y="16"/>
                  </a:cubicBezTo>
                  <a:cubicBezTo>
                    <a:pt x="158" y="16"/>
                    <a:pt x="159" y="16"/>
                    <a:pt x="159" y="16"/>
                  </a:cubicBezTo>
                  <a:cubicBezTo>
                    <a:pt x="161" y="16"/>
                    <a:pt x="159" y="16"/>
                    <a:pt x="158" y="16"/>
                  </a:cubicBezTo>
                  <a:cubicBezTo>
                    <a:pt x="157" y="15"/>
                    <a:pt x="159" y="15"/>
                    <a:pt x="159" y="15"/>
                  </a:cubicBezTo>
                  <a:cubicBezTo>
                    <a:pt x="158" y="15"/>
                    <a:pt x="159" y="14"/>
                    <a:pt x="158" y="14"/>
                  </a:cubicBezTo>
                  <a:cubicBezTo>
                    <a:pt x="159" y="14"/>
                    <a:pt x="160" y="13"/>
                    <a:pt x="160" y="14"/>
                  </a:cubicBezTo>
                  <a:cubicBezTo>
                    <a:pt x="160" y="14"/>
                    <a:pt x="160" y="14"/>
                    <a:pt x="160" y="14"/>
                  </a:cubicBezTo>
                  <a:cubicBezTo>
                    <a:pt x="161" y="14"/>
                    <a:pt x="161" y="15"/>
                    <a:pt x="162" y="14"/>
                  </a:cubicBezTo>
                  <a:cubicBezTo>
                    <a:pt x="162" y="14"/>
                    <a:pt x="163" y="14"/>
                    <a:pt x="163" y="14"/>
                  </a:cubicBezTo>
                  <a:cubicBezTo>
                    <a:pt x="163" y="14"/>
                    <a:pt x="163" y="13"/>
                    <a:pt x="164" y="13"/>
                  </a:cubicBezTo>
                  <a:cubicBezTo>
                    <a:pt x="164" y="13"/>
                    <a:pt x="165" y="13"/>
                    <a:pt x="164" y="13"/>
                  </a:cubicBezTo>
                  <a:cubicBezTo>
                    <a:pt x="165" y="13"/>
                    <a:pt x="165" y="14"/>
                    <a:pt x="164" y="14"/>
                  </a:cubicBezTo>
                  <a:cubicBezTo>
                    <a:pt x="164" y="15"/>
                    <a:pt x="163" y="14"/>
                    <a:pt x="163" y="15"/>
                  </a:cubicBezTo>
                  <a:cubicBezTo>
                    <a:pt x="163" y="15"/>
                    <a:pt x="163" y="15"/>
                    <a:pt x="163" y="15"/>
                  </a:cubicBezTo>
                  <a:cubicBezTo>
                    <a:pt x="164" y="15"/>
                    <a:pt x="164" y="16"/>
                    <a:pt x="164" y="16"/>
                  </a:cubicBezTo>
                  <a:cubicBezTo>
                    <a:pt x="165" y="16"/>
                    <a:pt x="166" y="16"/>
                    <a:pt x="167" y="16"/>
                  </a:cubicBezTo>
                  <a:cubicBezTo>
                    <a:pt x="168" y="16"/>
                    <a:pt x="168" y="15"/>
                    <a:pt x="169" y="15"/>
                  </a:cubicBezTo>
                  <a:cubicBezTo>
                    <a:pt x="170" y="15"/>
                    <a:pt x="170" y="15"/>
                    <a:pt x="170" y="14"/>
                  </a:cubicBezTo>
                  <a:cubicBezTo>
                    <a:pt x="171" y="14"/>
                    <a:pt x="171" y="13"/>
                    <a:pt x="172" y="14"/>
                  </a:cubicBezTo>
                  <a:cubicBezTo>
                    <a:pt x="172" y="14"/>
                    <a:pt x="173" y="14"/>
                    <a:pt x="173" y="14"/>
                  </a:cubicBezTo>
                  <a:cubicBezTo>
                    <a:pt x="172" y="15"/>
                    <a:pt x="172" y="15"/>
                    <a:pt x="171" y="15"/>
                  </a:cubicBezTo>
                  <a:cubicBezTo>
                    <a:pt x="171" y="15"/>
                    <a:pt x="170" y="16"/>
                    <a:pt x="170" y="16"/>
                  </a:cubicBezTo>
                  <a:cubicBezTo>
                    <a:pt x="171" y="16"/>
                    <a:pt x="171" y="16"/>
                    <a:pt x="172" y="16"/>
                  </a:cubicBezTo>
                  <a:cubicBezTo>
                    <a:pt x="172" y="16"/>
                    <a:pt x="173" y="16"/>
                    <a:pt x="174" y="16"/>
                  </a:cubicBezTo>
                  <a:cubicBezTo>
                    <a:pt x="174" y="16"/>
                    <a:pt x="175" y="16"/>
                    <a:pt x="176" y="16"/>
                  </a:cubicBezTo>
                  <a:cubicBezTo>
                    <a:pt x="175" y="17"/>
                    <a:pt x="172" y="17"/>
                    <a:pt x="171" y="17"/>
                  </a:cubicBezTo>
                  <a:cubicBezTo>
                    <a:pt x="169" y="16"/>
                    <a:pt x="167" y="16"/>
                    <a:pt x="166" y="17"/>
                  </a:cubicBezTo>
                  <a:cubicBezTo>
                    <a:pt x="166" y="17"/>
                    <a:pt x="166" y="17"/>
                    <a:pt x="166" y="17"/>
                  </a:cubicBezTo>
                  <a:cubicBezTo>
                    <a:pt x="166" y="18"/>
                    <a:pt x="164" y="17"/>
                    <a:pt x="164" y="18"/>
                  </a:cubicBezTo>
                  <a:cubicBezTo>
                    <a:pt x="163" y="18"/>
                    <a:pt x="162" y="18"/>
                    <a:pt x="162" y="18"/>
                  </a:cubicBezTo>
                  <a:cubicBezTo>
                    <a:pt x="161" y="19"/>
                    <a:pt x="161" y="18"/>
                    <a:pt x="160" y="18"/>
                  </a:cubicBezTo>
                  <a:cubicBezTo>
                    <a:pt x="159" y="18"/>
                    <a:pt x="159" y="19"/>
                    <a:pt x="158" y="19"/>
                  </a:cubicBezTo>
                  <a:cubicBezTo>
                    <a:pt x="158" y="19"/>
                    <a:pt x="156" y="19"/>
                    <a:pt x="157" y="19"/>
                  </a:cubicBezTo>
                  <a:cubicBezTo>
                    <a:pt x="157" y="19"/>
                    <a:pt x="158" y="20"/>
                    <a:pt x="157" y="20"/>
                  </a:cubicBezTo>
                  <a:cubicBezTo>
                    <a:pt x="157" y="20"/>
                    <a:pt x="157" y="19"/>
                    <a:pt x="156" y="19"/>
                  </a:cubicBezTo>
                  <a:cubicBezTo>
                    <a:pt x="155" y="18"/>
                    <a:pt x="154" y="19"/>
                    <a:pt x="153" y="19"/>
                  </a:cubicBezTo>
                  <a:cubicBezTo>
                    <a:pt x="153" y="19"/>
                    <a:pt x="153" y="20"/>
                    <a:pt x="153" y="20"/>
                  </a:cubicBezTo>
                  <a:cubicBezTo>
                    <a:pt x="153" y="21"/>
                    <a:pt x="154" y="21"/>
                    <a:pt x="154" y="21"/>
                  </a:cubicBezTo>
                  <a:cubicBezTo>
                    <a:pt x="153" y="22"/>
                    <a:pt x="155" y="22"/>
                    <a:pt x="156" y="21"/>
                  </a:cubicBezTo>
                  <a:cubicBezTo>
                    <a:pt x="157" y="21"/>
                    <a:pt x="158" y="21"/>
                    <a:pt x="159" y="21"/>
                  </a:cubicBezTo>
                  <a:cubicBezTo>
                    <a:pt x="159" y="21"/>
                    <a:pt x="159" y="21"/>
                    <a:pt x="159" y="21"/>
                  </a:cubicBezTo>
                  <a:cubicBezTo>
                    <a:pt x="159" y="21"/>
                    <a:pt x="160" y="21"/>
                    <a:pt x="161" y="21"/>
                  </a:cubicBezTo>
                  <a:cubicBezTo>
                    <a:pt x="161" y="21"/>
                    <a:pt x="162" y="21"/>
                    <a:pt x="163" y="21"/>
                  </a:cubicBezTo>
                  <a:cubicBezTo>
                    <a:pt x="164" y="21"/>
                    <a:pt x="165" y="20"/>
                    <a:pt x="167" y="21"/>
                  </a:cubicBezTo>
                  <a:cubicBezTo>
                    <a:pt x="168" y="21"/>
                    <a:pt x="170" y="21"/>
                    <a:pt x="171" y="20"/>
                  </a:cubicBezTo>
                  <a:cubicBezTo>
                    <a:pt x="172" y="20"/>
                    <a:pt x="174" y="20"/>
                    <a:pt x="175" y="20"/>
                  </a:cubicBezTo>
                  <a:cubicBezTo>
                    <a:pt x="175" y="20"/>
                    <a:pt x="175" y="20"/>
                    <a:pt x="175" y="20"/>
                  </a:cubicBezTo>
                  <a:cubicBezTo>
                    <a:pt x="175" y="20"/>
                    <a:pt x="175" y="20"/>
                    <a:pt x="175" y="20"/>
                  </a:cubicBezTo>
                  <a:cubicBezTo>
                    <a:pt x="174" y="20"/>
                    <a:pt x="173" y="20"/>
                    <a:pt x="173" y="20"/>
                  </a:cubicBezTo>
                  <a:cubicBezTo>
                    <a:pt x="173" y="21"/>
                    <a:pt x="175" y="21"/>
                    <a:pt x="176" y="21"/>
                  </a:cubicBezTo>
                  <a:cubicBezTo>
                    <a:pt x="174" y="21"/>
                    <a:pt x="173" y="21"/>
                    <a:pt x="172" y="21"/>
                  </a:cubicBezTo>
                  <a:cubicBezTo>
                    <a:pt x="170" y="21"/>
                    <a:pt x="169" y="21"/>
                    <a:pt x="168" y="21"/>
                  </a:cubicBezTo>
                  <a:cubicBezTo>
                    <a:pt x="166" y="21"/>
                    <a:pt x="165" y="21"/>
                    <a:pt x="164" y="22"/>
                  </a:cubicBezTo>
                  <a:cubicBezTo>
                    <a:pt x="163" y="22"/>
                    <a:pt x="161" y="22"/>
                    <a:pt x="160" y="22"/>
                  </a:cubicBezTo>
                  <a:cubicBezTo>
                    <a:pt x="162" y="23"/>
                    <a:pt x="164" y="23"/>
                    <a:pt x="166" y="23"/>
                  </a:cubicBezTo>
                  <a:cubicBezTo>
                    <a:pt x="167" y="23"/>
                    <a:pt x="169" y="23"/>
                    <a:pt x="170" y="24"/>
                  </a:cubicBezTo>
                  <a:cubicBezTo>
                    <a:pt x="170" y="24"/>
                    <a:pt x="170" y="24"/>
                    <a:pt x="169" y="24"/>
                  </a:cubicBezTo>
                  <a:cubicBezTo>
                    <a:pt x="169" y="24"/>
                    <a:pt x="168" y="23"/>
                    <a:pt x="168" y="23"/>
                  </a:cubicBezTo>
                  <a:cubicBezTo>
                    <a:pt x="167" y="23"/>
                    <a:pt x="165" y="23"/>
                    <a:pt x="164" y="23"/>
                  </a:cubicBezTo>
                  <a:cubicBezTo>
                    <a:pt x="163" y="23"/>
                    <a:pt x="161" y="23"/>
                    <a:pt x="161" y="23"/>
                  </a:cubicBezTo>
                  <a:cubicBezTo>
                    <a:pt x="160" y="23"/>
                    <a:pt x="160" y="24"/>
                    <a:pt x="159" y="23"/>
                  </a:cubicBezTo>
                  <a:cubicBezTo>
                    <a:pt x="160" y="23"/>
                    <a:pt x="159" y="23"/>
                    <a:pt x="159" y="23"/>
                  </a:cubicBezTo>
                  <a:cubicBezTo>
                    <a:pt x="158" y="23"/>
                    <a:pt x="157" y="23"/>
                    <a:pt x="156" y="23"/>
                  </a:cubicBezTo>
                  <a:cubicBezTo>
                    <a:pt x="156" y="23"/>
                    <a:pt x="155" y="23"/>
                    <a:pt x="155" y="23"/>
                  </a:cubicBezTo>
                  <a:cubicBezTo>
                    <a:pt x="155" y="24"/>
                    <a:pt x="156" y="24"/>
                    <a:pt x="156" y="24"/>
                  </a:cubicBezTo>
                  <a:cubicBezTo>
                    <a:pt x="155" y="24"/>
                    <a:pt x="155" y="24"/>
                    <a:pt x="156" y="24"/>
                  </a:cubicBezTo>
                  <a:cubicBezTo>
                    <a:pt x="156" y="24"/>
                    <a:pt x="156" y="24"/>
                    <a:pt x="157" y="25"/>
                  </a:cubicBezTo>
                  <a:cubicBezTo>
                    <a:pt x="157" y="25"/>
                    <a:pt x="157" y="25"/>
                    <a:pt x="157" y="25"/>
                  </a:cubicBezTo>
                  <a:cubicBezTo>
                    <a:pt x="158" y="25"/>
                    <a:pt x="158" y="25"/>
                    <a:pt x="158" y="26"/>
                  </a:cubicBezTo>
                  <a:cubicBezTo>
                    <a:pt x="158" y="26"/>
                    <a:pt x="159" y="26"/>
                    <a:pt x="160" y="26"/>
                  </a:cubicBezTo>
                  <a:cubicBezTo>
                    <a:pt x="160" y="26"/>
                    <a:pt x="161" y="26"/>
                    <a:pt x="162" y="26"/>
                  </a:cubicBezTo>
                  <a:cubicBezTo>
                    <a:pt x="163" y="26"/>
                    <a:pt x="163" y="27"/>
                    <a:pt x="164" y="27"/>
                  </a:cubicBezTo>
                  <a:cubicBezTo>
                    <a:pt x="165" y="28"/>
                    <a:pt x="167" y="28"/>
                    <a:pt x="168" y="27"/>
                  </a:cubicBezTo>
                  <a:cubicBezTo>
                    <a:pt x="168" y="27"/>
                    <a:pt x="168" y="27"/>
                    <a:pt x="168" y="27"/>
                  </a:cubicBezTo>
                  <a:cubicBezTo>
                    <a:pt x="168" y="26"/>
                    <a:pt x="169" y="27"/>
                    <a:pt x="170" y="27"/>
                  </a:cubicBezTo>
                  <a:cubicBezTo>
                    <a:pt x="171" y="28"/>
                    <a:pt x="171" y="27"/>
                    <a:pt x="172" y="27"/>
                  </a:cubicBezTo>
                  <a:cubicBezTo>
                    <a:pt x="172" y="28"/>
                    <a:pt x="171" y="28"/>
                    <a:pt x="171" y="28"/>
                  </a:cubicBezTo>
                  <a:cubicBezTo>
                    <a:pt x="171" y="28"/>
                    <a:pt x="171" y="28"/>
                    <a:pt x="171" y="28"/>
                  </a:cubicBezTo>
                  <a:cubicBezTo>
                    <a:pt x="170" y="28"/>
                    <a:pt x="170" y="28"/>
                    <a:pt x="169" y="28"/>
                  </a:cubicBezTo>
                  <a:cubicBezTo>
                    <a:pt x="169" y="28"/>
                    <a:pt x="166" y="28"/>
                    <a:pt x="166" y="28"/>
                  </a:cubicBezTo>
                  <a:cubicBezTo>
                    <a:pt x="166" y="28"/>
                    <a:pt x="168" y="29"/>
                    <a:pt x="168" y="29"/>
                  </a:cubicBezTo>
                  <a:cubicBezTo>
                    <a:pt x="169" y="30"/>
                    <a:pt x="170" y="29"/>
                    <a:pt x="171" y="30"/>
                  </a:cubicBezTo>
                  <a:cubicBezTo>
                    <a:pt x="171" y="30"/>
                    <a:pt x="171" y="31"/>
                    <a:pt x="171" y="31"/>
                  </a:cubicBezTo>
                  <a:cubicBezTo>
                    <a:pt x="171" y="31"/>
                    <a:pt x="172" y="31"/>
                    <a:pt x="172" y="31"/>
                  </a:cubicBezTo>
                  <a:cubicBezTo>
                    <a:pt x="172" y="31"/>
                    <a:pt x="173" y="31"/>
                    <a:pt x="173" y="31"/>
                  </a:cubicBezTo>
                  <a:cubicBezTo>
                    <a:pt x="174" y="31"/>
                    <a:pt x="174" y="31"/>
                    <a:pt x="175" y="31"/>
                  </a:cubicBezTo>
                  <a:cubicBezTo>
                    <a:pt x="176" y="31"/>
                    <a:pt x="176" y="31"/>
                    <a:pt x="176" y="31"/>
                  </a:cubicBezTo>
                  <a:cubicBezTo>
                    <a:pt x="176" y="30"/>
                    <a:pt x="176" y="30"/>
                    <a:pt x="176" y="30"/>
                  </a:cubicBezTo>
                  <a:cubicBezTo>
                    <a:pt x="178" y="30"/>
                    <a:pt x="175" y="29"/>
                    <a:pt x="175" y="29"/>
                  </a:cubicBezTo>
                  <a:cubicBezTo>
                    <a:pt x="175" y="29"/>
                    <a:pt x="176" y="28"/>
                    <a:pt x="177" y="28"/>
                  </a:cubicBezTo>
                  <a:cubicBezTo>
                    <a:pt x="178" y="28"/>
                    <a:pt x="177" y="28"/>
                    <a:pt x="176" y="27"/>
                  </a:cubicBezTo>
                  <a:cubicBezTo>
                    <a:pt x="177" y="27"/>
                    <a:pt x="177" y="27"/>
                    <a:pt x="178" y="27"/>
                  </a:cubicBezTo>
                  <a:cubicBezTo>
                    <a:pt x="178" y="26"/>
                    <a:pt x="178" y="26"/>
                    <a:pt x="178" y="26"/>
                  </a:cubicBezTo>
                  <a:cubicBezTo>
                    <a:pt x="178" y="25"/>
                    <a:pt x="178" y="26"/>
                    <a:pt x="178" y="25"/>
                  </a:cubicBezTo>
                  <a:cubicBezTo>
                    <a:pt x="178" y="25"/>
                    <a:pt x="179" y="25"/>
                    <a:pt x="179" y="24"/>
                  </a:cubicBezTo>
                  <a:cubicBezTo>
                    <a:pt x="179" y="23"/>
                    <a:pt x="180" y="23"/>
                    <a:pt x="181" y="23"/>
                  </a:cubicBezTo>
                  <a:cubicBezTo>
                    <a:pt x="182" y="23"/>
                    <a:pt x="182" y="24"/>
                    <a:pt x="183" y="23"/>
                  </a:cubicBezTo>
                  <a:cubicBezTo>
                    <a:pt x="184" y="23"/>
                    <a:pt x="183" y="23"/>
                    <a:pt x="183" y="23"/>
                  </a:cubicBezTo>
                  <a:cubicBezTo>
                    <a:pt x="183" y="22"/>
                    <a:pt x="184" y="21"/>
                    <a:pt x="184" y="21"/>
                  </a:cubicBezTo>
                  <a:cubicBezTo>
                    <a:pt x="184" y="21"/>
                    <a:pt x="184" y="21"/>
                    <a:pt x="183" y="20"/>
                  </a:cubicBezTo>
                  <a:cubicBezTo>
                    <a:pt x="183" y="20"/>
                    <a:pt x="184" y="20"/>
                    <a:pt x="184" y="19"/>
                  </a:cubicBezTo>
                  <a:cubicBezTo>
                    <a:pt x="183" y="19"/>
                    <a:pt x="184" y="19"/>
                    <a:pt x="185" y="19"/>
                  </a:cubicBezTo>
                  <a:cubicBezTo>
                    <a:pt x="185" y="19"/>
                    <a:pt x="186" y="19"/>
                    <a:pt x="187" y="19"/>
                  </a:cubicBezTo>
                  <a:cubicBezTo>
                    <a:pt x="189" y="18"/>
                    <a:pt x="186" y="18"/>
                    <a:pt x="187" y="18"/>
                  </a:cubicBezTo>
                  <a:cubicBezTo>
                    <a:pt x="187" y="18"/>
                    <a:pt x="187" y="18"/>
                    <a:pt x="188" y="18"/>
                  </a:cubicBezTo>
                  <a:cubicBezTo>
                    <a:pt x="188" y="17"/>
                    <a:pt x="187" y="17"/>
                    <a:pt x="187" y="17"/>
                  </a:cubicBezTo>
                  <a:cubicBezTo>
                    <a:pt x="187" y="17"/>
                    <a:pt x="187" y="17"/>
                    <a:pt x="187" y="17"/>
                  </a:cubicBezTo>
                  <a:cubicBezTo>
                    <a:pt x="188" y="16"/>
                    <a:pt x="187" y="16"/>
                    <a:pt x="187" y="16"/>
                  </a:cubicBezTo>
                  <a:cubicBezTo>
                    <a:pt x="188" y="15"/>
                    <a:pt x="190" y="16"/>
                    <a:pt x="191" y="15"/>
                  </a:cubicBezTo>
                  <a:cubicBezTo>
                    <a:pt x="191" y="15"/>
                    <a:pt x="190" y="14"/>
                    <a:pt x="191" y="14"/>
                  </a:cubicBezTo>
                  <a:cubicBezTo>
                    <a:pt x="192" y="14"/>
                    <a:pt x="193" y="15"/>
                    <a:pt x="193" y="14"/>
                  </a:cubicBezTo>
                  <a:cubicBezTo>
                    <a:pt x="194" y="14"/>
                    <a:pt x="195" y="14"/>
                    <a:pt x="197" y="14"/>
                  </a:cubicBezTo>
                  <a:cubicBezTo>
                    <a:pt x="197" y="14"/>
                    <a:pt x="197" y="14"/>
                    <a:pt x="198" y="14"/>
                  </a:cubicBezTo>
                  <a:cubicBezTo>
                    <a:pt x="199" y="14"/>
                    <a:pt x="200" y="14"/>
                    <a:pt x="201" y="14"/>
                  </a:cubicBezTo>
                  <a:cubicBezTo>
                    <a:pt x="201" y="14"/>
                    <a:pt x="202" y="14"/>
                    <a:pt x="201" y="14"/>
                  </a:cubicBezTo>
                  <a:cubicBezTo>
                    <a:pt x="202" y="13"/>
                    <a:pt x="202" y="13"/>
                    <a:pt x="202" y="13"/>
                  </a:cubicBezTo>
                  <a:cubicBezTo>
                    <a:pt x="202" y="12"/>
                    <a:pt x="200" y="12"/>
                    <a:pt x="199" y="12"/>
                  </a:cubicBezTo>
                  <a:cubicBezTo>
                    <a:pt x="198" y="12"/>
                    <a:pt x="197" y="12"/>
                    <a:pt x="195" y="12"/>
                  </a:cubicBezTo>
                  <a:cubicBezTo>
                    <a:pt x="194" y="11"/>
                    <a:pt x="193" y="12"/>
                    <a:pt x="192" y="11"/>
                  </a:cubicBezTo>
                  <a:cubicBezTo>
                    <a:pt x="192" y="11"/>
                    <a:pt x="192" y="11"/>
                    <a:pt x="192" y="11"/>
                  </a:cubicBezTo>
                  <a:cubicBezTo>
                    <a:pt x="192" y="11"/>
                    <a:pt x="191" y="10"/>
                    <a:pt x="191" y="10"/>
                  </a:cubicBezTo>
                  <a:cubicBezTo>
                    <a:pt x="191" y="10"/>
                    <a:pt x="190" y="10"/>
                    <a:pt x="189" y="10"/>
                  </a:cubicBezTo>
                  <a:cubicBezTo>
                    <a:pt x="188" y="10"/>
                    <a:pt x="187" y="10"/>
                    <a:pt x="187" y="10"/>
                  </a:cubicBezTo>
                  <a:cubicBezTo>
                    <a:pt x="187" y="10"/>
                    <a:pt x="186" y="10"/>
                    <a:pt x="186" y="10"/>
                  </a:cubicBezTo>
                  <a:cubicBezTo>
                    <a:pt x="186" y="10"/>
                    <a:pt x="186" y="10"/>
                    <a:pt x="186" y="10"/>
                  </a:cubicBezTo>
                  <a:cubicBezTo>
                    <a:pt x="185" y="9"/>
                    <a:pt x="184" y="10"/>
                    <a:pt x="184" y="9"/>
                  </a:cubicBezTo>
                  <a:cubicBezTo>
                    <a:pt x="184" y="9"/>
                    <a:pt x="185" y="9"/>
                    <a:pt x="185" y="9"/>
                  </a:cubicBezTo>
                  <a:cubicBezTo>
                    <a:pt x="185" y="9"/>
                    <a:pt x="185" y="8"/>
                    <a:pt x="185" y="8"/>
                  </a:cubicBezTo>
                  <a:cubicBezTo>
                    <a:pt x="185" y="8"/>
                    <a:pt x="185" y="8"/>
                    <a:pt x="185" y="8"/>
                  </a:cubicBezTo>
                  <a:cubicBezTo>
                    <a:pt x="184" y="8"/>
                    <a:pt x="184" y="7"/>
                    <a:pt x="184" y="7"/>
                  </a:cubicBezTo>
                  <a:cubicBezTo>
                    <a:pt x="183" y="7"/>
                    <a:pt x="182" y="6"/>
                    <a:pt x="181" y="7"/>
                  </a:cubicBezTo>
                  <a:cubicBezTo>
                    <a:pt x="180" y="7"/>
                    <a:pt x="180" y="8"/>
                    <a:pt x="179" y="8"/>
                  </a:cubicBezTo>
                  <a:cubicBezTo>
                    <a:pt x="179" y="8"/>
                    <a:pt x="178" y="9"/>
                    <a:pt x="178" y="8"/>
                  </a:cubicBezTo>
                  <a:cubicBezTo>
                    <a:pt x="178" y="8"/>
                    <a:pt x="179" y="8"/>
                    <a:pt x="178" y="7"/>
                  </a:cubicBezTo>
                  <a:cubicBezTo>
                    <a:pt x="178" y="7"/>
                    <a:pt x="178" y="7"/>
                    <a:pt x="177" y="7"/>
                  </a:cubicBezTo>
                  <a:cubicBezTo>
                    <a:pt x="178" y="7"/>
                    <a:pt x="178" y="7"/>
                    <a:pt x="179" y="7"/>
                  </a:cubicBezTo>
                  <a:cubicBezTo>
                    <a:pt x="179" y="6"/>
                    <a:pt x="179" y="6"/>
                    <a:pt x="179" y="6"/>
                  </a:cubicBezTo>
                  <a:cubicBezTo>
                    <a:pt x="180" y="6"/>
                    <a:pt x="180" y="6"/>
                    <a:pt x="180" y="5"/>
                  </a:cubicBezTo>
                  <a:cubicBezTo>
                    <a:pt x="178" y="5"/>
                    <a:pt x="177" y="4"/>
                    <a:pt x="175" y="4"/>
                  </a:cubicBezTo>
                  <a:cubicBezTo>
                    <a:pt x="175" y="4"/>
                    <a:pt x="173" y="4"/>
                    <a:pt x="172" y="4"/>
                  </a:cubicBezTo>
                  <a:cubicBezTo>
                    <a:pt x="172" y="4"/>
                    <a:pt x="173" y="4"/>
                    <a:pt x="173" y="5"/>
                  </a:cubicBezTo>
                  <a:cubicBezTo>
                    <a:pt x="172" y="5"/>
                    <a:pt x="172" y="5"/>
                    <a:pt x="172" y="4"/>
                  </a:cubicBezTo>
                  <a:cubicBezTo>
                    <a:pt x="171" y="3"/>
                    <a:pt x="169" y="3"/>
                    <a:pt x="167" y="4"/>
                  </a:cubicBezTo>
                  <a:cubicBezTo>
                    <a:pt x="168" y="4"/>
                    <a:pt x="168" y="4"/>
                    <a:pt x="169" y="4"/>
                  </a:cubicBezTo>
                  <a:cubicBezTo>
                    <a:pt x="168" y="4"/>
                    <a:pt x="169" y="4"/>
                    <a:pt x="170" y="5"/>
                  </a:cubicBezTo>
                  <a:cubicBezTo>
                    <a:pt x="169" y="5"/>
                    <a:pt x="167" y="4"/>
                    <a:pt x="167" y="5"/>
                  </a:cubicBezTo>
                  <a:cubicBezTo>
                    <a:pt x="166" y="5"/>
                    <a:pt x="168" y="7"/>
                    <a:pt x="168" y="7"/>
                  </a:cubicBezTo>
                  <a:cubicBezTo>
                    <a:pt x="168" y="7"/>
                    <a:pt x="169" y="9"/>
                    <a:pt x="170" y="9"/>
                  </a:cubicBezTo>
                  <a:cubicBezTo>
                    <a:pt x="170" y="9"/>
                    <a:pt x="170" y="10"/>
                    <a:pt x="171" y="10"/>
                  </a:cubicBezTo>
                  <a:cubicBezTo>
                    <a:pt x="171" y="11"/>
                    <a:pt x="171" y="11"/>
                    <a:pt x="172" y="12"/>
                  </a:cubicBezTo>
                  <a:cubicBezTo>
                    <a:pt x="172" y="12"/>
                    <a:pt x="173" y="12"/>
                    <a:pt x="172" y="12"/>
                  </a:cubicBezTo>
                  <a:cubicBezTo>
                    <a:pt x="171" y="12"/>
                    <a:pt x="171" y="12"/>
                    <a:pt x="171" y="12"/>
                  </a:cubicBezTo>
                  <a:cubicBezTo>
                    <a:pt x="170" y="11"/>
                    <a:pt x="169" y="10"/>
                    <a:pt x="168" y="10"/>
                  </a:cubicBezTo>
                  <a:cubicBezTo>
                    <a:pt x="168" y="10"/>
                    <a:pt x="167" y="11"/>
                    <a:pt x="167" y="10"/>
                  </a:cubicBezTo>
                  <a:cubicBezTo>
                    <a:pt x="167" y="10"/>
                    <a:pt x="168" y="10"/>
                    <a:pt x="168" y="10"/>
                  </a:cubicBezTo>
                  <a:cubicBezTo>
                    <a:pt x="168" y="9"/>
                    <a:pt x="166" y="9"/>
                    <a:pt x="166" y="9"/>
                  </a:cubicBezTo>
                  <a:cubicBezTo>
                    <a:pt x="165" y="9"/>
                    <a:pt x="165" y="8"/>
                    <a:pt x="165" y="7"/>
                  </a:cubicBezTo>
                  <a:cubicBezTo>
                    <a:pt x="164" y="6"/>
                    <a:pt x="162" y="6"/>
                    <a:pt x="161" y="5"/>
                  </a:cubicBezTo>
                  <a:cubicBezTo>
                    <a:pt x="161" y="5"/>
                    <a:pt x="160" y="5"/>
                    <a:pt x="159" y="5"/>
                  </a:cubicBezTo>
                  <a:cubicBezTo>
                    <a:pt x="159" y="6"/>
                    <a:pt x="158" y="6"/>
                    <a:pt x="158" y="6"/>
                  </a:cubicBezTo>
                  <a:cubicBezTo>
                    <a:pt x="158" y="6"/>
                    <a:pt x="158" y="6"/>
                    <a:pt x="157" y="6"/>
                  </a:cubicBezTo>
                  <a:cubicBezTo>
                    <a:pt x="158" y="7"/>
                    <a:pt x="158" y="7"/>
                    <a:pt x="158" y="7"/>
                  </a:cubicBezTo>
                  <a:cubicBezTo>
                    <a:pt x="157" y="7"/>
                    <a:pt x="157" y="7"/>
                    <a:pt x="156" y="7"/>
                  </a:cubicBezTo>
                  <a:cubicBezTo>
                    <a:pt x="155" y="7"/>
                    <a:pt x="156" y="8"/>
                    <a:pt x="156" y="8"/>
                  </a:cubicBezTo>
                  <a:cubicBezTo>
                    <a:pt x="157" y="8"/>
                    <a:pt x="157" y="8"/>
                    <a:pt x="157" y="8"/>
                  </a:cubicBezTo>
                  <a:cubicBezTo>
                    <a:pt x="157" y="8"/>
                    <a:pt x="158" y="9"/>
                    <a:pt x="157" y="9"/>
                  </a:cubicBezTo>
                  <a:cubicBezTo>
                    <a:pt x="156" y="10"/>
                    <a:pt x="156" y="9"/>
                    <a:pt x="155" y="8"/>
                  </a:cubicBezTo>
                  <a:cubicBezTo>
                    <a:pt x="155" y="8"/>
                    <a:pt x="154" y="7"/>
                    <a:pt x="153" y="8"/>
                  </a:cubicBezTo>
                  <a:cubicBezTo>
                    <a:pt x="153" y="8"/>
                    <a:pt x="153" y="8"/>
                    <a:pt x="153" y="8"/>
                  </a:cubicBezTo>
                  <a:cubicBezTo>
                    <a:pt x="153" y="8"/>
                    <a:pt x="152" y="8"/>
                    <a:pt x="152" y="7"/>
                  </a:cubicBezTo>
                  <a:cubicBezTo>
                    <a:pt x="152" y="7"/>
                    <a:pt x="153" y="7"/>
                    <a:pt x="153" y="7"/>
                  </a:cubicBezTo>
                  <a:cubicBezTo>
                    <a:pt x="153" y="7"/>
                    <a:pt x="150" y="7"/>
                    <a:pt x="150" y="7"/>
                  </a:cubicBezTo>
                  <a:cubicBezTo>
                    <a:pt x="149" y="7"/>
                    <a:pt x="147" y="7"/>
                    <a:pt x="147" y="7"/>
                  </a:cubicBezTo>
                  <a:cubicBezTo>
                    <a:pt x="147" y="7"/>
                    <a:pt x="151" y="6"/>
                    <a:pt x="151" y="6"/>
                  </a:cubicBezTo>
                  <a:cubicBezTo>
                    <a:pt x="152" y="6"/>
                    <a:pt x="155" y="6"/>
                    <a:pt x="156" y="6"/>
                  </a:cubicBezTo>
                  <a:cubicBezTo>
                    <a:pt x="157" y="5"/>
                    <a:pt x="155" y="5"/>
                    <a:pt x="155" y="5"/>
                  </a:cubicBezTo>
                  <a:cubicBezTo>
                    <a:pt x="154" y="5"/>
                    <a:pt x="153" y="5"/>
                    <a:pt x="152" y="5"/>
                  </a:cubicBezTo>
                  <a:cubicBezTo>
                    <a:pt x="150" y="5"/>
                    <a:pt x="149" y="6"/>
                    <a:pt x="147" y="6"/>
                  </a:cubicBezTo>
                  <a:cubicBezTo>
                    <a:pt x="148" y="5"/>
                    <a:pt x="144" y="5"/>
                    <a:pt x="145" y="5"/>
                  </a:cubicBezTo>
                  <a:cubicBezTo>
                    <a:pt x="145" y="6"/>
                    <a:pt x="146" y="6"/>
                    <a:pt x="146" y="6"/>
                  </a:cubicBezTo>
                  <a:cubicBezTo>
                    <a:pt x="146" y="7"/>
                    <a:pt x="145" y="6"/>
                    <a:pt x="144" y="6"/>
                  </a:cubicBezTo>
                  <a:cubicBezTo>
                    <a:pt x="144" y="6"/>
                    <a:pt x="143" y="5"/>
                    <a:pt x="143" y="5"/>
                  </a:cubicBezTo>
                  <a:cubicBezTo>
                    <a:pt x="143" y="5"/>
                    <a:pt x="141" y="5"/>
                    <a:pt x="141" y="5"/>
                  </a:cubicBezTo>
                  <a:cubicBezTo>
                    <a:pt x="141" y="6"/>
                    <a:pt x="139" y="5"/>
                    <a:pt x="139" y="6"/>
                  </a:cubicBezTo>
                  <a:cubicBezTo>
                    <a:pt x="139" y="6"/>
                    <a:pt x="140" y="6"/>
                    <a:pt x="140" y="6"/>
                  </a:cubicBezTo>
                  <a:cubicBezTo>
                    <a:pt x="140" y="7"/>
                    <a:pt x="139" y="6"/>
                    <a:pt x="139" y="6"/>
                  </a:cubicBezTo>
                  <a:cubicBezTo>
                    <a:pt x="138" y="6"/>
                    <a:pt x="137" y="6"/>
                    <a:pt x="137" y="7"/>
                  </a:cubicBezTo>
                  <a:cubicBezTo>
                    <a:pt x="137" y="7"/>
                    <a:pt x="138" y="7"/>
                    <a:pt x="139" y="7"/>
                  </a:cubicBezTo>
                  <a:cubicBezTo>
                    <a:pt x="138" y="7"/>
                    <a:pt x="137" y="7"/>
                    <a:pt x="136" y="7"/>
                  </a:cubicBezTo>
                  <a:cubicBezTo>
                    <a:pt x="135" y="7"/>
                    <a:pt x="137" y="8"/>
                    <a:pt x="137" y="8"/>
                  </a:cubicBezTo>
                  <a:cubicBezTo>
                    <a:pt x="137" y="8"/>
                    <a:pt x="137" y="8"/>
                    <a:pt x="137" y="8"/>
                  </a:cubicBezTo>
                  <a:close/>
                  <a:moveTo>
                    <a:pt x="233" y="13"/>
                  </a:moveTo>
                  <a:cubicBezTo>
                    <a:pt x="232" y="13"/>
                    <a:pt x="234" y="14"/>
                    <a:pt x="234" y="14"/>
                  </a:cubicBezTo>
                  <a:cubicBezTo>
                    <a:pt x="235" y="15"/>
                    <a:pt x="236" y="14"/>
                    <a:pt x="236" y="14"/>
                  </a:cubicBezTo>
                  <a:cubicBezTo>
                    <a:pt x="236" y="14"/>
                    <a:pt x="235" y="14"/>
                    <a:pt x="234" y="13"/>
                  </a:cubicBezTo>
                  <a:cubicBezTo>
                    <a:pt x="234" y="13"/>
                    <a:pt x="233" y="13"/>
                    <a:pt x="233" y="13"/>
                  </a:cubicBezTo>
                  <a:close/>
                  <a:moveTo>
                    <a:pt x="192" y="49"/>
                  </a:moveTo>
                  <a:cubicBezTo>
                    <a:pt x="192" y="48"/>
                    <a:pt x="191" y="48"/>
                    <a:pt x="190" y="48"/>
                  </a:cubicBezTo>
                  <a:cubicBezTo>
                    <a:pt x="188" y="49"/>
                    <a:pt x="190" y="49"/>
                    <a:pt x="191" y="50"/>
                  </a:cubicBezTo>
                  <a:cubicBezTo>
                    <a:pt x="191" y="50"/>
                    <a:pt x="193" y="50"/>
                    <a:pt x="192" y="49"/>
                  </a:cubicBezTo>
                  <a:close/>
                  <a:moveTo>
                    <a:pt x="198" y="17"/>
                  </a:moveTo>
                  <a:cubicBezTo>
                    <a:pt x="199" y="17"/>
                    <a:pt x="199" y="18"/>
                    <a:pt x="200" y="18"/>
                  </a:cubicBezTo>
                  <a:cubicBezTo>
                    <a:pt x="201" y="18"/>
                    <a:pt x="202" y="17"/>
                    <a:pt x="203" y="17"/>
                  </a:cubicBezTo>
                  <a:cubicBezTo>
                    <a:pt x="204" y="17"/>
                    <a:pt x="204" y="17"/>
                    <a:pt x="205" y="17"/>
                  </a:cubicBezTo>
                  <a:cubicBezTo>
                    <a:pt x="206" y="17"/>
                    <a:pt x="207" y="17"/>
                    <a:pt x="207" y="17"/>
                  </a:cubicBezTo>
                  <a:cubicBezTo>
                    <a:pt x="207" y="17"/>
                    <a:pt x="207" y="16"/>
                    <a:pt x="207" y="15"/>
                  </a:cubicBezTo>
                  <a:cubicBezTo>
                    <a:pt x="207" y="15"/>
                    <a:pt x="207" y="15"/>
                    <a:pt x="206" y="15"/>
                  </a:cubicBezTo>
                  <a:cubicBezTo>
                    <a:pt x="206" y="15"/>
                    <a:pt x="206" y="15"/>
                    <a:pt x="206" y="15"/>
                  </a:cubicBezTo>
                  <a:cubicBezTo>
                    <a:pt x="206" y="14"/>
                    <a:pt x="205" y="15"/>
                    <a:pt x="205" y="15"/>
                  </a:cubicBezTo>
                  <a:cubicBezTo>
                    <a:pt x="205" y="15"/>
                    <a:pt x="204" y="15"/>
                    <a:pt x="204" y="15"/>
                  </a:cubicBezTo>
                  <a:cubicBezTo>
                    <a:pt x="203" y="14"/>
                    <a:pt x="203" y="15"/>
                    <a:pt x="202" y="15"/>
                  </a:cubicBezTo>
                  <a:cubicBezTo>
                    <a:pt x="202" y="14"/>
                    <a:pt x="201" y="14"/>
                    <a:pt x="200" y="14"/>
                  </a:cubicBezTo>
                  <a:cubicBezTo>
                    <a:pt x="200" y="15"/>
                    <a:pt x="200" y="15"/>
                    <a:pt x="199" y="15"/>
                  </a:cubicBezTo>
                  <a:cubicBezTo>
                    <a:pt x="197" y="15"/>
                    <a:pt x="196" y="15"/>
                    <a:pt x="194" y="15"/>
                  </a:cubicBezTo>
                  <a:cubicBezTo>
                    <a:pt x="194" y="15"/>
                    <a:pt x="194" y="15"/>
                    <a:pt x="194" y="16"/>
                  </a:cubicBezTo>
                  <a:cubicBezTo>
                    <a:pt x="195" y="16"/>
                    <a:pt x="196" y="15"/>
                    <a:pt x="197" y="16"/>
                  </a:cubicBezTo>
                  <a:cubicBezTo>
                    <a:pt x="198" y="17"/>
                    <a:pt x="197" y="16"/>
                    <a:pt x="196" y="17"/>
                  </a:cubicBezTo>
                  <a:cubicBezTo>
                    <a:pt x="197" y="17"/>
                    <a:pt x="198" y="17"/>
                    <a:pt x="198" y="17"/>
                  </a:cubicBezTo>
                  <a:cubicBezTo>
                    <a:pt x="198" y="17"/>
                    <a:pt x="198" y="18"/>
                    <a:pt x="197" y="18"/>
                  </a:cubicBezTo>
                  <a:cubicBezTo>
                    <a:pt x="198" y="18"/>
                    <a:pt x="198" y="18"/>
                    <a:pt x="198" y="17"/>
                  </a:cubicBezTo>
                  <a:close/>
                  <a:moveTo>
                    <a:pt x="180" y="3"/>
                  </a:moveTo>
                  <a:cubicBezTo>
                    <a:pt x="181" y="4"/>
                    <a:pt x="182" y="3"/>
                    <a:pt x="182" y="3"/>
                  </a:cubicBezTo>
                  <a:cubicBezTo>
                    <a:pt x="183" y="3"/>
                    <a:pt x="184" y="4"/>
                    <a:pt x="185" y="3"/>
                  </a:cubicBezTo>
                  <a:cubicBezTo>
                    <a:pt x="185" y="4"/>
                    <a:pt x="185" y="3"/>
                    <a:pt x="184" y="4"/>
                  </a:cubicBezTo>
                  <a:cubicBezTo>
                    <a:pt x="184" y="4"/>
                    <a:pt x="185" y="4"/>
                    <a:pt x="184" y="4"/>
                  </a:cubicBezTo>
                  <a:cubicBezTo>
                    <a:pt x="184" y="4"/>
                    <a:pt x="184" y="4"/>
                    <a:pt x="183" y="4"/>
                  </a:cubicBezTo>
                  <a:cubicBezTo>
                    <a:pt x="183" y="4"/>
                    <a:pt x="183" y="4"/>
                    <a:pt x="183" y="4"/>
                  </a:cubicBezTo>
                  <a:cubicBezTo>
                    <a:pt x="183" y="4"/>
                    <a:pt x="183" y="4"/>
                    <a:pt x="183" y="4"/>
                  </a:cubicBezTo>
                  <a:cubicBezTo>
                    <a:pt x="183" y="4"/>
                    <a:pt x="181" y="4"/>
                    <a:pt x="180" y="4"/>
                  </a:cubicBezTo>
                  <a:cubicBezTo>
                    <a:pt x="181" y="4"/>
                    <a:pt x="182" y="5"/>
                    <a:pt x="182" y="5"/>
                  </a:cubicBezTo>
                  <a:cubicBezTo>
                    <a:pt x="183" y="5"/>
                    <a:pt x="183" y="5"/>
                    <a:pt x="184" y="5"/>
                  </a:cubicBezTo>
                  <a:cubicBezTo>
                    <a:pt x="184" y="6"/>
                    <a:pt x="184" y="6"/>
                    <a:pt x="184" y="6"/>
                  </a:cubicBezTo>
                  <a:cubicBezTo>
                    <a:pt x="185" y="6"/>
                    <a:pt x="186" y="6"/>
                    <a:pt x="187" y="6"/>
                  </a:cubicBezTo>
                  <a:cubicBezTo>
                    <a:pt x="188" y="6"/>
                    <a:pt x="189" y="6"/>
                    <a:pt x="190" y="6"/>
                  </a:cubicBezTo>
                  <a:cubicBezTo>
                    <a:pt x="191" y="5"/>
                    <a:pt x="192" y="5"/>
                    <a:pt x="193" y="5"/>
                  </a:cubicBezTo>
                  <a:cubicBezTo>
                    <a:pt x="194" y="5"/>
                    <a:pt x="196" y="5"/>
                    <a:pt x="197" y="5"/>
                  </a:cubicBezTo>
                  <a:cubicBezTo>
                    <a:pt x="199" y="5"/>
                    <a:pt x="201" y="5"/>
                    <a:pt x="203" y="5"/>
                  </a:cubicBezTo>
                  <a:cubicBezTo>
                    <a:pt x="203" y="5"/>
                    <a:pt x="203" y="5"/>
                    <a:pt x="202" y="5"/>
                  </a:cubicBezTo>
                  <a:cubicBezTo>
                    <a:pt x="203" y="5"/>
                    <a:pt x="204" y="5"/>
                    <a:pt x="204" y="5"/>
                  </a:cubicBezTo>
                  <a:cubicBezTo>
                    <a:pt x="205" y="5"/>
                    <a:pt x="206" y="5"/>
                    <a:pt x="206" y="5"/>
                  </a:cubicBezTo>
                  <a:cubicBezTo>
                    <a:pt x="206" y="5"/>
                    <a:pt x="203" y="5"/>
                    <a:pt x="203" y="6"/>
                  </a:cubicBezTo>
                  <a:cubicBezTo>
                    <a:pt x="202" y="6"/>
                    <a:pt x="200" y="6"/>
                    <a:pt x="199" y="6"/>
                  </a:cubicBezTo>
                  <a:cubicBezTo>
                    <a:pt x="198" y="6"/>
                    <a:pt x="196" y="6"/>
                    <a:pt x="195" y="6"/>
                  </a:cubicBezTo>
                  <a:cubicBezTo>
                    <a:pt x="196" y="7"/>
                    <a:pt x="198" y="6"/>
                    <a:pt x="199" y="7"/>
                  </a:cubicBezTo>
                  <a:cubicBezTo>
                    <a:pt x="198" y="7"/>
                    <a:pt x="198" y="7"/>
                    <a:pt x="197" y="7"/>
                  </a:cubicBezTo>
                  <a:cubicBezTo>
                    <a:pt x="196" y="7"/>
                    <a:pt x="195" y="7"/>
                    <a:pt x="194" y="7"/>
                  </a:cubicBezTo>
                  <a:cubicBezTo>
                    <a:pt x="193" y="6"/>
                    <a:pt x="191" y="6"/>
                    <a:pt x="190" y="7"/>
                  </a:cubicBezTo>
                  <a:cubicBezTo>
                    <a:pt x="189" y="7"/>
                    <a:pt x="191" y="7"/>
                    <a:pt x="191" y="7"/>
                  </a:cubicBezTo>
                  <a:cubicBezTo>
                    <a:pt x="192" y="7"/>
                    <a:pt x="193" y="8"/>
                    <a:pt x="194" y="8"/>
                  </a:cubicBezTo>
                  <a:cubicBezTo>
                    <a:pt x="195" y="8"/>
                    <a:pt x="195" y="8"/>
                    <a:pt x="196" y="8"/>
                  </a:cubicBezTo>
                  <a:cubicBezTo>
                    <a:pt x="197" y="8"/>
                    <a:pt x="198" y="8"/>
                    <a:pt x="197" y="8"/>
                  </a:cubicBezTo>
                  <a:cubicBezTo>
                    <a:pt x="198" y="9"/>
                    <a:pt x="199" y="8"/>
                    <a:pt x="200" y="8"/>
                  </a:cubicBezTo>
                  <a:cubicBezTo>
                    <a:pt x="201" y="8"/>
                    <a:pt x="202" y="9"/>
                    <a:pt x="203" y="8"/>
                  </a:cubicBezTo>
                  <a:cubicBezTo>
                    <a:pt x="205" y="8"/>
                    <a:pt x="208" y="9"/>
                    <a:pt x="210" y="8"/>
                  </a:cubicBezTo>
                  <a:cubicBezTo>
                    <a:pt x="210" y="8"/>
                    <a:pt x="208" y="9"/>
                    <a:pt x="208" y="9"/>
                  </a:cubicBezTo>
                  <a:cubicBezTo>
                    <a:pt x="209" y="10"/>
                    <a:pt x="212" y="10"/>
                    <a:pt x="212" y="10"/>
                  </a:cubicBezTo>
                  <a:cubicBezTo>
                    <a:pt x="213" y="10"/>
                    <a:pt x="214" y="10"/>
                    <a:pt x="214" y="10"/>
                  </a:cubicBezTo>
                  <a:cubicBezTo>
                    <a:pt x="215" y="10"/>
                    <a:pt x="216" y="10"/>
                    <a:pt x="217" y="10"/>
                  </a:cubicBezTo>
                  <a:cubicBezTo>
                    <a:pt x="217" y="10"/>
                    <a:pt x="218" y="10"/>
                    <a:pt x="218" y="10"/>
                  </a:cubicBezTo>
                  <a:cubicBezTo>
                    <a:pt x="219" y="9"/>
                    <a:pt x="218" y="9"/>
                    <a:pt x="219" y="9"/>
                  </a:cubicBezTo>
                  <a:cubicBezTo>
                    <a:pt x="219" y="9"/>
                    <a:pt x="220" y="9"/>
                    <a:pt x="220" y="9"/>
                  </a:cubicBezTo>
                  <a:cubicBezTo>
                    <a:pt x="221" y="9"/>
                    <a:pt x="222" y="8"/>
                    <a:pt x="222" y="9"/>
                  </a:cubicBezTo>
                  <a:cubicBezTo>
                    <a:pt x="224" y="9"/>
                    <a:pt x="224" y="9"/>
                    <a:pt x="226" y="8"/>
                  </a:cubicBezTo>
                  <a:cubicBezTo>
                    <a:pt x="226" y="8"/>
                    <a:pt x="227" y="8"/>
                    <a:pt x="227" y="8"/>
                  </a:cubicBezTo>
                  <a:cubicBezTo>
                    <a:pt x="228" y="8"/>
                    <a:pt x="228" y="8"/>
                    <a:pt x="228" y="8"/>
                  </a:cubicBezTo>
                  <a:cubicBezTo>
                    <a:pt x="229" y="7"/>
                    <a:pt x="228" y="7"/>
                    <a:pt x="227" y="7"/>
                  </a:cubicBezTo>
                  <a:cubicBezTo>
                    <a:pt x="229" y="6"/>
                    <a:pt x="230" y="6"/>
                    <a:pt x="231" y="6"/>
                  </a:cubicBezTo>
                  <a:cubicBezTo>
                    <a:pt x="232" y="5"/>
                    <a:pt x="233" y="5"/>
                    <a:pt x="235" y="5"/>
                  </a:cubicBezTo>
                  <a:cubicBezTo>
                    <a:pt x="235" y="5"/>
                    <a:pt x="236" y="4"/>
                    <a:pt x="235" y="4"/>
                  </a:cubicBezTo>
                  <a:cubicBezTo>
                    <a:pt x="235" y="4"/>
                    <a:pt x="235" y="3"/>
                    <a:pt x="235" y="3"/>
                  </a:cubicBezTo>
                  <a:cubicBezTo>
                    <a:pt x="234" y="3"/>
                    <a:pt x="232" y="2"/>
                    <a:pt x="231" y="2"/>
                  </a:cubicBezTo>
                  <a:cubicBezTo>
                    <a:pt x="230" y="2"/>
                    <a:pt x="229" y="2"/>
                    <a:pt x="228" y="2"/>
                  </a:cubicBezTo>
                  <a:cubicBezTo>
                    <a:pt x="228" y="2"/>
                    <a:pt x="227" y="2"/>
                    <a:pt x="226" y="2"/>
                  </a:cubicBezTo>
                  <a:cubicBezTo>
                    <a:pt x="226" y="2"/>
                    <a:pt x="226" y="2"/>
                    <a:pt x="226" y="2"/>
                  </a:cubicBezTo>
                  <a:cubicBezTo>
                    <a:pt x="226" y="2"/>
                    <a:pt x="226" y="2"/>
                    <a:pt x="225" y="2"/>
                  </a:cubicBezTo>
                  <a:cubicBezTo>
                    <a:pt x="225" y="2"/>
                    <a:pt x="225" y="2"/>
                    <a:pt x="224" y="2"/>
                  </a:cubicBezTo>
                  <a:cubicBezTo>
                    <a:pt x="224" y="2"/>
                    <a:pt x="223" y="2"/>
                    <a:pt x="223" y="2"/>
                  </a:cubicBezTo>
                  <a:cubicBezTo>
                    <a:pt x="223" y="2"/>
                    <a:pt x="223" y="2"/>
                    <a:pt x="224" y="2"/>
                  </a:cubicBezTo>
                  <a:cubicBezTo>
                    <a:pt x="222" y="1"/>
                    <a:pt x="221" y="2"/>
                    <a:pt x="220" y="2"/>
                  </a:cubicBezTo>
                  <a:cubicBezTo>
                    <a:pt x="221" y="1"/>
                    <a:pt x="220" y="1"/>
                    <a:pt x="220" y="1"/>
                  </a:cubicBezTo>
                  <a:cubicBezTo>
                    <a:pt x="220" y="2"/>
                    <a:pt x="218" y="2"/>
                    <a:pt x="218" y="2"/>
                  </a:cubicBezTo>
                  <a:cubicBezTo>
                    <a:pt x="218" y="1"/>
                    <a:pt x="219" y="1"/>
                    <a:pt x="219" y="1"/>
                  </a:cubicBezTo>
                  <a:cubicBezTo>
                    <a:pt x="218" y="1"/>
                    <a:pt x="217" y="1"/>
                    <a:pt x="216" y="1"/>
                  </a:cubicBezTo>
                  <a:cubicBezTo>
                    <a:pt x="217" y="1"/>
                    <a:pt x="217" y="1"/>
                    <a:pt x="218" y="1"/>
                  </a:cubicBezTo>
                  <a:cubicBezTo>
                    <a:pt x="217" y="1"/>
                    <a:pt x="217" y="1"/>
                    <a:pt x="218" y="1"/>
                  </a:cubicBezTo>
                  <a:cubicBezTo>
                    <a:pt x="217" y="2"/>
                    <a:pt x="216" y="1"/>
                    <a:pt x="215" y="1"/>
                  </a:cubicBezTo>
                  <a:cubicBezTo>
                    <a:pt x="215" y="1"/>
                    <a:pt x="215" y="2"/>
                    <a:pt x="216" y="2"/>
                  </a:cubicBezTo>
                  <a:cubicBezTo>
                    <a:pt x="215" y="2"/>
                    <a:pt x="214" y="1"/>
                    <a:pt x="214" y="1"/>
                  </a:cubicBezTo>
                  <a:cubicBezTo>
                    <a:pt x="214" y="2"/>
                    <a:pt x="214" y="2"/>
                    <a:pt x="214" y="2"/>
                  </a:cubicBezTo>
                  <a:cubicBezTo>
                    <a:pt x="214" y="2"/>
                    <a:pt x="214" y="2"/>
                    <a:pt x="215" y="2"/>
                  </a:cubicBezTo>
                  <a:cubicBezTo>
                    <a:pt x="214" y="3"/>
                    <a:pt x="213" y="3"/>
                    <a:pt x="212" y="2"/>
                  </a:cubicBezTo>
                  <a:cubicBezTo>
                    <a:pt x="213" y="2"/>
                    <a:pt x="212" y="2"/>
                    <a:pt x="212" y="2"/>
                  </a:cubicBezTo>
                  <a:cubicBezTo>
                    <a:pt x="212" y="2"/>
                    <a:pt x="212" y="3"/>
                    <a:pt x="212" y="2"/>
                  </a:cubicBezTo>
                  <a:cubicBezTo>
                    <a:pt x="211" y="2"/>
                    <a:pt x="211" y="2"/>
                    <a:pt x="210" y="2"/>
                  </a:cubicBezTo>
                  <a:cubicBezTo>
                    <a:pt x="210" y="3"/>
                    <a:pt x="211" y="3"/>
                    <a:pt x="211" y="3"/>
                  </a:cubicBezTo>
                  <a:cubicBezTo>
                    <a:pt x="210" y="3"/>
                    <a:pt x="209" y="2"/>
                    <a:pt x="210" y="2"/>
                  </a:cubicBezTo>
                  <a:cubicBezTo>
                    <a:pt x="210" y="2"/>
                    <a:pt x="211" y="2"/>
                    <a:pt x="211" y="1"/>
                  </a:cubicBezTo>
                  <a:cubicBezTo>
                    <a:pt x="211" y="1"/>
                    <a:pt x="210" y="1"/>
                    <a:pt x="210" y="1"/>
                  </a:cubicBezTo>
                  <a:cubicBezTo>
                    <a:pt x="210" y="1"/>
                    <a:pt x="211" y="1"/>
                    <a:pt x="211" y="0"/>
                  </a:cubicBezTo>
                  <a:cubicBezTo>
                    <a:pt x="211" y="0"/>
                    <a:pt x="210" y="0"/>
                    <a:pt x="209" y="0"/>
                  </a:cubicBezTo>
                  <a:cubicBezTo>
                    <a:pt x="209" y="0"/>
                    <a:pt x="208" y="0"/>
                    <a:pt x="208" y="0"/>
                  </a:cubicBezTo>
                  <a:cubicBezTo>
                    <a:pt x="208" y="0"/>
                    <a:pt x="208" y="0"/>
                    <a:pt x="208" y="1"/>
                  </a:cubicBezTo>
                  <a:cubicBezTo>
                    <a:pt x="208" y="1"/>
                    <a:pt x="207" y="1"/>
                    <a:pt x="208" y="1"/>
                  </a:cubicBezTo>
                  <a:cubicBezTo>
                    <a:pt x="207" y="1"/>
                    <a:pt x="207" y="1"/>
                    <a:pt x="207" y="1"/>
                  </a:cubicBezTo>
                  <a:cubicBezTo>
                    <a:pt x="207" y="0"/>
                    <a:pt x="207" y="0"/>
                    <a:pt x="207" y="0"/>
                  </a:cubicBezTo>
                  <a:cubicBezTo>
                    <a:pt x="206" y="0"/>
                    <a:pt x="205" y="1"/>
                    <a:pt x="205" y="1"/>
                  </a:cubicBezTo>
                  <a:cubicBezTo>
                    <a:pt x="206" y="1"/>
                    <a:pt x="207" y="1"/>
                    <a:pt x="207" y="1"/>
                  </a:cubicBezTo>
                  <a:cubicBezTo>
                    <a:pt x="207" y="2"/>
                    <a:pt x="206" y="2"/>
                    <a:pt x="206" y="2"/>
                  </a:cubicBezTo>
                  <a:cubicBezTo>
                    <a:pt x="206" y="2"/>
                    <a:pt x="206" y="2"/>
                    <a:pt x="206" y="2"/>
                  </a:cubicBezTo>
                  <a:cubicBezTo>
                    <a:pt x="206" y="2"/>
                    <a:pt x="206" y="2"/>
                    <a:pt x="206" y="2"/>
                  </a:cubicBezTo>
                  <a:cubicBezTo>
                    <a:pt x="206" y="3"/>
                    <a:pt x="206" y="3"/>
                    <a:pt x="206" y="3"/>
                  </a:cubicBezTo>
                  <a:cubicBezTo>
                    <a:pt x="206" y="3"/>
                    <a:pt x="206" y="3"/>
                    <a:pt x="206" y="3"/>
                  </a:cubicBezTo>
                  <a:cubicBezTo>
                    <a:pt x="206" y="3"/>
                    <a:pt x="206" y="3"/>
                    <a:pt x="207" y="4"/>
                  </a:cubicBezTo>
                  <a:cubicBezTo>
                    <a:pt x="206" y="4"/>
                    <a:pt x="206" y="3"/>
                    <a:pt x="206" y="3"/>
                  </a:cubicBezTo>
                  <a:cubicBezTo>
                    <a:pt x="206" y="3"/>
                    <a:pt x="206" y="4"/>
                    <a:pt x="206" y="4"/>
                  </a:cubicBezTo>
                  <a:cubicBezTo>
                    <a:pt x="205" y="4"/>
                    <a:pt x="205" y="3"/>
                    <a:pt x="204" y="3"/>
                  </a:cubicBezTo>
                  <a:cubicBezTo>
                    <a:pt x="204" y="3"/>
                    <a:pt x="203" y="3"/>
                    <a:pt x="203" y="3"/>
                  </a:cubicBezTo>
                  <a:cubicBezTo>
                    <a:pt x="202" y="3"/>
                    <a:pt x="202" y="3"/>
                    <a:pt x="201" y="3"/>
                  </a:cubicBezTo>
                  <a:cubicBezTo>
                    <a:pt x="201" y="3"/>
                    <a:pt x="203" y="2"/>
                    <a:pt x="203" y="2"/>
                  </a:cubicBezTo>
                  <a:cubicBezTo>
                    <a:pt x="202" y="2"/>
                    <a:pt x="201" y="2"/>
                    <a:pt x="202" y="2"/>
                  </a:cubicBezTo>
                  <a:cubicBezTo>
                    <a:pt x="201" y="2"/>
                    <a:pt x="200" y="2"/>
                    <a:pt x="200" y="2"/>
                  </a:cubicBezTo>
                  <a:cubicBezTo>
                    <a:pt x="199" y="2"/>
                    <a:pt x="199" y="2"/>
                    <a:pt x="199" y="2"/>
                  </a:cubicBezTo>
                  <a:cubicBezTo>
                    <a:pt x="198" y="2"/>
                    <a:pt x="197" y="2"/>
                    <a:pt x="196" y="2"/>
                  </a:cubicBezTo>
                  <a:cubicBezTo>
                    <a:pt x="196" y="2"/>
                    <a:pt x="196" y="2"/>
                    <a:pt x="196" y="1"/>
                  </a:cubicBezTo>
                  <a:cubicBezTo>
                    <a:pt x="196" y="1"/>
                    <a:pt x="195" y="2"/>
                    <a:pt x="195" y="1"/>
                  </a:cubicBezTo>
                  <a:cubicBezTo>
                    <a:pt x="195" y="1"/>
                    <a:pt x="195" y="1"/>
                    <a:pt x="194" y="1"/>
                  </a:cubicBezTo>
                  <a:cubicBezTo>
                    <a:pt x="194" y="1"/>
                    <a:pt x="193" y="0"/>
                    <a:pt x="192" y="1"/>
                  </a:cubicBezTo>
                  <a:cubicBezTo>
                    <a:pt x="192" y="1"/>
                    <a:pt x="192" y="0"/>
                    <a:pt x="191" y="0"/>
                  </a:cubicBezTo>
                  <a:cubicBezTo>
                    <a:pt x="191" y="0"/>
                    <a:pt x="189" y="0"/>
                    <a:pt x="189" y="0"/>
                  </a:cubicBezTo>
                  <a:cubicBezTo>
                    <a:pt x="189" y="0"/>
                    <a:pt x="189" y="0"/>
                    <a:pt x="189" y="0"/>
                  </a:cubicBezTo>
                  <a:cubicBezTo>
                    <a:pt x="189" y="0"/>
                    <a:pt x="188" y="0"/>
                    <a:pt x="188" y="0"/>
                  </a:cubicBezTo>
                  <a:cubicBezTo>
                    <a:pt x="188" y="1"/>
                    <a:pt x="188" y="1"/>
                    <a:pt x="188" y="1"/>
                  </a:cubicBezTo>
                  <a:cubicBezTo>
                    <a:pt x="189" y="1"/>
                    <a:pt x="190" y="1"/>
                    <a:pt x="191" y="1"/>
                  </a:cubicBezTo>
                  <a:cubicBezTo>
                    <a:pt x="190" y="1"/>
                    <a:pt x="189" y="1"/>
                    <a:pt x="190" y="1"/>
                  </a:cubicBezTo>
                  <a:cubicBezTo>
                    <a:pt x="189" y="1"/>
                    <a:pt x="191" y="1"/>
                    <a:pt x="190" y="2"/>
                  </a:cubicBezTo>
                  <a:cubicBezTo>
                    <a:pt x="190" y="2"/>
                    <a:pt x="190" y="2"/>
                    <a:pt x="190" y="2"/>
                  </a:cubicBezTo>
                  <a:cubicBezTo>
                    <a:pt x="190" y="2"/>
                    <a:pt x="190" y="2"/>
                    <a:pt x="190" y="2"/>
                  </a:cubicBezTo>
                  <a:cubicBezTo>
                    <a:pt x="188" y="3"/>
                    <a:pt x="187" y="0"/>
                    <a:pt x="185" y="1"/>
                  </a:cubicBezTo>
                  <a:cubicBezTo>
                    <a:pt x="186" y="1"/>
                    <a:pt x="186" y="2"/>
                    <a:pt x="187" y="2"/>
                  </a:cubicBezTo>
                  <a:cubicBezTo>
                    <a:pt x="188" y="2"/>
                    <a:pt x="188" y="2"/>
                    <a:pt x="189" y="3"/>
                  </a:cubicBezTo>
                  <a:cubicBezTo>
                    <a:pt x="188" y="3"/>
                    <a:pt x="188" y="2"/>
                    <a:pt x="188" y="3"/>
                  </a:cubicBezTo>
                  <a:cubicBezTo>
                    <a:pt x="187" y="3"/>
                    <a:pt x="187" y="3"/>
                    <a:pt x="187" y="3"/>
                  </a:cubicBezTo>
                  <a:cubicBezTo>
                    <a:pt x="186" y="2"/>
                    <a:pt x="185" y="2"/>
                    <a:pt x="184" y="2"/>
                  </a:cubicBezTo>
                  <a:cubicBezTo>
                    <a:pt x="184" y="3"/>
                    <a:pt x="183" y="2"/>
                    <a:pt x="183" y="2"/>
                  </a:cubicBezTo>
                  <a:cubicBezTo>
                    <a:pt x="182" y="2"/>
                    <a:pt x="182" y="2"/>
                    <a:pt x="181" y="2"/>
                  </a:cubicBezTo>
                  <a:cubicBezTo>
                    <a:pt x="180" y="2"/>
                    <a:pt x="179" y="2"/>
                    <a:pt x="178" y="3"/>
                  </a:cubicBezTo>
                  <a:cubicBezTo>
                    <a:pt x="179" y="3"/>
                    <a:pt x="180" y="3"/>
                    <a:pt x="181" y="3"/>
                  </a:cubicBezTo>
                  <a:cubicBezTo>
                    <a:pt x="181" y="3"/>
                    <a:pt x="181" y="3"/>
                    <a:pt x="180" y="3"/>
                  </a:cubicBezTo>
                  <a:close/>
                  <a:moveTo>
                    <a:pt x="268" y="3"/>
                  </a:moveTo>
                  <a:cubicBezTo>
                    <a:pt x="269" y="3"/>
                    <a:pt x="270" y="2"/>
                    <a:pt x="271" y="2"/>
                  </a:cubicBezTo>
                  <a:cubicBezTo>
                    <a:pt x="272" y="2"/>
                    <a:pt x="273" y="2"/>
                    <a:pt x="273" y="2"/>
                  </a:cubicBezTo>
                  <a:cubicBezTo>
                    <a:pt x="272" y="2"/>
                    <a:pt x="271" y="2"/>
                    <a:pt x="270" y="2"/>
                  </a:cubicBezTo>
                  <a:cubicBezTo>
                    <a:pt x="269" y="2"/>
                    <a:pt x="268" y="2"/>
                    <a:pt x="266" y="2"/>
                  </a:cubicBezTo>
                  <a:cubicBezTo>
                    <a:pt x="265" y="3"/>
                    <a:pt x="264" y="3"/>
                    <a:pt x="263" y="3"/>
                  </a:cubicBezTo>
                  <a:cubicBezTo>
                    <a:pt x="262" y="3"/>
                    <a:pt x="261" y="3"/>
                    <a:pt x="261" y="3"/>
                  </a:cubicBezTo>
                  <a:cubicBezTo>
                    <a:pt x="261" y="3"/>
                    <a:pt x="261" y="3"/>
                    <a:pt x="261" y="3"/>
                  </a:cubicBezTo>
                  <a:cubicBezTo>
                    <a:pt x="264" y="3"/>
                    <a:pt x="266" y="3"/>
                    <a:pt x="268" y="3"/>
                  </a:cubicBezTo>
                  <a:close/>
                  <a:moveTo>
                    <a:pt x="245" y="12"/>
                  </a:moveTo>
                  <a:cubicBezTo>
                    <a:pt x="246" y="12"/>
                    <a:pt x="247" y="12"/>
                    <a:pt x="248" y="12"/>
                  </a:cubicBezTo>
                  <a:cubicBezTo>
                    <a:pt x="249" y="12"/>
                    <a:pt x="251" y="13"/>
                    <a:pt x="253" y="12"/>
                  </a:cubicBezTo>
                  <a:cubicBezTo>
                    <a:pt x="252" y="12"/>
                    <a:pt x="251" y="12"/>
                    <a:pt x="250" y="12"/>
                  </a:cubicBezTo>
                  <a:cubicBezTo>
                    <a:pt x="249" y="12"/>
                    <a:pt x="248" y="12"/>
                    <a:pt x="247" y="12"/>
                  </a:cubicBezTo>
                  <a:cubicBezTo>
                    <a:pt x="246" y="12"/>
                    <a:pt x="246" y="12"/>
                    <a:pt x="245" y="12"/>
                  </a:cubicBezTo>
                  <a:cubicBezTo>
                    <a:pt x="244" y="12"/>
                    <a:pt x="245" y="12"/>
                    <a:pt x="244" y="12"/>
                  </a:cubicBezTo>
                  <a:cubicBezTo>
                    <a:pt x="244" y="12"/>
                    <a:pt x="243" y="12"/>
                    <a:pt x="242" y="12"/>
                  </a:cubicBezTo>
                  <a:cubicBezTo>
                    <a:pt x="242" y="12"/>
                    <a:pt x="242" y="12"/>
                    <a:pt x="241" y="13"/>
                  </a:cubicBezTo>
                  <a:cubicBezTo>
                    <a:pt x="242" y="13"/>
                    <a:pt x="244" y="12"/>
                    <a:pt x="245" y="12"/>
                  </a:cubicBezTo>
                  <a:close/>
                  <a:moveTo>
                    <a:pt x="231" y="30"/>
                  </a:moveTo>
                  <a:cubicBezTo>
                    <a:pt x="231" y="30"/>
                    <a:pt x="229" y="30"/>
                    <a:pt x="229" y="30"/>
                  </a:cubicBezTo>
                  <a:cubicBezTo>
                    <a:pt x="229" y="31"/>
                    <a:pt x="228" y="31"/>
                    <a:pt x="227" y="32"/>
                  </a:cubicBezTo>
                  <a:cubicBezTo>
                    <a:pt x="227" y="32"/>
                    <a:pt x="227" y="32"/>
                    <a:pt x="228" y="32"/>
                  </a:cubicBezTo>
                  <a:cubicBezTo>
                    <a:pt x="228" y="32"/>
                    <a:pt x="228" y="31"/>
                    <a:pt x="228" y="31"/>
                  </a:cubicBezTo>
                  <a:cubicBezTo>
                    <a:pt x="229" y="31"/>
                    <a:pt x="230" y="31"/>
                    <a:pt x="231" y="30"/>
                  </a:cubicBezTo>
                  <a:close/>
                  <a:moveTo>
                    <a:pt x="117" y="154"/>
                  </a:moveTo>
                  <a:cubicBezTo>
                    <a:pt x="119" y="154"/>
                    <a:pt x="118" y="153"/>
                    <a:pt x="117" y="153"/>
                  </a:cubicBezTo>
                  <a:cubicBezTo>
                    <a:pt x="116" y="153"/>
                    <a:pt x="116" y="154"/>
                    <a:pt x="117" y="154"/>
                  </a:cubicBezTo>
                  <a:close/>
                  <a:moveTo>
                    <a:pt x="100" y="163"/>
                  </a:moveTo>
                  <a:cubicBezTo>
                    <a:pt x="100" y="163"/>
                    <a:pt x="100" y="162"/>
                    <a:pt x="100" y="162"/>
                  </a:cubicBezTo>
                  <a:cubicBezTo>
                    <a:pt x="99" y="162"/>
                    <a:pt x="99" y="162"/>
                    <a:pt x="98" y="162"/>
                  </a:cubicBezTo>
                  <a:cubicBezTo>
                    <a:pt x="98" y="162"/>
                    <a:pt x="98" y="163"/>
                    <a:pt x="98" y="163"/>
                  </a:cubicBezTo>
                  <a:cubicBezTo>
                    <a:pt x="98" y="163"/>
                    <a:pt x="98" y="163"/>
                    <a:pt x="98" y="163"/>
                  </a:cubicBezTo>
                  <a:cubicBezTo>
                    <a:pt x="98" y="163"/>
                    <a:pt x="99" y="163"/>
                    <a:pt x="100" y="163"/>
                  </a:cubicBezTo>
                  <a:close/>
                  <a:moveTo>
                    <a:pt x="226" y="84"/>
                  </a:moveTo>
                  <a:cubicBezTo>
                    <a:pt x="226" y="84"/>
                    <a:pt x="226" y="83"/>
                    <a:pt x="226" y="83"/>
                  </a:cubicBezTo>
                  <a:cubicBezTo>
                    <a:pt x="225" y="83"/>
                    <a:pt x="224" y="83"/>
                    <a:pt x="224" y="83"/>
                  </a:cubicBezTo>
                  <a:cubicBezTo>
                    <a:pt x="224" y="83"/>
                    <a:pt x="225" y="83"/>
                    <a:pt x="225" y="83"/>
                  </a:cubicBezTo>
                  <a:cubicBezTo>
                    <a:pt x="225" y="83"/>
                    <a:pt x="225" y="84"/>
                    <a:pt x="225" y="84"/>
                  </a:cubicBezTo>
                  <a:cubicBezTo>
                    <a:pt x="225" y="84"/>
                    <a:pt x="225" y="83"/>
                    <a:pt x="225" y="84"/>
                  </a:cubicBezTo>
                  <a:cubicBezTo>
                    <a:pt x="224" y="84"/>
                    <a:pt x="224" y="84"/>
                    <a:pt x="224" y="84"/>
                  </a:cubicBezTo>
                  <a:cubicBezTo>
                    <a:pt x="224" y="84"/>
                    <a:pt x="224" y="84"/>
                    <a:pt x="224" y="84"/>
                  </a:cubicBezTo>
                  <a:cubicBezTo>
                    <a:pt x="224" y="85"/>
                    <a:pt x="223" y="83"/>
                    <a:pt x="223" y="84"/>
                  </a:cubicBezTo>
                  <a:cubicBezTo>
                    <a:pt x="223" y="84"/>
                    <a:pt x="223" y="84"/>
                    <a:pt x="223" y="84"/>
                  </a:cubicBezTo>
                  <a:cubicBezTo>
                    <a:pt x="223" y="84"/>
                    <a:pt x="223" y="84"/>
                    <a:pt x="222" y="84"/>
                  </a:cubicBezTo>
                  <a:cubicBezTo>
                    <a:pt x="222" y="84"/>
                    <a:pt x="221" y="84"/>
                    <a:pt x="221" y="85"/>
                  </a:cubicBezTo>
                  <a:cubicBezTo>
                    <a:pt x="221" y="85"/>
                    <a:pt x="221" y="85"/>
                    <a:pt x="222" y="85"/>
                  </a:cubicBezTo>
                  <a:cubicBezTo>
                    <a:pt x="221" y="85"/>
                    <a:pt x="221" y="85"/>
                    <a:pt x="221" y="85"/>
                  </a:cubicBezTo>
                  <a:cubicBezTo>
                    <a:pt x="222" y="85"/>
                    <a:pt x="222" y="86"/>
                    <a:pt x="223" y="85"/>
                  </a:cubicBezTo>
                  <a:cubicBezTo>
                    <a:pt x="223" y="85"/>
                    <a:pt x="222" y="86"/>
                    <a:pt x="223" y="86"/>
                  </a:cubicBezTo>
                  <a:cubicBezTo>
                    <a:pt x="223" y="86"/>
                    <a:pt x="225" y="86"/>
                    <a:pt x="224" y="86"/>
                  </a:cubicBezTo>
                  <a:cubicBezTo>
                    <a:pt x="224" y="86"/>
                    <a:pt x="224" y="86"/>
                    <a:pt x="224" y="86"/>
                  </a:cubicBezTo>
                  <a:cubicBezTo>
                    <a:pt x="224" y="85"/>
                    <a:pt x="226" y="85"/>
                    <a:pt x="225" y="85"/>
                  </a:cubicBezTo>
                  <a:cubicBezTo>
                    <a:pt x="225" y="85"/>
                    <a:pt x="226" y="85"/>
                    <a:pt x="226" y="85"/>
                  </a:cubicBezTo>
                  <a:cubicBezTo>
                    <a:pt x="227" y="84"/>
                    <a:pt x="226" y="84"/>
                    <a:pt x="226" y="84"/>
                  </a:cubicBezTo>
                  <a:close/>
                  <a:moveTo>
                    <a:pt x="204" y="87"/>
                  </a:moveTo>
                  <a:cubicBezTo>
                    <a:pt x="204" y="88"/>
                    <a:pt x="204" y="88"/>
                    <a:pt x="205" y="88"/>
                  </a:cubicBezTo>
                  <a:cubicBezTo>
                    <a:pt x="205" y="88"/>
                    <a:pt x="205" y="88"/>
                    <a:pt x="205" y="88"/>
                  </a:cubicBezTo>
                  <a:cubicBezTo>
                    <a:pt x="205" y="88"/>
                    <a:pt x="205" y="88"/>
                    <a:pt x="205" y="88"/>
                  </a:cubicBezTo>
                  <a:cubicBezTo>
                    <a:pt x="205" y="88"/>
                    <a:pt x="206" y="88"/>
                    <a:pt x="206" y="88"/>
                  </a:cubicBezTo>
                  <a:cubicBezTo>
                    <a:pt x="207" y="89"/>
                    <a:pt x="207" y="88"/>
                    <a:pt x="207" y="87"/>
                  </a:cubicBezTo>
                  <a:cubicBezTo>
                    <a:pt x="207" y="86"/>
                    <a:pt x="204" y="86"/>
                    <a:pt x="204" y="87"/>
                  </a:cubicBezTo>
                  <a:close/>
                  <a:moveTo>
                    <a:pt x="218" y="84"/>
                  </a:moveTo>
                  <a:cubicBezTo>
                    <a:pt x="218" y="84"/>
                    <a:pt x="218" y="84"/>
                    <a:pt x="218" y="84"/>
                  </a:cubicBezTo>
                  <a:cubicBezTo>
                    <a:pt x="219" y="84"/>
                    <a:pt x="219" y="84"/>
                    <a:pt x="219" y="84"/>
                  </a:cubicBezTo>
                  <a:cubicBezTo>
                    <a:pt x="219" y="84"/>
                    <a:pt x="219" y="84"/>
                    <a:pt x="220" y="84"/>
                  </a:cubicBezTo>
                  <a:cubicBezTo>
                    <a:pt x="219" y="84"/>
                    <a:pt x="220" y="84"/>
                    <a:pt x="220" y="84"/>
                  </a:cubicBezTo>
                  <a:cubicBezTo>
                    <a:pt x="220" y="84"/>
                    <a:pt x="222" y="84"/>
                    <a:pt x="221" y="83"/>
                  </a:cubicBezTo>
                  <a:cubicBezTo>
                    <a:pt x="221" y="83"/>
                    <a:pt x="222" y="84"/>
                    <a:pt x="222" y="83"/>
                  </a:cubicBezTo>
                  <a:cubicBezTo>
                    <a:pt x="222" y="83"/>
                    <a:pt x="223" y="83"/>
                    <a:pt x="222" y="83"/>
                  </a:cubicBezTo>
                  <a:cubicBezTo>
                    <a:pt x="223" y="83"/>
                    <a:pt x="223" y="83"/>
                    <a:pt x="223" y="82"/>
                  </a:cubicBezTo>
                  <a:cubicBezTo>
                    <a:pt x="223" y="82"/>
                    <a:pt x="223" y="82"/>
                    <a:pt x="224" y="82"/>
                  </a:cubicBezTo>
                  <a:cubicBezTo>
                    <a:pt x="223" y="82"/>
                    <a:pt x="224" y="82"/>
                    <a:pt x="224" y="82"/>
                  </a:cubicBezTo>
                  <a:cubicBezTo>
                    <a:pt x="224" y="82"/>
                    <a:pt x="224" y="82"/>
                    <a:pt x="225" y="82"/>
                  </a:cubicBezTo>
                  <a:cubicBezTo>
                    <a:pt x="225" y="82"/>
                    <a:pt x="224" y="82"/>
                    <a:pt x="224" y="82"/>
                  </a:cubicBezTo>
                  <a:cubicBezTo>
                    <a:pt x="224" y="81"/>
                    <a:pt x="225" y="82"/>
                    <a:pt x="225" y="81"/>
                  </a:cubicBezTo>
                  <a:cubicBezTo>
                    <a:pt x="225" y="81"/>
                    <a:pt x="224" y="81"/>
                    <a:pt x="224" y="81"/>
                  </a:cubicBezTo>
                  <a:cubicBezTo>
                    <a:pt x="224" y="81"/>
                    <a:pt x="223" y="81"/>
                    <a:pt x="224" y="81"/>
                  </a:cubicBezTo>
                  <a:cubicBezTo>
                    <a:pt x="224" y="82"/>
                    <a:pt x="223" y="81"/>
                    <a:pt x="223" y="81"/>
                  </a:cubicBezTo>
                  <a:cubicBezTo>
                    <a:pt x="223" y="81"/>
                    <a:pt x="223" y="81"/>
                    <a:pt x="223" y="81"/>
                  </a:cubicBezTo>
                  <a:cubicBezTo>
                    <a:pt x="223" y="81"/>
                    <a:pt x="222" y="81"/>
                    <a:pt x="222" y="81"/>
                  </a:cubicBezTo>
                  <a:cubicBezTo>
                    <a:pt x="222" y="82"/>
                    <a:pt x="222" y="81"/>
                    <a:pt x="222" y="81"/>
                  </a:cubicBezTo>
                  <a:cubicBezTo>
                    <a:pt x="222" y="82"/>
                    <a:pt x="222" y="82"/>
                    <a:pt x="223" y="82"/>
                  </a:cubicBezTo>
                  <a:cubicBezTo>
                    <a:pt x="223" y="82"/>
                    <a:pt x="222" y="82"/>
                    <a:pt x="222" y="82"/>
                  </a:cubicBezTo>
                  <a:cubicBezTo>
                    <a:pt x="222" y="82"/>
                    <a:pt x="222" y="82"/>
                    <a:pt x="222" y="82"/>
                  </a:cubicBezTo>
                  <a:cubicBezTo>
                    <a:pt x="222" y="83"/>
                    <a:pt x="221" y="82"/>
                    <a:pt x="221" y="82"/>
                  </a:cubicBezTo>
                  <a:cubicBezTo>
                    <a:pt x="221" y="82"/>
                    <a:pt x="220" y="82"/>
                    <a:pt x="219" y="82"/>
                  </a:cubicBezTo>
                  <a:cubicBezTo>
                    <a:pt x="219" y="82"/>
                    <a:pt x="220" y="83"/>
                    <a:pt x="220" y="83"/>
                  </a:cubicBezTo>
                  <a:cubicBezTo>
                    <a:pt x="220" y="83"/>
                    <a:pt x="220" y="83"/>
                    <a:pt x="220" y="83"/>
                  </a:cubicBezTo>
                  <a:cubicBezTo>
                    <a:pt x="219" y="83"/>
                    <a:pt x="219" y="83"/>
                    <a:pt x="219" y="83"/>
                  </a:cubicBezTo>
                  <a:cubicBezTo>
                    <a:pt x="219" y="83"/>
                    <a:pt x="219" y="83"/>
                    <a:pt x="219" y="83"/>
                  </a:cubicBezTo>
                  <a:cubicBezTo>
                    <a:pt x="219" y="83"/>
                    <a:pt x="219" y="82"/>
                    <a:pt x="219" y="82"/>
                  </a:cubicBezTo>
                  <a:cubicBezTo>
                    <a:pt x="219" y="82"/>
                    <a:pt x="218" y="82"/>
                    <a:pt x="218" y="82"/>
                  </a:cubicBezTo>
                  <a:cubicBezTo>
                    <a:pt x="218" y="82"/>
                    <a:pt x="218" y="82"/>
                    <a:pt x="218" y="82"/>
                  </a:cubicBezTo>
                  <a:cubicBezTo>
                    <a:pt x="218" y="82"/>
                    <a:pt x="217" y="82"/>
                    <a:pt x="217" y="82"/>
                  </a:cubicBezTo>
                  <a:cubicBezTo>
                    <a:pt x="217" y="82"/>
                    <a:pt x="218" y="83"/>
                    <a:pt x="217" y="83"/>
                  </a:cubicBezTo>
                  <a:cubicBezTo>
                    <a:pt x="217" y="83"/>
                    <a:pt x="216" y="82"/>
                    <a:pt x="216" y="82"/>
                  </a:cubicBezTo>
                  <a:cubicBezTo>
                    <a:pt x="217" y="83"/>
                    <a:pt x="214" y="82"/>
                    <a:pt x="214" y="83"/>
                  </a:cubicBezTo>
                  <a:cubicBezTo>
                    <a:pt x="214" y="83"/>
                    <a:pt x="215" y="83"/>
                    <a:pt x="215" y="83"/>
                  </a:cubicBezTo>
                  <a:cubicBezTo>
                    <a:pt x="215" y="83"/>
                    <a:pt x="215" y="83"/>
                    <a:pt x="215" y="83"/>
                  </a:cubicBezTo>
                  <a:cubicBezTo>
                    <a:pt x="216" y="83"/>
                    <a:pt x="216" y="83"/>
                    <a:pt x="217" y="83"/>
                  </a:cubicBezTo>
                  <a:cubicBezTo>
                    <a:pt x="216" y="83"/>
                    <a:pt x="216" y="84"/>
                    <a:pt x="215" y="84"/>
                  </a:cubicBezTo>
                  <a:cubicBezTo>
                    <a:pt x="216" y="84"/>
                    <a:pt x="216" y="84"/>
                    <a:pt x="217" y="84"/>
                  </a:cubicBezTo>
                  <a:cubicBezTo>
                    <a:pt x="217" y="83"/>
                    <a:pt x="217" y="84"/>
                    <a:pt x="217" y="84"/>
                  </a:cubicBezTo>
                  <a:cubicBezTo>
                    <a:pt x="217" y="84"/>
                    <a:pt x="217" y="84"/>
                    <a:pt x="218" y="84"/>
                  </a:cubicBezTo>
                  <a:close/>
                  <a:moveTo>
                    <a:pt x="198" y="90"/>
                  </a:moveTo>
                  <a:cubicBezTo>
                    <a:pt x="198" y="89"/>
                    <a:pt x="198" y="89"/>
                    <a:pt x="198" y="89"/>
                  </a:cubicBezTo>
                  <a:cubicBezTo>
                    <a:pt x="199" y="89"/>
                    <a:pt x="200" y="89"/>
                    <a:pt x="199" y="88"/>
                  </a:cubicBezTo>
                  <a:cubicBezTo>
                    <a:pt x="199" y="88"/>
                    <a:pt x="199" y="89"/>
                    <a:pt x="198" y="89"/>
                  </a:cubicBezTo>
                  <a:cubicBezTo>
                    <a:pt x="198" y="89"/>
                    <a:pt x="198" y="88"/>
                    <a:pt x="198" y="88"/>
                  </a:cubicBezTo>
                  <a:cubicBezTo>
                    <a:pt x="198" y="88"/>
                    <a:pt x="198" y="88"/>
                    <a:pt x="197" y="88"/>
                  </a:cubicBezTo>
                  <a:cubicBezTo>
                    <a:pt x="197" y="88"/>
                    <a:pt x="197" y="89"/>
                    <a:pt x="197" y="88"/>
                  </a:cubicBezTo>
                  <a:cubicBezTo>
                    <a:pt x="196" y="88"/>
                    <a:pt x="197" y="88"/>
                    <a:pt x="196" y="88"/>
                  </a:cubicBezTo>
                  <a:cubicBezTo>
                    <a:pt x="196" y="88"/>
                    <a:pt x="196" y="88"/>
                    <a:pt x="196" y="88"/>
                  </a:cubicBezTo>
                  <a:cubicBezTo>
                    <a:pt x="195" y="88"/>
                    <a:pt x="195" y="88"/>
                    <a:pt x="195" y="88"/>
                  </a:cubicBezTo>
                  <a:cubicBezTo>
                    <a:pt x="196" y="89"/>
                    <a:pt x="193" y="88"/>
                    <a:pt x="193" y="89"/>
                  </a:cubicBezTo>
                  <a:cubicBezTo>
                    <a:pt x="193" y="89"/>
                    <a:pt x="194" y="89"/>
                    <a:pt x="194" y="89"/>
                  </a:cubicBezTo>
                  <a:cubicBezTo>
                    <a:pt x="194" y="89"/>
                    <a:pt x="193" y="89"/>
                    <a:pt x="193" y="89"/>
                  </a:cubicBezTo>
                  <a:cubicBezTo>
                    <a:pt x="193" y="89"/>
                    <a:pt x="194" y="90"/>
                    <a:pt x="194" y="90"/>
                  </a:cubicBezTo>
                  <a:cubicBezTo>
                    <a:pt x="195" y="90"/>
                    <a:pt x="195" y="91"/>
                    <a:pt x="196" y="90"/>
                  </a:cubicBezTo>
                  <a:cubicBezTo>
                    <a:pt x="197" y="90"/>
                    <a:pt x="197" y="90"/>
                    <a:pt x="198" y="90"/>
                  </a:cubicBezTo>
                  <a:close/>
                  <a:moveTo>
                    <a:pt x="193" y="92"/>
                  </a:moveTo>
                  <a:cubicBezTo>
                    <a:pt x="194" y="92"/>
                    <a:pt x="195" y="91"/>
                    <a:pt x="195" y="91"/>
                  </a:cubicBezTo>
                  <a:cubicBezTo>
                    <a:pt x="195" y="90"/>
                    <a:pt x="194" y="90"/>
                    <a:pt x="193" y="90"/>
                  </a:cubicBezTo>
                  <a:cubicBezTo>
                    <a:pt x="193" y="90"/>
                    <a:pt x="192" y="90"/>
                    <a:pt x="192" y="90"/>
                  </a:cubicBezTo>
                  <a:cubicBezTo>
                    <a:pt x="193" y="90"/>
                    <a:pt x="193" y="90"/>
                    <a:pt x="193" y="90"/>
                  </a:cubicBezTo>
                  <a:cubicBezTo>
                    <a:pt x="193" y="91"/>
                    <a:pt x="192" y="91"/>
                    <a:pt x="193" y="92"/>
                  </a:cubicBezTo>
                  <a:cubicBezTo>
                    <a:pt x="192" y="92"/>
                    <a:pt x="193" y="90"/>
                    <a:pt x="192" y="90"/>
                  </a:cubicBezTo>
                  <a:cubicBezTo>
                    <a:pt x="191" y="90"/>
                    <a:pt x="192" y="91"/>
                    <a:pt x="191" y="91"/>
                  </a:cubicBezTo>
                  <a:cubicBezTo>
                    <a:pt x="191" y="91"/>
                    <a:pt x="191" y="91"/>
                    <a:pt x="191" y="91"/>
                  </a:cubicBezTo>
                  <a:cubicBezTo>
                    <a:pt x="190" y="91"/>
                    <a:pt x="190" y="90"/>
                    <a:pt x="190" y="91"/>
                  </a:cubicBezTo>
                  <a:cubicBezTo>
                    <a:pt x="190" y="91"/>
                    <a:pt x="190" y="91"/>
                    <a:pt x="190" y="91"/>
                  </a:cubicBezTo>
                  <a:cubicBezTo>
                    <a:pt x="191" y="91"/>
                    <a:pt x="191" y="91"/>
                    <a:pt x="192" y="91"/>
                  </a:cubicBezTo>
                  <a:cubicBezTo>
                    <a:pt x="191" y="91"/>
                    <a:pt x="190" y="91"/>
                    <a:pt x="189" y="91"/>
                  </a:cubicBezTo>
                  <a:cubicBezTo>
                    <a:pt x="189" y="92"/>
                    <a:pt x="190" y="92"/>
                    <a:pt x="190" y="92"/>
                  </a:cubicBezTo>
                  <a:cubicBezTo>
                    <a:pt x="190" y="92"/>
                    <a:pt x="190" y="92"/>
                    <a:pt x="190" y="92"/>
                  </a:cubicBezTo>
                  <a:cubicBezTo>
                    <a:pt x="190" y="92"/>
                    <a:pt x="190" y="92"/>
                    <a:pt x="190" y="92"/>
                  </a:cubicBezTo>
                  <a:cubicBezTo>
                    <a:pt x="189" y="92"/>
                    <a:pt x="189" y="92"/>
                    <a:pt x="188" y="92"/>
                  </a:cubicBezTo>
                  <a:cubicBezTo>
                    <a:pt x="187" y="93"/>
                    <a:pt x="189" y="93"/>
                    <a:pt x="189" y="93"/>
                  </a:cubicBezTo>
                  <a:cubicBezTo>
                    <a:pt x="190" y="93"/>
                    <a:pt x="191" y="93"/>
                    <a:pt x="191" y="93"/>
                  </a:cubicBezTo>
                  <a:cubicBezTo>
                    <a:pt x="192" y="93"/>
                    <a:pt x="193" y="93"/>
                    <a:pt x="193" y="93"/>
                  </a:cubicBezTo>
                  <a:cubicBezTo>
                    <a:pt x="194" y="92"/>
                    <a:pt x="193" y="92"/>
                    <a:pt x="193" y="92"/>
                  </a:cubicBezTo>
                  <a:cubicBezTo>
                    <a:pt x="193" y="92"/>
                    <a:pt x="193" y="92"/>
                    <a:pt x="193" y="92"/>
                  </a:cubicBezTo>
                  <a:close/>
                  <a:moveTo>
                    <a:pt x="188" y="94"/>
                  </a:moveTo>
                  <a:cubicBezTo>
                    <a:pt x="188" y="94"/>
                    <a:pt x="188" y="94"/>
                    <a:pt x="188" y="94"/>
                  </a:cubicBezTo>
                  <a:cubicBezTo>
                    <a:pt x="188" y="94"/>
                    <a:pt x="187" y="94"/>
                    <a:pt x="187" y="94"/>
                  </a:cubicBezTo>
                  <a:cubicBezTo>
                    <a:pt x="188" y="94"/>
                    <a:pt x="189" y="93"/>
                    <a:pt x="188" y="93"/>
                  </a:cubicBezTo>
                  <a:cubicBezTo>
                    <a:pt x="187" y="93"/>
                    <a:pt x="187" y="94"/>
                    <a:pt x="187" y="94"/>
                  </a:cubicBezTo>
                  <a:cubicBezTo>
                    <a:pt x="187" y="93"/>
                    <a:pt x="188" y="93"/>
                    <a:pt x="187" y="93"/>
                  </a:cubicBezTo>
                  <a:cubicBezTo>
                    <a:pt x="187" y="92"/>
                    <a:pt x="186" y="93"/>
                    <a:pt x="186" y="93"/>
                  </a:cubicBezTo>
                  <a:cubicBezTo>
                    <a:pt x="186" y="93"/>
                    <a:pt x="186" y="92"/>
                    <a:pt x="185" y="92"/>
                  </a:cubicBezTo>
                  <a:cubicBezTo>
                    <a:pt x="185" y="93"/>
                    <a:pt x="186" y="93"/>
                    <a:pt x="186" y="93"/>
                  </a:cubicBezTo>
                  <a:cubicBezTo>
                    <a:pt x="185" y="93"/>
                    <a:pt x="185" y="92"/>
                    <a:pt x="184" y="92"/>
                  </a:cubicBezTo>
                  <a:cubicBezTo>
                    <a:pt x="184" y="92"/>
                    <a:pt x="184" y="93"/>
                    <a:pt x="184" y="93"/>
                  </a:cubicBezTo>
                  <a:cubicBezTo>
                    <a:pt x="185" y="93"/>
                    <a:pt x="185" y="93"/>
                    <a:pt x="185" y="94"/>
                  </a:cubicBezTo>
                  <a:cubicBezTo>
                    <a:pt x="185" y="94"/>
                    <a:pt x="184" y="93"/>
                    <a:pt x="183" y="93"/>
                  </a:cubicBezTo>
                  <a:cubicBezTo>
                    <a:pt x="183" y="93"/>
                    <a:pt x="183" y="93"/>
                    <a:pt x="184" y="93"/>
                  </a:cubicBezTo>
                  <a:cubicBezTo>
                    <a:pt x="183" y="93"/>
                    <a:pt x="183" y="94"/>
                    <a:pt x="183" y="94"/>
                  </a:cubicBezTo>
                  <a:cubicBezTo>
                    <a:pt x="183" y="93"/>
                    <a:pt x="183" y="93"/>
                    <a:pt x="182" y="93"/>
                  </a:cubicBezTo>
                  <a:cubicBezTo>
                    <a:pt x="182" y="93"/>
                    <a:pt x="182" y="94"/>
                    <a:pt x="182" y="94"/>
                  </a:cubicBezTo>
                  <a:cubicBezTo>
                    <a:pt x="183" y="94"/>
                    <a:pt x="184" y="94"/>
                    <a:pt x="184" y="94"/>
                  </a:cubicBezTo>
                  <a:cubicBezTo>
                    <a:pt x="184" y="94"/>
                    <a:pt x="183" y="94"/>
                    <a:pt x="183" y="94"/>
                  </a:cubicBezTo>
                  <a:cubicBezTo>
                    <a:pt x="183" y="94"/>
                    <a:pt x="184" y="94"/>
                    <a:pt x="184" y="94"/>
                  </a:cubicBezTo>
                  <a:cubicBezTo>
                    <a:pt x="183" y="94"/>
                    <a:pt x="182" y="94"/>
                    <a:pt x="182" y="94"/>
                  </a:cubicBezTo>
                  <a:cubicBezTo>
                    <a:pt x="181" y="95"/>
                    <a:pt x="181" y="94"/>
                    <a:pt x="180" y="94"/>
                  </a:cubicBezTo>
                  <a:cubicBezTo>
                    <a:pt x="181" y="95"/>
                    <a:pt x="181" y="94"/>
                    <a:pt x="182" y="95"/>
                  </a:cubicBezTo>
                  <a:cubicBezTo>
                    <a:pt x="182" y="95"/>
                    <a:pt x="181" y="95"/>
                    <a:pt x="181" y="95"/>
                  </a:cubicBezTo>
                  <a:cubicBezTo>
                    <a:pt x="181" y="95"/>
                    <a:pt x="182" y="95"/>
                    <a:pt x="182" y="95"/>
                  </a:cubicBezTo>
                  <a:cubicBezTo>
                    <a:pt x="181" y="95"/>
                    <a:pt x="181" y="95"/>
                    <a:pt x="180" y="95"/>
                  </a:cubicBezTo>
                  <a:cubicBezTo>
                    <a:pt x="180" y="95"/>
                    <a:pt x="181" y="95"/>
                    <a:pt x="181" y="95"/>
                  </a:cubicBezTo>
                  <a:cubicBezTo>
                    <a:pt x="180" y="95"/>
                    <a:pt x="181" y="95"/>
                    <a:pt x="181" y="95"/>
                  </a:cubicBezTo>
                  <a:cubicBezTo>
                    <a:pt x="181" y="96"/>
                    <a:pt x="182" y="95"/>
                    <a:pt x="182" y="95"/>
                  </a:cubicBezTo>
                  <a:cubicBezTo>
                    <a:pt x="182" y="95"/>
                    <a:pt x="182" y="96"/>
                    <a:pt x="182" y="96"/>
                  </a:cubicBezTo>
                  <a:cubicBezTo>
                    <a:pt x="181" y="96"/>
                    <a:pt x="181" y="95"/>
                    <a:pt x="180" y="96"/>
                  </a:cubicBezTo>
                  <a:cubicBezTo>
                    <a:pt x="180" y="96"/>
                    <a:pt x="180" y="96"/>
                    <a:pt x="180" y="96"/>
                  </a:cubicBezTo>
                  <a:cubicBezTo>
                    <a:pt x="181" y="96"/>
                    <a:pt x="182" y="96"/>
                    <a:pt x="182" y="96"/>
                  </a:cubicBezTo>
                  <a:cubicBezTo>
                    <a:pt x="182" y="96"/>
                    <a:pt x="181" y="97"/>
                    <a:pt x="181" y="97"/>
                  </a:cubicBezTo>
                  <a:cubicBezTo>
                    <a:pt x="181" y="97"/>
                    <a:pt x="180" y="97"/>
                    <a:pt x="180" y="97"/>
                  </a:cubicBezTo>
                  <a:cubicBezTo>
                    <a:pt x="179" y="98"/>
                    <a:pt x="182" y="97"/>
                    <a:pt x="182" y="97"/>
                  </a:cubicBezTo>
                  <a:cubicBezTo>
                    <a:pt x="182" y="97"/>
                    <a:pt x="182" y="97"/>
                    <a:pt x="181" y="97"/>
                  </a:cubicBezTo>
                  <a:cubicBezTo>
                    <a:pt x="181" y="98"/>
                    <a:pt x="181" y="98"/>
                    <a:pt x="182" y="98"/>
                  </a:cubicBezTo>
                  <a:cubicBezTo>
                    <a:pt x="182" y="98"/>
                    <a:pt x="182" y="98"/>
                    <a:pt x="183" y="97"/>
                  </a:cubicBezTo>
                  <a:cubicBezTo>
                    <a:pt x="183" y="98"/>
                    <a:pt x="182" y="97"/>
                    <a:pt x="183" y="97"/>
                  </a:cubicBezTo>
                  <a:cubicBezTo>
                    <a:pt x="183" y="97"/>
                    <a:pt x="183" y="97"/>
                    <a:pt x="183" y="97"/>
                  </a:cubicBezTo>
                  <a:cubicBezTo>
                    <a:pt x="184" y="97"/>
                    <a:pt x="184" y="96"/>
                    <a:pt x="185" y="96"/>
                  </a:cubicBezTo>
                  <a:cubicBezTo>
                    <a:pt x="185" y="96"/>
                    <a:pt x="184" y="96"/>
                    <a:pt x="184" y="96"/>
                  </a:cubicBezTo>
                  <a:cubicBezTo>
                    <a:pt x="185" y="97"/>
                    <a:pt x="187" y="97"/>
                    <a:pt x="188" y="96"/>
                  </a:cubicBezTo>
                  <a:cubicBezTo>
                    <a:pt x="188" y="96"/>
                    <a:pt x="187" y="96"/>
                    <a:pt x="187" y="96"/>
                  </a:cubicBezTo>
                  <a:cubicBezTo>
                    <a:pt x="188" y="96"/>
                    <a:pt x="187" y="95"/>
                    <a:pt x="187" y="95"/>
                  </a:cubicBezTo>
                  <a:cubicBezTo>
                    <a:pt x="188" y="95"/>
                    <a:pt x="189" y="95"/>
                    <a:pt x="188" y="94"/>
                  </a:cubicBezTo>
                  <a:close/>
                  <a:moveTo>
                    <a:pt x="163" y="101"/>
                  </a:moveTo>
                  <a:cubicBezTo>
                    <a:pt x="163" y="101"/>
                    <a:pt x="163" y="101"/>
                    <a:pt x="163" y="101"/>
                  </a:cubicBezTo>
                  <a:cubicBezTo>
                    <a:pt x="163" y="101"/>
                    <a:pt x="165" y="102"/>
                    <a:pt x="165" y="101"/>
                  </a:cubicBezTo>
                  <a:cubicBezTo>
                    <a:pt x="165" y="101"/>
                    <a:pt x="166" y="101"/>
                    <a:pt x="166" y="101"/>
                  </a:cubicBezTo>
                  <a:cubicBezTo>
                    <a:pt x="166" y="101"/>
                    <a:pt x="166" y="100"/>
                    <a:pt x="167" y="100"/>
                  </a:cubicBezTo>
                  <a:cubicBezTo>
                    <a:pt x="167" y="100"/>
                    <a:pt x="168" y="100"/>
                    <a:pt x="167" y="100"/>
                  </a:cubicBezTo>
                  <a:cubicBezTo>
                    <a:pt x="168" y="100"/>
                    <a:pt x="168" y="100"/>
                    <a:pt x="168" y="101"/>
                  </a:cubicBezTo>
                  <a:cubicBezTo>
                    <a:pt x="168" y="100"/>
                    <a:pt x="168" y="101"/>
                    <a:pt x="167" y="101"/>
                  </a:cubicBezTo>
                  <a:cubicBezTo>
                    <a:pt x="167" y="101"/>
                    <a:pt x="166" y="101"/>
                    <a:pt x="166" y="101"/>
                  </a:cubicBezTo>
                  <a:cubicBezTo>
                    <a:pt x="166" y="101"/>
                    <a:pt x="166" y="101"/>
                    <a:pt x="166" y="101"/>
                  </a:cubicBezTo>
                  <a:cubicBezTo>
                    <a:pt x="166" y="102"/>
                    <a:pt x="168" y="102"/>
                    <a:pt x="168" y="102"/>
                  </a:cubicBezTo>
                  <a:cubicBezTo>
                    <a:pt x="168" y="101"/>
                    <a:pt x="169" y="101"/>
                    <a:pt x="169" y="101"/>
                  </a:cubicBezTo>
                  <a:cubicBezTo>
                    <a:pt x="169" y="101"/>
                    <a:pt x="170" y="101"/>
                    <a:pt x="170" y="101"/>
                  </a:cubicBezTo>
                  <a:cubicBezTo>
                    <a:pt x="170" y="100"/>
                    <a:pt x="169" y="100"/>
                    <a:pt x="169" y="100"/>
                  </a:cubicBezTo>
                  <a:cubicBezTo>
                    <a:pt x="169" y="100"/>
                    <a:pt x="170" y="100"/>
                    <a:pt x="170" y="99"/>
                  </a:cubicBezTo>
                  <a:cubicBezTo>
                    <a:pt x="169" y="99"/>
                    <a:pt x="169" y="99"/>
                    <a:pt x="169" y="99"/>
                  </a:cubicBezTo>
                  <a:cubicBezTo>
                    <a:pt x="169" y="99"/>
                    <a:pt x="169" y="99"/>
                    <a:pt x="169" y="99"/>
                  </a:cubicBezTo>
                  <a:cubicBezTo>
                    <a:pt x="169" y="98"/>
                    <a:pt x="168" y="99"/>
                    <a:pt x="168" y="98"/>
                  </a:cubicBezTo>
                  <a:cubicBezTo>
                    <a:pt x="169" y="98"/>
                    <a:pt x="168" y="98"/>
                    <a:pt x="168" y="98"/>
                  </a:cubicBezTo>
                  <a:cubicBezTo>
                    <a:pt x="169" y="98"/>
                    <a:pt x="167" y="97"/>
                    <a:pt x="167" y="98"/>
                  </a:cubicBezTo>
                  <a:cubicBezTo>
                    <a:pt x="167" y="99"/>
                    <a:pt x="168" y="99"/>
                    <a:pt x="168" y="100"/>
                  </a:cubicBezTo>
                  <a:cubicBezTo>
                    <a:pt x="168" y="99"/>
                    <a:pt x="167" y="99"/>
                    <a:pt x="167" y="100"/>
                  </a:cubicBezTo>
                  <a:cubicBezTo>
                    <a:pt x="167" y="99"/>
                    <a:pt x="167" y="99"/>
                    <a:pt x="166" y="99"/>
                  </a:cubicBezTo>
                  <a:cubicBezTo>
                    <a:pt x="167" y="99"/>
                    <a:pt x="166" y="101"/>
                    <a:pt x="166" y="100"/>
                  </a:cubicBezTo>
                  <a:cubicBezTo>
                    <a:pt x="166" y="100"/>
                    <a:pt x="166" y="100"/>
                    <a:pt x="165" y="100"/>
                  </a:cubicBezTo>
                  <a:cubicBezTo>
                    <a:pt x="165" y="100"/>
                    <a:pt x="165" y="100"/>
                    <a:pt x="165" y="100"/>
                  </a:cubicBezTo>
                  <a:cubicBezTo>
                    <a:pt x="165" y="99"/>
                    <a:pt x="164" y="100"/>
                    <a:pt x="164" y="100"/>
                  </a:cubicBezTo>
                  <a:cubicBezTo>
                    <a:pt x="164" y="100"/>
                    <a:pt x="164" y="99"/>
                    <a:pt x="163" y="100"/>
                  </a:cubicBezTo>
                  <a:cubicBezTo>
                    <a:pt x="163" y="100"/>
                    <a:pt x="164" y="100"/>
                    <a:pt x="164" y="100"/>
                  </a:cubicBezTo>
                  <a:cubicBezTo>
                    <a:pt x="164" y="100"/>
                    <a:pt x="163" y="100"/>
                    <a:pt x="163" y="101"/>
                  </a:cubicBezTo>
                  <a:cubicBezTo>
                    <a:pt x="163" y="101"/>
                    <a:pt x="163" y="101"/>
                    <a:pt x="163" y="101"/>
                  </a:cubicBezTo>
                  <a:close/>
                  <a:moveTo>
                    <a:pt x="95" y="188"/>
                  </a:moveTo>
                  <a:cubicBezTo>
                    <a:pt x="94" y="188"/>
                    <a:pt x="94" y="190"/>
                    <a:pt x="94" y="189"/>
                  </a:cubicBezTo>
                  <a:cubicBezTo>
                    <a:pt x="95" y="189"/>
                    <a:pt x="95" y="189"/>
                    <a:pt x="95" y="188"/>
                  </a:cubicBezTo>
                  <a:cubicBezTo>
                    <a:pt x="95" y="188"/>
                    <a:pt x="94" y="189"/>
                    <a:pt x="94" y="188"/>
                  </a:cubicBezTo>
                  <a:cubicBezTo>
                    <a:pt x="95" y="188"/>
                    <a:pt x="95" y="188"/>
                    <a:pt x="95" y="188"/>
                  </a:cubicBezTo>
                  <a:cubicBezTo>
                    <a:pt x="95" y="188"/>
                    <a:pt x="96" y="188"/>
                    <a:pt x="95" y="188"/>
                  </a:cubicBezTo>
                  <a:cubicBezTo>
                    <a:pt x="96" y="188"/>
                    <a:pt x="95" y="187"/>
                    <a:pt x="95" y="187"/>
                  </a:cubicBezTo>
                  <a:cubicBezTo>
                    <a:pt x="95" y="187"/>
                    <a:pt x="94" y="187"/>
                    <a:pt x="94" y="187"/>
                  </a:cubicBezTo>
                  <a:cubicBezTo>
                    <a:pt x="94" y="187"/>
                    <a:pt x="94" y="187"/>
                    <a:pt x="94" y="187"/>
                  </a:cubicBezTo>
                  <a:cubicBezTo>
                    <a:pt x="94" y="187"/>
                    <a:pt x="94" y="187"/>
                    <a:pt x="94" y="188"/>
                  </a:cubicBezTo>
                  <a:cubicBezTo>
                    <a:pt x="94" y="188"/>
                    <a:pt x="94" y="188"/>
                    <a:pt x="94" y="187"/>
                  </a:cubicBezTo>
                  <a:cubicBezTo>
                    <a:pt x="94" y="188"/>
                    <a:pt x="94" y="188"/>
                    <a:pt x="95" y="188"/>
                  </a:cubicBezTo>
                  <a:close/>
                  <a:moveTo>
                    <a:pt x="94" y="191"/>
                  </a:moveTo>
                  <a:cubicBezTo>
                    <a:pt x="94" y="191"/>
                    <a:pt x="94" y="191"/>
                    <a:pt x="94" y="192"/>
                  </a:cubicBezTo>
                  <a:cubicBezTo>
                    <a:pt x="94" y="192"/>
                    <a:pt x="94" y="192"/>
                    <a:pt x="94" y="192"/>
                  </a:cubicBezTo>
                  <a:cubicBezTo>
                    <a:pt x="94" y="192"/>
                    <a:pt x="94" y="192"/>
                    <a:pt x="95" y="192"/>
                  </a:cubicBezTo>
                  <a:cubicBezTo>
                    <a:pt x="94" y="192"/>
                    <a:pt x="94" y="194"/>
                    <a:pt x="95" y="194"/>
                  </a:cubicBezTo>
                  <a:cubicBezTo>
                    <a:pt x="95" y="194"/>
                    <a:pt x="95" y="193"/>
                    <a:pt x="95" y="192"/>
                  </a:cubicBezTo>
                  <a:cubicBezTo>
                    <a:pt x="95" y="192"/>
                    <a:pt x="95" y="191"/>
                    <a:pt x="94" y="191"/>
                  </a:cubicBezTo>
                  <a:close/>
                  <a:moveTo>
                    <a:pt x="173" y="97"/>
                  </a:moveTo>
                  <a:cubicBezTo>
                    <a:pt x="174" y="97"/>
                    <a:pt x="174" y="97"/>
                    <a:pt x="174" y="97"/>
                  </a:cubicBezTo>
                  <a:cubicBezTo>
                    <a:pt x="175" y="96"/>
                    <a:pt x="175" y="96"/>
                    <a:pt x="175" y="95"/>
                  </a:cubicBezTo>
                  <a:cubicBezTo>
                    <a:pt x="175" y="95"/>
                    <a:pt x="174" y="95"/>
                    <a:pt x="174" y="95"/>
                  </a:cubicBezTo>
                  <a:cubicBezTo>
                    <a:pt x="174" y="95"/>
                    <a:pt x="174" y="95"/>
                    <a:pt x="173" y="96"/>
                  </a:cubicBezTo>
                  <a:cubicBezTo>
                    <a:pt x="173" y="96"/>
                    <a:pt x="173" y="96"/>
                    <a:pt x="172" y="97"/>
                  </a:cubicBezTo>
                  <a:cubicBezTo>
                    <a:pt x="172" y="97"/>
                    <a:pt x="171" y="97"/>
                    <a:pt x="171" y="97"/>
                  </a:cubicBezTo>
                  <a:cubicBezTo>
                    <a:pt x="171" y="97"/>
                    <a:pt x="170" y="98"/>
                    <a:pt x="170" y="98"/>
                  </a:cubicBezTo>
                  <a:cubicBezTo>
                    <a:pt x="170" y="99"/>
                    <a:pt x="170" y="99"/>
                    <a:pt x="171" y="99"/>
                  </a:cubicBezTo>
                  <a:cubicBezTo>
                    <a:pt x="171" y="99"/>
                    <a:pt x="172" y="98"/>
                    <a:pt x="171" y="98"/>
                  </a:cubicBezTo>
                  <a:cubicBezTo>
                    <a:pt x="171" y="98"/>
                    <a:pt x="172" y="98"/>
                    <a:pt x="172" y="98"/>
                  </a:cubicBezTo>
                  <a:cubicBezTo>
                    <a:pt x="173" y="98"/>
                    <a:pt x="173" y="98"/>
                    <a:pt x="173" y="97"/>
                  </a:cubicBezTo>
                  <a:close/>
                  <a:moveTo>
                    <a:pt x="176" y="102"/>
                  </a:moveTo>
                  <a:cubicBezTo>
                    <a:pt x="177" y="102"/>
                    <a:pt x="177" y="102"/>
                    <a:pt x="177" y="102"/>
                  </a:cubicBezTo>
                  <a:cubicBezTo>
                    <a:pt x="178" y="102"/>
                    <a:pt x="178" y="101"/>
                    <a:pt x="179" y="101"/>
                  </a:cubicBezTo>
                  <a:cubicBezTo>
                    <a:pt x="179" y="101"/>
                    <a:pt x="178" y="101"/>
                    <a:pt x="178" y="101"/>
                  </a:cubicBezTo>
                  <a:cubicBezTo>
                    <a:pt x="178" y="101"/>
                    <a:pt x="178" y="101"/>
                    <a:pt x="178" y="100"/>
                  </a:cubicBezTo>
                  <a:cubicBezTo>
                    <a:pt x="178" y="100"/>
                    <a:pt x="178" y="100"/>
                    <a:pt x="178" y="100"/>
                  </a:cubicBezTo>
                  <a:cubicBezTo>
                    <a:pt x="178" y="100"/>
                    <a:pt x="178" y="100"/>
                    <a:pt x="178" y="100"/>
                  </a:cubicBezTo>
                  <a:cubicBezTo>
                    <a:pt x="178" y="100"/>
                    <a:pt x="178" y="100"/>
                    <a:pt x="178" y="100"/>
                  </a:cubicBezTo>
                  <a:cubicBezTo>
                    <a:pt x="178" y="100"/>
                    <a:pt x="178" y="99"/>
                    <a:pt x="178" y="99"/>
                  </a:cubicBezTo>
                  <a:cubicBezTo>
                    <a:pt x="178" y="99"/>
                    <a:pt x="178" y="100"/>
                    <a:pt x="178" y="99"/>
                  </a:cubicBezTo>
                  <a:cubicBezTo>
                    <a:pt x="177" y="99"/>
                    <a:pt x="178" y="99"/>
                    <a:pt x="177" y="99"/>
                  </a:cubicBezTo>
                  <a:cubicBezTo>
                    <a:pt x="177" y="99"/>
                    <a:pt x="176" y="99"/>
                    <a:pt x="176" y="99"/>
                  </a:cubicBezTo>
                  <a:cubicBezTo>
                    <a:pt x="176" y="99"/>
                    <a:pt x="176" y="99"/>
                    <a:pt x="177" y="99"/>
                  </a:cubicBezTo>
                  <a:cubicBezTo>
                    <a:pt x="176" y="99"/>
                    <a:pt x="175" y="99"/>
                    <a:pt x="175" y="100"/>
                  </a:cubicBezTo>
                  <a:cubicBezTo>
                    <a:pt x="175" y="100"/>
                    <a:pt x="176" y="100"/>
                    <a:pt x="176" y="100"/>
                  </a:cubicBezTo>
                  <a:cubicBezTo>
                    <a:pt x="175" y="100"/>
                    <a:pt x="175" y="100"/>
                    <a:pt x="175" y="100"/>
                  </a:cubicBezTo>
                  <a:cubicBezTo>
                    <a:pt x="174" y="101"/>
                    <a:pt x="175" y="101"/>
                    <a:pt x="175" y="101"/>
                  </a:cubicBezTo>
                  <a:cubicBezTo>
                    <a:pt x="175" y="101"/>
                    <a:pt x="173" y="101"/>
                    <a:pt x="173" y="101"/>
                  </a:cubicBezTo>
                  <a:cubicBezTo>
                    <a:pt x="173" y="102"/>
                    <a:pt x="173" y="102"/>
                    <a:pt x="172" y="102"/>
                  </a:cubicBezTo>
                  <a:cubicBezTo>
                    <a:pt x="173" y="102"/>
                    <a:pt x="172" y="101"/>
                    <a:pt x="173" y="101"/>
                  </a:cubicBezTo>
                  <a:cubicBezTo>
                    <a:pt x="173" y="101"/>
                    <a:pt x="174" y="101"/>
                    <a:pt x="174" y="100"/>
                  </a:cubicBezTo>
                  <a:cubicBezTo>
                    <a:pt x="175" y="99"/>
                    <a:pt x="173" y="100"/>
                    <a:pt x="173" y="100"/>
                  </a:cubicBezTo>
                  <a:cubicBezTo>
                    <a:pt x="173" y="100"/>
                    <a:pt x="174" y="98"/>
                    <a:pt x="173" y="98"/>
                  </a:cubicBezTo>
                  <a:cubicBezTo>
                    <a:pt x="173" y="98"/>
                    <a:pt x="171" y="98"/>
                    <a:pt x="172" y="99"/>
                  </a:cubicBezTo>
                  <a:cubicBezTo>
                    <a:pt x="171" y="99"/>
                    <a:pt x="171" y="99"/>
                    <a:pt x="171" y="99"/>
                  </a:cubicBezTo>
                  <a:cubicBezTo>
                    <a:pt x="171" y="99"/>
                    <a:pt x="172" y="99"/>
                    <a:pt x="172" y="100"/>
                  </a:cubicBezTo>
                  <a:cubicBezTo>
                    <a:pt x="172" y="100"/>
                    <a:pt x="170" y="99"/>
                    <a:pt x="170" y="100"/>
                  </a:cubicBezTo>
                  <a:cubicBezTo>
                    <a:pt x="170" y="100"/>
                    <a:pt x="171" y="100"/>
                    <a:pt x="171" y="100"/>
                  </a:cubicBezTo>
                  <a:cubicBezTo>
                    <a:pt x="172" y="100"/>
                    <a:pt x="172" y="100"/>
                    <a:pt x="172" y="101"/>
                  </a:cubicBezTo>
                  <a:cubicBezTo>
                    <a:pt x="172" y="101"/>
                    <a:pt x="171" y="100"/>
                    <a:pt x="170" y="100"/>
                  </a:cubicBezTo>
                  <a:cubicBezTo>
                    <a:pt x="170" y="101"/>
                    <a:pt x="171" y="101"/>
                    <a:pt x="171" y="101"/>
                  </a:cubicBezTo>
                  <a:cubicBezTo>
                    <a:pt x="171" y="101"/>
                    <a:pt x="170" y="101"/>
                    <a:pt x="170" y="101"/>
                  </a:cubicBezTo>
                  <a:cubicBezTo>
                    <a:pt x="170" y="101"/>
                    <a:pt x="169" y="101"/>
                    <a:pt x="170" y="102"/>
                  </a:cubicBezTo>
                  <a:cubicBezTo>
                    <a:pt x="169" y="102"/>
                    <a:pt x="168" y="102"/>
                    <a:pt x="169" y="102"/>
                  </a:cubicBezTo>
                  <a:cubicBezTo>
                    <a:pt x="169" y="102"/>
                    <a:pt x="170" y="102"/>
                    <a:pt x="170" y="102"/>
                  </a:cubicBezTo>
                  <a:cubicBezTo>
                    <a:pt x="170" y="103"/>
                    <a:pt x="169" y="102"/>
                    <a:pt x="169" y="103"/>
                  </a:cubicBezTo>
                  <a:cubicBezTo>
                    <a:pt x="169" y="103"/>
                    <a:pt x="170" y="103"/>
                    <a:pt x="170" y="103"/>
                  </a:cubicBezTo>
                  <a:cubicBezTo>
                    <a:pt x="169" y="103"/>
                    <a:pt x="168" y="103"/>
                    <a:pt x="168" y="104"/>
                  </a:cubicBezTo>
                  <a:cubicBezTo>
                    <a:pt x="168" y="104"/>
                    <a:pt x="167" y="105"/>
                    <a:pt x="167" y="105"/>
                  </a:cubicBezTo>
                  <a:cubicBezTo>
                    <a:pt x="168" y="105"/>
                    <a:pt x="170" y="104"/>
                    <a:pt x="169" y="104"/>
                  </a:cubicBezTo>
                  <a:cubicBezTo>
                    <a:pt x="169" y="104"/>
                    <a:pt x="171" y="103"/>
                    <a:pt x="171" y="102"/>
                  </a:cubicBezTo>
                  <a:cubicBezTo>
                    <a:pt x="172" y="103"/>
                    <a:pt x="170" y="104"/>
                    <a:pt x="170" y="104"/>
                  </a:cubicBezTo>
                  <a:cubicBezTo>
                    <a:pt x="170" y="104"/>
                    <a:pt x="171" y="104"/>
                    <a:pt x="171" y="104"/>
                  </a:cubicBezTo>
                  <a:cubicBezTo>
                    <a:pt x="172" y="104"/>
                    <a:pt x="172" y="104"/>
                    <a:pt x="173" y="104"/>
                  </a:cubicBezTo>
                  <a:cubicBezTo>
                    <a:pt x="172" y="104"/>
                    <a:pt x="173" y="103"/>
                    <a:pt x="173" y="103"/>
                  </a:cubicBezTo>
                  <a:cubicBezTo>
                    <a:pt x="174" y="103"/>
                    <a:pt x="173" y="103"/>
                    <a:pt x="173" y="103"/>
                  </a:cubicBezTo>
                  <a:cubicBezTo>
                    <a:pt x="174" y="103"/>
                    <a:pt x="173" y="103"/>
                    <a:pt x="173" y="104"/>
                  </a:cubicBezTo>
                  <a:cubicBezTo>
                    <a:pt x="174" y="104"/>
                    <a:pt x="176" y="103"/>
                    <a:pt x="175" y="102"/>
                  </a:cubicBezTo>
                  <a:cubicBezTo>
                    <a:pt x="175" y="102"/>
                    <a:pt x="176" y="102"/>
                    <a:pt x="176" y="102"/>
                  </a:cubicBezTo>
                  <a:close/>
                  <a:moveTo>
                    <a:pt x="121" y="149"/>
                  </a:moveTo>
                  <a:cubicBezTo>
                    <a:pt x="121" y="149"/>
                    <a:pt x="121" y="149"/>
                    <a:pt x="122" y="149"/>
                  </a:cubicBezTo>
                  <a:cubicBezTo>
                    <a:pt x="122" y="149"/>
                    <a:pt x="123" y="149"/>
                    <a:pt x="123" y="148"/>
                  </a:cubicBezTo>
                  <a:cubicBezTo>
                    <a:pt x="123" y="147"/>
                    <a:pt x="122" y="147"/>
                    <a:pt x="122" y="148"/>
                  </a:cubicBezTo>
                  <a:cubicBezTo>
                    <a:pt x="122" y="148"/>
                    <a:pt x="122" y="148"/>
                    <a:pt x="123" y="148"/>
                  </a:cubicBezTo>
                  <a:cubicBezTo>
                    <a:pt x="122" y="148"/>
                    <a:pt x="122" y="148"/>
                    <a:pt x="121" y="148"/>
                  </a:cubicBezTo>
                  <a:cubicBezTo>
                    <a:pt x="121" y="148"/>
                    <a:pt x="121" y="148"/>
                    <a:pt x="121" y="148"/>
                  </a:cubicBezTo>
                  <a:cubicBezTo>
                    <a:pt x="120" y="148"/>
                    <a:pt x="119" y="148"/>
                    <a:pt x="119" y="149"/>
                  </a:cubicBezTo>
                  <a:cubicBezTo>
                    <a:pt x="119" y="149"/>
                    <a:pt x="120" y="149"/>
                    <a:pt x="121" y="149"/>
                  </a:cubicBezTo>
                  <a:close/>
                  <a:moveTo>
                    <a:pt x="142" y="141"/>
                  </a:moveTo>
                  <a:cubicBezTo>
                    <a:pt x="142" y="141"/>
                    <a:pt x="141" y="141"/>
                    <a:pt x="141" y="141"/>
                  </a:cubicBezTo>
                  <a:cubicBezTo>
                    <a:pt x="141" y="141"/>
                    <a:pt x="142" y="141"/>
                    <a:pt x="141" y="141"/>
                  </a:cubicBezTo>
                  <a:cubicBezTo>
                    <a:pt x="141" y="141"/>
                    <a:pt x="141" y="141"/>
                    <a:pt x="142" y="141"/>
                  </a:cubicBezTo>
                  <a:close/>
                  <a:moveTo>
                    <a:pt x="278" y="93"/>
                  </a:moveTo>
                  <a:cubicBezTo>
                    <a:pt x="277" y="93"/>
                    <a:pt x="276" y="93"/>
                    <a:pt x="275" y="93"/>
                  </a:cubicBezTo>
                  <a:cubicBezTo>
                    <a:pt x="274" y="93"/>
                    <a:pt x="274" y="92"/>
                    <a:pt x="273" y="92"/>
                  </a:cubicBezTo>
                  <a:cubicBezTo>
                    <a:pt x="273" y="92"/>
                    <a:pt x="274" y="92"/>
                    <a:pt x="273" y="93"/>
                  </a:cubicBezTo>
                  <a:cubicBezTo>
                    <a:pt x="273" y="94"/>
                    <a:pt x="273" y="94"/>
                    <a:pt x="272" y="94"/>
                  </a:cubicBezTo>
                  <a:cubicBezTo>
                    <a:pt x="271" y="95"/>
                    <a:pt x="268" y="95"/>
                    <a:pt x="268" y="95"/>
                  </a:cubicBezTo>
                  <a:cubicBezTo>
                    <a:pt x="268" y="97"/>
                    <a:pt x="266" y="98"/>
                    <a:pt x="266" y="98"/>
                  </a:cubicBezTo>
                  <a:cubicBezTo>
                    <a:pt x="264" y="97"/>
                    <a:pt x="264" y="96"/>
                    <a:pt x="266" y="95"/>
                  </a:cubicBezTo>
                  <a:cubicBezTo>
                    <a:pt x="267" y="94"/>
                    <a:pt x="268" y="94"/>
                    <a:pt x="266" y="93"/>
                  </a:cubicBezTo>
                  <a:cubicBezTo>
                    <a:pt x="265" y="91"/>
                    <a:pt x="264" y="91"/>
                    <a:pt x="262" y="91"/>
                  </a:cubicBezTo>
                  <a:cubicBezTo>
                    <a:pt x="262" y="91"/>
                    <a:pt x="262" y="91"/>
                    <a:pt x="261" y="91"/>
                  </a:cubicBezTo>
                  <a:cubicBezTo>
                    <a:pt x="261" y="90"/>
                    <a:pt x="260" y="91"/>
                    <a:pt x="260" y="90"/>
                  </a:cubicBezTo>
                  <a:cubicBezTo>
                    <a:pt x="259" y="89"/>
                    <a:pt x="258" y="89"/>
                    <a:pt x="258" y="89"/>
                  </a:cubicBezTo>
                  <a:cubicBezTo>
                    <a:pt x="257" y="88"/>
                    <a:pt x="256" y="88"/>
                    <a:pt x="255" y="88"/>
                  </a:cubicBezTo>
                  <a:cubicBezTo>
                    <a:pt x="254" y="88"/>
                    <a:pt x="253" y="89"/>
                    <a:pt x="253" y="89"/>
                  </a:cubicBezTo>
                  <a:cubicBezTo>
                    <a:pt x="253" y="89"/>
                    <a:pt x="250" y="89"/>
                    <a:pt x="250" y="89"/>
                  </a:cubicBezTo>
                  <a:cubicBezTo>
                    <a:pt x="249" y="89"/>
                    <a:pt x="247" y="89"/>
                    <a:pt x="246" y="90"/>
                  </a:cubicBezTo>
                  <a:cubicBezTo>
                    <a:pt x="246" y="90"/>
                    <a:pt x="245" y="91"/>
                    <a:pt x="245" y="91"/>
                  </a:cubicBezTo>
                  <a:cubicBezTo>
                    <a:pt x="245" y="91"/>
                    <a:pt x="243" y="91"/>
                    <a:pt x="243" y="92"/>
                  </a:cubicBezTo>
                  <a:cubicBezTo>
                    <a:pt x="244" y="92"/>
                    <a:pt x="244" y="93"/>
                    <a:pt x="243" y="93"/>
                  </a:cubicBezTo>
                  <a:cubicBezTo>
                    <a:pt x="243" y="93"/>
                    <a:pt x="243" y="94"/>
                    <a:pt x="243" y="95"/>
                  </a:cubicBezTo>
                  <a:cubicBezTo>
                    <a:pt x="242" y="95"/>
                    <a:pt x="243" y="96"/>
                    <a:pt x="243" y="97"/>
                  </a:cubicBezTo>
                  <a:cubicBezTo>
                    <a:pt x="243" y="97"/>
                    <a:pt x="243" y="98"/>
                    <a:pt x="243" y="98"/>
                  </a:cubicBezTo>
                  <a:cubicBezTo>
                    <a:pt x="243" y="98"/>
                    <a:pt x="242" y="99"/>
                    <a:pt x="242" y="99"/>
                  </a:cubicBezTo>
                  <a:cubicBezTo>
                    <a:pt x="241" y="99"/>
                    <a:pt x="240" y="99"/>
                    <a:pt x="240" y="99"/>
                  </a:cubicBezTo>
                  <a:cubicBezTo>
                    <a:pt x="238" y="100"/>
                    <a:pt x="239" y="101"/>
                    <a:pt x="238" y="101"/>
                  </a:cubicBezTo>
                  <a:cubicBezTo>
                    <a:pt x="237" y="102"/>
                    <a:pt x="237" y="102"/>
                    <a:pt x="237" y="102"/>
                  </a:cubicBezTo>
                  <a:cubicBezTo>
                    <a:pt x="236" y="101"/>
                    <a:pt x="235" y="101"/>
                    <a:pt x="234" y="101"/>
                  </a:cubicBezTo>
                  <a:cubicBezTo>
                    <a:pt x="233" y="100"/>
                    <a:pt x="231" y="100"/>
                    <a:pt x="230" y="99"/>
                  </a:cubicBezTo>
                  <a:cubicBezTo>
                    <a:pt x="229" y="99"/>
                    <a:pt x="229" y="100"/>
                    <a:pt x="229" y="100"/>
                  </a:cubicBezTo>
                  <a:cubicBezTo>
                    <a:pt x="228" y="101"/>
                    <a:pt x="227" y="101"/>
                    <a:pt x="226" y="101"/>
                  </a:cubicBezTo>
                  <a:cubicBezTo>
                    <a:pt x="224" y="101"/>
                    <a:pt x="222" y="101"/>
                    <a:pt x="221" y="100"/>
                  </a:cubicBezTo>
                  <a:cubicBezTo>
                    <a:pt x="220" y="100"/>
                    <a:pt x="220" y="100"/>
                    <a:pt x="219" y="100"/>
                  </a:cubicBezTo>
                  <a:cubicBezTo>
                    <a:pt x="218" y="99"/>
                    <a:pt x="218" y="99"/>
                    <a:pt x="217" y="98"/>
                  </a:cubicBezTo>
                  <a:cubicBezTo>
                    <a:pt x="217" y="98"/>
                    <a:pt x="215" y="97"/>
                    <a:pt x="214" y="96"/>
                  </a:cubicBezTo>
                  <a:cubicBezTo>
                    <a:pt x="212" y="95"/>
                    <a:pt x="211" y="95"/>
                    <a:pt x="210" y="95"/>
                  </a:cubicBezTo>
                  <a:cubicBezTo>
                    <a:pt x="209" y="96"/>
                    <a:pt x="211" y="97"/>
                    <a:pt x="209" y="97"/>
                  </a:cubicBezTo>
                  <a:cubicBezTo>
                    <a:pt x="208" y="97"/>
                    <a:pt x="208" y="97"/>
                    <a:pt x="207" y="97"/>
                  </a:cubicBezTo>
                  <a:cubicBezTo>
                    <a:pt x="207" y="97"/>
                    <a:pt x="207" y="97"/>
                    <a:pt x="207" y="97"/>
                  </a:cubicBezTo>
                  <a:cubicBezTo>
                    <a:pt x="206" y="98"/>
                    <a:pt x="206" y="97"/>
                    <a:pt x="205" y="97"/>
                  </a:cubicBezTo>
                  <a:cubicBezTo>
                    <a:pt x="205" y="97"/>
                    <a:pt x="204" y="97"/>
                    <a:pt x="203" y="98"/>
                  </a:cubicBezTo>
                  <a:cubicBezTo>
                    <a:pt x="204" y="98"/>
                    <a:pt x="205" y="99"/>
                    <a:pt x="205" y="100"/>
                  </a:cubicBezTo>
                  <a:cubicBezTo>
                    <a:pt x="204" y="101"/>
                    <a:pt x="203" y="102"/>
                    <a:pt x="202" y="102"/>
                  </a:cubicBezTo>
                  <a:cubicBezTo>
                    <a:pt x="203" y="102"/>
                    <a:pt x="203" y="102"/>
                    <a:pt x="204" y="103"/>
                  </a:cubicBezTo>
                  <a:cubicBezTo>
                    <a:pt x="204" y="103"/>
                    <a:pt x="203" y="103"/>
                    <a:pt x="203" y="104"/>
                  </a:cubicBezTo>
                  <a:cubicBezTo>
                    <a:pt x="201" y="104"/>
                    <a:pt x="199" y="103"/>
                    <a:pt x="198" y="103"/>
                  </a:cubicBezTo>
                  <a:cubicBezTo>
                    <a:pt x="197" y="103"/>
                    <a:pt x="196" y="103"/>
                    <a:pt x="195" y="102"/>
                  </a:cubicBezTo>
                  <a:cubicBezTo>
                    <a:pt x="194" y="102"/>
                    <a:pt x="193" y="102"/>
                    <a:pt x="192" y="102"/>
                  </a:cubicBezTo>
                  <a:cubicBezTo>
                    <a:pt x="191" y="102"/>
                    <a:pt x="190" y="102"/>
                    <a:pt x="190" y="102"/>
                  </a:cubicBezTo>
                  <a:cubicBezTo>
                    <a:pt x="189" y="103"/>
                    <a:pt x="189" y="104"/>
                    <a:pt x="189" y="105"/>
                  </a:cubicBezTo>
                  <a:cubicBezTo>
                    <a:pt x="190" y="106"/>
                    <a:pt x="189" y="108"/>
                    <a:pt x="187" y="107"/>
                  </a:cubicBezTo>
                  <a:cubicBezTo>
                    <a:pt x="186" y="107"/>
                    <a:pt x="186" y="107"/>
                    <a:pt x="185" y="106"/>
                  </a:cubicBezTo>
                  <a:cubicBezTo>
                    <a:pt x="184" y="106"/>
                    <a:pt x="184" y="106"/>
                    <a:pt x="183" y="107"/>
                  </a:cubicBezTo>
                  <a:cubicBezTo>
                    <a:pt x="182" y="107"/>
                    <a:pt x="180" y="108"/>
                    <a:pt x="180" y="109"/>
                  </a:cubicBezTo>
                  <a:cubicBezTo>
                    <a:pt x="179" y="110"/>
                    <a:pt x="179" y="112"/>
                    <a:pt x="177" y="112"/>
                  </a:cubicBezTo>
                  <a:cubicBezTo>
                    <a:pt x="175" y="112"/>
                    <a:pt x="177" y="114"/>
                    <a:pt x="177" y="114"/>
                  </a:cubicBezTo>
                  <a:cubicBezTo>
                    <a:pt x="178" y="115"/>
                    <a:pt x="178" y="115"/>
                    <a:pt x="178" y="116"/>
                  </a:cubicBezTo>
                  <a:cubicBezTo>
                    <a:pt x="178" y="116"/>
                    <a:pt x="177" y="117"/>
                    <a:pt x="176" y="117"/>
                  </a:cubicBezTo>
                  <a:cubicBezTo>
                    <a:pt x="175" y="118"/>
                    <a:pt x="174" y="119"/>
                    <a:pt x="173" y="120"/>
                  </a:cubicBezTo>
                  <a:cubicBezTo>
                    <a:pt x="172" y="121"/>
                    <a:pt x="172" y="121"/>
                    <a:pt x="171" y="121"/>
                  </a:cubicBezTo>
                  <a:cubicBezTo>
                    <a:pt x="171" y="122"/>
                    <a:pt x="171" y="122"/>
                    <a:pt x="171" y="123"/>
                  </a:cubicBezTo>
                  <a:cubicBezTo>
                    <a:pt x="172" y="124"/>
                    <a:pt x="169" y="124"/>
                    <a:pt x="168" y="125"/>
                  </a:cubicBezTo>
                  <a:cubicBezTo>
                    <a:pt x="167" y="125"/>
                    <a:pt x="166" y="125"/>
                    <a:pt x="165" y="125"/>
                  </a:cubicBezTo>
                  <a:cubicBezTo>
                    <a:pt x="164" y="125"/>
                    <a:pt x="165" y="126"/>
                    <a:pt x="165" y="126"/>
                  </a:cubicBezTo>
                  <a:cubicBezTo>
                    <a:pt x="166" y="128"/>
                    <a:pt x="165" y="129"/>
                    <a:pt x="165" y="131"/>
                  </a:cubicBezTo>
                  <a:cubicBezTo>
                    <a:pt x="165" y="132"/>
                    <a:pt x="165" y="133"/>
                    <a:pt x="164" y="134"/>
                  </a:cubicBezTo>
                  <a:cubicBezTo>
                    <a:pt x="164" y="134"/>
                    <a:pt x="163" y="135"/>
                    <a:pt x="163" y="136"/>
                  </a:cubicBezTo>
                  <a:cubicBezTo>
                    <a:pt x="162" y="137"/>
                    <a:pt x="160" y="137"/>
                    <a:pt x="160" y="139"/>
                  </a:cubicBezTo>
                  <a:cubicBezTo>
                    <a:pt x="159" y="140"/>
                    <a:pt x="160" y="140"/>
                    <a:pt x="161" y="141"/>
                  </a:cubicBezTo>
                  <a:cubicBezTo>
                    <a:pt x="162" y="141"/>
                    <a:pt x="163" y="142"/>
                    <a:pt x="162" y="143"/>
                  </a:cubicBezTo>
                  <a:cubicBezTo>
                    <a:pt x="162" y="145"/>
                    <a:pt x="160" y="145"/>
                    <a:pt x="159" y="145"/>
                  </a:cubicBezTo>
                  <a:cubicBezTo>
                    <a:pt x="157" y="145"/>
                    <a:pt x="156" y="145"/>
                    <a:pt x="154" y="145"/>
                  </a:cubicBezTo>
                  <a:cubicBezTo>
                    <a:pt x="153" y="145"/>
                    <a:pt x="152" y="145"/>
                    <a:pt x="152" y="146"/>
                  </a:cubicBezTo>
                  <a:cubicBezTo>
                    <a:pt x="151" y="146"/>
                    <a:pt x="150" y="147"/>
                    <a:pt x="150" y="148"/>
                  </a:cubicBezTo>
                  <a:cubicBezTo>
                    <a:pt x="149" y="148"/>
                    <a:pt x="149" y="149"/>
                    <a:pt x="148" y="149"/>
                  </a:cubicBezTo>
                  <a:cubicBezTo>
                    <a:pt x="148" y="150"/>
                    <a:pt x="148" y="150"/>
                    <a:pt x="148" y="151"/>
                  </a:cubicBezTo>
                  <a:cubicBezTo>
                    <a:pt x="148" y="151"/>
                    <a:pt x="147" y="152"/>
                    <a:pt x="147" y="152"/>
                  </a:cubicBezTo>
                  <a:cubicBezTo>
                    <a:pt x="147" y="153"/>
                    <a:pt x="147" y="153"/>
                    <a:pt x="147" y="154"/>
                  </a:cubicBezTo>
                  <a:cubicBezTo>
                    <a:pt x="148" y="154"/>
                    <a:pt x="148" y="155"/>
                    <a:pt x="148" y="155"/>
                  </a:cubicBezTo>
                  <a:cubicBezTo>
                    <a:pt x="148" y="156"/>
                    <a:pt x="148" y="156"/>
                    <a:pt x="148" y="157"/>
                  </a:cubicBezTo>
                  <a:cubicBezTo>
                    <a:pt x="148" y="158"/>
                    <a:pt x="148" y="159"/>
                    <a:pt x="148" y="159"/>
                  </a:cubicBezTo>
                  <a:cubicBezTo>
                    <a:pt x="148" y="160"/>
                    <a:pt x="148" y="161"/>
                    <a:pt x="149" y="161"/>
                  </a:cubicBezTo>
                  <a:cubicBezTo>
                    <a:pt x="149" y="162"/>
                    <a:pt x="149" y="162"/>
                    <a:pt x="149" y="163"/>
                  </a:cubicBezTo>
                  <a:cubicBezTo>
                    <a:pt x="149" y="164"/>
                    <a:pt x="149" y="165"/>
                    <a:pt x="149" y="166"/>
                  </a:cubicBezTo>
                  <a:cubicBezTo>
                    <a:pt x="148" y="167"/>
                    <a:pt x="149" y="169"/>
                    <a:pt x="150" y="169"/>
                  </a:cubicBezTo>
                  <a:cubicBezTo>
                    <a:pt x="151" y="170"/>
                    <a:pt x="151" y="170"/>
                    <a:pt x="152" y="170"/>
                  </a:cubicBezTo>
                  <a:cubicBezTo>
                    <a:pt x="153" y="171"/>
                    <a:pt x="153" y="171"/>
                    <a:pt x="153" y="172"/>
                  </a:cubicBezTo>
                  <a:cubicBezTo>
                    <a:pt x="153" y="173"/>
                    <a:pt x="153" y="173"/>
                    <a:pt x="153" y="174"/>
                  </a:cubicBezTo>
                  <a:cubicBezTo>
                    <a:pt x="152" y="175"/>
                    <a:pt x="152" y="175"/>
                    <a:pt x="151" y="175"/>
                  </a:cubicBezTo>
                  <a:cubicBezTo>
                    <a:pt x="151" y="175"/>
                    <a:pt x="149" y="174"/>
                    <a:pt x="149" y="176"/>
                  </a:cubicBezTo>
                  <a:cubicBezTo>
                    <a:pt x="150" y="177"/>
                    <a:pt x="150" y="178"/>
                    <a:pt x="151" y="179"/>
                  </a:cubicBezTo>
                  <a:cubicBezTo>
                    <a:pt x="152" y="180"/>
                    <a:pt x="152" y="181"/>
                    <a:pt x="151" y="182"/>
                  </a:cubicBezTo>
                  <a:cubicBezTo>
                    <a:pt x="151" y="182"/>
                    <a:pt x="151" y="183"/>
                    <a:pt x="151" y="184"/>
                  </a:cubicBezTo>
                  <a:cubicBezTo>
                    <a:pt x="151" y="184"/>
                    <a:pt x="150" y="185"/>
                    <a:pt x="150" y="185"/>
                  </a:cubicBezTo>
                  <a:cubicBezTo>
                    <a:pt x="149" y="186"/>
                    <a:pt x="149" y="186"/>
                    <a:pt x="148" y="186"/>
                  </a:cubicBezTo>
                  <a:cubicBezTo>
                    <a:pt x="147" y="186"/>
                    <a:pt x="147" y="186"/>
                    <a:pt x="146" y="186"/>
                  </a:cubicBezTo>
                  <a:cubicBezTo>
                    <a:pt x="146" y="186"/>
                    <a:pt x="146" y="187"/>
                    <a:pt x="146" y="187"/>
                  </a:cubicBezTo>
                  <a:cubicBezTo>
                    <a:pt x="147" y="187"/>
                    <a:pt x="146" y="188"/>
                    <a:pt x="146" y="188"/>
                  </a:cubicBezTo>
                  <a:cubicBezTo>
                    <a:pt x="146" y="189"/>
                    <a:pt x="145" y="189"/>
                    <a:pt x="145" y="189"/>
                  </a:cubicBezTo>
                  <a:cubicBezTo>
                    <a:pt x="144" y="190"/>
                    <a:pt x="145" y="190"/>
                    <a:pt x="145" y="191"/>
                  </a:cubicBezTo>
                  <a:cubicBezTo>
                    <a:pt x="145" y="191"/>
                    <a:pt x="146" y="192"/>
                    <a:pt x="146" y="192"/>
                  </a:cubicBezTo>
                  <a:cubicBezTo>
                    <a:pt x="146" y="193"/>
                    <a:pt x="145" y="193"/>
                    <a:pt x="145" y="194"/>
                  </a:cubicBezTo>
                  <a:cubicBezTo>
                    <a:pt x="145" y="195"/>
                    <a:pt x="145" y="196"/>
                    <a:pt x="145" y="196"/>
                  </a:cubicBezTo>
                  <a:cubicBezTo>
                    <a:pt x="144" y="196"/>
                    <a:pt x="144" y="197"/>
                    <a:pt x="143" y="196"/>
                  </a:cubicBezTo>
                  <a:cubicBezTo>
                    <a:pt x="143" y="196"/>
                    <a:pt x="143" y="195"/>
                    <a:pt x="143" y="195"/>
                  </a:cubicBezTo>
                  <a:cubicBezTo>
                    <a:pt x="142" y="194"/>
                    <a:pt x="142" y="194"/>
                    <a:pt x="141" y="194"/>
                  </a:cubicBezTo>
                  <a:cubicBezTo>
                    <a:pt x="142" y="194"/>
                    <a:pt x="141" y="194"/>
                    <a:pt x="141" y="194"/>
                  </a:cubicBezTo>
                  <a:cubicBezTo>
                    <a:pt x="141" y="194"/>
                    <a:pt x="141" y="194"/>
                    <a:pt x="141" y="194"/>
                  </a:cubicBezTo>
                  <a:cubicBezTo>
                    <a:pt x="141" y="194"/>
                    <a:pt x="141" y="193"/>
                    <a:pt x="141" y="193"/>
                  </a:cubicBezTo>
                  <a:cubicBezTo>
                    <a:pt x="141" y="193"/>
                    <a:pt x="141" y="193"/>
                    <a:pt x="141" y="193"/>
                  </a:cubicBezTo>
                  <a:cubicBezTo>
                    <a:pt x="141" y="194"/>
                    <a:pt x="140" y="194"/>
                    <a:pt x="140" y="193"/>
                  </a:cubicBezTo>
                  <a:cubicBezTo>
                    <a:pt x="141" y="194"/>
                    <a:pt x="140" y="194"/>
                    <a:pt x="140" y="194"/>
                  </a:cubicBezTo>
                  <a:cubicBezTo>
                    <a:pt x="140" y="193"/>
                    <a:pt x="139" y="193"/>
                    <a:pt x="139" y="193"/>
                  </a:cubicBezTo>
                  <a:cubicBezTo>
                    <a:pt x="139" y="193"/>
                    <a:pt x="139" y="194"/>
                    <a:pt x="139" y="194"/>
                  </a:cubicBezTo>
                  <a:cubicBezTo>
                    <a:pt x="139" y="194"/>
                    <a:pt x="139" y="193"/>
                    <a:pt x="139" y="193"/>
                  </a:cubicBezTo>
                  <a:cubicBezTo>
                    <a:pt x="139" y="193"/>
                    <a:pt x="139" y="193"/>
                    <a:pt x="138" y="193"/>
                  </a:cubicBezTo>
                  <a:cubicBezTo>
                    <a:pt x="138" y="194"/>
                    <a:pt x="138" y="193"/>
                    <a:pt x="138" y="193"/>
                  </a:cubicBezTo>
                  <a:cubicBezTo>
                    <a:pt x="137" y="193"/>
                    <a:pt x="137" y="192"/>
                    <a:pt x="138" y="192"/>
                  </a:cubicBezTo>
                  <a:cubicBezTo>
                    <a:pt x="137" y="192"/>
                    <a:pt x="137" y="192"/>
                    <a:pt x="137" y="191"/>
                  </a:cubicBezTo>
                  <a:cubicBezTo>
                    <a:pt x="137" y="191"/>
                    <a:pt x="137" y="191"/>
                    <a:pt x="137" y="191"/>
                  </a:cubicBezTo>
                  <a:cubicBezTo>
                    <a:pt x="137" y="190"/>
                    <a:pt x="137" y="190"/>
                    <a:pt x="137" y="190"/>
                  </a:cubicBezTo>
                  <a:cubicBezTo>
                    <a:pt x="137" y="189"/>
                    <a:pt x="136" y="188"/>
                    <a:pt x="136" y="187"/>
                  </a:cubicBezTo>
                  <a:cubicBezTo>
                    <a:pt x="137" y="186"/>
                    <a:pt x="137" y="187"/>
                    <a:pt x="137" y="188"/>
                  </a:cubicBezTo>
                  <a:cubicBezTo>
                    <a:pt x="137" y="187"/>
                    <a:pt x="138" y="186"/>
                    <a:pt x="137" y="186"/>
                  </a:cubicBezTo>
                  <a:cubicBezTo>
                    <a:pt x="136" y="186"/>
                    <a:pt x="135" y="186"/>
                    <a:pt x="136" y="187"/>
                  </a:cubicBezTo>
                  <a:cubicBezTo>
                    <a:pt x="136" y="188"/>
                    <a:pt x="137" y="189"/>
                    <a:pt x="136" y="190"/>
                  </a:cubicBezTo>
                  <a:cubicBezTo>
                    <a:pt x="136" y="190"/>
                    <a:pt x="135" y="190"/>
                    <a:pt x="135" y="190"/>
                  </a:cubicBezTo>
                  <a:cubicBezTo>
                    <a:pt x="135" y="190"/>
                    <a:pt x="135" y="189"/>
                    <a:pt x="135" y="189"/>
                  </a:cubicBezTo>
                  <a:cubicBezTo>
                    <a:pt x="135" y="190"/>
                    <a:pt x="134" y="190"/>
                    <a:pt x="134" y="190"/>
                  </a:cubicBezTo>
                  <a:cubicBezTo>
                    <a:pt x="134" y="190"/>
                    <a:pt x="135" y="190"/>
                    <a:pt x="135" y="191"/>
                  </a:cubicBezTo>
                  <a:cubicBezTo>
                    <a:pt x="135" y="191"/>
                    <a:pt x="136" y="192"/>
                    <a:pt x="136" y="192"/>
                  </a:cubicBezTo>
                  <a:cubicBezTo>
                    <a:pt x="136" y="192"/>
                    <a:pt x="136" y="192"/>
                    <a:pt x="136" y="192"/>
                  </a:cubicBezTo>
                  <a:cubicBezTo>
                    <a:pt x="135" y="193"/>
                    <a:pt x="135" y="192"/>
                    <a:pt x="135" y="193"/>
                  </a:cubicBezTo>
                  <a:cubicBezTo>
                    <a:pt x="135" y="193"/>
                    <a:pt x="136" y="194"/>
                    <a:pt x="135" y="194"/>
                  </a:cubicBezTo>
                  <a:cubicBezTo>
                    <a:pt x="134" y="194"/>
                    <a:pt x="135" y="193"/>
                    <a:pt x="135" y="192"/>
                  </a:cubicBezTo>
                  <a:cubicBezTo>
                    <a:pt x="135" y="193"/>
                    <a:pt x="134" y="193"/>
                    <a:pt x="134" y="194"/>
                  </a:cubicBezTo>
                  <a:cubicBezTo>
                    <a:pt x="134" y="194"/>
                    <a:pt x="134" y="194"/>
                    <a:pt x="134" y="194"/>
                  </a:cubicBezTo>
                  <a:cubicBezTo>
                    <a:pt x="134" y="194"/>
                    <a:pt x="134" y="194"/>
                    <a:pt x="134" y="195"/>
                  </a:cubicBezTo>
                  <a:cubicBezTo>
                    <a:pt x="134" y="194"/>
                    <a:pt x="134" y="194"/>
                    <a:pt x="134" y="194"/>
                  </a:cubicBezTo>
                  <a:cubicBezTo>
                    <a:pt x="134" y="194"/>
                    <a:pt x="134" y="195"/>
                    <a:pt x="134" y="195"/>
                  </a:cubicBezTo>
                  <a:cubicBezTo>
                    <a:pt x="134" y="195"/>
                    <a:pt x="134" y="194"/>
                    <a:pt x="133" y="194"/>
                  </a:cubicBezTo>
                  <a:cubicBezTo>
                    <a:pt x="133" y="194"/>
                    <a:pt x="134" y="195"/>
                    <a:pt x="133" y="195"/>
                  </a:cubicBezTo>
                  <a:cubicBezTo>
                    <a:pt x="133" y="195"/>
                    <a:pt x="133" y="195"/>
                    <a:pt x="133" y="195"/>
                  </a:cubicBezTo>
                  <a:cubicBezTo>
                    <a:pt x="133" y="195"/>
                    <a:pt x="132" y="195"/>
                    <a:pt x="132" y="195"/>
                  </a:cubicBezTo>
                  <a:cubicBezTo>
                    <a:pt x="132" y="195"/>
                    <a:pt x="132" y="195"/>
                    <a:pt x="132" y="195"/>
                  </a:cubicBezTo>
                  <a:cubicBezTo>
                    <a:pt x="132" y="196"/>
                    <a:pt x="131" y="196"/>
                    <a:pt x="130" y="196"/>
                  </a:cubicBezTo>
                  <a:cubicBezTo>
                    <a:pt x="131" y="195"/>
                    <a:pt x="129" y="195"/>
                    <a:pt x="129" y="194"/>
                  </a:cubicBezTo>
                  <a:cubicBezTo>
                    <a:pt x="129" y="195"/>
                    <a:pt x="129" y="194"/>
                    <a:pt x="128" y="194"/>
                  </a:cubicBezTo>
                  <a:cubicBezTo>
                    <a:pt x="128" y="194"/>
                    <a:pt x="130" y="195"/>
                    <a:pt x="129" y="195"/>
                  </a:cubicBezTo>
                  <a:cubicBezTo>
                    <a:pt x="130" y="196"/>
                    <a:pt x="129" y="196"/>
                    <a:pt x="129" y="196"/>
                  </a:cubicBezTo>
                  <a:cubicBezTo>
                    <a:pt x="129" y="196"/>
                    <a:pt x="128" y="196"/>
                    <a:pt x="128" y="196"/>
                  </a:cubicBezTo>
                  <a:cubicBezTo>
                    <a:pt x="128" y="196"/>
                    <a:pt x="127" y="196"/>
                    <a:pt x="127" y="196"/>
                  </a:cubicBezTo>
                  <a:cubicBezTo>
                    <a:pt x="127" y="196"/>
                    <a:pt x="127" y="196"/>
                    <a:pt x="127" y="196"/>
                  </a:cubicBezTo>
                  <a:cubicBezTo>
                    <a:pt x="127" y="197"/>
                    <a:pt x="126" y="196"/>
                    <a:pt x="126" y="197"/>
                  </a:cubicBezTo>
                  <a:cubicBezTo>
                    <a:pt x="126" y="197"/>
                    <a:pt x="127" y="197"/>
                    <a:pt x="127" y="197"/>
                  </a:cubicBezTo>
                  <a:cubicBezTo>
                    <a:pt x="127" y="197"/>
                    <a:pt x="127" y="197"/>
                    <a:pt x="127" y="197"/>
                  </a:cubicBezTo>
                  <a:cubicBezTo>
                    <a:pt x="128" y="197"/>
                    <a:pt x="127" y="197"/>
                    <a:pt x="127" y="198"/>
                  </a:cubicBezTo>
                  <a:cubicBezTo>
                    <a:pt x="127" y="198"/>
                    <a:pt x="126" y="198"/>
                    <a:pt x="126" y="198"/>
                  </a:cubicBezTo>
                  <a:cubicBezTo>
                    <a:pt x="126" y="198"/>
                    <a:pt x="125" y="198"/>
                    <a:pt x="124" y="198"/>
                  </a:cubicBezTo>
                  <a:cubicBezTo>
                    <a:pt x="125" y="198"/>
                    <a:pt x="125" y="198"/>
                    <a:pt x="126" y="198"/>
                  </a:cubicBezTo>
                  <a:cubicBezTo>
                    <a:pt x="125" y="198"/>
                    <a:pt x="125" y="198"/>
                    <a:pt x="125" y="198"/>
                  </a:cubicBezTo>
                  <a:cubicBezTo>
                    <a:pt x="125" y="198"/>
                    <a:pt x="126" y="198"/>
                    <a:pt x="126" y="198"/>
                  </a:cubicBezTo>
                  <a:cubicBezTo>
                    <a:pt x="126" y="199"/>
                    <a:pt x="124" y="199"/>
                    <a:pt x="123" y="199"/>
                  </a:cubicBezTo>
                  <a:cubicBezTo>
                    <a:pt x="124" y="200"/>
                    <a:pt x="123" y="200"/>
                    <a:pt x="123" y="200"/>
                  </a:cubicBezTo>
                  <a:cubicBezTo>
                    <a:pt x="123" y="200"/>
                    <a:pt x="123" y="200"/>
                    <a:pt x="122" y="201"/>
                  </a:cubicBezTo>
                  <a:cubicBezTo>
                    <a:pt x="122" y="201"/>
                    <a:pt x="122" y="201"/>
                    <a:pt x="122" y="201"/>
                  </a:cubicBezTo>
                  <a:cubicBezTo>
                    <a:pt x="122" y="201"/>
                    <a:pt x="122" y="201"/>
                    <a:pt x="122" y="201"/>
                  </a:cubicBezTo>
                  <a:cubicBezTo>
                    <a:pt x="121" y="201"/>
                    <a:pt x="122" y="202"/>
                    <a:pt x="121" y="202"/>
                  </a:cubicBezTo>
                  <a:cubicBezTo>
                    <a:pt x="121" y="202"/>
                    <a:pt x="121" y="202"/>
                    <a:pt x="120" y="202"/>
                  </a:cubicBezTo>
                  <a:cubicBezTo>
                    <a:pt x="120" y="202"/>
                    <a:pt x="120" y="203"/>
                    <a:pt x="120" y="203"/>
                  </a:cubicBezTo>
                  <a:cubicBezTo>
                    <a:pt x="120" y="203"/>
                    <a:pt x="119" y="203"/>
                    <a:pt x="120" y="203"/>
                  </a:cubicBezTo>
                  <a:cubicBezTo>
                    <a:pt x="119" y="203"/>
                    <a:pt x="119" y="203"/>
                    <a:pt x="118" y="203"/>
                  </a:cubicBezTo>
                  <a:cubicBezTo>
                    <a:pt x="119" y="203"/>
                    <a:pt x="118" y="204"/>
                    <a:pt x="118" y="204"/>
                  </a:cubicBezTo>
                  <a:cubicBezTo>
                    <a:pt x="118" y="203"/>
                    <a:pt x="118" y="204"/>
                    <a:pt x="118" y="204"/>
                  </a:cubicBezTo>
                  <a:cubicBezTo>
                    <a:pt x="118" y="204"/>
                    <a:pt x="117" y="204"/>
                    <a:pt x="117" y="204"/>
                  </a:cubicBezTo>
                  <a:cubicBezTo>
                    <a:pt x="117" y="204"/>
                    <a:pt x="117" y="204"/>
                    <a:pt x="117" y="204"/>
                  </a:cubicBezTo>
                  <a:cubicBezTo>
                    <a:pt x="116" y="204"/>
                    <a:pt x="117" y="203"/>
                    <a:pt x="116" y="203"/>
                  </a:cubicBezTo>
                  <a:cubicBezTo>
                    <a:pt x="116" y="203"/>
                    <a:pt x="116" y="204"/>
                    <a:pt x="116" y="204"/>
                  </a:cubicBezTo>
                  <a:cubicBezTo>
                    <a:pt x="116" y="204"/>
                    <a:pt x="116" y="204"/>
                    <a:pt x="116" y="204"/>
                  </a:cubicBezTo>
                  <a:cubicBezTo>
                    <a:pt x="116" y="204"/>
                    <a:pt x="116" y="204"/>
                    <a:pt x="116" y="204"/>
                  </a:cubicBezTo>
                  <a:cubicBezTo>
                    <a:pt x="115" y="205"/>
                    <a:pt x="114" y="204"/>
                    <a:pt x="114" y="205"/>
                  </a:cubicBezTo>
                  <a:cubicBezTo>
                    <a:pt x="114" y="205"/>
                    <a:pt x="114" y="205"/>
                    <a:pt x="113" y="204"/>
                  </a:cubicBezTo>
                  <a:cubicBezTo>
                    <a:pt x="114" y="205"/>
                    <a:pt x="113" y="205"/>
                    <a:pt x="113" y="205"/>
                  </a:cubicBezTo>
                  <a:cubicBezTo>
                    <a:pt x="113" y="206"/>
                    <a:pt x="111" y="205"/>
                    <a:pt x="111" y="205"/>
                  </a:cubicBezTo>
                  <a:cubicBezTo>
                    <a:pt x="110" y="205"/>
                    <a:pt x="109" y="205"/>
                    <a:pt x="109" y="205"/>
                  </a:cubicBezTo>
                  <a:cubicBezTo>
                    <a:pt x="108" y="206"/>
                    <a:pt x="108" y="205"/>
                    <a:pt x="109" y="205"/>
                  </a:cubicBezTo>
                  <a:cubicBezTo>
                    <a:pt x="109" y="205"/>
                    <a:pt x="110" y="205"/>
                    <a:pt x="109" y="204"/>
                  </a:cubicBezTo>
                  <a:cubicBezTo>
                    <a:pt x="109" y="204"/>
                    <a:pt x="109" y="204"/>
                    <a:pt x="109" y="205"/>
                  </a:cubicBezTo>
                  <a:cubicBezTo>
                    <a:pt x="109" y="205"/>
                    <a:pt x="108" y="205"/>
                    <a:pt x="108" y="205"/>
                  </a:cubicBezTo>
                  <a:cubicBezTo>
                    <a:pt x="108" y="205"/>
                    <a:pt x="108" y="205"/>
                    <a:pt x="108" y="204"/>
                  </a:cubicBezTo>
                  <a:cubicBezTo>
                    <a:pt x="108" y="204"/>
                    <a:pt x="108" y="205"/>
                    <a:pt x="108" y="205"/>
                  </a:cubicBezTo>
                  <a:cubicBezTo>
                    <a:pt x="108" y="205"/>
                    <a:pt x="108" y="205"/>
                    <a:pt x="108" y="204"/>
                  </a:cubicBezTo>
                  <a:cubicBezTo>
                    <a:pt x="107" y="205"/>
                    <a:pt x="107" y="204"/>
                    <a:pt x="106" y="205"/>
                  </a:cubicBezTo>
                  <a:cubicBezTo>
                    <a:pt x="107" y="205"/>
                    <a:pt x="106" y="205"/>
                    <a:pt x="106" y="205"/>
                  </a:cubicBezTo>
                  <a:cubicBezTo>
                    <a:pt x="105" y="205"/>
                    <a:pt x="105" y="205"/>
                    <a:pt x="105" y="204"/>
                  </a:cubicBezTo>
                  <a:cubicBezTo>
                    <a:pt x="104" y="204"/>
                    <a:pt x="107" y="203"/>
                    <a:pt x="107" y="203"/>
                  </a:cubicBezTo>
                  <a:cubicBezTo>
                    <a:pt x="107" y="203"/>
                    <a:pt x="105" y="203"/>
                    <a:pt x="106" y="203"/>
                  </a:cubicBezTo>
                  <a:cubicBezTo>
                    <a:pt x="105" y="203"/>
                    <a:pt x="105" y="203"/>
                    <a:pt x="105" y="203"/>
                  </a:cubicBezTo>
                  <a:cubicBezTo>
                    <a:pt x="104" y="203"/>
                    <a:pt x="103" y="202"/>
                    <a:pt x="101" y="202"/>
                  </a:cubicBezTo>
                  <a:cubicBezTo>
                    <a:pt x="101" y="202"/>
                    <a:pt x="100" y="202"/>
                    <a:pt x="100" y="201"/>
                  </a:cubicBezTo>
                  <a:cubicBezTo>
                    <a:pt x="100" y="201"/>
                    <a:pt x="99" y="201"/>
                    <a:pt x="99" y="200"/>
                  </a:cubicBezTo>
                  <a:cubicBezTo>
                    <a:pt x="98" y="200"/>
                    <a:pt x="97" y="199"/>
                    <a:pt x="97" y="198"/>
                  </a:cubicBezTo>
                  <a:cubicBezTo>
                    <a:pt x="96" y="198"/>
                    <a:pt x="97" y="198"/>
                    <a:pt x="97" y="197"/>
                  </a:cubicBezTo>
                  <a:cubicBezTo>
                    <a:pt x="97" y="197"/>
                    <a:pt x="97" y="196"/>
                    <a:pt x="97" y="196"/>
                  </a:cubicBezTo>
                  <a:cubicBezTo>
                    <a:pt x="97" y="196"/>
                    <a:pt x="97" y="196"/>
                    <a:pt x="97" y="196"/>
                  </a:cubicBezTo>
                  <a:cubicBezTo>
                    <a:pt x="97" y="196"/>
                    <a:pt x="97" y="196"/>
                    <a:pt x="97" y="196"/>
                  </a:cubicBezTo>
                  <a:cubicBezTo>
                    <a:pt x="98" y="196"/>
                    <a:pt x="98" y="196"/>
                    <a:pt x="98" y="196"/>
                  </a:cubicBezTo>
                  <a:cubicBezTo>
                    <a:pt x="98" y="196"/>
                    <a:pt x="97" y="196"/>
                    <a:pt x="97" y="195"/>
                  </a:cubicBezTo>
                  <a:cubicBezTo>
                    <a:pt x="97" y="195"/>
                    <a:pt x="98" y="195"/>
                    <a:pt x="98" y="195"/>
                  </a:cubicBezTo>
                  <a:cubicBezTo>
                    <a:pt x="99" y="196"/>
                    <a:pt x="98" y="196"/>
                    <a:pt x="98" y="196"/>
                  </a:cubicBezTo>
                  <a:cubicBezTo>
                    <a:pt x="98" y="196"/>
                    <a:pt x="100" y="195"/>
                    <a:pt x="100" y="196"/>
                  </a:cubicBezTo>
                  <a:cubicBezTo>
                    <a:pt x="100" y="196"/>
                    <a:pt x="102" y="197"/>
                    <a:pt x="102" y="197"/>
                  </a:cubicBezTo>
                  <a:cubicBezTo>
                    <a:pt x="102" y="197"/>
                    <a:pt x="100" y="197"/>
                    <a:pt x="101" y="196"/>
                  </a:cubicBezTo>
                  <a:cubicBezTo>
                    <a:pt x="103" y="195"/>
                    <a:pt x="104" y="195"/>
                    <a:pt x="105" y="195"/>
                  </a:cubicBezTo>
                  <a:cubicBezTo>
                    <a:pt x="104" y="195"/>
                    <a:pt x="103" y="195"/>
                    <a:pt x="102" y="196"/>
                  </a:cubicBezTo>
                  <a:cubicBezTo>
                    <a:pt x="101" y="196"/>
                    <a:pt x="101" y="197"/>
                    <a:pt x="100" y="196"/>
                  </a:cubicBezTo>
                  <a:cubicBezTo>
                    <a:pt x="100" y="196"/>
                    <a:pt x="100" y="195"/>
                    <a:pt x="101" y="195"/>
                  </a:cubicBezTo>
                  <a:cubicBezTo>
                    <a:pt x="101" y="195"/>
                    <a:pt x="99" y="195"/>
                    <a:pt x="100" y="194"/>
                  </a:cubicBezTo>
                  <a:cubicBezTo>
                    <a:pt x="100" y="194"/>
                    <a:pt x="101" y="194"/>
                    <a:pt x="102" y="194"/>
                  </a:cubicBezTo>
                  <a:cubicBezTo>
                    <a:pt x="101" y="194"/>
                    <a:pt x="100" y="194"/>
                    <a:pt x="101" y="193"/>
                  </a:cubicBezTo>
                  <a:cubicBezTo>
                    <a:pt x="102" y="192"/>
                    <a:pt x="103" y="192"/>
                    <a:pt x="105" y="192"/>
                  </a:cubicBezTo>
                  <a:cubicBezTo>
                    <a:pt x="104" y="192"/>
                    <a:pt x="103" y="192"/>
                    <a:pt x="103" y="192"/>
                  </a:cubicBezTo>
                  <a:cubicBezTo>
                    <a:pt x="103" y="192"/>
                    <a:pt x="101" y="193"/>
                    <a:pt x="101" y="192"/>
                  </a:cubicBezTo>
                  <a:cubicBezTo>
                    <a:pt x="101" y="192"/>
                    <a:pt x="103" y="192"/>
                    <a:pt x="103" y="192"/>
                  </a:cubicBezTo>
                  <a:cubicBezTo>
                    <a:pt x="102" y="192"/>
                    <a:pt x="102" y="192"/>
                    <a:pt x="102" y="192"/>
                  </a:cubicBezTo>
                  <a:cubicBezTo>
                    <a:pt x="102" y="192"/>
                    <a:pt x="102" y="192"/>
                    <a:pt x="102" y="192"/>
                  </a:cubicBezTo>
                  <a:cubicBezTo>
                    <a:pt x="102" y="192"/>
                    <a:pt x="102" y="192"/>
                    <a:pt x="102" y="192"/>
                  </a:cubicBezTo>
                  <a:cubicBezTo>
                    <a:pt x="102" y="192"/>
                    <a:pt x="102" y="192"/>
                    <a:pt x="102" y="192"/>
                  </a:cubicBezTo>
                  <a:cubicBezTo>
                    <a:pt x="101" y="192"/>
                    <a:pt x="101" y="192"/>
                    <a:pt x="101" y="192"/>
                  </a:cubicBezTo>
                  <a:cubicBezTo>
                    <a:pt x="101" y="192"/>
                    <a:pt x="101" y="192"/>
                    <a:pt x="101" y="192"/>
                  </a:cubicBezTo>
                  <a:cubicBezTo>
                    <a:pt x="101" y="191"/>
                    <a:pt x="101" y="191"/>
                    <a:pt x="102" y="191"/>
                  </a:cubicBezTo>
                  <a:cubicBezTo>
                    <a:pt x="102" y="191"/>
                    <a:pt x="102" y="191"/>
                    <a:pt x="102" y="191"/>
                  </a:cubicBezTo>
                  <a:cubicBezTo>
                    <a:pt x="102" y="191"/>
                    <a:pt x="102" y="190"/>
                    <a:pt x="103" y="190"/>
                  </a:cubicBezTo>
                  <a:cubicBezTo>
                    <a:pt x="104" y="190"/>
                    <a:pt x="104" y="190"/>
                    <a:pt x="105" y="190"/>
                  </a:cubicBezTo>
                  <a:cubicBezTo>
                    <a:pt x="104" y="189"/>
                    <a:pt x="104" y="190"/>
                    <a:pt x="103" y="190"/>
                  </a:cubicBezTo>
                  <a:cubicBezTo>
                    <a:pt x="103" y="190"/>
                    <a:pt x="103" y="189"/>
                    <a:pt x="103" y="189"/>
                  </a:cubicBezTo>
                  <a:cubicBezTo>
                    <a:pt x="103" y="189"/>
                    <a:pt x="103" y="190"/>
                    <a:pt x="102" y="190"/>
                  </a:cubicBezTo>
                  <a:cubicBezTo>
                    <a:pt x="102" y="191"/>
                    <a:pt x="102" y="191"/>
                    <a:pt x="101" y="191"/>
                  </a:cubicBezTo>
                  <a:cubicBezTo>
                    <a:pt x="100" y="192"/>
                    <a:pt x="100" y="191"/>
                    <a:pt x="100" y="191"/>
                  </a:cubicBezTo>
                  <a:cubicBezTo>
                    <a:pt x="101" y="190"/>
                    <a:pt x="101" y="191"/>
                    <a:pt x="102" y="190"/>
                  </a:cubicBezTo>
                  <a:cubicBezTo>
                    <a:pt x="101" y="190"/>
                    <a:pt x="99" y="191"/>
                    <a:pt x="99" y="190"/>
                  </a:cubicBezTo>
                  <a:cubicBezTo>
                    <a:pt x="99" y="190"/>
                    <a:pt x="99" y="190"/>
                    <a:pt x="99" y="190"/>
                  </a:cubicBezTo>
                  <a:cubicBezTo>
                    <a:pt x="99" y="190"/>
                    <a:pt x="99" y="190"/>
                    <a:pt x="99" y="190"/>
                  </a:cubicBezTo>
                  <a:cubicBezTo>
                    <a:pt x="99" y="191"/>
                    <a:pt x="99" y="191"/>
                    <a:pt x="98" y="190"/>
                  </a:cubicBezTo>
                  <a:cubicBezTo>
                    <a:pt x="99" y="191"/>
                    <a:pt x="98" y="191"/>
                    <a:pt x="98" y="191"/>
                  </a:cubicBezTo>
                  <a:cubicBezTo>
                    <a:pt x="98" y="191"/>
                    <a:pt x="99" y="191"/>
                    <a:pt x="99" y="191"/>
                  </a:cubicBezTo>
                  <a:cubicBezTo>
                    <a:pt x="99" y="191"/>
                    <a:pt x="100" y="192"/>
                    <a:pt x="99" y="192"/>
                  </a:cubicBezTo>
                  <a:cubicBezTo>
                    <a:pt x="99" y="192"/>
                    <a:pt x="99" y="192"/>
                    <a:pt x="98" y="192"/>
                  </a:cubicBezTo>
                  <a:cubicBezTo>
                    <a:pt x="98" y="192"/>
                    <a:pt x="98" y="192"/>
                    <a:pt x="98" y="192"/>
                  </a:cubicBezTo>
                  <a:cubicBezTo>
                    <a:pt x="97" y="192"/>
                    <a:pt x="98" y="192"/>
                    <a:pt x="98" y="192"/>
                  </a:cubicBezTo>
                  <a:cubicBezTo>
                    <a:pt x="98" y="191"/>
                    <a:pt x="97" y="191"/>
                    <a:pt x="98" y="190"/>
                  </a:cubicBezTo>
                  <a:cubicBezTo>
                    <a:pt x="97" y="190"/>
                    <a:pt x="96" y="191"/>
                    <a:pt x="96" y="191"/>
                  </a:cubicBezTo>
                  <a:cubicBezTo>
                    <a:pt x="96" y="191"/>
                    <a:pt x="97" y="191"/>
                    <a:pt x="97" y="191"/>
                  </a:cubicBezTo>
                  <a:cubicBezTo>
                    <a:pt x="98" y="190"/>
                    <a:pt x="97" y="191"/>
                    <a:pt x="97" y="191"/>
                  </a:cubicBezTo>
                  <a:cubicBezTo>
                    <a:pt x="98" y="191"/>
                    <a:pt x="97" y="192"/>
                    <a:pt x="97" y="192"/>
                  </a:cubicBezTo>
                  <a:cubicBezTo>
                    <a:pt x="96" y="193"/>
                    <a:pt x="96" y="192"/>
                    <a:pt x="96" y="191"/>
                  </a:cubicBezTo>
                  <a:cubicBezTo>
                    <a:pt x="96" y="191"/>
                    <a:pt x="96" y="192"/>
                    <a:pt x="96" y="192"/>
                  </a:cubicBezTo>
                  <a:cubicBezTo>
                    <a:pt x="96" y="192"/>
                    <a:pt x="96" y="191"/>
                    <a:pt x="96" y="191"/>
                  </a:cubicBezTo>
                  <a:cubicBezTo>
                    <a:pt x="95" y="191"/>
                    <a:pt x="96" y="192"/>
                    <a:pt x="95" y="191"/>
                  </a:cubicBezTo>
                  <a:cubicBezTo>
                    <a:pt x="95" y="191"/>
                    <a:pt x="95" y="191"/>
                    <a:pt x="95" y="191"/>
                  </a:cubicBezTo>
                  <a:cubicBezTo>
                    <a:pt x="94" y="190"/>
                    <a:pt x="95" y="190"/>
                    <a:pt x="95" y="190"/>
                  </a:cubicBezTo>
                  <a:cubicBezTo>
                    <a:pt x="95" y="190"/>
                    <a:pt x="94" y="190"/>
                    <a:pt x="95" y="190"/>
                  </a:cubicBezTo>
                  <a:cubicBezTo>
                    <a:pt x="95" y="190"/>
                    <a:pt x="95" y="190"/>
                    <a:pt x="95" y="190"/>
                  </a:cubicBezTo>
                  <a:cubicBezTo>
                    <a:pt x="94" y="190"/>
                    <a:pt x="96" y="188"/>
                    <a:pt x="96" y="189"/>
                  </a:cubicBezTo>
                  <a:cubicBezTo>
                    <a:pt x="97" y="189"/>
                    <a:pt x="96" y="189"/>
                    <a:pt x="96" y="188"/>
                  </a:cubicBezTo>
                  <a:cubicBezTo>
                    <a:pt x="97" y="188"/>
                    <a:pt x="97" y="188"/>
                    <a:pt x="97" y="189"/>
                  </a:cubicBezTo>
                  <a:cubicBezTo>
                    <a:pt x="97" y="189"/>
                    <a:pt x="97" y="190"/>
                    <a:pt x="97" y="190"/>
                  </a:cubicBezTo>
                  <a:cubicBezTo>
                    <a:pt x="97" y="190"/>
                    <a:pt x="95" y="190"/>
                    <a:pt x="96" y="190"/>
                  </a:cubicBezTo>
                  <a:cubicBezTo>
                    <a:pt x="95" y="190"/>
                    <a:pt x="96" y="190"/>
                    <a:pt x="96" y="190"/>
                  </a:cubicBezTo>
                  <a:cubicBezTo>
                    <a:pt x="97" y="190"/>
                    <a:pt x="97" y="190"/>
                    <a:pt x="97" y="189"/>
                  </a:cubicBezTo>
                  <a:cubicBezTo>
                    <a:pt x="97" y="188"/>
                    <a:pt x="99" y="189"/>
                    <a:pt x="99" y="189"/>
                  </a:cubicBezTo>
                  <a:cubicBezTo>
                    <a:pt x="99" y="189"/>
                    <a:pt x="99" y="189"/>
                    <a:pt x="99" y="189"/>
                  </a:cubicBezTo>
                  <a:cubicBezTo>
                    <a:pt x="99" y="189"/>
                    <a:pt x="100" y="189"/>
                    <a:pt x="100" y="189"/>
                  </a:cubicBezTo>
                  <a:cubicBezTo>
                    <a:pt x="100" y="189"/>
                    <a:pt x="99" y="189"/>
                    <a:pt x="99" y="188"/>
                  </a:cubicBezTo>
                  <a:cubicBezTo>
                    <a:pt x="99" y="188"/>
                    <a:pt x="100" y="188"/>
                    <a:pt x="100" y="188"/>
                  </a:cubicBezTo>
                  <a:cubicBezTo>
                    <a:pt x="101" y="188"/>
                    <a:pt x="103" y="187"/>
                    <a:pt x="103" y="187"/>
                  </a:cubicBezTo>
                  <a:cubicBezTo>
                    <a:pt x="103" y="187"/>
                    <a:pt x="102" y="187"/>
                    <a:pt x="101" y="187"/>
                  </a:cubicBezTo>
                  <a:cubicBezTo>
                    <a:pt x="101" y="188"/>
                    <a:pt x="101" y="188"/>
                    <a:pt x="101" y="188"/>
                  </a:cubicBezTo>
                  <a:cubicBezTo>
                    <a:pt x="100" y="188"/>
                    <a:pt x="100" y="187"/>
                    <a:pt x="100" y="187"/>
                  </a:cubicBezTo>
                  <a:cubicBezTo>
                    <a:pt x="100" y="187"/>
                    <a:pt x="100" y="187"/>
                    <a:pt x="100" y="187"/>
                  </a:cubicBezTo>
                  <a:cubicBezTo>
                    <a:pt x="99" y="187"/>
                    <a:pt x="99" y="187"/>
                    <a:pt x="99" y="187"/>
                  </a:cubicBezTo>
                  <a:cubicBezTo>
                    <a:pt x="98" y="187"/>
                    <a:pt x="99" y="186"/>
                    <a:pt x="100" y="186"/>
                  </a:cubicBezTo>
                  <a:cubicBezTo>
                    <a:pt x="101" y="186"/>
                    <a:pt x="100" y="185"/>
                    <a:pt x="101" y="184"/>
                  </a:cubicBezTo>
                  <a:cubicBezTo>
                    <a:pt x="101" y="184"/>
                    <a:pt x="103" y="184"/>
                    <a:pt x="103" y="184"/>
                  </a:cubicBezTo>
                  <a:cubicBezTo>
                    <a:pt x="103" y="183"/>
                    <a:pt x="102" y="185"/>
                    <a:pt x="102" y="183"/>
                  </a:cubicBezTo>
                  <a:cubicBezTo>
                    <a:pt x="102" y="183"/>
                    <a:pt x="103" y="182"/>
                    <a:pt x="104" y="182"/>
                  </a:cubicBezTo>
                  <a:cubicBezTo>
                    <a:pt x="104" y="181"/>
                    <a:pt x="104" y="181"/>
                    <a:pt x="105" y="181"/>
                  </a:cubicBezTo>
                  <a:cubicBezTo>
                    <a:pt x="105" y="181"/>
                    <a:pt x="105" y="180"/>
                    <a:pt x="106" y="181"/>
                  </a:cubicBezTo>
                  <a:cubicBezTo>
                    <a:pt x="106" y="182"/>
                    <a:pt x="105" y="183"/>
                    <a:pt x="105" y="184"/>
                  </a:cubicBezTo>
                  <a:cubicBezTo>
                    <a:pt x="106" y="183"/>
                    <a:pt x="106" y="182"/>
                    <a:pt x="107" y="181"/>
                  </a:cubicBezTo>
                  <a:cubicBezTo>
                    <a:pt x="107" y="180"/>
                    <a:pt x="109" y="181"/>
                    <a:pt x="110" y="180"/>
                  </a:cubicBezTo>
                  <a:cubicBezTo>
                    <a:pt x="109" y="180"/>
                    <a:pt x="108" y="180"/>
                    <a:pt x="108" y="180"/>
                  </a:cubicBezTo>
                  <a:cubicBezTo>
                    <a:pt x="108" y="180"/>
                    <a:pt x="109" y="179"/>
                    <a:pt x="109" y="179"/>
                  </a:cubicBezTo>
                  <a:cubicBezTo>
                    <a:pt x="109" y="179"/>
                    <a:pt x="108" y="180"/>
                    <a:pt x="108" y="180"/>
                  </a:cubicBezTo>
                  <a:cubicBezTo>
                    <a:pt x="108" y="180"/>
                    <a:pt x="108" y="180"/>
                    <a:pt x="108" y="180"/>
                  </a:cubicBezTo>
                  <a:cubicBezTo>
                    <a:pt x="107" y="180"/>
                    <a:pt x="107" y="180"/>
                    <a:pt x="107" y="181"/>
                  </a:cubicBezTo>
                  <a:cubicBezTo>
                    <a:pt x="106" y="181"/>
                    <a:pt x="106" y="181"/>
                    <a:pt x="106" y="181"/>
                  </a:cubicBezTo>
                  <a:cubicBezTo>
                    <a:pt x="106" y="180"/>
                    <a:pt x="106" y="180"/>
                    <a:pt x="106" y="180"/>
                  </a:cubicBezTo>
                  <a:cubicBezTo>
                    <a:pt x="106" y="180"/>
                    <a:pt x="106" y="180"/>
                    <a:pt x="105" y="180"/>
                  </a:cubicBezTo>
                  <a:cubicBezTo>
                    <a:pt x="105" y="181"/>
                    <a:pt x="104" y="181"/>
                    <a:pt x="103" y="181"/>
                  </a:cubicBezTo>
                  <a:cubicBezTo>
                    <a:pt x="103" y="181"/>
                    <a:pt x="102" y="181"/>
                    <a:pt x="102" y="182"/>
                  </a:cubicBezTo>
                  <a:cubicBezTo>
                    <a:pt x="102" y="182"/>
                    <a:pt x="102" y="182"/>
                    <a:pt x="102" y="183"/>
                  </a:cubicBezTo>
                  <a:cubicBezTo>
                    <a:pt x="102" y="183"/>
                    <a:pt x="101" y="182"/>
                    <a:pt x="101" y="183"/>
                  </a:cubicBezTo>
                  <a:cubicBezTo>
                    <a:pt x="101" y="183"/>
                    <a:pt x="100" y="183"/>
                    <a:pt x="100" y="184"/>
                  </a:cubicBezTo>
                  <a:cubicBezTo>
                    <a:pt x="100" y="184"/>
                    <a:pt x="100" y="185"/>
                    <a:pt x="100" y="185"/>
                  </a:cubicBezTo>
                  <a:cubicBezTo>
                    <a:pt x="100" y="185"/>
                    <a:pt x="99" y="186"/>
                    <a:pt x="99" y="185"/>
                  </a:cubicBezTo>
                  <a:cubicBezTo>
                    <a:pt x="99" y="186"/>
                    <a:pt x="98" y="184"/>
                    <a:pt x="99" y="184"/>
                  </a:cubicBezTo>
                  <a:cubicBezTo>
                    <a:pt x="98" y="184"/>
                    <a:pt x="99" y="183"/>
                    <a:pt x="99" y="183"/>
                  </a:cubicBezTo>
                  <a:cubicBezTo>
                    <a:pt x="99" y="183"/>
                    <a:pt x="97" y="184"/>
                    <a:pt x="97" y="183"/>
                  </a:cubicBezTo>
                  <a:cubicBezTo>
                    <a:pt x="97" y="183"/>
                    <a:pt x="98" y="183"/>
                    <a:pt x="99" y="183"/>
                  </a:cubicBezTo>
                  <a:cubicBezTo>
                    <a:pt x="98" y="183"/>
                    <a:pt x="98" y="183"/>
                    <a:pt x="98" y="183"/>
                  </a:cubicBezTo>
                  <a:cubicBezTo>
                    <a:pt x="98" y="183"/>
                    <a:pt x="98" y="182"/>
                    <a:pt x="98" y="182"/>
                  </a:cubicBezTo>
                  <a:cubicBezTo>
                    <a:pt x="98" y="182"/>
                    <a:pt x="98" y="183"/>
                    <a:pt x="98" y="183"/>
                  </a:cubicBezTo>
                  <a:cubicBezTo>
                    <a:pt x="98" y="183"/>
                    <a:pt x="99" y="181"/>
                    <a:pt x="99" y="181"/>
                  </a:cubicBezTo>
                  <a:cubicBezTo>
                    <a:pt x="99" y="181"/>
                    <a:pt x="98" y="181"/>
                    <a:pt x="98" y="181"/>
                  </a:cubicBezTo>
                  <a:cubicBezTo>
                    <a:pt x="98" y="181"/>
                    <a:pt x="97" y="183"/>
                    <a:pt x="97" y="183"/>
                  </a:cubicBezTo>
                  <a:cubicBezTo>
                    <a:pt x="97" y="183"/>
                    <a:pt x="96" y="183"/>
                    <a:pt x="96" y="184"/>
                  </a:cubicBezTo>
                  <a:cubicBezTo>
                    <a:pt x="96" y="184"/>
                    <a:pt x="95" y="183"/>
                    <a:pt x="96" y="183"/>
                  </a:cubicBezTo>
                  <a:cubicBezTo>
                    <a:pt x="96" y="183"/>
                    <a:pt x="95" y="183"/>
                    <a:pt x="95" y="183"/>
                  </a:cubicBezTo>
                  <a:cubicBezTo>
                    <a:pt x="95" y="183"/>
                    <a:pt x="95" y="183"/>
                    <a:pt x="96" y="182"/>
                  </a:cubicBezTo>
                  <a:cubicBezTo>
                    <a:pt x="95" y="182"/>
                    <a:pt x="94" y="183"/>
                    <a:pt x="95" y="182"/>
                  </a:cubicBezTo>
                  <a:cubicBezTo>
                    <a:pt x="95" y="182"/>
                    <a:pt x="95" y="182"/>
                    <a:pt x="95" y="182"/>
                  </a:cubicBezTo>
                  <a:cubicBezTo>
                    <a:pt x="95" y="182"/>
                    <a:pt x="94" y="181"/>
                    <a:pt x="95" y="181"/>
                  </a:cubicBezTo>
                  <a:cubicBezTo>
                    <a:pt x="96" y="181"/>
                    <a:pt x="95" y="180"/>
                    <a:pt x="95" y="180"/>
                  </a:cubicBezTo>
                  <a:cubicBezTo>
                    <a:pt x="96" y="180"/>
                    <a:pt x="96" y="180"/>
                    <a:pt x="97" y="181"/>
                  </a:cubicBezTo>
                  <a:cubicBezTo>
                    <a:pt x="97" y="180"/>
                    <a:pt x="98" y="181"/>
                    <a:pt x="99" y="180"/>
                  </a:cubicBezTo>
                  <a:cubicBezTo>
                    <a:pt x="99" y="180"/>
                    <a:pt x="99" y="180"/>
                    <a:pt x="99" y="179"/>
                  </a:cubicBezTo>
                  <a:cubicBezTo>
                    <a:pt x="99" y="179"/>
                    <a:pt x="99" y="178"/>
                    <a:pt x="99" y="178"/>
                  </a:cubicBezTo>
                  <a:cubicBezTo>
                    <a:pt x="99" y="178"/>
                    <a:pt x="98" y="178"/>
                    <a:pt x="98" y="178"/>
                  </a:cubicBezTo>
                  <a:cubicBezTo>
                    <a:pt x="98" y="178"/>
                    <a:pt x="99" y="178"/>
                    <a:pt x="99" y="177"/>
                  </a:cubicBezTo>
                  <a:cubicBezTo>
                    <a:pt x="98" y="178"/>
                    <a:pt x="98" y="178"/>
                    <a:pt x="98" y="179"/>
                  </a:cubicBezTo>
                  <a:cubicBezTo>
                    <a:pt x="97" y="179"/>
                    <a:pt x="96" y="179"/>
                    <a:pt x="96" y="179"/>
                  </a:cubicBezTo>
                  <a:cubicBezTo>
                    <a:pt x="96" y="180"/>
                    <a:pt x="95" y="180"/>
                    <a:pt x="95" y="179"/>
                  </a:cubicBezTo>
                  <a:cubicBezTo>
                    <a:pt x="95" y="179"/>
                    <a:pt x="94" y="179"/>
                    <a:pt x="94" y="178"/>
                  </a:cubicBezTo>
                  <a:cubicBezTo>
                    <a:pt x="94" y="178"/>
                    <a:pt x="95" y="179"/>
                    <a:pt x="95" y="179"/>
                  </a:cubicBezTo>
                  <a:cubicBezTo>
                    <a:pt x="95" y="178"/>
                    <a:pt x="94" y="178"/>
                    <a:pt x="94" y="178"/>
                  </a:cubicBezTo>
                  <a:cubicBezTo>
                    <a:pt x="94" y="178"/>
                    <a:pt x="93" y="177"/>
                    <a:pt x="93" y="177"/>
                  </a:cubicBezTo>
                  <a:cubicBezTo>
                    <a:pt x="93" y="177"/>
                    <a:pt x="94" y="177"/>
                    <a:pt x="95" y="177"/>
                  </a:cubicBezTo>
                  <a:cubicBezTo>
                    <a:pt x="96" y="178"/>
                    <a:pt x="96" y="178"/>
                    <a:pt x="96" y="179"/>
                  </a:cubicBezTo>
                  <a:cubicBezTo>
                    <a:pt x="96" y="178"/>
                    <a:pt x="96" y="178"/>
                    <a:pt x="97" y="179"/>
                  </a:cubicBezTo>
                  <a:cubicBezTo>
                    <a:pt x="96" y="178"/>
                    <a:pt x="96" y="178"/>
                    <a:pt x="96" y="178"/>
                  </a:cubicBezTo>
                  <a:cubicBezTo>
                    <a:pt x="96" y="178"/>
                    <a:pt x="97" y="178"/>
                    <a:pt x="97" y="178"/>
                  </a:cubicBezTo>
                  <a:cubicBezTo>
                    <a:pt x="97" y="178"/>
                    <a:pt x="96" y="178"/>
                    <a:pt x="95" y="177"/>
                  </a:cubicBezTo>
                  <a:cubicBezTo>
                    <a:pt x="95" y="177"/>
                    <a:pt x="96" y="177"/>
                    <a:pt x="96" y="177"/>
                  </a:cubicBezTo>
                  <a:cubicBezTo>
                    <a:pt x="97" y="176"/>
                    <a:pt x="97" y="177"/>
                    <a:pt x="98" y="176"/>
                  </a:cubicBezTo>
                  <a:cubicBezTo>
                    <a:pt x="97" y="176"/>
                    <a:pt x="97" y="176"/>
                    <a:pt x="97" y="176"/>
                  </a:cubicBezTo>
                  <a:cubicBezTo>
                    <a:pt x="97" y="176"/>
                    <a:pt x="96" y="176"/>
                    <a:pt x="96" y="176"/>
                  </a:cubicBezTo>
                  <a:cubicBezTo>
                    <a:pt x="96" y="177"/>
                    <a:pt x="95" y="177"/>
                    <a:pt x="95" y="177"/>
                  </a:cubicBezTo>
                  <a:cubicBezTo>
                    <a:pt x="94" y="177"/>
                    <a:pt x="94" y="177"/>
                    <a:pt x="93" y="175"/>
                  </a:cubicBezTo>
                  <a:cubicBezTo>
                    <a:pt x="94" y="176"/>
                    <a:pt x="94" y="176"/>
                    <a:pt x="94" y="176"/>
                  </a:cubicBezTo>
                  <a:cubicBezTo>
                    <a:pt x="94" y="176"/>
                    <a:pt x="94" y="176"/>
                    <a:pt x="94" y="176"/>
                  </a:cubicBezTo>
                  <a:cubicBezTo>
                    <a:pt x="94" y="175"/>
                    <a:pt x="95" y="175"/>
                    <a:pt x="95" y="175"/>
                  </a:cubicBezTo>
                  <a:cubicBezTo>
                    <a:pt x="95" y="175"/>
                    <a:pt x="95" y="175"/>
                    <a:pt x="95" y="175"/>
                  </a:cubicBezTo>
                  <a:cubicBezTo>
                    <a:pt x="94" y="176"/>
                    <a:pt x="93" y="175"/>
                    <a:pt x="94" y="175"/>
                  </a:cubicBezTo>
                  <a:cubicBezTo>
                    <a:pt x="94" y="174"/>
                    <a:pt x="96" y="175"/>
                    <a:pt x="97" y="175"/>
                  </a:cubicBezTo>
                  <a:cubicBezTo>
                    <a:pt x="97" y="174"/>
                    <a:pt x="98" y="174"/>
                    <a:pt x="99" y="174"/>
                  </a:cubicBezTo>
                  <a:cubicBezTo>
                    <a:pt x="98" y="174"/>
                    <a:pt x="99" y="174"/>
                    <a:pt x="99" y="174"/>
                  </a:cubicBezTo>
                  <a:cubicBezTo>
                    <a:pt x="100" y="174"/>
                    <a:pt x="99" y="174"/>
                    <a:pt x="100" y="174"/>
                  </a:cubicBezTo>
                  <a:cubicBezTo>
                    <a:pt x="99" y="174"/>
                    <a:pt x="101" y="174"/>
                    <a:pt x="102" y="174"/>
                  </a:cubicBezTo>
                  <a:cubicBezTo>
                    <a:pt x="102" y="174"/>
                    <a:pt x="104" y="174"/>
                    <a:pt x="103" y="175"/>
                  </a:cubicBezTo>
                  <a:cubicBezTo>
                    <a:pt x="103" y="175"/>
                    <a:pt x="104" y="174"/>
                    <a:pt x="104" y="174"/>
                  </a:cubicBezTo>
                  <a:cubicBezTo>
                    <a:pt x="104" y="175"/>
                    <a:pt x="104" y="175"/>
                    <a:pt x="104" y="175"/>
                  </a:cubicBezTo>
                  <a:cubicBezTo>
                    <a:pt x="104" y="175"/>
                    <a:pt x="104" y="175"/>
                    <a:pt x="104" y="175"/>
                  </a:cubicBezTo>
                  <a:cubicBezTo>
                    <a:pt x="104" y="174"/>
                    <a:pt x="105" y="174"/>
                    <a:pt x="105" y="174"/>
                  </a:cubicBezTo>
                  <a:cubicBezTo>
                    <a:pt x="106" y="174"/>
                    <a:pt x="106" y="174"/>
                    <a:pt x="106" y="173"/>
                  </a:cubicBezTo>
                  <a:cubicBezTo>
                    <a:pt x="106" y="173"/>
                    <a:pt x="107" y="174"/>
                    <a:pt x="107" y="174"/>
                  </a:cubicBezTo>
                  <a:cubicBezTo>
                    <a:pt x="108" y="174"/>
                    <a:pt x="108" y="174"/>
                    <a:pt x="108" y="174"/>
                  </a:cubicBezTo>
                  <a:cubicBezTo>
                    <a:pt x="108" y="174"/>
                    <a:pt x="109" y="174"/>
                    <a:pt x="109" y="175"/>
                  </a:cubicBezTo>
                  <a:cubicBezTo>
                    <a:pt x="109" y="175"/>
                    <a:pt x="109" y="175"/>
                    <a:pt x="108" y="176"/>
                  </a:cubicBezTo>
                  <a:cubicBezTo>
                    <a:pt x="108" y="175"/>
                    <a:pt x="109" y="175"/>
                    <a:pt x="109" y="175"/>
                  </a:cubicBezTo>
                  <a:cubicBezTo>
                    <a:pt x="110" y="175"/>
                    <a:pt x="110" y="176"/>
                    <a:pt x="110" y="176"/>
                  </a:cubicBezTo>
                  <a:cubicBezTo>
                    <a:pt x="111" y="176"/>
                    <a:pt x="108" y="175"/>
                    <a:pt x="109" y="174"/>
                  </a:cubicBezTo>
                  <a:cubicBezTo>
                    <a:pt x="110" y="173"/>
                    <a:pt x="111" y="174"/>
                    <a:pt x="112" y="174"/>
                  </a:cubicBezTo>
                  <a:cubicBezTo>
                    <a:pt x="112" y="174"/>
                    <a:pt x="112" y="174"/>
                    <a:pt x="112" y="174"/>
                  </a:cubicBezTo>
                  <a:cubicBezTo>
                    <a:pt x="112" y="173"/>
                    <a:pt x="114" y="173"/>
                    <a:pt x="114" y="173"/>
                  </a:cubicBezTo>
                  <a:cubicBezTo>
                    <a:pt x="114" y="173"/>
                    <a:pt x="113" y="173"/>
                    <a:pt x="112" y="173"/>
                  </a:cubicBezTo>
                  <a:cubicBezTo>
                    <a:pt x="112" y="173"/>
                    <a:pt x="111" y="173"/>
                    <a:pt x="111" y="172"/>
                  </a:cubicBezTo>
                  <a:cubicBezTo>
                    <a:pt x="111" y="172"/>
                    <a:pt x="113" y="171"/>
                    <a:pt x="113" y="170"/>
                  </a:cubicBezTo>
                  <a:cubicBezTo>
                    <a:pt x="113" y="171"/>
                    <a:pt x="112" y="171"/>
                    <a:pt x="111" y="171"/>
                  </a:cubicBezTo>
                  <a:cubicBezTo>
                    <a:pt x="112" y="172"/>
                    <a:pt x="111" y="172"/>
                    <a:pt x="111" y="172"/>
                  </a:cubicBezTo>
                  <a:cubicBezTo>
                    <a:pt x="111" y="172"/>
                    <a:pt x="111" y="172"/>
                    <a:pt x="111" y="173"/>
                  </a:cubicBezTo>
                  <a:cubicBezTo>
                    <a:pt x="111" y="173"/>
                    <a:pt x="111" y="173"/>
                    <a:pt x="112" y="173"/>
                  </a:cubicBezTo>
                  <a:cubicBezTo>
                    <a:pt x="111" y="174"/>
                    <a:pt x="111" y="173"/>
                    <a:pt x="110" y="173"/>
                  </a:cubicBezTo>
                  <a:cubicBezTo>
                    <a:pt x="110" y="173"/>
                    <a:pt x="109" y="174"/>
                    <a:pt x="109" y="174"/>
                  </a:cubicBezTo>
                  <a:cubicBezTo>
                    <a:pt x="108" y="174"/>
                    <a:pt x="108" y="174"/>
                    <a:pt x="108" y="174"/>
                  </a:cubicBezTo>
                  <a:cubicBezTo>
                    <a:pt x="109" y="174"/>
                    <a:pt x="109" y="173"/>
                    <a:pt x="110" y="173"/>
                  </a:cubicBezTo>
                  <a:cubicBezTo>
                    <a:pt x="110" y="173"/>
                    <a:pt x="110" y="173"/>
                    <a:pt x="110" y="172"/>
                  </a:cubicBezTo>
                  <a:cubicBezTo>
                    <a:pt x="110" y="172"/>
                    <a:pt x="109" y="173"/>
                    <a:pt x="109" y="173"/>
                  </a:cubicBezTo>
                  <a:cubicBezTo>
                    <a:pt x="108" y="174"/>
                    <a:pt x="107" y="173"/>
                    <a:pt x="107" y="173"/>
                  </a:cubicBezTo>
                  <a:cubicBezTo>
                    <a:pt x="107" y="173"/>
                    <a:pt x="106" y="173"/>
                    <a:pt x="106" y="173"/>
                  </a:cubicBezTo>
                  <a:cubicBezTo>
                    <a:pt x="106" y="172"/>
                    <a:pt x="106" y="172"/>
                    <a:pt x="107" y="172"/>
                  </a:cubicBezTo>
                  <a:cubicBezTo>
                    <a:pt x="107" y="172"/>
                    <a:pt x="107" y="171"/>
                    <a:pt x="107" y="171"/>
                  </a:cubicBezTo>
                  <a:cubicBezTo>
                    <a:pt x="107" y="171"/>
                    <a:pt x="106" y="172"/>
                    <a:pt x="106" y="172"/>
                  </a:cubicBezTo>
                  <a:cubicBezTo>
                    <a:pt x="106" y="173"/>
                    <a:pt x="105" y="172"/>
                    <a:pt x="105" y="172"/>
                  </a:cubicBezTo>
                  <a:cubicBezTo>
                    <a:pt x="105" y="173"/>
                    <a:pt x="105" y="173"/>
                    <a:pt x="105" y="173"/>
                  </a:cubicBezTo>
                  <a:cubicBezTo>
                    <a:pt x="105" y="173"/>
                    <a:pt x="105" y="173"/>
                    <a:pt x="105" y="173"/>
                  </a:cubicBezTo>
                  <a:cubicBezTo>
                    <a:pt x="106" y="173"/>
                    <a:pt x="105" y="174"/>
                    <a:pt x="104" y="174"/>
                  </a:cubicBezTo>
                  <a:cubicBezTo>
                    <a:pt x="104" y="174"/>
                    <a:pt x="103" y="174"/>
                    <a:pt x="103" y="173"/>
                  </a:cubicBezTo>
                  <a:cubicBezTo>
                    <a:pt x="102" y="173"/>
                    <a:pt x="101" y="174"/>
                    <a:pt x="102" y="173"/>
                  </a:cubicBezTo>
                  <a:cubicBezTo>
                    <a:pt x="101" y="173"/>
                    <a:pt x="100" y="174"/>
                    <a:pt x="100" y="173"/>
                  </a:cubicBezTo>
                  <a:cubicBezTo>
                    <a:pt x="99" y="174"/>
                    <a:pt x="96" y="175"/>
                    <a:pt x="96" y="174"/>
                  </a:cubicBezTo>
                  <a:cubicBezTo>
                    <a:pt x="96" y="174"/>
                    <a:pt x="95" y="174"/>
                    <a:pt x="95" y="174"/>
                  </a:cubicBezTo>
                  <a:cubicBezTo>
                    <a:pt x="95" y="174"/>
                    <a:pt x="95" y="174"/>
                    <a:pt x="95" y="174"/>
                  </a:cubicBezTo>
                  <a:cubicBezTo>
                    <a:pt x="95" y="173"/>
                    <a:pt x="94" y="174"/>
                    <a:pt x="94" y="173"/>
                  </a:cubicBezTo>
                  <a:cubicBezTo>
                    <a:pt x="94" y="173"/>
                    <a:pt x="95" y="173"/>
                    <a:pt x="95" y="173"/>
                  </a:cubicBezTo>
                  <a:cubicBezTo>
                    <a:pt x="95" y="173"/>
                    <a:pt x="95" y="173"/>
                    <a:pt x="95" y="173"/>
                  </a:cubicBezTo>
                  <a:cubicBezTo>
                    <a:pt x="96" y="174"/>
                    <a:pt x="95" y="173"/>
                    <a:pt x="96" y="173"/>
                  </a:cubicBezTo>
                  <a:cubicBezTo>
                    <a:pt x="95" y="173"/>
                    <a:pt x="93" y="173"/>
                    <a:pt x="94" y="172"/>
                  </a:cubicBezTo>
                  <a:cubicBezTo>
                    <a:pt x="94" y="172"/>
                    <a:pt x="93" y="172"/>
                    <a:pt x="93" y="172"/>
                  </a:cubicBezTo>
                  <a:cubicBezTo>
                    <a:pt x="94" y="172"/>
                    <a:pt x="95" y="172"/>
                    <a:pt x="95" y="172"/>
                  </a:cubicBezTo>
                  <a:cubicBezTo>
                    <a:pt x="95" y="172"/>
                    <a:pt x="95" y="172"/>
                    <a:pt x="95" y="172"/>
                  </a:cubicBezTo>
                  <a:cubicBezTo>
                    <a:pt x="95" y="172"/>
                    <a:pt x="94" y="172"/>
                    <a:pt x="94" y="172"/>
                  </a:cubicBezTo>
                  <a:cubicBezTo>
                    <a:pt x="95" y="171"/>
                    <a:pt x="94" y="172"/>
                    <a:pt x="94" y="171"/>
                  </a:cubicBezTo>
                  <a:cubicBezTo>
                    <a:pt x="94" y="171"/>
                    <a:pt x="94" y="171"/>
                    <a:pt x="95" y="171"/>
                  </a:cubicBezTo>
                  <a:cubicBezTo>
                    <a:pt x="95" y="171"/>
                    <a:pt x="93" y="171"/>
                    <a:pt x="93" y="171"/>
                  </a:cubicBezTo>
                  <a:cubicBezTo>
                    <a:pt x="94" y="170"/>
                    <a:pt x="96" y="171"/>
                    <a:pt x="96" y="171"/>
                  </a:cubicBezTo>
                  <a:cubicBezTo>
                    <a:pt x="96" y="170"/>
                    <a:pt x="97" y="170"/>
                    <a:pt x="97" y="170"/>
                  </a:cubicBezTo>
                  <a:cubicBezTo>
                    <a:pt x="97" y="170"/>
                    <a:pt x="97" y="170"/>
                    <a:pt x="97" y="170"/>
                  </a:cubicBezTo>
                  <a:cubicBezTo>
                    <a:pt x="97" y="170"/>
                    <a:pt x="96" y="170"/>
                    <a:pt x="95" y="170"/>
                  </a:cubicBezTo>
                  <a:cubicBezTo>
                    <a:pt x="94" y="170"/>
                    <a:pt x="96" y="170"/>
                    <a:pt x="97" y="170"/>
                  </a:cubicBezTo>
                  <a:cubicBezTo>
                    <a:pt x="96" y="169"/>
                    <a:pt x="96" y="169"/>
                    <a:pt x="95" y="169"/>
                  </a:cubicBezTo>
                  <a:cubicBezTo>
                    <a:pt x="95" y="169"/>
                    <a:pt x="95" y="169"/>
                    <a:pt x="95" y="169"/>
                  </a:cubicBezTo>
                  <a:cubicBezTo>
                    <a:pt x="95" y="169"/>
                    <a:pt x="94" y="169"/>
                    <a:pt x="94" y="169"/>
                  </a:cubicBezTo>
                  <a:cubicBezTo>
                    <a:pt x="95" y="169"/>
                    <a:pt x="96" y="169"/>
                    <a:pt x="97" y="169"/>
                  </a:cubicBezTo>
                  <a:cubicBezTo>
                    <a:pt x="96" y="169"/>
                    <a:pt x="93" y="169"/>
                    <a:pt x="94" y="168"/>
                  </a:cubicBezTo>
                  <a:cubicBezTo>
                    <a:pt x="94" y="167"/>
                    <a:pt x="94" y="168"/>
                    <a:pt x="95" y="168"/>
                  </a:cubicBezTo>
                  <a:cubicBezTo>
                    <a:pt x="95" y="168"/>
                    <a:pt x="96" y="168"/>
                    <a:pt x="95" y="168"/>
                  </a:cubicBezTo>
                  <a:cubicBezTo>
                    <a:pt x="95" y="167"/>
                    <a:pt x="96" y="167"/>
                    <a:pt x="96" y="167"/>
                  </a:cubicBezTo>
                  <a:cubicBezTo>
                    <a:pt x="96" y="167"/>
                    <a:pt x="95" y="168"/>
                    <a:pt x="95" y="167"/>
                  </a:cubicBezTo>
                  <a:cubicBezTo>
                    <a:pt x="95" y="167"/>
                    <a:pt x="96" y="167"/>
                    <a:pt x="96" y="167"/>
                  </a:cubicBezTo>
                  <a:cubicBezTo>
                    <a:pt x="96" y="167"/>
                    <a:pt x="97" y="166"/>
                    <a:pt x="97" y="166"/>
                  </a:cubicBezTo>
                  <a:cubicBezTo>
                    <a:pt x="98" y="166"/>
                    <a:pt x="99" y="166"/>
                    <a:pt x="99" y="167"/>
                  </a:cubicBezTo>
                  <a:cubicBezTo>
                    <a:pt x="99" y="167"/>
                    <a:pt x="99" y="167"/>
                    <a:pt x="99" y="167"/>
                  </a:cubicBezTo>
                  <a:cubicBezTo>
                    <a:pt x="99" y="167"/>
                    <a:pt x="100" y="166"/>
                    <a:pt x="101" y="167"/>
                  </a:cubicBezTo>
                  <a:cubicBezTo>
                    <a:pt x="102" y="167"/>
                    <a:pt x="101" y="168"/>
                    <a:pt x="100" y="168"/>
                  </a:cubicBezTo>
                  <a:cubicBezTo>
                    <a:pt x="101" y="168"/>
                    <a:pt x="101" y="167"/>
                    <a:pt x="101" y="167"/>
                  </a:cubicBezTo>
                  <a:cubicBezTo>
                    <a:pt x="102" y="167"/>
                    <a:pt x="102" y="168"/>
                    <a:pt x="103" y="167"/>
                  </a:cubicBezTo>
                  <a:cubicBezTo>
                    <a:pt x="103" y="167"/>
                    <a:pt x="102" y="167"/>
                    <a:pt x="102" y="167"/>
                  </a:cubicBezTo>
                  <a:cubicBezTo>
                    <a:pt x="103" y="167"/>
                    <a:pt x="104" y="167"/>
                    <a:pt x="105" y="167"/>
                  </a:cubicBezTo>
                  <a:cubicBezTo>
                    <a:pt x="105" y="167"/>
                    <a:pt x="106" y="167"/>
                    <a:pt x="106" y="167"/>
                  </a:cubicBezTo>
                  <a:cubicBezTo>
                    <a:pt x="106" y="166"/>
                    <a:pt x="107" y="167"/>
                    <a:pt x="108" y="166"/>
                  </a:cubicBezTo>
                  <a:cubicBezTo>
                    <a:pt x="107" y="166"/>
                    <a:pt x="106" y="166"/>
                    <a:pt x="105" y="166"/>
                  </a:cubicBezTo>
                  <a:cubicBezTo>
                    <a:pt x="105" y="167"/>
                    <a:pt x="104" y="167"/>
                    <a:pt x="104" y="167"/>
                  </a:cubicBezTo>
                  <a:cubicBezTo>
                    <a:pt x="103" y="167"/>
                    <a:pt x="102" y="166"/>
                    <a:pt x="101" y="166"/>
                  </a:cubicBezTo>
                  <a:cubicBezTo>
                    <a:pt x="101" y="166"/>
                    <a:pt x="100" y="167"/>
                    <a:pt x="99" y="166"/>
                  </a:cubicBezTo>
                  <a:cubicBezTo>
                    <a:pt x="100" y="166"/>
                    <a:pt x="101" y="166"/>
                    <a:pt x="101" y="166"/>
                  </a:cubicBezTo>
                  <a:cubicBezTo>
                    <a:pt x="101" y="166"/>
                    <a:pt x="100" y="166"/>
                    <a:pt x="100" y="166"/>
                  </a:cubicBezTo>
                  <a:cubicBezTo>
                    <a:pt x="99" y="166"/>
                    <a:pt x="98" y="166"/>
                    <a:pt x="97" y="166"/>
                  </a:cubicBezTo>
                  <a:cubicBezTo>
                    <a:pt x="97" y="166"/>
                    <a:pt x="96" y="166"/>
                    <a:pt x="95" y="166"/>
                  </a:cubicBezTo>
                  <a:cubicBezTo>
                    <a:pt x="95" y="166"/>
                    <a:pt x="95" y="165"/>
                    <a:pt x="95" y="165"/>
                  </a:cubicBezTo>
                  <a:cubicBezTo>
                    <a:pt x="95" y="165"/>
                    <a:pt x="96" y="165"/>
                    <a:pt x="96" y="165"/>
                  </a:cubicBezTo>
                  <a:cubicBezTo>
                    <a:pt x="96" y="165"/>
                    <a:pt x="97" y="165"/>
                    <a:pt x="97" y="165"/>
                  </a:cubicBezTo>
                  <a:cubicBezTo>
                    <a:pt x="97" y="165"/>
                    <a:pt x="95" y="164"/>
                    <a:pt x="95" y="164"/>
                  </a:cubicBezTo>
                  <a:cubicBezTo>
                    <a:pt x="95" y="164"/>
                    <a:pt x="95" y="164"/>
                    <a:pt x="95" y="164"/>
                  </a:cubicBezTo>
                  <a:cubicBezTo>
                    <a:pt x="94" y="163"/>
                    <a:pt x="96" y="163"/>
                    <a:pt x="96" y="163"/>
                  </a:cubicBezTo>
                  <a:cubicBezTo>
                    <a:pt x="96" y="164"/>
                    <a:pt x="98" y="165"/>
                    <a:pt x="97" y="165"/>
                  </a:cubicBezTo>
                  <a:cubicBezTo>
                    <a:pt x="98" y="165"/>
                    <a:pt x="98" y="164"/>
                    <a:pt x="98" y="165"/>
                  </a:cubicBezTo>
                  <a:cubicBezTo>
                    <a:pt x="99" y="164"/>
                    <a:pt x="97" y="164"/>
                    <a:pt x="97" y="164"/>
                  </a:cubicBezTo>
                  <a:cubicBezTo>
                    <a:pt x="97" y="164"/>
                    <a:pt x="98" y="163"/>
                    <a:pt x="98" y="163"/>
                  </a:cubicBezTo>
                  <a:cubicBezTo>
                    <a:pt x="98" y="163"/>
                    <a:pt x="98" y="163"/>
                    <a:pt x="99" y="164"/>
                  </a:cubicBezTo>
                  <a:cubicBezTo>
                    <a:pt x="99" y="164"/>
                    <a:pt x="99" y="164"/>
                    <a:pt x="99" y="164"/>
                  </a:cubicBezTo>
                  <a:cubicBezTo>
                    <a:pt x="99" y="164"/>
                    <a:pt x="99" y="164"/>
                    <a:pt x="99" y="163"/>
                  </a:cubicBezTo>
                  <a:cubicBezTo>
                    <a:pt x="100" y="163"/>
                    <a:pt x="100" y="163"/>
                    <a:pt x="101" y="163"/>
                  </a:cubicBezTo>
                  <a:cubicBezTo>
                    <a:pt x="102" y="163"/>
                    <a:pt x="101" y="164"/>
                    <a:pt x="100" y="165"/>
                  </a:cubicBezTo>
                  <a:cubicBezTo>
                    <a:pt x="101" y="165"/>
                    <a:pt x="101" y="164"/>
                    <a:pt x="101" y="164"/>
                  </a:cubicBezTo>
                  <a:cubicBezTo>
                    <a:pt x="102" y="164"/>
                    <a:pt x="102" y="164"/>
                    <a:pt x="102" y="164"/>
                  </a:cubicBezTo>
                  <a:cubicBezTo>
                    <a:pt x="103" y="164"/>
                    <a:pt x="103" y="164"/>
                    <a:pt x="104" y="164"/>
                  </a:cubicBezTo>
                  <a:cubicBezTo>
                    <a:pt x="103" y="164"/>
                    <a:pt x="102" y="164"/>
                    <a:pt x="101" y="163"/>
                  </a:cubicBezTo>
                  <a:cubicBezTo>
                    <a:pt x="102" y="163"/>
                    <a:pt x="102" y="163"/>
                    <a:pt x="102" y="163"/>
                  </a:cubicBezTo>
                  <a:cubicBezTo>
                    <a:pt x="102" y="163"/>
                    <a:pt x="102" y="163"/>
                    <a:pt x="101" y="163"/>
                  </a:cubicBezTo>
                  <a:cubicBezTo>
                    <a:pt x="102" y="162"/>
                    <a:pt x="104" y="161"/>
                    <a:pt x="104" y="162"/>
                  </a:cubicBezTo>
                  <a:cubicBezTo>
                    <a:pt x="105" y="162"/>
                    <a:pt x="106" y="164"/>
                    <a:pt x="106" y="164"/>
                  </a:cubicBezTo>
                  <a:cubicBezTo>
                    <a:pt x="106" y="164"/>
                    <a:pt x="105" y="163"/>
                    <a:pt x="106" y="163"/>
                  </a:cubicBezTo>
                  <a:cubicBezTo>
                    <a:pt x="105" y="163"/>
                    <a:pt x="105" y="162"/>
                    <a:pt x="105" y="162"/>
                  </a:cubicBezTo>
                  <a:cubicBezTo>
                    <a:pt x="105" y="162"/>
                    <a:pt x="105" y="161"/>
                    <a:pt x="105" y="161"/>
                  </a:cubicBezTo>
                  <a:cubicBezTo>
                    <a:pt x="105" y="161"/>
                    <a:pt x="106" y="161"/>
                    <a:pt x="106" y="162"/>
                  </a:cubicBezTo>
                  <a:cubicBezTo>
                    <a:pt x="106" y="160"/>
                    <a:pt x="108" y="161"/>
                    <a:pt x="108" y="161"/>
                  </a:cubicBezTo>
                  <a:cubicBezTo>
                    <a:pt x="108" y="162"/>
                    <a:pt x="109" y="162"/>
                    <a:pt x="109" y="162"/>
                  </a:cubicBezTo>
                  <a:cubicBezTo>
                    <a:pt x="110" y="163"/>
                    <a:pt x="109" y="164"/>
                    <a:pt x="108" y="164"/>
                  </a:cubicBezTo>
                  <a:cubicBezTo>
                    <a:pt x="109" y="164"/>
                    <a:pt x="109" y="164"/>
                    <a:pt x="109" y="164"/>
                  </a:cubicBezTo>
                  <a:cubicBezTo>
                    <a:pt x="110" y="164"/>
                    <a:pt x="110" y="164"/>
                    <a:pt x="111" y="164"/>
                  </a:cubicBezTo>
                  <a:cubicBezTo>
                    <a:pt x="110" y="164"/>
                    <a:pt x="110" y="164"/>
                    <a:pt x="109" y="164"/>
                  </a:cubicBezTo>
                  <a:cubicBezTo>
                    <a:pt x="108" y="164"/>
                    <a:pt x="109" y="164"/>
                    <a:pt x="109" y="163"/>
                  </a:cubicBezTo>
                  <a:cubicBezTo>
                    <a:pt x="109" y="162"/>
                    <a:pt x="109" y="162"/>
                    <a:pt x="110" y="162"/>
                  </a:cubicBezTo>
                  <a:cubicBezTo>
                    <a:pt x="111" y="163"/>
                    <a:pt x="111" y="162"/>
                    <a:pt x="112" y="163"/>
                  </a:cubicBezTo>
                  <a:cubicBezTo>
                    <a:pt x="112" y="162"/>
                    <a:pt x="108" y="163"/>
                    <a:pt x="109" y="162"/>
                  </a:cubicBezTo>
                  <a:cubicBezTo>
                    <a:pt x="109" y="161"/>
                    <a:pt x="109" y="161"/>
                    <a:pt x="108" y="161"/>
                  </a:cubicBezTo>
                  <a:cubicBezTo>
                    <a:pt x="108" y="160"/>
                    <a:pt x="107" y="160"/>
                    <a:pt x="107" y="160"/>
                  </a:cubicBezTo>
                  <a:cubicBezTo>
                    <a:pt x="106" y="161"/>
                    <a:pt x="106" y="161"/>
                    <a:pt x="105" y="161"/>
                  </a:cubicBezTo>
                  <a:cubicBezTo>
                    <a:pt x="104" y="161"/>
                    <a:pt x="104" y="161"/>
                    <a:pt x="104" y="161"/>
                  </a:cubicBezTo>
                  <a:cubicBezTo>
                    <a:pt x="104" y="160"/>
                    <a:pt x="105" y="160"/>
                    <a:pt x="105" y="160"/>
                  </a:cubicBezTo>
                  <a:cubicBezTo>
                    <a:pt x="106" y="160"/>
                    <a:pt x="106" y="160"/>
                    <a:pt x="107" y="160"/>
                  </a:cubicBezTo>
                  <a:cubicBezTo>
                    <a:pt x="106" y="160"/>
                    <a:pt x="106" y="160"/>
                    <a:pt x="105" y="160"/>
                  </a:cubicBezTo>
                  <a:cubicBezTo>
                    <a:pt x="105" y="160"/>
                    <a:pt x="106" y="160"/>
                    <a:pt x="106" y="160"/>
                  </a:cubicBezTo>
                  <a:cubicBezTo>
                    <a:pt x="105" y="160"/>
                    <a:pt x="104" y="160"/>
                    <a:pt x="104" y="160"/>
                  </a:cubicBezTo>
                  <a:cubicBezTo>
                    <a:pt x="103" y="159"/>
                    <a:pt x="105" y="159"/>
                    <a:pt x="105" y="159"/>
                  </a:cubicBezTo>
                  <a:cubicBezTo>
                    <a:pt x="105" y="158"/>
                    <a:pt x="106" y="159"/>
                    <a:pt x="106" y="159"/>
                  </a:cubicBezTo>
                  <a:cubicBezTo>
                    <a:pt x="106" y="159"/>
                    <a:pt x="107" y="159"/>
                    <a:pt x="107" y="159"/>
                  </a:cubicBezTo>
                  <a:cubicBezTo>
                    <a:pt x="108" y="159"/>
                    <a:pt x="108" y="159"/>
                    <a:pt x="108" y="159"/>
                  </a:cubicBezTo>
                  <a:cubicBezTo>
                    <a:pt x="108" y="159"/>
                    <a:pt x="109" y="159"/>
                    <a:pt x="108" y="159"/>
                  </a:cubicBezTo>
                  <a:cubicBezTo>
                    <a:pt x="109" y="159"/>
                    <a:pt x="109" y="159"/>
                    <a:pt x="110" y="159"/>
                  </a:cubicBezTo>
                  <a:cubicBezTo>
                    <a:pt x="110" y="159"/>
                    <a:pt x="109" y="159"/>
                    <a:pt x="109" y="159"/>
                  </a:cubicBezTo>
                  <a:cubicBezTo>
                    <a:pt x="110" y="159"/>
                    <a:pt x="110" y="159"/>
                    <a:pt x="110" y="160"/>
                  </a:cubicBezTo>
                  <a:cubicBezTo>
                    <a:pt x="110" y="159"/>
                    <a:pt x="110" y="159"/>
                    <a:pt x="111" y="159"/>
                  </a:cubicBezTo>
                  <a:cubicBezTo>
                    <a:pt x="111" y="159"/>
                    <a:pt x="112" y="159"/>
                    <a:pt x="112" y="160"/>
                  </a:cubicBezTo>
                  <a:cubicBezTo>
                    <a:pt x="113" y="160"/>
                    <a:pt x="114" y="160"/>
                    <a:pt x="115" y="159"/>
                  </a:cubicBezTo>
                  <a:cubicBezTo>
                    <a:pt x="114" y="159"/>
                    <a:pt x="113" y="160"/>
                    <a:pt x="113" y="159"/>
                  </a:cubicBezTo>
                  <a:cubicBezTo>
                    <a:pt x="112" y="159"/>
                    <a:pt x="112" y="159"/>
                    <a:pt x="113" y="159"/>
                  </a:cubicBezTo>
                  <a:cubicBezTo>
                    <a:pt x="113" y="159"/>
                    <a:pt x="113" y="159"/>
                    <a:pt x="113" y="159"/>
                  </a:cubicBezTo>
                  <a:cubicBezTo>
                    <a:pt x="113" y="159"/>
                    <a:pt x="113" y="159"/>
                    <a:pt x="113" y="159"/>
                  </a:cubicBezTo>
                  <a:cubicBezTo>
                    <a:pt x="114" y="158"/>
                    <a:pt x="114" y="158"/>
                    <a:pt x="115" y="158"/>
                  </a:cubicBezTo>
                  <a:cubicBezTo>
                    <a:pt x="115" y="158"/>
                    <a:pt x="115" y="158"/>
                    <a:pt x="116" y="158"/>
                  </a:cubicBezTo>
                  <a:cubicBezTo>
                    <a:pt x="116" y="158"/>
                    <a:pt x="116" y="158"/>
                    <a:pt x="117" y="158"/>
                  </a:cubicBezTo>
                  <a:cubicBezTo>
                    <a:pt x="117" y="158"/>
                    <a:pt x="117" y="158"/>
                    <a:pt x="118" y="158"/>
                  </a:cubicBezTo>
                  <a:cubicBezTo>
                    <a:pt x="116" y="156"/>
                    <a:pt x="114" y="159"/>
                    <a:pt x="112" y="158"/>
                  </a:cubicBezTo>
                  <a:cubicBezTo>
                    <a:pt x="112" y="158"/>
                    <a:pt x="112" y="158"/>
                    <a:pt x="112" y="158"/>
                  </a:cubicBezTo>
                  <a:cubicBezTo>
                    <a:pt x="113" y="158"/>
                    <a:pt x="114" y="158"/>
                    <a:pt x="114" y="157"/>
                  </a:cubicBezTo>
                  <a:cubicBezTo>
                    <a:pt x="114" y="157"/>
                    <a:pt x="113" y="157"/>
                    <a:pt x="112" y="158"/>
                  </a:cubicBezTo>
                  <a:cubicBezTo>
                    <a:pt x="111" y="158"/>
                    <a:pt x="111" y="158"/>
                    <a:pt x="110" y="158"/>
                  </a:cubicBezTo>
                  <a:cubicBezTo>
                    <a:pt x="109" y="158"/>
                    <a:pt x="109" y="158"/>
                    <a:pt x="109" y="157"/>
                  </a:cubicBezTo>
                  <a:cubicBezTo>
                    <a:pt x="110" y="157"/>
                    <a:pt x="110" y="157"/>
                    <a:pt x="111" y="157"/>
                  </a:cubicBezTo>
                  <a:cubicBezTo>
                    <a:pt x="110" y="157"/>
                    <a:pt x="110" y="157"/>
                    <a:pt x="110" y="157"/>
                  </a:cubicBezTo>
                  <a:cubicBezTo>
                    <a:pt x="109" y="157"/>
                    <a:pt x="109" y="157"/>
                    <a:pt x="109" y="156"/>
                  </a:cubicBezTo>
                  <a:cubicBezTo>
                    <a:pt x="108" y="156"/>
                    <a:pt x="110" y="155"/>
                    <a:pt x="111" y="155"/>
                  </a:cubicBezTo>
                  <a:cubicBezTo>
                    <a:pt x="112" y="155"/>
                    <a:pt x="112" y="156"/>
                    <a:pt x="113" y="156"/>
                  </a:cubicBezTo>
                  <a:cubicBezTo>
                    <a:pt x="114" y="156"/>
                    <a:pt x="114" y="155"/>
                    <a:pt x="115" y="156"/>
                  </a:cubicBezTo>
                  <a:cubicBezTo>
                    <a:pt x="115" y="156"/>
                    <a:pt x="114" y="156"/>
                    <a:pt x="114" y="156"/>
                  </a:cubicBezTo>
                  <a:cubicBezTo>
                    <a:pt x="116" y="156"/>
                    <a:pt x="117" y="155"/>
                    <a:pt x="118" y="157"/>
                  </a:cubicBezTo>
                  <a:cubicBezTo>
                    <a:pt x="118" y="157"/>
                    <a:pt x="119" y="157"/>
                    <a:pt x="120" y="158"/>
                  </a:cubicBezTo>
                  <a:cubicBezTo>
                    <a:pt x="120" y="158"/>
                    <a:pt x="121" y="158"/>
                    <a:pt x="121" y="158"/>
                  </a:cubicBezTo>
                  <a:cubicBezTo>
                    <a:pt x="121" y="158"/>
                    <a:pt x="119" y="157"/>
                    <a:pt x="119" y="157"/>
                  </a:cubicBezTo>
                  <a:cubicBezTo>
                    <a:pt x="119" y="157"/>
                    <a:pt x="117" y="156"/>
                    <a:pt x="118" y="156"/>
                  </a:cubicBezTo>
                  <a:cubicBezTo>
                    <a:pt x="118" y="156"/>
                    <a:pt x="118" y="156"/>
                    <a:pt x="117" y="156"/>
                  </a:cubicBezTo>
                  <a:cubicBezTo>
                    <a:pt x="117" y="155"/>
                    <a:pt x="117" y="155"/>
                    <a:pt x="116" y="155"/>
                  </a:cubicBezTo>
                  <a:cubicBezTo>
                    <a:pt x="117" y="155"/>
                    <a:pt x="116" y="155"/>
                    <a:pt x="116" y="155"/>
                  </a:cubicBezTo>
                  <a:cubicBezTo>
                    <a:pt x="116" y="155"/>
                    <a:pt x="117" y="154"/>
                    <a:pt x="117" y="154"/>
                  </a:cubicBezTo>
                  <a:cubicBezTo>
                    <a:pt x="118" y="154"/>
                    <a:pt x="118" y="155"/>
                    <a:pt x="118" y="155"/>
                  </a:cubicBezTo>
                  <a:cubicBezTo>
                    <a:pt x="118" y="155"/>
                    <a:pt x="118" y="155"/>
                    <a:pt x="119" y="155"/>
                  </a:cubicBezTo>
                  <a:cubicBezTo>
                    <a:pt x="119" y="155"/>
                    <a:pt x="119" y="156"/>
                    <a:pt x="119" y="157"/>
                  </a:cubicBezTo>
                  <a:cubicBezTo>
                    <a:pt x="120" y="156"/>
                    <a:pt x="120" y="157"/>
                    <a:pt x="121" y="157"/>
                  </a:cubicBezTo>
                  <a:cubicBezTo>
                    <a:pt x="120" y="157"/>
                    <a:pt x="120" y="156"/>
                    <a:pt x="120" y="156"/>
                  </a:cubicBezTo>
                  <a:cubicBezTo>
                    <a:pt x="120" y="156"/>
                    <a:pt x="121" y="156"/>
                    <a:pt x="121" y="157"/>
                  </a:cubicBezTo>
                  <a:cubicBezTo>
                    <a:pt x="121" y="157"/>
                    <a:pt x="122" y="157"/>
                    <a:pt x="122" y="157"/>
                  </a:cubicBezTo>
                  <a:cubicBezTo>
                    <a:pt x="122" y="157"/>
                    <a:pt x="120" y="156"/>
                    <a:pt x="120" y="156"/>
                  </a:cubicBezTo>
                  <a:cubicBezTo>
                    <a:pt x="120" y="156"/>
                    <a:pt x="121" y="156"/>
                    <a:pt x="122" y="155"/>
                  </a:cubicBezTo>
                  <a:cubicBezTo>
                    <a:pt x="122" y="155"/>
                    <a:pt x="121" y="155"/>
                    <a:pt x="120" y="155"/>
                  </a:cubicBezTo>
                  <a:cubicBezTo>
                    <a:pt x="121" y="155"/>
                    <a:pt x="121" y="155"/>
                    <a:pt x="121" y="155"/>
                  </a:cubicBezTo>
                  <a:cubicBezTo>
                    <a:pt x="121" y="155"/>
                    <a:pt x="120" y="156"/>
                    <a:pt x="119" y="155"/>
                  </a:cubicBezTo>
                  <a:cubicBezTo>
                    <a:pt x="120" y="155"/>
                    <a:pt x="120" y="155"/>
                    <a:pt x="120" y="155"/>
                  </a:cubicBezTo>
                  <a:cubicBezTo>
                    <a:pt x="120" y="155"/>
                    <a:pt x="119" y="155"/>
                    <a:pt x="119" y="155"/>
                  </a:cubicBezTo>
                  <a:cubicBezTo>
                    <a:pt x="119" y="155"/>
                    <a:pt x="118" y="154"/>
                    <a:pt x="118" y="154"/>
                  </a:cubicBezTo>
                  <a:cubicBezTo>
                    <a:pt x="118" y="154"/>
                    <a:pt x="119" y="154"/>
                    <a:pt x="119" y="154"/>
                  </a:cubicBezTo>
                  <a:cubicBezTo>
                    <a:pt x="119" y="154"/>
                    <a:pt x="119" y="154"/>
                    <a:pt x="119" y="154"/>
                  </a:cubicBezTo>
                  <a:cubicBezTo>
                    <a:pt x="119" y="154"/>
                    <a:pt x="119" y="154"/>
                    <a:pt x="119" y="154"/>
                  </a:cubicBezTo>
                  <a:cubicBezTo>
                    <a:pt x="120" y="154"/>
                    <a:pt x="121" y="154"/>
                    <a:pt x="121" y="154"/>
                  </a:cubicBezTo>
                  <a:cubicBezTo>
                    <a:pt x="121" y="154"/>
                    <a:pt x="121" y="154"/>
                    <a:pt x="121" y="154"/>
                  </a:cubicBezTo>
                  <a:cubicBezTo>
                    <a:pt x="121" y="154"/>
                    <a:pt x="122" y="153"/>
                    <a:pt x="122" y="153"/>
                  </a:cubicBezTo>
                  <a:cubicBezTo>
                    <a:pt x="123" y="153"/>
                    <a:pt x="124" y="153"/>
                    <a:pt x="124" y="153"/>
                  </a:cubicBezTo>
                  <a:cubicBezTo>
                    <a:pt x="123" y="153"/>
                    <a:pt x="122" y="154"/>
                    <a:pt x="121" y="153"/>
                  </a:cubicBezTo>
                  <a:cubicBezTo>
                    <a:pt x="120" y="152"/>
                    <a:pt x="122" y="152"/>
                    <a:pt x="122" y="152"/>
                  </a:cubicBezTo>
                  <a:cubicBezTo>
                    <a:pt x="122" y="152"/>
                    <a:pt x="122" y="151"/>
                    <a:pt x="122" y="151"/>
                  </a:cubicBezTo>
                  <a:cubicBezTo>
                    <a:pt x="123" y="151"/>
                    <a:pt x="123" y="151"/>
                    <a:pt x="123" y="151"/>
                  </a:cubicBezTo>
                  <a:cubicBezTo>
                    <a:pt x="124" y="151"/>
                    <a:pt x="124" y="151"/>
                    <a:pt x="124" y="151"/>
                  </a:cubicBezTo>
                  <a:cubicBezTo>
                    <a:pt x="124" y="151"/>
                    <a:pt x="125" y="151"/>
                    <a:pt x="125" y="151"/>
                  </a:cubicBezTo>
                  <a:cubicBezTo>
                    <a:pt x="125" y="152"/>
                    <a:pt x="125" y="152"/>
                    <a:pt x="125" y="153"/>
                  </a:cubicBezTo>
                  <a:cubicBezTo>
                    <a:pt x="125" y="152"/>
                    <a:pt x="127" y="152"/>
                    <a:pt x="128" y="151"/>
                  </a:cubicBezTo>
                  <a:cubicBezTo>
                    <a:pt x="128" y="151"/>
                    <a:pt x="126" y="152"/>
                    <a:pt x="126" y="151"/>
                  </a:cubicBezTo>
                  <a:cubicBezTo>
                    <a:pt x="126" y="151"/>
                    <a:pt x="128" y="151"/>
                    <a:pt x="128" y="151"/>
                  </a:cubicBezTo>
                  <a:cubicBezTo>
                    <a:pt x="128" y="151"/>
                    <a:pt x="127" y="151"/>
                    <a:pt x="126" y="151"/>
                  </a:cubicBezTo>
                  <a:cubicBezTo>
                    <a:pt x="126" y="151"/>
                    <a:pt x="125" y="151"/>
                    <a:pt x="126" y="150"/>
                  </a:cubicBezTo>
                  <a:cubicBezTo>
                    <a:pt x="126" y="150"/>
                    <a:pt x="126" y="150"/>
                    <a:pt x="127" y="150"/>
                  </a:cubicBezTo>
                  <a:cubicBezTo>
                    <a:pt x="127" y="150"/>
                    <a:pt x="127" y="150"/>
                    <a:pt x="127" y="150"/>
                  </a:cubicBezTo>
                  <a:cubicBezTo>
                    <a:pt x="128" y="150"/>
                    <a:pt x="128" y="150"/>
                    <a:pt x="129" y="150"/>
                  </a:cubicBezTo>
                  <a:cubicBezTo>
                    <a:pt x="129" y="150"/>
                    <a:pt x="128" y="150"/>
                    <a:pt x="128" y="150"/>
                  </a:cubicBezTo>
                  <a:cubicBezTo>
                    <a:pt x="128" y="149"/>
                    <a:pt x="129" y="149"/>
                    <a:pt x="129" y="149"/>
                  </a:cubicBezTo>
                  <a:cubicBezTo>
                    <a:pt x="130" y="149"/>
                    <a:pt x="130" y="149"/>
                    <a:pt x="130" y="150"/>
                  </a:cubicBezTo>
                  <a:cubicBezTo>
                    <a:pt x="131" y="150"/>
                    <a:pt x="131" y="151"/>
                    <a:pt x="131" y="151"/>
                  </a:cubicBezTo>
                  <a:cubicBezTo>
                    <a:pt x="132" y="152"/>
                    <a:pt x="131" y="152"/>
                    <a:pt x="130" y="152"/>
                  </a:cubicBezTo>
                  <a:cubicBezTo>
                    <a:pt x="131" y="152"/>
                    <a:pt x="131" y="152"/>
                    <a:pt x="132" y="152"/>
                  </a:cubicBezTo>
                  <a:cubicBezTo>
                    <a:pt x="133" y="152"/>
                    <a:pt x="133" y="152"/>
                    <a:pt x="134" y="152"/>
                  </a:cubicBezTo>
                  <a:cubicBezTo>
                    <a:pt x="133" y="152"/>
                    <a:pt x="133" y="152"/>
                    <a:pt x="132" y="152"/>
                  </a:cubicBezTo>
                  <a:cubicBezTo>
                    <a:pt x="132" y="151"/>
                    <a:pt x="133" y="151"/>
                    <a:pt x="133" y="151"/>
                  </a:cubicBezTo>
                  <a:cubicBezTo>
                    <a:pt x="134" y="151"/>
                    <a:pt x="134" y="151"/>
                    <a:pt x="134" y="151"/>
                  </a:cubicBezTo>
                  <a:cubicBezTo>
                    <a:pt x="135" y="151"/>
                    <a:pt x="135" y="151"/>
                    <a:pt x="135" y="151"/>
                  </a:cubicBezTo>
                  <a:cubicBezTo>
                    <a:pt x="135" y="151"/>
                    <a:pt x="136" y="151"/>
                    <a:pt x="136" y="151"/>
                  </a:cubicBezTo>
                  <a:cubicBezTo>
                    <a:pt x="136" y="151"/>
                    <a:pt x="137" y="151"/>
                    <a:pt x="138" y="151"/>
                  </a:cubicBezTo>
                  <a:cubicBezTo>
                    <a:pt x="138" y="151"/>
                    <a:pt x="139" y="151"/>
                    <a:pt x="138" y="151"/>
                  </a:cubicBezTo>
                  <a:cubicBezTo>
                    <a:pt x="138" y="151"/>
                    <a:pt x="137" y="150"/>
                    <a:pt x="137" y="150"/>
                  </a:cubicBezTo>
                  <a:cubicBezTo>
                    <a:pt x="138" y="150"/>
                    <a:pt x="138" y="150"/>
                    <a:pt x="139" y="150"/>
                  </a:cubicBezTo>
                  <a:cubicBezTo>
                    <a:pt x="138" y="150"/>
                    <a:pt x="138" y="150"/>
                    <a:pt x="139" y="149"/>
                  </a:cubicBezTo>
                  <a:cubicBezTo>
                    <a:pt x="138" y="150"/>
                    <a:pt x="137" y="150"/>
                    <a:pt x="137" y="150"/>
                  </a:cubicBezTo>
                  <a:cubicBezTo>
                    <a:pt x="137" y="149"/>
                    <a:pt x="137" y="149"/>
                    <a:pt x="138" y="149"/>
                  </a:cubicBezTo>
                  <a:cubicBezTo>
                    <a:pt x="139" y="149"/>
                    <a:pt x="139" y="148"/>
                    <a:pt x="140" y="148"/>
                  </a:cubicBezTo>
                  <a:cubicBezTo>
                    <a:pt x="140" y="148"/>
                    <a:pt x="141" y="148"/>
                    <a:pt x="142" y="148"/>
                  </a:cubicBezTo>
                  <a:cubicBezTo>
                    <a:pt x="142" y="148"/>
                    <a:pt x="143" y="148"/>
                    <a:pt x="142" y="147"/>
                  </a:cubicBezTo>
                  <a:cubicBezTo>
                    <a:pt x="142" y="147"/>
                    <a:pt x="143" y="147"/>
                    <a:pt x="142" y="147"/>
                  </a:cubicBezTo>
                  <a:cubicBezTo>
                    <a:pt x="142" y="147"/>
                    <a:pt x="141" y="147"/>
                    <a:pt x="141" y="147"/>
                  </a:cubicBezTo>
                  <a:cubicBezTo>
                    <a:pt x="141" y="147"/>
                    <a:pt x="140" y="147"/>
                    <a:pt x="140" y="147"/>
                  </a:cubicBezTo>
                  <a:cubicBezTo>
                    <a:pt x="140" y="146"/>
                    <a:pt x="143" y="146"/>
                    <a:pt x="143" y="145"/>
                  </a:cubicBezTo>
                  <a:cubicBezTo>
                    <a:pt x="142" y="145"/>
                    <a:pt x="142" y="145"/>
                    <a:pt x="141" y="145"/>
                  </a:cubicBezTo>
                  <a:cubicBezTo>
                    <a:pt x="140" y="145"/>
                    <a:pt x="142" y="145"/>
                    <a:pt x="142" y="144"/>
                  </a:cubicBezTo>
                  <a:cubicBezTo>
                    <a:pt x="141" y="144"/>
                    <a:pt x="140" y="146"/>
                    <a:pt x="140" y="146"/>
                  </a:cubicBezTo>
                  <a:cubicBezTo>
                    <a:pt x="139" y="146"/>
                    <a:pt x="139" y="147"/>
                    <a:pt x="138" y="147"/>
                  </a:cubicBezTo>
                  <a:cubicBezTo>
                    <a:pt x="137" y="147"/>
                    <a:pt x="137" y="147"/>
                    <a:pt x="136" y="147"/>
                  </a:cubicBezTo>
                  <a:cubicBezTo>
                    <a:pt x="137" y="147"/>
                    <a:pt x="138" y="147"/>
                    <a:pt x="139" y="147"/>
                  </a:cubicBezTo>
                  <a:cubicBezTo>
                    <a:pt x="139" y="146"/>
                    <a:pt x="140" y="147"/>
                    <a:pt x="139" y="147"/>
                  </a:cubicBezTo>
                  <a:cubicBezTo>
                    <a:pt x="139" y="148"/>
                    <a:pt x="138" y="148"/>
                    <a:pt x="138" y="148"/>
                  </a:cubicBezTo>
                  <a:cubicBezTo>
                    <a:pt x="137" y="149"/>
                    <a:pt x="136" y="149"/>
                    <a:pt x="135" y="150"/>
                  </a:cubicBezTo>
                  <a:cubicBezTo>
                    <a:pt x="135" y="150"/>
                    <a:pt x="134" y="150"/>
                    <a:pt x="134" y="150"/>
                  </a:cubicBezTo>
                  <a:cubicBezTo>
                    <a:pt x="133" y="150"/>
                    <a:pt x="133" y="150"/>
                    <a:pt x="133" y="150"/>
                  </a:cubicBezTo>
                  <a:cubicBezTo>
                    <a:pt x="132" y="151"/>
                    <a:pt x="131" y="151"/>
                    <a:pt x="131" y="150"/>
                  </a:cubicBezTo>
                  <a:cubicBezTo>
                    <a:pt x="131" y="150"/>
                    <a:pt x="130" y="149"/>
                    <a:pt x="131" y="149"/>
                  </a:cubicBezTo>
                  <a:cubicBezTo>
                    <a:pt x="131" y="148"/>
                    <a:pt x="132" y="148"/>
                    <a:pt x="133" y="148"/>
                  </a:cubicBezTo>
                  <a:cubicBezTo>
                    <a:pt x="132" y="148"/>
                    <a:pt x="132" y="148"/>
                    <a:pt x="132" y="148"/>
                  </a:cubicBezTo>
                  <a:cubicBezTo>
                    <a:pt x="132" y="148"/>
                    <a:pt x="132" y="148"/>
                    <a:pt x="132" y="148"/>
                  </a:cubicBezTo>
                  <a:cubicBezTo>
                    <a:pt x="132" y="148"/>
                    <a:pt x="131" y="148"/>
                    <a:pt x="130" y="148"/>
                  </a:cubicBezTo>
                  <a:cubicBezTo>
                    <a:pt x="130" y="148"/>
                    <a:pt x="129" y="149"/>
                    <a:pt x="128" y="149"/>
                  </a:cubicBezTo>
                  <a:cubicBezTo>
                    <a:pt x="129" y="148"/>
                    <a:pt x="129" y="148"/>
                    <a:pt x="130" y="148"/>
                  </a:cubicBezTo>
                  <a:cubicBezTo>
                    <a:pt x="130" y="148"/>
                    <a:pt x="129" y="148"/>
                    <a:pt x="129" y="148"/>
                  </a:cubicBezTo>
                  <a:cubicBezTo>
                    <a:pt x="129" y="148"/>
                    <a:pt x="130" y="147"/>
                    <a:pt x="130" y="147"/>
                  </a:cubicBezTo>
                  <a:cubicBezTo>
                    <a:pt x="130" y="147"/>
                    <a:pt x="130" y="147"/>
                    <a:pt x="129" y="147"/>
                  </a:cubicBezTo>
                  <a:cubicBezTo>
                    <a:pt x="130" y="147"/>
                    <a:pt x="130" y="147"/>
                    <a:pt x="131" y="147"/>
                  </a:cubicBezTo>
                  <a:cubicBezTo>
                    <a:pt x="131" y="147"/>
                    <a:pt x="131" y="147"/>
                    <a:pt x="131" y="147"/>
                  </a:cubicBezTo>
                  <a:cubicBezTo>
                    <a:pt x="131" y="146"/>
                    <a:pt x="132" y="147"/>
                    <a:pt x="132" y="146"/>
                  </a:cubicBezTo>
                  <a:cubicBezTo>
                    <a:pt x="132" y="146"/>
                    <a:pt x="133" y="146"/>
                    <a:pt x="134" y="146"/>
                  </a:cubicBezTo>
                  <a:cubicBezTo>
                    <a:pt x="133" y="145"/>
                    <a:pt x="132" y="147"/>
                    <a:pt x="131" y="146"/>
                  </a:cubicBezTo>
                  <a:cubicBezTo>
                    <a:pt x="131" y="146"/>
                    <a:pt x="133" y="146"/>
                    <a:pt x="133" y="146"/>
                  </a:cubicBezTo>
                  <a:cubicBezTo>
                    <a:pt x="131" y="146"/>
                    <a:pt x="133" y="146"/>
                    <a:pt x="133" y="146"/>
                  </a:cubicBezTo>
                  <a:cubicBezTo>
                    <a:pt x="132" y="146"/>
                    <a:pt x="132" y="146"/>
                    <a:pt x="131" y="146"/>
                  </a:cubicBezTo>
                  <a:cubicBezTo>
                    <a:pt x="132" y="146"/>
                    <a:pt x="132" y="145"/>
                    <a:pt x="132" y="145"/>
                  </a:cubicBezTo>
                  <a:cubicBezTo>
                    <a:pt x="132" y="145"/>
                    <a:pt x="132" y="145"/>
                    <a:pt x="132" y="145"/>
                  </a:cubicBezTo>
                  <a:cubicBezTo>
                    <a:pt x="133" y="145"/>
                    <a:pt x="133" y="145"/>
                    <a:pt x="134" y="144"/>
                  </a:cubicBezTo>
                  <a:cubicBezTo>
                    <a:pt x="132" y="145"/>
                    <a:pt x="133" y="144"/>
                    <a:pt x="133" y="144"/>
                  </a:cubicBezTo>
                  <a:cubicBezTo>
                    <a:pt x="133" y="144"/>
                    <a:pt x="133" y="144"/>
                    <a:pt x="134" y="144"/>
                  </a:cubicBezTo>
                  <a:cubicBezTo>
                    <a:pt x="134" y="144"/>
                    <a:pt x="135" y="144"/>
                    <a:pt x="135" y="144"/>
                  </a:cubicBezTo>
                  <a:cubicBezTo>
                    <a:pt x="135" y="143"/>
                    <a:pt x="134" y="143"/>
                    <a:pt x="134" y="143"/>
                  </a:cubicBezTo>
                  <a:cubicBezTo>
                    <a:pt x="134" y="143"/>
                    <a:pt x="135" y="143"/>
                    <a:pt x="135" y="143"/>
                  </a:cubicBezTo>
                  <a:cubicBezTo>
                    <a:pt x="135" y="142"/>
                    <a:pt x="136" y="142"/>
                    <a:pt x="136" y="142"/>
                  </a:cubicBezTo>
                  <a:cubicBezTo>
                    <a:pt x="135" y="142"/>
                    <a:pt x="137" y="142"/>
                    <a:pt x="137" y="142"/>
                  </a:cubicBezTo>
                  <a:cubicBezTo>
                    <a:pt x="136" y="142"/>
                    <a:pt x="136" y="141"/>
                    <a:pt x="136" y="141"/>
                  </a:cubicBezTo>
                  <a:cubicBezTo>
                    <a:pt x="136" y="141"/>
                    <a:pt x="137" y="141"/>
                    <a:pt x="137" y="141"/>
                  </a:cubicBezTo>
                  <a:cubicBezTo>
                    <a:pt x="137" y="141"/>
                    <a:pt x="137" y="142"/>
                    <a:pt x="138" y="142"/>
                  </a:cubicBezTo>
                  <a:cubicBezTo>
                    <a:pt x="138" y="142"/>
                    <a:pt x="138" y="141"/>
                    <a:pt x="138" y="141"/>
                  </a:cubicBezTo>
                  <a:cubicBezTo>
                    <a:pt x="137" y="141"/>
                    <a:pt x="137" y="141"/>
                    <a:pt x="137" y="141"/>
                  </a:cubicBezTo>
                  <a:cubicBezTo>
                    <a:pt x="137" y="141"/>
                    <a:pt x="137" y="141"/>
                    <a:pt x="137" y="141"/>
                  </a:cubicBezTo>
                  <a:cubicBezTo>
                    <a:pt x="138" y="140"/>
                    <a:pt x="138" y="141"/>
                    <a:pt x="138" y="141"/>
                  </a:cubicBezTo>
                  <a:cubicBezTo>
                    <a:pt x="138" y="140"/>
                    <a:pt x="139" y="141"/>
                    <a:pt x="139" y="141"/>
                  </a:cubicBezTo>
                  <a:cubicBezTo>
                    <a:pt x="139" y="140"/>
                    <a:pt x="139" y="140"/>
                    <a:pt x="139" y="140"/>
                  </a:cubicBezTo>
                  <a:cubicBezTo>
                    <a:pt x="139" y="139"/>
                    <a:pt x="139" y="140"/>
                    <a:pt x="139" y="140"/>
                  </a:cubicBezTo>
                  <a:cubicBezTo>
                    <a:pt x="140" y="140"/>
                    <a:pt x="140" y="140"/>
                    <a:pt x="140" y="140"/>
                  </a:cubicBezTo>
                  <a:cubicBezTo>
                    <a:pt x="140" y="141"/>
                    <a:pt x="140" y="140"/>
                    <a:pt x="140" y="141"/>
                  </a:cubicBezTo>
                  <a:cubicBezTo>
                    <a:pt x="140" y="141"/>
                    <a:pt x="140" y="141"/>
                    <a:pt x="140" y="141"/>
                  </a:cubicBezTo>
                  <a:cubicBezTo>
                    <a:pt x="141" y="141"/>
                    <a:pt x="141" y="141"/>
                    <a:pt x="141" y="141"/>
                  </a:cubicBezTo>
                  <a:cubicBezTo>
                    <a:pt x="142" y="141"/>
                    <a:pt x="141" y="142"/>
                    <a:pt x="141" y="142"/>
                  </a:cubicBezTo>
                  <a:cubicBezTo>
                    <a:pt x="141" y="142"/>
                    <a:pt x="142" y="142"/>
                    <a:pt x="142" y="142"/>
                  </a:cubicBezTo>
                  <a:cubicBezTo>
                    <a:pt x="142" y="141"/>
                    <a:pt x="144" y="141"/>
                    <a:pt x="144" y="141"/>
                  </a:cubicBezTo>
                  <a:cubicBezTo>
                    <a:pt x="144" y="141"/>
                    <a:pt x="143" y="141"/>
                    <a:pt x="143" y="141"/>
                  </a:cubicBezTo>
                  <a:cubicBezTo>
                    <a:pt x="142" y="141"/>
                    <a:pt x="143" y="140"/>
                    <a:pt x="143" y="140"/>
                  </a:cubicBezTo>
                  <a:cubicBezTo>
                    <a:pt x="143" y="140"/>
                    <a:pt x="143" y="140"/>
                    <a:pt x="143" y="140"/>
                  </a:cubicBezTo>
                  <a:cubicBezTo>
                    <a:pt x="144" y="140"/>
                    <a:pt x="144" y="140"/>
                    <a:pt x="145" y="140"/>
                  </a:cubicBezTo>
                  <a:cubicBezTo>
                    <a:pt x="145" y="140"/>
                    <a:pt x="144" y="140"/>
                    <a:pt x="144" y="140"/>
                  </a:cubicBezTo>
                  <a:cubicBezTo>
                    <a:pt x="144" y="140"/>
                    <a:pt x="144" y="139"/>
                    <a:pt x="143" y="140"/>
                  </a:cubicBezTo>
                  <a:cubicBezTo>
                    <a:pt x="144" y="140"/>
                    <a:pt x="143" y="140"/>
                    <a:pt x="142" y="140"/>
                  </a:cubicBezTo>
                  <a:cubicBezTo>
                    <a:pt x="142" y="139"/>
                    <a:pt x="142" y="139"/>
                    <a:pt x="142" y="139"/>
                  </a:cubicBezTo>
                  <a:cubicBezTo>
                    <a:pt x="142" y="138"/>
                    <a:pt x="144" y="138"/>
                    <a:pt x="143" y="138"/>
                  </a:cubicBezTo>
                  <a:cubicBezTo>
                    <a:pt x="144" y="138"/>
                    <a:pt x="145" y="138"/>
                    <a:pt x="145" y="138"/>
                  </a:cubicBezTo>
                  <a:cubicBezTo>
                    <a:pt x="145" y="138"/>
                    <a:pt x="144" y="138"/>
                    <a:pt x="144" y="138"/>
                  </a:cubicBezTo>
                  <a:cubicBezTo>
                    <a:pt x="144" y="137"/>
                    <a:pt x="145" y="138"/>
                    <a:pt x="145" y="137"/>
                  </a:cubicBezTo>
                  <a:cubicBezTo>
                    <a:pt x="145" y="137"/>
                    <a:pt x="144" y="137"/>
                    <a:pt x="144" y="137"/>
                  </a:cubicBezTo>
                  <a:cubicBezTo>
                    <a:pt x="144" y="137"/>
                    <a:pt x="144" y="137"/>
                    <a:pt x="144" y="137"/>
                  </a:cubicBezTo>
                  <a:cubicBezTo>
                    <a:pt x="144" y="137"/>
                    <a:pt x="144" y="137"/>
                    <a:pt x="144" y="137"/>
                  </a:cubicBezTo>
                  <a:cubicBezTo>
                    <a:pt x="143" y="138"/>
                    <a:pt x="142" y="138"/>
                    <a:pt x="141" y="138"/>
                  </a:cubicBezTo>
                  <a:cubicBezTo>
                    <a:pt x="141" y="138"/>
                    <a:pt x="142" y="138"/>
                    <a:pt x="142" y="138"/>
                  </a:cubicBezTo>
                  <a:cubicBezTo>
                    <a:pt x="142" y="138"/>
                    <a:pt x="141" y="138"/>
                    <a:pt x="141" y="138"/>
                  </a:cubicBezTo>
                  <a:cubicBezTo>
                    <a:pt x="141" y="137"/>
                    <a:pt x="141" y="137"/>
                    <a:pt x="142" y="137"/>
                  </a:cubicBezTo>
                  <a:cubicBezTo>
                    <a:pt x="142" y="137"/>
                    <a:pt x="141" y="137"/>
                    <a:pt x="141" y="137"/>
                  </a:cubicBezTo>
                  <a:cubicBezTo>
                    <a:pt x="141" y="137"/>
                    <a:pt x="142" y="137"/>
                    <a:pt x="142" y="137"/>
                  </a:cubicBezTo>
                  <a:cubicBezTo>
                    <a:pt x="143" y="136"/>
                    <a:pt x="143" y="137"/>
                    <a:pt x="144" y="136"/>
                  </a:cubicBezTo>
                  <a:cubicBezTo>
                    <a:pt x="143" y="137"/>
                    <a:pt x="143" y="137"/>
                    <a:pt x="143" y="136"/>
                  </a:cubicBezTo>
                  <a:cubicBezTo>
                    <a:pt x="143" y="136"/>
                    <a:pt x="144" y="136"/>
                    <a:pt x="144" y="136"/>
                  </a:cubicBezTo>
                  <a:cubicBezTo>
                    <a:pt x="144" y="136"/>
                    <a:pt x="145" y="136"/>
                    <a:pt x="145" y="136"/>
                  </a:cubicBezTo>
                  <a:cubicBezTo>
                    <a:pt x="144" y="136"/>
                    <a:pt x="144" y="136"/>
                    <a:pt x="144" y="136"/>
                  </a:cubicBezTo>
                  <a:cubicBezTo>
                    <a:pt x="144" y="136"/>
                    <a:pt x="144" y="136"/>
                    <a:pt x="145" y="136"/>
                  </a:cubicBezTo>
                  <a:cubicBezTo>
                    <a:pt x="145" y="136"/>
                    <a:pt x="145" y="136"/>
                    <a:pt x="145" y="136"/>
                  </a:cubicBezTo>
                  <a:cubicBezTo>
                    <a:pt x="145" y="136"/>
                    <a:pt x="145" y="136"/>
                    <a:pt x="145" y="136"/>
                  </a:cubicBezTo>
                  <a:cubicBezTo>
                    <a:pt x="145" y="135"/>
                    <a:pt x="146" y="135"/>
                    <a:pt x="146" y="135"/>
                  </a:cubicBezTo>
                  <a:cubicBezTo>
                    <a:pt x="146" y="134"/>
                    <a:pt x="147" y="134"/>
                    <a:pt x="147" y="134"/>
                  </a:cubicBezTo>
                  <a:cubicBezTo>
                    <a:pt x="147" y="135"/>
                    <a:pt x="147" y="135"/>
                    <a:pt x="147" y="135"/>
                  </a:cubicBezTo>
                  <a:cubicBezTo>
                    <a:pt x="147" y="135"/>
                    <a:pt x="147" y="135"/>
                    <a:pt x="147" y="135"/>
                  </a:cubicBezTo>
                  <a:cubicBezTo>
                    <a:pt x="147" y="135"/>
                    <a:pt x="147" y="135"/>
                    <a:pt x="148" y="135"/>
                  </a:cubicBezTo>
                  <a:cubicBezTo>
                    <a:pt x="147" y="135"/>
                    <a:pt x="148" y="134"/>
                    <a:pt x="148" y="134"/>
                  </a:cubicBezTo>
                  <a:cubicBezTo>
                    <a:pt x="149" y="134"/>
                    <a:pt x="148" y="135"/>
                    <a:pt x="149" y="135"/>
                  </a:cubicBezTo>
                  <a:cubicBezTo>
                    <a:pt x="148" y="135"/>
                    <a:pt x="147" y="135"/>
                    <a:pt x="147" y="135"/>
                  </a:cubicBezTo>
                  <a:cubicBezTo>
                    <a:pt x="147" y="135"/>
                    <a:pt x="150" y="136"/>
                    <a:pt x="150" y="135"/>
                  </a:cubicBezTo>
                  <a:cubicBezTo>
                    <a:pt x="150" y="135"/>
                    <a:pt x="150" y="135"/>
                    <a:pt x="150" y="135"/>
                  </a:cubicBezTo>
                  <a:cubicBezTo>
                    <a:pt x="150" y="134"/>
                    <a:pt x="151" y="134"/>
                    <a:pt x="152" y="134"/>
                  </a:cubicBezTo>
                  <a:cubicBezTo>
                    <a:pt x="152" y="134"/>
                    <a:pt x="154" y="133"/>
                    <a:pt x="154" y="133"/>
                  </a:cubicBezTo>
                  <a:cubicBezTo>
                    <a:pt x="153" y="133"/>
                    <a:pt x="151" y="134"/>
                    <a:pt x="151" y="134"/>
                  </a:cubicBezTo>
                  <a:cubicBezTo>
                    <a:pt x="150" y="135"/>
                    <a:pt x="150" y="135"/>
                    <a:pt x="149" y="134"/>
                  </a:cubicBezTo>
                  <a:cubicBezTo>
                    <a:pt x="149" y="134"/>
                    <a:pt x="150" y="134"/>
                    <a:pt x="150" y="134"/>
                  </a:cubicBezTo>
                  <a:cubicBezTo>
                    <a:pt x="150" y="134"/>
                    <a:pt x="149" y="134"/>
                    <a:pt x="149" y="134"/>
                  </a:cubicBezTo>
                  <a:cubicBezTo>
                    <a:pt x="149" y="133"/>
                    <a:pt x="149" y="133"/>
                    <a:pt x="150" y="133"/>
                  </a:cubicBezTo>
                  <a:cubicBezTo>
                    <a:pt x="149" y="133"/>
                    <a:pt x="149" y="133"/>
                    <a:pt x="148" y="134"/>
                  </a:cubicBezTo>
                  <a:cubicBezTo>
                    <a:pt x="149" y="133"/>
                    <a:pt x="149" y="133"/>
                    <a:pt x="150" y="133"/>
                  </a:cubicBezTo>
                  <a:cubicBezTo>
                    <a:pt x="150" y="133"/>
                    <a:pt x="150" y="133"/>
                    <a:pt x="150" y="133"/>
                  </a:cubicBezTo>
                  <a:cubicBezTo>
                    <a:pt x="150" y="133"/>
                    <a:pt x="150" y="132"/>
                    <a:pt x="150" y="132"/>
                  </a:cubicBezTo>
                  <a:cubicBezTo>
                    <a:pt x="149" y="132"/>
                    <a:pt x="149" y="133"/>
                    <a:pt x="148" y="133"/>
                  </a:cubicBezTo>
                  <a:cubicBezTo>
                    <a:pt x="149" y="133"/>
                    <a:pt x="147" y="134"/>
                    <a:pt x="147" y="134"/>
                  </a:cubicBezTo>
                  <a:cubicBezTo>
                    <a:pt x="147" y="133"/>
                    <a:pt x="147" y="133"/>
                    <a:pt x="147" y="133"/>
                  </a:cubicBezTo>
                  <a:cubicBezTo>
                    <a:pt x="147" y="133"/>
                    <a:pt x="147" y="133"/>
                    <a:pt x="147" y="133"/>
                  </a:cubicBezTo>
                  <a:cubicBezTo>
                    <a:pt x="147" y="133"/>
                    <a:pt x="148" y="132"/>
                    <a:pt x="148" y="132"/>
                  </a:cubicBezTo>
                  <a:cubicBezTo>
                    <a:pt x="147" y="132"/>
                    <a:pt x="149" y="132"/>
                    <a:pt x="149" y="131"/>
                  </a:cubicBezTo>
                  <a:cubicBezTo>
                    <a:pt x="149" y="131"/>
                    <a:pt x="148" y="132"/>
                    <a:pt x="148" y="131"/>
                  </a:cubicBezTo>
                  <a:cubicBezTo>
                    <a:pt x="148" y="131"/>
                    <a:pt x="148" y="131"/>
                    <a:pt x="148" y="131"/>
                  </a:cubicBezTo>
                  <a:cubicBezTo>
                    <a:pt x="148" y="131"/>
                    <a:pt x="148" y="130"/>
                    <a:pt x="149" y="130"/>
                  </a:cubicBezTo>
                  <a:cubicBezTo>
                    <a:pt x="149" y="131"/>
                    <a:pt x="150" y="132"/>
                    <a:pt x="150" y="132"/>
                  </a:cubicBezTo>
                  <a:cubicBezTo>
                    <a:pt x="150" y="131"/>
                    <a:pt x="150" y="131"/>
                    <a:pt x="151" y="132"/>
                  </a:cubicBezTo>
                  <a:cubicBezTo>
                    <a:pt x="151" y="132"/>
                    <a:pt x="151" y="132"/>
                    <a:pt x="152" y="132"/>
                  </a:cubicBezTo>
                  <a:cubicBezTo>
                    <a:pt x="151" y="132"/>
                    <a:pt x="151" y="132"/>
                    <a:pt x="152" y="131"/>
                  </a:cubicBezTo>
                  <a:cubicBezTo>
                    <a:pt x="152" y="131"/>
                    <a:pt x="151" y="131"/>
                    <a:pt x="151" y="131"/>
                  </a:cubicBezTo>
                  <a:cubicBezTo>
                    <a:pt x="151" y="131"/>
                    <a:pt x="151" y="131"/>
                    <a:pt x="151" y="131"/>
                  </a:cubicBezTo>
                  <a:cubicBezTo>
                    <a:pt x="151" y="131"/>
                    <a:pt x="151" y="131"/>
                    <a:pt x="151" y="131"/>
                  </a:cubicBezTo>
                  <a:cubicBezTo>
                    <a:pt x="151" y="131"/>
                    <a:pt x="151" y="130"/>
                    <a:pt x="151" y="130"/>
                  </a:cubicBezTo>
                  <a:cubicBezTo>
                    <a:pt x="151" y="130"/>
                    <a:pt x="150" y="131"/>
                    <a:pt x="150" y="131"/>
                  </a:cubicBezTo>
                  <a:cubicBezTo>
                    <a:pt x="150" y="131"/>
                    <a:pt x="150" y="130"/>
                    <a:pt x="150" y="130"/>
                  </a:cubicBezTo>
                  <a:cubicBezTo>
                    <a:pt x="150" y="130"/>
                    <a:pt x="150" y="131"/>
                    <a:pt x="150" y="131"/>
                  </a:cubicBezTo>
                  <a:cubicBezTo>
                    <a:pt x="149" y="131"/>
                    <a:pt x="149" y="130"/>
                    <a:pt x="150" y="130"/>
                  </a:cubicBezTo>
                  <a:cubicBezTo>
                    <a:pt x="149" y="130"/>
                    <a:pt x="149" y="129"/>
                    <a:pt x="150" y="129"/>
                  </a:cubicBezTo>
                  <a:cubicBezTo>
                    <a:pt x="150" y="129"/>
                    <a:pt x="151" y="129"/>
                    <a:pt x="151" y="129"/>
                  </a:cubicBezTo>
                  <a:cubicBezTo>
                    <a:pt x="151" y="129"/>
                    <a:pt x="151" y="129"/>
                    <a:pt x="151" y="129"/>
                  </a:cubicBezTo>
                  <a:cubicBezTo>
                    <a:pt x="151" y="130"/>
                    <a:pt x="152" y="130"/>
                    <a:pt x="152" y="130"/>
                  </a:cubicBezTo>
                  <a:cubicBezTo>
                    <a:pt x="152" y="130"/>
                    <a:pt x="152" y="130"/>
                    <a:pt x="151" y="129"/>
                  </a:cubicBezTo>
                  <a:cubicBezTo>
                    <a:pt x="151" y="129"/>
                    <a:pt x="151" y="129"/>
                    <a:pt x="151" y="129"/>
                  </a:cubicBezTo>
                  <a:cubicBezTo>
                    <a:pt x="150" y="128"/>
                    <a:pt x="151" y="128"/>
                    <a:pt x="152" y="128"/>
                  </a:cubicBezTo>
                  <a:cubicBezTo>
                    <a:pt x="152" y="128"/>
                    <a:pt x="151" y="128"/>
                    <a:pt x="151" y="128"/>
                  </a:cubicBezTo>
                  <a:cubicBezTo>
                    <a:pt x="151" y="126"/>
                    <a:pt x="154" y="127"/>
                    <a:pt x="155" y="128"/>
                  </a:cubicBezTo>
                  <a:cubicBezTo>
                    <a:pt x="155" y="127"/>
                    <a:pt x="154" y="127"/>
                    <a:pt x="153" y="126"/>
                  </a:cubicBezTo>
                  <a:cubicBezTo>
                    <a:pt x="153" y="126"/>
                    <a:pt x="153" y="126"/>
                    <a:pt x="154" y="125"/>
                  </a:cubicBezTo>
                  <a:cubicBezTo>
                    <a:pt x="153" y="125"/>
                    <a:pt x="152" y="126"/>
                    <a:pt x="151" y="126"/>
                  </a:cubicBezTo>
                  <a:cubicBezTo>
                    <a:pt x="152" y="126"/>
                    <a:pt x="152" y="126"/>
                    <a:pt x="152" y="126"/>
                  </a:cubicBezTo>
                  <a:cubicBezTo>
                    <a:pt x="152" y="126"/>
                    <a:pt x="152" y="126"/>
                    <a:pt x="151" y="126"/>
                  </a:cubicBezTo>
                  <a:cubicBezTo>
                    <a:pt x="152" y="125"/>
                    <a:pt x="153" y="125"/>
                    <a:pt x="153" y="125"/>
                  </a:cubicBezTo>
                  <a:cubicBezTo>
                    <a:pt x="154" y="125"/>
                    <a:pt x="155" y="124"/>
                    <a:pt x="155" y="124"/>
                  </a:cubicBezTo>
                  <a:cubicBezTo>
                    <a:pt x="156" y="124"/>
                    <a:pt x="156" y="124"/>
                    <a:pt x="157" y="124"/>
                  </a:cubicBezTo>
                  <a:cubicBezTo>
                    <a:pt x="157" y="124"/>
                    <a:pt x="158" y="124"/>
                    <a:pt x="157" y="124"/>
                  </a:cubicBezTo>
                  <a:cubicBezTo>
                    <a:pt x="158" y="124"/>
                    <a:pt x="157" y="125"/>
                    <a:pt x="158" y="125"/>
                  </a:cubicBezTo>
                  <a:cubicBezTo>
                    <a:pt x="158" y="125"/>
                    <a:pt x="158" y="125"/>
                    <a:pt x="159" y="125"/>
                  </a:cubicBezTo>
                  <a:cubicBezTo>
                    <a:pt x="159" y="125"/>
                    <a:pt x="160" y="125"/>
                    <a:pt x="160" y="125"/>
                  </a:cubicBezTo>
                  <a:cubicBezTo>
                    <a:pt x="160" y="124"/>
                    <a:pt x="159" y="124"/>
                    <a:pt x="159" y="124"/>
                  </a:cubicBezTo>
                  <a:cubicBezTo>
                    <a:pt x="158" y="124"/>
                    <a:pt x="158" y="124"/>
                    <a:pt x="158" y="124"/>
                  </a:cubicBezTo>
                  <a:cubicBezTo>
                    <a:pt x="158" y="124"/>
                    <a:pt x="160" y="124"/>
                    <a:pt x="159" y="124"/>
                  </a:cubicBezTo>
                  <a:cubicBezTo>
                    <a:pt x="159" y="124"/>
                    <a:pt x="162" y="123"/>
                    <a:pt x="162" y="123"/>
                  </a:cubicBezTo>
                  <a:cubicBezTo>
                    <a:pt x="162" y="123"/>
                    <a:pt x="159" y="124"/>
                    <a:pt x="159" y="124"/>
                  </a:cubicBezTo>
                  <a:cubicBezTo>
                    <a:pt x="159" y="124"/>
                    <a:pt x="159" y="124"/>
                    <a:pt x="159" y="123"/>
                  </a:cubicBezTo>
                  <a:cubicBezTo>
                    <a:pt x="159" y="123"/>
                    <a:pt x="159" y="124"/>
                    <a:pt x="158" y="124"/>
                  </a:cubicBezTo>
                  <a:cubicBezTo>
                    <a:pt x="158" y="124"/>
                    <a:pt x="158" y="123"/>
                    <a:pt x="158" y="123"/>
                  </a:cubicBezTo>
                  <a:cubicBezTo>
                    <a:pt x="157" y="123"/>
                    <a:pt x="157" y="124"/>
                    <a:pt x="156" y="124"/>
                  </a:cubicBezTo>
                  <a:cubicBezTo>
                    <a:pt x="156" y="124"/>
                    <a:pt x="155" y="124"/>
                    <a:pt x="155" y="124"/>
                  </a:cubicBezTo>
                  <a:cubicBezTo>
                    <a:pt x="155" y="124"/>
                    <a:pt x="154" y="124"/>
                    <a:pt x="154" y="124"/>
                  </a:cubicBezTo>
                  <a:cubicBezTo>
                    <a:pt x="154" y="124"/>
                    <a:pt x="154" y="124"/>
                    <a:pt x="154" y="124"/>
                  </a:cubicBezTo>
                  <a:cubicBezTo>
                    <a:pt x="155" y="124"/>
                    <a:pt x="156" y="123"/>
                    <a:pt x="157" y="123"/>
                  </a:cubicBezTo>
                  <a:cubicBezTo>
                    <a:pt x="157" y="123"/>
                    <a:pt x="157" y="123"/>
                    <a:pt x="156" y="123"/>
                  </a:cubicBezTo>
                  <a:cubicBezTo>
                    <a:pt x="156" y="123"/>
                    <a:pt x="154" y="123"/>
                    <a:pt x="155" y="123"/>
                  </a:cubicBezTo>
                  <a:cubicBezTo>
                    <a:pt x="155" y="123"/>
                    <a:pt x="154" y="123"/>
                    <a:pt x="154" y="123"/>
                  </a:cubicBezTo>
                  <a:cubicBezTo>
                    <a:pt x="154" y="122"/>
                    <a:pt x="155" y="122"/>
                    <a:pt x="154" y="122"/>
                  </a:cubicBezTo>
                  <a:cubicBezTo>
                    <a:pt x="154" y="122"/>
                    <a:pt x="154" y="122"/>
                    <a:pt x="155" y="122"/>
                  </a:cubicBezTo>
                  <a:cubicBezTo>
                    <a:pt x="154" y="121"/>
                    <a:pt x="154" y="121"/>
                    <a:pt x="153" y="121"/>
                  </a:cubicBezTo>
                  <a:cubicBezTo>
                    <a:pt x="154" y="121"/>
                    <a:pt x="154" y="121"/>
                    <a:pt x="155" y="121"/>
                  </a:cubicBezTo>
                  <a:cubicBezTo>
                    <a:pt x="155" y="121"/>
                    <a:pt x="156" y="121"/>
                    <a:pt x="155" y="122"/>
                  </a:cubicBezTo>
                  <a:cubicBezTo>
                    <a:pt x="156" y="122"/>
                    <a:pt x="156" y="122"/>
                    <a:pt x="156" y="122"/>
                  </a:cubicBezTo>
                  <a:cubicBezTo>
                    <a:pt x="156" y="122"/>
                    <a:pt x="156" y="122"/>
                    <a:pt x="156" y="122"/>
                  </a:cubicBezTo>
                  <a:cubicBezTo>
                    <a:pt x="155" y="121"/>
                    <a:pt x="156" y="121"/>
                    <a:pt x="156" y="121"/>
                  </a:cubicBezTo>
                  <a:cubicBezTo>
                    <a:pt x="157" y="121"/>
                    <a:pt x="158" y="121"/>
                    <a:pt x="158" y="121"/>
                  </a:cubicBezTo>
                  <a:cubicBezTo>
                    <a:pt x="158" y="121"/>
                    <a:pt x="157" y="121"/>
                    <a:pt x="157" y="121"/>
                  </a:cubicBezTo>
                  <a:cubicBezTo>
                    <a:pt x="158" y="120"/>
                    <a:pt x="158" y="120"/>
                    <a:pt x="159" y="120"/>
                  </a:cubicBezTo>
                  <a:cubicBezTo>
                    <a:pt x="158" y="120"/>
                    <a:pt x="157" y="121"/>
                    <a:pt x="156" y="121"/>
                  </a:cubicBezTo>
                  <a:cubicBezTo>
                    <a:pt x="155" y="121"/>
                    <a:pt x="156" y="120"/>
                    <a:pt x="156" y="120"/>
                  </a:cubicBezTo>
                  <a:cubicBezTo>
                    <a:pt x="156" y="120"/>
                    <a:pt x="155" y="120"/>
                    <a:pt x="155" y="120"/>
                  </a:cubicBezTo>
                  <a:cubicBezTo>
                    <a:pt x="155" y="120"/>
                    <a:pt x="157" y="120"/>
                    <a:pt x="157" y="120"/>
                  </a:cubicBezTo>
                  <a:cubicBezTo>
                    <a:pt x="157" y="119"/>
                    <a:pt x="156" y="119"/>
                    <a:pt x="155" y="119"/>
                  </a:cubicBezTo>
                  <a:cubicBezTo>
                    <a:pt x="156" y="119"/>
                    <a:pt x="157" y="119"/>
                    <a:pt x="157" y="119"/>
                  </a:cubicBezTo>
                  <a:cubicBezTo>
                    <a:pt x="158" y="119"/>
                    <a:pt x="158" y="119"/>
                    <a:pt x="158" y="119"/>
                  </a:cubicBezTo>
                  <a:cubicBezTo>
                    <a:pt x="158" y="119"/>
                    <a:pt x="158" y="119"/>
                    <a:pt x="158" y="119"/>
                  </a:cubicBezTo>
                  <a:cubicBezTo>
                    <a:pt x="157" y="119"/>
                    <a:pt x="158" y="119"/>
                    <a:pt x="158" y="119"/>
                  </a:cubicBezTo>
                  <a:cubicBezTo>
                    <a:pt x="158" y="119"/>
                    <a:pt x="157" y="119"/>
                    <a:pt x="157" y="119"/>
                  </a:cubicBezTo>
                  <a:cubicBezTo>
                    <a:pt x="157" y="118"/>
                    <a:pt x="160" y="119"/>
                    <a:pt x="161" y="118"/>
                  </a:cubicBezTo>
                  <a:cubicBezTo>
                    <a:pt x="160" y="118"/>
                    <a:pt x="159" y="118"/>
                    <a:pt x="158" y="118"/>
                  </a:cubicBezTo>
                  <a:cubicBezTo>
                    <a:pt x="159" y="118"/>
                    <a:pt x="158" y="118"/>
                    <a:pt x="158" y="118"/>
                  </a:cubicBezTo>
                  <a:cubicBezTo>
                    <a:pt x="158" y="118"/>
                    <a:pt x="158" y="118"/>
                    <a:pt x="157" y="118"/>
                  </a:cubicBezTo>
                  <a:cubicBezTo>
                    <a:pt x="157" y="117"/>
                    <a:pt x="157" y="117"/>
                    <a:pt x="157" y="117"/>
                  </a:cubicBezTo>
                  <a:cubicBezTo>
                    <a:pt x="158" y="117"/>
                    <a:pt x="159" y="117"/>
                    <a:pt x="159" y="117"/>
                  </a:cubicBezTo>
                  <a:cubicBezTo>
                    <a:pt x="159" y="117"/>
                    <a:pt x="159" y="117"/>
                    <a:pt x="159" y="117"/>
                  </a:cubicBezTo>
                  <a:cubicBezTo>
                    <a:pt x="159" y="117"/>
                    <a:pt x="160" y="116"/>
                    <a:pt x="161" y="117"/>
                  </a:cubicBezTo>
                  <a:cubicBezTo>
                    <a:pt x="161" y="117"/>
                    <a:pt x="160" y="117"/>
                    <a:pt x="160" y="117"/>
                  </a:cubicBezTo>
                  <a:cubicBezTo>
                    <a:pt x="160" y="117"/>
                    <a:pt x="161" y="117"/>
                    <a:pt x="161" y="117"/>
                  </a:cubicBezTo>
                  <a:cubicBezTo>
                    <a:pt x="161" y="117"/>
                    <a:pt x="161" y="116"/>
                    <a:pt x="161" y="116"/>
                  </a:cubicBezTo>
                  <a:cubicBezTo>
                    <a:pt x="161" y="116"/>
                    <a:pt x="162" y="116"/>
                    <a:pt x="162" y="117"/>
                  </a:cubicBezTo>
                  <a:cubicBezTo>
                    <a:pt x="162" y="117"/>
                    <a:pt x="163" y="116"/>
                    <a:pt x="162" y="116"/>
                  </a:cubicBezTo>
                  <a:cubicBezTo>
                    <a:pt x="163" y="116"/>
                    <a:pt x="164" y="116"/>
                    <a:pt x="164" y="116"/>
                  </a:cubicBezTo>
                  <a:cubicBezTo>
                    <a:pt x="164" y="116"/>
                    <a:pt x="165" y="116"/>
                    <a:pt x="165" y="116"/>
                  </a:cubicBezTo>
                  <a:cubicBezTo>
                    <a:pt x="165" y="115"/>
                    <a:pt x="163" y="116"/>
                    <a:pt x="163" y="116"/>
                  </a:cubicBezTo>
                  <a:cubicBezTo>
                    <a:pt x="163" y="116"/>
                    <a:pt x="163" y="115"/>
                    <a:pt x="163" y="115"/>
                  </a:cubicBezTo>
                  <a:cubicBezTo>
                    <a:pt x="163" y="115"/>
                    <a:pt x="164" y="115"/>
                    <a:pt x="164" y="115"/>
                  </a:cubicBezTo>
                  <a:cubicBezTo>
                    <a:pt x="164" y="115"/>
                    <a:pt x="166" y="115"/>
                    <a:pt x="165" y="115"/>
                  </a:cubicBezTo>
                  <a:cubicBezTo>
                    <a:pt x="166" y="114"/>
                    <a:pt x="167" y="114"/>
                    <a:pt x="168" y="114"/>
                  </a:cubicBezTo>
                  <a:cubicBezTo>
                    <a:pt x="167" y="115"/>
                    <a:pt x="167" y="115"/>
                    <a:pt x="168" y="115"/>
                  </a:cubicBezTo>
                  <a:cubicBezTo>
                    <a:pt x="168" y="115"/>
                    <a:pt x="167" y="115"/>
                    <a:pt x="168" y="115"/>
                  </a:cubicBezTo>
                  <a:cubicBezTo>
                    <a:pt x="168" y="114"/>
                    <a:pt x="169" y="115"/>
                    <a:pt x="169" y="115"/>
                  </a:cubicBezTo>
                  <a:cubicBezTo>
                    <a:pt x="170" y="115"/>
                    <a:pt x="171" y="115"/>
                    <a:pt x="171" y="115"/>
                  </a:cubicBezTo>
                  <a:cubicBezTo>
                    <a:pt x="171" y="115"/>
                    <a:pt x="170" y="116"/>
                    <a:pt x="171" y="116"/>
                  </a:cubicBezTo>
                  <a:cubicBezTo>
                    <a:pt x="171" y="115"/>
                    <a:pt x="171" y="114"/>
                    <a:pt x="171" y="114"/>
                  </a:cubicBezTo>
                  <a:cubicBezTo>
                    <a:pt x="171" y="114"/>
                    <a:pt x="172" y="115"/>
                    <a:pt x="173" y="115"/>
                  </a:cubicBezTo>
                  <a:cubicBezTo>
                    <a:pt x="173" y="114"/>
                    <a:pt x="172" y="114"/>
                    <a:pt x="171" y="114"/>
                  </a:cubicBezTo>
                  <a:cubicBezTo>
                    <a:pt x="171" y="114"/>
                    <a:pt x="170" y="115"/>
                    <a:pt x="170" y="114"/>
                  </a:cubicBezTo>
                  <a:cubicBezTo>
                    <a:pt x="170" y="114"/>
                    <a:pt x="170" y="114"/>
                    <a:pt x="170" y="114"/>
                  </a:cubicBezTo>
                  <a:cubicBezTo>
                    <a:pt x="169" y="114"/>
                    <a:pt x="169" y="114"/>
                    <a:pt x="168" y="114"/>
                  </a:cubicBezTo>
                  <a:cubicBezTo>
                    <a:pt x="170" y="114"/>
                    <a:pt x="167" y="113"/>
                    <a:pt x="168" y="114"/>
                  </a:cubicBezTo>
                  <a:cubicBezTo>
                    <a:pt x="167" y="114"/>
                    <a:pt x="167" y="114"/>
                    <a:pt x="166" y="114"/>
                  </a:cubicBezTo>
                  <a:cubicBezTo>
                    <a:pt x="166" y="114"/>
                    <a:pt x="166" y="114"/>
                    <a:pt x="166" y="114"/>
                  </a:cubicBezTo>
                  <a:cubicBezTo>
                    <a:pt x="165" y="114"/>
                    <a:pt x="164" y="114"/>
                    <a:pt x="163" y="114"/>
                  </a:cubicBezTo>
                  <a:cubicBezTo>
                    <a:pt x="163" y="114"/>
                    <a:pt x="163" y="114"/>
                    <a:pt x="164" y="114"/>
                  </a:cubicBezTo>
                  <a:cubicBezTo>
                    <a:pt x="164" y="114"/>
                    <a:pt x="165" y="113"/>
                    <a:pt x="165" y="113"/>
                  </a:cubicBezTo>
                  <a:cubicBezTo>
                    <a:pt x="165" y="113"/>
                    <a:pt x="165" y="113"/>
                    <a:pt x="165" y="113"/>
                  </a:cubicBezTo>
                  <a:cubicBezTo>
                    <a:pt x="165" y="113"/>
                    <a:pt x="165" y="113"/>
                    <a:pt x="166" y="113"/>
                  </a:cubicBezTo>
                  <a:cubicBezTo>
                    <a:pt x="166" y="113"/>
                    <a:pt x="167" y="112"/>
                    <a:pt x="167" y="113"/>
                  </a:cubicBezTo>
                  <a:cubicBezTo>
                    <a:pt x="167" y="113"/>
                    <a:pt x="167" y="113"/>
                    <a:pt x="166" y="113"/>
                  </a:cubicBezTo>
                  <a:cubicBezTo>
                    <a:pt x="167" y="113"/>
                    <a:pt x="168" y="112"/>
                    <a:pt x="168" y="112"/>
                  </a:cubicBezTo>
                  <a:cubicBezTo>
                    <a:pt x="167" y="112"/>
                    <a:pt x="166" y="113"/>
                    <a:pt x="165" y="112"/>
                  </a:cubicBezTo>
                  <a:cubicBezTo>
                    <a:pt x="166" y="112"/>
                    <a:pt x="167" y="111"/>
                    <a:pt x="168" y="111"/>
                  </a:cubicBezTo>
                  <a:cubicBezTo>
                    <a:pt x="169" y="111"/>
                    <a:pt x="169" y="111"/>
                    <a:pt x="169" y="111"/>
                  </a:cubicBezTo>
                  <a:cubicBezTo>
                    <a:pt x="168" y="111"/>
                    <a:pt x="168" y="111"/>
                    <a:pt x="168" y="111"/>
                  </a:cubicBezTo>
                  <a:cubicBezTo>
                    <a:pt x="168" y="111"/>
                    <a:pt x="168" y="112"/>
                    <a:pt x="168" y="112"/>
                  </a:cubicBezTo>
                  <a:cubicBezTo>
                    <a:pt x="168" y="112"/>
                    <a:pt x="168" y="112"/>
                    <a:pt x="167" y="112"/>
                  </a:cubicBezTo>
                  <a:cubicBezTo>
                    <a:pt x="168" y="112"/>
                    <a:pt x="169" y="111"/>
                    <a:pt x="169" y="112"/>
                  </a:cubicBezTo>
                  <a:cubicBezTo>
                    <a:pt x="169" y="112"/>
                    <a:pt x="168" y="113"/>
                    <a:pt x="169" y="112"/>
                  </a:cubicBezTo>
                  <a:cubicBezTo>
                    <a:pt x="169" y="112"/>
                    <a:pt x="170" y="112"/>
                    <a:pt x="170" y="112"/>
                  </a:cubicBezTo>
                  <a:cubicBezTo>
                    <a:pt x="171" y="112"/>
                    <a:pt x="171" y="112"/>
                    <a:pt x="172" y="113"/>
                  </a:cubicBezTo>
                  <a:cubicBezTo>
                    <a:pt x="172" y="113"/>
                    <a:pt x="172" y="113"/>
                    <a:pt x="172" y="113"/>
                  </a:cubicBezTo>
                  <a:cubicBezTo>
                    <a:pt x="172" y="113"/>
                    <a:pt x="172" y="113"/>
                    <a:pt x="172" y="113"/>
                  </a:cubicBezTo>
                  <a:cubicBezTo>
                    <a:pt x="173" y="113"/>
                    <a:pt x="173" y="113"/>
                    <a:pt x="173" y="113"/>
                  </a:cubicBezTo>
                  <a:cubicBezTo>
                    <a:pt x="173" y="113"/>
                    <a:pt x="172" y="113"/>
                    <a:pt x="173" y="113"/>
                  </a:cubicBezTo>
                  <a:cubicBezTo>
                    <a:pt x="172" y="113"/>
                    <a:pt x="172" y="113"/>
                    <a:pt x="172" y="113"/>
                  </a:cubicBezTo>
                  <a:cubicBezTo>
                    <a:pt x="172" y="113"/>
                    <a:pt x="171" y="112"/>
                    <a:pt x="172" y="112"/>
                  </a:cubicBezTo>
                  <a:cubicBezTo>
                    <a:pt x="172" y="112"/>
                    <a:pt x="172" y="112"/>
                    <a:pt x="172" y="112"/>
                  </a:cubicBezTo>
                  <a:cubicBezTo>
                    <a:pt x="172" y="111"/>
                    <a:pt x="173" y="111"/>
                    <a:pt x="174" y="111"/>
                  </a:cubicBezTo>
                  <a:cubicBezTo>
                    <a:pt x="173" y="111"/>
                    <a:pt x="171" y="112"/>
                    <a:pt x="170" y="112"/>
                  </a:cubicBezTo>
                  <a:cubicBezTo>
                    <a:pt x="170" y="112"/>
                    <a:pt x="169" y="111"/>
                    <a:pt x="169" y="111"/>
                  </a:cubicBezTo>
                  <a:cubicBezTo>
                    <a:pt x="169" y="111"/>
                    <a:pt x="171" y="111"/>
                    <a:pt x="171" y="111"/>
                  </a:cubicBezTo>
                  <a:cubicBezTo>
                    <a:pt x="171" y="111"/>
                    <a:pt x="169" y="111"/>
                    <a:pt x="169" y="111"/>
                  </a:cubicBezTo>
                  <a:cubicBezTo>
                    <a:pt x="169" y="110"/>
                    <a:pt x="170" y="110"/>
                    <a:pt x="170" y="110"/>
                  </a:cubicBezTo>
                  <a:cubicBezTo>
                    <a:pt x="170" y="110"/>
                    <a:pt x="170" y="110"/>
                    <a:pt x="170" y="110"/>
                  </a:cubicBezTo>
                  <a:cubicBezTo>
                    <a:pt x="170" y="109"/>
                    <a:pt x="171" y="110"/>
                    <a:pt x="171" y="110"/>
                  </a:cubicBezTo>
                  <a:cubicBezTo>
                    <a:pt x="171" y="110"/>
                    <a:pt x="171" y="110"/>
                    <a:pt x="172" y="110"/>
                  </a:cubicBezTo>
                  <a:cubicBezTo>
                    <a:pt x="171" y="110"/>
                    <a:pt x="171" y="110"/>
                    <a:pt x="171" y="110"/>
                  </a:cubicBezTo>
                  <a:cubicBezTo>
                    <a:pt x="171" y="109"/>
                    <a:pt x="172" y="109"/>
                    <a:pt x="172" y="110"/>
                  </a:cubicBezTo>
                  <a:cubicBezTo>
                    <a:pt x="172" y="110"/>
                    <a:pt x="174" y="110"/>
                    <a:pt x="174" y="110"/>
                  </a:cubicBezTo>
                  <a:cubicBezTo>
                    <a:pt x="173" y="110"/>
                    <a:pt x="173" y="109"/>
                    <a:pt x="172" y="109"/>
                  </a:cubicBezTo>
                  <a:cubicBezTo>
                    <a:pt x="172" y="109"/>
                    <a:pt x="171" y="109"/>
                    <a:pt x="171" y="109"/>
                  </a:cubicBezTo>
                  <a:cubicBezTo>
                    <a:pt x="171" y="109"/>
                    <a:pt x="170" y="109"/>
                    <a:pt x="170" y="108"/>
                  </a:cubicBezTo>
                  <a:cubicBezTo>
                    <a:pt x="170" y="109"/>
                    <a:pt x="170" y="109"/>
                    <a:pt x="170" y="109"/>
                  </a:cubicBezTo>
                  <a:cubicBezTo>
                    <a:pt x="169" y="109"/>
                    <a:pt x="169" y="109"/>
                    <a:pt x="169" y="110"/>
                  </a:cubicBezTo>
                  <a:cubicBezTo>
                    <a:pt x="169" y="110"/>
                    <a:pt x="169" y="110"/>
                    <a:pt x="169" y="110"/>
                  </a:cubicBezTo>
                  <a:cubicBezTo>
                    <a:pt x="168" y="110"/>
                    <a:pt x="167" y="111"/>
                    <a:pt x="166" y="110"/>
                  </a:cubicBezTo>
                  <a:cubicBezTo>
                    <a:pt x="166" y="110"/>
                    <a:pt x="166" y="110"/>
                    <a:pt x="167" y="110"/>
                  </a:cubicBezTo>
                  <a:cubicBezTo>
                    <a:pt x="166" y="110"/>
                    <a:pt x="166" y="110"/>
                    <a:pt x="166" y="110"/>
                  </a:cubicBezTo>
                  <a:cubicBezTo>
                    <a:pt x="167" y="109"/>
                    <a:pt x="168" y="110"/>
                    <a:pt x="168" y="110"/>
                  </a:cubicBezTo>
                  <a:cubicBezTo>
                    <a:pt x="168" y="109"/>
                    <a:pt x="167" y="110"/>
                    <a:pt x="168" y="109"/>
                  </a:cubicBezTo>
                  <a:cubicBezTo>
                    <a:pt x="167" y="109"/>
                    <a:pt x="167" y="109"/>
                    <a:pt x="166" y="109"/>
                  </a:cubicBezTo>
                  <a:cubicBezTo>
                    <a:pt x="167" y="109"/>
                    <a:pt x="165" y="109"/>
                    <a:pt x="166" y="109"/>
                  </a:cubicBezTo>
                  <a:cubicBezTo>
                    <a:pt x="167" y="109"/>
                    <a:pt x="168" y="109"/>
                    <a:pt x="168" y="109"/>
                  </a:cubicBezTo>
                  <a:cubicBezTo>
                    <a:pt x="168" y="109"/>
                    <a:pt x="167" y="109"/>
                    <a:pt x="167" y="109"/>
                  </a:cubicBezTo>
                  <a:cubicBezTo>
                    <a:pt x="167" y="108"/>
                    <a:pt x="167" y="108"/>
                    <a:pt x="167" y="108"/>
                  </a:cubicBezTo>
                  <a:cubicBezTo>
                    <a:pt x="167" y="108"/>
                    <a:pt x="167" y="108"/>
                    <a:pt x="167" y="108"/>
                  </a:cubicBezTo>
                  <a:cubicBezTo>
                    <a:pt x="167" y="108"/>
                    <a:pt x="169" y="108"/>
                    <a:pt x="169" y="108"/>
                  </a:cubicBezTo>
                  <a:cubicBezTo>
                    <a:pt x="169" y="108"/>
                    <a:pt x="169" y="108"/>
                    <a:pt x="169" y="109"/>
                  </a:cubicBezTo>
                  <a:cubicBezTo>
                    <a:pt x="169" y="109"/>
                    <a:pt x="169" y="108"/>
                    <a:pt x="170" y="108"/>
                  </a:cubicBezTo>
                  <a:cubicBezTo>
                    <a:pt x="170" y="108"/>
                    <a:pt x="170" y="108"/>
                    <a:pt x="171" y="108"/>
                  </a:cubicBezTo>
                  <a:cubicBezTo>
                    <a:pt x="171" y="108"/>
                    <a:pt x="172" y="108"/>
                    <a:pt x="171" y="108"/>
                  </a:cubicBezTo>
                  <a:cubicBezTo>
                    <a:pt x="172" y="108"/>
                    <a:pt x="172" y="107"/>
                    <a:pt x="173" y="108"/>
                  </a:cubicBezTo>
                  <a:cubicBezTo>
                    <a:pt x="174" y="108"/>
                    <a:pt x="174" y="108"/>
                    <a:pt x="174" y="107"/>
                  </a:cubicBezTo>
                  <a:cubicBezTo>
                    <a:pt x="175" y="107"/>
                    <a:pt x="173" y="107"/>
                    <a:pt x="173" y="107"/>
                  </a:cubicBezTo>
                  <a:cubicBezTo>
                    <a:pt x="172" y="107"/>
                    <a:pt x="172" y="107"/>
                    <a:pt x="171" y="106"/>
                  </a:cubicBezTo>
                  <a:cubicBezTo>
                    <a:pt x="171" y="107"/>
                    <a:pt x="171" y="107"/>
                    <a:pt x="170" y="107"/>
                  </a:cubicBezTo>
                  <a:cubicBezTo>
                    <a:pt x="171" y="107"/>
                    <a:pt x="169" y="107"/>
                    <a:pt x="169" y="107"/>
                  </a:cubicBezTo>
                  <a:cubicBezTo>
                    <a:pt x="170" y="107"/>
                    <a:pt x="170" y="107"/>
                    <a:pt x="170" y="107"/>
                  </a:cubicBezTo>
                  <a:cubicBezTo>
                    <a:pt x="170" y="106"/>
                    <a:pt x="170" y="106"/>
                    <a:pt x="170" y="106"/>
                  </a:cubicBezTo>
                  <a:cubicBezTo>
                    <a:pt x="170" y="106"/>
                    <a:pt x="171" y="106"/>
                    <a:pt x="171" y="106"/>
                  </a:cubicBezTo>
                  <a:cubicBezTo>
                    <a:pt x="171" y="106"/>
                    <a:pt x="171" y="106"/>
                    <a:pt x="172" y="106"/>
                  </a:cubicBezTo>
                  <a:cubicBezTo>
                    <a:pt x="172" y="106"/>
                    <a:pt x="172" y="105"/>
                    <a:pt x="172" y="105"/>
                  </a:cubicBezTo>
                  <a:cubicBezTo>
                    <a:pt x="172" y="105"/>
                    <a:pt x="172" y="106"/>
                    <a:pt x="172" y="106"/>
                  </a:cubicBezTo>
                  <a:cubicBezTo>
                    <a:pt x="172" y="106"/>
                    <a:pt x="172" y="106"/>
                    <a:pt x="172" y="106"/>
                  </a:cubicBezTo>
                  <a:cubicBezTo>
                    <a:pt x="172" y="107"/>
                    <a:pt x="173" y="106"/>
                    <a:pt x="174" y="106"/>
                  </a:cubicBezTo>
                  <a:cubicBezTo>
                    <a:pt x="174" y="106"/>
                    <a:pt x="173" y="106"/>
                    <a:pt x="173" y="105"/>
                  </a:cubicBezTo>
                  <a:cubicBezTo>
                    <a:pt x="173" y="105"/>
                    <a:pt x="174" y="105"/>
                    <a:pt x="174" y="105"/>
                  </a:cubicBezTo>
                  <a:cubicBezTo>
                    <a:pt x="173" y="104"/>
                    <a:pt x="176" y="105"/>
                    <a:pt x="175" y="105"/>
                  </a:cubicBezTo>
                  <a:cubicBezTo>
                    <a:pt x="175" y="106"/>
                    <a:pt x="175" y="105"/>
                    <a:pt x="175" y="106"/>
                  </a:cubicBezTo>
                  <a:cubicBezTo>
                    <a:pt x="175" y="107"/>
                    <a:pt x="175" y="107"/>
                    <a:pt x="176" y="107"/>
                  </a:cubicBezTo>
                  <a:cubicBezTo>
                    <a:pt x="176" y="108"/>
                    <a:pt x="176" y="108"/>
                    <a:pt x="176" y="108"/>
                  </a:cubicBezTo>
                  <a:cubicBezTo>
                    <a:pt x="177" y="108"/>
                    <a:pt x="178" y="109"/>
                    <a:pt x="178" y="109"/>
                  </a:cubicBezTo>
                  <a:cubicBezTo>
                    <a:pt x="178" y="109"/>
                    <a:pt x="177" y="108"/>
                    <a:pt x="177" y="108"/>
                  </a:cubicBezTo>
                  <a:cubicBezTo>
                    <a:pt x="176" y="108"/>
                    <a:pt x="176" y="108"/>
                    <a:pt x="176" y="108"/>
                  </a:cubicBezTo>
                  <a:cubicBezTo>
                    <a:pt x="177" y="107"/>
                    <a:pt x="176" y="107"/>
                    <a:pt x="176" y="107"/>
                  </a:cubicBezTo>
                  <a:cubicBezTo>
                    <a:pt x="177" y="107"/>
                    <a:pt x="177" y="108"/>
                    <a:pt x="178" y="108"/>
                  </a:cubicBezTo>
                  <a:cubicBezTo>
                    <a:pt x="178" y="108"/>
                    <a:pt x="177" y="108"/>
                    <a:pt x="177" y="107"/>
                  </a:cubicBezTo>
                  <a:cubicBezTo>
                    <a:pt x="177" y="107"/>
                    <a:pt x="178" y="108"/>
                    <a:pt x="178" y="107"/>
                  </a:cubicBezTo>
                  <a:cubicBezTo>
                    <a:pt x="178" y="107"/>
                    <a:pt x="178" y="107"/>
                    <a:pt x="178" y="107"/>
                  </a:cubicBezTo>
                  <a:cubicBezTo>
                    <a:pt x="178" y="107"/>
                    <a:pt x="178" y="107"/>
                    <a:pt x="178" y="107"/>
                  </a:cubicBezTo>
                  <a:cubicBezTo>
                    <a:pt x="178" y="107"/>
                    <a:pt x="177" y="107"/>
                    <a:pt x="177" y="106"/>
                  </a:cubicBezTo>
                  <a:cubicBezTo>
                    <a:pt x="178" y="106"/>
                    <a:pt x="179" y="107"/>
                    <a:pt x="179" y="107"/>
                  </a:cubicBezTo>
                  <a:cubicBezTo>
                    <a:pt x="179" y="107"/>
                    <a:pt x="179" y="106"/>
                    <a:pt x="179" y="106"/>
                  </a:cubicBezTo>
                  <a:cubicBezTo>
                    <a:pt x="179" y="106"/>
                    <a:pt x="180" y="106"/>
                    <a:pt x="180" y="106"/>
                  </a:cubicBezTo>
                  <a:cubicBezTo>
                    <a:pt x="179" y="106"/>
                    <a:pt x="179" y="106"/>
                    <a:pt x="179" y="106"/>
                  </a:cubicBezTo>
                  <a:cubicBezTo>
                    <a:pt x="178" y="106"/>
                    <a:pt x="178" y="106"/>
                    <a:pt x="178" y="106"/>
                  </a:cubicBezTo>
                  <a:cubicBezTo>
                    <a:pt x="177" y="106"/>
                    <a:pt x="177" y="106"/>
                    <a:pt x="177" y="106"/>
                  </a:cubicBezTo>
                  <a:cubicBezTo>
                    <a:pt x="177" y="106"/>
                    <a:pt x="177" y="106"/>
                    <a:pt x="176" y="106"/>
                  </a:cubicBezTo>
                  <a:cubicBezTo>
                    <a:pt x="177" y="106"/>
                    <a:pt x="177" y="106"/>
                    <a:pt x="177" y="106"/>
                  </a:cubicBezTo>
                  <a:cubicBezTo>
                    <a:pt x="177" y="105"/>
                    <a:pt x="178" y="106"/>
                    <a:pt x="178" y="106"/>
                  </a:cubicBezTo>
                  <a:cubicBezTo>
                    <a:pt x="178" y="105"/>
                    <a:pt x="178" y="105"/>
                    <a:pt x="177" y="105"/>
                  </a:cubicBezTo>
                  <a:cubicBezTo>
                    <a:pt x="178" y="105"/>
                    <a:pt x="178" y="106"/>
                    <a:pt x="179" y="105"/>
                  </a:cubicBezTo>
                  <a:cubicBezTo>
                    <a:pt x="178" y="105"/>
                    <a:pt x="178" y="105"/>
                    <a:pt x="178" y="105"/>
                  </a:cubicBezTo>
                  <a:cubicBezTo>
                    <a:pt x="177" y="105"/>
                    <a:pt x="176" y="105"/>
                    <a:pt x="176" y="105"/>
                  </a:cubicBezTo>
                  <a:cubicBezTo>
                    <a:pt x="176" y="105"/>
                    <a:pt x="177" y="105"/>
                    <a:pt x="177" y="105"/>
                  </a:cubicBezTo>
                  <a:cubicBezTo>
                    <a:pt x="177" y="105"/>
                    <a:pt x="175" y="105"/>
                    <a:pt x="175" y="104"/>
                  </a:cubicBezTo>
                  <a:cubicBezTo>
                    <a:pt x="176" y="104"/>
                    <a:pt x="176" y="104"/>
                    <a:pt x="176" y="104"/>
                  </a:cubicBezTo>
                  <a:cubicBezTo>
                    <a:pt x="177" y="104"/>
                    <a:pt x="178" y="104"/>
                    <a:pt x="178" y="105"/>
                  </a:cubicBezTo>
                  <a:cubicBezTo>
                    <a:pt x="179" y="105"/>
                    <a:pt x="179" y="106"/>
                    <a:pt x="180" y="106"/>
                  </a:cubicBezTo>
                  <a:cubicBezTo>
                    <a:pt x="180" y="106"/>
                    <a:pt x="180" y="106"/>
                    <a:pt x="179" y="105"/>
                  </a:cubicBezTo>
                  <a:cubicBezTo>
                    <a:pt x="179" y="105"/>
                    <a:pt x="179" y="105"/>
                    <a:pt x="179" y="105"/>
                  </a:cubicBezTo>
                  <a:cubicBezTo>
                    <a:pt x="178" y="104"/>
                    <a:pt x="177" y="104"/>
                    <a:pt x="177" y="104"/>
                  </a:cubicBezTo>
                  <a:cubicBezTo>
                    <a:pt x="177" y="104"/>
                    <a:pt x="176" y="104"/>
                    <a:pt x="176" y="104"/>
                  </a:cubicBezTo>
                  <a:cubicBezTo>
                    <a:pt x="177" y="103"/>
                    <a:pt x="178" y="103"/>
                    <a:pt x="179" y="103"/>
                  </a:cubicBezTo>
                  <a:cubicBezTo>
                    <a:pt x="179" y="103"/>
                    <a:pt x="181" y="104"/>
                    <a:pt x="180" y="104"/>
                  </a:cubicBezTo>
                  <a:cubicBezTo>
                    <a:pt x="181" y="104"/>
                    <a:pt x="182" y="104"/>
                    <a:pt x="183" y="104"/>
                  </a:cubicBezTo>
                  <a:cubicBezTo>
                    <a:pt x="183" y="104"/>
                    <a:pt x="184" y="105"/>
                    <a:pt x="184" y="105"/>
                  </a:cubicBezTo>
                  <a:cubicBezTo>
                    <a:pt x="184" y="105"/>
                    <a:pt x="184" y="105"/>
                    <a:pt x="184" y="105"/>
                  </a:cubicBezTo>
                  <a:cubicBezTo>
                    <a:pt x="184" y="105"/>
                    <a:pt x="183" y="104"/>
                    <a:pt x="184" y="103"/>
                  </a:cubicBezTo>
                  <a:cubicBezTo>
                    <a:pt x="184" y="103"/>
                    <a:pt x="185" y="104"/>
                    <a:pt x="186" y="104"/>
                  </a:cubicBezTo>
                  <a:cubicBezTo>
                    <a:pt x="185" y="104"/>
                    <a:pt x="185" y="103"/>
                    <a:pt x="184" y="103"/>
                  </a:cubicBezTo>
                  <a:cubicBezTo>
                    <a:pt x="185" y="102"/>
                    <a:pt x="187" y="104"/>
                    <a:pt x="188" y="103"/>
                  </a:cubicBezTo>
                  <a:cubicBezTo>
                    <a:pt x="187" y="103"/>
                    <a:pt x="187" y="103"/>
                    <a:pt x="187" y="103"/>
                  </a:cubicBezTo>
                  <a:cubicBezTo>
                    <a:pt x="186" y="103"/>
                    <a:pt x="185" y="103"/>
                    <a:pt x="185" y="103"/>
                  </a:cubicBezTo>
                  <a:cubicBezTo>
                    <a:pt x="185" y="102"/>
                    <a:pt x="185" y="102"/>
                    <a:pt x="185" y="102"/>
                  </a:cubicBezTo>
                  <a:cubicBezTo>
                    <a:pt x="184" y="103"/>
                    <a:pt x="183" y="103"/>
                    <a:pt x="182" y="103"/>
                  </a:cubicBezTo>
                  <a:cubicBezTo>
                    <a:pt x="182" y="103"/>
                    <a:pt x="182" y="103"/>
                    <a:pt x="182" y="103"/>
                  </a:cubicBezTo>
                  <a:cubicBezTo>
                    <a:pt x="181" y="102"/>
                    <a:pt x="180" y="103"/>
                    <a:pt x="179" y="103"/>
                  </a:cubicBezTo>
                  <a:cubicBezTo>
                    <a:pt x="178" y="103"/>
                    <a:pt x="178" y="103"/>
                    <a:pt x="178" y="103"/>
                  </a:cubicBezTo>
                  <a:cubicBezTo>
                    <a:pt x="177" y="102"/>
                    <a:pt x="179" y="102"/>
                    <a:pt x="179" y="102"/>
                  </a:cubicBezTo>
                  <a:cubicBezTo>
                    <a:pt x="178" y="102"/>
                    <a:pt x="179" y="101"/>
                    <a:pt x="179" y="101"/>
                  </a:cubicBezTo>
                  <a:cubicBezTo>
                    <a:pt x="179" y="101"/>
                    <a:pt x="182" y="100"/>
                    <a:pt x="182" y="101"/>
                  </a:cubicBezTo>
                  <a:cubicBezTo>
                    <a:pt x="182" y="101"/>
                    <a:pt x="183" y="100"/>
                    <a:pt x="183" y="100"/>
                  </a:cubicBezTo>
                  <a:cubicBezTo>
                    <a:pt x="184" y="100"/>
                    <a:pt x="185" y="101"/>
                    <a:pt x="186" y="101"/>
                  </a:cubicBezTo>
                  <a:cubicBezTo>
                    <a:pt x="185" y="101"/>
                    <a:pt x="185" y="100"/>
                    <a:pt x="184" y="100"/>
                  </a:cubicBezTo>
                  <a:cubicBezTo>
                    <a:pt x="184" y="100"/>
                    <a:pt x="183" y="100"/>
                    <a:pt x="183" y="100"/>
                  </a:cubicBezTo>
                  <a:cubicBezTo>
                    <a:pt x="184" y="99"/>
                    <a:pt x="186" y="100"/>
                    <a:pt x="187" y="100"/>
                  </a:cubicBezTo>
                  <a:cubicBezTo>
                    <a:pt x="186" y="99"/>
                    <a:pt x="185" y="100"/>
                    <a:pt x="185" y="99"/>
                  </a:cubicBezTo>
                  <a:cubicBezTo>
                    <a:pt x="185" y="99"/>
                    <a:pt x="185" y="99"/>
                    <a:pt x="185" y="99"/>
                  </a:cubicBezTo>
                  <a:cubicBezTo>
                    <a:pt x="186" y="99"/>
                    <a:pt x="187" y="99"/>
                    <a:pt x="186" y="99"/>
                  </a:cubicBezTo>
                  <a:cubicBezTo>
                    <a:pt x="186" y="99"/>
                    <a:pt x="187" y="99"/>
                    <a:pt x="187" y="99"/>
                  </a:cubicBezTo>
                  <a:cubicBezTo>
                    <a:pt x="186" y="99"/>
                    <a:pt x="186" y="99"/>
                    <a:pt x="185" y="99"/>
                  </a:cubicBezTo>
                  <a:cubicBezTo>
                    <a:pt x="184" y="99"/>
                    <a:pt x="184" y="98"/>
                    <a:pt x="185" y="98"/>
                  </a:cubicBezTo>
                  <a:cubicBezTo>
                    <a:pt x="185" y="98"/>
                    <a:pt x="184" y="98"/>
                    <a:pt x="185" y="98"/>
                  </a:cubicBezTo>
                  <a:cubicBezTo>
                    <a:pt x="185" y="97"/>
                    <a:pt x="186" y="97"/>
                    <a:pt x="186" y="97"/>
                  </a:cubicBezTo>
                  <a:cubicBezTo>
                    <a:pt x="186" y="97"/>
                    <a:pt x="187" y="97"/>
                    <a:pt x="188" y="97"/>
                  </a:cubicBezTo>
                  <a:cubicBezTo>
                    <a:pt x="188" y="96"/>
                    <a:pt x="189" y="97"/>
                    <a:pt x="189" y="96"/>
                  </a:cubicBezTo>
                  <a:cubicBezTo>
                    <a:pt x="189" y="96"/>
                    <a:pt x="188" y="96"/>
                    <a:pt x="189" y="96"/>
                  </a:cubicBezTo>
                  <a:cubicBezTo>
                    <a:pt x="187" y="96"/>
                    <a:pt x="189" y="95"/>
                    <a:pt x="189" y="94"/>
                  </a:cubicBezTo>
                  <a:cubicBezTo>
                    <a:pt x="189" y="94"/>
                    <a:pt x="189" y="94"/>
                    <a:pt x="189" y="94"/>
                  </a:cubicBezTo>
                  <a:cubicBezTo>
                    <a:pt x="190" y="93"/>
                    <a:pt x="191" y="93"/>
                    <a:pt x="190" y="94"/>
                  </a:cubicBezTo>
                  <a:cubicBezTo>
                    <a:pt x="190" y="94"/>
                    <a:pt x="191" y="94"/>
                    <a:pt x="191" y="95"/>
                  </a:cubicBezTo>
                  <a:cubicBezTo>
                    <a:pt x="192" y="95"/>
                    <a:pt x="191" y="95"/>
                    <a:pt x="191" y="96"/>
                  </a:cubicBezTo>
                  <a:cubicBezTo>
                    <a:pt x="192" y="96"/>
                    <a:pt x="192" y="95"/>
                    <a:pt x="192" y="95"/>
                  </a:cubicBezTo>
                  <a:cubicBezTo>
                    <a:pt x="192" y="94"/>
                    <a:pt x="193" y="95"/>
                    <a:pt x="193" y="95"/>
                  </a:cubicBezTo>
                  <a:cubicBezTo>
                    <a:pt x="193" y="95"/>
                    <a:pt x="192" y="95"/>
                    <a:pt x="193" y="95"/>
                  </a:cubicBezTo>
                  <a:cubicBezTo>
                    <a:pt x="194" y="95"/>
                    <a:pt x="194" y="95"/>
                    <a:pt x="195" y="95"/>
                  </a:cubicBezTo>
                  <a:cubicBezTo>
                    <a:pt x="195" y="95"/>
                    <a:pt x="193" y="95"/>
                    <a:pt x="193" y="95"/>
                  </a:cubicBezTo>
                  <a:cubicBezTo>
                    <a:pt x="192" y="94"/>
                    <a:pt x="191" y="94"/>
                    <a:pt x="191" y="94"/>
                  </a:cubicBezTo>
                  <a:cubicBezTo>
                    <a:pt x="191" y="93"/>
                    <a:pt x="192" y="93"/>
                    <a:pt x="192" y="93"/>
                  </a:cubicBezTo>
                  <a:cubicBezTo>
                    <a:pt x="193" y="93"/>
                    <a:pt x="193" y="93"/>
                    <a:pt x="193" y="93"/>
                  </a:cubicBezTo>
                  <a:cubicBezTo>
                    <a:pt x="194" y="93"/>
                    <a:pt x="194" y="93"/>
                    <a:pt x="194" y="93"/>
                  </a:cubicBezTo>
                  <a:cubicBezTo>
                    <a:pt x="194" y="93"/>
                    <a:pt x="195" y="94"/>
                    <a:pt x="195" y="95"/>
                  </a:cubicBezTo>
                  <a:cubicBezTo>
                    <a:pt x="196" y="95"/>
                    <a:pt x="198" y="95"/>
                    <a:pt x="198" y="95"/>
                  </a:cubicBezTo>
                  <a:cubicBezTo>
                    <a:pt x="198" y="95"/>
                    <a:pt x="197" y="95"/>
                    <a:pt x="197" y="96"/>
                  </a:cubicBezTo>
                  <a:cubicBezTo>
                    <a:pt x="197" y="96"/>
                    <a:pt x="198" y="96"/>
                    <a:pt x="199" y="96"/>
                  </a:cubicBezTo>
                  <a:cubicBezTo>
                    <a:pt x="199" y="96"/>
                    <a:pt x="198" y="96"/>
                    <a:pt x="198" y="95"/>
                  </a:cubicBezTo>
                  <a:cubicBezTo>
                    <a:pt x="198" y="95"/>
                    <a:pt x="198" y="95"/>
                    <a:pt x="198" y="94"/>
                  </a:cubicBezTo>
                  <a:cubicBezTo>
                    <a:pt x="197" y="94"/>
                    <a:pt x="196" y="95"/>
                    <a:pt x="195" y="94"/>
                  </a:cubicBezTo>
                  <a:cubicBezTo>
                    <a:pt x="195" y="94"/>
                    <a:pt x="194" y="93"/>
                    <a:pt x="195" y="93"/>
                  </a:cubicBezTo>
                  <a:cubicBezTo>
                    <a:pt x="195" y="93"/>
                    <a:pt x="196" y="93"/>
                    <a:pt x="197" y="93"/>
                  </a:cubicBezTo>
                  <a:cubicBezTo>
                    <a:pt x="196" y="92"/>
                    <a:pt x="194" y="93"/>
                    <a:pt x="194" y="92"/>
                  </a:cubicBezTo>
                  <a:cubicBezTo>
                    <a:pt x="194" y="92"/>
                    <a:pt x="196" y="91"/>
                    <a:pt x="196" y="91"/>
                  </a:cubicBezTo>
                  <a:cubicBezTo>
                    <a:pt x="197" y="90"/>
                    <a:pt x="198" y="90"/>
                    <a:pt x="199" y="90"/>
                  </a:cubicBezTo>
                  <a:cubicBezTo>
                    <a:pt x="200" y="90"/>
                    <a:pt x="200" y="91"/>
                    <a:pt x="199" y="92"/>
                  </a:cubicBezTo>
                  <a:cubicBezTo>
                    <a:pt x="200" y="92"/>
                    <a:pt x="200" y="92"/>
                    <a:pt x="200" y="93"/>
                  </a:cubicBezTo>
                  <a:cubicBezTo>
                    <a:pt x="200" y="93"/>
                    <a:pt x="199" y="93"/>
                    <a:pt x="199" y="93"/>
                  </a:cubicBezTo>
                  <a:cubicBezTo>
                    <a:pt x="200" y="93"/>
                    <a:pt x="200" y="93"/>
                    <a:pt x="200" y="93"/>
                  </a:cubicBezTo>
                  <a:cubicBezTo>
                    <a:pt x="200" y="94"/>
                    <a:pt x="199" y="94"/>
                    <a:pt x="199" y="94"/>
                  </a:cubicBezTo>
                  <a:cubicBezTo>
                    <a:pt x="200" y="94"/>
                    <a:pt x="200" y="93"/>
                    <a:pt x="200" y="92"/>
                  </a:cubicBezTo>
                  <a:cubicBezTo>
                    <a:pt x="200" y="92"/>
                    <a:pt x="201" y="92"/>
                    <a:pt x="201" y="92"/>
                  </a:cubicBezTo>
                  <a:cubicBezTo>
                    <a:pt x="201" y="92"/>
                    <a:pt x="200" y="92"/>
                    <a:pt x="200" y="92"/>
                  </a:cubicBezTo>
                  <a:cubicBezTo>
                    <a:pt x="200" y="91"/>
                    <a:pt x="202" y="90"/>
                    <a:pt x="202" y="90"/>
                  </a:cubicBezTo>
                  <a:cubicBezTo>
                    <a:pt x="202" y="90"/>
                    <a:pt x="201" y="91"/>
                    <a:pt x="202" y="91"/>
                  </a:cubicBezTo>
                  <a:cubicBezTo>
                    <a:pt x="202" y="91"/>
                    <a:pt x="202" y="89"/>
                    <a:pt x="203" y="89"/>
                  </a:cubicBezTo>
                  <a:cubicBezTo>
                    <a:pt x="203" y="89"/>
                    <a:pt x="203" y="90"/>
                    <a:pt x="203" y="90"/>
                  </a:cubicBezTo>
                  <a:cubicBezTo>
                    <a:pt x="203" y="89"/>
                    <a:pt x="204" y="89"/>
                    <a:pt x="204" y="89"/>
                  </a:cubicBezTo>
                  <a:cubicBezTo>
                    <a:pt x="205" y="90"/>
                    <a:pt x="203" y="91"/>
                    <a:pt x="204" y="92"/>
                  </a:cubicBezTo>
                  <a:cubicBezTo>
                    <a:pt x="205" y="92"/>
                    <a:pt x="204" y="92"/>
                    <a:pt x="204" y="93"/>
                  </a:cubicBezTo>
                  <a:cubicBezTo>
                    <a:pt x="204" y="93"/>
                    <a:pt x="204" y="93"/>
                    <a:pt x="204" y="93"/>
                  </a:cubicBezTo>
                  <a:cubicBezTo>
                    <a:pt x="204" y="94"/>
                    <a:pt x="204" y="93"/>
                    <a:pt x="203" y="94"/>
                  </a:cubicBezTo>
                  <a:cubicBezTo>
                    <a:pt x="203" y="94"/>
                    <a:pt x="203" y="94"/>
                    <a:pt x="203" y="94"/>
                  </a:cubicBezTo>
                  <a:cubicBezTo>
                    <a:pt x="203" y="94"/>
                    <a:pt x="202" y="95"/>
                    <a:pt x="202" y="95"/>
                  </a:cubicBezTo>
                  <a:cubicBezTo>
                    <a:pt x="202" y="95"/>
                    <a:pt x="203" y="94"/>
                    <a:pt x="203" y="94"/>
                  </a:cubicBezTo>
                  <a:cubicBezTo>
                    <a:pt x="204" y="94"/>
                    <a:pt x="204" y="94"/>
                    <a:pt x="204" y="93"/>
                  </a:cubicBezTo>
                  <a:cubicBezTo>
                    <a:pt x="205" y="93"/>
                    <a:pt x="205" y="92"/>
                    <a:pt x="206" y="93"/>
                  </a:cubicBezTo>
                  <a:cubicBezTo>
                    <a:pt x="206" y="93"/>
                    <a:pt x="207" y="93"/>
                    <a:pt x="208" y="93"/>
                  </a:cubicBezTo>
                  <a:cubicBezTo>
                    <a:pt x="207" y="93"/>
                    <a:pt x="207" y="93"/>
                    <a:pt x="207" y="93"/>
                  </a:cubicBezTo>
                  <a:cubicBezTo>
                    <a:pt x="206" y="93"/>
                    <a:pt x="206" y="92"/>
                    <a:pt x="206" y="92"/>
                  </a:cubicBezTo>
                  <a:cubicBezTo>
                    <a:pt x="205" y="92"/>
                    <a:pt x="206" y="91"/>
                    <a:pt x="205" y="91"/>
                  </a:cubicBezTo>
                  <a:cubicBezTo>
                    <a:pt x="205" y="91"/>
                    <a:pt x="208" y="90"/>
                    <a:pt x="207" y="90"/>
                  </a:cubicBezTo>
                  <a:cubicBezTo>
                    <a:pt x="207" y="90"/>
                    <a:pt x="209" y="89"/>
                    <a:pt x="209" y="89"/>
                  </a:cubicBezTo>
                  <a:cubicBezTo>
                    <a:pt x="209" y="89"/>
                    <a:pt x="208" y="90"/>
                    <a:pt x="208" y="90"/>
                  </a:cubicBezTo>
                  <a:cubicBezTo>
                    <a:pt x="208" y="90"/>
                    <a:pt x="208" y="90"/>
                    <a:pt x="208" y="90"/>
                  </a:cubicBezTo>
                  <a:cubicBezTo>
                    <a:pt x="208" y="90"/>
                    <a:pt x="209" y="91"/>
                    <a:pt x="209" y="90"/>
                  </a:cubicBezTo>
                  <a:cubicBezTo>
                    <a:pt x="209" y="90"/>
                    <a:pt x="209" y="90"/>
                    <a:pt x="209" y="90"/>
                  </a:cubicBezTo>
                  <a:cubicBezTo>
                    <a:pt x="209" y="90"/>
                    <a:pt x="209" y="90"/>
                    <a:pt x="210" y="90"/>
                  </a:cubicBezTo>
                  <a:cubicBezTo>
                    <a:pt x="210" y="90"/>
                    <a:pt x="210" y="90"/>
                    <a:pt x="210" y="90"/>
                  </a:cubicBezTo>
                  <a:cubicBezTo>
                    <a:pt x="210" y="90"/>
                    <a:pt x="210" y="90"/>
                    <a:pt x="210" y="90"/>
                  </a:cubicBezTo>
                  <a:cubicBezTo>
                    <a:pt x="210" y="90"/>
                    <a:pt x="211" y="90"/>
                    <a:pt x="211" y="89"/>
                  </a:cubicBezTo>
                  <a:cubicBezTo>
                    <a:pt x="210" y="89"/>
                    <a:pt x="209" y="89"/>
                    <a:pt x="210" y="89"/>
                  </a:cubicBezTo>
                  <a:cubicBezTo>
                    <a:pt x="211" y="88"/>
                    <a:pt x="212" y="88"/>
                    <a:pt x="212" y="89"/>
                  </a:cubicBezTo>
                  <a:cubicBezTo>
                    <a:pt x="212" y="89"/>
                    <a:pt x="212" y="89"/>
                    <a:pt x="213" y="89"/>
                  </a:cubicBezTo>
                  <a:cubicBezTo>
                    <a:pt x="213" y="90"/>
                    <a:pt x="214" y="90"/>
                    <a:pt x="214" y="90"/>
                  </a:cubicBezTo>
                  <a:cubicBezTo>
                    <a:pt x="214" y="90"/>
                    <a:pt x="215" y="90"/>
                    <a:pt x="215" y="90"/>
                  </a:cubicBezTo>
                  <a:cubicBezTo>
                    <a:pt x="215" y="91"/>
                    <a:pt x="216" y="91"/>
                    <a:pt x="216" y="91"/>
                  </a:cubicBezTo>
                  <a:cubicBezTo>
                    <a:pt x="216" y="91"/>
                    <a:pt x="215" y="91"/>
                    <a:pt x="215" y="91"/>
                  </a:cubicBezTo>
                  <a:cubicBezTo>
                    <a:pt x="216" y="91"/>
                    <a:pt x="216" y="91"/>
                    <a:pt x="217" y="91"/>
                  </a:cubicBezTo>
                  <a:cubicBezTo>
                    <a:pt x="216" y="91"/>
                    <a:pt x="216" y="91"/>
                    <a:pt x="216" y="90"/>
                  </a:cubicBezTo>
                  <a:cubicBezTo>
                    <a:pt x="215" y="90"/>
                    <a:pt x="215" y="90"/>
                    <a:pt x="215" y="90"/>
                  </a:cubicBezTo>
                  <a:cubicBezTo>
                    <a:pt x="215" y="90"/>
                    <a:pt x="216" y="90"/>
                    <a:pt x="216" y="90"/>
                  </a:cubicBezTo>
                  <a:cubicBezTo>
                    <a:pt x="216" y="90"/>
                    <a:pt x="214" y="89"/>
                    <a:pt x="215" y="89"/>
                  </a:cubicBezTo>
                  <a:cubicBezTo>
                    <a:pt x="214" y="89"/>
                    <a:pt x="215" y="89"/>
                    <a:pt x="215" y="89"/>
                  </a:cubicBezTo>
                  <a:cubicBezTo>
                    <a:pt x="215" y="89"/>
                    <a:pt x="216" y="89"/>
                    <a:pt x="216" y="89"/>
                  </a:cubicBezTo>
                  <a:cubicBezTo>
                    <a:pt x="216" y="89"/>
                    <a:pt x="216" y="89"/>
                    <a:pt x="215" y="89"/>
                  </a:cubicBezTo>
                  <a:cubicBezTo>
                    <a:pt x="216" y="88"/>
                    <a:pt x="216" y="88"/>
                    <a:pt x="216" y="88"/>
                  </a:cubicBezTo>
                  <a:cubicBezTo>
                    <a:pt x="215" y="88"/>
                    <a:pt x="214" y="89"/>
                    <a:pt x="214" y="88"/>
                  </a:cubicBezTo>
                  <a:cubicBezTo>
                    <a:pt x="214" y="88"/>
                    <a:pt x="216" y="88"/>
                    <a:pt x="216" y="88"/>
                  </a:cubicBezTo>
                  <a:cubicBezTo>
                    <a:pt x="216" y="88"/>
                    <a:pt x="215" y="88"/>
                    <a:pt x="214" y="88"/>
                  </a:cubicBezTo>
                  <a:cubicBezTo>
                    <a:pt x="214" y="88"/>
                    <a:pt x="214" y="88"/>
                    <a:pt x="214" y="88"/>
                  </a:cubicBezTo>
                  <a:cubicBezTo>
                    <a:pt x="214" y="88"/>
                    <a:pt x="214" y="88"/>
                    <a:pt x="213" y="88"/>
                  </a:cubicBezTo>
                  <a:cubicBezTo>
                    <a:pt x="213" y="88"/>
                    <a:pt x="213" y="88"/>
                    <a:pt x="212" y="88"/>
                  </a:cubicBezTo>
                  <a:cubicBezTo>
                    <a:pt x="212" y="88"/>
                    <a:pt x="211" y="87"/>
                    <a:pt x="212" y="87"/>
                  </a:cubicBezTo>
                  <a:cubicBezTo>
                    <a:pt x="211" y="87"/>
                    <a:pt x="209" y="87"/>
                    <a:pt x="209" y="87"/>
                  </a:cubicBezTo>
                  <a:cubicBezTo>
                    <a:pt x="210" y="86"/>
                    <a:pt x="210" y="86"/>
                    <a:pt x="211" y="86"/>
                  </a:cubicBezTo>
                  <a:cubicBezTo>
                    <a:pt x="211" y="86"/>
                    <a:pt x="211" y="87"/>
                    <a:pt x="212" y="87"/>
                  </a:cubicBezTo>
                  <a:cubicBezTo>
                    <a:pt x="212" y="87"/>
                    <a:pt x="211" y="85"/>
                    <a:pt x="212" y="86"/>
                  </a:cubicBezTo>
                  <a:cubicBezTo>
                    <a:pt x="213" y="86"/>
                    <a:pt x="214" y="87"/>
                    <a:pt x="214" y="87"/>
                  </a:cubicBezTo>
                  <a:cubicBezTo>
                    <a:pt x="214" y="87"/>
                    <a:pt x="213" y="87"/>
                    <a:pt x="214" y="86"/>
                  </a:cubicBezTo>
                  <a:cubicBezTo>
                    <a:pt x="214" y="86"/>
                    <a:pt x="215" y="86"/>
                    <a:pt x="215" y="86"/>
                  </a:cubicBezTo>
                  <a:cubicBezTo>
                    <a:pt x="215" y="86"/>
                    <a:pt x="215" y="86"/>
                    <a:pt x="215" y="86"/>
                  </a:cubicBezTo>
                  <a:cubicBezTo>
                    <a:pt x="215" y="86"/>
                    <a:pt x="215" y="86"/>
                    <a:pt x="216" y="86"/>
                  </a:cubicBezTo>
                  <a:cubicBezTo>
                    <a:pt x="216" y="86"/>
                    <a:pt x="216" y="86"/>
                    <a:pt x="216" y="86"/>
                  </a:cubicBezTo>
                  <a:cubicBezTo>
                    <a:pt x="216" y="86"/>
                    <a:pt x="216" y="86"/>
                    <a:pt x="217" y="86"/>
                  </a:cubicBezTo>
                  <a:cubicBezTo>
                    <a:pt x="218" y="86"/>
                    <a:pt x="217" y="86"/>
                    <a:pt x="217" y="87"/>
                  </a:cubicBezTo>
                  <a:cubicBezTo>
                    <a:pt x="217" y="87"/>
                    <a:pt x="217" y="87"/>
                    <a:pt x="217" y="87"/>
                  </a:cubicBezTo>
                  <a:cubicBezTo>
                    <a:pt x="217" y="87"/>
                    <a:pt x="217" y="87"/>
                    <a:pt x="217" y="87"/>
                  </a:cubicBezTo>
                  <a:cubicBezTo>
                    <a:pt x="217" y="87"/>
                    <a:pt x="217" y="87"/>
                    <a:pt x="218" y="87"/>
                  </a:cubicBezTo>
                  <a:cubicBezTo>
                    <a:pt x="218" y="87"/>
                    <a:pt x="219" y="88"/>
                    <a:pt x="219" y="88"/>
                  </a:cubicBezTo>
                  <a:cubicBezTo>
                    <a:pt x="219" y="87"/>
                    <a:pt x="217" y="87"/>
                    <a:pt x="217" y="87"/>
                  </a:cubicBezTo>
                  <a:cubicBezTo>
                    <a:pt x="218" y="86"/>
                    <a:pt x="219" y="87"/>
                    <a:pt x="220" y="87"/>
                  </a:cubicBezTo>
                  <a:cubicBezTo>
                    <a:pt x="220" y="87"/>
                    <a:pt x="221" y="87"/>
                    <a:pt x="221" y="87"/>
                  </a:cubicBezTo>
                  <a:cubicBezTo>
                    <a:pt x="222" y="87"/>
                    <a:pt x="221" y="87"/>
                    <a:pt x="221" y="88"/>
                  </a:cubicBezTo>
                  <a:cubicBezTo>
                    <a:pt x="220" y="88"/>
                    <a:pt x="218" y="88"/>
                    <a:pt x="217" y="88"/>
                  </a:cubicBezTo>
                  <a:cubicBezTo>
                    <a:pt x="218" y="88"/>
                    <a:pt x="219" y="88"/>
                    <a:pt x="219" y="88"/>
                  </a:cubicBezTo>
                  <a:cubicBezTo>
                    <a:pt x="220" y="88"/>
                    <a:pt x="220" y="88"/>
                    <a:pt x="220" y="88"/>
                  </a:cubicBezTo>
                  <a:cubicBezTo>
                    <a:pt x="221" y="88"/>
                    <a:pt x="222" y="87"/>
                    <a:pt x="222" y="87"/>
                  </a:cubicBezTo>
                  <a:cubicBezTo>
                    <a:pt x="222" y="87"/>
                    <a:pt x="222" y="88"/>
                    <a:pt x="222" y="88"/>
                  </a:cubicBezTo>
                  <a:cubicBezTo>
                    <a:pt x="223" y="88"/>
                    <a:pt x="224" y="89"/>
                    <a:pt x="223" y="89"/>
                  </a:cubicBezTo>
                  <a:cubicBezTo>
                    <a:pt x="223" y="89"/>
                    <a:pt x="224" y="89"/>
                    <a:pt x="224" y="89"/>
                  </a:cubicBezTo>
                  <a:cubicBezTo>
                    <a:pt x="224" y="89"/>
                    <a:pt x="226" y="89"/>
                    <a:pt x="226" y="89"/>
                  </a:cubicBezTo>
                  <a:cubicBezTo>
                    <a:pt x="226" y="89"/>
                    <a:pt x="224" y="88"/>
                    <a:pt x="223" y="88"/>
                  </a:cubicBezTo>
                  <a:cubicBezTo>
                    <a:pt x="224" y="88"/>
                    <a:pt x="225" y="88"/>
                    <a:pt x="225" y="88"/>
                  </a:cubicBezTo>
                  <a:cubicBezTo>
                    <a:pt x="225" y="87"/>
                    <a:pt x="224" y="87"/>
                    <a:pt x="224" y="87"/>
                  </a:cubicBezTo>
                  <a:cubicBezTo>
                    <a:pt x="224" y="87"/>
                    <a:pt x="225" y="87"/>
                    <a:pt x="225" y="87"/>
                  </a:cubicBezTo>
                  <a:cubicBezTo>
                    <a:pt x="224" y="87"/>
                    <a:pt x="224" y="87"/>
                    <a:pt x="224" y="87"/>
                  </a:cubicBezTo>
                  <a:cubicBezTo>
                    <a:pt x="224" y="86"/>
                    <a:pt x="225" y="87"/>
                    <a:pt x="226" y="86"/>
                  </a:cubicBezTo>
                  <a:cubicBezTo>
                    <a:pt x="225" y="86"/>
                    <a:pt x="225" y="87"/>
                    <a:pt x="224" y="86"/>
                  </a:cubicBezTo>
                  <a:cubicBezTo>
                    <a:pt x="225" y="86"/>
                    <a:pt x="225" y="86"/>
                    <a:pt x="226" y="86"/>
                  </a:cubicBezTo>
                  <a:cubicBezTo>
                    <a:pt x="226" y="86"/>
                    <a:pt x="226" y="86"/>
                    <a:pt x="225" y="86"/>
                  </a:cubicBezTo>
                  <a:cubicBezTo>
                    <a:pt x="225" y="85"/>
                    <a:pt x="227" y="85"/>
                    <a:pt x="227" y="84"/>
                  </a:cubicBezTo>
                  <a:cubicBezTo>
                    <a:pt x="229" y="84"/>
                    <a:pt x="230" y="84"/>
                    <a:pt x="231" y="84"/>
                  </a:cubicBezTo>
                  <a:cubicBezTo>
                    <a:pt x="231" y="84"/>
                    <a:pt x="230" y="84"/>
                    <a:pt x="230" y="84"/>
                  </a:cubicBezTo>
                  <a:cubicBezTo>
                    <a:pt x="230" y="84"/>
                    <a:pt x="230" y="83"/>
                    <a:pt x="230" y="83"/>
                  </a:cubicBezTo>
                  <a:cubicBezTo>
                    <a:pt x="231" y="82"/>
                    <a:pt x="232" y="83"/>
                    <a:pt x="233" y="83"/>
                  </a:cubicBezTo>
                  <a:cubicBezTo>
                    <a:pt x="233" y="83"/>
                    <a:pt x="234" y="83"/>
                    <a:pt x="233" y="83"/>
                  </a:cubicBezTo>
                  <a:cubicBezTo>
                    <a:pt x="233" y="83"/>
                    <a:pt x="233" y="82"/>
                    <a:pt x="233" y="82"/>
                  </a:cubicBezTo>
                  <a:cubicBezTo>
                    <a:pt x="232" y="82"/>
                    <a:pt x="232" y="82"/>
                    <a:pt x="231" y="82"/>
                  </a:cubicBezTo>
                  <a:cubicBezTo>
                    <a:pt x="230" y="82"/>
                    <a:pt x="230" y="81"/>
                    <a:pt x="231" y="81"/>
                  </a:cubicBezTo>
                  <a:cubicBezTo>
                    <a:pt x="231" y="81"/>
                    <a:pt x="232" y="81"/>
                    <a:pt x="232" y="81"/>
                  </a:cubicBezTo>
                  <a:cubicBezTo>
                    <a:pt x="233" y="82"/>
                    <a:pt x="232" y="81"/>
                    <a:pt x="232" y="81"/>
                  </a:cubicBezTo>
                  <a:cubicBezTo>
                    <a:pt x="233" y="81"/>
                    <a:pt x="233" y="81"/>
                    <a:pt x="233" y="81"/>
                  </a:cubicBezTo>
                  <a:cubicBezTo>
                    <a:pt x="233" y="81"/>
                    <a:pt x="233" y="81"/>
                    <a:pt x="232" y="80"/>
                  </a:cubicBezTo>
                  <a:cubicBezTo>
                    <a:pt x="233" y="80"/>
                    <a:pt x="232" y="80"/>
                    <a:pt x="233" y="80"/>
                  </a:cubicBezTo>
                  <a:cubicBezTo>
                    <a:pt x="232" y="80"/>
                    <a:pt x="232" y="80"/>
                    <a:pt x="232" y="80"/>
                  </a:cubicBezTo>
                  <a:cubicBezTo>
                    <a:pt x="232" y="80"/>
                    <a:pt x="232" y="80"/>
                    <a:pt x="233" y="80"/>
                  </a:cubicBezTo>
                  <a:cubicBezTo>
                    <a:pt x="232" y="80"/>
                    <a:pt x="232" y="79"/>
                    <a:pt x="232" y="79"/>
                  </a:cubicBezTo>
                  <a:cubicBezTo>
                    <a:pt x="232" y="79"/>
                    <a:pt x="233" y="79"/>
                    <a:pt x="233" y="80"/>
                  </a:cubicBezTo>
                  <a:cubicBezTo>
                    <a:pt x="233" y="80"/>
                    <a:pt x="233" y="80"/>
                    <a:pt x="234" y="80"/>
                  </a:cubicBezTo>
                  <a:cubicBezTo>
                    <a:pt x="234" y="80"/>
                    <a:pt x="234" y="80"/>
                    <a:pt x="234" y="80"/>
                  </a:cubicBezTo>
                  <a:cubicBezTo>
                    <a:pt x="234" y="80"/>
                    <a:pt x="235" y="80"/>
                    <a:pt x="235" y="80"/>
                  </a:cubicBezTo>
                  <a:cubicBezTo>
                    <a:pt x="235" y="80"/>
                    <a:pt x="235" y="80"/>
                    <a:pt x="235" y="80"/>
                  </a:cubicBezTo>
                  <a:cubicBezTo>
                    <a:pt x="236" y="80"/>
                    <a:pt x="235" y="81"/>
                    <a:pt x="235" y="81"/>
                  </a:cubicBezTo>
                  <a:cubicBezTo>
                    <a:pt x="235" y="81"/>
                    <a:pt x="235" y="81"/>
                    <a:pt x="235" y="81"/>
                  </a:cubicBezTo>
                  <a:cubicBezTo>
                    <a:pt x="236" y="80"/>
                    <a:pt x="236" y="80"/>
                    <a:pt x="236" y="80"/>
                  </a:cubicBezTo>
                  <a:cubicBezTo>
                    <a:pt x="237" y="81"/>
                    <a:pt x="237" y="81"/>
                    <a:pt x="237" y="81"/>
                  </a:cubicBezTo>
                  <a:cubicBezTo>
                    <a:pt x="237" y="81"/>
                    <a:pt x="238" y="81"/>
                    <a:pt x="238" y="81"/>
                  </a:cubicBezTo>
                  <a:cubicBezTo>
                    <a:pt x="238" y="81"/>
                    <a:pt x="237" y="80"/>
                    <a:pt x="237" y="80"/>
                  </a:cubicBezTo>
                  <a:cubicBezTo>
                    <a:pt x="238" y="80"/>
                    <a:pt x="238" y="80"/>
                    <a:pt x="239" y="80"/>
                  </a:cubicBezTo>
                  <a:cubicBezTo>
                    <a:pt x="239" y="80"/>
                    <a:pt x="239" y="81"/>
                    <a:pt x="238" y="81"/>
                  </a:cubicBezTo>
                  <a:cubicBezTo>
                    <a:pt x="238" y="81"/>
                    <a:pt x="239" y="81"/>
                    <a:pt x="239" y="81"/>
                  </a:cubicBezTo>
                  <a:cubicBezTo>
                    <a:pt x="240" y="80"/>
                    <a:pt x="240" y="81"/>
                    <a:pt x="240" y="81"/>
                  </a:cubicBezTo>
                  <a:cubicBezTo>
                    <a:pt x="240" y="81"/>
                    <a:pt x="241" y="80"/>
                    <a:pt x="241" y="81"/>
                  </a:cubicBezTo>
                  <a:cubicBezTo>
                    <a:pt x="241" y="81"/>
                    <a:pt x="241" y="81"/>
                    <a:pt x="241" y="81"/>
                  </a:cubicBezTo>
                  <a:cubicBezTo>
                    <a:pt x="241" y="81"/>
                    <a:pt x="241" y="81"/>
                    <a:pt x="242" y="81"/>
                  </a:cubicBezTo>
                  <a:cubicBezTo>
                    <a:pt x="241" y="81"/>
                    <a:pt x="241" y="81"/>
                    <a:pt x="241" y="81"/>
                  </a:cubicBezTo>
                  <a:cubicBezTo>
                    <a:pt x="241" y="81"/>
                    <a:pt x="240" y="82"/>
                    <a:pt x="240" y="82"/>
                  </a:cubicBezTo>
                  <a:cubicBezTo>
                    <a:pt x="240" y="82"/>
                    <a:pt x="240" y="82"/>
                    <a:pt x="240" y="82"/>
                  </a:cubicBezTo>
                  <a:cubicBezTo>
                    <a:pt x="240" y="82"/>
                    <a:pt x="239" y="82"/>
                    <a:pt x="239" y="82"/>
                  </a:cubicBezTo>
                  <a:cubicBezTo>
                    <a:pt x="238" y="83"/>
                    <a:pt x="238" y="83"/>
                    <a:pt x="238" y="83"/>
                  </a:cubicBezTo>
                  <a:cubicBezTo>
                    <a:pt x="237" y="84"/>
                    <a:pt x="237" y="84"/>
                    <a:pt x="236" y="84"/>
                  </a:cubicBezTo>
                  <a:cubicBezTo>
                    <a:pt x="237" y="84"/>
                    <a:pt x="237" y="84"/>
                    <a:pt x="237" y="84"/>
                  </a:cubicBezTo>
                  <a:cubicBezTo>
                    <a:pt x="238" y="84"/>
                    <a:pt x="236" y="84"/>
                    <a:pt x="236" y="84"/>
                  </a:cubicBezTo>
                  <a:cubicBezTo>
                    <a:pt x="237" y="84"/>
                    <a:pt x="237" y="84"/>
                    <a:pt x="238" y="84"/>
                  </a:cubicBezTo>
                  <a:cubicBezTo>
                    <a:pt x="238" y="84"/>
                    <a:pt x="238" y="85"/>
                    <a:pt x="237" y="85"/>
                  </a:cubicBezTo>
                  <a:cubicBezTo>
                    <a:pt x="237" y="85"/>
                    <a:pt x="237" y="85"/>
                    <a:pt x="236" y="85"/>
                  </a:cubicBezTo>
                  <a:cubicBezTo>
                    <a:pt x="237" y="85"/>
                    <a:pt x="237" y="86"/>
                    <a:pt x="237" y="86"/>
                  </a:cubicBezTo>
                  <a:cubicBezTo>
                    <a:pt x="238" y="85"/>
                    <a:pt x="236" y="86"/>
                    <a:pt x="236" y="86"/>
                  </a:cubicBezTo>
                  <a:cubicBezTo>
                    <a:pt x="236" y="87"/>
                    <a:pt x="236" y="87"/>
                    <a:pt x="236" y="87"/>
                  </a:cubicBezTo>
                  <a:cubicBezTo>
                    <a:pt x="236" y="88"/>
                    <a:pt x="236" y="88"/>
                    <a:pt x="236" y="88"/>
                  </a:cubicBezTo>
                  <a:cubicBezTo>
                    <a:pt x="236" y="88"/>
                    <a:pt x="237" y="88"/>
                    <a:pt x="236" y="88"/>
                  </a:cubicBezTo>
                  <a:cubicBezTo>
                    <a:pt x="236" y="87"/>
                    <a:pt x="237" y="87"/>
                    <a:pt x="237" y="87"/>
                  </a:cubicBezTo>
                  <a:cubicBezTo>
                    <a:pt x="237" y="87"/>
                    <a:pt x="237" y="87"/>
                    <a:pt x="237" y="87"/>
                  </a:cubicBezTo>
                  <a:cubicBezTo>
                    <a:pt x="237" y="87"/>
                    <a:pt x="237" y="88"/>
                    <a:pt x="237" y="88"/>
                  </a:cubicBezTo>
                  <a:cubicBezTo>
                    <a:pt x="237" y="89"/>
                    <a:pt x="238" y="87"/>
                    <a:pt x="238" y="87"/>
                  </a:cubicBezTo>
                  <a:cubicBezTo>
                    <a:pt x="239" y="86"/>
                    <a:pt x="240" y="86"/>
                    <a:pt x="239" y="86"/>
                  </a:cubicBezTo>
                  <a:cubicBezTo>
                    <a:pt x="239" y="85"/>
                    <a:pt x="241" y="84"/>
                    <a:pt x="242" y="83"/>
                  </a:cubicBezTo>
                  <a:cubicBezTo>
                    <a:pt x="242" y="83"/>
                    <a:pt x="242" y="83"/>
                    <a:pt x="242" y="83"/>
                  </a:cubicBezTo>
                  <a:cubicBezTo>
                    <a:pt x="243" y="82"/>
                    <a:pt x="243" y="82"/>
                    <a:pt x="244" y="82"/>
                  </a:cubicBezTo>
                  <a:cubicBezTo>
                    <a:pt x="244" y="81"/>
                    <a:pt x="246" y="79"/>
                    <a:pt x="247" y="80"/>
                  </a:cubicBezTo>
                  <a:cubicBezTo>
                    <a:pt x="248" y="80"/>
                    <a:pt x="246" y="81"/>
                    <a:pt x="247" y="81"/>
                  </a:cubicBezTo>
                  <a:cubicBezTo>
                    <a:pt x="247" y="82"/>
                    <a:pt x="246" y="82"/>
                    <a:pt x="245" y="83"/>
                  </a:cubicBezTo>
                  <a:cubicBezTo>
                    <a:pt x="245" y="83"/>
                    <a:pt x="247" y="82"/>
                    <a:pt x="247" y="83"/>
                  </a:cubicBezTo>
                  <a:cubicBezTo>
                    <a:pt x="247" y="83"/>
                    <a:pt x="246" y="84"/>
                    <a:pt x="247" y="84"/>
                  </a:cubicBezTo>
                  <a:cubicBezTo>
                    <a:pt x="247" y="84"/>
                    <a:pt x="247" y="85"/>
                    <a:pt x="246" y="85"/>
                  </a:cubicBezTo>
                  <a:cubicBezTo>
                    <a:pt x="246" y="86"/>
                    <a:pt x="247" y="85"/>
                    <a:pt x="247" y="85"/>
                  </a:cubicBezTo>
                  <a:cubicBezTo>
                    <a:pt x="247" y="85"/>
                    <a:pt x="248" y="85"/>
                    <a:pt x="248" y="85"/>
                  </a:cubicBezTo>
                  <a:cubicBezTo>
                    <a:pt x="248" y="85"/>
                    <a:pt x="248" y="84"/>
                    <a:pt x="248" y="84"/>
                  </a:cubicBezTo>
                  <a:cubicBezTo>
                    <a:pt x="249" y="84"/>
                    <a:pt x="249" y="84"/>
                    <a:pt x="249" y="84"/>
                  </a:cubicBezTo>
                  <a:cubicBezTo>
                    <a:pt x="249" y="85"/>
                    <a:pt x="250" y="84"/>
                    <a:pt x="250" y="84"/>
                  </a:cubicBezTo>
                  <a:cubicBezTo>
                    <a:pt x="250" y="84"/>
                    <a:pt x="249" y="84"/>
                    <a:pt x="250" y="84"/>
                  </a:cubicBezTo>
                  <a:cubicBezTo>
                    <a:pt x="249" y="83"/>
                    <a:pt x="250" y="83"/>
                    <a:pt x="250" y="83"/>
                  </a:cubicBezTo>
                  <a:cubicBezTo>
                    <a:pt x="250" y="83"/>
                    <a:pt x="251" y="83"/>
                    <a:pt x="251" y="83"/>
                  </a:cubicBezTo>
                  <a:cubicBezTo>
                    <a:pt x="251" y="83"/>
                    <a:pt x="251" y="83"/>
                    <a:pt x="250" y="83"/>
                  </a:cubicBezTo>
                  <a:cubicBezTo>
                    <a:pt x="250" y="83"/>
                    <a:pt x="251" y="83"/>
                    <a:pt x="250" y="82"/>
                  </a:cubicBezTo>
                  <a:cubicBezTo>
                    <a:pt x="250" y="82"/>
                    <a:pt x="250" y="82"/>
                    <a:pt x="250" y="82"/>
                  </a:cubicBezTo>
                  <a:cubicBezTo>
                    <a:pt x="250" y="82"/>
                    <a:pt x="250" y="82"/>
                    <a:pt x="250" y="82"/>
                  </a:cubicBezTo>
                  <a:cubicBezTo>
                    <a:pt x="251" y="82"/>
                    <a:pt x="251" y="82"/>
                    <a:pt x="252" y="82"/>
                  </a:cubicBezTo>
                  <a:cubicBezTo>
                    <a:pt x="251" y="82"/>
                    <a:pt x="251" y="81"/>
                    <a:pt x="252" y="81"/>
                  </a:cubicBezTo>
                  <a:cubicBezTo>
                    <a:pt x="252" y="81"/>
                    <a:pt x="253" y="81"/>
                    <a:pt x="254" y="81"/>
                  </a:cubicBezTo>
                  <a:cubicBezTo>
                    <a:pt x="253" y="81"/>
                    <a:pt x="253" y="81"/>
                    <a:pt x="252" y="81"/>
                  </a:cubicBezTo>
                  <a:cubicBezTo>
                    <a:pt x="253" y="81"/>
                    <a:pt x="253" y="81"/>
                    <a:pt x="253" y="81"/>
                  </a:cubicBezTo>
                  <a:cubicBezTo>
                    <a:pt x="252" y="81"/>
                    <a:pt x="252" y="81"/>
                    <a:pt x="252" y="81"/>
                  </a:cubicBezTo>
                  <a:cubicBezTo>
                    <a:pt x="252" y="81"/>
                    <a:pt x="252" y="80"/>
                    <a:pt x="252" y="80"/>
                  </a:cubicBezTo>
                  <a:cubicBezTo>
                    <a:pt x="252" y="80"/>
                    <a:pt x="250" y="81"/>
                    <a:pt x="250" y="80"/>
                  </a:cubicBezTo>
                  <a:cubicBezTo>
                    <a:pt x="250" y="80"/>
                    <a:pt x="251" y="80"/>
                    <a:pt x="251" y="80"/>
                  </a:cubicBezTo>
                  <a:cubicBezTo>
                    <a:pt x="251" y="80"/>
                    <a:pt x="250" y="79"/>
                    <a:pt x="251" y="79"/>
                  </a:cubicBezTo>
                  <a:cubicBezTo>
                    <a:pt x="251" y="79"/>
                    <a:pt x="253" y="80"/>
                    <a:pt x="253" y="80"/>
                  </a:cubicBezTo>
                  <a:cubicBezTo>
                    <a:pt x="253" y="80"/>
                    <a:pt x="253" y="79"/>
                    <a:pt x="252" y="79"/>
                  </a:cubicBezTo>
                  <a:cubicBezTo>
                    <a:pt x="252" y="79"/>
                    <a:pt x="253" y="79"/>
                    <a:pt x="253" y="78"/>
                  </a:cubicBezTo>
                  <a:cubicBezTo>
                    <a:pt x="254" y="78"/>
                    <a:pt x="254" y="79"/>
                    <a:pt x="254" y="79"/>
                  </a:cubicBezTo>
                  <a:cubicBezTo>
                    <a:pt x="254" y="79"/>
                    <a:pt x="255" y="79"/>
                    <a:pt x="255" y="79"/>
                  </a:cubicBezTo>
                  <a:cubicBezTo>
                    <a:pt x="256" y="79"/>
                    <a:pt x="256" y="79"/>
                    <a:pt x="257" y="79"/>
                  </a:cubicBezTo>
                  <a:cubicBezTo>
                    <a:pt x="257" y="79"/>
                    <a:pt x="257" y="79"/>
                    <a:pt x="258" y="79"/>
                  </a:cubicBezTo>
                  <a:cubicBezTo>
                    <a:pt x="258" y="79"/>
                    <a:pt x="257" y="79"/>
                    <a:pt x="257" y="80"/>
                  </a:cubicBezTo>
                  <a:cubicBezTo>
                    <a:pt x="257" y="80"/>
                    <a:pt x="258" y="80"/>
                    <a:pt x="258" y="80"/>
                  </a:cubicBezTo>
                  <a:cubicBezTo>
                    <a:pt x="258" y="79"/>
                    <a:pt x="259" y="80"/>
                    <a:pt x="259" y="80"/>
                  </a:cubicBezTo>
                  <a:cubicBezTo>
                    <a:pt x="260" y="80"/>
                    <a:pt x="259" y="81"/>
                    <a:pt x="259" y="81"/>
                  </a:cubicBezTo>
                  <a:cubicBezTo>
                    <a:pt x="259" y="81"/>
                    <a:pt x="259" y="81"/>
                    <a:pt x="259" y="81"/>
                  </a:cubicBezTo>
                  <a:cubicBezTo>
                    <a:pt x="259" y="81"/>
                    <a:pt x="258" y="81"/>
                    <a:pt x="258" y="81"/>
                  </a:cubicBezTo>
                  <a:cubicBezTo>
                    <a:pt x="258" y="81"/>
                    <a:pt x="258" y="81"/>
                    <a:pt x="258" y="81"/>
                  </a:cubicBezTo>
                  <a:cubicBezTo>
                    <a:pt x="258" y="82"/>
                    <a:pt x="257" y="81"/>
                    <a:pt x="256" y="81"/>
                  </a:cubicBezTo>
                  <a:cubicBezTo>
                    <a:pt x="256" y="81"/>
                    <a:pt x="255" y="81"/>
                    <a:pt x="254" y="81"/>
                  </a:cubicBezTo>
                  <a:cubicBezTo>
                    <a:pt x="255" y="81"/>
                    <a:pt x="255" y="82"/>
                    <a:pt x="255" y="82"/>
                  </a:cubicBezTo>
                  <a:cubicBezTo>
                    <a:pt x="255" y="82"/>
                    <a:pt x="256" y="81"/>
                    <a:pt x="257" y="82"/>
                  </a:cubicBezTo>
                  <a:cubicBezTo>
                    <a:pt x="256" y="82"/>
                    <a:pt x="255" y="83"/>
                    <a:pt x="254" y="83"/>
                  </a:cubicBezTo>
                  <a:cubicBezTo>
                    <a:pt x="255" y="83"/>
                    <a:pt x="256" y="83"/>
                    <a:pt x="257" y="83"/>
                  </a:cubicBezTo>
                  <a:cubicBezTo>
                    <a:pt x="257" y="82"/>
                    <a:pt x="258" y="82"/>
                    <a:pt x="258" y="82"/>
                  </a:cubicBezTo>
                  <a:cubicBezTo>
                    <a:pt x="259" y="83"/>
                    <a:pt x="256" y="84"/>
                    <a:pt x="255" y="84"/>
                  </a:cubicBezTo>
                  <a:cubicBezTo>
                    <a:pt x="256" y="84"/>
                    <a:pt x="256" y="85"/>
                    <a:pt x="256" y="85"/>
                  </a:cubicBezTo>
                  <a:cubicBezTo>
                    <a:pt x="256" y="85"/>
                    <a:pt x="256" y="84"/>
                    <a:pt x="256" y="84"/>
                  </a:cubicBezTo>
                  <a:cubicBezTo>
                    <a:pt x="256" y="84"/>
                    <a:pt x="256" y="84"/>
                    <a:pt x="256" y="84"/>
                  </a:cubicBezTo>
                  <a:cubicBezTo>
                    <a:pt x="257" y="84"/>
                    <a:pt x="257" y="84"/>
                    <a:pt x="258" y="84"/>
                  </a:cubicBezTo>
                  <a:cubicBezTo>
                    <a:pt x="258" y="84"/>
                    <a:pt x="257" y="84"/>
                    <a:pt x="257" y="85"/>
                  </a:cubicBezTo>
                  <a:cubicBezTo>
                    <a:pt x="257" y="85"/>
                    <a:pt x="259" y="84"/>
                    <a:pt x="259" y="84"/>
                  </a:cubicBezTo>
                  <a:cubicBezTo>
                    <a:pt x="259" y="84"/>
                    <a:pt x="259" y="85"/>
                    <a:pt x="259" y="85"/>
                  </a:cubicBezTo>
                  <a:cubicBezTo>
                    <a:pt x="258" y="85"/>
                    <a:pt x="258" y="85"/>
                    <a:pt x="258" y="86"/>
                  </a:cubicBezTo>
                  <a:cubicBezTo>
                    <a:pt x="258" y="86"/>
                    <a:pt x="258" y="85"/>
                    <a:pt x="258" y="85"/>
                  </a:cubicBezTo>
                  <a:cubicBezTo>
                    <a:pt x="258" y="85"/>
                    <a:pt x="259" y="85"/>
                    <a:pt x="259" y="85"/>
                  </a:cubicBezTo>
                  <a:cubicBezTo>
                    <a:pt x="260" y="84"/>
                    <a:pt x="260" y="85"/>
                    <a:pt x="260" y="84"/>
                  </a:cubicBezTo>
                  <a:cubicBezTo>
                    <a:pt x="260" y="84"/>
                    <a:pt x="259" y="84"/>
                    <a:pt x="259" y="83"/>
                  </a:cubicBezTo>
                  <a:cubicBezTo>
                    <a:pt x="260" y="83"/>
                    <a:pt x="260" y="83"/>
                    <a:pt x="261" y="82"/>
                  </a:cubicBezTo>
                  <a:cubicBezTo>
                    <a:pt x="259" y="82"/>
                    <a:pt x="262" y="81"/>
                    <a:pt x="262" y="81"/>
                  </a:cubicBezTo>
                  <a:cubicBezTo>
                    <a:pt x="262" y="81"/>
                    <a:pt x="264" y="80"/>
                    <a:pt x="264" y="81"/>
                  </a:cubicBezTo>
                  <a:cubicBezTo>
                    <a:pt x="264" y="81"/>
                    <a:pt x="265" y="81"/>
                    <a:pt x="266" y="82"/>
                  </a:cubicBezTo>
                  <a:cubicBezTo>
                    <a:pt x="266" y="82"/>
                    <a:pt x="265" y="82"/>
                    <a:pt x="265" y="82"/>
                  </a:cubicBezTo>
                  <a:cubicBezTo>
                    <a:pt x="265" y="82"/>
                    <a:pt x="266" y="82"/>
                    <a:pt x="266" y="82"/>
                  </a:cubicBezTo>
                  <a:cubicBezTo>
                    <a:pt x="266" y="82"/>
                    <a:pt x="266" y="82"/>
                    <a:pt x="265" y="82"/>
                  </a:cubicBezTo>
                  <a:cubicBezTo>
                    <a:pt x="266" y="82"/>
                    <a:pt x="266" y="82"/>
                    <a:pt x="265" y="82"/>
                  </a:cubicBezTo>
                  <a:cubicBezTo>
                    <a:pt x="265" y="83"/>
                    <a:pt x="267" y="82"/>
                    <a:pt x="267" y="82"/>
                  </a:cubicBezTo>
                  <a:cubicBezTo>
                    <a:pt x="268" y="82"/>
                    <a:pt x="268" y="82"/>
                    <a:pt x="268" y="82"/>
                  </a:cubicBezTo>
                  <a:cubicBezTo>
                    <a:pt x="269" y="82"/>
                    <a:pt x="269" y="83"/>
                    <a:pt x="268" y="83"/>
                  </a:cubicBezTo>
                  <a:cubicBezTo>
                    <a:pt x="269" y="83"/>
                    <a:pt x="271" y="82"/>
                    <a:pt x="272" y="83"/>
                  </a:cubicBezTo>
                  <a:cubicBezTo>
                    <a:pt x="271" y="83"/>
                    <a:pt x="271" y="83"/>
                    <a:pt x="271" y="83"/>
                  </a:cubicBezTo>
                  <a:cubicBezTo>
                    <a:pt x="271" y="83"/>
                    <a:pt x="272" y="83"/>
                    <a:pt x="272" y="83"/>
                  </a:cubicBezTo>
                  <a:cubicBezTo>
                    <a:pt x="273" y="84"/>
                    <a:pt x="271" y="83"/>
                    <a:pt x="271" y="84"/>
                  </a:cubicBezTo>
                  <a:cubicBezTo>
                    <a:pt x="271" y="84"/>
                    <a:pt x="271" y="84"/>
                    <a:pt x="271" y="84"/>
                  </a:cubicBezTo>
                  <a:cubicBezTo>
                    <a:pt x="271" y="84"/>
                    <a:pt x="272" y="84"/>
                    <a:pt x="273" y="84"/>
                  </a:cubicBezTo>
                  <a:cubicBezTo>
                    <a:pt x="273" y="84"/>
                    <a:pt x="274" y="84"/>
                    <a:pt x="274" y="84"/>
                  </a:cubicBezTo>
                  <a:cubicBezTo>
                    <a:pt x="275" y="84"/>
                    <a:pt x="275" y="84"/>
                    <a:pt x="275" y="84"/>
                  </a:cubicBezTo>
                  <a:cubicBezTo>
                    <a:pt x="276" y="84"/>
                    <a:pt x="276" y="85"/>
                    <a:pt x="276" y="85"/>
                  </a:cubicBezTo>
                  <a:cubicBezTo>
                    <a:pt x="277" y="84"/>
                    <a:pt x="278" y="85"/>
                    <a:pt x="278" y="85"/>
                  </a:cubicBezTo>
                  <a:cubicBezTo>
                    <a:pt x="279" y="87"/>
                    <a:pt x="275" y="86"/>
                    <a:pt x="275" y="87"/>
                  </a:cubicBezTo>
                  <a:cubicBezTo>
                    <a:pt x="274" y="87"/>
                    <a:pt x="273" y="87"/>
                    <a:pt x="274" y="87"/>
                  </a:cubicBezTo>
                  <a:cubicBezTo>
                    <a:pt x="274" y="88"/>
                    <a:pt x="271" y="88"/>
                    <a:pt x="272" y="88"/>
                  </a:cubicBezTo>
                  <a:cubicBezTo>
                    <a:pt x="270" y="88"/>
                    <a:pt x="268" y="88"/>
                    <a:pt x="266" y="88"/>
                  </a:cubicBezTo>
                  <a:cubicBezTo>
                    <a:pt x="266" y="88"/>
                    <a:pt x="265" y="88"/>
                    <a:pt x="264" y="87"/>
                  </a:cubicBezTo>
                  <a:cubicBezTo>
                    <a:pt x="263" y="87"/>
                    <a:pt x="262" y="87"/>
                    <a:pt x="261" y="87"/>
                  </a:cubicBezTo>
                  <a:cubicBezTo>
                    <a:pt x="262" y="87"/>
                    <a:pt x="262" y="87"/>
                    <a:pt x="262" y="87"/>
                  </a:cubicBezTo>
                  <a:cubicBezTo>
                    <a:pt x="262" y="87"/>
                    <a:pt x="262" y="87"/>
                    <a:pt x="261" y="88"/>
                  </a:cubicBezTo>
                  <a:cubicBezTo>
                    <a:pt x="262" y="88"/>
                    <a:pt x="262" y="87"/>
                    <a:pt x="263" y="88"/>
                  </a:cubicBezTo>
                  <a:cubicBezTo>
                    <a:pt x="263" y="88"/>
                    <a:pt x="263" y="88"/>
                    <a:pt x="262" y="88"/>
                  </a:cubicBezTo>
                  <a:cubicBezTo>
                    <a:pt x="263" y="88"/>
                    <a:pt x="264" y="88"/>
                    <a:pt x="265" y="88"/>
                  </a:cubicBezTo>
                  <a:cubicBezTo>
                    <a:pt x="265" y="88"/>
                    <a:pt x="265" y="88"/>
                    <a:pt x="265" y="88"/>
                  </a:cubicBezTo>
                  <a:cubicBezTo>
                    <a:pt x="266" y="89"/>
                    <a:pt x="268" y="88"/>
                    <a:pt x="269" y="89"/>
                  </a:cubicBezTo>
                  <a:cubicBezTo>
                    <a:pt x="269" y="89"/>
                    <a:pt x="268" y="89"/>
                    <a:pt x="268" y="89"/>
                  </a:cubicBezTo>
                  <a:cubicBezTo>
                    <a:pt x="268" y="89"/>
                    <a:pt x="267" y="90"/>
                    <a:pt x="267" y="90"/>
                  </a:cubicBezTo>
                  <a:cubicBezTo>
                    <a:pt x="267" y="90"/>
                    <a:pt x="269" y="89"/>
                    <a:pt x="269" y="89"/>
                  </a:cubicBezTo>
                  <a:cubicBezTo>
                    <a:pt x="270" y="89"/>
                    <a:pt x="270" y="90"/>
                    <a:pt x="270" y="90"/>
                  </a:cubicBezTo>
                  <a:cubicBezTo>
                    <a:pt x="270" y="90"/>
                    <a:pt x="270" y="91"/>
                    <a:pt x="269" y="91"/>
                  </a:cubicBezTo>
                  <a:cubicBezTo>
                    <a:pt x="270" y="91"/>
                    <a:pt x="268" y="91"/>
                    <a:pt x="268" y="91"/>
                  </a:cubicBezTo>
                  <a:cubicBezTo>
                    <a:pt x="268" y="91"/>
                    <a:pt x="268" y="92"/>
                    <a:pt x="268" y="92"/>
                  </a:cubicBezTo>
                  <a:cubicBezTo>
                    <a:pt x="269" y="92"/>
                    <a:pt x="269" y="91"/>
                    <a:pt x="270" y="91"/>
                  </a:cubicBezTo>
                  <a:cubicBezTo>
                    <a:pt x="270" y="91"/>
                    <a:pt x="272" y="91"/>
                    <a:pt x="272" y="91"/>
                  </a:cubicBezTo>
                  <a:cubicBezTo>
                    <a:pt x="272" y="91"/>
                    <a:pt x="272" y="91"/>
                    <a:pt x="271" y="91"/>
                  </a:cubicBezTo>
                  <a:cubicBezTo>
                    <a:pt x="272" y="91"/>
                    <a:pt x="272" y="91"/>
                    <a:pt x="273" y="92"/>
                  </a:cubicBezTo>
                  <a:cubicBezTo>
                    <a:pt x="273" y="91"/>
                    <a:pt x="273" y="91"/>
                    <a:pt x="273" y="91"/>
                  </a:cubicBezTo>
                  <a:cubicBezTo>
                    <a:pt x="273" y="91"/>
                    <a:pt x="273" y="91"/>
                    <a:pt x="273" y="91"/>
                  </a:cubicBezTo>
                  <a:cubicBezTo>
                    <a:pt x="273" y="91"/>
                    <a:pt x="273" y="90"/>
                    <a:pt x="273" y="90"/>
                  </a:cubicBezTo>
                  <a:cubicBezTo>
                    <a:pt x="272" y="90"/>
                    <a:pt x="274" y="90"/>
                    <a:pt x="274" y="90"/>
                  </a:cubicBezTo>
                  <a:cubicBezTo>
                    <a:pt x="274" y="90"/>
                    <a:pt x="274" y="90"/>
                    <a:pt x="273" y="90"/>
                  </a:cubicBezTo>
                  <a:cubicBezTo>
                    <a:pt x="274" y="90"/>
                    <a:pt x="274" y="90"/>
                    <a:pt x="274" y="90"/>
                  </a:cubicBezTo>
                  <a:cubicBezTo>
                    <a:pt x="275" y="91"/>
                    <a:pt x="275" y="92"/>
                    <a:pt x="274" y="92"/>
                  </a:cubicBezTo>
                  <a:cubicBezTo>
                    <a:pt x="275" y="92"/>
                    <a:pt x="275" y="92"/>
                    <a:pt x="275" y="91"/>
                  </a:cubicBezTo>
                  <a:cubicBezTo>
                    <a:pt x="275" y="91"/>
                    <a:pt x="275" y="91"/>
                    <a:pt x="275" y="90"/>
                  </a:cubicBezTo>
                  <a:cubicBezTo>
                    <a:pt x="275" y="90"/>
                    <a:pt x="276" y="90"/>
                    <a:pt x="277" y="91"/>
                  </a:cubicBezTo>
                  <a:cubicBezTo>
                    <a:pt x="277" y="91"/>
                    <a:pt x="277" y="91"/>
                    <a:pt x="277" y="91"/>
                  </a:cubicBezTo>
                  <a:cubicBezTo>
                    <a:pt x="277" y="91"/>
                    <a:pt x="277" y="91"/>
                    <a:pt x="277" y="91"/>
                  </a:cubicBezTo>
                  <a:cubicBezTo>
                    <a:pt x="278" y="91"/>
                    <a:pt x="278" y="91"/>
                    <a:pt x="278" y="92"/>
                  </a:cubicBezTo>
                  <a:cubicBezTo>
                    <a:pt x="279" y="92"/>
                    <a:pt x="278" y="93"/>
                    <a:pt x="278" y="93"/>
                  </a:cubicBezTo>
                  <a:close/>
                  <a:moveTo>
                    <a:pt x="172" y="110"/>
                  </a:moveTo>
                  <a:cubicBezTo>
                    <a:pt x="172" y="110"/>
                    <a:pt x="172" y="110"/>
                    <a:pt x="172" y="110"/>
                  </a:cubicBezTo>
                  <a:cubicBezTo>
                    <a:pt x="172" y="110"/>
                    <a:pt x="172" y="110"/>
                    <a:pt x="172" y="110"/>
                  </a:cubicBezTo>
                  <a:close/>
                  <a:moveTo>
                    <a:pt x="160" y="119"/>
                  </a:moveTo>
                  <a:cubicBezTo>
                    <a:pt x="160" y="119"/>
                    <a:pt x="159" y="119"/>
                    <a:pt x="158" y="119"/>
                  </a:cubicBezTo>
                  <a:cubicBezTo>
                    <a:pt x="159" y="119"/>
                    <a:pt x="159" y="119"/>
                    <a:pt x="160" y="119"/>
                  </a:cubicBezTo>
                  <a:close/>
                  <a:moveTo>
                    <a:pt x="97" y="169"/>
                  </a:moveTo>
                  <a:cubicBezTo>
                    <a:pt x="97" y="169"/>
                    <a:pt x="96" y="169"/>
                    <a:pt x="96" y="169"/>
                  </a:cubicBezTo>
                  <a:cubicBezTo>
                    <a:pt x="96" y="169"/>
                    <a:pt x="97" y="169"/>
                    <a:pt x="96" y="169"/>
                  </a:cubicBezTo>
                  <a:cubicBezTo>
                    <a:pt x="97" y="169"/>
                    <a:pt x="97" y="169"/>
                    <a:pt x="97" y="169"/>
                  </a:cubicBezTo>
                  <a:close/>
                  <a:moveTo>
                    <a:pt x="99" y="171"/>
                  </a:moveTo>
                  <a:cubicBezTo>
                    <a:pt x="98" y="171"/>
                    <a:pt x="97" y="171"/>
                    <a:pt x="96" y="171"/>
                  </a:cubicBezTo>
                  <a:cubicBezTo>
                    <a:pt x="96" y="171"/>
                    <a:pt x="96" y="172"/>
                    <a:pt x="95" y="172"/>
                  </a:cubicBezTo>
                  <a:cubicBezTo>
                    <a:pt x="95" y="172"/>
                    <a:pt x="96" y="172"/>
                    <a:pt x="96" y="172"/>
                  </a:cubicBezTo>
                  <a:cubicBezTo>
                    <a:pt x="96" y="172"/>
                    <a:pt x="96" y="172"/>
                    <a:pt x="96" y="172"/>
                  </a:cubicBezTo>
                  <a:cubicBezTo>
                    <a:pt x="97" y="171"/>
                    <a:pt x="98" y="172"/>
                    <a:pt x="99" y="171"/>
                  </a:cubicBezTo>
                  <a:close/>
                  <a:moveTo>
                    <a:pt x="100" y="171"/>
                  </a:moveTo>
                  <a:cubicBezTo>
                    <a:pt x="100" y="169"/>
                    <a:pt x="98" y="171"/>
                    <a:pt x="97" y="171"/>
                  </a:cubicBezTo>
                  <a:cubicBezTo>
                    <a:pt x="97" y="171"/>
                    <a:pt x="98" y="171"/>
                    <a:pt x="98" y="171"/>
                  </a:cubicBezTo>
                  <a:cubicBezTo>
                    <a:pt x="99" y="171"/>
                    <a:pt x="99" y="170"/>
                    <a:pt x="100" y="171"/>
                  </a:cubicBezTo>
                  <a:close/>
                  <a:moveTo>
                    <a:pt x="108" y="176"/>
                  </a:moveTo>
                  <a:cubicBezTo>
                    <a:pt x="108" y="176"/>
                    <a:pt x="108" y="176"/>
                    <a:pt x="108" y="176"/>
                  </a:cubicBezTo>
                  <a:cubicBezTo>
                    <a:pt x="108" y="176"/>
                    <a:pt x="108" y="176"/>
                    <a:pt x="108" y="176"/>
                  </a:cubicBezTo>
                  <a:close/>
                  <a:moveTo>
                    <a:pt x="125" y="153"/>
                  </a:moveTo>
                  <a:cubicBezTo>
                    <a:pt x="125" y="153"/>
                    <a:pt x="124" y="153"/>
                    <a:pt x="125" y="153"/>
                  </a:cubicBezTo>
                  <a:cubicBezTo>
                    <a:pt x="125" y="153"/>
                    <a:pt x="125" y="153"/>
                    <a:pt x="125" y="153"/>
                  </a:cubicBezTo>
                  <a:close/>
                  <a:moveTo>
                    <a:pt x="145" y="136"/>
                  </a:moveTo>
                  <a:cubicBezTo>
                    <a:pt x="146" y="135"/>
                    <a:pt x="146" y="135"/>
                    <a:pt x="146" y="135"/>
                  </a:cubicBezTo>
                  <a:cubicBezTo>
                    <a:pt x="146" y="135"/>
                    <a:pt x="146" y="135"/>
                    <a:pt x="145" y="136"/>
                  </a:cubicBezTo>
                  <a:close/>
                  <a:moveTo>
                    <a:pt x="144" y="137"/>
                  </a:moveTo>
                  <a:cubicBezTo>
                    <a:pt x="144" y="137"/>
                    <a:pt x="143" y="137"/>
                    <a:pt x="143" y="137"/>
                  </a:cubicBezTo>
                  <a:cubicBezTo>
                    <a:pt x="143" y="137"/>
                    <a:pt x="144" y="137"/>
                    <a:pt x="144" y="137"/>
                  </a:cubicBezTo>
                  <a:close/>
                  <a:moveTo>
                    <a:pt x="150" y="137"/>
                  </a:moveTo>
                  <a:cubicBezTo>
                    <a:pt x="149" y="136"/>
                    <a:pt x="147" y="136"/>
                    <a:pt x="146" y="136"/>
                  </a:cubicBezTo>
                  <a:cubicBezTo>
                    <a:pt x="146" y="136"/>
                    <a:pt x="146" y="137"/>
                    <a:pt x="145" y="137"/>
                  </a:cubicBezTo>
                  <a:cubicBezTo>
                    <a:pt x="146" y="136"/>
                    <a:pt x="146" y="136"/>
                    <a:pt x="147" y="136"/>
                  </a:cubicBezTo>
                  <a:cubicBezTo>
                    <a:pt x="147" y="136"/>
                    <a:pt x="148" y="136"/>
                    <a:pt x="148" y="136"/>
                  </a:cubicBezTo>
                  <a:cubicBezTo>
                    <a:pt x="149" y="136"/>
                    <a:pt x="149" y="137"/>
                    <a:pt x="150" y="137"/>
                  </a:cubicBezTo>
                  <a:close/>
                  <a:moveTo>
                    <a:pt x="201" y="92"/>
                  </a:moveTo>
                  <a:cubicBezTo>
                    <a:pt x="202" y="92"/>
                    <a:pt x="203" y="93"/>
                    <a:pt x="203" y="92"/>
                  </a:cubicBezTo>
                  <a:cubicBezTo>
                    <a:pt x="202" y="92"/>
                    <a:pt x="202" y="92"/>
                    <a:pt x="201" y="92"/>
                  </a:cubicBezTo>
                  <a:close/>
                  <a:moveTo>
                    <a:pt x="121" y="150"/>
                  </a:moveTo>
                  <a:cubicBezTo>
                    <a:pt x="121" y="150"/>
                    <a:pt x="122" y="150"/>
                    <a:pt x="122" y="150"/>
                  </a:cubicBezTo>
                  <a:cubicBezTo>
                    <a:pt x="122" y="150"/>
                    <a:pt x="119" y="150"/>
                    <a:pt x="119" y="151"/>
                  </a:cubicBezTo>
                  <a:cubicBezTo>
                    <a:pt x="120" y="151"/>
                    <a:pt x="121" y="151"/>
                    <a:pt x="123" y="151"/>
                  </a:cubicBezTo>
                  <a:cubicBezTo>
                    <a:pt x="123" y="150"/>
                    <a:pt x="124" y="150"/>
                    <a:pt x="125" y="150"/>
                  </a:cubicBezTo>
                  <a:cubicBezTo>
                    <a:pt x="125" y="150"/>
                    <a:pt x="126" y="150"/>
                    <a:pt x="126" y="150"/>
                  </a:cubicBezTo>
                  <a:cubicBezTo>
                    <a:pt x="125" y="150"/>
                    <a:pt x="125" y="150"/>
                    <a:pt x="125" y="150"/>
                  </a:cubicBezTo>
                  <a:cubicBezTo>
                    <a:pt x="125" y="149"/>
                    <a:pt x="125" y="149"/>
                    <a:pt x="125" y="149"/>
                  </a:cubicBezTo>
                  <a:cubicBezTo>
                    <a:pt x="125" y="149"/>
                    <a:pt x="124" y="150"/>
                    <a:pt x="124" y="150"/>
                  </a:cubicBezTo>
                  <a:cubicBezTo>
                    <a:pt x="124" y="149"/>
                    <a:pt x="124" y="149"/>
                    <a:pt x="124" y="149"/>
                  </a:cubicBezTo>
                  <a:cubicBezTo>
                    <a:pt x="123" y="149"/>
                    <a:pt x="123" y="149"/>
                    <a:pt x="123" y="149"/>
                  </a:cubicBezTo>
                  <a:cubicBezTo>
                    <a:pt x="123" y="149"/>
                    <a:pt x="121" y="149"/>
                    <a:pt x="121" y="150"/>
                  </a:cubicBezTo>
                  <a:close/>
                  <a:moveTo>
                    <a:pt x="201" y="87"/>
                  </a:moveTo>
                  <a:cubicBezTo>
                    <a:pt x="201" y="87"/>
                    <a:pt x="201" y="87"/>
                    <a:pt x="200" y="87"/>
                  </a:cubicBezTo>
                  <a:cubicBezTo>
                    <a:pt x="200" y="86"/>
                    <a:pt x="200" y="87"/>
                    <a:pt x="200" y="87"/>
                  </a:cubicBezTo>
                  <a:cubicBezTo>
                    <a:pt x="199" y="87"/>
                    <a:pt x="198" y="85"/>
                    <a:pt x="198" y="86"/>
                  </a:cubicBezTo>
                  <a:cubicBezTo>
                    <a:pt x="198" y="86"/>
                    <a:pt x="198" y="87"/>
                    <a:pt x="198" y="87"/>
                  </a:cubicBezTo>
                  <a:cubicBezTo>
                    <a:pt x="199" y="87"/>
                    <a:pt x="199" y="87"/>
                    <a:pt x="199" y="87"/>
                  </a:cubicBezTo>
                  <a:cubicBezTo>
                    <a:pt x="200" y="88"/>
                    <a:pt x="200" y="88"/>
                    <a:pt x="201" y="88"/>
                  </a:cubicBezTo>
                  <a:cubicBezTo>
                    <a:pt x="201" y="88"/>
                    <a:pt x="202" y="88"/>
                    <a:pt x="201" y="88"/>
                  </a:cubicBezTo>
                  <a:cubicBezTo>
                    <a:pt x="202" y="88"/>
                    <a:pt x="202" y="88"/>
                    <a:pt x="202" y="88"/>
                  </a:cubicBezTo>
                  <a:cubicBezTo>
                    <a:pt x="202" y="87"/>
                    <a:pt x="201" y="88"/>
                    <a:pt x="201" y="87"/>
                  </a:cubicBezTo>
                  <a:close/>
                  <a:moveTo>
                    <a:pt x="95" y="167"/>
                  </a:moveTo>
                  <a:cubicBezTo>
                    <a:pt x="95" y="167"/>
                    <a:pt x="95" y="167"/>
                    <a:pt x="96" y="167"/>
                  </a:cubicBezTo>
                  <a:cubicBezTo>
                    <a:pt x="95" y="166"/>
                    <a:pt x="93" y="166"/>
                    <a:pt x="92" y="167"/>
                  </a:cubicBezTo>
                  <a:cubicBezTo>
                    <a:pt x="93" y="167"/>
                    <a:pt x="93" y="167"/>
                    <a:pt x="94" y="167"/>
                  </a:cubicBezTo>
                  <a:cubicBezTo>
                    <a:pt x="92" y="168"/>
                    <a:pt x="95" y="167"/>
                    <a:pt x="95" y="167"/>
                  </a:cubicBezTo>
                  <a:close/>
                  <a:moveTo>
                    <a:pt x="95" y="187"/>
                  </a:moveTo>
                  <a:cubicBezTo>
                    <a:pt x="95" y="187"/>
                    <a:pt x="96" y="187"/>
                    <a:pt x="96" y="187"/>
                  </a:cubicBezTo>
                  <a:cubicBezTo>
                    <a:pt x="96" y="188"/>
                    <a:pt x="97" y="188"/>
                    <a:pt x="97" y="187"/>
                  </a:cubicBezTo>
                  <a:cubicBezTo>
                    <a:pt x="97" y="186"/>
                    <a:pt x="96" y="185"/>
                    <a:pt x="95" y="186"/>
                  </a:cubicBezTo>
                  <a:cubicBezTo>
                    <a:pt x="96" y="186"/>
                    <a:pt x="95" y="186"/>
                    <a:pt x="95" y="186"/>
                  </a:cubicBezTo>
                  <a:cubicBezTo>
                    <a:pt x="95" y="186"/>
                    <a:pt x="95" y="187"/>
                    <a:pt x="95" y="187"/>
                  </a:cubicBezTo>
                  <a:close/>
                  <a:moveTo>
                    <a:pt x="160" y="104"/>
                  </a:moveTo>
                  <a:cubicBezTo>
                    <a:pt x="161" y="105"/>
                    <a:pt x="160" y="103"/>
                    <a:pt x="159" y="104"/>
                  </a:cubicBezTo>
                  <a:cubicBezTo>
                    <a:pt x="159" y="105"/>
                    <a:pt x="158" y="104"/>
                    <a:pt x="157" y="105"/>
                  </a:cubicBezTo>
                  <a:cubicBezTo>
                    <a:pt x="157" y="105"/>
                    <a:pt x="158" y="105"/>
                    <a:pt x="158" y="105"/>
                  </a:cubicBezTo>
                  <a:cubicBezTo>
                    <a:pt x="158" y="105"/>
                    <a:pt x="156" y="105"/>
                    <a:pt x="157" y="105"/>
                  </a:cubicBezTo>
                  <a:cubicBezTo>
                    <a:pt x="156" y="106"/>
                    <a:pt x="157" y="105"/>
                    <a:pt x="157" y="106"/>
                  </a:cubicBezTo>
                  <a:cubicBezTo>
                    <a:pt x="157" y="106"/>
                    <a:pt x="157" y="106"/>
                    <a:pt x="157" y="106"/>
                  </a:cubicBezTo>
                  <a:cubicBezTo>
                    <a:pt x="157" y="106"/>
                    <a:pt x="157" y="106"/>
                    <a:pt x="157" y="106"/>
                  </a:cubicBezTo>
                  <a:cubicBezTo>
                    <a:pt x="157" y="106"/>
                    <a:pt x="156" y="106"/>
                    <a:pt x="157" y="106"/>
                  </a:cubicBezTo>
                  <a:cubicBezTo>
                    <a:pt x="157" y="107"/>
                    <a:pt x="158" y="106"/>
                    <a:pt x="157" y="106"/>
                  </a:cubicBezTo>
                  <a:cubicBezTo>
                    <a:pt x="157" y="106"/>
                    <a:pt x="159" y="107"/>
                    <a:pt x="158" y="106"/>
                  </a:cubicBezTo>
                  <a:cubicBezTo>
                    <a:pt x="158" y="106"/>
                    <a:pt x="160" y="106"/>
                    <a:pt x="159" y="106"/>
                  </a:cubicBezTo>
                  <a:cubicBezTo>
                    <a:pt x="160" y="106"/>
                    <a:pt x="161" y="106"/>
                    <a:pt x="161" y="105"/>
                  </a:cubicBezTo>
                  <a:cubicBezTo>
                    <a:pt x="162" y="104"/>
                    <a:pt x="160" y="105"/>
                    <a:pt x="160" y="104"/>
                  </a:cubicBezTo>
                  <a:close/>
                  <a:moveTo>
                    <a:pt x="102" y="162"/>
                  </a:moveTo>
                  <a:cubicBezTo>
                    <a:pt x="102" y="162"/>
                    <a:pt x="102" y="161"/>
                    <a:pt x="102" y="161"/>
                  </a:cubicBezTo>
                  <a:cubicBezTo>
                    <a:pt x="102" y="161"/>
                    <a:pt x="102" y="161"/>
                    <a:pt x="102" y="161"/>
                  </a:cubicBezTo>
                  <a:cubicBezTo>
                    <a:pt x="102" y="161"/>
                    <a:pt x="101" y="161"/>
                    <a:pt x="100" y="161"/>
                  </a:cubicBezTo>
                  <a:cubicBezTo>
                    <a:pt x="100" y="162"/>
                    <a:pt x="101" y="162"/>
                    <a:pt x="100" y="163"/>
                  </a:cubicBezTo>
                  <a:cubicBezTo>
                    <a:pt x="101" y="163"/>
                    <a:pt x="102" y="162"/>
                    <a:pt x="102" y="162"/>
                  </a:cubicBezTo>
                  <a:close/>
                  <a:moveTo>
                    <a:pt x="116" y="152"/>
                  </a:moveTo>
                  <a:cubicBezTo>
                    <a:pt x="116" y="152"/>
                    <a:pt x="117" y="152"/>
                    <a:pt x="117" y="152"/>
                  </a:cubicBezTo>
                  <a:cubicBezTo>
                    <a:pt x="117" y="152"/>
                    <a:pt x="118" y="152"/>
                    <a:pt x="118" y="152"/>
                  </a:cubicBezTo>
                  <a:cubicBezTo>
                    <a:pt x="118" y="151"/>
                    <a:pt x="118" y="151"/>
                    <a:pt x="117" y="151"/>
                  </a:cubicBezTo>
                  <a:cubicBezTo>
                    <a:pt x="117" y="151"/>
                    <a:pt x="117" y="151"/>
                    <a:pt x="116" y="151"/>
                  </a:cubicBezTo>
                  <a:cubicBezTo>
                    <a:pt x="115" y="151"/>
                    <a:pt x="115" y="152"/>
                    <a:pt x="116" y="152"/>
                  </a:cubicBezTo>
                  <a:close/>
                  <a:moveTo>
                    <a:pt x="221" y="86"/>
                  </a:moveTo>
                  <a:cubicBezTo>
                    <a:pt x="221" y="86"/>
                    <a:pt x="222" y="86"/>
                    <a:pt x="222" y="86"/>
                  </a:cubicBezTo>
                  <a:cubicBezTo>
                    <a:pt x="222" y="86"/>
                    <a:pt x="222" y="86"/>
                    <a:pt x="221" y="86"/>
                  </a:cubicBezTo>
                  <a:cubicBezTo>
                    <a:pt x="222" y="86"/>
                    <a:pt x="222" y="86"/>
                    <a:pt x="222" y="86"/>
                  </a:cubicBezTo>
                  <a:cubicBezTo>
                    <a:pt x="222" y="85"/>
                    <a:pt x="221" y="86"/>
                    <a:pt x="221" y="85"/>
                  </a:cubicBezTo>
                  <a:cubicBezTo>
                    <a:pt x="220" y="84"/>
                    <a:pt x="220" y="86"/>
                    <a:pt x="220" y="86"/>
                  </a:cubicBezTo>
                  <a:cubicBezTo>
                    <a:pt x="220" y="85"/>
                    <a:pt x="219" y="85"/>
                    <a:pt x="219" y="85"/>
                  </a:cubicBezTo>
                  <a:cubicBezTo>
                    <a:pt x="218" y="85"/>
                    <a:pt x="219" y="85"/>
                    <a:pt x="218" y="86"/>
                  </a:cubicBezTo>
                  <a:cubicBezTo>
                    <a:pt x="218" y="86"/>
                    <a:pt x="218" y="85"/>
                    <a:pt x="218" y="86"/>
                  </a:cubicBezTo>
                  <a:cubicBezTo>
                    <a:pt x="217" y="86"/>
                    <a:pt x="220" y="86"/>
                    <a:pt x="221" y="86"/>
                  </a:cubicBezTo>
                  <a:close/>
                  <a:moveTo>
                    <a:pt x="154" y="108"/>
                  </a:moveTo>
                  <a:cubicBezTo>
                    <a:pt x="155" y="107"/>
                    <a:pt x="154" y="107"/>
                    <a:pt x="154" y="107"/>
                  </a:cubicBezTo>
                  <a:cubicBezTo>
                    <a:pt x="154" y="107"/>
                    <a:pt x="155" y="106"/>
                    <a:pt x="154" y="106"/>
                  </a:cubicBezTo>
                  <a:cubicBezTo>
                    <a:pt x="154" y="106"/>
                    <a:pt x="153" y="107"/>
                    <a:pt x="153" y="107"/>
                  </a:cubicBezTo>
                  <a:cubicBezTo>
                    <a:pt x="153" y="107"/>
                    <a:pt x="152" y="109"/>
                    <a:pt x="152" y="109"/>
                  </a:cubicBezTo>
                  <a:cubicBezTo>
                    <a:pt x="152" y="109"/>
                    <a:pt x="155" y="108"/>
                    <a:pt x="153" y="108"/>
                  </a:cubicBezTo>
                  <a:cubicBezTo>
                    <a:pt x="154" y="107"/>
                    <a:pt x="154" y="108"/>
                    <a:pt x="154" y="108"/>
                  </a:cubicBezTo>
                  <a:close/>
                  <a:moveTo>
                    <a:pt x="230" y="83"/>
                  </a:moveTo>
                  <a:cubicBezTo>
                    <a:pt x="230" y="83"/>
                    <a:pt x="229" y="82"/>
                    <a:pt x="229" y="82"/>
                  </a:cubicBezTo>
                  <a:cubicBezTo>
                    <a:pt x="228" y="82"/>
                    <a:pt x="228" y="82"/>
                    <a:pt x="227" y="82"/>
                  </a:cubicBezTo>
                  <a:cubicBezTo>
                    <a:pt x="228" y="82"/>
                    <a:pt x="227" y="82"/>
                    <a:pt x="227" y="82"/>
                  </a:cubicBezTo>
                  <a:cubicBezTo>
                    <a:pt x="226" y="82"/>
                    <a:pt x="226" y="83"/>
                    <a:pt x="226" y="83"/>
                  </a:cubicBezTo>
                  <a:cubicBezTo>
                    <a:pt x="226" y="83"/>
                    <a:pt x="226" y="83"/>
                    <a:pt x="226" y="83"/>
                  </a:cubicBezTo>
                  <a:cubicBezTo>
                    <a:pt x="226" y="83"/>
                    <a:pt x="226" y="83"/>
                    <a:pt x="226" y="83"/>
                  </a:cubicBezTo>
                  <a:cubicBezTo>
                    <a:pt x="228" y="84"/>
                    <a:pt x="229" y="84"/>
                    <a:pt x="230" y="83"/>
                  </a:cubicBezTo>
                  <a:close/>
                  <a:moveTo>
                    <a:pt x="98" y="184"/>
                  </a:moveTo>
                  <a:cubicBezTo>
                    <a:pt x="97" y="185"/>
                    <a:pt x="96" y="184"/>
                    <a:pt x="97" y="185"/>
                  </a:cubicBezTo>
                  <a:cubicBezTo>
                    <a:pt x="97" y="186"/>
                    <a:pt x="96" y="185"/>
                    <a:pt x="96" y="185"/>
                  </a:cubicBezTo>
                  <a:cubicBezTo>
                    <a:pt x="96" y="186"/>
                    <a:pt x="97" y="186"/>
                    <a:pt x="97" y="185"/>
                  </a:cubicBezTo>
                  <a:cubicBezTo>
                    <a:pt x="97" y="186"/>
                    <a:pt x="97" y="186"/>
                    <a:pt x="97" y="186"/>
                  </a:cubicBezTo>
                  <a:cubicBezTo>
                    <a:pt x="97" y="186"/>
                    <a:pt x="98" y="186"/>
                    <a:pt x="98" y="186"/>
                  </a:cubicBezTo>
                  <a:cubicBezTo>
                    <a:pt x="98" y="186"/>
                    <a:pt x="98" y="186"/>
                    <a:pt x="98" y="185"/>
                  </a:cubicBezTo>
                  <a:cubicBezTo>
                    <a:pt x="98" y="185"/>
                    <a:pt x="99" y="184"/>
                    <a:pt x="98" y="184"/>
                  </a:cubicBezTo>
                  <a:close/>
                  <a:moveTo>
                    <a:pt x="239" y="79"/>
                  </a:moveTo>
                  <a:cubicBezTo>
                    <a:pt x="239" y="79"/>
                    <a:pt x="238" y="80"/>
                    <a:pt x="238" y="80"/>
                  </a:cubicBezTo>
                  <a:cubicBezTo>
                    <a:pt x="238" y="80"/>
                    <a:pt x="239" y="80"/>
                    <a:pt x="240" y="80"/>
                  </a:cubicBezTo>
                  <a:cubicBezTo>
                    <a:pt x="240" y="80"/>
                    <a:pt x="240" y="80"/>
                    <a:pt x="241" y="80"/>
                  </a:cubicBezTo>
                  <a:cubicBezTo>
                    <a:pt x="241" y="80"/>
                    <a:pt x="244" y="80"/>
                    <a:pt x="243" y="79"/>
                  </a:cubicBezTo>
                  <a:cubicBezTo>
                    <a:pt x="243" y="79"/>
                    <a:pt x="242" y="80"/>
                    <a:pt x="241" y="79"/>
                  </a:cubicBezTo>
                  <a:cubicBezTo>
                    <a:pt x="242" y="79"/>
                    <a:pt x="242" y="79"/>
                    <a:pt x="242" y="79"/>
                  </a:cubicBezTo>
                  <a:cubicBezTo>
                    <a:pt x="242" y="79"/>
                    <a:pt x="241" y="79"/>
                    <a:pt x="241" y="79"/>
                  </a:cubicBezTo>
                  <a:cubicBezTo>
                    <a:pt x="241" y="79"/>
                    <a:pt x="242" y="79"/>
                    <a:pt x="242" y="79"/>
                  </a:cubicBezTo>
                  <a:cubicBezTo>
                    <a:pt x="242" y="78"/>
                    <a:pt x="241" y="78"/>
                    <a:pt x="241" y="78"/>
                  </a:cubicBezTo>
                  <a:cubicBezTo>
                    <a:pt x="241" y="78"/>
                    <a:pt x="241" y="79"/>
                    <a:pt x="241" y="78"/>
                  </a:cubicBezTo>
                  <a:cubicBezTo>
                    <a:pt x="241" y="78"/>
                    <a:pt x="241" y="78"/>
                    <a:pt x="241" y="78"/>
                  </a:cubicBezTo>
                  <a:cubicBezTo>
                    <a:pt x="240" y="78"/>
                    <a:pt x="240" y="78"/>
                    <a:pt x="240" y="78"/>
                  </a:cubicBezTo>
                  <a:cubicBezTo>
                    <a:pt x="239" y="78"/>
                    <a:pt x="239" y="78"/>
                    <a:pt x="239" y="78"/>
                  </a:cubicBezTo>
                  <a:cubicBezTo>
                    <a:pt x="239" y="78"/>
                    <a:pt x="240" y="78"/>
                    <a:pt x="240" y="79"/>
                  </a:cubicBezTo>
                  <a:cubicBezTo>
                    <a:pt x="239" y="79"/>
                    <a:pt x="239" y="79"/>
                    <a:pt x="238" y="79"/>
                  </a:cubicBezTo>
                  <a:cubicBezTo>
                    <a:pt x="238" y="79"/>
                    <a:pt x="237" y="79"/>
                    <a:pt x="237" y="79"/>
                  </a:cubicBezTo>
                  <a:cubicBezTo>
                    <a:pt x="237" y="79"/>
                    <a:pt x="237" y="79"/>
                    <a:pt x="237" y="79"/>
                  </a:cubicBezTo>
                  <a:cubicBezTo>
                    <a:pt x="238" y="80"/>
                    <a:pt x="238" y="79"/>
                    <a:pt x="239" y="79"/>
                  </a:cubicBezTo>
                  <a:close/>
                  <a:moveTo>
                    <a:pt x="121" y="153"/>
                  </a:moveTo>
                  <a:cubicBezTo>
                    <a:pt x="121" y="153"/>
                    <a:pt x="120" y="152"/>
                    <a:pt x="120" y="153"/>
                  </a:cubicBezTo>
                  <a:cubicBezTo>
                    <a:pt x="120" y="153"/>
                    <a:pt x="120" y="153"/>
                    <a:pt x="119" y="153"/>
                  </a:cubicBezTo>
                  <a:cubicBezTo>
                    <a:pt x="119" y="153"/>
                    <a:pt x="119" y="153"/>
                    <a:pt x="119" y="153"/>
                  </a:cubicBezTo>
                  <a:cubicBezTo>
                    <a:pt x="119" y="153"/>
                    <a:pt x="119" y="152"/>
                    <a:pt x="119" y="153"/>
                  </a:cubicBezTo>
                  <a:cubicBezTo>
                    <a:pt x="119" y="153"/>
                    <a:pt x="119" y="153"/>
                    <a:pt x="119" y="153"/>
                  </a:cubicBezTo>
                  <a:cubicBezTo>
                    <a:pt x="119" y="153"/>
                    <a:pt x="121" y="154"/>
                    <a:pt x="121" y="153"/>
                  </a:cubicBezTo>
                  <a:close/>
                  <a:moveTo>
                    <a:pt x="169" y="103"/>
                  </a:moveTo>
                  <a:cubicBezTo>
                    <a:pt x="168" y="103"/>
                    <a:pt x="167" y="103"/>
                    <a:pt x="167" y="103"/>
                  </a:cubicBezTo>
                  <a:cubicBezTo>
                    <a:pt x="167" y="103"/>
                    <a:pt x="166" y="104"/>
                    <a:pt x="166" y="104"/>
                  </a:cubicBezTo>
                  <a:cubicBezTo>
                    <a:pt x="167" y="103"/>
                    <a:pt x="165" y="103"/>
                    <a:pt x="165" y="103"/>
                  </a:cubicBezTo>
                  <a:cubicBezTo>
                    <a:pt x="165" y="103"/>
                    <a:pt x="164" y="103"/>
                    <a:pt x="164" y="104"/>
                  </a:cubicBezTo>
                  <a:cubicBezTo>
                    <a:pt x="164" y="104"/>
                    <a:pt x="164" y="103"/>
                    <a:pt x="164" y="103"/>
                  </a:cubicBezTo>
                  <a:cubicBezTo>
                    <a:pt x="164" y="103"/>
                    <a:pt x="163" y="103"/>
                    <a:pt x="163" y="104"/>
                  </a:cubicBezTo>
                  <a:cubicBezTo>
                    <a:pt x="163" y="104"/>
                    <a:pt x="163" y="104"/>
                    <a:pt x="163" y="104"/>
                  </a:cubicBezTo>
                  <a:cubicBezTo>
                    <a:pt x="164" y="104"/>
                    <a:pt x="164" y="104"/>
                    <a:pt x="164" y="104"/>
                  </a:cubicBezTo>
                  <a:cubicBezTo>
                    <a:pt x="164" y="104"/>
                    <a:pt x="163" y="104"/>
                    <a:pt x="163" y="104"/>
                  </a:cubicBezTo>
                  <a:cubicBezTo>
                    <a:pt x="163" y="104"/>
                    <a:pt x="162" y="104"/>
                    <a:pt x="163" y="105"/>
                  </a:cubicBezTo>
                  <a:cubicBezTo>
                    <a:pt x="163" y="105"/>
                    <a:pt x="162" y="105"/>
                    <a:pt x="162" y="105"/>
                  </a:cubicBezTo>
                  <a:cubicBezTo>
                    <a:pt x="162" y="105"/>
                    <a:pt x="161" y="105"/>
                    <a:pt x="162" y="106"/>
                  </a:cubicBezTo>
                  <a:cubicBezTo>
                    <a:pt x="162" y="106"/>
                    <a:pt x="163" y="105"/>
                    <a:pt x="163" y="105"/>
                  </a:cubicBezTo>
                  <a:cubicBezTo>
                    <a:pt x="163" y="105"/>
                    <a:pt x="164" y="105"/>
                    <a:pt x="164" y="105"/>
                  </a:cubicBezTo>
                  <a:cubicBezTo>
                    <a:pt x="164" y="105"/>
                    <a:pt x="165" y="105"/>
                    <a:pt x="165" y="105"/>
                  </a:cubicBezTo>
                  <a:cubicBezTo>
                    <a:pt x="165" y="105"/>
                    <a:pt x="165" y="104"/>
                    <a:pt x="165" y="104"/>
                  </a:cubicBezTo>
                  <a:cubicBezTo>
                    <a:pt x="165" y="104"/>
                    <a:pt x="166" y="104"/>
                    <a:pt x="166" y="104"/>
                  </a:cubicBezTo>
                  <a:cubicBezTo>
                    <a:pt x="166" y="104"/>
                    <a:pt x="165" y="104"/>
                    <a:pt x="165" y="105"/>
                  </a:cubicBezTo>
                  <a:cubicBezTo>
                    <a:pt x="167" y="105"/>
                    <a:pt x="168" y="104"/>
                    <a:pt x="169" y="103"/>
                  </a:cubicBezTo>
                  <a:close/>
                  <a:moveTo>
                    <a:pt x="3" y="80"/>
                  </a:moveTo>
                  <a:cubicBezTo>
                    <a:pt x="2" y="80"/>
                    <a:pt x="0" y="80"/>
                    <a:pt x="0" y="81"/>
                  </a:cubicBezTo>
                  <a:cubicBezTo>
                    <a:pt x="0" y="81"/>
                    <a:pt x="1" y="81"/>
                    <a:pt x="2" y="80"/>
                  </a:cubicBezTo>
                  <a:cubicBezTo>
                    <a:pt x="3" y="80"/>
                    <a:pt x="4" y="80"/>
                    <a:pt x="5" y="80"/>
                  </a:cubicBezTo>
                  <a:cubicBezTo>
                    <a:pt x="5" y="80"/>
                    <a:pt x="8" y="79"/>
                    <a:pt x="8" y="79"/>
                  </a:cubicBezTo>
                  <a:cubicBezTo>
                    <a:pt x="7" y="79"/>
                    <a:pt x="9" y="78"/>
                    <a:pt x="8" y="78"/>
                  </a:cubicBezTo>
                  <a:cubicBezTo>
                    <a:pt x="6" y="77"/>
                    <a:pt x="4" y="79"/>
                    <a:pt x="3" y="8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07" name="Northern Mariana Islands (US commonwealth)">
              <a:extLst>
                <a:ext uri="{FF2B5EF4-FFF2-40B4-BE49-F238E27FC236}">
                  <a16:creationId xmlns:a16="http://schemas.microsoft.com/office/drawing/2014/main" id="{E45BD50B-8164-8183-FC5F-1AF3E7ED538C}"/>
                </a:ext>
              </a:extLst>
            </p:cNvPr>
            <p:cNvSpPr>
              <a:spLocks noEditPoints="1"/>
            </p:cNvSpPr>
            <p:nvPr/>
          </p:nvSpPr>
          <p:spPr bwMode="auto">
            <a:xfrm>
              <a:off x="10586722" y="3242576"/>
              <a:ext cx="71552" cy="251903"/>
            </a:xfrm>
            <a:custGeom>
              <a:avLst/>
              <a:gdLst/>
              <a:ahLst/>
              <a:cxnLst>
                <a:cxn ang="0">
                  <a:pos x="16" y="71"/>
                </a:cxn>
                <a:cxn ang="0">
                  <a:pos x="16" y="71"/>
                </a:cxn>
                <a:cxn ang="0">
                  <a:pos x="16" y="70"/>
                </a:cxn>
                <a:cxn ang="0">
                  <a:pos x="16" y="71"/>
                </a:cxn>
                <a:cxn ang="0">
                  <a:pos x="19" y="61"/>
                </a:cxn>
                <a:cxn ang="0">
                  <a:pos x="19" y="62"/>
                </a:cxn>
                <a:cxn ang="0">
                  <a:pos x="19" y="61"/>
                </a:cxn>
                <a:cxn ang="0">
                  <a:pos x="12" y="20"/>
                </a:cxn>
                <a:cxn ang="0">
                  <a:pos x="12" y="21"/>
                </a:cxn>
                <a:cxn ang="0">
                  <a:pos x="12" y="20"/>
                </a:cxn>
                <a:cxn ang="0">
                  <a:pos x="16" y="33"/>
                </a:cxn>
                <a:cxn ang="0">
                  <a:pos x="16" y="33"/>
                </a:cxn>
                <a:cxn ang="0">
                  <a:pos x="17" y="36"/>
                </a:cxn>
                <a:cxn ang="0">
                  <a:pos x="17" y="36"/>
                </a:cxn>
                <a:cxn ang="0">
                  <a:pos x="17" y="36"/>
                </a:cxn>
                <a:cxn ang="0">
                  <a:pos x="17" y="43"/>
                </a:cxn>
                <a:cxn ang="0">
                  <a:pos x="17" y="43"/>
                </a:cxn>
                <a:cxn ang="0">
                  <a:pos x="17" y="46"/>
                </a:cxn>
                <a:cxn ang="0">
                  <a:pos x="17" y="47"/>
                </a:cxn>
                <a:cxn ang="0">
                  <a:pos x="17" y="46"/>
                </a:cxn>
                <a:cxn ang="0">
                  <a:pos x="5" y="6"/>
                </a:cxn>
                <a:cxn ang="0">
                  <a:pos x="5" y="6"/>
                </a:cxn>
                <a:cxn ang="0">
                  <a:pos x="7" y="10"/>
                </a:cxn>
                <a:cxn ang="0">
                  <a:pos x="7" y="10"/>
                </a:cxn>
                <a:cxn ang="0">
                  <a:pos x="1" y="1"/>
                </a:cxn>
                <a:cxn ang="0">
                  <a:pos x="1" y="1"/>
                </a:cxn>
                <a:cxn ang="0">
                  <a:pos x="20" y="58"/>
                </a:cxn>
                <a:cxn ang="0">
                  <a:pos x="20" y="60"/>
                </a:cxn>
                <a:cxn ang="0">
                  <a:pos x="20" y="60"/>
                </a:cxn>
                <a:cxn ang="0">
                  <a:pos x="20" y="59"/>
                </a:cxn>
                <a:cxn ang="0">
                  <a:pos x="20" y="58"/>
                </a:cxn>
                <a:cxn ang="0">
                  <a:pos x="14" y="26"/>
                </a:cxn>
                <a:cxn ang="0">
                  <a:pos x="14" y="28"/>
                </a:cxn>
                <a:cxn ang="0">
                  <a:pos x="15" y="27"/>
                </a:cxn>
                <a:cxn ang="0">
                  <a:pos x="14" y="26"/>
                </a:cxn>
              </a:cxnLst>
              <a:rect l="0" t="0" r="r" b="b"/>
              <a:pathLst>
                <a:path w="20" h="71">
                  <a:moveTo>
                    <a:pt x="16" y="71"/>
                  </a:moveTo>
                  <a:cubicBezTo>
                    <a:pt x="16" y="71"/>
                    <a:pt x="16" y="71"/>
                    <a:pt x="16" y="71"/>
                  </a:cubicBezTo>
                  <a:cubicBezTo>
                    <a:pt x="16" y="71"/>
                    <a:pt x="16" y="70"/>
                    <a:pt x="16" y="70"/>
                  </a:cubicBezTo>
                  <a:cubicBezTo>
                    <a:pt x="17" y="70"/>
                    <a:pt x="17" y="71"/>
                    <a:pt x="16" y="71"/>
                  </a:cubicBezTo>
                  <a:close/>
                  <a:moveTo>
                    <a:pt x="19" y="61"/>
                  </a:moveTo>
                  <a:cubicBezTo>
                    <a:pt x="18" y="61"/>
                    <a:pt x="18" y="62"/>
                    <a:pt x="19" y="62"/>
                  </a:cubicBezTo>
                  <a:cubicBezTo>
                    <a:pt x="20" y="62"/>
                    <a:pt x="19" y="60"/>
                    <a:pt x="19" y="61"/>
                  </a:cubicBezTo>
                  <a:close/>
                  <a:moveTo>
                    <a:pt x="12" y="20"/>
                  </a:moveTo>
                  <a:cubicBezTo>
                    <a:pt x="11" y="20"/>
                    <a:pt x="12" y="20"/>
                    <a:pt x="12" y="21"/>
                  </a:cubicBezTo>
                  <a:cubicBezTo>
                    <a:pt x="12" y="20"/>
                    <a:pt x="12" y="19"/>
                    <a:pt x="12" y="20"/>
                  </a:cubicBezTo>
                  <a:close/>
                  <a:moveTo>
                    <a:pt x="16" y="33"/>
                  </a:moveTo>
                  <a:cubicBezTo>
                    <a:pt x="17" y="33"/>
                    <a:pt x="15" y="33"/>
                    <a:pt x="16" y="33"/>
                  </a:cubicBezTo>
                  <a:close/>
                  <a:moveTo>
                    <a:pt x="17" y="36"/>
                  </a:moveTo>
                  <a:cubicBezTo>
                    <a:pt x="17" y="36"/>
                    <a:pt x="17" y="36"/>
                    <a:pt x="17" y="36"/>
                  </a:cubicBezTo>
                  <a:cubicBezTo>
                    <a:pt x="17" y="36"/>
                    <a:pt x="17" y="36"/>
                    <a:pt x="17" y="36"/>
                  </a:cubicBezTo>
                  <a:close/>
                  <a:moveTo>
                    <a:pt x="17" y="43"/>
                  </a:moveTo>
                  <a:cubicBezTo>
                    <a:pt x="18" y="43"/>
                    <a:pt x="17" y="43"/>
                    <a:pt x="17" y="43"/>
                  </a:cubicBezTo>
                  <a:close/>
                  <a:moveTo>
                    <a:pt x="17" y="46"/>
                  </a:moveTo>
                  <a:cubicBezTo>
                    <a:pt x="16" y="46"/>
                    <a:pt x="16" y="47"/>
                    <a:pt x="17" y="47"/>
                  </a:cubicBezTo>
                  <a:cubicBezTo>
                    <a:pt x="17" y="47"/>
                    <a:pt x="17" y="46"/>
                    <a:pt x="17" y="46"/>
                  </a:cubicBezTo>
                  <a:close/>
                  <a:moveTo>
                    <a:pt x="5" y="6"/>
                  </a:moveTo>
                  <a:cubicBezTo>
                    <a:pt x="6" y="6"/>
                    <a:pt x="4" y="6"/>
                    <a:pt x="5" y="6"/>
                  </a:cubicBezTo>
                  <a:close/>
                  <a:moveTo>
                    <a:pt x="7" y="10"/>
                  </a:moveTo>
                  <a:cubicBezTo>
                    <a:pt x="8" y="10"/>
                    <a:pt x="7" y="10"/>
                    <a:pt x="7" y="10"/>
                  </a:cubicBezTo>
                  <a:close/>
                  <a:moveTo>
                    <a:pt x="1" y="1"/>
                  </a:moveTo>
                  <a:cubicBezTo>
                    <a:pt x="1" y="0"/>
                    <a:pt x="0" y="0"/>
                    <a:pt x="1" y="1"/>
                  </a:cubicBezTo>
                  <a:close/>
                  <a:moveTo>
                    <a:pt x="20" y="58"/>
                  </a:moveTo>
                  <a:cubicBezTo>
                    <a:pt x="19" y="58"/>
                    <a:pt x="19" y="60"/>
                    <a:pt x="20" y="60"/>
                  </a:cubicBezTo>
                  <a:cubicBezTo>
                    <a:pt x="20" y="60"/>
                    <a:pt x="20" y="60"/>
                    <a:pt x="20" y="60"/>
                  </a:cubicBezTo>
                  <a:cubicBezTo>
                    <a:pt x="20" y="60"/>
                    <a:pt x="20" y="60"/>
                    <a:pt x="20" y="59"/>
                  </a:cubicBezTo>
                  <a:cubicBezTo>
                    <a:pt x="20" y="59"/>
                    <a:pt x="20" y="58"/>
                    <a:pt x="20" y="58"/>
                  </a:cubicBezTo>
                  <a:close/>
                  <a:moveTo>
                    <a:pt x="14" y="26"/>
                  </a:moveTo>
                  <a:cubicBezTo>
                    <a:pt x="14" y="27"/>
                    <a:pt x="14" y="28"/>
                    <a:pt x="14" y="28"/>
                  </a:cubicBezTo>
                  <a:cubicBezTo>
                    <a:pt x="14" y="28"/>
                    <a:pt x="14" y="27"/>
                    <a:pt x="15" y="27"/>
                  </a:cubicBezTo>
                  <a:cubicBezTo>
                    <a:pt x="15" y="27"/>
                    <a:pt x="15" y="26"/>
                    <a:pt x="14" y="2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08" name="North Macedonia">
              <a:extLst>
                <a:ext uri="{FF2B5EF4-FFF2-40B4-BE49-F238E27FC236}">
                  <a16:creationId xmlns:a16="http://schemas.microsoft.com/office/drawing/2014/main" id="{4349B83B-75EC-E43F-3BBD-10EFAFA513EC}"/>
                </a:ext>
              </a:extLst>
            </p:cNvPr>
            <p:cNvSpPr>
              <a:spLocks/>
            </p:cNvSpPr>
            <p:nvPr/>
          </p:nvSpPr>
          <p:spPr bwMode="auto">
            <a:xfrm>
              <a:off x="6366136" y="2395714"/>
              <a:ext cx="81353" cy="59791"/>
            </a:xfrm>
            <a:custGeom>
              <a:avLst/>
              <a:gdLst/>
              <a:ahLst/>
              <a:cxnLst>
                <a:cxn ang="0">
                  <a:pos x="23" y="7"/>
                </a:cxn>
                <a:cxn ang="0">
                  <a:pos x="22" y="5"/>
                </a:cxn>
                <a:cxn ang="0">
                  <a:pos x="21" y="3"/>
                </a:cxn>
                <a:cxn ang="0">
                  <a:pos x="19" y="3"/>
                </a:cxn>
                <a:cxn ang="0">
                  <a:pos x="17" y="1"/>
                </a:cxn>
                <a:cxn ang="0">
                  <a:pos x="16" y="0"/>
                </a:cxn>
                <a:cxn ang="0">
                  <a:pos x="15" y="1"/>
                </a:cxn>
                <a:cxn ang="0">
                  <a:pos x="14" y="1"/>
                </a:cxn>
                <a:cxn ang="0">
                  <a:pos x="13" y="0"/>
                </a:cxn>
                <a:cxn ang="0">
                  <a:pos x="12" y="1"/>
                </a:cxn>
                <a:cxn ang="0">
                  <a:pos x="11" y="1"/>
                </a:cxn>
                <a:cxn ang="0">
                  <a:pos x="9" y="1"/>
                </a:cxn>
                <a:cxn ang="0">
                  <a:pos x="9" y="2"/>
                </a:cxn>
                <a:cxn ang="0">
                  <a:pos x="7" y="3"/>
                </a:cxn>
                <a:cxn ang="0">
                  <a:pos x="6" y="2"/>
                </a:cxn>
                <a:cxn ang="0">
                  <a:pos x="5" y="2"/>
                </a:cxn>
                <a:cxn ang="0">
                  <a:pos x="3" y="4"/>
                </a:cxn>
                <a:cxn ang="0">
                  <a:pos x="3" y="5"/>
                </a:cxn>
                <a:cxn ang="0">
                  <a:pos x="2" y="5"/>
                </a:cxn>
                <a:cxn ang="0">
                  <a:pos x="1" y="6"/>
                </a:cxn>
                <a:cxn ang="0">
                  <a:pos x="1" y="6"/>
                </a:cxn>
                <a:cxn ang="0">
                  <a:pos x="1" y="7"/>
                </a:cxn>
                <a:cxn ang="0">
                  <a:pos x="1" y="8"/>
                </a:cxn>
                <a:cxn ang="0">
                  <a:pos x="0" y="9"/>
                </a:cxn>
                <a:cxn ang="0">
                  <a:pos x="1" y="11"/>
                </a:cxn>
                <a:cxn ang="0">
                  <a:pos x="1" y="12"/>
                </a:cxn>
                <a:cxn ang="0">
                  <a:pos x="2" y="14"/>
                </a:cxn>
                <a:cxn ang="0">
                  <a:pos x="3" y="14"/>
                </a:cxn>
                <a:cxn ang="0">
                  <a:pos x="3" y="16"/>
                </a:cxn>
                <a:cxn ang="0">
                  <a:pos x="4" y="16"/>
                </a:cxn>
                <a:cxn ang="0">
                  <a:pos x="5" y="16"/>
                </a:cxn>
                <a:cxn ang="0">
                  <a:pos x="7" y="16"/>
                </a:cxn>
                <a:cxn ang="0">
                  <a:pos x="8" y="16"/>
                </a:cxn>
                <a:cxn ang="0">
                  <a:pos x="9" y="16"/>
                </a:cxn>
                <a:cxn ang="0">
                  <a:pos x="11" y="16"/>
                </a:cxn>
                <a:cxn ang="0">
                  <a:pos x="12" y="16"/>
                </a:cxn>
                <a:cxn ang="0">
                  <a:pos x="13" y="15"/>
                </a:cxn>
                <a:cxn ang="0">
                  <a:pos x="15" y="13"/>
                </a:cxn>
                <a:cxn ang="0">
                  <a:pos x="15" y="13"/>
                </a:cxn>
                <a:cxn ang="0">
                  <a:pos x="16" y="13"/>
                </a:cxn>
                <a:cxn ang="0">
                  <a:pos x="17" y="13"/>
                </a:cxn>
                <a:cxn ang="0">
                  <a:pos x="19" y="14"/>
                </a:cxn>
                <a:cxn ang="0">
                  <a:pos x="20" y="13"/>
                </a:cxn>
                <a:cxn ang="0">
                  <a:pos x="20" y="13"/>
                </a:cxn>
                <a:cxn ang="0">
                  <a:pos x="21" y="13"/>
                </a:cxn>
                <a:cxn ang="0">
                  <a:pos x="21" y="12"/>
                </a:cxn>
                <a:cxn ang="0">
                  <a:pos x="22" y="11"/>
                </a:cxn>
                <a:cxn ang="0">
                  <a:pos x="22" y="11"/>
                </a:cxn>
                <a:cxn ang="0">
                  <a:pos x="22" y="8"/>
                </a:cxn>
                <a:cxn ang="0">
                  <a:pos x="23" y="7"/>
                </a:cxn>
              </a:cxnLst>
              <a:rect l="0" t="0" r="r" b="b"/>
              <a:pathLst>
                <a:path w="23" h="17">
                  <a:moveTo>
                    <a:pt x="23" y="7"/>
                  </a:moveTo>
                  <a:cubicBezTo>
                    <a:pt x="22" y="6"/>
                    <a:pt x="22" y="6"/>
                    <a:pt x="22" y="5"/>
                  </a:cubicBezTo>
                  <a:cubicBezTo>
                    <a:pt x="22" y="4"/>
                    <a:pt x="22" y="4"/>
                    <a:pt x="21" y="3"/>
                  </a:cubicBezTo>
                  <a:cubicBezTo>
                    <a:pt x="20" y="3"/>
                    <a:pt x="20" y="3"/>
                    <a:pt x="19" y="3"/>
                  </a:cubicBezTo>
                  <a:cubicBezTo>
                    <a:pt x="18" y="2"/>
                    <a:pt x="18" y="1"/>
                    <a:pt x="17" y="1"/>
                  </a:cubicBezTo>
                  <a:cubicBezTo>
                    <a:pt x="16" y="0"/>
                    <a:pt x="16" y="1"/>
                    <a:pt x="16" y="0"/>
                  </a:cubicBezTo>
                  <a:cubicBezTo>
                    <a:pt x="16" y="0"/>
                    <a:pt x="15" y="0"/>
                    <a:pt x="15" y="1"/>
                  </a:cubicBezTo>
                  <a:cubicBezTo>
                    <a:pt x="14" y="1"/>
                    <a:pt x="14" y="1"/>
                    <a:pt x="14" y="1"/>
                  </a:cubicBezTo>
                  <a:cubicBezTo>
                    <a:pt x="14" y="1"/>
                    <a:pt x="14" y="0"/>
                    <a:pt x="13" y="0"/>
                  </a:cubicBezTo>
                  <a:cubicBezTo>
                    <a:pt x="13" y="0"/>
                    <a:pt x="12" y="1"/>
                    <a:pt x="12" y="1"/>
                  </a:cubicBezTo>
                  <a:cubicBezTo>
                    <a:pt x="11" y="1"/>
                    <a:pt x="11" y="1"/>
                    <a:pt x="11" y="1"/>
                  </a:cubicBezTo>
                  <a:cubicBezTo>
                    <a:pt x="10" y="1"/>
                    <a:pt x="10" y="1"/>
                    <a:pt x="9" y="1"/>
                  </a:cubicBezTo>
                  <a:cubicBezTo>
                    <a:pt x="9" y="1"/>
                    <a:pt x="8" y="1"/>
                    <a:pt x="9" y="2"/>
                  </a:cubicBezTo>
                  <a:cubicBezTo>
                    <a:pt x="7" y="2"/>
                    <a:pt x="8" y="3"/>
                    <a:pt x="7" y="3"/>
                  </a:cubicBezTo>
                  <a:cubicBezTo>
                    <a:pt x="7" y="4"/>
                    <a:pt x="7" y="2"/>
                    <a:pt x="6" y="2"/>
                  </a:cubicBezTo>
                  <a:cubicBezTo>
                    <a:pt x="6" y="2"/>
                    <a:pt x="6" y="2"/>
                    <a:pt x="5" y="2"/>
                  </a:cubicBezTo>
                  <a:cubicBezTo>
                    <a:pt x="4" y="3"/>
                    <a:pt x="3" y="3"/>
                    <a:pt x="3" y="4"/>
                  </a:cubicBezTo>
                  <a:cubicBezTo>
                    <a:pt x="3" y="4"/>
                    <a:pt x="3" y="5"/>
                    <a:pt x="3" y="5"/>
                  </a:cubicBezTo>
                  <a:cubicBezTo>
                    <a:pt x="2" y="6"/>
                    <a:pt x="2" y="5"/>
                    <a:pt x="2" y="5"/>
                  </a:cubicBezTo>
                  <a:cubicBezTo>
                    <a:pt x="2" y="6"/>
                    <a:pt x="1" y="5"/>
                    <a:pt x="1" y="6"/>
                  </a:cubicBezTo>
                  <a:cubicBezTo>
                    <a:pt x="1" y="6"/>
                    <a:pt x="1" y="6"/>
                    <a:pt x="1" y="6"/>
                  </a:cubicBezTo>
                  <a:cubicBezTo>
                    <a:pt x="1" y="6"/>
                    <a:pt x="1" y="6"/>
                    <a:pt x="1" y="7"/>
                  </a:cubicBezTo>
                  <a:cubicBezTo>
                    <a:pt x="1" y="7"/>
                    <a:pt x="1" y="8"/>
                    <a:pt x="1" y="8"/>
                  </a:cubicBezTo>
                  <a:cubicBezTo>
                    <a:pt x="1" y="9"/>
                    <a:pt x="0" y="9"/>
                    <a:pt x="0" y="9"/>
                  </a:cubicBezTo>
                  <a:cubicBezTo>
                    <a:pt x="0" y="10"/>
                    <a:pt x="1" y="10"/>
                    <a:pt x="1" y="11"/>
                  </a:cubicBezTo>
                  <a:cubicBezTo>
                    <a:pt x="1" y="11"/>
                    <a:pt x="1" y="11"/>
                    <a:pt x="1" y="12"/>
                  </a:cubicBezTo>
                  <a:cubicBezTo>
                    <a:pt x="1" y="13"/>
                    <a:pt x="2" y="13"/>
                    <a:pt x="2" y="14"/>
                  </a:cubicBezTo>
                  <a:cubicBezTo>
                    <a:pt x="2" y="14"/>
                    <a:pt x="2" y="14"/>
                    <a:pt x="3" y="14"/>
                  </a:cubicBezTo>
                  <a:cubicBezTo>
                    <a:pt x="3" y="15"/>
                    <a:pt x="3" y="16"/>
                    <a:pt x="3" y="16"/>
                  </a:cubicBezTo>
                  <a:cubicBezTo>
                    <a:pt x="4" y="16"/>
                    <a:pt x="4" y="16"/>
                    <a:pt x="4" y="16"/>
                  </a:cubicBezTo>
                  <a:cubicBezTo>
                    <a:pt x="5" y="16"/>
                    <a:pt x="5" y="16"/>
                    <a:pt x="5" y="16"/>
                  </a:cubicBezTo>
                  <a:cubicBezTo>
                    <a:pt x="5" y="17"/>
                    <a:pt x="7" y="16"/>
                    <a:pt x="7" y="16"/>
                  </a:cubicBezTo>
                  <a:cubicBezTo>
                    <a:pt x="7" y="16"/>
                    <a:pt x="7" y="16"/>
                    <a:pt x="8" y="16"/>
                  </a:cubicBezTo>
                  <a:cubicBezTo>
                    <a:pt x="8" y="16"/>
                    <a:pt x="9" y="16"/>
                    <a:pt x="9" y="16"/>
                  </a:cubicBezTo>
                  <a:cubicBezTo>
                    <a:pt x="10" y="16"/>
                    <a:pt x="10" y="16"/>
                    <a:pt x="11" y="16"/>
                  </a:cubicBezTo>
                  <a:cubicBezTo>
                    <a:pt x="11" y="16"/>
                    <a:pt x="11" y="16"/>
                    <a:pt x="12" y="16"/>
                  </a:cubicBezTo>
                  <a:cubicBezTo>
                    <a:pt x="13" y="16"/>
                    <a:pt x="12" y="15"/>
                    <a:pt x="13" y="15"/>
                  </a:cubicBezTo>
                  <a:cubicBezTo>
                    <a:pt x="13" y="14"/>
                    <a:pt x="14" y="13"/>
                    <a:pt x="15" y="13"/>
                  </a:cubicBezTo>
                  <a:cubicBezTo>
                    <a:pt x="15" y="13"/>
                    <a:pt x="15" y="13"/>
                    <a:pt x="15" y="13"/>
                  </a:cubicBezTo>
                  <a:cubicBezTo>
                    <a:pt x="15" y="13"/>
                    <a:pt x="15" y="13"/>
                    <a:pt x="16" y="13"/>
                  </a:cubicBezTo>
                  <a:cubicBezTo>
                    <a:pt x="16" y="13"/>
                    <a:pt x="16" y="13"/>
                    <a:pt x="17" y="13"/>
                  </a:cubicBezTo>
                  <a:cubicBezTo>
                    <a:pt x="18" y="13"/>
                    <a:pt x="18" y="14"/>
                    <a:pt x="19" y="14"/>
                  </a:cubicBezTo>
                  <a:cubicBezTo>
                    <a:pt x="19" y="14"/>
                    <a:pt x="19" y="14"/>
                    <a:pt x="20" y="13"/>
                  </a:cubicBezTo>
                  <a:cubicBezTo>
                    <a:pt x="20" y="13"/>
                    <a:pt x="20" y="13"/>
                    <a:pt x="20" y="13"/>
                  </a:cubicBezTo>
                  <a:cubicBezTo>
                    <a:pt x="20" y="13"/>
                    <a:pt x="20" y="14"/>
                    <a:pt x="21" y="13"/>
                  </a:cubicBezTo>
                  <a:cubicBezTo>
                    <a:pt x="21" y="13"/>
                    <a:pt x="21" y="12"/>
                    <a:pt x="21" y="12"/>
                  </a:cubicBezTo>
                  <a:cubicBezTo>
                    <a:pt x="21" y="11"/>
                    <a:pt x="21" y="11"/>
                    <a:pt x="22" y="11"/>
                  </a:cubicBezTo>
                  <a:cubicBezTo>
                    <a:pt x="22" y="11"/>
                    <a:pt x="22" y="11"/>
                    <a:pt x="22" y="11"/>
                  </a:cubicBezTo>
                  <a:cubicBezTo>
                    <a:pt x="23" y="10"/>
                    <a:pt x="23" y="9"/>
                    <a:pt x="22" y="8"/>
                  </a:cubicBezTo>
                  <a:cubicBezTo>
                    <a:pt x="23" y="8"/>
                    <a:pt x="23" y="7"/>
                    <a:pt x="23" y="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09" name="North Korea">
              <a:extLst>
                <a:ext uri="{FF2B5EF4-FFF2-40B4-BE49-F238E27FC236}">
                  <a16:creationId xmlns:a16="http://schemas.microsoft.com/office/drawing/2014/main" id="{C990C949-9731-D412-0766-7C05ED02DD8F}"/>
                </a:ext>
              </a:extLst>
            </p:cNvPr>
            <p:cNvSpPr>
              <a:spLocks noEditPoints="1"/>
            </p:cNvSpPr>
            <p:nvPr/>
          </p:nvSpPr>
          <p:spPr bwMode="auto">
            <a:xfrm>
              <a:off x="9659487" y="2371210"/>
              <a:ext cx="155847" cy="204855"/>
            </a:xfrm>
            <a:custGeom>
              <a:avLst/>
              <a:gdLst/>
              <a:ahLst/>
              <a:cxnLst>
                <a:cxn ang="0">
                  <a:pos x="41" y="10"/>
                </a:cxn>
                <a:cxn ang="0">
                  <a:pos x="40" y="13"/>
                </a:cxn>
                <a:cxn ang="0">
                  <a:pos x="42" y="18"/>
                </a:cxn>
                <a:cxn ang="0">
                  <a:pos x="41" y="25"/>
                </a:cxn>
                <a:cxn ang="0">
                  <a:pos x="38" y="30"/>
                </a:cxn>
                <a:cxn ang="0">
                  <a:pos x="35" y="32"/>
                </a:cxn>
                <a:cxn ang="0">
                  <a:pos x="30" y="36"/>
                </a:cxn>
                <a:cxn ang="0">
                  <a:pos x="32" y="39"/>
                </a:cxn>
                <a:cxn ang="0">
                  <a:pos x="32" y="40"/>
                </a:cxn>
                <a:cxn ang="0">
                  <a:pos x="34" y="42"/>
                </a:cxn>
                <a:cxn ang="0">
                  <a:pos x="39" y="45"/>
                </a:cxn>
                <a:cxn ang="0">
                  <a:pos x="44" y="49"/>
                </a:cxn>
                <a:cxn ang="0">
                  <a:pos x="37" y="51"/>
                </a:cxn>
                <a:cxn ang="0">
                  <a:pos x="32" y="55"/>
                </a:cxn>
                <a:cxn ang="0">
                  <a:pos x="28" y="56"/>
                </a:cxn>
                <a:cxn ang="0">
                  <a:pos x="25" y="56"/>
                </a:cxn>
                <a:cxn ang="0">
                  <a:pos x="23" y="56"/>
                </a:cxn>
                <a:cxn ang="0">
                  <a:pos x="22" y="58"/>
                </a:cxn>
                <a:cxn ang="0">
                  <a:pos x="21" y="57"/>
                </a:cxn>
                <a:cxn ang="0">
                  <a:pos x="21" y="56"/>
                </a:cxn>
                <a:cxn ang="0">
                  <a:pos x="19" y="56"/>
                </a:cxn>
                <a:cxn ang="0">
                  <a:pos x="17" y="54"/>
                </a:cxn>
                <a:cxn ang="0">
                  <a:pos x="14" y="54"/>
                </a:cxn>
                <a:cxn ang="0">
                  <a:pos x="15" y="52"/>
                </a:cxn>
                <a:cxn ang="0">
                  <a:pos x="14" y="49"/>
                </a:cxn>
                <a:cxn ang="0">
                  <a:pos x="16" y="47"/>
                </a:cxn>
                <a:cxn ang="0">
                  <a:pos x="19" y="48"/>
                </a:cxn>
                <a:cxn ang="0">
                  <a:pos x="16" y="47"/>
                </a:cxn>
                <a:cxn ang="0">
                  <a:pos x="14" y="46"/>
                </a:cxn>
                <a:cxn ang="0">
                  <a:pos x="14" y="41"/>
                </a:cxn>
                <a:cxn ang="0">
                  <a:pos x="12" y="39"/>
                </a:cxn>
                <a:cxn ang="0">
                  <a:pos x="8" y="37"/>
                </a:cxn>
                <a:cxn ang="0">
                  <a:pos x="5" y="37"/>
                </a:cxn>
                <a:cxn ang="0">
                  <a:pos x="1" y="33"/>
                </a:cxn>
                <a:cxn ang="0">
                  <a:pos x="2" y="29"/>
                </a:cxn>
                <a:cxn ang="0">
                  <a:pos x="4" y="27"/>
                </a:cxn>
                <a:cxn ang="0">
                  <a:pos x="7" y="25"/>
                </a:cxn>
                <a:cxn ang="0">
                  <a:pos x="9" y="23"/>
                </a:cxn>
                <a:cxn ang="0">
                  <a:pos x="11" y="20"/>
                </a:cxn>
                <a:cxn ang="0">
                  <a:pos x="12" y="17"/>
                </a:cxn>
                <a:cxn ang="0">
                  <a:pos x="12" y="14"/>
                </a:cxn>
                <a:cxn ang="0">
                  <a:pos x="16" y="15"/>
                </a:cxn>
                <a:cxn ang="0">
                  <a:pos x="19" y="17"/>
                </a:cxn>
                <a:cxn ang="0">
                  <a:pos x="25" y="17"/>
                </a:cxn>
                <a:cxn ang="0">
                  <a:pos x="26" y="11"/>
                </a:cxn>
                <a:cxn ang="0">
                  <a:pos x="30" y="10"/>
                </a:cxn>
                <a:cxn ang="0">
                  <a:pos x="31" y="7"/>
                </a:cxn>
                <a:cxn ang="0">
                  <a:pos x="33" y="7"/>
                </a:cxn>
                <a:cxn ang="0">
                  <a:pos x="33" y="3"/>
                </a:cxn>
                <a:cxn ang="0">
                  <a:pos x="35" y="0"/>
                </a:cxn>
                <a:cxn ang="0">
                  <a:pos x="39" y="4"/>
                </a:cxn>
                <a:cxn ang="0">
                  <a:pos x="43" y="7"/>
                </a:cxn>
                <a:cxn ang="0">
                  <a:pos x="13" y="55"/>
                </a:cxn>
                <a:cxn ang="0">
                  <a:pos x="14" y="55"/>
                </a:cxn>
              </a:cxnLst>
              <a:rect l="0" t="0" r="r" b="b"/>
              <a:pathLst>
                <a:path w="44" h="58">
                  <a:moveTo>
                    <a:pt x="41" y="8"/>
                  </a:moveTo>
                  <a:cubicBezTo>
                    <a:pt x="41" y="8"/>
                    <a:pt x="42" y="8"/>
                    <a:pt x="42" y="8"/>
                  </a:cubicBezTo>
                  <a:cubicBezTo>
                    <a:pt x="41" y="8"/>
                    <a:pt x="42" y="9"/>
                    <a:pt x="41" y="9"/>
                  </a:cubicBezTo>
                  <a:cubicBezTo>
                    <a:pt x="41" y="8"/>
                    <a:pt x="41" y="10"/>
                    <a:pt x="41" y="10"/>
                  </a:cubicBezTo>
                  <a:cubicBezTo>
                    <a:pt x="41" y="10"/>
                    <a:pt x="41" y="10"/>
                    <a:pt x="41" y="10"/>
                  </a:cubicBezTo>
                  <a:cubicBezTo>
                    <a:pt x="40" y="10"/>
                    <a:pt x="40" y="11"/>
                    <a:pt x="40" y="11"/>
                  </a:cubicBezTo>
                  <a:cubicBezTo>
                    <a:pt x="40" y="11"/>
                    <a:pt x="40" y="12"/>
                    <a:pt x="40" y="12"/>
                  </a:cubicBezTo>
                  <a:cubicBezTo>
                    <a:pt x="39" y="12"/>
                    <a:pt x="40" y="13"/>
                    <a:pt x="40" y="13"/>
                  </a:cubicBezTo>
                  <a:cubicBezTo>
                    <a:pt x="40" y="14"/>
                    <a:pt x="39" y="14"/>
                    <a:pt x="39" y="14"/>
                  </a:cubicBezTo>
                  <a:cubicBezTo>
                    <a:pt x="39" y="14"/>
                    <a:pt x="39" y="14"/>
                    <a:pt x="39" y="15"/>
                  </a:cubicBezTo>
                  <a:cubicBezTo>
                    <a:pt x="39" y="15"/>
                    <a:pt x="39" y="16"/>
                    <a:pt x="40" y="17"/>
                  </a:cubicBezTo>
                  <a:cubicBezTo>
                    <a:pt x="40" y="17"/>
                    <a:pt x="41" y="17"/>
                    <a:pt x="42" y="18"/>
                  </a:cubicBezTo>
                  <a:cubicBezTo>
                    <a:pt x="42" y="19"/>
                    <a:pt x="42" y="20"/>
                    <a:pt x="42" y="21"/>
                  </a:cubicBezTo>
                  <a:cubicBezTo>
                    <a:pt x="43" y="22"/>
                    <a:pt x="44" y="22"/>
                    <a:pt x="44" y="23"/>
                  </a:cubicBezTo>
                  <a:cubicBezTo>
                    <a:pt x="44" y="24"/>
                    <a:pt x="43" y="24"/>
                    <a:pt x="43" y="24"/>
                  </a:cubicBezTo>
                  <a:cubicBezTo>
                    <a:pt x="42" y="24"/>
                    <a:pt x="41" y="25"/>
                    <a:pt x="41" y="25"/>
                  </a:cubicBezTo>
                  <a:cubicBezTo>
                    <a:pt x="41" y="26"/>
                    <a:pt x="40" y="25"/>
                    <a:pt x="40" y="26"/>
                  </a:cubicBezTo>
                  <a:cubicBezTo>
                    <a:pt x="41" y="27"/>
                    <a:pt x="41" y="28"/>
                    <a:pt x="40" y="28"/>
                  </a:cubicBezTo>
                  <a:cubicBezTo>
                    <a:pt x="39" y="28"/>
                    <a:pt x="39" y="29"/>
                    <a:pt x="38" y="29"/>
                  </a:cubicBezTo>
                  <a:cubicBezTo>
                    <a:pt x="37" y="30"/>
                    <a:pt x="37" y="30"/>
                    <a:pt x="38" y="30"/>
                  </a:cubicBezTo>
                  <a:cubicBezTo>
                    <a:pt x="38" y="31"/>
                    <a:pt x="37" y="31"/>
                    <a:pt x="37" y="32"/>
                  </a:cubicBezTo>
                  <a:cubicBezTo>
                    <a:pt x="37" y="32"/>
                    <a:pt x="36" y="32"/>
                    <a:pt x="36" y="32"/>
                  </a:cubicBezTo>
                  <a:cubicBezTo>
                    <a:pt x="36" y="32"/>
                    <a:pt x="36" y="33"/>
                    <a:pt x="36" y="33"/>
                  </a:cubicBezTo>
                  <a:cubicBezTo>
                    <a:pt x="36" y="33"/>
                    <a:pt x="35" y="32"/>
                    <a:pt x="35" y="32"/>
                  </a:cubicBezTo>
                  <a:cubicBezTo>
                    <a:pt x="35" y="33"/>
                    <a:pt x="34" y="32"/>
                    <a:pt x="33" y="32"/>
                  </a:cubicBezTo>
                  <a:cubicBezTo>
                    <a:pt x="33" y="32"/>
                    <a:pt x="33" y="33"/>
                    <a:pt x="32" y="33"/>
                  </a:cubicBezTo>
                  <a:cubicBezTo>
                    <a:pt x="32" y="34"/>
                    <a:pt x="33" y="34"/>
                    <a:pt x="32" y="34"/>
                  </a:cubicBezTo>
                  <a:cubicBezTo>
                    <a:pt x="32" y="35"/>
                    <a:pt x="30" y="35"/>
                    <a:pt x="30" y="36"/>
                  </a:cubicBezTo>
                  <a:cubicBezTo>
                    <a:pt x="31" y="37"/>
                    <a:pt x="31" y="37"/>
                    <a:pt x="31" y="37"/>
                  </a:cubicBezTo>
                  <a:cubicBezTo>
                    <a:pt x="32" y="37"/>
                    <a:pt x="32" y="38"/>
                    <a:pt x="32" y="38"/>
                  </a:cubicBezTo>
                  <a:cubicBezTo>
                    <a:pt x="32" y="39"/>
                    <a:pt x="33" y="40"/>
                    <a:pt x="33" y="40"/>
                  </a:cubicBezTo>
                  <a:cubicBezTo>
                    <a:pt x="33" y="40"/>
                    <a:pt x="32" y="39"/>
                    <a:pt x="32" y="39"/>
                  </a:cubicBezTo>
                  <a:cubicBezTo>
                    <a:pt x="32" y="39"/>
                    <a:pt x="31" y="39"/>
                    <a:pt x="31" y="40"/>
                  </a:cubicBezTo>
                  <a:cubicBezTo>
                    <a:pt x="31" y="40"/>
                    <a:pt x="32" y="40"/>
                    <a:pt x="32" y="40"/>
                  </a:cubicBezTo>
                  <a:cubicBezTo>
                    <a:pt x="32" y="40"/>
                    <a:pt x="32" y="40"/>
                    <a:pt x="32" y="40"/>
                  </a:cubicBezTo>
                  <a:cubicBezTo>
                    <a:pt x="32" y="40"/>
                    <a:pt x="32" y="40"/>
                    <a:pt x="32" y="40"/>
                  </a:cubicBezTo>
                  <a:cubicBezTo>
                    <a:pt x="32" y="40"/>
                    <a:pt x="32" y="40"/>
                    <a:pt x="31" y="40"/>
                  </a:cubicBezTo>
                  <a:cubicBezTo>
                    <a:pt x="31" y="40"/>
                    <a:pt x="32" y="41"/>
                    <a:pt x="32" y="41"/>
                  </a:cubicBezTo>
                  <a:cubicBezTo>
                    <a:pt x="32" y="42"/>
                    <a:pt x="33" y="42"/>
                    <a:pt x="33" y="42"/>
                  </a:cubicBezTo>
                  <a:cubicBezTo>
                    <a:pt x="33" y="42"/>
                    <a:pt x="33" y="42"/>
                    <a:pt x="34" y="42"/>
                  </a:cubicBezTo>
                  <a:cubicBezTo>
                    <a:pt x="34" y="42"/>
                    <a:pt x="34" y="42"/>
                    <a:pt x="35" y="42"/>
                  </a:cubicBezTo>
                  <a:cubicBezTo>
                    <a:pt x="35" y="42"/>
                    <a:pt x="35" y="42"/>
                    <a:pt x="36" y="42"/>
                  </a:cubicBezTo>
                  <a:cubicBezTo>
                    <a:pt x="36" y="43"/>
                    <a:pt x="37" y="44"/>
                    <a:pt x="38" y="44"/>
                  </a:cubicBezTo>
                  <a:cubicBezTo>
                    <a:pt x="38" y="45"/>
                    <a:pt x="39" y="45"/>
                    <a:pt x="39" y="45"/>
                  </a:cubicBezTo>
                  <a:cubicBezTo>
                    <a:pt x="40" y="46"/>
                    <a:pt x="40" y="46"/>
                    <a:pt x="41" y="46"/>
                  </a:cubicBezTo>
                  <a:cubicBezTo>
                    <a:pt x="41" y="47"/>
                    <a:pt x="42" y="47"/>
                    <a:pt x="43" y="47"/>
                  </a:cubicBezTo>
                  <a:cubicBezTo>
                    <a:pt x="43" y="47"/>
                    <a:pt x="44" y="48"/>
                    <a:pt x="44" y="48"/>
                  </a:cubicBezTo>
                  <a:cubicBezTo>
                    <a:pt x="43" y="48"/>
                    <a:pt x="43" y="49"/>
                    <a:pt x="44" y="49"/>
                  </a:cubicBezTo>
                  <a:cubicBezTo>
                    <a:pt x="44" y="50"/>
                    <a:pt x="44" y="51"/>
                    <a:pt x="43" y="51"/>
                  </a:cubicBezTo>
                  <a:cubicBezTo>
                    <a:pt x="42" y="51"/>
                    <a:pt x="41" y="51"/>
                    <a:pt x="40" y="51"/>
                  </a:cubicBezTo>
                  <a:cubicBezTo>
                    <a:pt x="40" y="51"/>
                    <a:pt x="39" y="51"/>
                    <a:pt x="38" y="51"/>
                  </a:cubicBezTo>
                  <a:cubicBezTo>
                    <a:pt x="38" y="51"/>
                    <a:pt x="37" y="51"/>
                    <a:pt x="37" y="51"/>
                  </a:cubicBezTo>
                  <a:cubicBezTo>
                    <a:pt x="36" y="51"/>
                    <a:pt x="36" y="51"/>
                    <a:pt x="35" y="51"/>
                  </a:cubicBezTo>
                  <a:cubicBezTo>
                    <a:pt x="35" y="51"/>
                    <a:pt x="34" y="52"/>
                    <a:pt x="34" y="52"/>
                  </a:cubicBezTo>
                  <a:cubicBezTo>
                    <a:pt x="33" y="53"/>
                    <a:pt x="33" y="54"/>
                    <a:pt x="33" y="54"/>
                  </a:cubicBezTo>
                  <a:cubicBezTo>
                    <a:pt x="33" y="55"/>
                    <a:pt x="33" y="55"/>
                    <a:pt x="32" y="55"/>
                  </a:cubicBezTo>
                  <a:cubicBezTo>
                    <a:pt x="32" y="55"/>
                    <a:pt x="32" y="56"/>
                    <a:pt x="32" y="56"/>
                  </a:cubicBezTo>
                  <a:cubicBezTo>
                    <a:pt x="32" y="57"/>
                    <a:pt x="32" y="57"/>
                    <a:pt x="31" y="57"/>
                  </a:cubicBezTo>
                  <a:cubicBezTo>
                    <a:pt x="31" y="57"/>
                    <a:pt x="30" y="56"/>
                    <a:pt x="29" y="56"/>
                  </a:cubicBezTo>
                  <a:cubicBezTo>
                    <a:pt x="29" y="56"/>
                    <a:pt x="28" y="56"/>
                    <a:pt x="28" y="56"/>
                  </a:cubicBezTo>
                  <a:cubicBezTo>
                    <a:pt x="28" y="56"/>
                    <a:pt x="28" y="57"/>
                    <a:pt x="28" y="57"/>
                  </a:cubicBezTo>
                  <a:cubicBezTo>
                    <a:pt x="28" y="58"/>
                    <a:pt x="28" y="58"/>
                    <a:pt x="27" y="57"/>
                  </a:cubicBezTo>
                  <a:cubicBezTo>
                    <a:pt x="27" y="57"/>
                    <a:pt x="27" y="57"/>
                    <a:pt x="27" y="56"/>
                  </a:cubicBezTo>
                  <a:cubicBezTo>
                    <a:pt x="26" y="56"/>
                    <a:pt x="25" y="56"/>
                    <a:pt x="25" y="56"/>
                  </a:cubicBezTo>
                  <a:cubicBezTo>
                    <a:pt x="25" y="56"/>
                    <a:pt x="26" y="57"/>
                    <a:pt x="26" y="57"/>
                  </a:cubicBezTo>
                  <a:cubicBezTo>
                    <a:pt x="25" y="56"/>
                    <a:pt x="25" y="56"/>
                    <a:pt x="24" y="55"/>
                  </a:cubicBezTo>
                  <a:cubicBezTo>
                    <a:pt x="23" y="55"/>
                    <a:pt x="23" y="55"/>
                    <a:pt x="22" y="54"/>
                  </a:cubicBezTo>
                  <a:cubicBezTo>
                    <a:pt x="20" y="54"/>
                    <a:pt x="23" y="55"/>
                    <a:pt x="23" y="56"/>
                  </a:cubicBezTo>
                  <a:cubicBezTo>
                    <a:pt x="23" y="56"/>
                    <a:pt x="23" y="56"/>
                    <a:pt x="22" y="56"/>
                  </a:cubicBezTo>
                  <a:cubicBezTo>
                    <a:pt x="23" y="56"/>
                    <a:pt x="23" y="57"/>
                    <a:pt x="23" y="57"/>
                  </a:cubicBezTo>
                  <a:cubicBezTo>
                    <a:pt x="23" y="58"/>
                    <a:pt x="22" y="57"/>
                    <a:pt x="22" y="57"/>
                  </a:cubicBezTo>
                  <a:cubicBezTo>
                    <a:pt x="22" y="58"/>
                    <a:pt x="22" y="58"/>
                    <a:pt x="22" y="58"/>
                  </a:cubicBezTo>
                  <a:cubicBezTo>
                    <a:pt x="21" y="58"/>
                    <a:pt x="21" y="58"/>
                    <a:pt x="21" y="58"/>
                  </a:cubicBezTo>
                  <a:cubicBezTo>
                    <a:pt x="21" y="58"/>
                    <a:pt x="21" y="58"/>
                    <a:pt x="21" y="58"/>
                  </a:cubicBezTo>
                  <a:cubicBezTo>
                    <a:pt x="21" y="57"/>
                    <a:pt x="21" y="57"/>
                    <a:pt x="21" y="57"/>
                  </a:cubicBezTo>
                  <a:cubicBezTo>
                    <a:pt x="21" y="57"/>
                    <a:pt x="21" y="57"/>
                    <a:pt x="21" y="57"/>
                  </a:cubicBezTo>
                  <a:cubicBezTo>
                    <a:pt x="21" y="57"/>
                    <a:pt x="22" y="57"/>
                    <a:pt x="22" y="57"/>
                  </a:cubicBezTo>
                  <a:cubicBezTo>
                    <a:pt x="22" y="57"/>
                    <a:pt x="21" y="56"/>
                    <a:pt x="21" y="56"/>
                  </a:cubicBezTo>
                  <a:cubicBezTo>
                    <a:pt x="21" y="55"/>
                    <a:pt x="21" y="56"/>
                    <a:pt x="20" y="56"/>
                  </a:cubicBezTo>
                  <a:cubicBezTo>
                    <a:pt x="21" y="56"/>
                    <a:pt x="21" y="56"/>
                    <a:pt x="21" y="56"/>
                  </a:cubicBezTo>
                  <a:cubicBezTo>
                    <a:pt x="21" y="56"/>
                    <a:pt x="21" y="56"/>
                    <a:pt x="20" y="56"/>
                  </a:cubicBezTo>
                  <a:cubicBezTo>
                    <a:pt x="20" y="56"/>
                    <a:pt x="20" y="57"/>
                    <a:pt x="20" y="57"/>
                  </a:cubicBezTo>
                  <a:cubicBezTo>
                    <a:pt x="19" y="57"/>
                    <a:pt x="20" y="56"/>
                    <a:pt x="20" y="56"/>
                  </a:cubicBezTo>
                  <a:cubicBezTo>
                    <a:pt x="19" y="56"/>
                    <a:pt x="19" y="55"/>
                    <a:pt x="19" y="56"/>
                  </a:cubicBezTo>
                  <a:cubicBezTo>
                    <a:pt x="19" y="56"/>
                    <a:pt x="18" y="56"/>
                    <a:pt x="17" y="56"/>
                  </a:cubicBezTo>
                  <a:cubicBezTo>
                    <a:pt x="17" y="56"/>
                    <a:pt x="16" y="55"/>
                    <a:pt x="17" y="55"/>
                  </a:cubicBezTo>
                  <a:cubicBezTo>
                    <a:pt x="17" y="55"/>
                    <a:pt x="18" y="55"/>
                    <a:pt x="18" y="55"/>
                  </a:cubicBezTo>
                  <a:cubicBezTo>
                    <a:pt x="18" y="55"/>
                    <a:pt x="17" y="55"/>
                    <a:pt x="17" y="54"/>
                  </a:cubicBezTo>
                  <a:cubicBezTo>
                    <a:pt x="17" y="54"/>
                    <a:pt x="18" y="55"/>
                    <a:pt x="18" y="55"/>
                  </a:cubicBezTo>
                  <a:cubicBezTo>
                    <a:pt x="19" y="54"/>
                    <a:pt x="18" y="54"/>
                    <a:pt x="18" y="54"/>
                  </a:cubicBezTo>
                  <a:cubicBezTo>
                    <a:pt x="17" y="54"/>
                    <a:pt x="16" y="54"/>
                    <a:pt x="16" y="54"/>
                  </a:cubicBezTo>
                  <a:cubicBezTo>
                    <a:pt x="15" y="54"/>
                    <a:pt x="15" y="53"/>
                    <a:pt x="14" y="54"/>
                  </a:cubicBezTo>
                  <a:cubicBezTo>
                    <a:pt x="14" y="54"/>
                    <a:pt x="13" y="54"/>
                    <a:pt x="13" y="53"/>
                  </a:cubicBezTo>
                  <a:cubicBezTo>
                    <a:pt x="13" y="53"/>
                    <a:pt x="13" y="53"/>
                    <a:pt x="14" y="53"/>
                  </a:cubicBezTo>
                  <a:cubicBezTo>
                    <a:pt x="14" y="53"/>
                    <a:pt x="14" y="52"/>
                    <a:pt x="14" y="52"/>
                  </a:cubicBezTo>
                  <a:cubicBezTo>
                    <a:pt x="14" y="52"/>
                    <a:pt x="15" y="53"/>
                    <a:pt x="15" y="52"/>
                  </a:cubicBezTo>
                  <a:cubicBezTo>
                    <a:pt x="15" y="52"/>
                    <a:pt x="14" y="52"/>
                    <a:pt x="14" y="52"/>
                  </a:cubicBezTo>
                  <a:cubicBezTo>
                    <a:pt x="13" y="52"/>
                    <a:pt x="14" y="50"/>
                    <a:pt x="14" y="50"/>
                  </a:cubicBezTo>
                  <a:cubicBezTo>
                    <a:pt x="14" y="50"/>
                    <a:pt x="14" y="48"/>
                    <a:pt x="14" y="48"/>
                  </a:cubicBezTo>
                  <a:cubicBezTo>
                    <a:pt x="14" y="48"/>
                    <a:pt x="14" y="49"/>
                    <a:pt x="14" y="49"/>
                  </a:cubicBezTo>
                  <a:cubicBezTo>
                    <a:pt x="15" y="48"/>
                    <a:pt x="14" y="48"/>
                    <a:pt x="14" y="48"/>
                  </a:cubicBezTo>
                  <a:cubicBezTo>
                    <a:pt x="14" y="47"/>
                    <a:pt x="15" y="48"/>
                    <a:pt x="15" y="48"/>
                  </a:cubicBezTo>
                  <a:cubicBezTo>
                    <a:pt x="15" y="48"/>
                    <a:pt x="15" y="48"/>
                    <a:pt x="15" y="48"/>
                  </a:cubicBezTo>
                  <a:cubicBezTo>
                    <a:pt x="15" y="47"/>
                    <a:pt x="16" y="48"/>
                    <a:pt x="16" y="47"/>
                  </a:cubicBezTo>
                  <a:cubicBezTo>
                    <a:pt x="17" y="47"/>
                    <a:pt x="17" y="47"/>
                    <a:pt x="18" y="47"/>
                  </a:cubicBezTo>
                  <a:cubicBezTo>
                    <a:pt x="18" y="47"/>
                    <a:pt x="18" y="48"/>
                    <a:pt x="18" y="47"/>
                  </a:cubicBezTo>
                  <a:cubicBezTo>
                    <a:pt x="18" y="47"/>
                    <a:pt x="18" y="47"/>
                    <a:pt x="18" y="47"/>
                  </a:cubicBezTo>
                  <a:cubicBezTo>
                    <a:pt x="19" y="48"/>
                    <a:pt x="19" y="48"/>
                    <a:pt x="19" y="48"/>
                  </a:cubicBezTo>
                  <a:cubicBezTo>
                    <a:pt x="19" y="47"/>
                    <a:pt x="17" y="47"/>
                    <a:pt x="17" y="46"/>
                  </a:cubicBezTo>
                  <a:cubicBezTo>
                    <a:pt x="16" y="47"/>
                    <a:pt x="17" y="47"/>
                    <a:pt x="17" y="47"/>
                  </a:cubicBezTo>
                  <a:cubicBezTo>
                    <a:pt x="17" y="47"/>
                    <a:pt x="16" y="47"/>
                    <a:pt x="16" y="47"/>
                  </a:cubicBezTo>
                  <a:cubicBezTo>
                    <a:pt x="16" y="47"/>
                    <a:pt x="16" y="47"/>
                    <a:pt x="16" y="47"/>
                  </a:cubicBezTo>
                  <a:cubicBezTo>
                    <a:pt x="16" y="47"/>
                    <a:pt x="15" y="47"/>
                    <a:pt x="15" y="47"/>
                  </a:cubicBezTo>
                  <a:cubicBezTo>
                    <a:pt x="15" y="47"/>
                    <a:pt x="15" y="46"/>
                    <a:pt x="15" y="46"/>
                  </a:cubicBezTo>
                  <a:cubicBezTo>
                    <a:pt x="15" y="46"/>
                    <a:pt x="15" y="46"/>
                    <a:pt x="15" y="47"/>
                  </a:cubicBezTo>
                  <a:cubicBezTo>
                    <a:pt x="14" y="46"/>
                    <a:pt x="14" y="46"/>
                    <a:pt x="14" y="46"/>
                  </a:cubicBezTo>
                  <a:cubicBezTo>
                    <a:pt x="13" y="45"/>
                    <a:pt x="14" y="45"/>
                    <a:pt x="14" y="44"/>
                  </a:cubicBezTo>
                  <a:cubicBezTo>
                    <a:pt x="13" y="44"/>
                    <a:pt x="14" y="44"/>
                    <a:pt x="13" y="44"/>
                  </a:cubicBezTo>
                  <a:cubicBezTo>
                    <a:pt x="13" y="43"/>
                    <a:pt x="14" y="43"/>
                    <a:pt x="14" y="43"/>
                  </a:cubicBezTo>
                  <a:cubicBezTo>
                    <a:pt x="13" y="43"/>
                    <a:pt x="13" y="41"/>
                    <a:pt x="14" y="41"/>
                  </a:cubicBezTo>
                  <a:cubicBezTo>
                    <a:pt x="14" y="41"/>
                    <a:pt x="14" y="41"/>
                    <a:pt x="14" y="40"/>
                  </a:cubicBezTo>
                  <a:cubicBezTo>
                    <a:pt x="14" y="40"/>
                    <a:pt x="13" y="40"/>
                    <a:pt x="13" y="40"/>
                  </a:cubicBezTo>
                  <a:cubicBezTo>
                    <a:pt x="13" y="40"/>
                    <a:pt x="13" y="40"/>
                    <a:pt x="14" y="40"/>
                  </a:cubicBezTo>
                  <a:cubicBezTo>
                    <a:pt x="14" y="40"/>
                    <a:pt x="12" y="39"/>
                    <a:pt x="12" y="39"/>
                  </a:cubicBezTo>
                  <a:cubicBezTo>
                    <a:pt x="12" y="39"/>
                    <a:pt x="13" y="37"/>
                    <a:pt x="12" y="38"/>
                  </a:cubicBezTo>
                  <a:cubicBezTo>
                    <a:pt x="12" y="38"/>
                    <a:pt x="12" y="38"/>
                    <a:pt x="11" y="38"/>
                  </a:cubicBezTo>
                  <a:cubicBezTo>
                    <a:pt x="11" y="38"/>
                    <a:pt x="10" y="37"/>
                    <a:pt x="10" y="38"/>
                  </a:cubicBezTo>
                  <a:cubicBezTo>
                    <a:pt x="10" y="38"/>
                    <a:pt x="8" y="37"/>
                    <a:pt x="8" y="37"/>
                  </a:cubicBezTo>
                  <a:cubicBezTo>
                    <a:pt x="8" y="36"/>
                    <a:pt x="7" y="36"/>
                    <a:pt x="7" y="36"/>
                  </a:cubicBezTo>
                  <a:cubicBezTo>
                    <a:pt x="6" y="36"/>
                    <a:pt x="6" y="36"/>
                    <a:pt x="5" y="35"/>
                  </a:cubicBezTo>
                  <a:cubicBezTo>
                    <a:pt x="5" y="36"/>
                    <a:pt x="6" y="36"/>
                    <a:pt x="6" y="36"/>
                  </a:cubicBezTo>
                  <a:cubicBezTo>
                    <a:pt x="6" y="37"/>
                    <a:pt x="5" y="38"/>
                    <a:pt x="5" y="37"/>
                  </a:cubicBezTo>
                  <a:cubicBezTo>
                    <a:pt x="5" y="37"/>
                    <a:pt x="5" y="36"/>
                    <a:pt x="5" y="36"/>
                  </a:cubicBezTo>
                  <a:cubicBezTo>
                    <a:pt x="4" y="36"/>
                    <a:pt x="4" y="35"/>
                    <a:pt x="3" y="35"/>
                  </a:cubicBezTo>
                  <a:cubicBezTo>
                    <a:pt x="3" y="35"/>
                    <a:pt x="1" y="35"/>
                    <a:pt x="1" y="34"/>
                  </a:cubicBezTo>
                  <a:cubicBezTo>
                    <a:pt x="1" y="34"/>
                    <a:pt x="1" y="33"/>
                    <a:pt x="1" y="33"/>
                  </a:cubicBezTo>
                  <a:cubicBezTo>
                    <a:pt x="1" y="32"/>
                    <a:pt x="1" y="33"/>
                    <a:pt x="2" y="33"/>
                  </a:cubicBezTo>
                  <a:cubicBezTo>
                    <a:pt x="1" y="32"/>
                    <a:pt x="0" y="32"/>
                    <a:pt x="0" y="32"/>
                  </a:cubicBezTo>
                  <a:cubicBezTo>
                    <a:pt x="1" y="31"/>
                    <a:pt x="1" y="30"/>
                    <a:pt x="2" y="30"/>
                  </a:cubicBezTo>
                  <a:cubicBezTo>
                    <a:pt x="2" y="29"/>
                    <a:pt x="2" y="29"/>
                    <a:pt x="2" y="29"/>
                  </a:cubicBezTo>
                  <a:cubicBezTo>
                    <a:pt x="2" y="28"/>
                    <a:pt x="3" y="28"/>
                    <a:pt x="3" y="28"/>
                  </a:cubicBezTo>
                  <a:cubicBezTo>
                    <a:pt x="3" y="27"/>
                    <a:pt x="4" y="28"/>
                    <a:pt x="4" y="28"/>
                  </a:cubicBezTo>
                  <a:cubicBezTo>
                    <a:pt x="4" y="28"/>
                    <a:pt x="4" y="27"/>
                    <a:pt x="4" y="27"/>
                  </a:cubicBezTo>
                  <a:cubicBezTo>
                    <a:pt x="4" y="27"/>
                    <a:pt x="4" y="27"/>
                    <a:pt x="4" y="27"/>
                  </a:cubicBezTo>
                  <a:cubicBezTo>
                    <a:pt x="5" y="26"/>
                    <a:pt x="5" y="26"/>
                    <a:pt x="6" y="26"/>
                  </a:cubicBezTo>
                  <a:cubicBezTo>
                    <a:pt x="6" y="26"/>
                    <a:pt x="7" y="26"/>
                    <a:pt x="7" y="26"/>
                  </a:cubicBezTo>
                  <a:cubicBezTo>
                    <a:pt x="7" y="26"/>
                    <a:pt x="7" y="26"/>
                    <a:pt x="7" y="25"/>
                  </a:cubicBezTo>
                  <a:cubicBezTo>
                    <a:pt x="7" y="25"/>
                    <a:pt x="7" y="25"/>
                    <a:pt x="7" y="25"/>
                  </a:cubicBezTo>
                  <a:cubicBezTo>
                    <a:pt x="7" y="25"/>
                    <a:pt x="7" y="24"/>
                    <a:pt x="7" y="24"/>
                  </a:cubicBezTo>
                  <a:cubicBezTo>
                    <a:pt x="8" y="25"/>
                    <a:pt x="8" y="25"/>
                    <a:pt x="8" y="24"/>
                  </a:cubicBezTo>
                  <a:cubicBezTo>
                    <a:pt x="8" y="25"/>
                    <a:pt x="8" y="24"/>
                    <a:pt x="8" y="24"/>
                  </a:cubicBezTo>
                  <a:cubicBezTo>
                    <a:pt x="8" y="24"/>
                    <a:pt x="8" y="23"/>
                    <a:pt x="9" y="23"/>
                  </a:cubicBezTo>
                  <a:cubicBezTo>
                    <a:pt x="9" y="23"/>
                    <a:pt x="9" y="24"/>
                    <a:pt x="9" y="23"/>
                  </a:cubicBezTo>
                  <a:cubicBezTo>
                    <a:pt x="10" y="23"/>
                    <a:pt x="10" y="23"/>
                    <a:pt x="11" y="23"/>
                  </a:cubicBezTo>
                  <a:cubicBezTo>
                    <a:pt x="10" y="23"/>
                    <a:pt x="11" y="22"/>
                    <a:pt x="11" y="22"/>
                  </a:cubicBezTo>
                  <a:cubicBezTo>
                    <a:pt x="11" y="21"/>
                    <a:pt x="11" y="21"/>
                    <a:pt x="11" y="20"/>
                  </a:cubicBezTo>
                  <a:cubicBezTo>
                    <a:pt x="12" y="20"/>
                    <a:pt x="12" y="19"/>
                    <a:pt x="12" y="19"/>
                  </a:cubicBezTo>
                  <a:cubicBezTo>
                    <a:pt x="12" y="19"/>
                    <a:pt x="12" y="18"/>
                    <a:pt x="12" y="18"/>
                  </a:cubicBezTo>
                  <a:cubicBezTo>
                    <a:pt x="12" y="18"/>
                    <a:pt x="12" y="18"/>
                    <a:pt x="12" y="18"/>
                  </a:cubicBezTo>
                  <a:cubicBezTo>
                    <a:pt x="13" y="18"/>
                    <a:pt x="12" y="18"/>
                    <a:pt x="12" y="17"/>
                  </a:cubicBezTo>
                  <a:cubicBezTo>
                    <a:pt x="12" y="17"/>
                    <a:pt x="12" y="17"/>
                    <a:pt x="12" y="16"/>
                  </a:cubicBezTo>
                  <a:cubicBezTo>
                    <a:pt x="12" y="16"/>
                    <a:pt x="12" y="16"/>
                    <a:pt x="12" y="15"/>
                  </a:cubicBezTo>
                  <a:cubicBezTo>
                    <a:pt x="11" y="15"/>
                    <a:pt x="12" y="15"/>
                    <a:pt x="12" y="15"/>
                  </a:cubicBezTo>
                  <a:cubicBezTo>
                    <a:pt x="12" y="14"/>
                    <a:pt x="12" y="14"/>
                    <a:pt x="12" y="14"/>
                  </a:cubicBezTo>
                  <a:cubicBezTo>
                    <a:pt x="12" y="14"/>
                    <a:pt x="13" y="15"/>
                    <a:pt x="13" y="14"/>
                  </a:cubicBezTo>
                  <a:cubicBezTo>
                    <a:pt x="14" y="14"/>
                    <a:pt x="13" y="13"/>
                    <a:pt x="14" y="13"/>
                  </a:cubicBezTo>
                  <a:cubicBezTo>
                    <a:pt x="14" y="14"/>
                    <a:pt x="14" y="14"/>
                    <a:pt x="15" y="14"/>
                  </a:cubicBezTo>
                  <a:cubicBezTo>
                    <a:pt x="15" y="14"/>
                    <a:pt x="15" y="14"/>
                    <a:pt x="16" y="15"/>
                  </a:cubicBezTo>
                  <a:cubicBezTo>
                    <a:pt x="15" y="15"/>
                    <a:pt x="17" y="15"/>
                    <a:pt x="17" y="16"/>
                  </a:cubicBezTo>
                  <a:cubicBezTo>
                    <a:pt x="17" y="16"/>
                    <a:pt x="17" y="16"/>
                    <a:pt x="17" y="16"/>
                  </a:cubicBezTo>
                  <a:cubicBezTo>
                    <a:pt x="17" y="16"/>
                    <a:pt x="18" y="16"/>
                    <a:pt x="18" y="16"/>
                  </a:cubicBezTo>
                  <a:cubicBezTo>
                    <a:pt x="19" y="17"/>
                    <a:pt x="18" y="17"/>
                    <a:pt x="19" y="17"/>
                  </a:cubicBezTo>
                  <a:cubicBezTo>
                    <a:pt x="19" y="17"/>
                    <a:pt x="19" y="17"/>
                    <a:pt x="20" y="17"/>
                  </a:cubicBezTo>
                  <a:cubicBezTo>
                    <a:pt x="20" y="17"/>
                    <a:pt x="21" y="17"/>
                    <a:pt x="22" y="17"/>
                  </a:cubicBezTo>
                  <a:cubicBezTo>
                    <a:pt x="22" y="18"/>
                    <a:pt x="23" y="18"/>
                    <a:pt x="24" y="17"/>
                  </a:cubicBezTo>
                  <a:cubicBezTo>
                    <a:pt x="24" y="17"/>
                    <a:pt x="24" y="17"/>
                    <a:pt x="25" y="17"/>
                  </a:cubicBezTo>
                  <a:cubicBezTo>
                    <a:pt x="26" y="17"/>
                    <a:pt x="27" y="19"/>
                    <a:pt x="27" y="17"/>
                  </a:cubicBezTo>
                  <a:cubicBezTo>
                    <a:pt x="27" y="15"/>
                    <a:pt x="26" y="15"/>
                    <a:pt x="25" y="14"/>
                  </a:cubicBezTo>
                  <a:cubicBezTo>
                    <a:pt x="25" y="14"/>
                    <a:pt x="21" y="11"/>
                    <a:pt x="23" y="11"/>
                  </a:cubicBezTo>
                  <a:cubicBezTo>
                    <a:pt x="24" y="11"/>
                    <a:pt x="25" y="10"/>
                    <a:pt x="26" y="11"/>
                  </a:cubicBezTo>
                  <a:cubicBezTo>
                    <a:pt x="26" y="11"/>
                    <a:pt x="26" y="11"/>
                    <a:pt x="28" y="11"/>
                  </a:cubicBezTo>
                  <a:cubicBezTo>
                    <a:pt x="28" y="11"/>
                    <a:pt x="29" y="10"/>
                    <a:pt x="29" y="11"/>
                  </a:cubicBezTo>
                  <a:cubicBezTo>
                    <a:pt x="29" y="11"/>
                    <a:pt x="30" y="11"/>
                    <a:pt x="30" y="11"/>
                  </a:cubicBezTo>
                  <a:cubicBezTo>
                    <a:pt x="30" y="11"/>
                    <a:pt x="30" y="10"/>
                    <a:pt x="30" y="10"/>
                  </a:cubicBezTo>
                  <a:cubicBezTo>
                    <a:pt x="31" y="9"/>
                    <a:pt x="31" y="10"/>
                    <a:pt x="31" y="9"/>
                  </a:cubicBezTo>
                  <a:cubicBezTo>
                    <a:pt x="31" y="9"/>
                    <a:pt x="31" y="9"/>
                    <a:pt x="31" y="8"/>
                  </a:cubicBezTo>
                  <a:cubicBezTo>
                    <a:pt x="31" y="8"/>
                    <a:pt x="31" y="8"/>
                    <a:pt x="31" y="8"/>
                  </a:cubicBezTo>
                  <a:cubicBezTo>
                    <a:pt x="31" y="7"/>
                    <a:pt x="31" y="7"/>
                    <a:pt x="31" y="7"/>
                  </a:cubicBezTo>
                  <a:cubicBezTo>
                    <a:pt x="31" y="7"/>
                    <a:pt x="32" y="7"/>
                    <a:pt x="31" y="6"/>
                  </a:cubicBezTo>
                  <a:cubicBezTo>
                    <a:pt x="32" y="6"/>
                    <a:pt x="32" y="6"/>
                    <a:pt x="32" y="6"/>
                  </a:cubicBezTo>
                  <a:cubicBezTo>
                    <a:pt x="32" y="6"/>
                    <a:pt x="33" y="7"/>
                    <a:pt x="33" y="7"/>
                  </a:cubicBezTo>
                  <a:cubicBezTo>
                    <a:pt x="33" y="7"/>
                    <a:pt x="33" y="7"/>
                    <a:pt x="33" y="7"/>
                  </a:cubicBezTo>
                  <a:cubicBezTo>
                    <a:pt x="34" y="7"/>
                    <a:pt x="34" y="6"/>
                    <a:pt x="34" y="6"/>
                  </a:cubicBezTo>
                  <a:cubicBezTo>
                    <a:pt x="34" y="6"/>
                    <a:pt x="35" y="7"/>
                    <a:pt x="34" y="6"/>
                  </a:cubicBezTo>
                  <a:cubicBezTo>
                    <a:pt x="34" y="5"/>
                    <a:pt x="34" y="4"/>
                    <a:pt x="34" y="4"/>
                  </a:cubicBezTo>
                  <a:cubicBezTo>
                    <a:pt x="34" y="3"/>
                    <a:pt x="34" y="4"/>
                    <a:pt x="33" y="3"/>
                  </a:cubicBezTo>
                  <a:cubicBezTo>
                    <a:pt x="33" y="3"/>
                    <a:pt x="33" y="2"/>
                    <a:pt x="33" y="2"/>
                  </a:cubicBezTo>
                  <a:cubicBezTo>
                    <a:pt x="33" y="2"/>
                    <a:pt x="33" y="0"/>
                    <a:pt x="33" y="0"/>
                  </a:cubicBezTo>
                  <a:cubicBezTo>
                    <a:pt x="33" y="0"/>
                    <a:pt x="33" y="0"/>
                    <a:pt x="33" y="0"/>
                  </a:cubicBezTo>
                  <a:cubicBezTo>
                    <a:pt x="34" y="1"/>
                    <a:pt x="34" y="0"/>
                    <a:pt x="35" y="0"/>
                  </a:cubicBezTo>
                  <a:cubicBezTo>
                    <a:pt x="35" y="0"/>
                    <a:pt x="35" y="1"/>
                    <a:pt x="35" y="1"/>
                  </a:cubicBezTo>
                  <a:cubicBezTo>
                    <a:pt x="36" y="1"/>
                    <a:pt x="36" y="1"/>
                    <a:pt x="37" y="1"/>
                  </a:cubicBezTo>
                  <a:cubicBezTo>
                    <a:pt x="37" y="2"/>
                    <a:pt x="37" y="2"/>
                    <a:pt x="37" y="3"/>
                  </a:cubicBezTo>
                  <a:cubicBezTo>
                    <a:pt x="38" y="3"/>
                    <a:pt x="38" y="4"/>
                    <a:pt x="39" y="4"/>
                  </a:cubicBezTo>
                  <a:cubicBezTo>
                    <a:pt x="39" y="4"/>
                    <a:pt x="41" y="5"/>
                    <a:pt x="41" y="5"/>
                  </a:cubicBezTo>
                  <a:cubicBezTo>
                    <a:pt x="41" y="5"/>
                    <a:pt x="40" y="4"/>
                    <a:pt x="40" y="4"/>
                  </a:cubicBezTo>
                  <a:cubicBezTo>
                    <a:pt x="41" y="4"/>
                    <a:pt x="41" y="5"/>
                    <a:pt x="42" y="6"/>
                  </a:cubicBezTo>
                  <a:cubicBezTo>
                    <a:pt x="42" y="6"/>
                    <a:pt x="43" y="6"/>
                    <a:pt x="43" y="7"/>
                  </a:cubicBezTo>
                  <a:cubicBezTo>
                    <a:pt x="43" y="7"/>
                    <a:pt x="44" y="8"/>
                    <a:pt x="44" y="8"/>
                  </a:cubicBezTo>
                  <a:cubicBezTo>
                    <a:pt x="44" y="8"/>
                    <a:pt x="44" y="8"/>
                    <a:pt x="43" y="8"/>
                  </a:cubicBezTo>
                  <a:cubicBezTo>
                    <a:pt x="43" y="7"/>
                    <a:pt x="42" y="8"/>
                    <a:pt x="41" y="8"/>
                  </a:cubicBezTo>
                  <a:close/>
                  <a:moveTo>
                    <a:pt x="13" y="55"/>
                  </a:moveTo>
                  <a:cubicBezTo>
                    <a:pt x="13" y="55"/>
                    <a:pt x="14" y="56"/>
                    <a:pt x="14" y="56"/>
                  </a:cubicBezTo>
                  <a:cubicBezTo>
                    <a:pt x="14" y="55"/>
                    <a:pt x="14" y="55"/>
                    <a:pt x="14" y="55"/>
                  </a:cubicBezTo>
                  <a:cubicBezTo>
                    <a:pt x="14" y="55"/>
                    <a:pt x="14" y="55"/>
                    <a:pt x="14" y="55"/>
                  </a:cubicBezTo>
                  <a:cubicBezTo>
                    <a:pt x="14" y="55"/>
                    <a:pt x="14" y="55"/>
                    <a:pt x="14" y="55"/>
                  </a:cubicBezTo>
                  <a:cubicBezTo>
                    <a:pt x="14" y="55"/>
                    <a:pt x="13" y="55"/>
                    <a:pt x="13" y="5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10" name="Nigeria">
              <a:extLst>
                <a:ext uri="{FF2B5EF4-FFF2-40B4-BE49-F238E27FC236}">
                  <a16:creationId xmlns:a16="http://schemas.microsoft.com/office/drawing/2014/main" id="{3CAC7149-207B-7B2B-05C4-0C96F01C16D7}"/>
                </a:ext>
              </a:extLst>
            </p:cNvPr>
            <p:cNvSpPr>
              <a:spLocks/>
            </p:cNvSpPr>
            <p:nvPr/>
          </p:nvSpPr>
          <p:spPr bwMode="auto">
            <a:xfrm>
              <a:off x="5788819" y="3501337"/>
              <a:ext cx="411669" cy="376384"/>
            </a:xfrm>
            <a:custGeom>
              <a:avLst/>
              <a:gdLst/>
              <a:ahLst/>
              <a:cxnLst>
                <a:cxn ang="0">
                  <a:pos x="111" y="18"/>
                </a:cxn>
                <a:cxn ang="0">
                  <a:pos x="105" y="3"/>
                </a:cxn>
                <a:cxn ang="0">
                  <a:pos x="100" y="4"/>
                </a:cxn>
                <a:cxn ang="0">
                  <a:pos x="95" y="9"/>
                </a:cxn>
                <a:cxn ang="0">
                  <a:pos x="85" y="6"/>
                </a:cxn>
                <a:cxn ang="0">
                  <a:pos x="70" y="8"/>
                </a:cxn>
                <a:cxn ang="0">
                  <a:pos x="57" y="11"/>
                </a:cxn>
                <a:cxn ang="0">
                  <a:pos x="47" y="8"/>
                </a:cxn>
                <a:cxn ang="0">
                  <a:pos x="37" y="5"/>
                </a:cxn>
                <a:cxn ang="0">
                  <a:pos x="25" y="2"/>
                </a:cxn>
                <a:cxn ang="0">
                  <a:pos x="14" y="5"/>
                </a:cxn>
                <a:cxn ang="0">
                  <a:pos x="9" y="20"/>
                </a:cxn>
                <a:cxn ang="0">
                  <a:pos x="10" y="31"/>
                </a:cxn>
                <a:cxn ang="0">
                  <a:pos x="10" y="39"/>
                </a:cxn>
                <a:cxn ang="0">
                  <a:pos x="6" y="46"/>
                </a:cxn>
                <a:cxn ang="0">
                  <a:pos x="3" y="54"/>
                </a:cxn>
                <a:cxn ang="0">
                  <a:pos x="0" y="62"/>
                </a:cxn>
                <a:cxn ang="0">
                  <a:pos x="0" y="73"/>
                </a:cxn>
                <a:cxn ang="0">
                  <a:pos x="0" y="81"/>
                </a:cxn>
                <a:cxn ang="0">
                  <a:pos x="11" y="81"/>
                </a:cxn>
                <a:cxn ang="0">
                  <a:pos x="8" y="82"/>
                </a:cxn>
                <a:cxn ang="0">
                  <a:pos x="18" y="85"/>
                </a:cxn>
                <a:cxn ang="0">
                  <a:pos x="23" y="90"/>
                </a:cxn>
                <a:cxn ang="0">
                  <a:pos x="27" y="91"/>
                </a:cxn>
                <a:cxn ang="0">
                  <a:pos x="25" y="94"/>
                </a:cxn>
                <a:cxn ang="0">
                  <a:pos x="27" y="93"/>
                </a:cxn>
                <a:cxn ang="0">
                  <a:pos x="26" y="96"/>
                </a:cxn>
                <a:cxn ang="0">
                  <a:pos x="27" y="100"/>
                </a:cxn>
                <a:cxn ang="0">
                  <a:pos x="29" y="104"/>
                </a:cxn>
                <a:cxn ang="0">
                  <a:pos x="32" y="106"/>
                </a:cxn>
                <a:cxn ang="0">
                  <a:pos x="34" y="106"/>
                </a:cxn>
                <a:cxn ang="0">
                  <a:pos x="34" y="105"/>
                </a:cxn>
                <a:cxn ang="0">
                  <a:pos x="37" y="104"/>
                </a:cxn>
                <a:cxn ang="0">
                  <a:pos x="39" y="105"/>
                </a:cxn>
                <a:cxn ang="0">
                  <a:pos x="39" y="100"/>
                </a:cxn>
                <a:cxn ang="0">
                  <a:pos x="40" y="105"/>
                </a:cxn>
                <a:cxn ang="0">
                  <a:pos x="41" y="103"/>
                </a:cxn>
                <a:cxn ang="0">
                  <a:pos x="42" y="104"/>
                </a:cxn>
                <a:cxn ang="0">
                  <a:pos x="43" y="102"/>
                </a:cxn>
                <a:cxn ang="0">
                  <a:pos x="45" y="103"/>
                </a:cxn>
                <a:cxn ang="0">
                  <a:pos x="52" y="103"/>
                </a:cxn>
                <a:cxn ang="0">
                  <a:pos x="55" y="100"/>
                </a:cxn>
                <a:cxn ang="0">
                  <a:pos x="59" y="94"/>
                </a:cxn>
                <a:cxn ang="0">
                  <a:pos x="62" y="87"/>
                </a:cxn>
                <a:cxn ang="0">
                  <a:pos x="66" y="82"/>
                </a:cxn>
                <a:cxn ang="0">
                  <a:pos x="70" y="78"/>
                </a:cxn>
                <a:cxn ang="0">
                  <a:pos x="77" y="76"/>
                </a:cxn>
                <a:cxn ang="0">
                  <a:pos x="83" y="83"/>
                </a:cxn>
                <a:cxn ang="0">
                  <a:pos x="87" y="76"/>
                </a:cxn>
                <a:cxn ang="0">
                  <a:pos x="91" y="68"/>
                </a:cxn>
                <a:cxn ang="0">
                  <a:pos x="93" y="60"/>
                </a:cxn>
                <a:cxn ang="0">
                  <a:pos x="97" y="57"/>
                </a:cxn>
                <a:cxn ang="0">
                  <a:pos x="100" y="49"/>
                </a:cxn>
                <a:cxn ang="0">
                  <a:pos x="102" y="42"/>
                </a:cxn>
                <a:cxn ang="0">
                  <a:pos x="108" y="31"/>
                </a:cxn>
                <a:cxn ang="0">
                  <a:pos x="115" y="27"/>
                </a:cxn>
              </a:cxnLst>
              <a:rect l="0" t="0" r="r" b="b"/>
              <a:pathLst>
                <a:path w="116" h="106">
                  <a:moveTo>
                    <a:pt x="115" y="22"/>
                  </a:moveTo>
                  <a:cubicBezTo>
                    <a:pt x="115" y="21"/>
                    <a:pt x="115" y="21"/>
                    <a:pt x="115" y="20"/>
                  </a:cubicBezTo>
                  <a:cubicBezTo>
                    <a:pt x="115" y="20"/>
                    <a:pt x="116" y="20"/>
                    <a:pt x="115" y="19"/>
                  </a:cubicBezTo>
                  <a:cubicBezTo>
                    <a:pt x="115" y="19"/>
                    <a:pt x="114" y="19"/>
                    <a:pt x="114" y="18"/>
                  </a:cubicBezTo>
                  <a:cubicBezTo>
                    <a:pt x="113" y="17"/>
                    <a:pt x="112" y="18"/>
                    <a:pt x="111" y="18"/>
                  </a:cubicBezTo>
                  <a:cubicBezTo>
                    <a:pt x="111" y="17"/>
                    <a:pt x="111" y="16"/>
                    <a:pt x="111" y="16"/>
                  </a:cubicBezTo>
                  <a:cubicBezTo>
                    <a:pt x="111" y="15"/>
                    <a:pt x="111" y="14"/>
                    <a:pt x="110" y="13"/>
                  </a:cubicBezTo>
                  <a:cubicBezTo>
                    <a:pt x="110" y="11"/>
                    <a:pt x="110" y="10"/>
                    <a:pt x="109" y="8"/>
                  </a:cubicBezTo>
                  <a:cubicBezTo>
                    <a:pt x="108" y="7"/>
                    <a:pt x="107" y="5"/>
                    <a:pt x="106" y="4"/>
                  </a:cubicBezTo>
                  <a:cubicBezTo>
                    <a:pt x="106" y="4"/>
                    <a:pt x="106" y="3"/>
                    <a:pt x="105" y="3"/>
                  </a:cubicBezTo>
                  <a:cubicBezTo>
                    <a:pt x="105" y="2"/>
                    <a:pt x="104" y="3"/>
                    <a:pt x="103" y="3"/>
                  </a:cubicBezTo>
                  <a:cubicBezTo>
                    <a:pt x="103" y="3"/>
                    <a:pt x="102" y="3"/>
                    <a:pt x="102" y="4"/>
                  </a:cubicBezTo>
                  <a:cubicBezTo>
                    <a:pt x="102" y="4"/>
                    <a:pt x="101" y="5"/>
                    <a:pt x="101" y="4"/>
                  </a:cubicBezTo>
                  <a:cubicBezTo>
                    <a:pt x="101" y="4"/>
                    <a:pt x="100" y="5"/>
                    <a:pt x="100" y="5"/>
                  </a:cubicBezTo>
                  <a:cubicBezTo>
                    <a:pt x="100" y="5"/>
                    <a:pt x="100" y="4"/>
                    <a:pt x="100" y="4"/>
                  </a:cubicBezTo>
                  <a:cubicBezTo>
                    <a:pt x="99" y="4"/>
                    <a:pt x="99" y="5"/>
                    <a:pt x="98" y="5"/>
                  </a:cubicBezTo>
                  <a:cubicBezTo>
                    <a:pt x="98" y="6"/>
                    <a:pt x="97" y="6"/>
                    <a:pt x="97" y="6"/>
                  </a:cubicBezTo>
                  <a:cubicBezTo>
                    <a:pt x="97" y="6"/>
                    <a:pt x="97" y="7"/>
                    <a:pt x="96" y="7"/>
                  </a:cubicBezTo>
                  <a:cubicBezTo>
                    <a:pt x="96" y="7"/>
                    <a:pt x="95" y="8"/>
                    <a:pt x="95" y="8"/>
                  </a:cubicBezTo>
                  <a:cubicBezTo>
                    <a:pt x="95" y="9"/>
                    <a:pt x="95" y="9"/>
                    <a:pt x="95" y="9"/>
                  </a:cubicBezTo>
                  <a:cubicBezTo>
                    <a:pt x="95" y="9"/>
                    <a:pt x="94" y="9"/>
                    <a:pt x="94" y="9"/>
                  </a:cubicBezTo>
                  <a:cubicBezTo>
                    <a:pt x="94" y="10"/>
                    <a:pt x="94" y="10"/>
                    <a:pt x="93" y="10"/>
                  </a:cubicBezTo>
                  <a:cubicBezTo>
                    <a:pt x="93" y="9"/>
                    <a:pt x="92" y="9"/>
                    <a:pt x="91" y="9"/>
                  </a:cubicBezTo>
                  <a:cubicBezTo>
                    <a:pt x="90" y="9"/>
                    <a:pt x="89" y="8"/>
                    <a:pt x="88" y="8"/>
                  </a:cubicBezTo>
                  <a:cubicBezTo>
                    <a:pt x="87" y="7"/>
                    <a:pt x="86" y="7"/>
                    <a:pt x="85" y="6"/>
                  </a:cubicBezTo>
                  <a:cubicBezTo>
                    <a:pt x="83" y="6"/>
                    <a:pt x="82" y="6"/>
                    <a:pt x="81" y="6"/>
                  </a:cubicBezTo>
                  <a:cubicBezTo>
                    <a:pt x="80" y="6"/>
                    <a:pt x="79" y="6"/>
                    <a:pt x="77" y="6"/>
                  </a:cubicBezTo>
                  <a:cubicBezTo>
                    <a:pt x="76" y="6"/>
                    <a:pt x="76" y="7"/>
                    <a:pt x="75" y="7"/>
                  </a:cubicBezTo>
                  <a:cubicBezTo>
                    <a:pt x="74" y="7"/>
                    <a:pt x="73" y="7"/>
                    <a:pt x="72" y="7"/>
                  </a:cubicBezTo>
                  <a:cubicBezTo>
                    <a:pt x="72" y="8"/>
                    <a:pt x="71" y="8"/>
                    <a:pt x="70" y="8"/>
                  </a:cubicBezTo>
                  <a:cubicBezTo>
                    <a:pt x="70" y="9"/>
                    <a:pt x="70" y="9"/>
                    <a:pt x="69" y="10"/>
                  </a:cubicBezTo>
                  <a:cubicBezTo>
                    <a:pt x="68" y="10"/>
                    <a:pt x="68" y="11"/>
                    <a:pt x="67" y="12"/>
                  </a:cubicBezTo>
                  <a:cubicBezTo>
                    <a:pt x="67" y="13"/>
                    <a:pt x="66" y="12"/>
                    <a:pt x="66" y="12"/>
                  </a:cubicBezTo>
                  <a:cubicBezTo>
                    <a:pt x="64" y="12"/>
                    <a:pt x="62" y="12"/>
                    <a:pt x="60" y="12"/>
                  </a:cubicBezTo>
                  <a:cubicBezTo>
                    <a:pt x="59" y="12"/>
                    <a:pt x="58" y="11"/>
                    <a:pt x="57" y="11"/>
                  </a:cubicBezTo>
                  <a:cubicBezTo>
                    <a:pt x="57" y="10"/>
                    <a:pt x="57" y="10"/>
                    <a:pt x="56" y="10"/>
                  </a:cubicBezTo>
                  <a:cubicBezTo>
                    <a:pt x="55" y="9"/>
                    <a:pt x="55" y="9"/>
                    <a:pt x="55" y="9"/>
                  </a:cubicBezTo>
                  <a:cubicBezTo>
                    <a:pt x="54" y="8"/>
                    <a:pt x="54" y="8"/>
                    <a:pt x="53" y="7"/>
                  </a:cubicBezTo>
                  <a:cubicBezTo>
                    <a:pt x="52" y="7"/>
                    <a:pt x="50" y="6"/>
                    <a:pt x="49" y="7"/>
                  </a:cubicBezTo>
                  <a:cubicBezTo>
                    <a:pt x="48" y="7"/>
                    <a:pt x="48" y="8"/>
                    <a:pt x="47" y="8"/>
                  </a:cubicBezTo>
                  <a:cubicBezTo>
                    <a:pt x="46" y="9"/>
                    <a:pt x="46" y="9"/>
                    <a:pt x="45" y="9"/>
                  </a:cubicBezTo>
                  <a:cubicBezTo>
                    <a:pt x="44" y="9"/>
                    <a:pt x="44" y="9"/>
                    <a:pt x="43" y="9"/>
                  </a:cubicBezTo>
                  <a:cubicBezTo>
                    <a:pt x="43" y="10"/>
                    <a:pt x="43" y="10"/>
                    <a:pt x="42" y="10"/>
                  </a:cubicBezTo>
                  <a:cubicBezTo>
                    <a:pt x="41" y="11"/>
                    <a:pt x="40" y="10"/>
                    <a:pt x="39" y="9"/>
                  </a:cubicBezTo>
                  <a:cubicBezTo>
                    <a:pt x="39" y="7"/>
                    <a:pt x="38" y="6"/>
                    <a:pt x="37" y="5"/>
                  </a:cubicBezTo>
                  <a:cubicBezTo>
                    <a:pt x="37" y="5"/>
                    <a:pt x="35" y="3"/>
                    <a:pt x="34" y="3"/>
                  </a:cubicBezTo>
                  <a:cubicBezTo>
                    <a:pt x="33" y="3"/>
                    <a:pt x="33" y="3"/>
                    <a:pt x="32" y="3"/>
                  </a:cubicBezTo>
                  <a:cubicBezTo>
                    <a:pt x="31" y="2"/>
                    <a:pt x="31" y="2"/>
                    <a:pt x="30" y="2"/>
                  </a:cubicBezTo>
                  <a:cubicBezTo>
                    <a:pt x="29" y="1"/>
                    <a:pt x="27" y="0"/>
                    <a:pt x="26" y="1"/>
                  </a:cubicBezTo>
                  <a:cubicBezTo>
                    <a:pt x="25" y="1"/>
                    <a:pt x="25" y="2"/>
                    <a:pt x="25" y="2"/>
                  </a:cubicBezTo>
                  <a:cubicBezTo>
                    <a:pt x="24" y="2"/>
                    <a:pt x="23" y="2"/>
                    <a:pt x="23" y="2"/>
                  </a:cubicBezTo>
                  <a:cubicBezTo>
                    <a:pt x="22" y="2"/>
                    <a:pt x="22" y="2"/>
                    <a:pt x="21" y="2"/>
                  </a:cubicBezTo>
                  <a:cubicBezTo>
                    <a:pt x="20" y="2"/>
                    <a:pt x="19" y="2"/>
                    <a:pt x="19" y="2"/>
                  </a:cubicBezTo>
                  <a:cubicBezTo>
                    <a:pt x="18" y="3"/>
                    <a:pt x="17" y="3"/>
                    <a:pt x="16" y="4"/>
                  </a:cubicBezTo>
                  <a:cubicBezTo>
                    <a:pt x="16" y="5"/>
                    <a:pt x="15" y="5"/>
                    <a:pt x="14" y="5"/>
                  </a:cubicBezTo>
                  <a:cubicBezTo>
                    <a:pt x="14" y="6"/>
                    <a:pt x="14" y="7"/>
                    <a:pt x="14" y="8"/>
                  </a:cubicBezTo>
                  <a:cubicBezTo>
                    <a:pt x="14" y="9"/>
                    <a:pt x="14" y="11"/>
                    <a:pt x="13" y="12"/>
                  </a:cubicBezTo>
                  <a:cubicBezTo>
                    <a:pt x="12" y="13"/>
                    <a:pt x="11" y="14"/>
                    <a:pt x="10" y="15"/>
                  </a:cubicBezTo>
                  <a:cubicBezTo>
                    <a:pt x="9" y="16"/>
                    <a:pt x="9" y="16"/>
                    <a:pt x="9" y="17"/>
                  </a:cubicBezTo>
                  <a:cubicBezTo>
                    <a:pt x="9" y="18"/>
                    <a:pt x="9" y="19"/>
                    <a:pt x="9" y="20"/>
                  </a:cubicBezTo>
                  <a:cubicBezTo>
                    <a:pt x="9" y="21"/>
                    <a:pt x="10" y="21"/>
                    <a:pt x="9" y="22"/>
                  </a:cubicBezTo>
                  <a:cubicBezTo>
                    <a:pt x="9" y="23"/>
                    <a:pt x="9" y="23"/>
                    <a:pt x="9" y="24"/>
                  </a:cubicBezTo>
                  <a:cubicBezTo>
                    <a:pt x="10" y="24"/>
                    <a:pt x="9" y="25"/>
                    <a:pt x="9" y="25"/>
                  </a:cubicBezTo>
                  <a:cubicBezTo>
                    <a:pt x="8" y="26"/>
                    <a:pt x="8" y="26"/>
                    <a:pt x="8" y="27"/>
                  </a:cubicBezTo>
                  <a:cubicBezTo>
                    <a:pt x="7" y="28"/>
                    <a:pt x="9" y="30"/>
                    <a:pt x="10" y="31"/>
                  </a:cubicBezTo>
                  <a:cubicBezTo>
                    <a:pt x="10" y="31"/>
                    <a:pt x="10" y="31"/>
                    <a:pt x="10" y="31"/>
                  </a:cubicBezTo>
                  <a:cubicBezTo>
                    <a:pt x="10" y="31"/>
                    <a:pt x="10" y="32"/>
                    <a:pt x="10" y="32"/>
                  </a:cubicBezTo>
                  <a:cubicBezTo>
                    <a:pt x="10" y="32"/>
                    <a:pt x="10" y="33"/>
                    <a:pt x="10" y="34"/>
                  </a:cubicBezTo>
                  <a:cubicBezTo>
                    <a:pt x="10" y="35"/>
                    <a:pt x="11" y="36"/>
                    <a:pt x="11" y="37"/>
                  </a:cubicBezTo>
                  <a:cubicBezTo>
                    <a:pt x="11" y="37"/>
                    <a:pt x="11" y="39"/>
                    <a:pt x="10" y="39"/>
                  </a:cubicBezTo>
                  <a:cubicBezTo>
                    <a:pt x="9" y="38"/>
                    <a:pt x="8" y="40"/>
                    <a:pt x="9" y="41"/>
                  </a:cubicBezTo>
                  <a:cubicBezTo>
                    <a:pt x="9" y="41"/>
                    <a:pt x="10" y="42"/>
                    <a:pt x="9" y="42"/>
                  </a:cubicBezTo>
                  <a:cubicBezTo>
                    <a:pt x="9" y="43"/>
                    <a:pt x="9" y="43"/>
                    <a:pt x="9" y="44"/>
                  </a:cubicBezTo>
                  <a:cubicBezTo>
                    <a:pt x="8" y="45"/>
                    <a:pt x="8" y="45"/>
                    <a:pt x="7" y="45"/>
                  </a:cubicBezTo>
                  <a:cubicBezTo>
                    <a:pt x="6" y="45"/>
                    <a:pt x="6" y="46"/>
                    <a:pt x="6" y="46"/>
                  </a:cubicBezTo>
                  <a:cubicBezTo>
                    <a:pt x="6" y="47"/>
                    <a:pt x="6" y="47"/>
                    <a:pt x="5" y="47"/>
                  </a:cubicBezTo>
                  <a:cubicBezTo>
                    <a:pt x="5" y="48"/>
                    <a:pt x="5" y="48"/>
                    <a:pt x="4" y="49"/>
                  </a:cubicBezTo>
                  <a:cubicBezTo>
                    <a:pt x="4" y="50"/>
                    <a:pt x="4" y="50"/>
                    <a:pt x="4" y="51"/>
                  </a:cubicBezTo>
                  <a:cubicBezTo>
                    <a:pt x="4" y="52"/>
                    <a:pt x="4" y="52"/>
                    <a:pt x="4" y="53"/>
                  </a:cubicBezTo>
                  <a:cubicBezTo>
                    <a:pt x="4" y="53"/>
                    <a:pt x="3" y="54"/>
                    <a:pt x="3" y="54"/>
                  </a:cubicBezTo>
                  <a:cubicBezTo>
                    <a:pt x="2" y="53"/>
                    <a:pt x="1" y="54"/>
                    <a:pt x="1" y="54"/>
                  </a:cubicBezTo>
                  <a:cubicBezTo>
                    <a:pt x="1" y="54"/>
                    <a:pt x="0" y="55"/>
                    <a:pt x="1" y="55"/>
                  </a:cubicBezTo>
                  <a:cubicBezTo>
                    <a:pt x="1" y="56"/>
                    <a:pt x="0" y="57"/>
                    <a:pt x="0" y="57"/>
                  </a:cubicBezTo>
                  <a:cubicBezTo>
                    <a:pt x="0" y="58"/>
                    <a:pt x="0" y="59"/>
                    <a:pt x="0" y="60"/>
                  </a:cubicBezTo>
                  <a:cubicBezTo>
                    <a:pt x="0" y="61"/>
                    <a:pt x="0" y="62"/>
                    <a:pt x="0" y="62"/>
                  </a:cubicBezTo>
                  <a:cubicBezTo>
                    <a:pt x="1" y="63"/>
                    <a:pt x="0" y="65"/>
                    <a:pt x="0" y="66"/>
                  </a:cubicBezTo>
                  <a:cubicBezTo>
                    <a:pt x="0" y="67"/>
                    <a:pt x="0" y="67"/>
                    <a:pt x="0" y="68"/>
                  </a:cubicBezTo>
                  <a:cubicBezTo>
                    <a:pt x="0" y="68"/>
                    <a:pt x="0" y="69"/>
                    <a:pt x="0" y="70"/>
                  </a:cubicBezTo>
                  <a:cubicBezTo>
                    <a:pt x="0" y="70"/>
                    <a:pt x="1" y="71"/>
                    <a:pt x="1" y="71"/>
                  </a:cubicBezTo>
                  <a:cubicBezTo>
                    <a:pt x="1" y="72"/>
                    <a:pt x="0" y="72"/>
                    <a:pt x="0" y="73"/>
                  </a:cubicBezTo>
                  <a:cubicBezTo>
                    <a:pt x="0" y="73"/>
                    <a:pt x="1" y="74"/>
                    <a:pt x="0" y="75"/>
                  </a:cubicBezTo>
                  <a:cubicBezTo>
                    <a:pt x="0" y="75"/>
                    <a:pt x="1" y="76"/>
                    <a:pt x="1" y="76"/>
                  </a:cubicBezTo>
                  <a:cubicBezTo>
                    <a:pt x="0" y="77"/>
                    <a:pt x="0" y="76"/>
                    <a:pt x="0" y="77"/>
                  </a:cubicBezTo>
                  <a:cubicBezTo>
                    <a:pt x="0" y="78"/>
                    <a:pt x="0" y="78"/>
                    <a:pt x="1" y="79"/>
                  </a:cubicBezTo>
                  <a:cubicBezTo>
                    <a:pt x="1" y="80"/>
                    <a:pt x="0" y="80"/>
                    <a:pt x="0" y="81"/>
                  </a:cubicBezTo>
                  <a:cubicBezTo>
                    <a:pt x="0" y="82"/>
                    <a:pt x="0" y="82"/>
                    <a:pt x="0" y="83"/>
                  </a:cubicBezTo>
                  <a:cubicBezTo>
                    <a:pt x="0" y="83"/>
                    <a:pt x="7" y="83"/>
                    <a:pt x="7" y="83"/>
                  </a:cubicBezTo>
                  <a:cubicBezTo>
                    <a:pt x="6" y="82"/>
                    <a:pt x="6" y="82"/>
                    <a:pt x="7" y="82"/>
                  </a:cubicBezTo>
                  <a:cubicBezTo>
                    <a:pt x="7" y="81"/>
                    <a:pt x="7" y="80"/>
                    <a:pt x="7" y="81"/>
                  </a:cubicBezTo>
                  <a:cubicBezTo>
                    <a:pt x="7" y="82"/>
                    <a:pt x="10" y="80"/>
                    <a:pt x="11" y="81"/>
                  </a:cubicBezTo>
                  <a:cubicBezTo>
                    <a:pt x="11" y="81"/>
                    <a:pt x="10" y="81"/>
                    <a:pt x="10" y="81"/>
                  </a:cubicBezTo>
                  <a:cubicBezTo>
                    <a:pt x="10" y="81"/>
                    <a:pt x="10" y="81"/>
                    <a:pt x="10" y="81"/>
                  </a:cubicBezTo>
                  <a:cubicBezTo>
                    <a:pt x="10" y="81"/>
                    <a:pt x="9" y="82"/>
                    <a:pt x="9" y="82"/>
                  </a:cubicBezTo>
                  <a:cubicBezTo>
                    <a:pt x="9" y="82"/>
                    <a:pt x="8" y="82"/>
                    <a:pt x="8" y="82"/>
                  </a:cubicBezTo>
                  <a:cubicBezTo>
                    <a:pt x="8" y="82"/>
                    <a:pt x="8" y="82"/>
                    <a:pt x="8" y="82"/>
                  </a:cubicBezTo>
                  <a:cubicBezTo>
                    <a:pt x="8" y="82"/>
                    <a:pt x="7" y="82"/>
                    <a:pt x="7" y="83"/>
                  </a:cubicBezTo>
                  <a:cubicBezTo>
                    <a:pt x="7" y="82"/>
                    <a:pt x="7" y="82"/>
                    <a:pt x="7" y="82"/>
                  </a:cubicBezTo>
                  <a:cubicBezTo>
                    <a:pt x="6" y="83"/>
                    <a:pt x="9" y="83"/>
                    <a:pt x="9" y="83"/>
                  </a:cubicBezTo>
                  <a:cubicBezTo>
                    <a:pt x="10" y="83"/>
                    <a:pt x="11" y="83"/>
                    <a:pt x="12" y="83"/>
                  </a:cubicBezTo>
                  <a:cubicBezTo>
                    <a:pt x="14" y="83"/>
                    <a:pt x="17" y="83"/>
                    <a:pt x="18" y="85"/>
                  </a:cubicBezTo>
                  <a:cubicBezTo>
                    <a:pt x="19" y="85"/>
                    <a:pt x="20" y="86"/>
                    <a:pt x="21" y="87"/>
                  </a:cubicBezTo>
                  <a:cubicBezTo>
                    <a:pt x="21" y="88"/>
                    <a:pt x="22" y="88"/>
                    <a:pt x="22" y="89"/>
                  </a:cubicBezTo>
                  <a:cubicBezTo>
                    <a:pt x="22" y="90"/>
                    <a:pt x="23" y="90"/>
                    <a:pt x="23" y="89"/>
                  </a:cubicBezTo>
                  <a:cubicBezTo>
                    <a:pt x="24" y="89"/>
                    <a:pt x="24" y="88"/>
                    <a:pt x="25" y="88"/>
                  </a:cubicBezTo>
                  <a:cubicBezTo>
                    <a:pt x="25" y="89"/>
                    <a:pt x="24" y="89"/>
                    <a:pt x="23" y="90"/>
                  </a:cubicBezTo>
                  <a:cubicBezTo>
                    <a:pt x="23" y="89"/>
                    <a:pt x="23" y="90"/>
                    <a:pt x="23" y="90"/>
                  </a:cubicBezTo>
                  <a:cubicBezTo>
                    <a:pt x="23" y="91"/>
                    <a:pt x="23" y="91"/>
                    <a:pt x="23" y="92"/>
                  </a:cubicBezTo>
                  <a:cubicBezTo>
                    <a:pt x="24" y="93"/>
                    <a:pt x="25" y="91"/>
                    <a:pt x="25" y="90"/>
                  </a:cubicBezTo>
                  <a:cubicBezTo>
                    <a:pt x="25" y="91"/>
                    <a:pt x="25" y="92"/>
                    <a:pt x="26" y="91"/>
                  </a:cubicBezTo>
                  <a:cubicBezTo>
                    <a:pt x="26" y="91"/>
                    <a:pt x="26" y="91"/>
                    <a:pt x="27" y="91"/>
                  </a:cubicBezTo>
                  <a:cubicBezTo>
                    <a:pt x="27" y="91"/>
                    <a:pt x="27" y="92"/>
                    <a:pt x="27" y="92"/>
                  </a:cubicBezTo>
                  <a:cubicBezTo>
                    <a:pt x="27" y="92"/>
                    <a:pt x="27" y="91"/>
                    <a:pt x="26" y="91"/>
                  </a:cubicBezTo>
                  <a:cubicBezTo>
                    <a:pt x="26" y="92"/>
                    <a:pt x="26" y="92"/>
                    <a:pt x="25" y="92"/>
                  </a:cubicBezTo>
                  <a:cubicBezTo>
                    <a:pt x="25" y="92"/>
                    <a:pt x="24" y="92"/>
                    <a:pt x="24" y="92"/>
                  </a:cubicBezTo>
                  <a:cubicBezTo>
                    <a:pt x="24" y="93"/>
                    <a:pt x="24" y="93"/>
                    <a:pt x="25" y="94"/>
                  </a:cubicBezTo>
                  <a:cubicBezTo>
                    <a:pt x="25" y="94"/>
                    <a:pt x="26" y="94"/>
                    <a:pt x="26" y="94"/>
                  </a:cubicBezTo>
                  <a:cubicBezTo>
                    <a:pt x="26" y="94"/>
                    <a:pt x="26" y="93"/>
                    <a:pt x="26" y="94"/>
                  </a:cubicBezTo>
                  <a:cubicBezTo>
                    <a:pt x="27" y="94"/>
                    <a:pt x="27" y="93"/>
                    <a:pt x="27" y="93"/>
                  </a:cubicBezTo>
                  <a:cubicBezTo>
                    <a:pt x="27" y="93"/>
                    <a:pt x="28" y="93"/>
                    <a:pt x="28" y="92"/>
                  </a:cubicBezTo>
                  <a:cubicBezTo>
                    <a:pt x="28" y="93"/>
                    <a:pt x="28" y="93"/>
                    <a:pt x="27" y="93"/>
                  </a:cubicBezTo>
                  <a:cubicBezTo>
                    <a:pt x="27" y="93"/>
                    <a:pt x="27" y="94"/>
                    <a:pt x="28" y="94"/>
                  </a:cubicBezTo>
                  <a:cubicBezTo>
                    <a:pt x="27" y="94"/>
                    <a:pt x="27" y="95"/>
                    <a:pt x="26" y="94"/>
                  </a:cubicBezTo>
                  <a:cubicBezTo>
                    <a:pt x="26" y="94"/>
                    <a:pt x="25" y="94"/>
                    <a:pt x="25" y="95"/>
                  </a:cubicBezTo>
                  <a:cubicBezTo>
                    <a:pt x="25" y="95"/>
                    <a:pt x="25" y="96"/>
                    <a:pt x="26" y="96"/>
                  </a:cubicBezTo>
                  <a:cubicBezTo>
                    <a:pt x="26" y="97"/>
                    <a:pt x="26" y="97"/>
                    <a:pt x="26" y="96"/>
                  </a:cubicBezTo>
                  <a:cubicBezTo>
                    <a:pt x="27" y="96"/>
                    <a:pt x="27" y="97"/>
                    <a:pt x="27" y="97"/>
                  </a:cubicBezTo>
                  <a:cubicBezTo>
                    <a:pt x="26" y="97"/>
                    <a:pt x="26" y="97"/>
                    <a:pt x="27" y="97"/>
                  </a:cubicBezTo>
                  <a:cubicBezTo>
                    <a:pt x="26" y="97"/>
                    <a:pt x="26" y="97"/>
                    <a:pt x="26" y="97"/>
                  </a:cubicBezTo>
                  <a:cubicBezTo>
                    <a:pt x="26" y="97"/>
                    <a:pt x="26" y="98"/>
                    <a:pt x="26" y="98"/>
                  </a:cubicBezTo>
                  <a:cubicBezTo>
                    <a:pt x="26" y="99"/>
                    <a:pt x="26" y="99"/>
                    <a:pt x="27" y="100"/>
                  </a:cubicBezTo>
                  <a:cubicBezTo>
                    <a:pt x="27" y="100"/>
                    <a:pt x="27" y="100"/>
                    <a:pt x="27" y="100"/>
                  </a:cubicBezTo>
                  <a:cubicBezTo>
                    <a:pt x="27" y="100"/>
                    <a:pt x="27" y="101"/>
                    <a:pt x="27" y="101"/>
                  </a:cubicBezTo>
                  <a:cubicBezTo>
                    <a:pt x="28" y="102"/>
                    <a:pt x="28" y="102"/>
                    <a:pt x="28" y="102"/>
                  </a:cubicBezTo>
                  <a:cubicBezTo>
                    <a:pt x="28" y="103"/>
                    <a:pt x="28" y="103"/>
                    <a:pt x="29" y="104"/>
                  </a:cubicBezTo>
                  <a:cubicBezTo>
                    <a:pt x="29" y="104"/>
                    <a:pt x="30" y="104"/>
                    <a:pt x="29" y="104"/>
                  </a:cubicBezTo>
                  <a:cubicBezTo>
                    <a:pt x="30" y="104"/>
                    <a:pt x="30" y="105"/>
                    <a:pt x="30" y="105"/>
                  </a:cubicBezTo>
                  <a:cubicBezTo>
                    <a:pt x="30" y="105"/>
                    <a:pt x="30" y="105"/>
                    <a:pt x="30" y="105"/>
                  </a:cubicBezTo>
                  <a:cubicBezTo>
                    <a:pt x="30" y="105"/>
                    <a:pt x="32" y="106"/>
                    <a:pt x="31" y="105"/>
                  </a:cubicBezTo>
                  <a:cubicBezTo>
                    <a:pt x="32" y="105"/>
                    <a:pt x="31" y="106"/>
                    <a:pt x="32" y="105"/>
                  </a:cubicBezTo>
                  <a:cubicBezTo>
                    <a:pt x="32" y="105"/>
                    <a:pt x="32" y="105"/>
                    <a:pt x="32" y="106"/>
                  </a:cubicBezTo>
                  <a:cubicBezTo>
                    <a:pt x="32" y="106"/>
                    <a:pt x="32" y="106"/>
                    <a:pt x="32" y="106"/>
                  </a:cubicBezTo>
                  <a:cubicBezTo>
                    <a:pt x="32" y="105"/>
                    <a:pt x="32" y="105"/>
                    <a:pt x="32" y="105"/>
                  </a:cubicBezTo>
                  <a:cubicBezTo>
                    <a:pt x="32" y="104"/>
                    <a:pt x="33" y="105"/>
                    <a:pt x="33" y="105"/>
                  </a:cubicBezTo>
                  <a:cubicBezTo>
                    <a:pt x="33" y="106"/>
                    <a:pt x="32" y="106"/>
                    <a:pt x="33" y="106"/>
                  </a:cubicBezTo>
                  <a:cubicBezTo>
                    <a:pt x="33" y="106"/>
                    <a:pt x="34" y="106"/>
                    <a:pt x="34" y="106"/>
                  </a:cubicBezTo>
                  <a:cubicBezTo>
                    <a:pt x="34" y="106"/>
                    <a:pt x="34" y="106"/>
                    <a:pt x="34" y="106"/>
                  </a:cubicBezTo>
                  <a:cubicBezTo>
                    <a:pt x="34" y="105"/>
                    <a:pt x="34" y="105"/>
                    <a:pt x="34" y="104"/>
                  </a:cubicBezTo>
                  <a:cubicBezTo>
                    <a:pt x="34" y="105"/>
                    <a:pt x="34" y="105"/>
                    <a:pt x="34" y="105"/>
                  </a:cubicBezTo>
                  <a:cubicBezTo>
                    <a:pt x="34" y="104"/>
                    <a:pt x="34" y="104"/>
                    <a:pt x="34" y="104"/>
                  </a:cubicBezTo>
                  <a:cubicBezTo>
                    <a:pt x="34" y="104"/>
                    <a:pt x="34" y="105"/>
                    <a:pt x="34" y="105"/>
                  </a:cubicBezTo>
                  <a:cubicBezTo>
                    <a:pt x="34" y="105"/>
                    <a:pt x="35" y="104"/>
                    <a:pt x="35" y="104"/>
                  </a:cubicBezTo>
                  <a:cubicBezTo>
                    <a:pt x="35" y="104"/>
                    <a:pt x="34" y="106"/>
                    <a:pt x="34" y="106"/>
                  </a:cubicBezTo>
                  <a:cubicBezTo>
                    <a:pt x="34" y="106"/>
                    <a:pt x="36" y="106"/>
                    <a:pt x="36" y="106"/>
                  </a:cubicBezTo>
                  <a:cubicBezTo>
                    <a:pt x="36" y="105"/>
                    <a:pt x="37" y="106"/>
                    <a:pt x="37" y="106"/>
                  </a:cubicBezTo>
                  <a:cubicBezTo>
                    <a:pt x="38" y="105"/>
                    <a:pt x="37" y="104"/>
                    <a:pt x="37" y="104"/>
                  </a:cubicBezTo>
                  <a:cubicBezTo>
                    <a:pt x="38" y="104"/>
                    <a:pt x="37" y="105"/>
                    <a:pt x="38" y="106"/>
                  </a:cubicBezTo>
                  <a:cubicBezTo>
                    <a:pt x="39" y="106"/>
                    <a:pt x="38" y="104"/>
                    <a:pt x="38" y="104"/>
                  </a:cubicBezTo>
                  <a:cubicBezTo>
                    <a:pt x="38" y="104"/>
                    <a:pt x="38" y="104"/>
                    <a:pt x="38" y="105"/>
                  </a:cubicBezTo>
                  <a:cubicBezTo>
                    <a:pt x="39" y="104"/>
                    <a:pt x="38" y="103"/>
                    <a:pt x="39" y="103"/>
                  </a:cubicBezTo>
                  <a:cubicBezTo>
                    <a:pt x="39" y="103"/>
                    <a:pt x="38" y="105"/>
                    <a:pt x="39" y="105"/>
                  </a:cubicBezTo>
                  <a:cubicBezTo>
                    <a:pt x="39" y="106"/>
                    <a:pt x="40" y="106"/>
                    <a:pt x="40" y="105"/>
                  </a:cubicBezTo>
                  <a:cubicBezTo>
                    <a:pt x="40" y="105"/>
                    <a:pt x="40" y="105"/>
                    <a:pt x="40" y="105"/>
                  </a:cubicBezTo>
                  <a:cubicBezTo>
                    <a:pt x="40" y="104"/>
                    <a:pt x="39" y="104"/>
                    <a:pt x="40" y="103"/>
                  </a:cubicBezTo>
                  <a:cubicBezTo>
                    <a:pt x="40" y="102"/>
                    <a:pt x="39" y="102"/>
                    <a:pt x="39" y="102"/>
                  </a:cubicBezTo>
                  <a:cubicBezTo>
                    <a:pt x="39" y="101"/>
                    <a:pt x="39" y="101"/>
                    <a:pt x="39" y="100"/>
                  </a:cubicBezTo>
                  <a:cubicBezTo>
                    <a:pt x="39" y="100"/>
                    <a:pt x="39" y="100"/>
                    <a:pt x="39" y="100"/>
                  </a:cubicBezTo>
                  <a:cubicBezTo>
                    <a:pt x="39" y="101"/>
                    <a:pt x="39" y="101"/>
                    <a:pt x="39" y="101"/>
                  </a:cubicBezTo>
                  <a:cubicBezTo>
                    <a:pt x="39" y="101"/>
                    <a:pt x="39" y="102"/>
                    <a:pt x="39" y="102"/>
                  </a:cubicBezTo>
                  <a:cubicBezTo>
                    <a:pt x="39" y="102"/>
                    <a:pt x="40" y="102"/>
                    <a:pt x="40" y="103"/>
                  </a:cubicBezTo>
                  <a:cubicBezTo>
                    <a:pt x="39" y="103"/>
                    <a:pt x="40" y="105"/>
                    <a:pt x="40" y="105"/>
                  </a:cubicBezTo>
                  <a:cubicBezTo>
                    <a:pt x="41" y="105"/>
                    <a:pt x="41" y="105"/>
                    <a:pt x="42" y="105"/>
                  </a:cubicBezTo>
                  <a:cubicBezTo>
                    <a:pt x="42" y="105"/>
                    <a:pt x="41" y="104"/>
                    <a:pt x="41" y="104"/>
                  </a:cubicBezTo>
                  <a:cubicBezTo>
                    <a:pt x="41" y="104"/>
                    <a:pt x="41" y="102"/>
                    <a:pt x="41" y="103"/>
                  </a:cubicBezTo>
                  <a:cubicBezTo>
                    <a:pt x="41" y="103"/>
                    <a:pt x="40" y="102"/>
                    <a:pt x="40" y="102"/>
                  </a:cubicBezTo>
                  <a:cubicBezTo>
                    <a:pt x="41" y="102"/>
                    <a:pt x="41" y="103"/>
                    <a:pt x="41" y="103"/>
                  </a:cubicBezTo>
                  <a:cubicBezTo>
                    <a:pt x="41" y="103"/>
                    <a:pt x="41" y="102"/>
                    <a:pt x="41" y="101"/>
                  </a:cubicBezTo>
                  <a:cubicBezTo>
                    <a:pt x="41" y="102"/>
                    <a:pt x="41" y="102"/>
                    <a:pt x="41" y="102"/>
                  </a:cubicBezTo>
                  <a:cubicBezTo>
                    <a:pt x="42" y="102"/>
                    <a:pt x="41" y="103"/>
                    <a:pt x="42" y="104"/>
                  </a:cubicBezTo>
                  <a:cubicBezTo>
                    <a:pt x="42" y="104"/>
                    <a:pt x="42" y="104"/>
                    <a:pt x="42" y="104"/>
                  </a:cubicBezTo>
                  <a:cubicBezTo>
                    <a:pt x="42" y="105"/>
                    <a:pt x="42" y="104"/>
                    <a:pt x="42" y="104"/>
                  </a:cubicBezTo>
                  <a:cubicBezTo>
                    <a:pt x="42" y="104"/>
                    <a:pt x="43" y="104"/>
                    <a:pt x="43" y="104"/>
                  </a:cubicBezTo>
                  <a:cubicBezTo>
                    <a:pt x="43" y="104"/>
                    <a:pt x="43" y="103"/>
                    <a:pt x="43" y="103"/>
                  </a:cubicBezTo>
                  <a:cubicBezTo>
                    <a:pt x="43" y="102"/>
                    <a:pt x="42" y="102"/>
                    <a:pt x="42" y="101"/>
                  </a:cubicBezTo>
                  <a:cubicBezTo>
                    <a:pt x="42" y="101"/>
                    <a:pt x="42" y="102"/>
                    <a:pt x="43" y="102"/>
                  </a:cubicBezTo>
                  <a:cubicBezTo>
                    <a:pt x="43" y="102"/>
                    <a:pt x="43" y="102"/>
                    <a:pt x="43" y="102"/>
                  </a:cubicBezTo>
                  <a:cubicBezTo>
                    <a:pt x="43" y="102"/>
                    <a:pt x="43" y="103"/>
                    <a:pt x="43" y="103"/>
                  </a:cubicBezTo>
                  <a:cubicBezTo>
                    <a:pt x="44" y="103"/>
                    <a:pt x="44" y="103"/>
                    <a:pt x="44" y="104"/>
                  </a:cubicBezTo>
                  <a:cubicBezTo>
                    <a:pt x="44" y="104"/>
                    <a:pt x="45" y="104"/>
                    <a:pt x="45" y="103"/>
                  </a:cubicBezTo>
                  <a:cubicBezTo>
                    <a:pt x="44" y="103"/>
                    <a:pt x="44" y="103"/>
                    <a:pt x="44" y="103"/>
                  </a:cubicBezTo>
                  <a:cubicBezTo>
                    <a:pt x="45" y="103"/>
                    <a:pt x="45" y="103"/>
                    <a:pt x="45" y="103"/>
                  </a:cubicBezTo>
                  <a:cubicBezTo>
                    <a:pt x="47" y="103"/>
                    <a:pt x="46" y="102"/>
                    <a:pt x="47" y="102"/>
                  </a:cubicBezTo>
                  <a:cubicBezTo>
                    <a:pt x="47" y="102"/>
                    <a:pt x="47" y="103"/>
                    <a:pt x="47" y="104"/>
                  </a:cubicBezTo>
                  <a:cubicBezTo>
                    <a:pt x="47" y="104"/>
                    <a:pt x="48" y="104"/>
                    <a:pt x="49" y="104"/>
                  </a:cubicBezTo>
                  <a:cubicBezTo>
                    <a:pt x="48" y="103"/>
                    <a:pt x="50" y="103"/>
                    <a:pt x="50" y="103"/>
                  </a:cubicBezTo>
                  <a:cubicBezTo>
                    <a:pt x="51" y="103"/>
                    <a:pt x="51" y="103"/>
                    <a:pt x="52" y="103"/>
                  </a:cubicBezTo>
                  <a:cubicBezTo>
                    <a:pt x="53" y="103"/>
                    <a:pt x="54" y="104"/>
                    <a:pt x="54" y="103"/>
                  </a:cubicBezTo>
                  <a:cubicBezTo>
                    <a:pt x="55" y="102"/>
                    <a:pt x="54" y="101"/>
                    <a:pt x="54" y="100"/>
                  </a:cubicBezTo>
                  <a:cubicBezTo>
                    <a:pt x="54" y="100"/>
                    <a:pt x="54" y="100"/>
                    <a:pt x="53" y="99"/>
                  </a:cubicBezTo>
                  <a:cubicBezTo>
                    <a:pt x="53" y="99"/>
                    <a:pt x="53" y="99"/>
                    <a:pt x="53" y="98"/>
                  </a:cubicBezTo>
                  <a:cubicBezTo>
                    <a:pt x="53" y="99"/>
                    <a:pt x="55" y="101"/>
                    <a:pt x="55" y="100"/>
                  </a:cubicBezTo>
                  <a:cubicBezTo>
                    <a:pt x="55" y="101"/>
                    <a:pt x="55" y="101"/>
                    <a:pt x="56" y="101"/>
                  </a:cubicBezTo>
                  <a:cubicBezTo>
                    <a:pt x="56" y="101"/>
                    <a:pt x="56" y="102"/>
                    <a:pt x="56" y="101"/>
                  </a:cubicBezTo>
                  <a:cubicBezTo>
                    <a:pt x="57" y="101"/>
                    <a:pt x="56" y="100"/>
                    <a:pt x="57" y="100"/>
                  </a:cubicBezTo>
                  <a:cubicBezTo>
                    <a:pt x="57" y="100"/>
                    <a:pt x="57" y="99"/>
                    <a:pt x="58" y="99"/>
                  </a:cubicBezTo>
                  <a:cubicBezTo>
                    <a:pt x="59" y="97"/>
                    <a:pt x="59" y="95"/>
                    <a:pt x="59" y="94"/>
                  </a:cubicBezTo>
                  <a:cubicBezTo>
                    <a:pt x="59" y="93"/>
                    <a:pt x="60" y="92"/>
                    <a:pt x="60" y="91"/>
                  </a:cubicBezTo>
                  <a:cubicBezTo>
                    <a:pt x="59" y="91"/>
                    <a:pt x="59" y="91"/>
                    <a:pt x="60" y="90"/>
                  </a:cubicBezTo>
                  <a:cubicBezTo>
                    <a:pt x="60" y="90"/>
                    <a:pt x="59" y="89"/>
                    <a:pt x="60" y="89"/>
                  </a:cubicBezTo>
                  <a:cubicBezTo>
                    <a:pt x="60" y="88"/>
                    <a:pt x="60" y="89"/>
                    <a:pt x="61" y="88"/>
                  </a:cubicBezTo>
                  <a:cubicBezTo>
                    <a:pt x="61" y="88"/>
                    <a:pt x="61" y="87"/>
                    <a:pt x="62" y="87"/>
                  </a:cubicBezTo>
                  <a:cubicBezTo>
                    <a:pt x="62" y="86"/>
                    <a:pt x="63" y="86"/>
                    <a:pt x="63" y="85"/>
                  </a:cubicBezTo>
                  <a:cubicBezTo>
                    <a:pt x="64" y="85"/>
                    <a:pt x="64" y="84"/>
                    <a:pt x="64" y="84"/>
                  </a:cubicBezTo>
                  <a:cubicBezTo>
                    <a:pt x="65" y="84"/>
                    <a:pt x="65" y="84"/>
                    <a:pt x="65" y="83"/>
                  </a:cubicBezTo>
                  <a:cubicBezTo>
                    <a:pt x="65" y="83"/>
                    <a:pt x="65" y="83"/>
                    <a:pt x="66" y="83"/>
                  </a:cubicBezTo>
                  <a:cubicBezTo>
                    <a:pt x="66" y="83"/>
                    <a:pt x="66" y="83"/>
                    <a:pt x="66" y="82"/>
                  </a:cubicBezTo>
                  <a:cubicBezTo>
                    <a:pt x="66" y="82"/>
                    <a:pt x="66" y="82"/>
                    <a:pt x="67" y="82"/>
                  </a:cubicBezTo>
                  <a:cubicBezTo>
                    <a:pt x="67" y="81"/>
                    <a:pt x="68" y="82"/>
                    <a:pt x="68" y="81"/>
                  </a:cubicBezTo>
                  <a:cubicBezTo>
                    <a:pt x="68" y="80"/>
                    <a:pt x="68" y="79"/>
                    <a:pt x="68" y="79"/>
                  </a:cubicBezTo>
                  <a:cubicBezTo>
                    <a:pt x="69" y="78"/>
                    <a:pt x="69" y="79"/>
                    <a:pt x="69" y="79"/>
                  </a:cubicBezTo>
                  <a:cubicBezTo>
                    <a:pt x="69" y="79"/>
                    <a:pt x="70" y="78"/>
                    <a:pt x="70" y="78"/>
                  </a:cubicBezTo>
                  <a:cubicBezTo>
                    <a:pt x="70" y="78"/>
                    <a:pt x="72" y="76"/>
                    <a:pt x="72" y="76"/>
                  </a:cubicBezTo>
                  <a:cubicBezTo>
                    <a:pt x="72" y="78"/>
                    <a:pt x="74" y="78"/>
                    <a:pt x="75" y="78"/>
                  </a:cubicBezTo>
                  <a:cubicBezTo>
                    <a:pt x="76" y="78"/>
                    <a:pt x="76" y="76"/>
                    <a:pt x="76" y="76"/>
                  </a:cubicBezTo>
                  <a:cubicBezTo>
                    <a:pt x="76" y="75"/>
                    <a:pt x="76" y="75"/>
                    <a:pt x="76" y="75"/>
                  </a:cubicBezTo>
                  <a:cubicBezTo>
                    <a:pt x="76" y="76"/>
                    <a:pt x="77" y="76"/>
                    <a:pt x="77" y="76"/>
                  </a:cubicBezTo>
                  <a:cubicBezTo>
                    <a:pt x="78" y="76"/>
                    <a:pt x="78" y="77"/>
                    <a:pt x="79" y="77"/>
                  </a:cubicBezTo>
                  <a:cubicBezTo>
                    <a:pt x="79" y="77"/>
                    <a:pt x="79" y="78"/>
                    <a:pt x="79" y="78"/>
                  </a:cubicBezTo>
                  <a:cubicBezTo>
                    <a:pt x="80" y="79"/>
                    <a:pt x="81" y="79"/>
                    <a:pt x="81" y="79"/>
                  </a:cubicBezTo>
                  <a:cubicBezTo>
                    <a:pt x="81" y="80"/>
                    <a:pt x="81" y="80"/>
                    <a:pt x="81" y="81"/>
                  </a:cubicBezTo>
                  <a:cubicBezTo>
                    <a:pt x="81" y="82"/>
                    <a:pt x="82" y="83"/>
                    <a:pt x="83" y="83"/>
                  </a:cubicBezTo>
                  <a:cubicBezTo>
                    <a:pt x="83" y="82"/>
                    <a:pt x="84" y="82"/>
                    <a:pt x="84" y="82"/>
                  </a:cubicBezTo>
                  <a:cubicBezTo>
                    <a:pt x="84" y="81"/>
                    <a:pt x="84" y="81"/>
                    <a:pt x="85" y="81"/>
                  </a:cubicBezTo>
                  <a:cubicBezTo>
                    <a:pt x="86" y="80"/>
                    <a:pt x="86" y="80"/>
                    <a:pt x="86" y="79"/>
                  </a:cubicBezTo>
                  <a:cubicBezTo>
                    <a:pt x="86" y="79"/>
                    <a:pt x="85" y="78"/>
                    <a:pt x="86" y="78"/>
                  </a:cubicBezTo>
                  <a:cubicBezTo>
                    <a:pt x="86" y="77"/>
                    <a:pt x="87" y="76"/>
                    <a:pt x="87" y="76"/>
                  </a:cubicBezTo>
                  <a:cubicBezTo>
                    <a:pt x="88" y="76"/>
                    <a:pt x="88" y="76"/>
                    <a:pt x="88" y="75"/>
                  </a:cubicBezTo>
                  <a:cubicBezTo>
                    <a:pt x="89" y="75"/>
                    <a:pt x="89" y="75"/>
                    <a:pt x="88" y="75"/>
                  </a:cubicBezTo>
                  <a:cubicBezTo>
                    <a:pt x="88" y="75"/>
                    <a:pt x="88" y="73"/>
                    <a:pt x="88" y="73"/>
                  </a:cubicBezTo>
                  <a:cubicBezTo>
                    <a:pt x="88" y="72"/>
                    <a:pt x="89" y="72"/>
                    <a:pt x="90" y="70"/>
                  </a:cubicBezTo>
                  <a:cubicBezTo>
                    <a:pt x="90" y="70"/>
                    <a:pt x="90" y="68"/>
                    <a:pt x="91" y="68"/>
                  </a:cubicBezTo>
                  <a:cubicBezTo>
                    <a:pt x="91" y="67"/>
                    <a:pt x="92" y="66"/>
                    <a:pt x="92" y="66"/>
                  </a:cubicBezTo>
                  <a:cubicBezTo>
                    <a:pt x="92" y="65"/>
                    <a:pt x="92" y="65"/>
                    <a:pt x="92" y="64"/>
                  </a:cubicBezTo>
                  <a:cubicBezTo>
                    <a:pt x="92" y="64"/>
                    <a:pt x="92" y="64"/>
                    <a:pt x="92" y="63"/>
                  </a:cubicBezTo>
                  <a:cubicBezTo>
                    <a:pt x="92" y="63"/>
                    <a:pt x="92" y="62"/>
                    <a:pt x="92" y="61"/>
                  </a:cubicBezTo>
                  <a:cubicBezTo>
                    <a:pt x="92" y="60"/>
                    <a:pt x="93" y="61"/>
                    <a:pt x="93" y="60"/>
                  </a:cubicBezTo>
                  <a:cubicBezTo>
                    <a:pt x="94" y="60"/>
                    <a:pt x="94" y="59"/>
                    <a:pt x="94" y="59"/>
                  </a:cubicBezTo>
                  <a:cubicBezTo>
                    <a:pt x="94" y="59"/>
                    <a:pt x="94" y="59"/>
                    <a:pt x="94" y="58"/>
                  </a:cubicBezTo>
                  <a:cubicBezTo>
                    <a:pt x="95" y="58"/>
                    <a:pt x="95" y="58"/>
                    <a:pt x="95" y="59"/>
                  </a:cubicBezTo>
                  <a:cubicBezTo>
                    <a:pt x="96" y="59"/>
                    <a:pt x="96" y="58"/>
                    <a:pt x="96" y="58"/>
                  </a:cubicBezTo>
                  <a:cubicBezTo>
                    <a:pt x="97" y="58"/>
                    <a:pt x="97" y="57"/>
                    <a:pt x="97" y="57"/>
                  </a:cubicBezTo>
                  <a:cubicBezTo>
                    <a:pt x="98" y="57"/>
                    <a:pt x="98" y="57"/>
                    <a:pt x="98" y="56"/>
                  </a:cubicBezTo>
                  <a:cubicBezTo>
                    <a:pt x="98" y="55"/>
                    <a:pt x="98" y="54"/>
                    <a:pt x="98" y="53"/>
                  </a:cubicBezTo>
                  <a:cubicBezTo>
                    <a:pt x="98" y="52"/>
                    <a:pt x="99" y="51"/>
                    <a:pt x="98" y="50"/>
                  </a:cubicBezTo>
                  <a:cubicBezTo>
                    <a:pt x="98" y="50"/>
                    <a:pt x="99" y="50"/>
                    <a:pt x="99" y="50"/>
                  </a:cubicBezTo>
                  <a:cubicBezTo>
                    <a:pt x="99" y="49"/>
                    <a:pt x="99" y="49"/>
                    <a:pt x="100" y="49"/>
                  </a:cubicBezTo>
                  <a:cubicBezTo>
                    <a:pt x="100" y="49"/>
                    <a:pt x="101" y="49"/>
                    <a:pt x="101" y="48"/>
                  </a:cubicBezTo>
                  <a:cubicBezTo>
                    <a:pt x="102" y="48"/>
                    <a:pt x="102" y="46"/>
                    <a:pt x="102" y="46"/>
                  </a:cubicBezTo>
                  <a:cubicBezTo>
                    <a:pt x="102" y="45"/>
                    <a:pt x="102" y="45"/>
                    <a:pt x="102" y="45"/>
                  </a:cubicBezTo>
                  <a:cubicBezTo>
                    <a:pt x="102" y="44"/>
                    <a:pt x="102" y="44"/>
                    <a:pt x="102" y="44"/>
                  </a:cubicBezTo>
                  <a:cubicBezTo>
                    <a:pt x="102" y="43"/>
                    <a:pt x="102" y="43"/>
                    <a:pt x="102" y="42"/>
                  </a:cubicBezTo>
                  <a:cubicBezTo>
                    <a:pt x="103" y="42"/>
                    <a:pt x="103" y="42"/>
                    <a:pt x="104" y="42"/>
                  </a:cubicBezTo>
                  <a:cubicBezTo>
                    <a:pt x="104" y="41"/>
                    <a:pt x="104" y="40"/>
                    <a:pt x="104" y="40"/>
                  </a:cubicBezTo>
                  <a:cubicBezTo>
                    <a:pt x="104" y="39"/>
                    <a:pt x="104" y="38"/>
                    <a:pt x="105" y="37"/>
                  </a:cubicBezTo>
                  <a:cubicBezTo>
                    <a:pt x="105" y="36"/>
                    <a:pt x="106" y="34"/>
                    <a:pt x="107" y="33"/>
                  </a:cubicBezTo>
                  <a:cubicBezTo>
                    <a:pt x="107" y="32"/>
                    <a:pt x="107" y="32"/>
                    <a:pt x="108" y="31"/>
                  </a:cubicBezTo>
                  <a:cubicBezTo>
                    <a:pt x="108" y="31"/>
                    <a:pt x="108" y="30"/>
                    <a:pt x="109" y="30"/>
                  </a:cubicBezTo>
                  <a:cubicBezTo>
                    <a:pt x="109" y="29"/>
                    <a:pt x="109" y="29"/>
                    <a:pt x="110" y="30"/>
                  </a:cubicBezTo>
                  <a:cubicBezTo>
                    <a:pt x="111" y="30"/>
                    <a:pt x="111" y="29"/>
                    <a:pt x="112" y="29"/>
                  </a:cubicBezTo>
                  <a:cubicBezTo>
                    <a:pt x="112" y="28"/>
                    <a:pt x="113" y="28"/>
                    <a:pt x="113" y="28"/>
                  </a:cubicBezTo>
                  <a:cubicBezTo>
                    <a:pt x="114" y="28"/>
                    <a:pt x="114" y="27"/>
                    <a:pt x="115" y="27"/>
                  </a:cubicBezTo>
                  <a:cubicBezTo>
                    <a:pt x="115" y="26"/>
                    <a:pt x="115" y="26"/>
                    <a:pt x="115" y="25"/>
                  </a:cubicBezTo>
                  <a:cubicBezTo>
                    <a:pt x="114" y="24"/>
                    <a:pt x="115" y="24"/>
                    <a:pt x="115" y="24"/>
                  </a:cubicBezTo>
                  <a:cubicBezTo>
                    <a:pt x="115" y="23"/>
                    <a:pt x="115" y="22"/>
                    <a:pt x="115" y="2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11" name="Niger">
              <a:extLst>
                <a:ext uri="{FF2B5EF4-FFF2-40B4-BE49-F238E27FC236}">
                  <a16:creationId xmlns:a16="http://schemas.microsoft.com/office/drawing/2014/main" id="{86E876B1-8CF8-F2B3-031F-1F6660323EE1}"/>
                </a:ext>
              </a:extLst>
            </p:cNvPr>
            <p:cNvSpPr>
              <a:spLocks/>
            </p:cNvSpPr>
            <p:nvPr/>
          </p:nvSpPr>
          <p:spPr bwMode="auto">
            <a:xfrm>
              <a:off x="5704525" y="3129858"/>
              <a:ext cx="538111" cy="460676"/>
            </a:xfrm>
            <a:custGeom>
              <a:avLst/>
              <a:gdLst/>
              <a:ahLst/>
              <a:cxnLst>
                <a:cxn ang="0">
                  <a:pos x="147" y="29"/>
                </a:cxn>
                <a:cxn ang="0">
                  <a:pos x="144" y="18"/>
                </a:cxn>
                <a:cxn ang="0">
                  <a:pos x="136" y="9"/>
                </a:cxn>
                <a:cxn ang="0">
                  <a:pos x="132" y="7"/>
                </a:cxn>
                <a:cxn ang="0">
                  <a:pos x="113" y="0"/>
                </a:cxn>
                <a:cxn ang="0">
                  <a:pos x="64" y="35"/>
                </a:cxn>
                <a:cxn ang="0">
                  <a:pos x="52" y="45"/>
                </a:cxn>
                <a:cxn ang="0">
                  <a:pos x="39" y="50"/>
                </a:cxn>
                <a:cxn ang="0">
                  <a:pos x="39" y="71"/>
                </a:cxn>
                <a:cxn ang="0">
                  <a:pos x="39" y="78"/>
                </a:cxn>
                <a:cxn ang="0">
                  <a:pos x="37" y="83"/>
                </a:cxn>
                <a:cxn ang="0">
                  <a:pos x="33" y="88"/>
                </a:cxn>
                <a:cxn ang="0">
                  <a:pos x="28" y="89"/>
                </a:cxn>
                <a:cxn ang="0">
                  <a:pos x="12" y="90"/>
                </a:cxn>
                <a:cxn ang="0">
                  <a:pos x="3" y="94"/>
                </a:cxn>
                <a:cxn ang="0">
                  <a:pos x="0" y="95"/>
                </a:cxn>
                <a:cxn ang="0">
                  <a:pos x="2" y="101"/>
                </a:cxn>
                <a:cxn ang="0">
                  <a:pos x="4" y="106"/>
                </a:cxn>
                <a:cxn ang="0">
                  <a:pos x="6" y="109"/>
                </a:cxn>
                <a:cxn ang="0">
                  <a:pos x="10" y="111"/>
                </a:cxn>
                <a:cxn ang="0">
                  <a:pos x="8" y="114"/>
                </a:cxn>
                <a:cxn ang="0">
                  <a:pos x="14" y="119"/>
                </a:cxn>
                <a:cxn ang="0">
                  <a:pos x="19" y="120"/>
                </a:cxn>
                <a:cxn ang="0">
                  <a:pos x="18" y="122"/>
                </a:cxn>
                <a:cxn ang="0">
                  <a:pos x="22" y="127"/>
                </a:cxn>
                <a:cxn ang="0">
                  <a:pos x="22" y="123"/>
                </a:cxn>
                <a:cxn ang="0">
                  <a:pos x="26" y="123"/>
                </a:cxn>
                <a:cxn ang="0">
                  <a:pos x="30" y="127"/>
                </a:cxn>
                <a:cxn ang="0">
                  <a:pos x="33" y="129"/>
                </a:cxn>
                <a:cxn ang="0">
                  <a:pos x="34" y="120"/>
                </a:cxn>
                <a:cxn ang="0">
                  <a:pos x="38" y="111"/>
                </a:cxn>
                <a:cxn ang="0">
                  <a:pos x="46" y="107"/>
                </a:cxn>
                <a:cxn ang="0">
                  <a:pos x="51" y="106"/>
                </a:cxn>
                <a:cxn ang="0">
                  <a:pos x="59" y="108"/>
                </a:cxn>
                <a:cxn ang="0">
                  <a:pos x="65" y="115"/>
                </a:cxn>
                <a:cxn ang="0">
                  <a:pos x="70" y="114"/>
                </a:cxn>
                <a:cxn ang="0">
                  <a:pos x="79" y="114"/>
                </a:cxn>
                <a:cxn ang="0">
                  <a:pos x="88" y="117"/>
                </a:cxn>
                <a:cxn ang="0">
                  <a:pos x="93" y="115"/>
                </a:cxn>
                <a:cxn ang="0">
                  <a:pos x="97" y="112"/>
                </a:cxn>
                <a:cxn ang="0">
                  <a:pos x="107" y="111"/>
                </a:cxn>
                <a:cxn ang="0">
                  <a:pos x="116" y="114"/>
                </a:cxn>
                <a:cxn ang="0">
                  <a:pos x="120" y="112"/>
                </a:cxn>
                <a:cxn ang="0">
                  <a:pos x="122" y="110"/>
                </a:cxn>
                <a:cxn ang="0">
                  <a:pos x="126" y="108"/>
                </a:cxn>
                <a:cxn ang="0">
                  <a:pos x="129" y="99"/>
                </a:cxn>
                <a:cxn ang="0">
                  <a:pos x="131" y="95"/>
                </a:cxn>
                <a:cxn ang="0">
                  <a:pos x="144" y="76"/>
                </a:cxn>
                <a:cxn ang="0">
                  <a:pos x="149" y="44"/>
                </a:cxn>
                <a:cxn ang="0">
                  <a:pos x="150" y="32"/>
                </a:cxn>
              </a:cxnLst>
              <a:rect l="0" t="0" r="r" b="b"/>
              <a:pathLst>
                <a:path w="152" h="130">
                  <a:moveTo>
                    <a:pt x="150" y="32"/>
                  </a:moveTo>
                  <a:cubicBezTo>
                    <a:pt x="149" y="32"/>
                    <a:pt x="149" y="31"/>
                    <a:pt x="148" y="31"/>
                  </a:cubicBezTo>
                  <a:cubicBezTo>
                    <a:pt x="147" y="30"/>
                    <a:pt x="147" y="29"/>
                    <a:pt x="147" y="29"/>
                  </a:cubicBezTo>
                  <a:cubicBezTo>
                    <a:pt x="148" y="28"/>
                    <a:pt x="148" y="28"/>
                    <a:pt x="148" y="27"/>
                  </a:cubicBezTo>
                  <a:cubicBezTo>
                    <a:pt x="146" y="26"/>
                    <a:pt x="146" y="24"/>
                    <a:pt x="144" y="22"/>
                  </a:cubicBezTo>
                  <a:cubicBezTo>
                    <a:pt x="143" y="21"/>
                    <a:pt x="144" y="19"/>
                    <a:pt x="144" y="18"/>
                  </a:cubicBezTo>
                  <a:cubicBezTo>
                    <a:pt x="144" y="13"/>
                    <a:pt x="143" y="9"/>
                    <a:pt x="142" y="5"/>
                  </a:cubicBezTo>
                  <a:cubicBezTo>
                    <a:pt x="141" y="6"/>
                    <a:pt x="139" y="7"/>
                    <a:pt x="138" y="8"/>
                  </a:cubicBezTo>
                  <a:cubicBezTo>
                    <a:pt x="137" y="8"/>
                    <a:pt x="137" y="9"/>
                    <a:pt x="136" y="9"/>
                  </a:cubicBezTo>
                  <a:cubicBezTo>
                    <a:pt x="136" y="9"/>
                    <a:pt x="135" y="10"/>
                    <a:pt x="135" y="10"/>
                  </a:cubicBezTo>
                  <a:cubicBezTo>
                    <a:pt x="134" y="9"/>
                    <a:pt x="134" y="9"/>
                    <a:pt x="133" y="8"/>
                  </a:cubicBezTo>
                  <a:cubicBezTo>
                    <a:pt x="133" y="8"/>
                    <a:pt x="132" y="8"/>
                    <a:pt x="132" y="7"/>
                  </a:cubicBezTo>
                  <a:cubicBezTo>
                    <a:pt x="131" y="6"/>
                    <a:pt x="130" y="5"/>
                    <a:pt x="129" y="4"/>
                  </a:cubicBezTo>
                  <a:cubicBezTo>
                    <a:pt x="127" y="3"/>
                    <a:pt x="124" y="2"/>
                    <a:pt x="122" y="2"/>
                  </a:cubicBezTo>
                  <a:cubicBezTo>
                    <a:pt x="119" y="1"/>
                    <a:pt x="116" y="0"/>
                    <a:pt x="113" y="0"/>
                  </a:cubicBezTo>
                  <a:cubicBezTo>
                    <a:pt x="106" y="4"/>
                    <a:pt x="98" y="10"/>
                    <a:pt x="91" y="15"/>
                  </a:cubicBezTo>
                  <a:cubicBezTo>
                    <a:pt x="84" y="19"/>
                    <a:pt x="79" y="23"/>
                    <a:pt x="72" y="27"/>
                  </a:cubicBezTo>
                  <a:cubicBezTo>
                    <a:pt x="69" y="30"/>
                    <a:pt x="67" y="32"/>
                    <a:pt x="64" y="35"/>
                  </a:cubicBezTo>
                  <a:cubicBezTo>
                    <a:pt x="61" y="38"/>
                    <a:pt x="58" y="40"/>
                    <a:pt x="56" y="43"/>
                  </a:cubicBezTo>
                  <a:cubicBezTo>
                    <a:pt x="56" y="44"/>
                    <a:pt x="55" y="44"/>
                    <a:pt x="55" y="44"/>
                  </a:cubicBezTo>
                  <a:cubicBezTo>
                    <a:pt x="54" y="45"/>
                    <a:pt x="53" y="45"/>
                    <a:pt x="52" y="45"/>
                  </a:cubicBezTo>
                  <a:cubicBezTo>
                    <a:pt x="50" y="46"/>
                    <a:pt x="48" y="46"/>
                    <a:pt x="46" y="46"/>
                  </a:cubicBezTo>
                  <a:cubicBezTo>
                    <a:pt x="44" y="47"/>
                    <a:pt x="42" y="47"/>
                    <a:pt x="40" y="48"/>
                  </a:cubicBezTo>
                  <a:cubicBezTo>
                    <a:pt x="39" y="48"/>
                    <a:pt x="40" y="49"/>
                    <a:pt x="39" y="50"/>
                  </a:cubicBezTo>
                  <a:cubicBezTo>
                    <a:pt x="39" y="54"/>
                    <a:pt x="39" y="57"/>
                    <a:pt x="39" y="61"/>
                  </a:cubicBezTo>
                  <a:cubicBezTo>
                    <a:pt x="39" y="63"/>
                    <a:pt x="39" y="67"/>
                    <a:pt x="39" y="69"/>
                  </a:cubicBezTo>
                  <a:cubicBezTo>
                    <a:pt x="39" y="69"/>
                    <a:pt x="39" y="70"/>
                    <a:pt x="39" y="71"/>
                  </a:cubicBezTo>
                  <a:cubicBezTo>
                    <a:pt x="39" y="72"/>
                    <a:pt x="39" y="72"/>
                    <a:pt x="39" y="72"/>
                  </a:cubicBezTo>
                  <a:cubicBezTo>
                    <a:pt x="39" y="73"/>
                    <a:pt x="39" y="74"/>
                    <a:pt x="39" y="75"/>
                  </a:cubicBezTo>
                  <a:cubicBezTo>
                    <a:pt x="39" y="76"/>
                    <a:pt x="39" y="77"/>
                    <a:pt x="39" y="78"/>
                  </a:cubicBezTo>
                  <a:cubicBezTo>
                    <a:pt x="39" y="78"/>
                    <a:pt x="38" y="79"/>
                    <a:pt x="38" y="79"/>
                  </a:cubicBezTo>
                  <a:cubicBezTo>
                    <a:pt x="37" y="79"/>
                    <a:pt x="37" y="80"/>
                    <a:pt x="37" y="81"/>
                  </a:cubicBezTo>
                  <a:cubicBezTo>
                    <a:pt x="37" y="82"/>
                    <a:pt x="37" y="82"/>
                    <a:pt x="37" y="83"/>
                  </a:cubicBezTo>
                  <a:cubicBezTo>
                    <a:pt x="36" y="84"/>
                    <a:pt x="36" y="84"/>
                    <a:pt x="36" y="85"/>
                  </a:cubicBezTo>
                  <a:cubicBezTo>
                    <a:pt x="36" y="86"/>
                    <a:pt x="35" y="86"/>
                    <a:pt x="35" y="86"/>
                  </a:cubicBezTo>
                  <a:cubicBezTo>
                    <a:pt x="34" y="86"/>
                    <a:pt x="33" y="87"/>
                    <a:pt x="33" y="88"/>
                  </a:cubicBezTo>
                  <a:cubicBezTo>
                    <a:pt x="32" y="88"/>
                    <a:pt x="33" y="89"/>
                    <a:pt x="32" y="89"/>
                  </a:cubicBezTo>
                  <a:cubicBezTo>
                    <a:pt x="32" y="90"/>
                    <a:pt x="31" y="89"/>
                    <a:pt x="31" y="89"/>
                  </a:cubicBezTo>
                  <a:cubicBezTo>
                    <a:pt x="30" y="89"/>
                    <a:pt x="28" y="88"/>
                    <a:pt x="28" y="89"/>
                  </a:cubicBezTo>
                  <a:cubicBezTo>
                    <a:pt x="27" y="90"/>
                    <a:pt x="25" y="90"/>
                    <a:pt x="24" y="90"/>
                  </a:cubicBezTo>
                  <a:cubicBezTo>
                    <a:pt x="22" y="90"/>
                    <a:pt x="20" y="90"/>
                    <a:pt x="18" y="90"/>
                  </a:cubicBezTo>
                  <a:cubicBezTo>
                    <a:pt x="16" y="90"/>
                    <a:pt x="14" y="90"/>
                    <a:pt x="12" y="90"/>
                  </a:cubicBezTo>
                  <a:cubicBezTo>
                    <a:pt x="11" y="90"/>
                    <a:pt x="10" y="91"/>
                    <a:pt x="9" y="92"/>
                  </a:cubicBezTo>
                  <a:cubicBezTo>
                    <a:pt x="8" y="94"/>
                    <a:pt x="7" y="94"/>
                    <a:pt x="5" y="94"/>
                  </a:cubicBezTo>
                  <a:cubicBezTo>
                    <a:pt x="4" y="94"/>
                    <a:pt x="4" y="93"/>
                    <a:pt x="3" y="94"/>
                  </a:cubicBezTo>
                  <a:cubicBezTo>
                    <a:pt x="2" y="94"/>
                    <a:pt x="2" y="94"/>
                    <a:pt x="1" y="93"/>
                  </a:cubicBezTo>
                  <a:cubicBezTo>
                    <a:pt x="1" y="94"/>
                    <a:pt x="1" y="94"/>
                    <a:pt x="1" y="94"/>
                  </a:cubicBezTo>
                  <a:cubicBezTo>
                    <a:pt x="1" y="95"/>
                    <a:pt x="0" y="95"/>
                    <a:pt x="0" y="95"/>
                  </a:cubicBezTo>
                  <a:cubicBezTo>
                    <a:pt x="0" y="96"/>
                    <a:pt x="1" y="96"/>
                    <a:pt x="0" y="97"/>
                  </a:cubicBezTo>
                  <a:cubicBezTo>
                    <a:pt x="0" y="98"/>
                    <a:pt x="0" y="99"/>
                    <a:pt x="0" y="99"/>
                  </a:cubicBezTo>
                  <a:cubicBezTo>
                    <a:pt x="1" y="100"/>
                    <a:pt x="1" y="100"/>
                    <a:pt x="2" y="101"/>
                  </a:cubicBezTo>
                  <a:cubicBezTo>
                    <a:pt x="2" y="102"/>
                    <a:pt x="2" y="102"/>
                    <a:pt x="2" y="103"/>
                  </a:cubicBezTo>
                  <a:cubicBezTo>
                    <a:pt x="2" y="104"/>
                    <a:pt x="2" y="104"/>
                    <a:pt x="3" y="105"/>
                  </a:cubicBezTo>
                  <a:cubicBezTo>
                    <a:pt x="3" y="105"/>
                    <a:pt x="3" y="106"/>
                    <a:pt x="4" y="106"/>
                  </a:cubicBezTo>
                  <a:cubicBezTo>
                    <a:pt x="4" y="107"/>
                    <a:pt x="4" y="107"/>
                    <a:pt x="4" y="107"/>
                  </a:cubicBezTo>
                  <a:cubicBezTo>
                    <a:pt x="4" y="108"/>
                    <a:pt x="4" y="108"/>
                    <a:pt x="5" y="108"/>
                  </a:cubicBezTo>
                  <a:cubicBezTo>
                    <a:pt x="6" y="108"/>
                    <a:pt x="6" y="108"/>
                    <a:pt x="6" y="109"/>
                  </a:cubicBezTo>
                  <a:cubicBezTo>
                    <a:pt x="7" y="109"/>
                    <a:pt x="8" y="109"/>
                    <a:pt x="8" y="110"/>
                  </a:cubicBezTo>
                  <a:cubicBezTo>
                    <a:pt x="8" y="110"/>
                    <a:pt x="8" y="110"/>
                    <a:pt x="9" y="111"/>
                  </a:cubicBezTo>
                  <a:cubicBezTo>
                    <a:pt x="9" y="111"/>
                    <a:pt x="10" y="111"/>
                    <a:pt x="10" y="111"/>
                  </a:cubicBezTo>
                  <a:cubicBezTo>
                    <a:pt x="10" y="112"/>
                    <a:pt x="10" y="111"/>
                    <a:pt x="10" y="111"/>
                  </a:cubicBezTo>
                  <a:cubicBezTo>
                    <a:pt x="9" y="112"/>
                    <a:pt x="9" y="111"/>
                    <a:pt x="8" y="111"/>
                  </a:cubicBezTo>
                  <a:cubicBezTo>
                    <a:pt x="7" y="112"/>
                    <a:pt x="8" y="114"/>
                    <a:pt x="8" y="114"/>
                  </a:cubicBezTo>
                  <a:cubicBezTo>
                    <a:pt x="8" y="115"/>
                    <a:pt x="8" y="115"/>
                    <a:pt x="9" y="115"/>
                  </a:cubicBezTo>
                  <a:cubicBezTo>
                    <a:pt x="9" y="115"/>
                    <a:pt x="10" y="116"/>
                    <a:pt x="10" y="117"/>
                  </a:cubicBezTo>
                  <a:cubicBezTo>
                    <a:pt x="11" y="117"/>
                    <a:pt x="12" y="119"/>
                    <a:pt x="14" y="119"/>
                  </a:cubicBezTo>
                  <a:cubicBezTo>
                    <a:pt x="14" y="120"/>
                    <a:pt x="16" y="120"/>
                    <a:pt x="16" y="119"/>
                  </a:cubicBezTo>
                  <a:cubicBezTo>
                    <a:pt x="17" y="118"/>
                    <a:pt x="18" y="118"/>
                    <a:pt x="19" y="119"/>
                  </a:cubicBezTo>
                  <a:cubicBezTo>
                    <a:pt x="19" y="119"/>
                    <a:pt x="19" y="119"/>
                    <a:pt x="19" y="120"/>
                  </a:cubicBezTo>
                  <a:cubicBezTo>
                    <a:pt x="20" y="120"/>
                    <a:pt x="19" y="120"/>
                    <a:pt x="20" y="121"/>
                  </a:cubicBezTo>
                  <a:cubicBezTo>
                    <a:pt x="20" y="121"/>
                    <a:pt x="20" y="122"/>
                    <a:pt x="20" y="122"/>
                  </a:cubicBezTo>
                  <a:cubicBezTo>
                    <a:pt x="19" y="122"/>
                    <a:pt x="18" y="122"/>
                    <a:pt x="18" y="122"/>
                  </a:cubicBezTo>
                  <a:cubicBezTo>
                    <a:pt x="18" y="122"/>
                    <a:pt x="18" y="123"/>
                    <a:pt x="19" y="123"/>
                  </a:cubicBezTo>
                  <a:cubicBezTo>
                    <a:pt x="19" y="125"/>
                    <a:pt x="20" y="126"/>
                    <a:pt x="21" y="128"/>
                  </a:cubicBezTo>
                  <a:cubicBezTo>
                    <a:pt x="21" y="127"/>
                    <a:pt x="21" y="127"/>
                    <a:pt x="22" y="127"/>
                  </a:cubicBezTo>
                  <a:cubicBezTo>
                    <a:pt x="22" y="126"/>
                    <a:pt x="22" y="126"/>
                    <a:pt x="21" y="126"/>
                  </a:cubicBezTo>
                  <a:cubicBezTo>
                    <a:pt x="21" y="126"/>
                    <a:pt x="21" y="124"/>
                    <a:pt x="21" y="124"/>
                  </a:cubicBezTo>
                  <a:cubicBezTo>
                    <a:pt x="21" y="124"/>
                    <a:pt x="22" y="123"/>
                    <a:pt x="22" y="123"/>
                  </a:cubicBezTo>
                  <a:cubicBezTo>
                    <a:pt x="23" y="123"/>
                    <a:pt x="23" y="123"/>
                    <a:pt x="24" y="123"/>
                  </a:cubicBezTo>
                  <a:cubicBezTo>
                    <a:pt x="24" y="123"/>
                    <a:pt x="24" y="122"/>
                    <a:pt x="25" y="122"/>
                  </a:cubicBezTo>
                  <a:cubicBezTo>
                    <a:pt x="25" y="122"/>
                    <a:pt x="26" y="122"/>
                    <a:pt x="26" y="123"/>
                  </a:cubicBezTo>
                  <a:cubicBezTo>
                    <a:pt x="26" y="123"/>
                    <a:pt x="27" y="123"/>
                    <a:pt x="27" y="124"/>
                  </a:cubicBezTo>
                  <a:cubicBezTo>
                    <a:pt x="28" y="124"/>
                    <a:pt x="29" y="125"/>
                    <a:pt x="29" y="126"/>
                  </a:cubicBezTo>
                  <a:cubicBezTo>
                    <a:pt x="29" y="127"/>
                    <a:pt x="30" y="127"/>
                    <a:pt x="30" y="127"/>
                  </a:cubicBezTo>
                  <a:cubicBezTo>
                    <a:pt x="30" y="128"/>
                    <a:pt x="30" y="127"/>
                    <a:pt x="31" y="128"/>
                  </a:cubicBezTo>
                  <a:cubicBezTo>
                    <a:pt x="32" y="128"/>
                    <a:pt x="32" y="129"/>
                    <a:pt x="33" y="130"/>
                  </a:cubicBezTo>
                  <a:cubicBezTo>
                    <a:pt x="33" y="129"/>
                    <a:pt x="34" y="129"/>
                    <a:pt x="33" y="129"/>
                  </a:cubicBezTo>
                  <a:cubicBezTo>
                    <a:pt x="33" y="128"/>
                    <a:pt x="33" y="128"/>
                    <a:pt x="33" y="127"/>
                  </a:cubicBezTo>
                  <a:cubicBezTo>
                    <a:pt x="33" y="126"/>
                    <a:pt x="33" y="125"/>
                    <a:pt x="33" y="124"/>
                  </a:cubicBezTo>
                  <a:cubicBezTo>
                    <a:pt x="34" y="123"/>
                    <a:pt x="33" y="121"/>
                    <a:pt x="34" y="120"/>
                  </a:cubicBezTo>
                  <a:cubicBezTo>
                    <a:pt x="34" y="119"/>
                    <a:pt x="35" y="119"/>
                    <a:pt x="36" y="118"/>
                  </a:cubicBezTo>
                  <a:cubicBezTo>
                    <a:pt x="37" y="117"/>
                    <a:pt x="37" y="116"/>
                    <a:pt x="38" y="115"/>
                  </a:cubicBezTo>
                  <a:cubicBezTo>
                    <a:pt x="38" y="114"/>
                    <a:pt x="38" y="112"/>
                    <a:pt x="38" y="111"/>
                  </a:cubicBezTo>
                  <a:cubicBezTo>
                    <a:pt x="38" y="110"/>
                    <a:pt x="39" y="110"/>
                    <a:pt x="40" y="109"/>
                  </a:cubicBezTo>
                  <a:cubicBezTo>
                    <a:pt x="41" y="108"/>
                    <a:pt x="41" y="108"/>
                    <a:pt x="42" y="108"/>
                  </a:cubicBezTo>
                  <a:cubicBezTo>
                    <a:pt x="43" y="107"/>
                    <a:pt x="45" y="107"/>
                    <a:pt x="46" y="107"/>
                  </a:cubicBezTo>
                  <a:cubicBezTo>
                    <a:pt x="47" y="108"/>
                    <a:pt x="48" y="107"/>
                    <a:pt x="49" y="107"/>
                  </a:cubicBezTo>
                  <a:cubicBezTo>
                    <a:pt x="49" y="107"/>
                    <a:pt x="50" y="107"/>
                    <a:pt x="50" y="106"/>
                  </a:cubicBezTo>
                  <a:cubicBezTo>
                    <a:pt x="50" y="106"/>
                    <a:pt x="51" y="106"/>
                    <a:pt x="51" y="106"/>
                  </a:cubicBezTo>
                  <a:cubicBezTo>
                    <a:pt x="52" y="106"/>
                    <a:pt x="53" y="106"/>
                    <a:pt x="54" y="107"/>
                  </a:cubicBezTo>
                  <a:cubicBezTo>
                    <a:pt x="55" y="107"/>
                    <a:pt x="56" y="108"/>
                    <a:pt x="58" y="108"/>
                  </a:cubicBezTo>
                  <a:cubicBezTo>
                    <a:pt x="58" y="108"/>
                    <a:pt x="58" y="108"/>
                    <a:pt x="59" y="108"/>
                  </a:cubicBezTo>
                  <a:cubicBezTo>
                    <a:pt x="60" y="108"/>
                    <a:pt x="60" y="109"/>
                    <a:pt x="61" y="109"/>
                  </a:cubicBezTo>
                  <a:cubicBezTo>
                    <a:pt x="62" y="110"/>
                    <a:pt x="62" y="111"/>
                    <a:pt x="63" y="112"/>
                  </a:cubicBezTo>
                  <a:cubicBezTo>
                    <a:pt x="63" y="113"/>
                    <a:pt x="64" y="114"/>
                    <a:pt x="65" y="115"/>
                  </a:cubicBezTo>
                  <a:cubicBezTo>
                    <a:pt x="65" y="116"/>
                    <a:pt x="66" y="116"/>
                    <a:pt x="67" y="115"/>
                  </a:cubicBezTo>
                  <a:cubicBezTo>
                    <a:pt x="67" y="115"/>
                    <a:pt x="67" y="114"/>
                    <a:pt x="68" y="114"/>
                  </a:cubicBezTo>
                  <a:cubicBezTo>
                    <a:pt x="69" y="114"/>
                    <a:pt x="69" y="114"/>
                    <a:pt x="70" y="114"/>
                  </a:cubicBezTo>
                  <a:cubicBezTo>
                    <a:pt x="70" y="114"/>
                    <a:pt x="71" y="113"/>
                    <a:pt x="72" y="113"/>
                  </a:cubicBezTo>
                  <a:cubicBezTo>
                    <a:pt x="73" y="112"/>
                    <a:pt x="74" y="111"/>
                    <a:pt x="76" y="112"/>
                  </a:cubicBezTo>
                  <a:cubicBezTo>
                    <a:pt x="77" y="112"/>
                    <a:pt x="78" y="114"/>
                    <a:pt x="79" y="114"/>
                  </a:cubicBezTo>
                  <a:cubicBezTo>
                    <a:pt x="80" y="115"/>
                    <a:pt x="81" y="114"/>
                    <a:pt x="81" y="115"/>
                  </a:cubicBezTo>
                  <a:cubicBezTo>
                    <a:pt x="82" y="116"/>
                    <a:pt x="82" y="116"/>
                    <a:pt x="83" y="116"/>
                  </a:cubicBezTo>
                  <a:cubicBezTo>
                    <a:pt x="84" y="117"/>
                    <a:pt x="86" y="117"/>
                    <a:pt x="88" y="117"/>
                  </a:cubicBezTo>
                  <a:cubicBezTo>
                    <a:pt x="89" y="117"/>
                    <a:pt x="89" y="117"/>
                    <a:pt x="90" y="118"/>
                  </a:cubicBezTo>
                  <a:cubicBezTo>
                    <a:pt x="91" y="118"/>
                    <a:pt x="91" y="118"/>
                    <a:pt x="91" y="117"/>
                  </a:cubicBezTo>
                  <a:cubicBezTo>
                    <a:pt x="92" y="116"/>
                    <a:pt x="93" y="115"/>
                    <a:pt x="93" y="115"/>
                  </a:cubicBezTo>
                  <a:cubicBezTo>
                    <a:pt x="94" y="115"/>
                    <a:pt x="94" y="114"/>
                    <a:pt x="94" y="114"/>
                  </a:cubicBezTo>
                  <a:cubicBezTo>
                    <a:pt x="94" y="114"/>
                    <a:pt x="94" y="113"/>
                    <a:pt x="95" y="113"/>
                  </a:cubicBezTo>
                  <a:cubicBezTo>
                    <a:pt x="95" y="113"/>
                    <a:pt x="96" y="113"/>
                    <a:pt x="97" y="112"/>
                  </a:cubicBezTo>
                  <a:cubicBezTo>
                    <a:pt x="97" y="112"/>
                    <a:pt x="98" y="112"/>
                    <a:pt x="99" y="112"/>
                  </a:cubicBezTo>
                  <a:cubicBezTo>
                    <a:pt x="100" y="112"/>
                    <a:pt x="100" y="111"/>
                    <a:pt x="101" y="111"/>
                  </a:cubicBezTo>
                  <a:cubicBezTo>
                    <a:pt x="103" y="111"/>
                    <a:pt x="105" y="111"/>
                    <a:pt x="107" y="111"/>
                  </a:cubicBezTo>
                  <a:cubicBezTo>
                    <a:pt x="108" y="111"/>
                    <a:pt x="110" y="112"/>
                    <a:pt x="112" y="112"/>
                  </a:cubicBezTo>
                  <a:cubicBezTo>
                    <a:pt x="113" y="113"/>
                    <a:pt x="113" y="113"/>
                    <a:pt x="114" y="114"/>
                  </a:cubicBezTo>
                  <a:cubicBezTo>
                    <a:pt x="115" y="114"/>
                    <a:pt x="116" y="114"/>
                    <a:pt x="116" y="114"/>
                  </a:cubicBezTo>
                  <a:cubicBezTo>
                    <a:pt x="117" y="114"/>
                    <a:pt x="118" y="115"/>
                    <a:pt x="118" y="115"/>
                  </a:cubicBezTo>
                  <a:cubicBezTo>
                    <a:pt x="118" y="115"/>
                    <a:pt x="119" y="114"/>
                    <a:pt x="119" y="114"/>
                  </a:cubicBezTo>
                  <a:cubicBezTo>
                    <a:pt x="119" y="113"/>
                    <a:pt x="119" y="113"/>
                    <a:pt x="120" y="112"/>
                  </a:cubicBezTo>
                  <a:cubicBezTo>
                    <a:pt x="120" y="112"/>
                    <a:pt x="120" y="112"/>
                    <a:pt x="120" y="112"/>
                  </a:cubicBezTo>
                  <a:cubicBezTo>
                    <a:pt x="120" y="112"/>
                    <a:pt x="120" y="112"/>
                    <a:pt x="120" y="112"/>
                  </a:cubicBezTo>
                  <a:cubicBezTo>
                    <a:pt x="121" y="112"/>
                    <a:pt x="122" y="111"/>
                    <a:pt x="122" y="110"/>
                  </a:cubicBezTo>
                  <a:cubicBezTo>
                    <a:pt x="123" y="110"/>
                    <a:pt x="123" y="109"/>
                    <a:pt x="124" y="109"/>
                  </a:cubicBezTo>
                  <a:cubicBezTo>
                    <a:pt x="124" y="110"/>
                    <a:pt x="125" y="109"/>
                    <a:pt x="125" y="109"/>
                  </a:cubicBezTo>
                  <a:cubicBezTo>
                    <a:pt x="126" y="109"/>
                    <a:pt x="126" y="109"/>
                    <a:pt x="126" y="108"/>
                  </a:cubicBezTo>
                  <a:cubicBezTo>
                    <a:pt x="127" y="107"/>
                    <a:pt x="128" y="108"/>
                    <a:pt x="129" y="108"/>
                  </a:cubicBezTo>
                  <a:cubicBezTo>
                    <a:pt x="129" y="105"/>
                    <a:pt x="128" y="103"/>
                    <a:pt x="128" y="100"/>
                  </a:cubicBezTo>
                  <a:cubicBezTo>
                    <a:pt x="128" y="99"/>
                    <a:pt x="128" y="99"/>
                    <a:pt x="129" y="99"/>
                  </a:cubicBezTo>
                  <a:cubicBezTo>
                    <a:pt x="130" y="98"/>
                    <a:pt x="129" y="98"/>
                    <a:pt x="130" y="97"/>
                  </a:cubicBezTo>
                  <a:cubicBezTo>
                    <a:pt x="130" y="97"/>
                    <a:pt x="131" y="97"/>
                    <a:pt x="131" y="96"/>
                  </a:cubicBezTo>
                  <a:cubicBezTo>
                    <a:pt x="131" y="96"/>
                    <a:pt x="131" y="95"/>
                    <a:pt x="131" y="95"/>
                  </a:cubicBezTo>
                  <a:cubicBezTo>
                    <a:pt x="131" y="94"/>
                    <a:pt x="131" y="93"/>
                    <a:pt x="132" y="93"/>
                  </a:cubicBezTo>
                  <a:cubicBezTo>
                    <a:pt x="133" y="90"/>
                    <a:pt x="135" y="88"/>
                    <a:pt x="136" y="86"/>
                  </a:cubicBezTo>
                  <a:cubicBezTo>
                    <a:pt x="139" y="82"/>
                    <a:pt x="141" y="79"/>
                    <a:pt x="144" y="76"/>
                  </a:cubicBezTo>
                  <a:cubicBezTo>
                    <a:pt x="145" y="75"/>
                    <a:pt x="147" y="74"/>
                    <a:pt x="147" y="72"/>
                  </a:cubicBezTo>
                  <a:cubicBezTo>
                    <a:pt x="147" y="71"/>
                    <a:pt x="147" y="69"/>
                    <a:pt x="147" y="68"/>
                  </a:cubicBezTo>
                  <a:cubicBezTo>
                    <a:pt x="148" y="60"/>
                    <a:pt x="148" y="52"/>
                    <a:pt x="149" y="44"/>
                  </a:cubicBezTo>
                  <a:cubicBezTo>
                    <a:pt x="149" y="42"/>
                    <a:pt x="149" y="40"/>
                    <a:pt x="150" y="38"/>
                  </a:cubicBezTo>
                  <a:cubicBezTo>
                    <a:pt x="150" y="37"/>
                    <a:pt x="152" y="35"/>
                    <a:pt x="152" y="35"/>
                  </a:cubicBezTo>
                  <a:cubicBezTo>
                    <a:pt x="151" y="34"/>
                    <a:pt x="150" y="33"/>
                    <a:pt x="150" y="3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12" name="Nicaragua">
              <a:extLst>
                <a:ext uri="{FF2B5EF4-FFF2-40B4-BE49-F238E27FC236}">
                  <a16:creationId xmlns:a16="http://schemas.microsoft.com/office/drawing/2014/main" id="{6F4674A4-5EEC-AC3E-4DC5-F9C1082209FB}"/>
                </a:ext>
              </a:extLst>
            </p:cNvPr>
            <p:cNvSpPr>
              <a:spLocks noEditPoints="1"/>
            </p:cNvSpPr>
            <p:nvPr/>
          </p:nvSpPr>
          <p:spPr bwMode="auto">
            <a:xfrm>
              <a:off x="2705224" y="3459193"/>
              <a:ext cx="177409" cy="170548"/>
            </a:xfrm>
            <a:custGeom>
              <a:avLst/>
              <a:gdLst/>
              <a:ahLst/>
              <a:cxnLst>
                <a:cxn ang="0">
                  <a:pos x="19" y="39"/>
                </a:cxn>
                <a:cxn ang="0">
                  <a:pos x="19" y="38"/>
                </a:cxn>
                <a:cxn ang="0">
                  <a:pos x="45" y="1"/>
                </a:cxn>
                <a:cxn ang="0">
                  <a:pos x="45" y="2"/>
                </a:cxn>
                <a:cxn ang="0">
                  <a:pos x="44" y="1"/>
                </a:cxn>
                <a:cxn ang="0">
                  <a:pos x="44" y="3"/>
                </a:cxn>
                <a:cxn ang="0">
                  <a:pos x="45" y="5"/>
                </a:cxn>
                <a:cxn ang="0">
                  <a:pos x="43" y="12"/>
                </a:cxn>
                <a:cxn ang="0">
                  <a:pos x="40" y="21"/>
                </a:cxn>
                <a:cxn ang="0">
                  <a:pos x="40" y="29"/>
                </a:cxn>
                <a:cxn ang="0">
                  <a:pos x="39" y="27"/>
                </a:cxn>
                <a:cxn ang="0">
                  <a:pos x="39" y="25"/>
                </a:cxn>
                <a:cxn ang="0">
                  <a:pos x="38" y="28"/>
                </a:cxn>
                <a:cxn ang="0">
                  <a:pos x="38" y="30"/>
                </a:cxn>
                <a:cxn ang="0">
                  <a:pos x="38" y="31"/>
                </a:cxn>
                <a:cxn ang="0">
                  <a:pos x="38" y="32"/>
                </a:cxn>
                <a:cxn ang="0">
                  <a:pos x="37" y="33"/>
                </a:cxn>
                <a:cxn ang="0">
                  <a:pos x="36" y="35"/>
                </a:cxn>
                <a:cxn ang="0">
                  <a:pos x="38" y="38"/>
                </a:cxn>
                <a:cxn ang="0">
                  <a:pos x="36" y="44"/>
                </a:cxn>
                <a:cxn ang="0">
                  <a:pos x="34" y="47"/>
                </a:cxn>
                <a:cxn ang="0">
                  <a:pos x="31" y="45"/>
                </a:cxn>
                <a:cxn ang="0">
                  <a:pos x="29" y="44"/>
                </a:cxn>
                <a:cxn ang="0">
                  <a:pos x="22" y="43"/>
                </a:cxn>
                <a:cxn ang="0">
                  <a:pos x="18" y="44"/>
                </a:cxn>
                <a:cxn ang="0">
                  <a:pos x="12" y="37"/>
                </a:cxn>
                <a:cxn ang="0">
                  <a:pos x="9" y="33"/>
                </a:cxn>
                <a:cxn ang="0">
                  <a:pos x="5" y="28"/>
                </a:cxn>
                <a:cxn ang="0">
                  <a:pos x="5" y="28"/>
                </a:cxn>
                <a:cxn ang="0">
                  <a:pos x="2" y="25"/>
                </a:cxn>
                <a:cxn ang="0">
                  <a:pos x="0" y="23"/>
                </a:cxn>
                <a:cxn ang="0">
                  <a:pos x="4" y="23"/>
                </a:cxn>
                <a:cxn ang="0">
                  <a:pos x="6" y="23"/>
                </a:cxn>
                <a:cxn ang="0">
                  <a:pos x="10" y="19"/>
                </a:cxn>
                <a:cxn ang="0">
                  <a:pos x="10" y="14"/>
                </a:cxn>
                <a:cxn ang="0">
                  <a:pos x="14" y="14"/>
                </a:cxn>
                <a:cxn ang="0">
                  <a:pos x="18" y="12"/>
                </a:cxn>
                <a:cxn ang="0">
                  <a:pos x="19" y="13"/>
                </a:cxn>
                <a:cxn ang="0">
                  <a:pos x="22" y="11"/>
                </a:cxn>
                <a:cxn ang="0">
                  <a:pos x="26" y="8"/>
                </a:cxn>
                <a:cxn ang="0">
                  <a:pos x="27" y="5"/>
                </a:cxn>
                <a:cxn ang="0">
                  <a:pos x="28" y="4"/>
                </a:cxn>
                <a:cxn ang="0">
                  <a:pos x="30" y="2"/>
                </a:cxn>
                <a:cxn ang="0">
                  <a:pos x="34" y="4"/>
                </a:cxn>
                <a:cxn ang="0">
                  <a:pos x="36" y="3"/>
                </a:cxn>
                <a:cxn ang="0">
                  <a:pos x="39" y="3"/>
                </a:cxn>
                <a:cxn ang="0">
                  <a:pos x="42" y="1"/>
                </a:cxn>
                <a:cxn ang="0">
                  <a:pos x="44" y="0"/>
                </a:cxn>
                <a:cxn ang="0">
                  <a:pos x="26" y="41"/>
                </a:cxn>
                <a:cxn ang="0">
                  <a:pos x="21" y="35"/>
                </a:cxn>
                <a:cxn ang="0">
                  <a:pos x="19" y="32"/>
                </a:cxn>
                <a:cxn ang="0">
                  <a:pos x="16" y="35"/>
                </a:cxn>
                <a:cxn ang="0">
                  <a:pos x="17" y="37"/>
                </a:cxn>
                <a:cxn ang="0">
                  <a:pos x="17" y="39"/>
                </a:cxn>
                <a:cxn ang="0">
                  <a:pos x="24" y="44"/>
                </a:cxn>
                <a:cxn ang="0">
                  <a:pos x="44" y="32"/>
                </a:cxn>
                <a:cxn ang="0">
                  <a:pos x="49" y="7"/>
                </a:cxn>
              </a:cxnLst>
              <a:rect l="0" t="0" r="r" b="b"/>
              <a:pathLst>
                <a:path w="50" h="48">
                  <a:moveTo>
                    <a:pt x="20" y="39"/>
                  </a:moveTo>
                  <a:cubicBezTo>
                    <a:pt x="20" y="40"/>
                    <a:pt x="20" y="40"/>
                    <a:pt x="20" y="40"/>
                  </a:cubicBezTo>
                  <a:cubicBezTo>
                    <a:pt x="19" y="40"/>
                    <a:pt x="19" y="40"/>
                    <a:pt x="19" y="39"/>
                  </a:cubicBezTo>
                  <a:cubicBezTo>
                    <a:pt x="19" y="39"/>
                    <a:pt x="19" y="39"/>
                    <a:pt x="19" y="39"/>
                  </a:cubicBezTo>
                  <a:cubicBezTo>
                    <a:pt x="19" y="39"/>
                    <a:pt x="18" y="39"/>
                    <a:pt x="18" y="39"/>
                  </a:cubicBezTo>
                  <a:cubicBezTo>
                    <a:pt x="18" y="38"/>
                    <a:pt x="18" y="38"/>
                    <a:pt x="19" y="38"/>
                  </a:cubicBezTo>
                  <a:cubicBezTo>
                    <a:pt x="19" y="38"/>
                    <a:pt x="19" y="38"/>
                    <a:pt x="20" y="39"/>
                  </a:cubicBezTo>
                  <a:cubicBezTo>
                    <a:pt x="20" y="39"/>
                    <a:pt x="20" y="39"/>
                    <a:pt x="20" y="39"/>
                  </a:cubicBezTo>
                  <a:close/>
                  <a:moveTo>
                    <a:pt x="45" y="1"/>
                  </a:moveTo>
                  <a:cubicBezTo>
                    <a:pt x="45" y="1"/>
                    <a:pt x="46" y="0"/>
                    <a:pt x="46" y="0"/>
                  </a:cubicBezTo>
                  <a:cubicBezTo>
                    <a:pt x="46" y="1"/>
                    <a:pt x="46" y="1"/>
                    <a:pt x="46" y="1"/>
                  </a:cubicBezTo>
                  <a:cubicBezTo>
                    <a:pt x="45" y="1"/>
                    <a:pt x="45" y="1"/>
                    <a:pt x="45" y="2"/>
                  </a:cubicBezTo>
                  <a:cubicBezTo>
                    <a:pt x="45" y="2"/>
                    <a:pt x="45" y="3"/>
                    <a:pt x="44" y="3"/>
                  </a:cubicBezTo>
                  <a:cubicBezTo>
                    <a:pt x="45" y="3"/>
                    <a:pt x="44" y="2"/>
                    <a:pt x="45" y="2"/>
                  </a:cubicBezTo>
                  <a:cubicBezTo>
                    <a:pt x="45" y="2"/>
                    <a:pt x="45" y="1"/>
                    <a:pt x="44" y="1"/>
                  </a:cubicBezTo>
                  <a:cubicBezTo>
                    <a:pt x="44" y="2"/>
                    <a:pt x="43" y="2"/>
                    <a:pt x="43" y="3"/>
                  </a:cubicBezTo>
                  <a:cubicBezTo>
                    <a:pt x="44" y="2"/>
                    <a:pt x="44" y="3"/>
                    <a:pt x="44" y="3"/>
                  </a:cubicBezTo>
                  <a:cubicBezTo>
                    <a:pt x="44" y="4"/>
                    <a:pt x="45" y="3"/>
                    <a:pt x="44" y="3"/>
                  </a:cubicBezTo>
                  <a:cubicBezTo>
                    <a:pt x="44" y="3"/>
                    <a:pt x="44" y="3"/>
                    <a:pt x="44" y="3"/>
                  </a:cubicBezTo>
                  <a:cubicBezTo>
                    <a:pt x="44" y="3"/>
                    <a:pt x="44" y="3"/>
                    <a:pt x="44" y="3"/>
                  </a:cubicBezTo>
                  <a:cubicBezTo>
                    <a:pt x="45" y="3"/>
                    <a:pt x="45" y="4"/>
                    <a:pt x="45" y="5"/>
                  </a:cubicBezTo>
                  <a:cubicBezTo>
                    <a:pt x="45" y="5"/>
                    <a:pt x="45" y="6"/>
                    <a:pt x="45" y="7"/>
                  </a:cubicBezTo>
                  <a:cubicBezTo>
                    <a:pt x="45" y="9"/>
                    <a:pt x="44" y="9"/>
                    <a:pt x="43" y="11"/>
                  </a:cubicBezTo>
                  <a:cubicBezTo>
                    <a:pt x="43" y="11"/>
                    <a:pt x="43" y="11"/>
                    <a:pt x="43" y="12"/>
                  </a:cubicBezTo>
                  <a:cubicBezTo>
                    <a:pt x="42" y="12"/>
                    <a:pt x="42" y="13"/>
                    <a:pt x="42" y="14"/>
                  </a:cubicBezTo>
                  <a:cubicBezTo>
                    <a:pt x="41" y="16"/>
                    <a:pt x="41" y="17"/>
                    <a:pt x="40" y="19"/>
                  </a:cubicBezTo>
                  <a:cubicBezTo>
                    <a:pt x="40" y="20"/>
                    <a:pt x="40" y="20"/>
                    <a:pt x="40" y="21"/>
                  </a:cubicBezTo>
                  <a:cubicBezTo>
                    <a:pt x="40" y="22"/>
                    <a:pt x="41" y="22"/>
                    <a:pt x="40" y="23"/>
                  </a:cubicBezTo>
                  <a:cubicBezTo>
                    <a:pt x="40" y="25"/>
                    <a:pt x="39" y="26"/>
                    <a:pt x="40" y="28"/>
                  </a:cubicBezTo>
                  <a:cubicBezTo>
                    <a:pt x="40" y="28"/>
                    <a:pt x="41" y="29"/>
                    <a:pt x="40" y="29"/>
                  </a:cubicBezTo>
                  <a:cubicBezTo>
                    <a:pt x="40" y="29"/>
                    <a:pt x="39" y="29"/>
                    <a:pt x="39" y="29"/>
                  </a:cubicBezTo>
                  <a:cubicBezTo>
                    <a:pt x="39" y="29"/>
                    <a:pt x="39" y="29"/>
                    <a:pt x="39" y="29"/>
                  </a:cubicBezTo>
                  <a:cubicBezTo>
                    <a:pt x="39" y="28"/>
                    <a:pt x="39" y="27"/>
                    <a:pt x="39" y="27"/>
                  </a:cubicBezTo>
                  <a:cubicBezTo>
                    <a:pt x="39" y="27"/>
                    <a:pt x="39" y="27"/>
                    <a:pt x="40" y="27"/>
                  </a:cubicBezTo>
                  <a:cubicBezTo>
                    <a:pt x="40" y="26"/>
                    <a:pt x="40" y="25"/>
                    <a:pt x="40" y="25"/>
                  </a:cubicBezTo>
                  <a:cubicBezTo>
                    <a:pt x="40" y="24"/>
                    <a:pt x="39" y="24"/>
                    <a:pt x="39" y="25"/>
                  </a:cubicBezTo>
                  <a:cubicBezTo>
                    <a:pt x="39" y="25"/>
                    <a:pt x="39" y="26"/>
                    <a:pt x="39" y="26"/>
                  </a:cubicBezTo>
                  <a:cubicBezTo>
                    <a:pt x="39" y="27"/>
                    <a:pt x="37" y="27"/>
                    <a:pt x="37" y="28"/>
                  </a:cubicBezTo>
                  <a:cubicBezTo>
                    <a:pt x="37" y="28"/>
                    <a:pt x="38" y="28"/>
                    <a:pt x="38" y="28"/>
                  </a:cubicBezTo>
                  <a:cubicBezTo>
                    <a:pt x="38" y="29"/>
                    <a:pt x="38" y="29"/>
                    <a:pt x="38" y="29"/>
                  </a:cubicBezTo>
                  <a:cubicBezTo>
                    <a:pt x="38" y="29"/>
                    <a:pt x="38" y="29"/>
                    <a:pt x="38" y="30"/>
                  </a:cubicBezTo>
                  <a:cubicBezTo>
                    <a:pt x="38" y="30"/>
                    <a:pt x="38" y="30"/>
                    <a:pt x="38" y="30"/>
                  </a:cubicBezTo>
                  <a:cubicBezTo>
                    <a:pt x="38" y="30"/>
                    <a:pt x="38" y="30"/>
                    <a:pt x="38" y="30"/>
                  </a:cubicBezTo>
                  <a:cubicBezTo>
                    <a:pt x="38" y="30"/>
                    <a:pt x="39" y="29"/>
                    <a:pt x="39" y="30"/>
                  </a:cubicBezTo>
                  <a:cubicBezTo>
                    <a:pt x="39" y="30"/>
                    <a:pt x="38" y="31"/>
                    <a:pt x="38" y="31"/>
                  </a:cubicBezTo>
                  <a:cubicBezTo>
                    <a:pt x="38" y="32"/>
                    <a:pt x="38" y="33"/>
                    <a:pt x="38" y="34"/>
                  </a:cubicBezTo>
                  <a:cubicBezTo>
                    <a:pt x="38" y="33"/>
                    <a:pt x="38" y="33"/>
                    <a:pt x="38" y="33"/>
                  </a:cubicBezTo>
                  <a:cubicBezTo>
                    <a:pt x="38" y="32"/>
                    <a:pt x="38" y="33"/>
                    <a:pt x="38" y="32"/>
                  </a:cubicBezTo>
                  <a:cubicBezTo>
                    <a:pt x="38" y="32"/>
                    <a:pt x="37" y="31"/>
                    <a:pt x="37" y="32"/>
                  </a:cubicBezTo>
                  <a:cubicBezTo>
                    <a:pt x="37" y="32"/>
                    <a:pt x="38" y="32"/>
                    <a:pt x="38" y="32"/>
                  </a:cubicBezTo>
                  <a:cubicBezTo>
                    <a:pt x="37" y="33"/>
                    <a:pt x="38" y="33"/>
                    <a:pt x="37" y="33"/>
                  </a:cubicBezTo>
                  <a:cubicBezTo>
                    <a:pt x="37" y="33"/>
                    <a:pt x="37" y="33"/>
                    <a:pt x="37" y="33"/>
                  </a:cubicBezTo>
                  <a:cubicBezTo>
                    <a:pt x="37" y="33"/>
                    <a:pt x="37" y="34"/>
                    <a:pt x="37" y="34"/>
                  </a:cubicBezTo>
                  <a:cubicBezTo>
                    <a:pt x="37" y="34"/>
                    <a:pt x="37" y="34"/>
                    <a:pt x="36" y="35"/>
                  </a:cubicBezTo>
                  <a:cubicBezTo>
                    <a:pt x="36" y="35"/>
                    <a:pt x="37" y="36"/>
                    <a:pt x="37" y="35"/>
                  </a:cubicBezTo>
                  <a:cubicBezTo>
                    <a:pt x="37" y="35"/>
                    <a:pt x="38" y="35"/>
                    <a:pt x="38" y="36"/>
                  </a:cubicBezTo>
                  <a:cubicBezTo>
                    <a:pt x="38" y="36"/>
                    <a:pt x="38" y="37"/>
                    <a:pt x="38" y="38"/>
                  </a:cubicBezTo>
                  <a:cubicBezTo>
                    <a:pt x="38" y="38"/>
                    <a:pt x="37" y="38"/>
                    <a:pt x="37" y="39"/>
                  </a:cubicBezTo>
                  <a:cubicBezTo>
                    <a:pt x="36" y="39"/>
                    <a:pt x="36" y="40"/>
                    <a:pt x="36" y="41"/>
                  </a:cubicBezTo>
                  <a:cubicBezTo>
                    <a:pt x="35" y="42"/>
                    <a:pt x="36" y="43"/>
                    <a:pt x="36" y="44"/>
                  </a:cubicBezTo>
                  <a:cubicBezTo>
                    <a:pt x="36" y="45"/>
                    <a:pt x="37" y="45"/>
                    <a:pt x="37" y="45"/>
                  </a:cubicBezTo>
                  <a:cubicBezTo>
                    <a:pt x="37" y="45"/>
                    <a:pt x="37" y="47"/>
                    <a:pt x="37" y="47"/>
                  </a:cubicBezTo>
                  <a:cubicBezTo>
                    <a:pt x="36" y="47"/>
                    <a:pt x="35" y="48"/>
                    <a:pt x="34" y="47"/>
                  </a:cubicBezTo>
                  <a:cubicBezTo>
                    <a:pt x="33" y="46"/>
                    <a:pt x="33" y="47"/>
                    <a:pt x="32" y="47"/>
                  </a:cubicBezTo>
                  <a:cubicBezTo>
                    <a:pt x="31" y="46"/>
                    <a:pt x="32" y="46"/>
                    <a:pt x="31" y="45"/>
                  </a:cubicBezTo>
                  <a:cubicBezTo>
                    <a:pt x="31" y="45"/>
                    <a:pt x="31" y="45"/>
                    <a:pt x="31" y="45"/>
                  </a:cubicBezTo>
                  <a:cubicBezTo>
                    <a:pt x="31" y="45"/>
                    <a:pt x="31" y="45"/>
                    <a:pt x="31" y="45"/>
                  </a:cubicBezTo>
                  <a:cubicBezTo>
                    <a:pt x="30" y="44"/>
                    <a:pt x="30" y="45"/>
                    <a:pt x="30" y="45"/>
                  </a:cubicBezTo>
                  <a:cubicBezTo>
                    <a:pt x="30" y="45"/>
                    <a:pt x="29" y="45"/>
                    <a:pt x="29" y="44"/>
                  </a:cubicBezTo>
                  <a:cubicBezTo>
                    <a:pt x="29" y="44"/>
                    <a:pt x="28" y="43"/>
                    <a:pt x="27" y="44"/>
                  </a:cubicBezTo>
                  <a:cubicBezTo>
                    <a:pt x="26" y="44"/>
                    <a:pt x="25" y="45"/>
                    <a:pt x="25" y="45"/>
                  </a:cubicBezTo>
                  <a:cubicBezTo>
                    <a:pt x="24" y="44"/>
                    <a:pt x="23" y="44"/>
                    <a:pt x="22" y="43"/>
                  </a:cubicBezTo>
                  <a:cubicBezTo>
                    <a:pt x="21" y="43"/>
                    <a:pt x="21" y="43"/>
                    <a:pt x="20" y="43"/>
                  </a:cubicBezTo>
                  <a:cubicBezTo>
                    <a:pt x="20" y="42"/>
                    <a:pt x="19" y="42"/>
                    <a:pt x="18" y="42"/>
                  </a:cubicBezTo>
                  <a:cubicBezTo>
                    <a:pt x="18" y="43"/>
                    <a:pt x="18" y="44"/>
                    <a:pt x="18" y="44"/>
                  </a:cubicBezTo>
                  <a:cubicBezTo>
                    <a:pt x="17" y="43"/>
                    <a:pt x="17" y="43"/>
                    <a:pt x="16" y="42"/>
                  </a:cubicBezTo>
                  <a:cubicBezTo>
                    <a:pt x="16" y="41"/>
                    <a:pt x="14" y="40"/>
                    <a:pt x="13" y="39"/>
                  </a:cubicBezTo>
                  <a:cubicBezTo>
                    <a:pt x="13" y="38"/>
                    <a:pt x="12" y="38"/>
                    <a:pt x="12" y="37"/>
                  </a:cubicBezTo>
                  <a:cubicBezTo>
                    <a:pt x="11" y="37"/>
                    <a:pt x="11" y="36"/>
                    <a:pt x="10" y="36"/>
                  </a:cubicBezTo>
                  <a:cubicBezTo>
                    <a:pt x="10" y="35"/>
                    <a:pt x="10" y="35"/>
                    <a:pt x="10" y="35"/>
                  </a:cubicBezTo>
                  <a:cubicBezTo>
                    <a:pt x="10" y="35"/>
                    <a:pt x="9" y="34"/>
                    <a:pt x="9" y="33"/>
                  </a:cubicBezTo>
                  <a:cubicBezTo>
                    <a:pt x="9" y="33"/>
                    <a:pt x="9" y="31"/>
                    <a:pt x="8" y="31"/>
                  </a:cubicBezTo>
                  <a:cubicBezTo>
                    <a:pt x="8" y="30"/>
                    <a:pt x="7" y="30"/>
                    <a:pt x="6" y="30"/>
                  </a:cubicBezTo>
                  <a:cubicBezTo>
                    <a:pt x="6" y="29"/>
                    <a:pt x="5" y="29"/>
                    <a:pt x="5" y="28"/>
                  </a:cubicBezTo>
                  <a:cubicBezTo>
                    <a:pt x="5" y="28"/>
                    <a:pt x="5" y="29"/>
                    <a:pt x="5" y="29"/>
                  </a:cubicBezTo>
                  <a:cubicBezTo>
                    <a:pt x="5" y="28"/>
                    <a:pt x="5" y="28"/>
                    <a:pt x="5" y="28"/>
                  </a:cubicBezTo>
                  <a:cubicBezTo>
                    <a:pt x="5" y="28"/>
                    <a:pt x="5" y="28"/>
                    <a:pt x="5" y="28"/>
                  </a:cubicBezTo>
                  <a:cubicBezTo>
                    <a:pt x="4" y="28"/>
                    <a:pt x="4" y="27"/>
                    <a:pt x="3" y="27"/>
                  </a:cubicBezTo>
                  <a:cubicBezTo>
                    <a:pt x="3" y="26"/>
                    <a:pt x="3" y="26"/>
                    <a:pt x="3" y="26"/>
                  </a:cubicBezTo>
                  <a:cubicBezTo>
                    <a:pt x="2" y="26"/>
                    <a:pt x="2" y="25"/>
                    <a:pt x="2" y="25"/>
                  </a:cubicBezTo>
                  <a:cubicBezTo>
                    <a:pt x="3" y="25"/>
                    <a:pt x="2" y="24"/>
                    <a:pt x="2" y="24"/>
                  </a:cubicBezTo>
                  <a:cubicBezTo>
                    <a:pt x="2" y="24"/>
                    <a:pt x="2" y="25"/>
                    <a:pt x="2" y="25"/>
                  </a:cubicBezTo>
                  <a:cubicBezTo>
                    <a:pt x="2" y="25"/>
                    <a:pt x="0" y="24"/>
                    <a:pt x="0" y="23"/>
                  </a:cubicBezTo>
                  <a:cubicBezTo>
                    <a:pt x="0" y="23"/>
                    <a:pt x="1" y="22"/>
                    <a:pt x="1" y="21"/>
                  </a:cubicBezTo>
                  <a:cubicBezTo>
                    <a:pt x="1" y="22"/>
                    <a:pt x="2" y="22"/>
                    <a:pt x="2" y="23"/>
                  </a:cubicBezTo>
                  <a:cubicBezTo>
                    <a:pt x="3" y="23"/>
                    <a:pt x="3" y="23"/>
                    <a:pt x="4" y="23"/>
                  </a:cubicBezTo>
                  <a:cubicBezTo>
                    <a:pt x="4" y="23"/>
                    <a:pt x="3" y="23"/>
                    <a:pt x="4" y="23"/>
                  </a:cubicBezTo>
                  <a:cubicBezTo>
                    <a:pt x="4" y="23"/>
                    <a:pt x="4" y="22"/>
                    <a:pt x="5" y="22"/>
                  </a:cubicBezTo>
                  <a:cubicBezTo>
                    <a:pt x="5" y="22"/>
                    <a:pt x="6" y="23"/>
                    <a:pt x="6" y="23"/>
                  </a:cubicBezTo>
                  <a:cubicBezTo>
                    <a:pt x="7" y="23"/>
                    <a:pt x="8" y="21"/>
                    <a:pt x="8" y="21"/>
                  </a:cubicBezTo>
                  <a:cubicBezTo>
                    <a:pt x="8" y="20"/>
                    <a:pt x="8" y="19"/>
                    <a:pt x="9" y="19"/>
                  </a:cubicBezTo>
                  <a:cubicBezTo>
                    <a:pt x="9" y="19"/>
                    <a:pt x="10" y="20"/>
                    <a:pt x="10" y="19"/>
                  </a:cubicBezTo>
                  <a:cubicBezTo>
                    <a:pt x="10" y="18"/>
                    <a:pt x="10" y="18"/>
                    <a:pt x="10" y="18"/>
                  </a:cubicBezTo>
                  <a:cubicBezTo>
                    <a:pt x="10" y="17"/>
                    <a:pt x="10" y="17"/>
                    <a:pt x="10" y="16"/>
                  </a:cubicBezTo>
                  <a:cubicBezTo>
                    <a:pt x="10" y="15"/>
                    <a:pt x="9" y="14"/>
                    <a:pt x="10" y="14"/>
                  </a:cubicBezTo>
                  <a:cubicBezTo>
                    <a:pt x="11" y="14"/>
                    <a:pt x="11" y="14"/>
                    <a:pt x="11" y="14"/>
                  </a:cubicBezTo>
                  <a:cubicBezTo>
                    <a:pt x="12" y="14"/>
                    <a:pt x="12" y="14"/>
                    <a:pt x="13" y="14"/>
                  </a:cubicBezTo>
                  <a:cubicBezTo>
                    <a:pt x="13" y="14"/>
                    <a:pt x="14" y="14"/>
                    <a:pt x="14" y="14"/>
                  </a:cubicBezTo>
                  <a:cubicBezTo>
                    <a:pt x="15" y="13"/>
                    <a:pt x="15" y="12"/>
                    <a:pt x="16" y="12"/>
                  </a:cubicBezTo>
                  <a:cubicBezTo>
                    <a:pt x="16" y="11"/>
                    <a:pt x="17" y="11"/>
                    <a:pt x="17" y="11"/>
                  </a:cubicBezTo>
                  <a:cubicBezTo>
                    <a:pt x="18" y="11"/>
                    <a:pt x="18" y="12"/>
                    <a:pt x="18" y="12"/>
                  </a:cubicBezTo>
                  <a:cubicBezTo>
                    <a:pt x="18" y="12"/>
                    <a:pt x="18" y="12"/>
                    <a:pt x="18" y="12"/>
                  </a:cubicBezTo>
                  <a:cubicBezTo>
                    <a:pt x="19" y="13"/>
                    <a:pt x="19" y="12"/>
                    <a:pt x="19" y="12"/>
                  </a:cubicBezTo>
                  <a:cubicBezTo>
                    <a:pt x="19" y="12"/>
                    <a:pt x="19" y="13"/>
                    <a:pt x="19" y="13"/>
                  </a:cubicBezTo>
                  <a:cubicBezTo>
                    <a:pt x="20" y="13"/>
                    <a:pt x="20" y="13"/>
                    <a:pt x="20" y="13"/>
                  </a:cubicBezTo>
                  <a:cubicBezTo>
                    <a:pt x="20" y="13"/>
                    <a:pt x="20" y="12"/>
                    <a:pt x="20" y="12"/>
                  </a:cubicBezTo>
                  <a:cubicBezTo>
                    <a:pt x="20" y="12"/>
                    <a:pt x="21" y="11"/>
                    <a:pt x="22" y="11"/>
                  </a:cubicBezTo>
                  <a:cubicBezTo>
                    <a:pt x="22" y="11"/>
                    <a:pt x="23" y="10"/>
                    <a:pt x="23" y="10"/>
                  </a:cubicBezTo>
                  <a:cubicBezTo>
                    <a:pt x="24" y="9"/>
                    <a:pt x="24" y="9"/>
                    <a:pt x="25" y="8"/>
                  </a:cubicBezTo>
                  <a:cubicBezTo>
                    <a:pt x="25" y="8"/>
                    <a:pt x="25" y="8"/>
                    <a:pt x="26" y="8"/>
                  </a:cubicBezTo>
                  <a:cubicBezTo>
                    <a:pt x="26" y="8"/>
                    <a:pt x="26" y="7"/>
                    <a:pt x="26" y="6"/>
                  </a:cubicBezTo>
                  <a:cubicBezTo>
                    <a:pt x="26" y="6"/>
                    <a:pt x="26" y="5"/>
                    <a:pt x="27" y="5"/>
                  </a:cubicBezTo>
                  <a:cubicBezTo>
                    <a:pt x="27" y="5"/>
                    <a:pt x="27" y="6"/>
                    <a:pt x="27" y="5"/>
                  </a:cubicBezTo>
                  <a:cubicBezTo>
                    <a:pt x="28" y="5"/>
                    <a:pt x="28" y="5"/>
                    <a:pt x="28" y="5"/>
                  </a:cubicBezTo>
                  <a:cubicBezTo>
                    <a:pt x="28" y="5"/>
                    <a:pt x="28" y="5"/>
                    <a:pt x="28" y="5"/>
                  </a:cubicBezTo>
                  <a:cubicBezTo>
                    <a:pt x="28" y="4"/>
                    <a:pt x="27" y="4"/>
                    <a:pt x="28" y="4"/>
                  </a:cubicBezTo>
                  <a:cubicBezTo>
                    <a:pt x="28" y="4"/>
                    <a:pt x="28" y="4"/>
                    <a:pt x="28" y="3"/>
                  </a:cubicBezTo>
                  <a:cubicBezTo>
                    <a:pt x="28" y="3"/>
                    <a:pt x="29" y="3"/>
                    <a:pt x="29" y="3"/>
                  </a:cubicBezTo>
                  <a:cubicBezTo>
                    <a:pt x="29" y="2"/>
                    <a:pt x="29" y="2"/>
                    <a:pt x="30" y="2"/>
                  </a:cubicBezTo>
                  <a:cubicBezTo>
                    <a:pt x="30" y="2"/>
                    <a:pt x="30" y="4"/>
                    <a:pt x="31" y="4"/>
                  </a:cubicBezTo>
                  <a:cubicBezTo>
                    <a:pt x="31" y="4"/>
                    <a:pt x="32" y="4"/>
                    <a:pt x="33" y="4"/>
                  </a:cubicBezTo>
                  <a:cubicBezTo>
                    <a:pt x="33" y="5"/>
                    <a:pt x="34" y="4"/>
                    <a:pt x="34" y="4"/>
                  </a:cubicBezTo>
                  <a:cubicBezTo>
                    <a:pt x="34" y="3"/>
                    <a:pt x="35" y="4"/>
                    <a:pt x="35" y="4"/>
                  </a:cubicBezTo>
                  <a:cubicBezTo>
                    <a:pt x="35" y="4"/>
                    <a:pt x="35" y="3"/>
                    <a:pt x="35" y="3"/>
                  </a:cubicBezTo>
                  <a:cubicBezTo>
                    <a:pt x="36" y="3"/>
                    <a:pt x="35" y="3"/>
                    <a:pt x="36" y="3"/>
                  </a:cubicBezTo>
                  <a:cubicBezTo>
                    <a:pt x="36" y="3"/>
                    <a:pt x="36" y="4"/>
                    <a:pt x="37" y="3"/>
                  </a:cubicBezTo>
                  <a:cubicBezTo>
                    <a:pt x="37" y="3"/>
                    <a:pt x="36" y="3"/>
                    <a:pt x="37" y="3"/>
                  </a:cubicBezTo>
                  <a:cubicBezTo>
                    <a:pt x="37" y="3"/>
                    <a:pt x="38" y="4"/>
                    <a:pt x="39" y="3"/>
                  </a:cubicBezTo>
                  <a:cubicBezTo>
                    <a:pt x="39" y="3"/>
                    <a:pt x="40" y="2"/>
                    <a:pt x="41" y="2"/>
                  </a:cubicBezTo>
                  <a:cubicBezTo>
                    <a:pt x="40" y="1"/>
                    <a:pt x="42" y="2"/>
                    <a:pt x="42" y="2"/>
                  </a:cubicBezTo>
                  <a:cubicBezTo>
                    <a:pt x="42" y="2"/>
                    <a:pt x="42" y="1"/>
                    <a:pt x="42" y="1"/>
                  </a:cubicBezTo>
                  <a:cubicBezTo>
                    <a:pt x="42" y="1"/>
                    <a:pt x="42" y="1"/>
                    <a:pt x="43" y="1"/>
                  </a:cubicBezTo>
                  <a:cubicBezTo>
                    <a:pt x="43" y="0"/>
                    <a:pt x="43" y="0"/>
                    <a:pt x="43" y="1"/>
                  </a:cubicBezTo>
                  <a:cubicBezTo>
                    <a:pt x="43" y="1"/>
                    <a:pt x="44" y="0"/>
                    <a:pt x="44" y="0"/>
                  </a:cubicBezTo>
                  <a:cubicBezTo>
                    <a:pt x="44" y="0"/>
                    <a:pt x="44" y="0"/>
                    <a:pt x="44" y="0"/>
                  </a:cubicBezTo>
                  <a:cubicBezTo>
                    <a:pt x="45" y="0"/>
                    <a:pt x="45" y="0"/>
                    <a:pt x="45" y="1"/>
                  </a:cubicBezTo>
                  <a:close/>
                  <a:moveTo>
                    <a:pt x="26" y="41"/>
                  </a:moveTo>
                  <a:cubicBezTo>
                    <a:pt x="26" y="41"/>
                    <a:pt x="26" y="40"/>
                    <a:pt x="25" y="39"/>
                  </a:cubicBezTo>
                  <a:cubicBezTo>
                    <a:pt x="25" y="39"/>
                    <a:pt x="24" y="38"/>
                    <a:pt x="24" y="38"/>
                  </a:cubicBezTo>
                  <a:cubicBezTo>
                    <a:pt x="24" y="37"/>
                    <a:pt x="21" y="34"/>
                    <a:pt x="21" y="35"/>
                  </a:cubicBezTo>
                  <a:cubicBezTo>
                    <a:pt x="20" y="35"/>
                    <a:pt x="20" y="34"/>
                    <a:pt x="20" y="34"/>
                  </a:cubicBezTo>
                  <a:cubicBezTo>
                    <a:pt x="20" y="33"/>
                    <a:pt x="19" y="33"/>
                    <a:pt x="19" y="33"/>
                  </a:cubicBezTo>
                  <a:cubicBezTo>
                    <a:pt x="19" y="33"/>
                    <a:pt x="19" y="33"/>
                    <a:pt x="19" y="32"/>
                  </a:cubicBezTo>
                  <a:cubicBezTo>
                    <a:pt x="18" y="32"/>
                    <a:pt x="18" y="32"/>
                    <a:pt x="17" y="32"/>
                  </a:cubicBezTo>
                  <a:cubicBezTo>
                    <a:pt x="16" y="33"/>
                    <a:pt x="16" y="34"/>
                    <a:pt x="16" y="35"/>
                  </a:cubicBezTo>
                  <a:cubicBezTo>
                    <a:pt x="16" y="35"/>
                    <a:pt x="16" y="35"/>
                    <a:pt x="16" y="35"/>
                  </a:cubicBezTo>
                  <a:cubicBezTo>
                    <a:pt x="16" y="35"/>
                    <a:pt x="17" y="35"/>
                    <a:pt x="16" y="36"/>
                  </a:cubicBezTo>
                  <a:cubicBezTo>
                    <a:pt x="16" y="36"/>
                    <a:pt x="16" y="37"/>
                    <a:pt x="17" y="37"/>
                  </a:cubicBezTo>
                  <a:cubicBezTo>
                    <a:pt x="17" y="37"/>
                    <a:pt x="17" y="37"/>
                    <a:pt x="17" y="37"/>
                  </a:cubicBezTo>
                  <a:cubicBezTo>
                    <a:pt x="17" y="37"/>
                    <a:pt x="17" y="37"/>
                    <a:pt x="17" y="37"/>
                  </a:cubicBezTo>
                  <a:cubicBezTo>
                    <a:pt x="17" y="38"/>
                    <a:pt x="17" y="38"/>
                    <a:pt x="16" y="38"/>
                  </a:cubicBezTo>
                  <a:cubicBezTo>
                    <a:pt x="16" y="38"/>
                    <a:pt x="17" y="39"/>
                    <a:pt x="17" y="39"/>
                  </a:cubicBezTo>
                  <a:cubicBezTo>
                    <a:pt x="17" y="39"/>
                    <a:pt x="17" y="40"/>
                    <a:pt x="18" y="41"/>
                  </a:cubicBezTo>
                  <a:cubicBezTo>
                    <a:pt x="18" y="42"/>
                    <a:pt x="20" y="42"/>
                    <a:pt x="21" y="43"/>
                  </a:cubicBezTo>
                  <a:cubicBezTo>
                    <a:pt x="22" y="43"/>
                    <a:pt x="23" y="43"/>
                    <a:pt x="24" y="44"/>
                  </a:cubicBezTo>
                  <a:cubicBezTo>
                    <a:pt x="25" y="44"/>
                    <a:pt x="26" y="44"/>
                    <a:pt x="26" y="44"/>
                  </a:cubicBezTo>
                  <a:cubicBezTo>
                    <a:pt x="27" y="43"/>
                    <a:pt x="27" y="41"/>
                    <a:pt x="26" y="41"/>
                  </a:cubicBezTo>
                  <a:close/>
                  <a:moveTo>
                    <a:pt x="44" y="32"/>
                  </a:moveTo>
                  <a:cubicBezTo>
                    <a:pt x="45" y="31"/>
                    <a:pt x="44" y="31"/>
                    <a:pt x="44" y="32"/>
                  </a:cubicBezTo>
                  <a:close/>
                  <a:moveTo>
                    <a:pt x="50" y="7"/>
                  </a:moveTo>
                  <a:cubicBezTo>
                    <a:pt x="49" y="7"/>
                    <a:pt x="49" y="7"/>
                    <a:pt x="49" y="7"/>
                  </a:cubicBezTo>
                  <a:cubicBezTo>
                    <a:pt x="49" y="7"/>
                    <a:pt x="49" y="7"/>
                    <a:pt x="49" y="8"/>
                  </a:cubicBezTo>
                  <a:cubicBezTo>
                    <a:pt x="49" y="7"/>
                    <a:pt x="50" y="7"/>
                    <a:pt x="50" y="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13" name="New Zealand">
              <a:extLst>
                <a:ext uri="{FF2B5EF4-FFF2-40B4-BE49-F238E27FC236}">
                  <a16:creationId xmlns:a16="http://schemas.microsoft.com/office/drawing/2014/main" id="{E88A5DD6-3475-A55F-A91C-DCB75F7DC17B}"/>
                </a:ext>
              </a:extLst>
            </p:cNvPr>
            <p:cNvSpPr>
              <a:spLocks noEditPoints="1"/>
            </p:cNvSpPr>
            <p:nvPr/>
          </p:nvSpPr>
          <p:spPr bwMode="auto">
            <a:xfrm>
              <a:off x="10318158" y="5174479"/>
              <a:ext cx="1122287" cy="989967"/>
            </a:xfrm>
            <a:custGeom>
              <a:avLst/>
              <a:gdLst/>
              <a:ahLst/>
              <a:cxnLst>
                <a:cxn ang="0">
                  <a:pos x="129" y="208"/>
                </a:cxn>
                <a:cxn ang="0">
                  <a:pos x="310" y="165"/>
                </a:cxn>
                <a:cxn ang="0">
                  <a:pos x="313" y="162"/>
                </a:cxn>
                <a:cxn ang="0">
                  <a:pos x="217" y="225"/>
                </a:cxn>
                <a:cxn ang="0">
                  <a:pos x="99" y="237"/>
                </a:cxn>
                <a:cxn ang="0">
                  <a:pos x="103" y="234"/>
                </a:cxn>
                <a:cxn ang="0">
                  <a:pos x="109" y="255"/>
                </a:cxn>
                <a:cxn ang="0">
                  <a:pos x="4" y="276"/>
                </a:cxn>
                <a:cxn ang="0">
                  <a:pos x="149" y="195"/>
                </a:cxn>
                <a:cxn ang="0">
                  <a:pos x="146" y="198"/>
                </a:cxn>
                <a:cxn ang="0">
                  <a:pos x="149" y="196"/>
                </a:cxn>
                <a:cxn ang="0">
                  <a:pos x="298" y="97"/>
                </a:cxn>
                <a:cxn ang="0">
                  <a:pos x="295" y="91"/>
                </a:cxn>
                <a:cxn ang="0">
                  <a:pos x="296" y="83"/>
                </a:cxn>
                <a:cxn ang="0">
                  <a:pos x="291" y="87"/>
                </a:cxn>
                <a:cxn ang="0">
                  <a:pos x="287" y="85"/>
                </a:cxn>
                <a:cxn ang="0">
                  <a:pos x="292" y="81"/>
                </a:cxn>
                <a:cxn ang="0">
                  <a:pos x="293" y="73"/>
                </a:cxn>
                <a:cxn ang="0">
                  <a:pos x="292" y="69"/>
                </a:cxn>
                <a:cxn ang="0">
                  <a:pos x="291" y="66"/>
                </a:cxn>
                <a:cxn ang="0">
                  <a:pos x="288" y="64"/>
                </a:cxn>
                <a:cxn ang="0">
                  <a:pos x="286" y="63"/>
                </a:cxn>
                <a:cxn ang="0">
                  <a:pos x="286" y="60"/>
                </a:cxn>
                <a:cxn ang="0">
                  <a:pos x="283" y="69"/>
                </a:cxn>
                <a:cxn ang="0">
                  <a:pos x="286" y="69"/>
                </a:cxn>
                <a:cxn ang="0">
                  <a:pos x="285" y="78"/>
                </a:cxn>
                <a:cxn ang="0">
                  <a:pos x="287" y="80"/>
                </a:cxn>
                <a:cxn ang="0">
                  <a:pos x="285" y="82"/>
                </a:cxn>
                <a:cxn ang="0">
                  <a:pos x="287" y="89"/>
                </a:cxn>
                <a:cxn ang="0">
                  <a:pos x="283" y="93"/>
                </a:cxn>
                <a:cxn ang="0">
                  <a:pos x="280" y="100"/>
                </a:cxn>
                <a:cxn ang="0">
                  <a:pos x="263" y="112"/>
                </a:cxn>
                <a:cxn ang="0">
                  <a:pos x="260" y="131"/>
                </a:cxn>
                <a:cxn ang="0">
                  <a:pos x="256" y="136"/>
                </a:cxn>
                <a:cxn ang="0">
                  <a:pos x="280" y="124"/>
                </a:cxn>
                <a:cxn ang="0">
                  <a:pos x="293" y="112"/>
                </a:cxn>
                <a:cxn ang="0">
                  <a:pos x="306" y="106"/>
                </a:cxn>
                <a:cxn ang="0">
                  <a:pos x="316" y="95"/>
                </a:cxn>
                <a:cxn ang="0">
                  <a:pos x="250" y="132"/>
                </a:cxn>
                <a:cxn ang="0">
                  <a:pos x="251" y="131"/>
                </a:cxn>
                <a:cxn ang="0">
                  <a:pos x="242" y="135"/>
                </a:cxn>
                <a:cxn ang="0">
                  <a:pos x="243" y="126"/>
                </a:cxn>
                <a:cxn ang="0">
                  <a:pos x="232" y="134"/>
                </a:cxn>
                <a:cxn ang="0">
                  <a:pos x="208" y="152"/>
                </a:cxn>
                <a:cxn ang="0">
                  <a:pos x="196" y="158"/>
                </a:cxn>
                <a:cxn ang="0">
                  <a:pos x="172" y="168"/>
                </a:cxn>
                <a:cxn ang="0">
                  <a:pos x="163" y="173"/>
                </a:cxn>
                <a:cxn ang="0">
                  <a:pos x="157" y="177"/>
                </a:cxn>
                <a:cxn ang="0">
                  <a:pos x="154" y="179"/>
                </a:cxn>
                <a:cxn ang="0">
                  <a:pos x="152" y="181"/>
                </a:cxn>
                <a:cxn ang="0">
                  <a:pos x="145" y="185"/>
                </a:cxn>
                <a:cxn ang="0">
                  <a:pos x="147" y="186"/>
                </a:cxn>
                <a:cxn ang="0">
                  <a:pos x="156" y="191"/>
                </a:cxn>
                <a:cxn ang="0">
                  <a:pos x="157" y="192"/>
                </a:cxn>
                <a:cxn ang="0">
                  <a:pos x="164" y="192"/>
                </a:cxn>
                <a:cxn ang="0">
                  <a:pos x="182" y="184"/>
                </a:cxn>
                <a:cxn ang="0">
                  <a:pos x="189" y="178"/>
                </a:cxn>
                <a:cxn ang="0">
                  <a:pos x="216" y="161"/>
                </a:cxn>
                <a:cxn ang="0">
                  <a:pos x="221" y="162"/>
                </a:cxn>
                <a:cxn ang="0">
                  <a:pos x="226" y="154"/>
                </a:cxn>
                <a:cxn ang="0">
                  <a:pos x="248" y="139"/>
                </a:cxn>
                <a:cxn ang="0">
                  <a:pos x="251" y="134"/>
                </a:cxn>
              </a:cxnLst>
              <a:rect l="0" t="0" r="r" b="b"/>
              <a:pathLst>
                <a:path w="317" h="279">
                  <a:moveTo>
                    <a:pt x="237" y="205"/>
                  </a:moveTo>
                  <a:cubicBezTo>
                    <a:pt x="237" y="205"/>
                    <a:pt x="237" y="204"/>
                    <a:pt x="237" y="204"/>
                  </a:cubicBezTo>
                  <a:cubicBezTo>
                    <a:pt x="237" y="205"/>
                    <a:pt x="237" y="205"/>
                    <a:pt x="237" y="205"/>
                  </a:cubicBezTo>
                  <a:cubicBezTo>
                    <a:pt x="237" y="205"/>
                    <a:pt x="237" y="205"/>
                    <a:pt x="237" y="205"/>
                  </a:cubicBezTo>
                  <a:close/>
                  <a:moveTo>
                    <a:pt x="129" y="208"/>
                  </a:moveTo>
                  <a:cubicBezTo>
                    <a:pt x="129" y="208"/>
                    <a:pt x="129" y="207"/>
                    <a:pt x="129" y="207"/>
                  </a:cubicBezTo>
                  <a:cubicBezTo>
                    <a:pt x="129" y="207"/>
                    <a:pt x="128" y="207"/>
                    <a:pt x="128" y="208"/>
                  </a:cubicBezTo>
                  <a:cubicBezTo>
                    <a:pt x="128" y="208"/>
                    <a:pt x="129" y="208"/>
                    <a:pt x="129" y="208"/>
                  </a:cubicBezTo>
                  <a:close/>
                  <a:moveTo>
                    <a:pt x="313" y="161"/>
                  </a:moveTo>
                  <a:cubicBezTo>
                    <a:pt x="312" y="161"/>
                    <a:pt x="312" y="161"/>
                    <a:pt x="311" y="162"/>
                  </a:cubicBezTo>
                  <a:cubicBezTo>
                    <a:pt x="310" y="162"/>
                    <a:pt x="310" y="161"/>
                    <a:pt x="309" y="162"/>
                  </a:cubicBezTo>
                  <a:cubicBezTo>
                    <a:pt x="309" y="162"/>
                    <a:pt x="308" y="162"/>
                    <a:pt x="308" y="162"/>
                  </a:cubicBezTo>
                  <a:cubicBezTo>
                    <a:pt x="309" y="163"/>
                    <a:pt x="311" y="162"/>
                    <a:pt x="311" y="163"/>
                  </a:cubicBezTo>
                  <a:cubicBezTo>
                    <a:pt x="311" y="164"/>
                    <a:pt x="309" y="164"/>
                    <a:pt x="308" y="164"/>
                  </a:cubicBezTo>
                  <a:cubicBezTo>
                    <a:pt x="308" y="165"/>
                    <a:pt x="308" y="165"/>
                    <a:pt x="308" y="166"/>
                  </a:cubicBezTo>
                  <a:cubicBezTo>
                    <a:pt x="309" y="166"/>
                    <a:pt x="309" y="165"/>
                    <a:pt x="310" y="165"/>
                  </a:cubicBezTo>
                  <a:cubicBezTo>
                    <a:pt x="310" y="165"/>
                    <a:pt x="311" y="165"/>
                    <a:pt x="311" y="165"/>
                  </a:cubicBezTo>
                  <a:cubicBezTo>
                    <a:pt x="311" y="164"/>
                    <a:pt x="311" y="164"/>
                    <a:pt x="311" y="164"/>
                  </a:cubicBezTo>
                  <a:cubicBezTo>
                    <a:pt x="311" y="164"/>
                    <a:pt x="311" y="163"/>
                    <a:pt x="311" y="163"/>
                  </a:cubicBezTo>
                  <a:cubicBezTo>
                    <a:pt x="311" y="162"/>
                    <a:pt x="312" y="162"/>
                    <a:pt x="312" y="162"/>
                  </a:cubicBezTo>
                  <a:cubicBezTo>
                    <a:pt x="312" y="162"/>
                    <a:pt x="311" y="162"/>
                    <a:pt x="312" y="162"/>
                  </a:cubicBezTo>
                  <a:cubicBezTo>
                    <a:pt x="312" y="161"/>
                    <a:pt x="312" y="161"/>
                    <a:pt x="313" y="162"/>
                  </a:cubicBezTo>
                  <a:cubicBezTo>
                    <a:pt x="314" y="162"/>
                    <a:pt x="312" y="163"/>
                    <a:pt x="312" y="163"/>
                  </a:cubicBezTo>
                  <a:cubicBezTo>
                    <a:pt x="312" y="163"/>
                    <a:pt x="313" y="162"/>
                    <a:pt x="313" y="162"/>
                  </a:cubicBezTo>
                  <a:cubicBezTo>
                    <a:pt x="314" y="162"/>
                    <a:pt x="315" y="161"/>
                    <a:pt x="315" y="161"/>
                  </a:cubicBezTo>
                  <a:cubicBezTo>
                    <a:pt x="314" y="161"/>
                    <a:pt x="313" y="161"/>
                    <a:pt x="313" y="161"/>
                  </a:cubicBezTo>
                  <a:close/>
                  <a:moveTo>
                    <a:pt x="310" y="168"/>
                  </a:moveTo>
                  <a:cubicBezTo>
                    <a:pt x="309" y="168"/>
                    <a:pt x="309" y="168"/>
                    <a:pt x="309" y="168"/>
                  </a:cubicBezTo>
                  <a:cubicBezTo>
                    <a:pt x="310" y="168"/>
                    <a:pt x="311" y="167"/>
                    <a:pt x="311" y="167"/>
                  </a:cubicBezTo>
                  <a:cubicBezTo>
                    <a:pt x="311" y="166"/>
                    <a:pt x="310" y="167"/>
                    <a:pt x="310" y="168"/>
                  </a:cubicBezTo>
                  <a:close/>
                  <a:moveTo>
                    <a:pt x="216" y="225"/>
                  </a:moveTo>
                  <a:cubicBezTo>
                    <a:pt x="216" y="226"/>
                    <a:pt x="217" y="225"/>
                    <a:pt x="217" y="225"/>
                  </a:cubicBezTo>
                  <a:cubicBezTo>
                    <a:pt x="217" y="225"/>
                    <a:pt x="218" y="225"/>
                    <a:pt x="218" y="225"/>
                  </a:cubicBezTo>
                  <a:cubicBezTo>
                    <a:pt x="217" y="224"/>
                    <a:pt x="216" y="225"/>
                    <a:pt x="216" y="225"/>
                  </a:cubicBezTo>
                  <a:close/>
                  <a:moveTo>
                    <a:pt x="101" y="235"/>
                  </a:moveTo>
                  <a:cubicBezTo>
                    <a:pt x="101" y="235"/>
                    <a:pt x="101" y="236"/>
                    <a:pt x="100" y="236"/>
                  </a:cubicBezTo>
                  <a:cubicBezTo>
                    <a:pt x="99" y="236"/>
                    <a:pt x="98" y="236"/>
                    <a:pt x="97" y="238"/>
                  </a:cubicBezTo>
                  <a:cubicBezTo>
                    <a:pt x="98" y="237"/>
                    <a:pt x="98" y="238"/>
                    <a:pt x="98" y="237"/>
                  </a:cubicBezTo>
                  <a:cubicBezTo>
                    <a:pt x="98" y="237"/>
                    <a:pt x="99" y="237"/>
                    <a:pt x="99" y="237"/>
                  </a:cubicBezTo>
                  <a:cubicBezTo>
                    <a:pt x="99" y="237"/>
                    <a:pt x="99" y="237"/>
                    <a:pt x="99" y="237"/>
                  </a:cubicBezTo>
                  <a:cubicBezTo>
                    <a:pt x="99" y="237"/>
                    <a:pt x="99" y="238"/>
                    <a:pt x="100" y="238"/>
                  </a:cubicBezTo>
                  <a:cubicBezTo>
                    <a:pt x="100" y="238"/>
                    <a:pt x="100" y="237"/>
                    <a:pt x="100" y="237"/>
                  </a:cubicBezTo>
                  <a:cubicBezTo>
                    <a:pt x="100" y="237"/>
                    <a:pt x="100" y="237"/>
                    <a:pt x="101" y="237"/>
                  </a:cubicBezTo>
                  <a:cubicBezTo>
                    <a:pt x="100" y="237"/>
                    <a:pt x="100" y="237"/>
                    <a:pt x="100" y="237"/>
                  </a:cubicBezTo>
                  <a:cubicBezTo>
                    <a:pt x="101" y="236"/>
                    <a:pt x="101" y="236"/>
                    <a:pt x="100" y="236"/>
                  </a:cubicBezTo>
                  <a:cubicBezTo>
                    <a:pt x="100" y="236"/>
                    <a:pt x="101" y="236"/>
                    <a:pt x="101" y="236"/>
                  </a:cubicBezTo>
                  <a:cubicBezTo>
                    <a:pt x="101" y="235"/>
                    <a:pt x="102" y="235"/>
                    <a:pt x="103" y="235"/>
                  </a:cubicBezTo>
                  <a:cubicBezTo>
                    <a:pt x="103" y="235"/>
                    <a:pt x="103" y="234"/>
                    <a:pt x="103" y="234"/>
                  </a:cubicBezTo>
                  <a:cubicBezTo>
                    <a:pt x="103" y="234"/>
                    <a:pt x="103" y="234"/>
                    <a:pt x="103" y="234"/>
                  </a:cubicBezTo>
                  <a:cubicBezTo>
                    <a:pt x="103" y="234"/>
                    <a:pt x="102" y="234"/>
                    <a:pt x="101" y="235"/>
                  </a:cubicBezTo>
                  <a:close/>
                  <a:moveTo>
                    <a:pt x="106" y="255"/>
                  </a:moveTo>
                  <a:cubicBezTo>
                    <a:pt x="106" y="256"/>
                    <a:pt x="108" y="256"/>
                    <a:pt x="108" y="255"/>
                  </a:cubicBezTo>
                  <a:cubicBezTo>
                    <a:pt x="108" y="255"/>
                    <a:pt x="107" y="255"/>
                    <a:pt x="107" y="255"/>
                  </a:cubicBezTo>
                  <a:cubicBezTo>
                    <a:pt x="107" y="255"/>
                    <a:pt x="109" y="255"/>
                    <a:pt x="108" y="255"/>
                  </a:cubicBezTo>
                  <a:cubicBezTo>
                    <a:pt x="108" y="255"/>
                    <a:pt x="108" y="255"/>
                    <a:pt x="108" y="255"/>
                  </a:cubicBezTo>
                  <a:cubicBezTo>
                    <a:pt x="108" y="255"/>
                    <a:pt x="109" y="255"/>
                    <a:pt x="109" y="255"/>
                  </a:cubicBezTo>
                  <a:cubicBezTo>
                    <a:pt x="109" y="255"/>
                    <a:pt x="109" y="255"/>
                    <a:pt x="109" y="254"/>
                  </a:cubicBezTo>
                  <a:cubicBezTo>
                    <a:pt x="108" y="254"/>
                    <a:pt x="108" y="255"/>
                    <a:pt x="107" y="255"/>
                  </a:cubicBezTo>
                  <a:cubicBezTo>
                    <a:pt x="107" y="255"/>
                    <a:pt x="107" y="255"/>
                    <a:pt x="106" y="255"/>
                  </a:cubicBezTo>
                  <a:close/>
                  <a:moveTo>
                    <a:pt x="268" y="1"/>
                  </a:moveTo>
                  <a:cubicBezTo>
                    <a:pt x="269" y="0"/>
                    <a:pt x="268" y="0"/>
                    <a:pt x="268" y="1"/>
                  </a:cubicBezTo>
                  <a:cubicBezTo>
                    <a:pt x="268" y="1"/>
                    <a:pt x="268" y="1"/>
                    <a:pt x="268" y="1"/>
                  </a:cubicBezTo>
                  <a:close/>
                  <a:moveTo>
                    <a:pt x="1" y="279"/>
                  </a:moveTo>
                  <a:cubicBezTo>
                    <a:pt x="2" y="278"/>
                    <a:pt x="3" y="277"/>
                    <a:pt x="4" y="276"/>
                  </a:cubicBezTo>
                  <a:cubicBezTo>
                    <a:pt x="3" y="276"/>
                    <a:pt x="2" y="277"/>
                    <a:pt x="2" y="278"/>
                  </a:cubicBezTo>
                  <a:cubicBezTo>
                    <a:pt x="1" y="278"/>
                    <a:pt x="0" y="279"/>
                    <a:pt x="1" y="279"/>
                  </a:cubicBezTo>
                  <a:close/>
                  <a:moveTo>
                    <a:pt x="150" y="195"/>
                  </a:moveTo>
                  <a:cubicBezTo>
                    <a:pt x="150" y="195"/>
                    <a:pt x="151" y="196"/>
                    <a:pt x="151" y="195"/>
                  </a:cubicBezTo>
                  <a:cubicBezTo>
                    <a:pt x="151" y="195"/>
                    <a:pt x="152" y="195"/>
                    <a:pt x="152" y="195"/>
                  </a:cubicBezTo>
                  <a:cubicBezTo>
                    <a:pt x="151" y="194"/>
                    <a:pt x="152" y="194"/>
                    <a:pt x="152" y="193"/>
                  </a:cubicBezTo>
                  <a:cubicBezTo>
                    <a:pt x="151" y="193"/>
                    <a:pt x="150" y="193"/>
                    <a:pt x="150" y="193"/>
                  </a:cubicBezTo>
                  <a:cubicBezTo>
                    <a:pt x="149" y="193"/>
                    <a:pt x="149" y="194"/>
                    <a:pt x="149" y="195"/>
                  </a:cubicBezTo>
                  <a:cubicBezTo>
                    <a:pt x="148" y="196"/>
                    <a:pt x="148" y="196"/>
                    <a:pt x="147" y="196"/>
                  </a:cubicBezTo>
                  <a:cubicBezTo>
                    <a:pt x="147" y="197"/>
                    <a:pt x="147" y="197"/>
                    <a:pt x="146" y="197"/>
                  </a:cubicBezTo>
                  <a:cubicBezTo>
                    <a:pt x="146" y="197"/>
                    <a:pt x="145" y="197"/>
                    <a:pt x="145" y="197"/>
                  </a:cubicBezTo>
                  <a:cubicBezTo>
                    <a:pt x="145" y="198"/>
                    <a:pt x="144" y="198"/>
                    <a:pt x="144" y="199"/>
                  </a:cubicBezTo>
                  <a:cubicBezTo>
                    <a:pt x="143" y="199"/>
                    <a:pt x="142" y="199"/>
                    <a:pt x="143" y="199"/>
                  </a:cubicBezTo>
                  <a:cubicBezTo>
                    <a:pt x="143" y="200"/>
                    <a:pt x="144" y="199"/>
                    <a:pt x="145" y="199"/>
                  </a:cubicBezTo>
                  <a:cubicBezTo>
                    <a:pt x="144" y="199"/>
                    <a:pt x="144" y="199"/>
                    <a:pt x="144" y="199"/>
                  </a:cubicBezTo>
                  <a:cubicBezTo>
                    <a:pt x="144" y="199"/>
                    <a:pt x="145" y="198"/>
                    <a:pt x="146" y="198"/>
                  </a:cubicBezTo>
                  <a:cubicBezTo>
                    <a:pt x="146" y="198"/>
                    <a:pt x="146" y="198"/>
                    <a:pt x="147" y="198"/>
                  </a:cubicBezTo>
                  <a:cubicBezTo>
                    <a:pt x="148" y="198"/>
                    <a:pt x="149" y="198"/>
                    <a:pt x="149" y="198"/>
                  </a:cubicBezTo>
                  <a:cubicBezTo>
                    <a:pt x="150" y="198"/>
                    <a:pt x="150" y="197"/>
                    <a:pt x="151" y="197"/>
                  </a:cubicBezTo>
                  <a:cubicBezTo>
                    <a:pt x="151" y="197"/>
                    <a:pt x="151" y="196"/>
                    <a:pt x="152" y="196"/>
                  </a:cubicBezTo>
                  <a:cubicBezTo>
                    <a:pt x="151" y="196"/>
                    <a:pt x="151" y="196"/>
                    <a:pt x="150" y="196"/>
                  </a:cubicBezTo>
                  <a:cubicBezTo>
                    <a:pt x="151" y="196"/>
                    <a:pt x="151" y="196"/>
                    <a:pt x="151" y="196"/>
                  </a:cubicBezTo>
                  <a:cubicBezTo>
                    <a:pt x="151" y="196"/>
                    <a:pt x="150" y="196"/>
                    <a:pt x="150" y="196"/>
                  </a:cubicBezTo>
                  <a:cubicBezTo>
                    <a:pt x="150" y="196"/>
                    <a:pt x="149" y="196"/>
                    <a:pt x="149" y="196"/>
                  </a:cubicBezTo>
                  <a:cubicBezTo>
                    <a:pt x="150" y="196"/>
                    <a:pt x="150" y="196"/>
                    <a:pt x="150" y="195"/>
                  </a:cubicBezTo>
                  <a:close/>
                  <a:moveTo>
                    <a:pt x="315" y="94"/>
                  </a:moveTo>
                  <a:cubicBezTo>
                    <a:pt x="314" y="93"/>
                    <a:pt x="313" y="94"/>
                    <a:pt x="312" y="94"/>
                  </a:cubicBezTo>
                  <a:cubicBezTo>
                    <a:pt x="310" y="95"/>
                    <a:pt x="309" y="95"/>
                    <a:pt x="308" y="96"/>
                  </a:cubicBezTo>
                  <a:cubicBezTo>
                    <a:pt x="307" y="97"/>
                    <a:pt x="306" y="98"/>
                    <a:pt x="304" y="98"/>
                  </a:cubicBezTo>
                  <a:cubicBezTo>
                    <a:pt x="303" y="99"/>
                    <a:pt x="302" y="98"/>
                    <a:pt x="301" y="99"/>
                  </a:cubicBezTo>
                  <a:cubicBezTo>
                    <a:pt x="301" y="99"/>
                    <a:pt x="301" y="99"/>
                    <a:pt x="301" y="99"/>
                  </a:cubicBezTo>
                  <a:cubicBezTo>
                    <a:pt x="301" y="98"/>
                    <a:pt x="299" y="98"/>
                    <a:pt x="298" y="97"/>
                  </a:cubicBezTo>
                  <a:cubicBezTo>
                    <a:pt x="297" y="97"/>
                    <a:pt x="297" y="96"/>
                    <a:pt x="296" y="96"/>
                  </a:cubicBezTo>
                  <a:cubicBezTo>
                    <a:pt x="296" y="96"/>
                    <a:pt x="295" y="95"/>
                    <a:pt x="295" y="95"/>
                  </a:cubicBezTo>
                  <a:cubicBezTo>
                    <a:pt x="295" y="95"/>
                    <a:pt x="295" y="95"/>
                    <a:pt x="295" y="95"/>
                  </a:cubicBezTo>
                  <a:cubicBezTo>
                    <a:pt x="295" y="95"/>
                    <a:pt x="294" y="95"/>
                    <a:pt x="294" y="95"/>
                  </a:cubicBezTo>
                  <a:cubicBezTo>
                    <a:pt x="294" y="95"/>
                    <a:pt x="294" y="94"/>
                    <a:pt x="293" y="95"/>
                  </a:cubicBezTo>
                  <a:cubicBezTo>
                    <a:pt x="294" y="94"/>
                    <a:pt x="293" y="94"/>
                    <a:pt x="294" y="94"/>
                  </a:cubicBezTo>
                  <a:cubicBezTo>
                    <a:pt x="294" y="94"/>
                    <a:pt x="294" y="93"/>
                    <a:pt x="295" y="93"/>
                  </a:cubicBezTo>
                  <a:cubicBezTo>
                    <a:pt x="295" y="92"/>
                    <a:pt x="295" y="92"/>
                    <a:pt x="295" y="91"/>
                  </a:cubicBezTo>
                  <a:cubicBezTo>
                    <a:pt x="295" y="91"/>
                    <a:pt x="295" y="90"/>
                    <a:pt x="295" y="90"/>
                  </a:cubicBezTo>
                  <a:cubicBezTo>
                    <a:pt x="296" y="89"/>
                    <a:pt x="297" y="88"/>
                    <a:pt x="297" y="87"/>
                  </a:cubicBezTo>
                  <a:cubicBezTo>
                    <a:pt x="297" y="86"/>
                    <a:pt x="297" y="86"/>
                    <a:pt x="296" y="86"/>
                  </a:cubicBezTo>
                  <a:cubicBezTo>
                    <a:pt x="296" y="86"/>
                    <a:pt x="296" y="86"/>
                    <a:pt x="296" y="86"/>
                  </a:cubicBezTo>
                  <a:cubicBezTo>
                    <a:pt x="296" y="85"/>
                    <a:pt x="298" y="85"/>
                    <a:pt x="298" y="85"/>
                  </a:cubicBezTo>
                  <a:cubicBezTo>
                    <a:pt x="298" y="84"/>
                    <a:pt x="296" y="85"/>
                    <a:pt x="296" y="85"/>
                  </a:cubicBezTo>
                  <a:cubicBezTo>
                    <a:pt x="296" y="85"/>
                    <a:pt x="296" y="84"/>
                    <a:pt x="296" y="84"/>
                  </a:cubicBezTo>
                  <a:cubicBezTo>
                    <a:pt x="296" y="84"/>
                    <a:pt x="297" y="83"/>
                    <a:pt x="296" y="83"/>
                  </a:cubicBezTo>
                  <a:cubicBezTo>
                    <a:pt x="296" y="82"/>
                    <a:pt x="296" y="82"/>
                    <a:pt x="295" y="82"/>
                  </a:cubicBezTo>
                  <a:cubicBezTo>
                    <a:pt x="294" y="83"/>
                    <a:pt x="296" y="83"/>
                    <a:pt x="295" y="84"/>
                  </a:cubicBezTo>
                  <a:cubicBezTo>
                    <a:pt x="295" y="84"/>
                    <a:pt x="295" y="85"/>
                    <a:pt x="295" y="85"/>
                  </a:cubicBezTo>
                  <a:cubicBezTo>
                    <a:pt x="294" y="86"/>
                    <a:pt x="294" y="86"/>
                    <a:pt x="294" y="86"/>
                  </a:cubicBezTo>
                  <a:cubicBezTo>
                    <a:pt x="293" y="87"/>
                    <a:pt x="293" y="87"/>
                    <a:pt x="293" y="88"/>
                  </a:cubicBezTo>
                  <a:cubicBezTo>
                    <a:pt x="293" y="88"/>
                    <a:pt x="293" y="89"/>
                    <a:pt x="293" y="89"/>
                  </a:cubicBezTo>
                  <a:cubicBezTo>
                    <a:pt x="292" y="90"/>
                    <a:pt x="291" y="91"/>
                    <a:pt x="290" y="90"/>
                  </a:cubicBezTo>
                  <a:cubicBezTo>
                    <a:pt x="290" y="89"/>
                    <a:pt x="291" y="88"/>
                    <a:pt x="291" y="87"/>
                  </a:cubicBezTo>
                  <a:cubicBezTo>
                    <a:pt x="291" y="87"/>
                    <a:pt x="290" y="87"/>
                    <a:pt x="290" y="87"/>
                  </a:cubicBezTo>
                  <a:cubicBezTo>
                    <a:pt x="290" y="87"/>
                    <a:pt x="290" y="86"/>
                    <a:pt x="290" y="86"/>
                  </a:cubicBezTo>
                  <a:cubicBezTo>
                    <a:pt x="290" y="86"/>
                    <a:pt x="289" y="87"/>
                    <a:pt x="289" y="87"/>
                  </a:cubicBezTo>
                  <a:cubicBezTo>
                    <a:pt x="289" y="87"/>
                    <a:pt x="289" y="86"/>
                    <a:pt x="288" y="87"/>
                  </a:cubicBezTo>
                  <a:cubicBezTo>
                    <a:pt x="288" y="86"/>
                    <a:pt x="288" y="86"/>
                    <a:pt x="288" y="86"/>
                  </a:cubicBezTo>
                  <a:cubicBezTo>
                    <a:pt x="288" y="86"/>
                    <a:pt x="287" y="86"/>
                    <a:pt x="287" y="86"/>
                  </a:cubicBezTo>
                  <a:cubicBezTo>
                    <a:pt x="286" y="86"/>
                    <a:pt x="287" y="86"/>
                    <a:pt x="287" y="85"/>
                  </a:cubicBezTo>
                  <a:cubicBezTo>
                    <a:pt x="287" y="85"/>
                    <a:pt x="287" y="85"/>
                    <a:pt x="287" y="85"/>
                  </a:cubicBezTo>
                  <a:cubicBezTo>
                    <a:pt x="287" y="85"/>
                    <a:pt x="288" y="86"/>
                    <a:pt x="288" y="86"/>
                  </a:cubicBezTo>
                  <a:cubicBezTo>
                    <a:pt x="289" y="86"/>
                    <a:pt x="288" y="85"/>
                    <a:pt x="289" y="84"/>
                  </a:cubicBezTo>
                  <a:cubicBezTo>
                    <a:pt x="289" y="84"/>
                    <a:pt x="290" y="83"/>
                    <a:pt x="290" y="83"/>
                  </a:cubicBezTo>
                  <a:cubicBezTo>
                    <a:pt x="290" y="83"/>
                    <a:pt x="289" y="84"/>
                    <a:pt x="289" y="83"/>
                  </a:cubicBezTo>
                  <a:cubicBezTo>
                    <a:pt x="289" y="83"/>
                    <a:pt x="289" y="82"/>
                    <a:pt x="290" y="81"/>
                  </a:cubicBezTo>
                  <a:cubicBezTo>
                    <a:pt x="290" y="82"/>
                    <a:pt x="290" y="82"/>
                    <a:pt x="290" y="82"/>
                  </a:cubicBezTo>
                  <a:cubicBezTo>
                    <a:pt x="290" y="82"/>
                    <a:pt x="290" y="82"/>
                    <a:pt x="290" y="81"/>
                  </a:cubicBezTo>
                  <a:cubicBezTo>
                    <a:pt x="291" y="81"/>
                    <a:pt x="291" y="81"/>
                    <a:pt x="292" y="81"/>
                  </a:cubicBezTo>
                  <a:cubicBezTo>
                    <a:pt x="291" y="80"/>
                    <a:pt x="292" y="80"/>
                    <a:pt x="292" y="80"/>
                  </a:cubicBezTo>
                  <a:cubicBezTo>
                    <a:pt x="291" y="79"/>
                    <a:pt x="291" y="79"/>
                    <a:pt x="291" y="79"/>
                  </a:cubicBezTo>
                  <a:cubicBezTo>
                    <a:pt x="291" y="78"/>
                    <a:pt x="291" y="78"/>
                    <a:pt x="291" y="77"/>
                  </a:cubicBezTo>
                  <a:cubicBezTo>
                    <a:pt x="291" y="76"/>
                    <a:pt x="291" y="76"/>
                    <a:pt x="291" y="75"/>
                  </a:cubicBezTo>
                  <a:cubicBezTo>
                    <a:pt x="292" y="75"/>
                    <a:pt x="291" y="75"/>
                    <a:pt x="290" y="75"/>
                  </a:cubicBezTo>
                  <a:cubicBezTo>
                    <a:pt x="290" y="75"/>
                    <a:pt x="291" y="74"/>
                    <a:pt x="291" y="74"/>
                  </a:cubicBezTo>
                  <a:cubicBezTo>
                    <a:pt x="291" y="74"/>
                    <a:pt x="291" y="75"/>
                    <a:pt x="292" y="74"/>
                  </a:cubicBezTo>
                  <a:cubicBezTo>
                    <a:pt x="292" y="77"/>
                    <a:pt x="293" y="73"/>
                    <a:pt x="293" y="73"/>
                  </a:cubicBezTo>
                  <a:cubicBezTo>
                    <a:pt x="293" y="73"/>
                    <a:pt x="293" y="73"/>
                    <a:pt x="294" y="72"/>
                  </a:cubicBezTo>
                  <a:cubicBezTo>
                    <a:pt x="294" y="72"/>
                    <a:pt x="293" y="72"/>
                    <a:pt x="293" y="72"/>
                  </a:cubicBezTo>
                  <a:cubicBezTo>
                    <a:pt x="293" y="71"/>
                    <a:pt x="294" y="71"/>
                    <a:pt x="293" y="71"/>
                  </a:cubicBezTo>
                  <a:cubicBezTo>
                    <a:pt x="293" y="70"/>
                    <a:pt x="293" y="70"/>
                    <a:pt x="293" y="70"/>
                  </a:cubicBezTo>
                  <a:cubicBezTo>
                    <a:pt x="294" y="70"/>
                    <a:pt x="294" y="69"/>
                    <a:pt x="294" y="69"/>
                  </a:cubicBezTo>
                  <a:cubicBezTo>
                    <a:pt x="293" y="69"/>
                    <a:pt x="294" y="68"/>
                    <a:pt x="294" y="68"/>
                  </a:cubicBezTo>
                  <a:cubicBezTo>
                    <a:pt x="294" y="68"/>
                    <a:pt x="292" y="69"/>
                    <a:pt x="292" y="69"/>
                  </a:cubicBezTo>
                  <a:cubicBezTo>
                    <a:pt x="292" y="69"/>
                    <a:pt x="292" y="69"/>
                    <a:pt x="292" y="69"/>
                  </a:cubicBezTo>
                  <a:cubicBezTo>
                    <a:pt x="292" y="69"/>
                    <a:pt x="292" y="69"/>
                    <a:pt x="292" y="69"/>
                  </a:cubicBezTo>
                  <a:cubicBezTo>
                    <a:pt x="292" y="69"/>
                    <a:pt x="291" y="70"/>
                    <a:pt x="291" y="70"/>
                  </a:cubicBezTo>
                  <a:cubicBezTo>
                    <a:pt x="291" y="69"/>
                    <a:pt x="292" y="68"/>
                    <a:pt x="291" y="68"/>
                  </a:cubicBezTo>
                  <a:cubicBezTo>
                    <a:pt x="291" y="68"/>
                    <a:pt x="291" y="68"/>
                    <a:pt x="291" y="68"/>
                  </a:cubicBezTo>
                  <a:cubicBezTo>
                    <a:pt x="291" y="68"/>
                    <a:pt x="291" y="68"/>
                    <a:pt x="291" y="68"/>
                  </a:cubicBezTo>
                  <a:cubicBezTo>
                    <a:pt x="292" y="67"/>
                    <a:pt x="292" y="68"/>
                    <a:pt x="292" y="68"/>
                  </a:cubicBezTo>
                  <a:cubicBezTo>
                    <a:pt x="293" y="67"/>
                    <a:pt x="292" y="67"/>
                    <a:pt x="291" y="67"/>
                  </a:cubicBezTo>
                  <a:cubicBezTo>
                    <a:pt x="291" y="67"/>
                    <a:pt x="292" y="66"/>
                    <a:pt x="291" y="66"/>
                  </a:cubicBezTo>
                  <a:cubicBezTo>
                    <a:pt x="290" y="66"/>
                    <a:pt x="290" y="67"/>
                    <a:pt x="289" y="67"/>
                  </a:cubicBezTo>
                  <a:cubicBezTo>
                    <a:pt x="289" y="66"/>
                    <a:pt x="290" y="66"/>
                    <a:pt x="290" y="66"/>
                  </a:cubicBezTo>
                  <a:cubicBezTo>
                    <a:pt x="290" y="66"/>
                    <a:pt x="290" y="65"/>
                    <a:pt x="290" y="65"/>
                  </a:cubicBezTo>
                  <a:cubicBezTo>
                    <a:pt x="289" y="66"/>
                    <a:pt x="289" y="65"/>
                    <a:pt x="289" y="65"/>
                  </a:cubicBezTo>
                  <a:cubicBezTo>
                    <a:pt x="288" y="65"/>
                    <a:pt x="289" y="66"/>
                    <a:pt x="288" y="66"/>
                  </a:cubicBezTo>
                  <a:cubicBezTo>
                    <a:pt x="287" y="66"/>
                    <a:pt x="287" y="65"/>
                    <a:pt x="288" y="65"/>
                  </a:cubicBezTo>
                  <a:cubicBezTo>
                    <a:pt x="288" y="65"/>
                    <a:pt x="288" y="65"/>
                    <a:pt x="288" y="64"/>
                  </a:cubicBezTo>
                  <a:cubicBezTo>
                    <a:pt x="288" y="64"/>
                    <a:pt x="288" y="64"/>
                    <a:pt x="288" y="64"/>
                  </a:cubicBezTo>
                  <a:cubicBezTo>
                    <a:pt x="288" y="64"/>
                    <a:pt x="288" y="64"/>
                    <a:pt x="288" y="64"/>
                  </a:cubicBezTo>
                  <a:cubicBezTo>
                    <a:pt x="288" y="64"/>
                    <a:pt x="288" y="64"/>
                    <a:pt x="287" y="64"/>
                  </a:cubicBezTo>
                  <a:cubicBezTo>
                    <a:pt x="287" y="64"/>
                    <a:pt x="287" y="64"/>
                    <a:pt x="287" y="64"/>
                  </a:cubicBezTo>
                  <a:cubicBezTo>
                    <a:pt x="287" y="64"/>
                    <a:pt x="287" y="65"/>
                    <a:pt x="287" y="65"/>
                  </a:cubicBezTo>
                  <a:cubicBezTo>
                    <a:pt x="286" y="65"/>
                    <a:pt x="286" y="66"/>
                    <a:pt x="286" y="66"/>
                  </a:cubicBezTo>
                  <a:cubicBezTo>
                    <a:pt x="286" y="66"/>
                    <a:pt x="285" y="66"/>
                    <a:pt x="285" y="66"/>
                  </a:cubicBezTo>
                  <a:cubicBezTo>
                    <a:pt x="285" y="65"/>
                    <a:pt x="286" y="65"/>
                    <a:pt x="286" y="65"/>
                  </a:cubicBezTo>
                  <a:cubicBezTo>
                    <a:pt x="286" y="64"/>
                    <a:pt x="285" y="64"/>
                    <a:pt x="286" y="63"/>
                  </a:cubicBezTo>
                  <a:cubicBezTo>
                    <a:pt x="286" y="64"/>
                    <a:pt x="286" y="64"/>
                    <a:pt x="286" y="64"/>
                  </a:cubicBezTo>
                  <a:cubicBezTo>
                    <a:pt x="286" y="64"/>
                    <a:pt x="286" y="62"/>
                    <a:pt x="286" y="62"/>
                  </a:cubicBezTo>
                  <a:cubicBezTo>
                    <a:pt x="286" y="62"/>
                    <a:pt x="286" y="61"/>
                    <a:pt x="286" y="61"/>
                  </a:cubicBezTo>
                  <a:cubicBezTo>
                    <a:pt x="286" y="61"/>
                    <a:pt x="286" y="61"/>
                    <a:pt x="285" y="62"/>
                  </a:cubicBezTo>
                  <a:cubicBezTo>
                    <a:pt x="285" y="61"/>
                    <a:pt x="285" y="61"/>
                    <a:pt x="285" y="61"/>
                  </a:cubicBezTo>
                  <a:cubicBezTo>
                    <a:pt x="285" y="61"/>
                    <a:pt x="285" y="61"/>
                    <a:pt x="285" y="61"/>
                  </a:cubicBezTo>
                  <a:cubicBezTo>
                    <a:pt x="285" y="61"/>
                    <a:pt x="285" y="60"/>
                    <a:pt x="286" y="60"/>
                  </a:cubicBezTo>
                  <a:cubicBezTo>
                    <a:pt x="286" y="60"/>
                    <a:pt x="286" y="61"/>
                    <a:pt x="286" y="60"/>
                  </a:cubicBezTo>
                  <a:cubicBezTo>
                    <a:pt x="286" y="60"/>
                    <a:pt x="287" y="59"/>
                    <a:pt x="287" y="59"/>
                  </a:cubicBezTo>
                  <a:cubicBezTo>
                    <a:pt x="287" y="59"/>
                    <a:pt x="286" y="59"/>
                    <a:pt x="286" y="59"/>
                  </a:cubicBezTo>
                  <a:cubicBezTo>
                    <a:pt x="285" y="59"/>
                    <a:pt x="285" y="60"/>
                    <a:pt x="285" y="60"/>
                  </a:cubicBezTo>
                  <a:cubicBezTo>
                    <a:pt x="285" y="60"/>
                    <a:pt x="284" y="60"/>
                    <a:pt x="284" y="60"/>
                  </a:cubicBezTo>
                  <a:cubicBezTo>
                    <a:pt x="283" y="60"/>
                    <a:pt x="284" y="62"/>
                    <a:pt x="284" y="62"/>
                  </a:cubicBezTo>
                  <a:cubicBezTo>
                    <a:pt x="284" y="63"/>
                    <a:pt x="285" y="64"/>
                    <a:pt x="285" y="65"/>
                  </a:cubicBezTo>
                  <a:cubicBezTo>
                    <a:pt x="285" y="66"/>
                    <a:pt x="284" y="67"/>
                    <a:pt x="283" y="68"/>
                  </a:cubicBezTo>
                  <a:cubicBezTo>
                    <a:pt x="282" y="68"/>
                    <a:pt x="283" y="69"/>
                    <a:pt x="283" y="69"/>
                  </a:cubicBezTo>
                  <a:cubicBezTo>
                    <a:pt x="283" y="69"/>
                    <a:pt x="283" y="69"/>
                    <a:pt x="283" y="70"/>
                  </a:cubicBezTo>
                  <a:cubicBezTo>
                    <a:pt x="283" y="70"/>
                    <a:pt x="283" y="69"/>
                    <a:pt x="284" y="69"/>
                  </a:cubicBezTo>
                  <a:cubicBezTo>
                    <a:pt x="283" y="70"/>
                    <a:pt x="283" y="70"/>
                    <a:pt x="283" y="70"/>
                  </a:cubicBezTo>
                  <a:cubicBezTo>
                    <a:pt x="283" y="70"/>
                    <a:pt x="283" y="71"/>
                    <a:pt x="283" y="71"/>
                  </a:cubicBezTo>
                  <a:cubicBezTo>
                    <a:pt x="283" y="71"/>
                    <a:pt x="283" y="72"/>
                    <a:pt x="284" y="71"/>
                  </a:cubicBezTo>
                  <a:cubicBezTo>
                    <a:pt x="284" y="71"/>
                    <a:pt x="285" y="70"/>
                    <a:pt x="285" y="70"/>
                  </a:cubicBezTo>
                  <a:cubicBezTo>
                    <a:pt x="285" y="70"/>
                    <a:pt x="286" y="70"/>
                    <a:pt x="286" y="70"/>
                  </a:cubicBezTo>
                  <a:cubicBezTo>
                    <a:pt x="286" y="70"/>
                    <a:pt x="286" y="69"/>
                    <a:pt x="286" y="69"/>
                  </a:cubicBezTo>
                  <a:cubicBezTo>
                    <a:pt x="286" y="69"/>
                    <a:pt x="286" y="70"/>
                    <a:pt x="287" y="69"/>
                  </a:cubicBezTo>
                  <a:cubicBezTo>
                    <a:pt x="286" y="70"/>
                    <a:pt x="286" y="70"/>
                    <a:pt x="285" y="71"/>
                  </a:cubicBezTo>
                  <a:cubicBezTo>
                    <a:pt x="285" y="70"/>
                    <a:pt x="285" y="70"/>
                    <a:pt x="285" y="71"/>
                  </a:cubicBezTo>
                  <a:cubicBezTo>
                    <a:pt x="285" y="70"/>
                    <a:pt x="284" y="71"/>
                    <a:pt x="284" y="71"/>
                  </a:cubicBezTo>
                  <a:cubicBezTo>
                    <a:pt x="283" y="72"/>
                    <a:pt x="283" y="72"/>
                    <a:pt x="283" y="73"/>
                  </a:cubicBezTo>
                  <a:cubicBezTo>
                    <a:pt x="284" y="75"/>
                    <a:pt x="284" y="77"/>
                    <a:pt x="284" y="78"/>
                  </a:cubicBezTo>
                  <a:cubicBezTo>
                    <a:pt x="284" y="79"/>
                    <a:pt x="284" y="82"/>
                    <a:pt x="285" y="81"/>
                  </a:cubicBezTo>
                  <a:cubicBezTo>
                    <a:pt x="286" y="80"/>
                    <a:pt x="285" y="79"/>
                    <a:pt x="285" y="78"/>
                  </a:cubicBezTo>
                  <a:cubicBezTo>
                    <a:pt x="285" y="79"/>
                    <a:pt x="286" y="78"/>
                    <a:pt x="286" y="79"/>
                  </a:cubicBezTo>
                  <a:cubicBezTo>
                    <a:pt x="286" y="79"/>
                    <a:pt x="286" y="79"/>
                    <a:pt x="286" y="79"/>
                  </a:cubicBezTo>
                  <a:cubicBezTo>
                    <a:pt x="287" y="80"/>
                    <a:pt x="287" y="79"/>
                    <a:pt x="287" y="79"/>
                  </a:cubicBezTo>
                  <a:cubicBezTo>
                    <a:pt x="287" y="79"/>
                    <a:pt x="287" y="78"/>
                    <a:pt x="287" y="78"/>
                  </a:cubicBezTo>
                  <a:cubicBezTo>
                    <a:pt x="287" y="79"/>
                    <a:pt x="287" y="79"/>
                    <a:pt x="287" y="79"/>
                  </a:cubicBezTo>
                  <a:cubicBezTo>
                    <a:pt x="288" y="79"/>
                    <a:pt x="288" y="79"/>
                    <a:pt x="289" y="78"/>
                  </a:cubicBezTo>
                  <a:cubicBezTo>
                    <a:pt x="289" y="79"/>
                    <a:pt x="288" y="79"/>
                    <a:pt x="288" y="79"/>
                  </a:cubicBezTo>
                  <a:cubicBezTo>
                    <a:pt x="288" y="79"/>
                    <a:pt x="288" y="80"/>
                    <a:pt x="287" y="80"/>
                  </a:cubicBezTo>
                  <a:cubicBezTo>
                    <a:pt x="287" y="80"/>
                    <a:pt x="287" y="80"/>
                    <a:pt x="287" y="80"/>
                  </a:cubicBezTo>
                  <a:cubicBezTo>
                    <a:pt x="286" y="80"/>
                    <a:pt x="288" y="80"/>
                    <a:pt x="289" y="80"/>
                  </a:cubicBezTo>
                  <a:cubicBezTo>
                    <a:pt x="288" y="80"/>
                    <a:pt x="287" y="80"/>
                    <a:pt x="286" y="81"/>
                  </a:cubicBezTo>
                  <a:cubicBezTo>
                    <a:pt x="286" y="81"/>
                    <a:pt x="287" y="81"/>
                    <a:pt x="287" y="81"/>
                  </a:cubicBezTo>
                  <a:cubicBezTo>
                    <a:pt x="287" y="81"/>
                    <a:pt x="287" y="81"/>
                    <a:pt x="288" y="81"/>
                  </a:cubicBezTo>
                  <a:cubicBezTo>
                    <a:pt x="287" y="81"/>
                    <a:pt x="287" y="84"/>
                    <a:pt x="286" y="84"/>
                  </a:cubicBezTo>
                  <a:cubicBezTo>
                    <a:pt x="285" y="84"/>
                    <a:pt x="286" y="81"/>
                    <a:pt x="285" y="82"/>
                  </a:cubicBezTo>
                  <a:cubicBezTo>
                    <a:pt x="285" y="81"/>
                    <a:pt x="285" y="82"/>
                    <a:pt x="285" y="82"/>
                  </a:cubicBezTo>
                  <a:cubicBezTo>
                    <a:pt x="284" y="83"/>
                    <a:pt x="285" y="83"/>
                    <a:pt x="285" y="84"/>
                  </a:cubicBezTo>
                  <a:cubicBezTo>
                    <a:pt x="285" y="84"/>
                    <a:pt x="285" y="85"/>
                    <a:pt x="285" y="86"/>
                  </a:cubicBezTo>
                  <a:cubicBezTo>
                    <a:pt x="284" y="86"/>
                    <a:pt x="284" y="88"/>
                    <a:pt x="284" y="88"/>
                  </a:cubicBezTo>
                  <a:cubicBezTo>
                    <a:pt x="284" y="88"/>
                    <a:pt x="285" y="88"/>
                    <a:pt x="285" y="88"/>
                  </a:cubicBezTo>
                  <a:cubicBezTo>
                    <a:pt x="285" y="88"/>
                    <a:pt x="287" y="87"/>
                    <a:pt x="287" y="87"/>
                  </a:cubicBezTo>
                  <a:cubicBezTo>
                    <a:pt x="287" y="87"/>
                    <a:pt x="286" y="87"/>
                    <a:pt x="286" y="88"/>
                  </a:cubicBezTo>
                  <a:cubicBezTo>
                    <a:pt x="286" y="88"/>
                    <a:pt x="287" y="88"/>
                    <a:pt x="287" y="88"/>
                  </a:cubicBezTo>
                  <a:cubicBezTo>
                    <a:pt x="287" y="88"/>
                    <a:pt x="287" y="88"/>
                    <a:pt x="287" y="89"/>
                  </a:cubicBezTo>
                  <a:cubicBezTo>
                    <a:pt x="287" y="88"/>
                    <a:pt x="286" y="89"/>
                    <a:pt x="286" y="89"/>
                  </a:cubicBezTo>
                  <a:cubicBezTo>
                    <a:pt x="286" y="89"/>
                    <a:pt x="285" y="89"/>
                    <a:pt x="285" y="89"/>
                  </a:cubicBezTo>
                  <a:cubicBezTo>
                    <a:pt x="285" y="90"/>
                    <a:pt x="285" y="90"/>
                    <a:pt x="285" y="90"/>
                  </a:cubicBezTo>
                  <a:cubicBezTo>
                    <a:pt x="285" y="90"/>
                    <a:pt x="285" y="88"/>
                    <a:pt x="285" y="88"/>
                  </a:cubicBezTo>
                  <a:cubicBezTo>
                    <a:pt x="284" y="88"/>
                    <a:pt x="284" y="89"/>
                    <a:pt x="284" y="89"/>
                  </a:cubicBezTo>
                  <a:cubicBezTo>
                    <a:pt x="284" y="90"/>
                    <a:pt x="284" y="91"/>
                    <a:pt x="284" y="92"/>
                  </a:cubicBezTo>
                  <a:cubicBezTo>
                    <a:pt x="284" y="92"/>
                    <a:pt x="284" y="91"/>
                    <a:pt x="284" y="91"/>
                  </a:cubicBezTo>
                  <a:cubicBezTo>
                    <a:pt x="284" y="92"/>
                    <a:pt x="283" y="92"/>
                    <a:pt x="283" y="93"/>
                  </a:cubicBezTo>
                  <a:cubicBezTo>
                    <a:pt x="283" y="93"/>
                    <a:pt x="283" y="93"/>
                    <a:pt x="283" y="94"/>
                  </a:cubicBezTo>
                  <a:cubicBezTo>
                    <a:pt x="283" y="94"/>
                    <a:pt x="282" y="95"/>
                    <a:pt x="282" y="96"/>
                  </a:cubicBezTo>
                  <a:cubicBezTo>
                    <a:pt x="282" y="97"/>
                    <a:pt x="282" y="96"/>
                    <a:pt x="283" y="96"/>
                  </a:cubicBezTo>
                  <a:cubicBezTo>
                    <a:pt x="283" y="96"/>
                    <a:pt x="283" y="97"/>
                    <a:pt x="282" y="97"/>
                  </a:cubicBezTo>
                  <a:cubicBezTo>
                    <a:pt x="281" y="97"/>
                    <a:pt x="280" y="98"/>
                    <a:pt x="280" y="99"/>
                  </a:cubicBezTo>
                  <a:cubicBezTo>
                    <a:pt x="280" y="99"/>
                    <a:pt x="281" y="98"/>
                    <a:pt x="281" y="98"/>
                  </a:cubicBezTo>
                  <a:cubicBezTo>
                    <a:pt x="281" y="99"/>
                    <a:pt x="280" y="99"/>
                    <a:pt x="280" y="100"/>
                  </a:cubicBezTo>
                  <a:cubicBezTo>
                    <a:pt x="281" y="99"/>
                    <a:pt x="281" y="100"/>
                    <a:pt x="280" y="100"/>
                  </a:cubicBezTo>
                  <a:cubicBezTo>
                    <a:pt x="279" y="100"/>
                    <a:pt x="279" y="100"/>
                    <a:pt x="279" y="100"/>
                  </a:cubicBezTo>
                  <a:cubicBezTo>
                    <a:pt x="278" y="100"/>
                    <a:pt x="278" y="101"/>
                    <a:pt x="278" y="101"/>
                  </a:cubicBezTo>
                  <a:cubicBezTo>
                    <a:pt x="277" y="103"/>
                    <a:pt x="276" y="102"/>
                    <a:pt x="275" y="105"/>
                  </a:cubicBezTo>
                  <a:cubicBezTo>
                    <a:pt x="274" y="106"/>
                    <a:pt x="273" y="107"/>
                    <a:pt x="272" y="108"/>
                  </a:cubicBezTo>
                  <a:cubicBezTo>
                    <a:pt x="271" y="109"/>
                    <a:pt x="270" y="109"/>
                    <a:pt x="269" y="109"/>
                  </a:cubicBezTo>
                  <a:cubicBezTo>
                    <a:pt x="269" y="109"/>
                    <a:pt x="269" y="109"/>
                    <a:pt x="269" y="109"/>
                  </a:cubicBezTo>
                  <a:cubicBezTo>
                    <a:pt x="268" y="110"/>
                    <a:pt x="267" y="110"/>
                    <a:pt x="267" y="110"/>
                  </a:cubicBezTo>
                  <a:cubicBezTo>
                    <a:pt x="266" y="110"/>
                    <a:pt x="264" y="111"/>
                    <a:pt x="263" y="112"/>
                  </a:cubicBezTo>
                  <a:cubicBezTo>
                    <a:pt x="262" y="112"/>
                    <a:pt x="261" y="113"/>
                    <a:pt x="261" y="115"/>
                  </a:cubicBezTo>
                  <a:cubicBezTo>
                    <a:pt x="261" y="116"/>
                    <a:pt x="262" y="116"/>
                    <a:pt x="263" y="116"/>
                  </a:cubicBezTo>
                  <a:cubicBezTo>
                    <a:pt x="264" y="116"/>
                    <a:pt x="264" y="117"/>
                    <a:pt x="265" y="118"/>
                  </a:cubicBezTo>
                  <a:cubicBezTo>
                    <a:pt x="265" y="119"/>
                    <a:pt x="266" y="119"/>
                    <a:pt x="266" y="119"/>
                  </a:cubicBezTo>
                  <a:cubicBezTo>
                    <a:pt x="267" y="119"/>
                    <a:pt x="268" y="119"/>
                    <a:pt x="268" y="120"/>
                  </a:cubicBezTo>
                  <a:cubicBezTo>
                    <a:pt x="269" y="122"/>
                    <a:pt x="268" y="124"/>
                    <a:pt x="267" y="125"/>
                  </a:cubicBezTo>
                  <a:cubicBezTo>
                    <a:pt x="266" y="126"/>
                    <a:pt x="265" y="127"/>
                    <a:pt x="264" y="128"/>
                  </a:cubicBezTo>
                  <a:cubicBezTo>
                    <a:pt x="262" y="129"/>
                    <a:pt x="261" y="130"/>
                    <a:pt x="260" y="131"/>
                  </a:cubicBezTo>
                  <a:cubicBezTo>
                    <a:pt x="259" y="132"/>
                    <a:pt x="258" y="132"/>
                    <a:pt x="258" y="132"/>
                  </a:cubicBezTo>
                  <a:cubicBezTo>
                    <a:pt x="258" y="133"/>
                    <a:pt x="257" y="133"/>
                    <a:pt x="257" y="133"/>
                  </a:cubicBezTo>
                  <a:cubicBezTo>
                    <a:pt x="256" y="133"/>
                    <a:pt x="256" y="134"/>
                    <a:pt x="255" y="134"/>
                  </a:cubicBezTo>
                  <a:cubicBezTo>
                    <a:pt x="255" y="134"/>
                    <a:pt x="254" y="135"/>
                    <a:pt x="254" y="135"/>
                  </a:cubicBezTo>
                  <a:cubicBezTo>
                    <a:pt x="255" y="136"/>
                    <a:pt x="256" y="135"/>
                    <a:pt x="256" y="135"/>
                  </a:cubicBezTo>
                  <a:cubicBezTo>
                    <a:pt x="256" y="135"/>
                    <a:pt x="256" y="134"/>
                    <a:pt x="256" y="134"/>
                  </a:cubicBezTo>
                  <a:cubicBezTo>
                    <a:pt x="257" y="134"/>
                    <a:pt x="257" y="135"/>
                    <a:pt x="256" y="135"/>
                  </a:cubicBezTo>
                  <a:cubicBezTo>
                    <a:pt x="256" y="135"/>
                    <a:pt x="256" y="136"/>
                    <a:pt x="256" y="136"/>
                  </a:cubicBezTo>
                  <a:cubicBezTo>
                    <a:pt x="256" y="136"/>
                    <a:pt x="258" y="136"/>
                    <a:pt x="258" y="136"/>
                  </a:cubicBezTo>
                  <a:cubicBezTo>
                    <a:pt x="258" y="136"/>
                    <a:pt x="258" y="136"/>
                    <a:pt x="258" y="136"/>
                  </a:cubicBezTo>
                  <a:cubicBezTo>
                    <a:pt x="258" y="137"/>
                    <a:pt x="258" y="137"/>
                    <a:pt x="258" y="137"/>
                  </a:cubicBezTo>
                  <a:cubicBezTo>
                    <a:pt x="257" y="138"/>
                    <a:pt x="258" y="138"/>
                    <a:pt x="259" y="138"/>
                  </a:cubicBezTo>
                  <a:cubicBezTo>
                    <a:pt x="260" y="137"/>
                    <a:pt x="262" y="137"/>
                    <a:pt x="263" y="136"/>
                  </a:cubicBezTo>
                  <a:cubicBezTo>
                    <a:pt x="267" y="134"/>
                    <a:pt x="270" y="132"/>
                    <a:pt x="273" y="129"/>
                  </a:cubicBezTo>
                  <a:cubicBezTo>
                    <a:pt x="275" y="128"/>
                    <a:pt x="276" y="127"/>
                    <a:pt x="278" y="126"/>
                  </a:cubicBezTo>
                  <a:cubicBezTo>
                    <a:pt x="279" y="126"/>
                    <a:pt x="279" y="125"/>
                    <a:pt x="280" y="124"/>
                  </a:cubicBezTo>
                  <a:cubicBezTo>
                    <a:pt x="281" y="124"/>
                    <a:pt x="281" y="123"/>
                    <a:pt x="282" y="123"/>
                  </a:cubicBezTo>
                  <a:cubicBezTo>
                    <a:pt x="284" y="122"/>
                    <a:pt x="285" y="121"/>
                    <a:pt x="286" y="120"/>
                  </a:cubicBezTo>
                  <a:cubicBezTo>
                    <a:pt x="287" y="119"/>
                    <a:pt x="287" y="118"/>
                    <a:pt x="288" y="118"/>
                  </a:cubicBezTo>
                  <a:cubicBezTo>
                    <a:pt x="288" y="118"/>
                    <a:pt x="289" y="117"/>
                    <a:pt x="289" y="117"/>
                  </a:cubicBezTo>
                  <a:cubicBezTo>
                    <a:pt x="288" y="117"/>
                    <a:pt x="288" y="116"/>
                    <a:pt x="288" y="116"/>
                  </a:cubicBezTo>
                  <a:cubicBezTo>
                    <a:pt x="288" y="116"/>
                    <a:pt x="289" y="115"/>
                    <a:pt x="289" y="115"/>
                  </a:cubicBezTo>
                  <a:cubicBezTo>
                    <a:pt x="288" y="115"/>
                    <a:pt x="289" y="115"/>
                    <a:pt x="289" y="115"/>
                  </a:cubicBezTo>
                  <a:cubicBezTo>
                    <a:pt x="289" y="113"/>
                    <a:pt x="291" y="112"/>
                    <a:pt x="293" y="112"/>
                  </a:cubicBezTo>
                  <a:cubicBezTo>
                    <a:pt x="294" y="111"/>
                    <a:pt x="296" y="110"/>
                    <a:pt x="298" y="110"/>
                  </a:cubicBezTo>
                  <a:cubicBezTo>
                    <a:pt x="299" y="110"/>
                    <a:pt x="300" y="110"/>
                    <a:pt x="300" y="111"/>
                  </a:cubicBezTo>
                  <a:cubicBezTo>
                    <a:pt x="300" y="111"/>
                    <a:pt x="299" y="112"/>
                    <a:pt x="299" y="112"/>
                  </a:cubicBezTo>
                  <a:cubicBezTo>
                    <a:pt x="299" y="112"/>
                    <a:pt x="300" y="112"/>
                    <a:pt x="301" y="111"/>
                  </a:cubicBezTo>
                  <a:cubicBezTo>
                    <a:pt x="302" y="111"/>
                    <a:pt x="300" y="110"/>
                    <a:pt x="301" y="110"/>
                  </a:cubicBezTo>
                  <a:cubicBezTo>
                    <a:pt x="302" y="109"/>
                    <a:pt x="303" y="108"/>
                    <a:pt x="304" y="107"/>
                  </a:cubicBezTo>
                  <a:cubicBezTo>
                    <a:pt x="304" y="106"/>
                    <a:pt x="304" y="106"/>
                    <a:pt x="305" y="106"/>
                  </a:cubicBezTo>
                  <a:cubicBezTo>
                    <a:pt x="305" y="106"/>
                    <a:pt x="306" y="106"/>
                    <a:pt x="306" y="106"/>
                  </a:cubicBezTo>
                  <a:cubicBezTo>
                    <a:pt x="307" y="105"/>
                    <a:pt x="308" y="104"/>
                    <a:pt x="309" y="103"/>
                  </a:cubicBezTo>
                  <a:cubicBezTo>
                    <a:pt x="310" y="103"/>
                    <a:pt x="309" y="103"/>
                    <a:pt x="309" y="103"/>
                  </a:cubicBezTo>
                  <a:cubicBezTo>
                    <a:pt x="310" y="103"/>
                    <a:pt x="310" y="103"/>
                    <a:pt x="310" y="102"/>
                  </a:cubicBezTo>
                  <a:cubicBezTo>
                    <a:pt x="310" y="102"/>
                    <a:pt x="310" y="102"/>
                    <a:pt x="311" y="101"/>
                  </a:cubicBezTo>
                  <a:cubicBezTo>
                    <a:pt x="311" y="100"/>
                    <a:pt x="312" y="100"/>
                    <a:pt x="312" y="99"/>
                  </a:cubicBezTo>
                  <a:cubicBezTo>
                    <a:pt x="313" y="98"/>
                    <a:pt x="314" y="97"/>
                    <a:pt x="315" y="96"/>
                  </a:cubicBezTo>
                  <a:cubicBezTo>
                    <a:pt x="315" y="97"/>
                    <a:pt x="314" y="97"/>
                    <a:pt x="314" y="97"/>
                  </a:cubicBezTo>
                  <a:cubicBezTo>
                    <a:pt x="314" y="96"/>
                    <a:pt x="317" y="96"/>
                    <a:pt x="316" y="95"/>
                  </a:cubicBezTo>
                  <a:cubicBezTo>
                    <a:pt x="316" y="95"/>
                    <a:pt x="314" y="95"/>
                    <a:pt x="315" y="94"/>
                  </a:cubicBezTo>
                  <a:close/>
                  <a:moveTo>
                    <a:pt x="253" y="131"/>
                  </a:moveTo>
                  <a:cubicBezTo>
                    <a:pt x="253" y="131"/>
                    <a:pt x="252" y="132"/>
                    <a:pt x="252" y="132"/>
                  </a:cubicBezTo>
                  <a:cubicBezTo>
                    <a:pt x="252" y="131"/>
                    <a:pt x="252" y="131"/>
                    <a:pt x="252" y="131"/>
                  </a:cubicBezTo>
                  <a:cubicBezTo>
                    <a:pt x="251" y="131"/>
                    <a:pt x="251" y="132"/>
                    <a:pt x="251" y="132"/>
                  </a:cubicBezTo>
                  <a:cubicBezTo>
                    <a:pt x="251" y="132"/>
                    <a:pt x="251" y="132"/>
                    <a:pt x="251" y="132"/>
                  </a:cubicBezTo>
                  <a:cubicBezTo>
                    <a:pt x="251" y="132"/>
                    <a:pt x="251" y="133"/>
                    <a:pt x="250" y="133"/>
                  </a:cubicBezTo>
                  <a:cubicBezTo>
                    <a:pt x="250" y="133"/>
                    <a:pt x="250" y="132"/>
                    <a:pt x="250" y="132"/>
                  </a:cubicBezTo>
                  <a:cubicBezTo>
                    <a:pt x="250" y="133"/>
                    <a:pt x="249" y="133"/>
                    <a:pt x="249" y="134"/>
                  </a:cubicBezTo>
                  <a:cubicBezTo>
                    <a:pt x="249" y="134"/>
                    <a:pt x="250" y="133"/>
                    <a:pt x="251" y="133"/>
                  </a:cubicBezTo>
                  <a:cubicBezTo>
                    <a:pt x="250" y="134"/>
                    <a:pt x="249" y="134"/>
                    <a:pt x="249" y="134"/>
                  </a:cubicBezTo>
                  <a:cubicBezTo>
                    <a:pt x="249" y="134"/>
                    <a:pt x="247" y="135"/>
                    <a:pt x="247" y="134"/>
                  </a:cubicBezTo>
                  <a:cubicBezTo>
                    <a:pt x="247" y="134"/>
                    <a:pt x="249" y="133"/>
                    <a:pt x="249" y="133"/>
                  </a:cubicBezTo>
                  <a:cubicBezTo>
                    <a:pt x="249" y="133"/>
                    <a:pt x="250" y="132"/>
                    <a:pt x="250" y="132"/>
                  </a:cubicBezTo>
                  <a:cubicBezTo>
                    <a:pt x="250" y="132"/>
                    <a:pt x="249" y="132"/>
                    <a:pt x="249" y="132"/>
                  </a:cubicBezTo>
                  <a:cubicBezTo>
                    <a:pt x="249" y="132"/>
                    <a:pt x="250" y="132"/>
                    <a:pt x="251" y="131"/>
                  </a:cubicBezTo>
                  <a:cubicBezTo>
                    <a:pt x="251" y="131"/>
                    <a:pt x="252" y="131"/>
                    <a:pt x="252" y="130"/>
                  </a:cubicBezTo>
                  <a:cubicBezTo>
                    <a:pt x="252" y="130"/>
                    <a:pt x="250" y="131"/>
                    <a:pt x="250" y="131"/>
                  </a:cubicBezTo>
                  <a:cubicBezTo>
                    <a:pt x="250" y="131"/>
                    <a:pt x="249" y="131"/>
                    <a:pt x="249" y="131"/>
                  </a:cubicBezTo>
                  <a:cubicBezTo>
                    <a:pt x="249" y="131"/>
                    <a:pt x="248" y="132"/>
                    <a:pt x="249" y="132"/>
                  </a:cubicBezTo>
                  <a:cubicBezTo>
                    <a:pt x="248" y="132"/>
                    <a:pt x="248" y="133"/>
                    <a:pt x="247" y="132"/>
                  </a:cubicBezTo>
                  <a:cubicBezTo>
                    <a:pt x="247" y="132"/>
                    <a:pt x="246" y="133"/>
                    <a:pt x="246" y="133"/>
                  </a:cubicBezTo>
                  <a:cubicBezTo>
                    <a:pt x="245" y="133"/>
                    <a:pt x="244" y="133"/>
                    <a:pt x="244" y="134"/>
                  </a:cubicBezTo>
                  <a:cubicBezTo>
                    <a:pt x="243" y="134"/>
                    <a:pt x="243" y="135"/>
                    <a:pt x="242" y="135"/>
                  </a:cubicBezTo>
                  <a:cubicBezTo>
                    <a:pt x="241" y="135"/>
                    <a:pt x="242" y="133"/>
                    <a:pt x="242" y="132"/>
                  </a:cubicBezTo>
                  <a:cubicBezTo>
                    <a:pt x="242" y="131"/>
                    <a:pt x="243" y="131"/>
                    <a:pt x="244" y="130"/>
                  </a:cubicBezTo>
                  <a:cubicBezTo>
                    <a:pt x="244" y="130"/>
                    <a:pt x="244" y="129"/>
                    <a:pt x="244" y="129"/>
                  </a:cubicBezTo>
                  <a:cubicBezTo>
                    <a:pt x="244" y="129"/>
                    <a:pt x="242" y="130"/>
                    <a:pt x="242" y="129"/>
                  </a:cubicBezTo>
                  <a:cubicBezTo>
                    <a:pt x="242" y="129"/>
                    <a:pt x="242" y="128"/>
                    <a:pt x="242" y="127"/>
                  </a:cubicBezTo>
                  <a:cubicBezTo>
                    <a:pt x="243" y="127"/>
                    <a:pt x="244" y="126"/>
                    <a:pt x="245" y="126"/>
                  </a:cubicBezTo>
                  <a:cubicBezTo>
                    <a:pt x="245" y="126"/>
                    <a:pt x="246" y="127"/>
                    <a:pt x="246" y="126"/>
                  </a:cubicBezTo>
                  <a:cubicBezTo>
                    <a:pt x="246" y="126"/>
                    <a:pt x="243" y="126"/>
                    <a:pt x="243" y="126"/>
                  </a:cubicBezTo>
                  <a:cubicBezTo>
                    <a:pt x="243" y="126"/>
                    <a:pt x="242" y="126"/>
                    <a:pt x="242" y="127"/>
                  </a:cubicBezTo>
                  <a:cubicBezTo>
                    <a:pt x="242" y="127"/>
                    <a:pt x="242" y="127"/>
                    <a:pt x="242" y="127"/>
                  </a:cubicBezTo>
                  <a:cubicBezTo>
                    <a:pt x="242" y="127"/>
                    <a:pt x="241" y="127"/>
                    <a:pt x="241" y="127"/>
                  </a:cubicBezTo>
                  <a:cubicBezTo>
                    <a:pt x="241" y="127"/>
                    <a:pt x="241" y="127"/>
                    <a:pt x="241" y="127"/>
                  </a:cubicBezTo>
                  <a:cubicBezTo>
                    <a:pt x="240" y="127"/>
                    <a:pt x="240" y="128"/>
                    <a:pt x="239" y="128"/>
                  </a:cubicBezTo>
                  <a:cubicBezTo>
                    <a:pt x="238" y="129"/>
                    <a:pt x="237" y="129"/>
                    <a:pt x="236" y="130"/>
                  </a:cubicBezTo>
                  <a:cubicBezTo>
                    <a:pt x="235" y="130"/>
                    <a:pt x="235" y="131"/>
                    <a:pt x="234" y="132"/>
                  </a:cubicBezTo>
                  <a:cubicBezTo>
                    <a:pt x="234" y="133"/>
                    <a:pt x="233" y="134"/>
                    <a:pt x="232" y="134"/>
                  </a:cubicBezTo>
                  <a:cubicBezTo>
                    <a:pt x="231" y="136"/>
                    <a:pt x="229" y="137"/>
                    <a:pt x="227" y="138"/>
                  </a:cubicBezTo>
                  <a:cubicBezTo>
                    <a:pt x="226" y="139"/>
                    <a:pt x="226" y="139"/>
                    <a:pt x="225" y="140"/>
                  </a:cubicBezTo>
                  <a:cubicBezTo>
                    <a:pt x="224" y="140"/>
                    <a:pt x="223" y="139"/>
                    <a:pt x="223" y="140"/>
                  </a:cubicBezTo>
                  <a:cubicBezTo>
                    <a:pt x="221" y="142"/>
                    <a:pt x="219" y="143"/>
                    <a:pt x="218" y="145"/>
                  </a:cubicBezTo>
                  <a:cubicBezTo>
                    <a:pt x="217" y="146"/>
                    <a:pt x="216" y="146"/>
                    <a:pt x="215" y="147"/>
                  </a:cubicBezTo>
                  <a:cubicBezTo>
                    <a:pt x="215" y="147"/>
                    <a:pt x="214" y="148"/>
                    <a:pt x="214" y="148"/>
                  </a:cubicBezTo>
                  <a:cubicBezTo>
                    <a:pt x="213" y="149"/>
                    <a:pt x="212" y="150"/>
                    <a:pt x="211" y="150"/>
                  </a:cubicBezTo>
                  <a:cubicBezTo>
                    <a:pt x="210" y="151"/>
                    <a:pt x="209" y="151"/>
                    <a:pt x="208" y="152"/>
                  </a:cubicBezTo>
                  <a:cubicBezTo>
                    <a:pt x="207" y="152"/>
                    <a:pt x="206" y="153"/>
                    <a:pt x="205" y="153"/>
                  </a:cubicBezTo>
                  <a:cubicBezTo>
                    <a:pt x="204" y="153"/>
                    <a:pt x="204" y="154"/>
                    <a:pt x="203" y="154"/>
                  </a:cubicBezTo>
                  <a:cubicBezTo>
                    <a:pt x="203" y="154"/>
                    <a:pt x="202" y="154"/>
                    <a:pt x="202" y="154"/>
                  </a:cubicBezTo>
                  <a:cubicBezTo>
                    <a:pt x="202" y="155"/>
                    <a:pt x="202" y="154"/>
                    <a:pt x="201" y="155"/>
                  </a:cubicBezTo>
                  <a:cubicBezTo>
                    <a:pt x="201" y="155"/>
                    <a:pt x="200" y="155"/>
                    <a:pt x="200" y="155"/>
                  </a:cubicBezTo>
                  <a:cubicBezTo>
                    <a:pt x="200" y="155"/>
                    <a:pt x="200" y="155"/>
                    <a:pt x="201" y="155"/>
                  </a:cubicBezTo>
                  <a:cubicBezTo>
                    <a:pt x="200" y="156"/>
                    <a:pt x="199" y="156"/>
                    <a:pt x="198" y="156"/>
                  </a:cubicBezTo>
                  <a:cubicBezTo>
                    <a:pt x="198" y="157"/>
                    <a:pt x="197" y="158"/>
                    <a:pt x="196" y="158"/>
                  </a:cubicBezTo>
                  <a:cubicBezTo>
                    <a:pt x="194" y="157"/>
                    <a:pt x="193" y="160"/>
                    <a:pt x="191" y="160"/>
                  </a:cubicBezTo>
                  <a:cubicBezTo>
                    <a:pt x="190" y="160"/>
                    <a:pt x="188" y="161"/>
                    <a:pt x="186" y="162"/>
                  </a:cubicBezTo>
                  <a:cubicBezTo>
                    <a:pt x="185" y="162"/>
                    <a:pt x="185" y="162"/>
                    <a:pt x="184" y="163"/>
                  </a:cubicBezTo>
                  <a:cubicBezTo>
                    <a:pt x="183" y="163"/>
                    <a:pt x="182" y="164"/>
                    <a:pt x="181" y="164"/>
                  </a:cubicBezTo>
                  <a:cubicBezTo>
                    <a:pt x="180" y="164"/>
                    <a:pt x="179" y="164"/>
                    <a:pt x="179" y="164"/>
                  </a:cubicBezTo>
                  <a:cubicBezTo>
                    <a:pt x="178" y="164"/>
                    <a:pt x="177" y="165"/>
                    <a:pt x="176" y="165"/>
                  </a:cubicBezTo>
                  <a:cubicBezTo>
                    <a:pt x="175" y="166"/>
                    <a:pt x="174" y="166"/>
                    <a:pt x="173" y="167"/>
                  </a:cubicBezTo>
                  <a:cubicBezTo>
                    <a:pt x="173" y="167"/>
                    <a:pt x="173" y="167"/>
                    <a:pt x="172" y="168"/>
                  </a:cubicBezTo>
                  <a:cubicBezTo>
                    <a:pt x="172" y="168"/>
                    <a:pt x="171" y="168"/>
                    <a:pt x="170" y="169"/>
                  </a:cubicBezTo>
                  <a:cubicBezTo>
                    <a:pt x="169" y="169"/>
                    <a:pt x="169" y="169"/>
                    <a:pt x="168" y="170"/>
                  </a:cubicBezTo>
                  <a:cubicBezTo>
                    <a:pt x="168" y="170"/>
                    <a:pt x="168" y="171"/>
                    <a:pt x="168" y="171"/>
                  </a:cubicBezTo>
                  <a:cubicBezTo>
                    <a:pt x="168" y="171"/>
                    <a:pt x="168" y="171"/>
                    <a:pt x="168" y="171"/>
                  </a:cubicBezTo>
                  <a:cubicBezTo>
                    <a:pt x="167" y="170"/>
                    <a:pt x="167" y="171"/>
                    <a:pt x="167" y="171"/>
                  </a:cubicBezTo>
                  <a:cubicBezTo>
                    <a:pt x="166" y="171"/>
                    <a:pt x="166" y="172"/>
                    <a:pt x="166" y="172"/>
                  </a:cubicBezTo>
                  <a:cubicBezTo>
                    <a:pt x="165" y="171"/>
                    <a:pt x="165" y="172"/>
                    <a:pt x="165" y="172"/>
                  </a:cubicBezTo>
                  <a:cubicBezTo>
                    <a:pt x="165" y="172"/>
                    <a:pt x="164" y="173"/>
                    <a:pt x="163" y="173"/>
                  </a:cubicBezTo>
                  <a:cubicBezTo>
                    <a:pt x="162" y="173"/>
                    <a:pt x="162" y="173"/>
                    <a:pt x="161" y="174"/>
                  </a:cubicBezTo>
                  <a:cubicBezTo>
                    <a:pt x="161" y="175"/>
                    <a:pt x="161" y="175"/>
                    <a:pt x="161" y="174"/>
                  </a:cubicBezTo>
                  <a:cubicBezTo>
                    <a:pt x="162" y="173"/>
                    <a:pt x="161" y="174"/>
                    <a:pt x="161" y="174"/>
                  </a:cubicBezTo>
                  <a:cubicBezTo>
                    <a:pt x="160" y="174"/>
                    <a:pt x="160" y="174"/>
                    <a:pt x="159" y="175"/>
                  </a:cubicBezTo>
                  <a:cubicBezTo>
                    <a:pt x="158" y="175"/>
                    <a:pt x="159" y="175"/>
                    <a:pt x="160" y="175"/>
                  </a:cubicBezTo>
                  <a:cubicBezTo>
                    <a:pt x="160" y="176"/>
                    <a:pt x="159" y="175"/>
                    <a:pt x="159" y="175"/>
                  </a:cubicBezTo>
                  <a:cubicBezTo>
                    <a:pt x="158" y="175"/>
                    <a:pt x="158" y="175"/>
                    <a:pt x="158" y="176"/>
                  </a:cubicBezTo>
                  <a:cubicBezTo>
                    <a:pt x="157" y="175"/>
                    <a:pt x="157" y="177"/>
                    <a:pt x="157" y="177"/>
                  </a:cubicBezTo>
                  <a:cubicBezTo>
                    <a:pt x="157" y="177"/>
                    <a:pt x="157" y="176"/>
                    <a:pt x="156" y="176"/>
                  </a:cubicBezTo>
                  <a:cubicBezTo>
                    <a:pt x="156" y="176"/>
                    <a:pt x="156" y="177"/>
                    <a:pt x="156" y="177"/>
                  </a:cubicBezTo>
                  <a:cubicBezTo>
                    <a:pt x="155" y="178"/>
                    <a:pt x="156" y="178"/>
                    <a:pt x="157" y="178"/>
                  </a:cubicBezTo>
                  <a:cubicBezTo>
                    <a:pt x="156" y="179"/>
                    <a:pt x="155" y="178"/>
                    <a:pt x="155" y="178"/>
                  </a:cubicBezTo>
                  <a:cubicBezTo>
                    <a:pt x="155" y="179"/>
                    <a:pt x="155" y="179"/>
                    <a:pt x="155" y="180"/>
                  </a:cubicBezTo>
                  <a:cubicBezTo>
                    <a:pt x="155" y="180"/>
                    <a:pt x="154" y="180"/>
                    <a:pt x="154" y="180"/>
                  </a:cubicBezTo>
                  <a:cubicBezTo>
                    <a:pt x="154" y="180"/>
                    <a:pt x="155" y="179"/>
                    <a:pt x="155" y="179"/>
                  </a:cubicBezTo>
                  <a:cubicBezTo>
                    <a:pt x="154" y="179"/>
                    <a:pt x="154" y="179"/>
                    <a:pt x="154" y="179"/>
                  </a:cubicBezTo>
                  <a:cubicBezTo>
                    <a:pt x="154" y="179"/>
                    <a:pt x="155" y="178"/>
                    <a:pt x="154" y="179"/>
                  </a:cubicBezTo>
                  <a:cubicBezTo>
                    <a:pt x="154" y="178"/>
                    <a:pt x="154" y="178"/>
                    <a:pt x="154" y="178"/>
                  </a:cubicBezTo>
                  <a:cubicBezTo>
                    <a:pt x="153" y="178"/>
                    <a:pt x="153" y="178"/>
                    <a:pt x="153" y="178"/>
                  </a:cubicBezTo>
                  <a:cubicBezTo>
                    <a:pt x="152" y="179"/>
                    <a:pt x="153" y="179"/>
                    <a:pt x="153" y="180"/>
                  </a:cubicBezTo>
                  <a:cubicBezTo>
                    <a:pt x="153" y="179"/>
                    <a:pt x="151" y="181"/>
                    <a:pt x="150" y="181"/>
                  </a:cubicBezTo>
                  <a:cubicBezTo>
                    <a:pt x="150" y="181"/>
                    <a:pt x="150" y="181"/>
                    <a:pt x="151" y="181"/>
                  </a:cubicBezTo>
                  <a:cubicBezTo>
                    <a:pt x="152" y="181"/>
                    <a:pt x="152" y="180"/>
                    <a:pt x="153" y="180"/>
                  </a:cubicBezTo>
                  <a:cubicBezTo>
                    <a:pt x="153" y="181"/>
                    <a:pt x="152" y="181"/>
                    <a:pt x="152" y="181"/>
                  </a:cubicBezTo>
                  <a:cubicBezTo>
                    <a:pt x="152" y="181"/>
                    <a:pt x="153" y="181"/>
                    <a:pt x="153" y="181"/>
                  </a:cubicBezTo>
                  <a:cubicBezTo>
                    <a:pt x="152" y="181"/>
                    <a:pt x="150" y="181"/>
                    <a:pt x="150" y="182"/>
                  </a:cubicBezTo>
                  <a:cubicBezTo>
                    <a:pt x="150" y="182"/>
                    <a:pt x="152" y="182"/>
                    <a:pt x="152" y="182"/>
                  </a:cubicBezTo>
                  <a:cubicBezTo>
                    <a:pt x="151" y="182"/>
                    <a:pt x="150" y="182"/>
                    <a:pt x="149" y="183"/>
                  </a:cubicBezTo>
                  <a:cubicBezTo>
                    <a:pt x="150" y="183"/>
                    <a:pt x="151" y="183"/>
                    <a:pt x="151" y="183"/>
                  </a:cubicBezTo>
                  <a:cubicBezTo>
                    <a:pt x="151" y="183"/>
                    <a:pt x="150" y="183"/>
                    <a:pt x="149" y="183"/>
                  </a:cubicBezTo>
                  <a:cubicBezTo>
                    <a:pt x="148" y="184"/>
                    <a:pt x="147" y="183"/>
                    <a:pt x="146" y="184"/>
                  </a:cubicBezTo>
                  <a:cubicBezTo>
                    <a:pt x="145" y="184"/>
                    <a:pt x="145" y="185"/>
                    <a:pt x="145" y="185"/>
                  </a:cubicBezTo>
                  <a:cubicBezTo>
                    <a:pt x="145" y="185"/>
                    <a:pt x="144" y="186"/>
                    <a:pt x="145" y="186"/>
                  </a:cubicBezTo>
                  <a:cubicBezTo>
                    <a:pt x="146" y="186"/>
                    <a:pt x="147" y="185"/>
                    <a:pt x="148" y="184"/>
                  </a:cubicBezTo>
                  <a:cubicBezTo>
                    <a:pt x="147" y="185"/>
                    <a:pt x="147" y="185"/>
                    <a:pt x="147" y="185"/>
                  </a:cubicBezTo>
                  <a:cubicBezTo>
                    <a:pt x="147" y="185"/>
                    <a:pt x="147" y="185"/>
                    <a:pt x="148" y="185"/>
                  </a:cubicBezTo>
                  <a:cubicBezTo>
                    <a:pt x="147" y="186"/>
                    <a:pt x="145" y="186"/>
                    <a:pt x="145" y="187"/>
                  </a:cubicBezTo>
                  <a:cubicBezTo>
                    <a:pt x="145" y="187"/>
                    <a:pt x="146" y="186"/>
                    <a:pt x="146" y="186"/>
                  </a:cubicBezTo>
                  <a:cubicBezTo>
                    <a:pt x="146" y="186"/>
                    <a:pt x="146" y="186"/>
                    <a:pt x="146" y="186"/>
                  </a:cubicBezTo>
                  <a:cubicBezTo>
                    <a:pt x="147" y="186"/>
                    <a:pt x="147" y="186"/>
                    <a:pt x="147" y="186"/>
                  </a:cubicBezTo>
                  <a:cubicBezTo>
                    <a:pt x="148" y="185"/>
                    <a:pt x="148" y="185"/>
                    <a:pt x="149" y="185"/>
                  </a:cubicBezTo>
                  <a:cubicBezTo>
                    <a:pt x="148" y="186"/>
                    <a:pt x="144" y="187"/>
                    <a:pt x="145" y="188"/>
                  </a:cubicBezTo>
                  <a:cubicBezTo>
                    <a:pt x="145" y="188"/>
                    <a:pt x="147" y="188"/>
                    <a:pt x="147" y="188"/>
                  </a:cubicBezTo>
                  <a:cubicBezTo>
                    <a:pt x="148" y="189"/>
                    <a:pt x="150" y="189"/>
                    <a:pt x="151" y="188"/>
                  </a:cubicBezTo>
                  <a:cubicBezTo>
                    <a:pt x="151" y="188"/>
                    <a:pt x="153" y="187"/>
                    <a:pt x="153" y="188"/>
                  </a:cubicBezTo>
                  <a:cubicBezTo>
                    <a:pt x="153" y="189"/>
                    <a:pt x="152" y="190"/>
                    <a:pt x="153" y="190"/>
                  </a:cubicBezTo>
                  <a:cubicBezTo>
                    <a:pt x="154" y="190"/>
                    <a:pt x="155" y="190"/>
                    <a:pt x="155" y="190"/>
                  </a:cubicBezTo>
                  <a:cubicBezTo>
                    <a:pt x="157" y="189"/>
                    <a:pt x="156" y="191"/>
                    <a:pt x="156" y="191"/>
                  </a:cubicBezTo>
                  <a:cubicBezTo>
                    <a:pt x="156" y="191"/>
                    <a:pt x="157" y="190"/>
                    <a:pt x="157" y="190"/>
                  </a:cubicBezTo>
                  <a:cubicBezTo>
                    <a:pt x="157" y="190"/>
                    <a:pt x="157" y="191"/>
                    <a:pt x="157" y="191"/>
                  </a:cubicBezTo>
                  <a:cubicBezTo>
                    <a:pt x="156" y="191"/>
                    <a:pt x="156" y="191"/>
                    <a:pt x="155" y="191"/>
                  </a:cubicBezTo>
                  <a:cubicBezTo>
                    <a:pt x="155" y="191"/>
                    <a:pt x="155" y="192"/>
                    <a:pt x="156" y="192"/>
                  </a:cubicBezTo>
                  <a:cubicBezTo>
                    <a:pt x="156" y="192"/>
                    <a:pt x="156" y="192"/>
                    <a:pt x="156" y="192"/>
                  </a:cubicBezTo>
                  <a:cubicBezTo>
                    <a:pt x="157" y="192"/>
                    <a:pt x="157" y="192"/>
                    <a:pt x="157" y="192"/>
                  </a:cubicBezTo>
                  <a:cubicBezTo>
                    <a:pt x="157" y="192"/>
                    <a:pt x="157" y="192"/>
                    <a:pt x="156" y="192"/>
                  </a:cubicBezTo>
                  <a:cubicBezTo>
                    <a:pt x="156" y="192"/>
                    <a:pt x="157" y="192"/>
                    <a:pt x="157" y="192"/>
                  </a:cubicBezTo>
                  <a:cubicBezTo>
                    <a:pt x="157" y="192"/>
                    <a:pt x="158" y="192"/>
                    <a:pt x="158" y="192"/>
                  </a:cubicBezTo>
                  <a:cubicBezTo>
                    <a:pt x="158" y="192"/>
                    <a:pt x="158" y="192"/>
                    <a:pt x="159" y="192"/>
                  </a:cubicBezTo>
                  <a:cubicBezTo>
                    <a:pt x="158" y="192"/>
                    <a:pt x="159" y="192"/>
                    <a:pt x="160" y="192"/>
                  </a:cubicBezTo>
                  <a:cubicBezTo>
                    <a:pt x="160" y="192"/>
                    <a:pt x="159" y="193"/>
                    <a:pt x="160" y="193"/>
                  </a:cubicBezTo>
                  <a:cubicBezTo>
                    <a:pt x="160" y="193"/>
                    <a:pt x="161" y="193"/>
                    <a:pt x="161" y="193"/>
                  </a:cubicBezTo>
                  <a:cubicBezTo>
                    <a:pt x="162" y="193"/>
                    <a:pt x="162" y="193"/>
                    <a:pt x="162" y="193"/>
                  </a:cubicBezTo>
                  <a:cubicBezTo>
                    <a:pt x="163" y="193"/>
                    <a:pt x="163" y="193"/>
                    <a:pt x="163" y="193"/>
                  </a:cubicBezTo>
                  <a:cubicBezTo>
                    <a:pt x="164" y="193"/>
                    <a:pt x="164" y="193"/>
                    <a:pt x="164" y="192"/>
                  </a:cubicBezTo>
                  <a:cubicBezTo>
                    <a:pt x="165" y="192"/>
                    <a:pt x="165" y="192"/>
                    <a:pt x="166" y="192"/>
                  </a:cubicBezTo>
                  <a:cubicBezTo>
                    <a:pt x="167" y="192"/>
                    <a:pt x="167" y="192"/>
                    <a:pt x="168" y="191"/>
                  </a:cubicBezTo>
                  <a:cubicBezTo>
                    <a:pt x="169" y="191"/>
                    <a:pt x="169" y="191"/>
                    <a:pt x="170" y="190"/>
                  </a:cubicBezTo>
                  <a:cubicBezTo>
                    <a:pt x="171" y="189"/>
                    <a:pt x="173" y="189"/>
                    <a:pt x="174" y="188"/>
                  </a:cubicBezTo>
                  <a:cubicBezTo>
                    <a:pt x="175" y="188"/>
                    <a:pt x="176" y="187"/>
                    <a:pt x="177" y="186"/>
                  </a:cubicBezTo>
                  <a:cubicBezTo>
                    <a:pt x="178" y="185"/>
                    <a:pt x="179" y="185"/>
                    <a:pt x="181" y="185"/>
                  </a:cubicBezTo>
                  <a:cubicBezTo>
                    <a:pt x="181" y="185"/>
                    <a:pt x="183" y="185"/>
                    <a:pt x="183" y="184"/>
                  </a:cubicBezTo>
                  <a:cubicBezTo>
                    <a:pt x="183" y="184"/>
                    <a:pt x="183" y="184"/>
                    <a:pt x="182" y="184"/>
                  </a:cubicBezTo>
                  <a:cubicBezTo>
                    <a:pt x="183" y="184"/>
                    <a:pt x="183" y="184"/>
                    <a:pt x="183" y="183"/>
                  </a:cubicBezTo>
                  <a:cubicBezTo>
                    <a:pt x="182" y="184"/>
                    <a:pt x="182" y="184"/>
                    <a:pt x="181" y="184"/>
                  </a:cubicBezTo>
                  <a:cubicBezTo>
                    <a:pt x="181" y="184"/>
                    <a:pt x="182" y="184"/>
                    <a:pt x="183" y="183"/>
                  </a:cubicBezTo>
                  <a:cubicBezTo>
                    <a:pt x="184" y="183"/>
                    <a:pt x="182" y="183"/>
                    <a:pt x="182" y="183"/>
                  </a:cubicBezTo>
                  <a:cubicBezTo>
                    <a:pt x="183" y="182"/>
                    <a:pt x="184" y="182"/>
                    <a:pt x="185" y="181"/>
                  </a:cubicBezTo>
                  <a:cubicBezTo>
                    <a:pt x="186" y="181"/>
                    <a:pt x="187" y="180"/>
                    <a:pt x="188" y="179"/>
                  </a:cubicBezTo>
                  <a:cubicBezTo>
                    <a:pt x="188" y="179"/>
                    <a:pt x="188" y="179"/>
                    <a:pt x="188" y="179"/>
                  </a:cubicBezTo>
                  <a:cubicBezTo>
                    <a:pt x="188" y="178"/>
                    <a:pt x="188" y="178"/>
                    <a:pt x="189" y="178"/>
                  </a:cubicBezTo>
                  <a:cubicBezTo>
                    <a:pt x="189" y="177"/>
                    <a:pt x="190" y="177"/>
                    <a:pt x="191" y="176"/>
                  </a:cubicBezTo>
                  <a:cubicBezTo>
                    <a:pt x="193" y="175"/>
                    <a:pt x="195" y="174"/>
                    <a:pt x="196" y="172"/>
                  </a:cubicBezTo>
                  <a:cubicBezTo>
                    <a:pt x="196" y="171"/>
                    <a:pt x="197" y="171"/>
                    <a:pt x="198" y="170"/>
                  </a:cubicBezTo>
                  <a:cubicBezTo>
                    <a:pt x="198" y="169"/>
                    <a:pt x="199" y="169"/>
                    <a:pt x="200" y="168"/>
                  </a:cubicBezTo>
                  <a:cubicBezTo>
                    <a:pt x="201" y="167"/>
                    <a:pt x="203" y="166"/>
                    <a:pt x="205" y="165"/>
                  </a:cubicBezTo>
                  <a:cubicBezTo>
                    <a:pt x="207" y="165"/>
                    <a:pt x="209" y="164"/>
                    <a:pt x="211" y="163"/>
                  </a:cubicBezTo>
                  <a:cubicBezTo>
                    <a:pt x="212" y="163"/>
                    <a:pt x="213" y="163"/>
                    <a:pt x="214" y="162"/>
                  </a:cubicBezTo>
                  <a:cubicBezTo>
                    <a:pt x="215" y="162"/>
                    <a:pt x="215" y="161"/>
                    <a:pt x="216" y="161"/>
                  </a:cubicBezTo>
                  <a:cubicBezTo>
                    <a:pt x="217" y="162"/>
                    <a:pt x="217" y="162"/>
                    <a:pt x="216" y="162"/>
                  </a:cubicBezTo>
                  <a:cubicBezTo>
                    <a:pt x="215" y="162"/>
                    <a:pt x="215" y="162"/>
                    <a:pt x="214" y="163"/>
                  </a:cubicBezTo>
                  <a:cubicBezTo>
                    <a:pt x="215" y="163"/>
                    <a:pt x="216" y="162"/>
                    <a:pt x="216" y="162"/>
                  </a:cubicBezTo>
                  <a:cubicBezTo>
                    <a:pt x="217" y="162"/>
                    <a:pt x="217" y="163"/>
                    <a:pt x="218" y="163"/>
                  </a:cubicBezTo>
                  <a:cubicBezTo>
                    <a:pt x="218" y="163"/>
                    <a:pt x="219" y="163"/>
                    <a:pt x="219" y="162"/>
                  </a:cubicBezTo>
                  <a:cubicBezTo>
                    <a:pt x="219" y="162"/>
                    <a:pt x="219" y="162"/>
                    <a:pt x="219" y="162"/>
                  </a:cubicBezTo>
                  <a:cubicBezTo>
                    <a:pt x="219" y="162"/>
                    <a:pt x="218" y="163"/>
                    <a:pt x="219" y="163"/>
                  </a:cubicBezTo>
                  <a:cubicBezTo>
                    <a:pt x="220" y="163"/>
                    <a:pt x="221" y="162"/>
                    <a:pt x="221" y="162"/>
                  </a:cubicBezTo>
                  <a:cubicBezTo>
                    <a:pt x="221" y="161"/>
                    <a:pt x="222" y="160"/>
                    <a:pt x="221" y="161"/>
                  </a:cubicBezTo>
                  <a:cubicBezTo>
                    <a:pt x="221" y="160"/>
                    <a:pt x="220" y="160"/>
                    <a:pt x="220" y="161"/>
                  </a:cubicBezTo>
                  <a:cubicBezTo>
                    <a:pt x="220" y="160"/>
                    <a:pt x="220" y="160"/>
                    <a:pt x="219" y="160"/>
                  </a:cubicBezTo>
                  <a:cubicBezTo>
                    <a:pt x="220" y="160"/>
                    <a:pt x="218" y="160"/>
                    <a:pt x="218" y="160"/>
                  </a:cubicBezTo>
                  <a:cubicBezTo>
                    <a:pt x="218" y="160"/>
                    <a:pt x="220" y="160"/>
                    <a:pt x="220" y="159"/>
                  </a:cubicBezTo>
                  <a:cubicBezTo>
                    <a:pt x="220" y="159"/>
                    <a:pt x="220" y="158"/>
                    <a:pt x="220" y="158"/>
                  </a:cubicBezTo>
                  <a:cubicBezTo>
                    <a:pt x="220" y="158"/>
                    <a:pt x="221" y="157"/>
                    <a:pt x="221" y="157"/>
                  </a:cubicBezTo>
                  <a:cubicBezTo>
                    <a:pt x="223" y="155"/>
                    <a:pt x="224" y="155"/>
                    <a:pt x="226" y="154"/>
                  </a:cubicBezTo>
                  <a:cubicBezTo>
                    <a:pt x="227" y="154"/>
                    <a:pt x="228" y="153"/>
                    <a:pt x="230" y="152"/>
                  </a:cubicBezTo>
                  <a:cubicBezTo>
                    <a:pt x="231" y="151"/>
                    <a:pt x="233" y="150"/>
                    <a:pt x="234" y="149"/>
                  </a:cubicBezTo>
                  <a:cubicBezTo>
                    <a:pt x="235" y="148"/>
                    <a:pt x="235" y="148"/>
                    <a:pt x="236" y="147"/>
                  </a:cubicBezTo>
                  <a:cubicBezTo>
                    <a:pt x="236" y="147"/>
                    <a:pt x="237" y="147"/>
                    <a:pt x="237" y="147"/>
                  </a:cubicBezTo>
                  <a:cubicBezTo>
                    <a:pt x="237" y="147"/>
                    <a:pt x="237" y="147"/>
                    <a:pt x="237" y="147"/>
                  </a:cubicBezTo>
                  <a:cubicBezTo>
                    <a:pt x="238" y="146"/>
                    <a:pt x="240" y="145"/>
                    <a:pt x="241" y="144"/>
                  </a:cubicBezTo>
                  <a:cubicBezTo>
                    <a:pt x="242" y="143"/>
                    <a:pt x="243" y="142"/>
                    <a:pt x="245" y="142"/>
                  </a:cubicBezTo>
                  <a:cubicBezTo>
                    <a:pt x="246" y="141"/>
                    <a:pt x="247" y="140"/>
                    <a:pt x="248" y="139"/>
                  </a:cubicBezTo>
                  <a:cubicBezTo>
                    <a:pt x="247" y="139"/>
                    <a:pt x="247" y="139"/>
                    <a:pt x="248" y="139"/>
                  </a:cubicBezTo>
                  <a:cubicBezTo>
                    <a:pt x="248" y="138"/>
                    <a:pt x="248" y="138"/>
                    <a:pt x="248" y="137"/>
                  </a:cubicBezTo>
                  <a:cubicBezTo>
                    <a:pt x="248" y="136"/>
                    <a:pt x="249" y="135"/>
                    <a:pt x="250" y="135"/>
                  </a:cubicBezTo>
                  <a:cubicBezTo>
                    <a:pt x="250" y="135"/>
                    <a:pt x="250" y="135"/>
                    <a:pt x="250" y="135"/>
                  </a:cubicBezTo>
                  <a:cubicBezTo>
                    <a:pt x="250" y="135"/>
                    <a:pt x="252" y="135"/>
                    <a:pt x="252" y="134"/>
                  </a:cubicBezTo>
                  <a:cubicBezTo>
                    <a:pt x="251" y="134"/>
                    <a:pt x="251" y="134"/>
                    <a:pt x="250" y="134"/>
                  </a:cubicBezTo>
                  <a:cubicBezTo>
                    <a:pt x="249" y="134"/>
                    <a:pt x="249" y="135"/>
                    <a:pt x="248" y="134"/>
                  </a:cubicBezTo>
                  <a:cubicBezTo>
                    <a:pt x="249" y="134"/>
                    <a:pt x="250" y="134"/>
                    <a:pt x="251" y="134"/>
                  </a:cubicBezTo>
                  <a:cubicBezTo>
                    <a:pt x="251" y="134"/>
                    <a:pt x="251" y="134"/>
                    <a:pt x="252" y="133"/>
                  </a:cubicBezTo>
                  <a:cubicBezTo>
                    <a:pt x="252" y="133"/>
                    <a:pt x="252" y="133"/>
                    <a:pt x="252" y="133"/>
                  </a:cubicBezTo>
                  <a:cubicBezTo>
                    <a:pt x="252" y="133"/>
                    <a:pt x="254" y="132"/>
                    <a:pt x="254" y="132"/>
                  </a:cubicBezTo>
                  <a:cubicBezTo>
                    <a:pt x="254" y="132"/>
                    <a:pt x="253" y="132"/>
                    <a:pt x="253" y="132"/>
                  </a:cubicBezTo>
                  <a:cubicBezTo>
                    <a:pt x="253" y="132"/>
                    <a:pt x="253" y="132"/>
                    <a:pt x="253" y="13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14" name="New Caledonia (FR)">
              <a:extLst>
                <a:ext uri="{FF2B5EF4-FFF2-40B4-BE49-F238E27FC236}">
                  <a16:creationId xmlns:a16="http://schemas.microsoft.com/office/drawing/2014/main" id="{0C110D52-F1E9-4792-FAA7-ED8F058E2661}"/>
                </a:ext>
              </a:extLst>
            </p:cNvPr>
            <p:cNvSpPr>
              <a:spLocks noEditPoints="1"/>
            </p:cNvSpPr>
            <p:nvPr/>
          </p:nvSpPr>
          <p:spPr bwMode="auto">
            <a:xfrm>
              <a:off x="11107189" y="4788294"/>
              <a:ext cx="272486" cy="138203"/>
            </a:xfrm>
            <a:custGeom>
              <a:avLst/>
              <a:gdLst/>
              <a:ahLst/>
              <a:cxnLst>
                <a:cxn ang="0">
                  <a:pos x="34" y="6"/>
                </a:cxn>
                <a:cxn ang="0">
                  <a:pos x="39" y="12"/>
                </a:cxn>
                <a:cxn ang="0">
                  <a:pos x="57" y="31"/>
                </a:cxn>
                <a:cxn ang="0">
                  <a:pos x="55" y="28"/>
                </a:cxn>
                <a:cxn ang="0">
                  <a:pos x="53" y="27"/>
                </a:cxn>
                <a:cxn ang="0">
                  <a:pos x="51" y="26"/>
                </a:cxn>
                <a:cxn ang="0">
                  <a:pos x="50" y="24"/>
                </a:cxn>
                <a:cxn ang="0">
                  <a:pos x="49" y="23"/>
                </a:cxn>
                <a:cxn ang="0">
                  <a:pos x="47" y="20"/>
                </a:cxn>
                <a:cxn ang="0">
                  <a:pos x="43" y="17"/>
                </a:cxn>
                <a:cxn ang="0">
                  <a:pos x="40" y="13"/>
                </a:cxn>
                <a:cxn ang="0">
                  <a:pos x="38" y="13"/>
                </a:cxn>
                <a:cxn ang="0">
                  <a:pos x="36" y="12"/>
                </a:cxn>
                <a:cxn ang="0">
                  <a:pos x="37" y="13"/>
                </a:cxn>
                <a:cxn ang="0">
                  <a:pos x="37" y="16"/>
                </a:cxn>
                <a:cxn ang="0">
                  <a:pos x="39" y="20"/>
                </a:cxn>
                <a:cxn ang="0">
                  <a:pos x="41" y="22"/>
                </a:cxn>
                <a:cxn ang="0">
                  <a:pos x="42" y="24"/>
                </a:cxn>
                <a:cxn ang="0">
                  <a:pos x="43" y="25"/>
                </a:cxn>
                <a:cxn ang="0">
                  <a:pos x="45" y="27"/>
                </a:cxn>
                <a:cxn ang="0">
                  <a:pos x="47" y="28"/>
                </a:cxn>
                <a:cxn ang="0">
                  <a:pos x="49" y="29"/>
                </a:cxn>
                <a:cxn ang="0">
                  <a:pos x="50" y="31"/>
                </a:cxn>
                <a:cxn ang="0">
                  <a:pos x="52" y="32"/>
                </a:cxn>
                <a:cxn ang="0">
                  <a:pos x="52" y="33"/>
                </a:cxn>
                <a:cxn ang="0">
                  <a:pos x="53" y="35"/>
                </a:cxn>
                <a:cxn ang="0">
                  <a:pos x="54" y="35"/>
                </a:cxn>
                <a:cxn ang="0">
                  <a:pos x="56" y="35"/>
                </a:cxn>
                <a:cxn ang="0">
                  <a:pos x="58" y="35"/>
                </a:cxn>
                <a:cxn ang="0">
                  <a:pos x="59" y="36"/>
                </a:cxn>
                <a:cxn ang="0">
                  <a:pos x="57" y="32"/>
                </a:cxn>
                <a:cxn ang="0">
                  <a:pos x="77" y="39"/>
                </a:cxn>
                <a:cxn ang="0">
                  <a:pos x="64" y="39"/>
                </a:cxn>
                <a:cxn ang="0">
                  <a:pos x="60" y="14"/>
                </a:cxn>
                <a:cxn ang="0">
                  <a:pos x="59" y="18"/>
                </a:cxn>
                <a:cxn ang="0">
                  <a:pos x="61" y="15"/>
                </a:cxn>
                <a:cxn ang="0">
                  <a:pos x="58" y="18"/>
                </a:cxn>
                <a:cxn ang="0">
                  <a:pos x="66" y="20"/>
                </a:cxn>
                <a:cxn ang="0">
                  <a:pos x="64" y="19"/>
                </a:cxn>
                <a:cxn ang="0">
                  <a:pos x="64" y="20"/>
                </a:cxn>
                <a:cxn ang="0">
                  <a:pos x="64" y="22"/>
                </a:cxn>
                <a:cxn ang="0">
                  <a:pos x="67" y="21"/>
                </a:cxn>
                <a:cxn ang="0">
                  <a:pos x="0" y="2"/>
                </a:cxn>
                <a:cxn ang="0">
                  <a:pos x="0" y="1"/>
                </a:cxn>
                <a:cxn ang="0">
                  <a:pos x="70" y="25"/>
                </a:cxn>
                <a:cxn ang="0">
                  <a:pos x="70" y="28"/>
                </a:cxn>
                <a:cxn ang="0">
                  <a:pos x="72" y="27"/>
                </a:cxn>
              </a:cxnLst>
              <a:rect l="0" t="0" r="r" b="b"/>
              <a:pathLst>
                <a:path w="77" h="39">
                  <a:moveTo>
                    <a:pt x="34" y="6"/>
                  </a:moveTo>
                  <a:cubicBezTo>
                    <a:pt x="34" y="6"/>
                    <a:pt x="35" y="7"/>
                    <a:pt x="34" y="8"/>
                  </a:cubicBezTo>
                  <a:cubicBezTo>
                    <a:pt x="34" y="8"/>
                    <a:pt x="34" y="6"/>
                    <a:pt x="34" y="6"/>
                  </a:cubicBezTo>
                  <a:close/>
                  <a:moveTo>
                    <a:pt x="39" y="12"/>
                  </a:moveTo>
                  <a:cubicBezTo>
                    <a:pt x="39" y="12"/>
                    <a:pt x="39" y="11"/>
                    <a:pt x="38" y="11"/>
                  </a:cubicBezTo>
                  <a:cubicBezTo>
                    <a:pt x="38" y="11"/>
                    <a:pt x="38" y="12"/>
                    <a:pt x="39" y="12"/>
                  </a:cubicBezTo>
                  <a:close/>
                  <a:moveTo>
                    <a:pt x="57" y="32"/>
                  </a:moveTo>
                  <a:cubicBezTo>
                    <a:pt x="57" y="32"/>
                    <a:pt x="58" y="32"/>
                    <a:pt x="58" y="32"/>
                  </a:cubicBezTo>
                  <a:cubicBezTo>
                    <a:pt x="58" y="31"/>
                    <a:pt x="57" y="31"/>
                    <a:pt x="57" y="31"/>
                  </a:cubicBezTo>
                  <a:cubicBezTo>
                    <a:pt x="57" y="31"/>
                    <a:pt x="57" y="31"/>
                    <a:pt x="56" y="30"/>
                  </a:cubicBezTo>
                  <a:cubicBezTo>
                    <a:pt x="56" y="30"/>
                    <a:pt x="56" y="29"/>
                    <a:pt x="55" y="29"/>
                  </a:cubicBezTo>
                  <a:cubicBezTo>
                    <a:pt x="55" y="29"/>
                    <a:pt x="55" y="28"/>
                    <a:pt x="55" y="28"/>
                  </a:cubicBezTo>
                  <a:cubicBezTo>
                    <a:pt x="55" y="28"/>
                    <a:pt x="54" y="28"/>
                    <a:pt x="54" y="28"/>
                  </a:cubicBezTo>
                  <a:cubicBezTo>
                    <a:pt x="54" y="28"/>
                    <a:pt x="54" y="27"/>
                    <a:pt x="53" y="27"/>
                  </a:cubicBezTo>
                  <a:cubicBezTo>
                    <a:pt x="53" y="27"/>
                    <a:pt x="53" y="27"/>
                    <a:pt x="53" y="27"/>
                  </a:cubicBezTo>
                  <a:cubicBezTo>
                    <a:pt x="53" y="27"/>
                    <a:pt x="53" y="27"/>
                    <a:pt x="53" y="27"/>
                  </a:cubicBezTo>
                  <a:cubicBezTo>
                    <a:pt x="53" y="27"/>
                    <a:pt x="52" y="25"/>
                    <a:pt x="52" y="26"/>
                  </a:cubicBezTo>
                  <a:cubicBezTo>
                    <a:pt x="52" y="26"/>
                    <a:pt x="52" y="27"/>
                    <a:pt x="51" y="26"/>
                  </a:cubicBezTo>
                  <a:cubicBezTo>
                    <a:pt x="52" y="26"/>
                    <a:pt x="51" y="25"/>
                    <a:pt x="51" y="25"/>
                  </a:cubicBezTo>
                  <a:cubicBezTo>
                    <a:pt x="51" y="25"/>
                    <a:pt x="51" y="25"/>
                    <a:pt x="51" y="26"/>
                  </a:cubicBezTo>
                  <a:cubicBezTo>
                    <a:pt x="51" y="25"/>
                    <a:pt x="51" y="25"/>
                    <a:pt x="50" y="24"/>
                  </a:cubicBezTo>
                  <a:cubicBezTo>
                    <a:pt x="49" y="24"/>
                    <a:pt x="49" y="24"/>
                    <a:pt x="49" y="23"/>
                  </a:cubicBezTo>
                  <a:cubicBezTo>
                    <a:pt x="49" y="23"/>
                    <a:pt x="49" y="23"/>
                    <a:pt x="49" y="23"/>
                  </a:cubicBezTo>
                  <a:cubicBezTo>
                    <a:pt x="49" y="23"/>
                    <a:pt x="49" y="23"/>
                    <a:pt x="49" y="23"/>
                  </a:cubicBezTo>
                  <a:cubicBezTo>
                    <a:pt x="48" y="22"/>
                    <a:pt x="47" y="22"/>
                    <a:pt x="48" y="21"/>
                  </a:cubicBezTo>
                  <a:cubicBezTo>
                    <a:pt x="48" y="21"/>
                    <a:pt x="48" y="20"/>
                    <a:pt x="47" y="20"/>
                  </a:cubicBezTo>
                  <a:cubicBezTo>
                    <a:pt x="47" y="20"/>
                    <a:pt x="47" y="20"/>
                    <a:pt x="47" y="20"/>
                  </a:cubicBezTo>
                  <a:cubicBezTo>
                    <a:pt x="46" y="19"/>
                    <a:pt x="47" y="19"/>
                    <a:pt x="46" y="18"/>
                  </a:cubicBezTo>
                  <a:cubicBezTo>
                    <a:pt x="45" y="18"/>
                    <a:pt x="45" y="18"/>
                    <a:pt x="44" y="17"/>
                  </a:cubicBezTo>
                  <a:cubicBezTo>
                    <a:pt x="44" y="17"/>
                    <a:pt x="44" y="17"/>
                    <a:pt x="43" y="17"/>
                  </a:cubicBezTo>
                  <a:cubicBezTo>
                    <a:pt x="43" y="16"/>
                    <a:pt x="43" y="16"/>
                    <a:pt x="43" y="16"/>
                  </a:cubicBezTo>
                  <a:cubicBezTo>
                    <a:pt x="42" y="15"/>
                    <a:pt x="42" y="15"/>
                    <a:pt x="42" y="15"/>
                  </a:cubicBezTo>
                  <a:cubicBezTo>
                    <a:pt x="41" y="13"/>
                    <a:pt x="41" y="13"/>
                    <a:pt x="40" y="13"/>
                  </a:cubicBezTo>
                  <a:cubicBezTo>
                    <a:pt x="39" y="13"/>
                    <a:pt x="39" y="13"/>
                    <a:pt x="39" y="14"/>
                  </a:cubicBezTo>
                  <a:cubicBezTo>
                    <a:pt x="39" y="14"/>
                    <a:pt x="39" y="13"/>
                    <a:pt x="39" y="13"/>
                  </a:cubicBezTo>
                  <a:cubicBezTo>
                    <a:pt x="39" y="13"/>
                    <a:pt x="38" y="13"/>
                    <a:pt x="38" y="13"/>
                  </a:cubicBezTo>
                  <a:cubicBezTo>
                    <a:pt x="38" y="13"/>
                    <a:pt x="38" y="12"/>
                    <a:pt x="37" y="12"/>
                  </a:cubicBezTo>
                  <a:cubicBezTo>
                    <a:pt x="37" y="12"/>
                    <a:pt x="37" y="11"/>
                    <a:pt x="37" y="11"/>
                  </a:cubicBezTo>
                  <a:cubicBezTo>
                    <a:pt x="36" y="11"/>
                    <a:pt x="36" y="12"/>
                    <a:pt x="36" y="12"/>
                  </a:cubicBezTo>
                  <a:cubicBezTo>
                    <a:pt x="36" y="12"/>
                    <a:pt x="37" y="11"/>
                    <a:pt x="37" y="12"/>
                  </a:cubicBezTo>
                  <a:cubicBezTo>
                    <a:pt x="37" y="12"/>
                    <a:pt x="37" y="13"/>
                    <a:pt x="37" y="13"/>
                  </a:cubicBezTo>
                  <a:cubicBezTo>
                    <a:pt x="36" y="12"/>
                    <a:pt x="37" y="14"/>
                    <a:pt x="37" y="13"/>
                  </a:cubicBezTo>
                  <a:cubicBezTo>
                    <a:pt x="37" y="14"/>
                    <a:pt x="38" y="13"/>
                    <a:pt x="38" y="14"/>
                  </a:cubicBezTo>
                  <a:cubicBezTo>
                    <a:pt x="38" y="14"/>
                    <a:pt x="37" y="14"/>
                    <a:pt x="37" y="14"/>
                  </a:cubicBezTo>
                  <a:cubicBezTo>
                    <a:pt x="37" y="15"/>
                    <a:pt x="37" y="15"/>
                    <a:pt x="37" y="16"/>
                  </a:cubicBezTo>
                  <a:cubicBezTo>
                    <a:pt x="37" y="16"/>
                    <a:pt x="38" y="16"/>
                    <a:pt x="38" y="17"/>
                  </a:cubicBezTo>
                  <a:cubicBezTo>
                    <a:pt x="38" y="17"/>
                    <a:pt x="39" y="18"/>
                    <a:pt x="38" y="18"/>
                  </a:cubicBezTo>
                  <a:cubicBezTo>
                    <a:pt x="38" y="19"/>
                    <a:pt x="39" y="19"/>
                    <a:pt x="39" y="20"/>
                  </a:cubicBezTo>
                  <a:cubicBezTo>
                    <a:pt x="40" y="20"/>
                    <a:pt x="40" y="20"/>
                    <a:pt x="41" y="20"/>
                  </a:cubicBezTo>
                  <a:cubicBezTo>
                    <a:pt x="41" y="20"/>
                    <a:pt x="41" y="21"/>
                    <a:pt x="41" y="21"/>
                  </a:cubicBezTo>
                  <a:cubicBezTo>
                    <a:pt x="41" y="22"/>
                    <a:pt x="41" y="22"/>
                    <a:pt x="41" y="22"/>
                  </a:cubicBezTo>
                  <a:cubicBezTo>
                    <a:pt x="41" y="22"/>
                    <a:pt x="42" y="22"/>
                    <a:pt x="42" y="22"/>
                  </a:cubicBezTo>
                  <a:cubicBezTo>
                    <a:pt x="42" y="22"/>
                    <a:pt x="42" y="23"/>
                    <a:pt x="42" y="23"/>
                  </a:cubicBezTo>
                  <a:cubicBezTo>
                    <a:pt x="42" y="23"/>
                    <a:pt x="42" y="24"/>
                    <a:pt x="42" y="24"/>
                  </a:cubicBezTo>
                  <a:cubicBezTo>
                    <a:pt x="42" y="24"/>
                    <a:pt x="43" y="25"/>
                    <a:pt x="43" y="25"/>
                  </a:cubicBezTo>
                  <a:cubicBezTo>
                    <a:pt x="43" y="25"/>
                    <a:pt x="43" y="25"/>
                    <a:pt x="43" y="25"/>
                  </a:cubicBezTo>
                  <a:cubicBezTo>
                    <a:pt x="43" y="25"/>
                    <a:pt x="43" y="25"/>
                    <a:pt x="43" y="25"/>
                  </a:cubicBezTo>
                  <a:cubicBezTo>
                    <a:pt x="43" y="26"/>
                    <a:pt x="44" y="25"/>
                    <a:pt x="44" y="25"/>
                  </a:cubicBezTo>
                  <a:cubicBezTo>
                    <a:pt x="44" y="25"/>
                    <a:pt x="44" y="26"/>
                    <a:pt x="44" y="26"/>
                  </a:cubicBezTo>
                  <a:cubicBezTo>
                    <a:pt x="44" y="26"/>
                    <a:pt x="45" y="26"/>
                    <a:pt x="45" y="27"/>
                  </a:cubicBezTo>
                  <a:cubicBezTo>
                    <a:pt x="45" y="27"/>
                    <a:pt x="45" y="28"/>
                    <a:pt x="46" y="28"/>
                  </a:cubicBezTo>
                  <a:cubicBezTo>
                    <a:pt x="46" y="28"/>
                    <a:pt x="46" y="28"/>
                    <a:pt x="47" y="28"/>
                  </a:cubicBezTo>
                  <a:cubicBezTo>
                    <a:pt x="47" y="28"/>
                    <a:pt x="47" y="28"/>
                    <a:pt x="47" y="28"/>
                  </a:cubicBezTo>
                  <a:cubicBezTo>
                    <a:pt x="47" y="28"/>
                    <a:pt x="47" y="28"/>
                    <a:pt x="47" y="28"/>
                  </a:cubicBezTo>
                  <a:cubicBezTo>
                    <a:pt x="46" y="29"/>
                    <a:pt x="48" y="29"/>
                    <a:pt x="48" y="29"/>
                  </a:cubicBezTo>
                  <a:cubicBezTo>
                    <a:pt x="49" y="29"/>
                    <a:pt x="49" y="29"/>
                    <a:pt x="49" y="29"/>
                  </a:cubicBezTo>
                  <a:cubicBezTo>
                    <a:pt x="49" y="29"/>
                    <a:pt x="49" y="30"/>
                    <a:pt x="49" y="30"/>
                  </a:cubicBezTo>
                  <a:cubicBezTo>
                    <a:pt x="49" y="30"/>
                    <a:pt x="50" y="30"/>
                    <a:pt x="49" y="30"/>
                  </a:cubicBezTo>
                  <a:cubicBezTo>
                    <a:pt x="50" y="31"/>
                    <a:pt x="50" y="31"/>
                    <a:pt x="50" y="31"/>
                  </a:cubicBezTo>
                  <a:cubicBezTo>
                    <a:pt x="50" y="31"/>
                    <a:pt x="51" y="32"/>
                    <a:pt x="51" y="32"/>
                  </a:cubicBezTo>
                  <a:cubicBezTo>
                    <a:pt x="51" y="31"/>
                    <a:pt x="52" y="31"/>
                    <a:pt x="52" y="31"/>
                  </a:cubicBezTo>
                  <a:cubicBezTo>
                    <a:pt x="52" y="31"/>
                    <a:pt x="52" y="32"/>
                    <a:pt x="52" y="32"/>
                  </a:cubicBezTo>
                  <a:cubicBezTo>
                    <a:pt x="52" y="32"/>
                    <a:pt x="52" y="32"/>
                    <a:pt x="52" y="32"/>
                  </a:cubicBezTo>
                  <a:cubicBezTo>
                    <a:pt x="52" y="32"/>
                    <a:pt x="52" y="33"/>
                    <a:pt x="52" y="33"/>
                  </a:cubicBezTo>
                  <a:cubicBezTo>
                    <a:pt x="52" y="33"/>
                    <a:pt x="52" y="33"/>
                    <a:pt x="52" y="33"/>
                  </a:cubicBezTo>
                  <a:cubicBezTo>
                    <a:pt x="52" y="33"/>
                    <a:pt x="52" y="33"/>
                    <a:pt x="52" y="34"/>
                  </a:cubicBezTo>
                  <a:cubicBezTo>
                    <a:pt x="53" y="34"/>
                    <a:pt x="53" y="34"/>
                    <a:pt x="53" y="34"/>
                  </a:cubicBezTo>
                  <a:cubicBezTo>
                    <a:pt x="53" y="34"/>
                    <a:pt x="54" y="34"/>
                    <a:pt x="53" y="35"/>
                  </a:cubicBezTo>
                  <a:cubicBezTo>
                    <a:pt x="54" y="34"/>
                    <a:pt x="54" y="34"/>
                    <a:pt x="54" y="34"/>
                  </a:cubicBezTo>
                  <a:cubicBezTo>
                    <a:pt x="54" y="35"/>
                    <a:pt x="54" y="35"/>
                    <a:pt x="54" y="35"/>
                  </a:cubicBezTo>
                  <a:cubicBezTo>
                    <a:pt x="54" y="35"/>
                    <a:pt x="54" y="36"/>
                    <a:pt x="54" y="35"/>
                  </a:cubicBezTo>
                  <a:cubicBezTo>
                    <a:pt x="54" y="35"/>
                    <a:pt x="55" y="34"/>
                    <a:pt x="55" y="35"/>
                  </a:cubicBezTo>
                  <a:cubicBezTo>
                    <a:pt x="55" y="35"/>
                    <a:pt x="55" y="35"/>
                    <a:pt x="56" y="35"/>
                  </a:cubicBezTo>
                  <a:cubicBezTo>
                    <a:pt x="56" y="35"/>
                    <a:pt x="56" y="35"/>
                    <a:pt x="56" y="35"/>
                  </a:cubicBezTo>
                  <a:cubicBezTo>
                    <a:pt x="56" y="35"/>
                    <a:pt x="57" y="36"/>
                    <a:pt x="57" y="36"/>
                  </a:cubicBezTo>
                  <a:cubicBezTo>
                    <a:pt x="56" y="36"/>
                    <a:pt x="57" y="36"/>
                    <a:pt x="57" y="36"/>
                  </a:cubicBezTo>
                  <a:cubicBezTo>
                    <a:pt x="58" y="36"/>
                    <a:pt x="58" y="36"/>
                    <a:pt x="58" y="35"/>
                  </a:cubicBezTo>
                  <a:cubicBezTo>
                    <a:pt x="58" y="36"/>
                    <a:pt x="58" y="36"/>
                    <a:pt x="58" y="36"/>
                  </a:cubicBezTo>
                  <a:cubicBezTo>
                    <a:pt x="58" y="35"/>
                    <a:pt x="58" y="36"/>
                    <a:pt x="58" y="36"/>
                  </a:cubicBezTo>
                  <a:cubicBezTo>
                    <a:pt x="58" y="37"/>
                    <a:pt x="59" y="36"/>
                    <a:pt x="59" y="36"/>
                  </a:cubicBezTo>
                  <a:cubicBezTo>
                    <a:pt x="59" y="36"/>
                    <a:pt x="60" y="35"/>
                    <a:pt x="60" y="35"/>
                  </a:cubicBezTo>
                  <a:cubicBezTo>
                    <a:pt x="60" y="35"/>
                    <a:pt x="59" y="34"/>
                    <a:pt x="59" y="33"/>
                  </a:cubicBezTo>
                  <a:cubicBezTo>
                    <a:pt x="60" y="32"/>
                    <a:pt x="58" y="32"/>
                    <a:pt x="57" y="32"/>
                  </a:cubicBezTo>
                  <a:close/>
                  <a:moveTo>
                    <a:pt x="77" y="39"/>
                  </a:moveTo>
                  <a:cubicBezTo>
                    <a:pt x="77" y="39"/>
                    <a:pt x="77" y="39"/>
                    <a:pt x="77" y="39"/>
                  </a:cubicBezTo>
                  <a:cubicBezTo>
                    <a:pt x="77" y="39"/>
                    <a:pt x="77" y="39"/>
                    <a:pt x="77" y="39"/>
                  </a:cubicBezTo>
                  <a:close/>
                  <a:moveTo>
                    <a:pt x="63" y="38"/>
                  </a:moveTo>
                  <a:cubicBezTo>
                    <a:pt x="62" y="38"/>
                    <a:pt x="63" y="39"/>
                    <a:pt x="63" y="39"/>
                  </a:cubicBezTo>
                  <a:cubicBezTo>
                    <a:pt x="63" y="39"/>
                    <a:pt x="63" y="39"/>
                    <a:pt x="64" y="39"/>
                  </a:cubicBezTo>
                  <a:cubicBezTo>
                    <a:pt x="64" y="39"/>
                    <a:pt x="64" y="39"/>
                    <a:pt x="64" y="38"/>
                  </a:cubicBezTo>
                  <a:cubicBezTo>
                    <a:pt x="63" y="38"/>
                    <a:pt x="63" y="38"/>
                    <a:pt x="63" y="38"/>
                  </a:cubicBezTo>
                  <a:close/>
                  <a:moveTo>
                    <a:pt x="60" y="14"/>
                  </a:moveTo>
                  <a:cubicBezTo>
                    <a:pt x="60" y="14"/>
                    <a:pt x="61" y="15"/>
                    <a:pt x="60" y="15"/>
                  </a:cubicBezTo>
                  <a:cubicBezTo>
                    <a:pt x="60" y="16"/>
                    <a:pt x="60" y="17"/>
                    <a:pt x="59" y="18"/>
                  </a:cubicBezTo>
                  <a:cubicBezTo>
                    <a:pt x="59" y="18"/>
                    <a:pt x="59" y="18"/>
                    <a:pt x="59" y="18"/>
                  </a:cubicBezTo>
                  <a:cubicBezTo>
                    <a:pt x="59" y="18"/>
                    <a:pt x="59" y="18"/>
                    <a:pt x="59" y="18"/>
                  </a:cubicBezTo>
                  <a:cubicBezTo>
                    <a:pt x="59" y="18"/>
                    <a:pt x="60" y="17"/>
                    <a:pt x="60" y="17"/>
                  </a:cubicBezTo>
                  <a:cubicBezTo>
                    <a:pt x="60" y="17"/>
                    <a:pt x="61" y="15"/>
                    <a:pt x="61" y="15"/>
                  </a:cubicBezTo>
                  <a:cubicBezTo>
                    <a:pt x="61" y="15"/>
                    <a:pt x="61" y="14"/>
                    <a:pt x="60" y="14"/>
                  </a:cubicBezTo>
                  <a:close/>
                  <a:moveTo>
                    <a:pt x="58" y="18"/>
                  </a:moveTo>
                  <a:cubicBezTo>
                    <a:pt x="58" y="18"/>
                    <a:pt x="58" y="18"/>
                    <a:pt x="58" y="18"/>
                  </a:cubicBezTo>
                  <a:cubicBezTo>
                    <a:pt x="58" y="18"/>
                    <a:pt x="58" y="18"/>
                    <a:pt x="58" y="18"/>
                  </a:cubicBezTo>
                  <a:cubicBezTo>
                    <a:pt x="58" y="18"/>
                    <a:pt x="58" y="18"/>
                    <a:pt x="58" y="18"/>
                  </a:cubicBezTo>
                  <a:close/>
                  <a:moveTo>
                    <a:pt x="66" y="20"/>
                  </a:moveTo>
                  <a:cubicBezTo>
                    <a:pt x="66" y="20"/>
                    <a:pt x="66" y="20"/>
                    <a:pt x="66" y="19"/>
                  </a:cubicBezTo>
                  <a:cubicBezTo>
                    <a:pt x="66" y="19"/>
                    <a:pt x="67" y="18"/>
                    <a:pt x="66" y="18"/>
                  </a:cubicBezTo>
                  <a:cubicBezTo>
                    <a:pt x="65" y="18"/>
                    <a:pt x="63" y="18"/>
                    <a:pt x="64" y="19"/>
                  </a:cubicBezTo>
                  <a:cubicBezTo>
                    <a:pt x="64" y="19"/>
                    <a:pt x="65" y="18"/>
                    <a:pt x="65" y="18"/>
                  </a:cubicBezTo>
                  <a:cubicBezTo>
                    <a:pt x="65" y="19"/>
                    <a:pt x="65" y="19"/>
                    <a:pt x="65" y="19"/>
                  </a:cubicBezTo>
                  <a:cubicBezTo>
                    <a:pt x="65" y="20"/>
                    <a:pt x="64" y="20"/>
                    <a:pt x="64" y="20"/>
                  </a:cubicBezTo>
                  <a:cubicBezTo>
                    <a:pt x="64" y="20"/>
                    <a:pt x="63" y="20"/>
                    <a:pt x="63" y="20"/>
                  </a:cubicBezTo>
                  <a:cubicBezTo>
                    <a:pt x="63" y="20"/>
                    <a:pt x="63" y="21"/>
                    <a:pt x="64" y="21"/>
                  </a:cubicBezTo>
                  <a:cubicBezTo>
                    <a:pt x="64" y="22"/>
                    <a:pt x="64" y="22"/>
                    <a:pt x="64" y="22"/>
                  </a:cubicBezTo>
                  <a:cubicBezTo>
                    <a:pt x="65" y="22"/>
                    <a:pt x="65" y="22"/>
                    <a:pt x="65" y="22"/>
                  </a:cubicBezTo>
                  <a:cubicBezTo>
                    <a:pt x="65" y="23"/>
                    <a:pt x="66" y="23"/>
                    <a:pt x="66" y="23"/>
                  </a:cubicBezTo>
                  <a:cubicBezTo>
                    <a:pt x="66" y="23"/>
                    <a:pt x="67" y="22"/>
                    <a:pt x="67" y="21"/>
                  </a:cubicBezTo>
                  <a:cubicBezTo>
                    <a:pt x="66" y="21"/>
                    <a:pt x="67" y="21"/>
                    <a:pt x="66" y="20"/>
                  </a:cubicBezTo>
                  <a:close/>
                  <a:moveTo>
                    <a:pt x="0" y="1"/>
                  </a:moveTo>
                  <a:cubicBezTo>
                    <a:pt x="0" y="1"/>
                    <a:pt x="0" y="1"/>
                    <a:pt x="0" y="2"/>
                  </a:cubicBezTo>
                  <a:cubicBezTo>
                    <a:pt x="0" y="2"/>
                    <a:pt x="0" y="3"/>
                    <a:pt x="0" y="3"/>
                  </a:cubicBezTo>
                  <a:cubicBezTo>
                    <a:pt x="0" y="2"/>
                    <a:pt x="0" y="2"/>
                    <a:pt x="0" y="1"/>
                  </a:cubicBezTo>
                  <a:cubicBezTo>
                    <a:pt x="0" y="1"/>
                    <a:pt x="1" y="0"/>
                    <a:pt x="0" y="1"/>
                  </a:cubicBezTo>
                  <a:close/>
                  <a:moveTo>
                    <a:pt x="71" y="26"/>
                  </a:moveTo>
                  <a:cubicBezTo>
                    <a:pt x="71" y="26"/>
                    <a:pt x="71" y="25"/>
                    <a:pt x="71" y="25"/>
                  </a:cubicBezTo>
                  <a:cubicBezTo>
                    <a:pt x="71" y="25"/>
                    <a:pt x="71" y="25"/>
                    <a:pt x="70" y="25"/>
                  </a:cubicBezTo>
                  <a:cubicBezTo>
                    <a:pt x="70" y="25"/>
                    <a:pt x="70" y="25"/>
                    <a:pt x="70" y="25"/>
                  </a:cubicBezTo>
                  <a:cubicBezTo>
                    <a:pt x="70" y="26"/>
                    <a:pt x="70" y="26"/>
                    <a:pt x="70" y="27"/>
                  </a:cubicBezTo>
                  <a:cubicBezTo>
                    <a:pt x="70" y="27"/>
                    <a:pt x="70" y="28"/>
                    <a:pt x="70" y="28"/>
                  </a:cubicBezTo>
                  <a:cubicBezTo>
                    <a:pt x="70" y="28"/>
                    <a:pt x="70" y="28"/>
                    <a:pt x="70" y="28"/>
                  </a:cubicBezTo>
                  <a:cubicBezTo>
                    <a:pt x="71" y="28"/>
                    <a:pt x="70" y="28"/>
                    <a:pt x="71" y="28"/>
                  </a:cubicBezTo>
                  <a:cubicBezTo>
                    <a:pt x="71" y="28"/>
                    <a:pt x="72" y="28"/>
                    <a:pt x="72" y="27"/>
                  </a:cubicBezTo>
                  <a:cubicBezTo>
                    <a:pt x="72" y="27"/>
                    <a:pt x="73" y="26"/>
                    <a:pt x="73" y="26"/>
                  </a:cubicBezTo>
                  <a:cubicBezTo>
                    <a:pt x="73" y="26"/>
                    <a:pt x="72" y="26"/>
                    <a:pt x="71" y="2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15" name="Netherlands Antilles">
              <a:extLst>
                <a:ext uri="{FF2B5EF4-FFF2-40B4-BE49-F238E27FC236}">
                  <a16:creationId xmlns:a16="http://schemas.microsoft.com/office/drawing/2014/main" id="{FC127635-EBAE-3C22-BC20-22A218BB92EA}"/>
                </a:ext>
              </a:extLst>
            </p:cNvPr>
            <p:cNvSpPr>
              <a:spLocks noEditPoints="1"/>
            </p:cNvSpPr>
            <p:nvPr/>
          </p:nvSpPr>
          <p:spPr bwMode="auto">
            <a:xfrm>
              <a:off x="3307044" y="3342552"/>
              <a:ext cx="262684" cy="233279"/>
            </a:xfrm>
            <a:custGeom>
              <a:avLst/>
              <a:gdLst/>
              <a:ahLst/>
              <a:cxnLst>
                <a:cxn ang="0">
                  <a:pos x="12" y="66"/>
                </a:cxn>
                <a:cxn ang="0">
                  <a:pos x="12" y="66"/>
                </a:cxn>
                <a:cxn ang="0">
                  <a:pos x="10" y="65"/>
                </a:cxn>
                <a:cxn ang="0">
                  <a:pos x="9" y="64"/>
                </a:cxn>
                <a:cxn ang="0">
                  <a:pos x="9" y="64"/>
                </a:cxn>
                <a:cxn ang="0">
                  <a:pos x="9" y="64"/>
                </a:cxn>
                <a:cxn ang="0">
                  <a:pos x="8" y="63"/>
                </a:cxn>
                <a:cxn ang="0">
                  <a:pos x="8" y="62"/>
                </a:cxn>
                <a:cxn ang="0">
                  <a:pos x="9" y="63"/>
                </a:cxn>
                <a:cxn ang="0">
                  <a:pos x="10" y="64"/>
                </a:cxn>
                <a:cxn ang="0">
                  <a:pos x="11" y="64"/>
                </a:cxn>
                <a:cxn ang="0">
                  <a:pos x="12" y="66"/>
                </a:cxn>
                <a:cxn ang="0">
                  <a:pos x="73" y="6"/>
                </a:cxn>
                <a:cxn ang="0">
                  <a:pos x="73" y="6"/>
                </a:cxn>
                <a:cxn ang="0">
                  <a:pos x="17" y="64"/>
                </a:cxn>
                <a:cxn ang="0">
                  <a:pos x="16" y="63"/>
                </a:cxn>
                <a:cxn ang="0">
                  <a:pos x="15" y="63"/>
                </a:cxn>
                <a:cxn ang="0">
                  <a:pos x="16" y="64"/>
                </a:cxn>
                <a:cxn ang="0">
                  <a:pos x="16" y="64"/>
                </a:cxn>
                <a:cxn ang="0">
                  <a:pos x="17" y="66"/>
                </a:cxn>
                <a:cxn ang="0">
                  <a:pos x="17" y="65"/>
                </a:cxn>
                <a:cxn ang="0">
                  <a:pos x="17" y="65"/>
                </a:cxn>
                <a:cxn ang="0">
                  <a:pos x="17" y="64"/>
                </a:cxn>
                <a:cxn ang="0">
                  <a:pos x="17" y="64"/>
                </a:cxn>
                <a:cxn ang="0">
                  <a:pos x="73" y="0"/>
                </a:cxn>
                <a:cxn ang="0">
                  <a:pos x="72" y="0"/>
                </a:cxn>
                <a:cxn ang="0">
                  <a:pos x="72" y="0"/>
                </a:cxn>
                <a:cxn ang="0">
                  <a:pos x="73" y="0"/>
                </a:cxn>
                <a:cxn ang="0">
                  <a:pos x="1" y="61"/>
                </a:cxn>
                <a:cxn ang="0">
                  <a:pos x="1" y="60"/>
                </a:cxn>
                <a:cxn ang="0">
                  <a:pos x="0" y="59"/>
                </a:cxn>
                <a:cxn ang="0">
                  <a:pos x="0" y="60"/>
                </a:cxn>
                <a:cxn ang="0">
                  <a:pos x="0" y="61"/>
                </a:cxn>
                <a:cxn ang="0">
                  <a:pos x="1" y="62"/>
                </a:cxn>
                <a:cxn ang="0">
                  <a:pos x="1" y="62"/>
                </a:cxn>
                <a:cxn ang="0">
                  <a:pos x="1" y="61"/>
                </a:cxn>
              </a:cxnLst>
              <a:rect l="0" t="0" r="r" b="b"/>
              <a:pathLst>
                <a:path w="74" h="66">
                  <a:moveTo>
                    <a:pt x="12" y="66"/>
                  </a:moveTo>
                  <a:cubicBezTo>
                    <a:pt x="12" y="66"/>
                    <a:pt x="12" y="66"/>
                    <a:pt x="12" y="66"/>
                  </a:cubicBezTo>
                  <a:cubicBezTo>
                    <a:pt x="11" y="66"/>
                    <a:pt x="11" y="66"/>
                    <a:pt x="10" y="65"/>
                  </a:cubicBezTo>
                  <a:cubicBezTo>
                    <a:pt x="10" y="65"/>
                    <a:pt x="10" y="64"/>
                    <a:pt x="9" y="64"/>
                  </a:cubicBezTo>
                  <a:cubicBezTo>
                    <a:pt x="9" y="64"/>
                    <a:pt x="9" y="64"/>
                    <a:pt x="9" y="64"/>
                  </a:cubicBezTo>
                  <a:cubicBezTo>
                    <a:pt x="9" y="64"/>
                    <a:pt x="9" y="64"/>
                    <a:pt x="9" y="64"/>
                  </a:cubicBezTo>
                  <a:cubicBezTo>
                    <a:pt x="9" y="64"/>
                    <a:pt x="8" y="63"/>
                    <a:pt x="8" y="63"/>
                  </a:cubicBezTo>
                  <a:cubicBezTo>
                    <a:pt x="8" y="63"/>
                    <a:pt x="8" y="62"/>
                    <a:pt x="8" y="62"/>
                  </a:cubicBezTo>
                  <a:cubicBezTo>
                    <a:pt x="9" y="62"/>
                    <a:pt x="9" y="63"/>
                    <a:pt x="9" y="63"/>
                  </a:cubicBezTo>
                  <a:cubicBezTo>
                    <a:pt x="9" y="63"/>
                    <a:pt x="9" y="64"/>
                    <a:pt x="10" y="64"/>
                  </a:cubicBezTo>
                  <a:cubicBezTo>
                    <a:pt x="10" y="64"/>
                    <a:pt x="11" y="64"/>
                    <a:pt x="11" y="64"/>
                  </a:cubicBezTo>
                  <a:cubicBezTo>
                    <a:pt x="11" y="65"/>
                    <a:pt x="12" y="65"/>
                    <a:pt x="12" y="66"/>
                  </a:cubicBezTo>
                  <a:close/>
                  <a:moveTo>
                    <a:pt x="73" y="6"/>
                  </a:moveTo>
                  <a:cubicBezTo>
                    <a:pt x="74" y="6"/>
                    <a:pt x="72" y="5"/>
                    <a:pt x="73" y="6"/>
                  </a:cubicBezTo>
                  <a:close/>
                  <a:moveTo>
                    <a:pt x="17" y="64"/>
                  </a:moveTo>
                  <a:cubicBezTo>
                    <a:pt x="17" y="64"/>
                    <a:pt x="16" y="64"/>
                    <a:pt x="16" y="63"/>
                  </a:cubicBezTo>
                  <a:cubicBezTo>
                    <a:pt x="16" y="63"/>
                    <a:pt x="16" y="63"/>
                    <a:pt x="15" y="63"/>
                  </a:cubicBezTo>
                  <a:cubicBezTo>
                    <a:pt x="15" y="64"/>
                    <a:pt x="16" y="64"/>
                    <a:pt x="16" y="64"/>
                  </a:cubicBezTo>
                  <a:cubicBezTo>
                    <a:pt x="16" y="64"/>
                    <a:pt x="16" y="64"/>
                    <a:pt x="16" y="64"/>
                  </a:cubicBezTo>
                  <a:cubicBezTo>
                    <a:pt x="17" y="65"/>
                    <a:pt x="16" y="66"/>
                    <a:pt x="17" y="66"/>
                  </a:cubicBezTo>
                  <a:cubicBezTo>
                    <a:pt x="17" y="66"/>
                    <a:pt x="17" y="66"/>
                    <a:pt x="17" y="65"/>
                  </a:cubicBezTo>
                  <a:cubicBezTo>
                    <a:pt x="17" y="65"/>
                    <a:pt x="17" y="65"/>
                    <a:pt x="17" y="65"/>
                  </a:cubicBezTo>
                  <a:cubicBezTo>
                    <a:pt x="17" y="65"/>
                    <a:pt x="17" y="65"/>
                    <a:pt x="17" y="64"/>
                  </a:cubicBezTo>
                  <a:cubicBezTo>
                    <a:pt x="17" y="64"/>
                    <a:pt x="18" y="64"/>
                    <a:pt x="17" y="64"/>
                  </a:cubicBezTo>
                  <a:close/>
                  <a:moveTo>
                    <a:pt x="73" y="0"/>
                  </a:moveTo>
                  <a:cubicBezTo>
                    <a:pt x="73" y="0"/>
                    <a:pt x="72" y="0"/>
                    <a:pt x="72" y="0"/>
                  </a:cubicBezTo>
                  <a:cubicBezTo>
                    <a:pt x="72" y="0"/>
                    <a:pt x="72" y="0"/>
                    <a:pt x="72" y="0"/>
                  </a:cubicBezTo>
                  <a:cubicBezTo>
                    <a:pt x="72" y="0"/>
                    <a:pt x="73" y="0"/>
                    <a:pt x="73" y="0"/>
                  </a:cubicBezTo>
                  <a:close/>
                  <a:moveTo>
                    <a:pt x="1" y="61"/>
                  </a:moveTo>
                  <a:cubicBezTo>
                    <a:pt x="1" y="61"/>
                    <a:pt x="1" y="61"/>
                    <a:pt x="1" y="60"/>
                  </a:cubicBezTo>
                  <a:cubicBezTo>
                    <a:pt x="0" y="60"/>
                    <a:pt x="0" y="59"/>
                    <a:pt x="0" y="59"/>
                  </a:cubicBezTo>
                  <a:cubicBezTo>
                    <a:pt x="0" y="59"/>
                    <a:pt x="0" y="60"/>
                    <a:pt x="0" y="60"/>
                  </a:cubicBezTo>
                  <a:cubicBezTo>
                    <a:pt x="0" y="61"/>
                    <a:pt x="0" y="61"/>
                    <a:pt x="0" y="61"/>
                  </a:cubicBezTo>
                  <a:cubicBezTo>
                    <a:pt x="0" y="61"/>
                    <a:pt x="1" y="61"/>
                    <a:pt x="1" y="62"/>
                  </a:cubicBezTo>
                  <a:cubicBezTo>
                    <a:pt x="1" y="62"/>
                    <a:pt x="1" y="62"/>
                    <a:pt x="1" y="62"/>
                  </a:cubicBezTo>
                  <a:cubicBezTo>
                    <a:pt x="1" y="62"/>
                    <a:pt x="2" y="62"/>
                    <a:pt x="1" y="6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16" name="Netherlands">
              <a:extLst>
                <a:ext uri="{FF2B5EF4-FFF2-40B4-BE49-F238E27FC236}">
                  <a16:creationId xmlns:a16="http://schemas.microsoft.com/office/drawing/2014/main" id="{1D413331-0B06-BD3D-1039-8E2131AE4459}"/>
                </a:ext>
              </a:extLst>
            </p:cNvPr>
            <p:cNvSpPr>
              <a:spLocks noEditPoints="1"/>
            </p:cNvSpPr>
            <p:nvPr/>
          </p:nvSpPr>
          <p:spPr bwMode="auto">
            <a:xfrm>
              <a:off x="5842727" y="1970323"/>
              <a:ext cx="116640" cy="105857"/>
            </a:xfrm>
            <a:custGeom>
              <a:avLst/>
              <a:gdLst/>
              <a:ahLst/>
              <a:cxnLst>
                <a:cxn ang="0">
                  <a:pos x="25" y="1"/>
                </a:cxn>
                <a:cxn ang="0">
                  <a:pos x="7" y="20"/>
                </a:cxn>
                <a:cxn ang="0">
                  <a:pos x="5" y="19"/>
                </a:cxn>
                <a:cxn ang="0">
                  <a:pos x="32" y="5"/>
                </a:cxn>
                <a:cxn ang="0">
                  <a:pos x="30" y="10"/>
                </a:cxn>
                <a:cxn ang="0">
                  <a:pos x="29" y="12"/>
                </a:cxn>
                <a:cxn ang="0">
                  <a:pos x="31" y="13"/>
                </a:cxn>
                <a:cxn ang="0">
                  <a:pos x="30" y="15"/>
                </a:cxn>
                <a:cxn ang="0">
                  <a:pos x="29" y="17"/>
                </a:cxn>
                <a:cxn ang="0">
                  <a:pos x="26" y="18"/>
                </a:cxn>
                <a:cxn ang="0">
                  <a:pos x="23" y="18"/>
                </a:cxn>
                <a:cxn ang="0">
                  <a:pos x="22" y="20"/>
                </a:cxn>
                <a:cxn ang="0">
                  <a:pos x="23" y="24"/>
                </a:cxn>
                <a:cxn ang="0">
                  <a:pos x="23" y="26"/>
                </a:cxn>
                <a:cxn ang="0">
                  <a:pos x="21" y="28"/>
                </a:cxn>
                <a:cxn ang="0">
                  <a:pos x="22" y="29"/>
                </a:cxn>
                <a:cxn ang="0">
                  <a:pos x="19" y="30"/>
                </a:cxn>
                <a:cxn ang="0">
                  <a:pos x="20" y="28"/>
                </a:cxn>
                <a:cxn ang="0">
                  <a:pos x="21" y="26"/>
                </a:cxn>
                <a:cxn ang="0">
                  <a:pos x="16" y="24"/>
                </a:cxn>
                <a:cxn ang="0">
                  <a:pos x="15" y="23"/>
                </a:cxn>
                <a:cxn ang="0">
                  <a:pos x="12" y="22"/>
                </a:cxn>
                <a:cxn ang="0">
                  <a:pos x="10" y="22"/>
                </a:cxn>
                <a:cxn ang="0">
                  <a:pos x="8" y="23"/>
                </a:cxn>
                <a:cxn ang="0">
                  <a:pos x="3" y="23"/>
                </a:cxn>
                <a:cxn ang="0">
                  <a:pos x="3" y="21"/>
                </a:cxn>
                <a:cxn ang="0">
                  <a:pos x="7" y="23"/>
                </a:cxn>
                <a:cxn ang="0">
                  <a:pos x="7" y="21"/>
                </a:cxn>
                <a:cxn ang="0">
                  <a:pos x="10" y="20"/>
                </a:cxn>
                <a:cxn ang="0">
                  <a:pos x="12" y="19"/>
                </a:cxn>
                <a:cxn ang="0">
                  <a:pos x="7" y="19"/>
                </a:cxn>
                <a:cxn ang="0">
                  <a:pos x="8" y="16"/>
                </a:cxn>
                <a:cxn ang="0">
                  <a:pos x="11" y="9"/>
                </a:cxn>
                <a:cxn ang="0">
                  <a:pos x="15" y="7"/>
                </a:cxn>
                <a:cxn ang="0">
                  <a:pos x="20" y="3"/>
                </a:cxn>
                <a:cxn ang="0">
                  <a:pos x="27" y="2"/>
                </a:cxn>
                <a:cxn ang="0">
                  <a:pos x="32" y="4"/>
                </a:cxn>
                <a:cxn ang="0">
                  <a:pos x="21" y="11"/>
                </a:cxn>
                <a:cxn ang="0">
                  <a:pos x="19" y="8"/>
                </a:cxn>
                <a:cxn ang="0">
                  <a:pos x="15" y="7"/>
                </a:cxn>
                <a:cxn ang="0">
                  <a:pos x="15" y="10"/>
                </a:cxn>
                <a:cxn ang="0">
                  <a:pos x="14" y="13"/>
                </a:cxn>
                <a:cxn ang="0">
                  <a:pos x="21" y="12"/>
                </a:cxn>
                <a:cxn ang="0">
                  <a:pos x="19" y="14"/>
                </a:cxn>
                <a:cxn ang="0">
                  <a:pos x="18" y="11"/>
                </a:cxn>
                <a:cxn ang="0">
                  <a:pos x="21" y="11"/>
                </a:cxn>
                <a:cxn ang="0">
                  <a:pos x="16" y="3"/>
                </a:cxn>
                <a:cxn ang="0">
                  <a:pos x="5" y="23"/>
                </a:cxn>
                <a:cxn ang="0">
                  <a:pos x="1" y="25"/>
                </a:cxn>
                <a:cxn ang="0">
                  <a:pos x="4" y="25"/>
                </a:cxn>
                <a:cxn ang="0">
                  <a:pos x="6" y="23"/>
                </a:cxn>
                <a:cxn ang="0">
                  <a:pos x="13" y="4"/>
                </a:cxn>
                <a:cxn ang="0">
                  <a:pos x="22" y="1"/>
                </a:cxn>
                <a:cxn ang="0">
                  <a:pos x="21" y="2"/>
                </a:cxn>
                <a:cxn ang="0">
                  <a:pos x="5" y="19"/>
                </a:cxn>
                <a:cxn ang="0">
                  <a:pos x="29" y="0"/>
                </a:cxn>
                <a:cxn ang="0">
                  <a:pos x="29" y="0"/>
                </a:cxn>
              </a:cxnLst>
              <a:rect l="0" t="0" r="r" b="b"/>
              <a:pathLst>
                <a:path w="33" h="30">
                  <a:moveTo>
                    <a:pt x="24" y="1"/>
                  </a:moveTo>
                  <a:cubicBezTo>
                    <a:pt x="23" y="1"/>
                    <a:pt x="24" y="1"/>
                    <a:pt x="24" y="1"/>
                  </a:cubicBezTo>
                  <a:cubicBezTo>
                    <a:pt x="25" y="1"/>
                    <a:pt x="25" y="1"/>
                    <a:pt x="25" y="1"/>
                  </a:cubicBezTo>
                  <a:cubicBezTo>
                    <a:pt x="25" y="1"/>
                    <a:pt x="25" y="1"/>
                    <a:pt x="25" y="1"/>
                  </a:cubicBezTo>
                  <a:cubicBezTo>
                    <a:pt x="24" y="1"/>
                    <a:pt x="24" y="1"/>
                    <a:pt x="24" y="1"/>
                  </a:cubicBezTo>
                  <a:close/>
                  <a:moveTo>
                    <a:pt x="7" y="20"/>
                  </a:moveTo>
                  <a:cubicBezTo>
                    <a:pt x="7" y="20"/>
                    <a:pt x="8" y="21"/>
                    <a:pt x="8" y="20"/>
                  </a:cubicBezTo>
                  <a:cubicBezTo>
                    <a:pt x="9" y="20"/>
                    <a:pt x="7" y="19"/>
                    <a:pt x="7" y="19"/>
                  </a:cubicBezTo>
                  <a:cubicBezTo>
                    <a:pt x="6" y="19"/>
                    <a:pt x="5" y="18"/>
                    <a:pt x="5" y="19"/>
                  </a:cubicBezTo>
                  <a:cubicBezTo>
                    <a:pt x="4" y="19"/>
                    <a:pt x="6" y="19"/>
                    <a:pt x="6" y="19"/>
                  </a:cubicBezTo>
                  <a:cubicBezTo>
                    <a:pt x="6" y="20"/>
                    <a:pt x="6" y="20"/>
                    <a:pt x="7" y="20"/>
                  </a:cubicBezTo>
                  <a:close/>
                  <a:moveTo>
                    <a:pt x="32" y="5"/>
                  </a:moveTo>
                  <a:cubicBezTo>
                    <a:pt x="32" y="5"/>
                    <a:pt x="33" y="6"/>
                    <a:pt x="32" y="6"/>
                  </a:cubicBezTo>
                  <a:cubicBezTo>
                    <a:pt x="32" y="7"/>
                    <a:pt x="32" y="7"/>
                    <a:pt x="31" y="8"/>
                  </a:cubicBezTo>
                  <a:cubicBezTo>
                    <a:pt x="31" y="9"/>
                    <a:pt x="32" y="10"/>
                    <a:pt x="30" y="10"/>
                  </a:cubicBezTo>
                  <a:cubicBezTo>
                    <a:pt x="30" y="10"/>
                    <a:pt x="29" y="10"/>
                    <a:pt x="29" y="10"/>
                  </a:cubicBezTo>
                  <a:cubicBezTo>
                    <a:pt x="28" y="10"/>
                    <a:pt x="28" y="11"/>
                    <a:pt x="29" y="11"/>
                  </a:cubicBezTo>
                  <a:cubicBezTo>
                    <a:pt x="28" y="11"/>
                    <a:pt x="28" y="12"/>
                    <a:pt x="29" y="12"/>
                  </a:cubicBezTo>
                  <a:cubicBezTo>
                    <a:pt x="29" y="12"/>
                    <a:pt x="30" y="12"/>
                    <a:pt x="30" y="12"/>
                  </a:cubicBezTo>
                  <a:cubicBezTo>
                    <a:pt x="30" y="12"/>
                    <a:pt x="30" y="12"/>
                    <a:pt x="31" y="12"/>
                  </a:cubicBezTo>
                  <a:cubicBezTo>
                    <a:pt x="31" y="12"/>
                    <a:pt x="31" y="13"/>
                    <a:pt x="31" y="13"/>
                  </a:cubicBezTo>
                  <a:cubicBezTo>
                    <a:pt x="31" y="14"/>
                    <a:pt x="31" y="14"/>
                    <a:pt x="31" y="14"/>
                  </a:cubicBezTo>
                  <a:cubicBezTo>
                    <a:pt x="31" y="14"/>
                    <a:pt x="30" y="14"/>
                    <a:pt x="30" y="15"/>
                  </a:cubicBezTo>
                  <a:cubicBezTo>
                    <a:pt x="30" y="15"/>
                    <a:pt x="30" y="15"/>
                    <a:pt x="30" y="15"/>
                  </a:cubicBezTo>
                  <a:cubicBezTo>
                    <a:pt x="29" y="16"/>
                    <a:pt x="29" y="15"/>
                    <a:pt x="29" y="16"/>
                  </a:cubicBezTo>
                  <a:cubicBezTo>
                    <a:pt x="28" y="16"/>
                    <a:pt x="28" y="16"/>
                    <a:pt x="28" y="16"/>
                  </a:cubicBezTo>
                  <a:cubicBezTo>
                    <a:pt x="28" y="16"/>
                    <a:pt x="29" y="16"/>
                    <a:pt x="29" y="17"/>
                  </a:cubicBezTo>
                  <a:cubicBezTo>
                    <a:pt x="29" y="17"/>
                    <a:pt x="29" y="18"/>
                    <a:pt x="28" y="18"/>
                  </a:cubicBezTo>
                  <a:cubicBezTo>
                    <a:pt x="28" y="18"/>
                    <a:pt x="27" y="18"/>
                    <a:pt x="27" y="18"/>
                  </a:cubicBezTo>
                  <a:cubicBezTo>
                    <a:pt x="26" y="18"/>
                    <a:pt x="26" y="18"/>
                    <a:pt x="26" y="18"/>
                  </a:cubicBezTo>
                  <a:cubicBezTo>
                    <a:pt x="26" y="19"/>
                    <a:pt x="25" y="18"/>
                    <a:pt x="25" y="18"/>
                  </a:cubicBezTo>
                  <a:cubicBezTo>
                    <a:pt x="25" y="18"/>
                    <a:pt x="23" y="18"/>
                    <a:pt x="23" y="18"/>
                  </a:cubicBezTo>
                  <a:cubicBezTo>
                    <a:pt x="23" y="18"/>
                    <a:pt x="24" y="19"/>
                    <a:pt x="23" y="18"/>
                  </a:cubicBezTo>
                  <a:cubicBezTo>
                    <a:pt x="23" y="18"/>
                    <a:pt x="22" y="18"/>
                    <a:pt x="22" y="19"/>
                  </a:cubicBezTo>
                  <a:cubicBezTo>
                    <a:pt x="22" y="19"/>
                    <a:pt x="22" y="19"/>
                    <a:pt x="22" y="19"/>
                  </a:cubicBezTo>
                  <a:cubicBezTo>
                    <a:pt x="22" y="20"/>
                    <a:pt x="22" y="20"/>
                    <a:pt x="22" y="20"/>
                  </a:cubicBezTo>
                  <a:cubicBezTo>
                    <a:pt x="22" y="20"/>
                    <a:pt x="23" y="20"/>
                    <a:pt x="23" y="20"/>
                  </a:cubicBezTo>
                  <a:cubicBezTo>
                    <a:pt x="23" y="21"/>
                    <a:pt x="24" y="22"/>
                    <a:pt x="24" y="22"/>
                  </a:cubicBezTo>
                  <a:cubicBezTo>
                    <a:pt x="24" y="23"/>
                    <a:pt x="24" y="24"/>
                    <a:pt x="23" y="24"/>
                  </a:cubicBezTo>
                  <a:cubicBezTo>
                    <a:pt x="23" y="25"/>
                    <a:pt x="23" y="25"/>
                    <a:pt x="23" y="25"/>
                  </a:cubicBezTo>
                  <a:cubicBezTo>
                    <a:pt x="23" y="26"/>
                    <a:pt x="23" y="25"/>
                    <a:pt x="23" y="25"/>
                  </a:cubicBezTo>
                  <a:cubicBezTo>
                    <a:pt x="23" y="25"/>
                    <a:pt x="23" y="25"/>
                    <a:pt x="23" y="26"/>
                  </a:cubicBezTo>
                  <a:cubicBezTo>
                    <a:pt x="23" y="26"/>
                    <a:pt x="22" y="27"/>
                    <a:pt x="21" y="27"/>
                  </a:cubicBezTo>
                  <a:cubicBezTo>
                    <a:pt x="21" y="27"/>
                    <a:pt x="21" y="27"/>
                    <a:pt x="21" y="27"/>
                  </a:cubicBezTo>
                  <a:cubicBezTo>
                    <a:pt x="21" y="27"/>
                    <a:pt x="21" y="27"/>
                    <a:pt x="21" y="28"/>
                  </a:cubicBezTo>
                  <a:cubicBezTo>
                    <a:pt x="21" y="27"/>
                    <a:pt x="22" y="27"/>
                    <a:pt x="22" y="28"/>
                  </a:cubicBezTo>
                  <a:cubicBezTo>
                    <a:pt x="22" y="28"/>
                    <a:pt x="23" y="28"/>
                    <a:pt x="23" y="29"/>
                  </a:cubicBezTo>
                  <a:cubicBezTo>
                    <a:pt x="23" y="29"/>
                    <a:pt x="22" y="29"/>
                    <a:pt x="22" y="29"/>
                  </a:cubicBezTo>
                  <a:cubicBezTo>
                    <a:pt x="22" y="30"/>
                    <a:pt x="22" y="30"/>
                    <a:pt x="21" y="30"/>
                  </a:cubicBezTo>
                  <a:cubicBezTo>
                    <a:pt x="21" y="30"/>
                    <a:pt x="21" y="30"/>
                    <a:pt x="21" y="30"/>
                  </a:cubicBezTo>
                  <a:cubicBezTo>
                    <a:pt x="20" y="30"/>
                    <a:pt x="20" y="30"/>
                    <a:pt x="19" y="30"/>
                  </a:cubicBezTo>
                  <a:cubicBezTo>
                    <a:pt x="20" y="29"/>
                    <a:pt x="19" y="29"/>
                    <a:pt x="19" y="29"/>
                  </a:cubicBezTo>
                  <a:cubicBezTo>
                    <a:pt x="19" y="29"/>
                    <a:pt x="20" y="28"/>
                    <a:pt x="20" y="28"/>
                  </a:cubicBezTo>
                  <a:cubicBezTo>
                    <a:pt x="20" y="28"/>
                    <a:pt x="20" y="28"/>
                    <a:pt x="20" y="28"/>
                  </a:cubicBezTo>
                  <a:cubicBezTo>
                    <a:pt x="20" y="27"/>
                    <a:pt x="20" y="27"/>
                    <a:pt x="20" y="27"/>
                  </a:cubicBezTo>
                  <a:cubicBezTo>
                    <a:pt x="20" y="27"/>
                    <a:pt x="20" y="26"/>
                    <a:pt x="21" y="26"/>
                  </a:cubicBezTo>
                  <a:cubicBezTo>
                    <a:pt x="20" y="26"/>
                    <a:pt x="21" y="26"/>
                    <a:pt x="21" y="26"/>
                  </a:cubicBezTo>
                  <a:cubicBezTo>
                    <a:pt x="20" y="25"/>
                    <a:pt x="19" y="25"/>
                    <a:pt x="19" y="25"/>
                  </a:cubicBezTo>
                  <a:cubicBezTo>
                    <a:pt x="18" y="25"/>
                    <a:pt x="18" y="24"/>
                    <a:pt x="18" y="24"/>
                  </a:cubicBezTo>
                  <a:cubicBezTo>
                    <a:pt x="17" y="24"/>
                    <a:pt x="17" y="24"/>
                    <a:pt x="16" y="24"/>
                  </a:cubicBezTo>
                  <a:cubicBezTo>
                    <a:pt x="16" y="25"/>
                    <a:pt x="16" y="24"/>
                    <a:pt x="15" y="24"/>
                  </a:cubicBezTo>
                  <a:cubicBezTo>
                    <a:pt x="15" y="24"/>
                    <a:pt x="15" y="24"/>
                    <a:pt x="15" y="24"/>
                  </a:cubicBezTo>
                  <a:cubicBezTo>
                    <a:pt x="15" y="23"/>
                    <a:pt x="15" y="23"/>
                    <a:pt x="15" y="23"/>
                  </a:cubicBezTo>
                  <a:cubicBezTo>
                    <a:pt x="14" y="22"/>
                    <a:pt x="14" y="22"/>
                    <a:pt x="14" y="23"/>
                  </a:cubicBezTo>
                  <a:cubicBezTo>
                    <a:pt x="13" y="23"/>
                    <a:pt x="12" y="23"/>
                    <a:pt x="12" y="23"/>
                  </a:cubicBezTo>
                  <a:cubicBezTo>
                    <a:pt x="12" y="23"/>
                    <a:pt x="12" y="23"/>
                    <a:pt x="12" y="22"/>
                  </a:cubicBezTo>
                  <a:cubicBezTo>
                    <a:pt x="13" y="22"/>
                    <a:pt x="12" y="22"/>
                    <a:pt x="11" y="22"/>
                  </a:cubicBezTo>
                  <a:cubicBezTo>
                    <a:pt x="11" y="23"/>
                    <a:pt x="11" y="23"/>
                    <a:pt x="10" y="23"/>
                  </a:cubicBezTo>
                  <a:cubicBezTo>
                    <a:pt x="10" y="23"/>
                    <a:pt x="10" y="22"/>
                    <a:pt x="10" y="22"/>
                  </a:cubicBezTo>
                  <a:cubicBezTo>
                    <a:pt x="10" y="22"/>
                    <a:pt x="9" y="22"/>
                    <a:pt x="9" y="22"/>
                  </a:cubicBezTo>
                  <a:cubicBezTo>
                    <a:pt x="8" y="23"/>
                    <a:pt x="9" y="23"/>
                    <a:pt x="9" y="23"/>
                  </a:cubicBezTo>
                  <a:cubicBezTo>
                    <a:pt x="9" y="24"/>
                    <a:pt x="8" y="23"/>
                    <a:pt x="8" y="23"/>
                  </a:cubicBezTo>
                  <a:cubicBezTo>
                    <a:pt x="7" y="23"/>
                    <a:pt x="8" y="23"/>
                    <a:pt x="7" y="23"/>
                  </a:cubicBezTo>
                  <a:cubicBezTo>
                    <a:pt x="7" y="23"/>
                    <a:pt x="6" y="23"/>
                    <a:pt x="6" y="23"/>
                  </a:cubicBezTo>
                  <a:cubicBezTo>
                    <a:pt x="5" y="22"/>
                    <a:pt x="4" y="23"/>
                    <a:pt x="3" y="23"/>
                  </a:cubicBezTo>
                  <a:cubicBezTo>
                    <a:pt x="3" y="23"/>
                    <a:pt x="3" y="22"/>
                    <a:pt x="2" y="23"/>
                  </a:cubicBezTo>
                  <a:cubicBezTo>
                    <a:pt x="2" y="23"/>
                    <a:pt x="1" y="22"/>
                    <a:pt x="1" y="22"/>
                  </a:cubicBezTo>
                  <a:cubicBezTo>
                    <a:pt x="1" y="21"/>
                    <a:pt x="2" y="21"/>
                    <a:pt x="3" y="21"/>
                  </a:cubicBezTo>
                  <a:cubicBezTo>
                    <a:pt x="3" y="21"/>
                    <a:pt x="5" y="21"/>
                    <a:pt x="4" y="22"/>
                  </a:cubicBezTo>
                  <a:cubicBezTo>
                    <a:pt x="5" y="21"/>
                    <a:pt x="5" y="22"/>
                    <a:pt x="6" y="22"/>
                  </a:cubicBezTo>
                  <a:cubicBezTo>
                    <a:pt x="6" y="22"/>
                    <a:pt x="6" y="23"/>
                    <a:pt x="7" y="23"/>
                  </a:cubicBezTo>
                  <a:cubicBezTo>
                    <a:pt x="7" y="23"/>
                    <a:pt x="9" y="22"/>
                    <a:pt x="7" y="22"/>
                  </a:cubicBezTo>
                  <a:cubicBezTo>
                    <a:pt x="7" y="22"/>
                    <a:pt x="6" y="22"/>
                    <a:pt x="6" y="21"/>
                  </a:cubicBezTo>
                  <a:cubicBezTo>
                    <a:pt x="5" y="21"/>
                    <a:pt x="7" y="21"/>
                    <a:pt x="7" y="21"/>
                  </a:cubicBezTo>
                  <a:cubicBezTo>
                    <a:pt x="7" y="21"/>
                    <a:pt x="6" y="21"/>
                    <a:pt x="6" y="20"/>
                  </a:cubicBezTo>
                  <a:cubicBezTo>
                    <a:pt x="7" y="20"/>
                    <a:pt x="8" y="21"/>
                    <a:pt x="8" y="21"/>
                  </a:cubicBezTo>
                  <a:cubicBezTo>
                    <a:pt x="9" y="20"/>
                    <a:pt x="9" y="20"/>
                    <a:pt x="10" y="20"/>
                  </a:cubicBezTo>
                  <a:cubicBezTo>
                    <a:pt x="11" y="20"/>
                    <a:pt x="11" y="20"/>
                    <a:pt x="12" y="20"/>
                  </a:cubicBezTo>
                  <a:cubicBezTo>
                    <a:pt x="12" y="20"/>
                    <a:pt x="12" y="20"/>
                    <a:pt x="12" y="19"/>
                  </a:cubicBezTo>
                  <a:cubicBezTo>
                    <a:pt x="12" y="19"/>
                    <a:pt x="12" y="19"/>
                    <a:pt x="12" y="19"/>
                  </a:cubicBezTo>
                  <a:cubicBezTo>
                    <a:pt x="12" y="19"/>
                    <a:pt x="12" y="19"/>
                    <a:pt x="12" y="19"/>
                  </a:cubicBezTo>
                  <a:cubicBezTo>
                    <a:pt x="11" y="19"/>
                    <a:pt x="11" y="20"/>
                    <a:pt x="10" y="20"/>
                  </a:cubicBezTo>
                  <a:cubicBezTo>
                    <a:pt x="8" y="20"/>
                    <a:pt x="8" y="19"/>
                    <a:pt x="7" y="19"/>
                  </a:cubicBezTo>
                  <a:cubicBezTo>
                    <a:pt x="6" y="18"/>
                    <a:pt x="6" y="18"/>
                    <a:pt x="6" y="17"/>
                  </a:cubicBezTo>
                  <a:cubicBezTo>
                    <a:pt x="6" y="17"/>
                    <a:pt x="6" y="17"/>
                    <a:pt x="6" y="17"/>
                  </a:cubicBezTo>
                  <a:cubicBezTo>
                    <a:pt x="7" y="17"/>
                    <a:pt x="7" y="16"/>
                    <a:pt x="8" y="16"/>
                  </a:cubicBezTo>
                  <a:cubicBezTo>
                    <a:pt x="8" y="15"/>
                    <a:pt x="9" y="15"/>
                    <a:pt x="9" y="14"/>
                  </a:cubicBezTo>
                  <a:cubicBezTo>
                    <a:pt x="10" y="13"/>
                    <a:pt x="11" y="12"/>
                    <a:pt x="11" y="11"/>
                  </a:cubicBezTo>
                  <a:cubicBezTo>
                    <a:pt x="11" y="10"/>
                    <a:pt x="11" y="10"/>
                    <a:pt x="11" y="9"/>
                  </a:cubicBezTo>
                  <a:cubicBezTo>
                    <a:pt x="12" y="8"/>
                    <a:pt x="12" y="6"/>
                    <a:pt x="13" y="7"/>
                  </a:cubicBezTo>
                  <a:cubicBezTo>
                    <a:pt x="12" y="7"/>
                    <a:pt x="13" y="7"/>
                    <a:pt x="14" y="7"/>
                  </a:cubicBezTo>
                  <a:cubicBezTo>
                    <a:pt x="14" y="7"/>
                    <a:pt x="15" y="7"/>
                    <a:pt x="15" y="7"/>
                  </a:cubicBezTo>
                  <a:cubicBezTo>
                    <a:pt x="16" y="6"/>
                    <a:pt x="16" y="6"/>
                    <a:pt x="17" y="5"/>
                  </a:cubicBezTo>
                  <a:cubicBezTo>
                    <a:pt x="18" y="5"/>
                    <a:pt x="18" y="5"/>
                    <a:pt x="18" y="4"/>
                  </a:cubicBezTo>
                  <a:cubicBezTo>
                    <a:pt x="18" y="4"/>
                    <a:pt x="19" y="3"/>
                    <a:pt x="20" y="3"/>
                  </a:cubicBezTo>
                  <a:cubicBezTo>
                    <a:pt x="21" y="2"/>
                    <a:pt x="22" y="2"/>
                    <a:pt x="23" y="2"/>
                  </a:cubicBezTo>
                  <a:cubicBezTo>
                    <a:pt x="23" y="2"/>
                    <a:pt x="24" y="2"/>
                    <a:pt x="25" y="2"/>
                  </a:cubicBezTo>
                  <a:cubicBezTo>
                    <a:pt x="26" y="2"/>
                    <a:pt x="26" y="2"/>
                    <a:pt x="27" y="2"/>
                  </a:cubicBezTo>
                  <a:cubicBezTo>
                    <a:pt x="28" y="2"/>
                    <a:pt x="29" y="1"/>
                    <a:pt x="30" y="2"/>
                  </a:cubicBezTo>
                  <a:cubicBezTo>
                    <a:pt x="30" y="2"/>
                    <a:pt x="30" y="3"/>
                    <a:pt x="32" y="3"/>
                  </a:cubicBezTo>
                  <a:cubicBezTo>
                    <a:pt x="31" y="3"/>
                    <a:pt x="32" y="4"/>
                    <a:pt x="32" y="4"/>
                  </a:cubicBezTo>
                  <a:cubicBezTo>
                    <a:pt x="33" y="4"/>
                    <a:pt x="32" y="4"/>
                    <a:pt x="32" y="5"/>
                  </a:cubicBezTo>
                  <a:close/>
                  <a:moveTo>
                    <a:pt x="21" y="11"/>
                  </a:moveTo>
                  <a:cubicBezTo>
                    <a:pt x="21" y="11"/>
                    <a:pt x="21" y="11"/>
                    <a:pt x="21" y="11"/>
                  </a:cubicBezTo>
                  <a:cubicBezTo>
                    <a:pt x="21" y="10"/>
                    <a:pt x="20" y="10"/>
                    <a:pt x="19" y="10"/>
                  </a:cubicBezTo>
                  <a:cubicBezTo>
                    <a:pt x="19" y="10"/>
                    <a:pt x="19" y="8"/>
                    <a:pt x="20" y="8"/>
                  </a:cubicBezTo>
                  <a:cubicBezTo>
                    <a:pt x="20" y="8"/>
                    <a:pt x="19" y="8"/>
                    <a:pt x="19" y="8"/>
                  </a:cubicBezTo>
                  <a:cubicBezTo>
                    <a:pt x="19" y="8"/>
                    <a:pt x="18" y="8"/>
                    <a:pt x="18" y="8"/>
                  </a:cubicBezTo>
                  <a:cubicBezTo>
                    <a:pt x="17" y="8"/>
                    <a:pt x="18" y="7"/>
                    <a:pt x="18" y="6"/>
                  </a:cubicBezTo>
                  <a:cubicBezTo>
                    <a:pt x="17" y="5"/>
                    <a:pt x="15" y="7"/>
                    <a:pt x="15" y="7"/>
                  </a:cubicBezTo>
                  <a:cubicBezTo>
                    <a:pt x="15" y="7"/>
                    <a:pt x="15" y="9"/>
                    <a:pt x="16" y="9"/>
                  </a:cubicBezTo>
                  <a:cubicBezTo>
                    <a:pt x="17" y="9"/>
                    <a:pt x="17" y="10"/>
                    <a:pt x="16" y="10"/>
                  </a:cubicBezTo>
                  <a:cubicBezTo>
                    <a:pt x="15" y="10"/>
                    <a:pt x="15" y="10"/>
                    <a:pt x="15" y="10"/>
                  </a:cubicBezTo>
                  <a:cubicBezTo>
                    <a:pt x="14" y="10"/>
                    <a:pt x="15" y="11"/>
                    <a:pt x="15" y="11"/>
                  </a:cubicBezTo>
                  <a:cubicBezTo>
                    <a:pt x="15" y="12"/>
                    <a:pt x="14" y="12"/>
                    <a:pt x="15" y="12"/>
                  </a:cubicBezTo>
                  <a:cubicBezTo>
                    <a:pt x="15" y="12"/>
                    <a:pt x="14" y="13"/>
                    <a:pt x="14" y="13"/>
                  </a:cubicBezTo>
                  <a:cubicBezTo>
                    <a:pt x="15" y="13"/>
                    <a:pt x="16" y="13"/>
                    <a:pt x="16" y="14"/>
                  </a:cubicBezTo>
                  <a:cubicBezTo>
                    <a:pt x="17" y="14"/>
                    <a:pt x="18" y="14"/>
                    <a:pt x="19" y="13"/>
                  </a:cubicBezTo>
                  <a:cubicBezTo>
                    <a:pt x="19" y="13"/>
                    <a:pt x="20" y="13"/>
                    <a:pt x="21" y="12"/>
                  </a:cubicBezTo>
                  <a:cubicBezTo>
                    <a:pt x="20" y="12"/>
                    <a:pt x="20" y="12"/>
                    <a:pt x="19" y="13"/>
                  </a:cubicBezTo>
                  <a:cubicBezTo>
                    <a:pt x="19" y="13"/>
                    <a:pt x="19" y="13"/>
                    <a:pt x="19" y="13"/>
                  </a:cubicBezTo>
                  <a:cubicBezTo>
                    <a:pt x="18" y="13"/>
                    <a:pt x="19" y="13"/>
                    <a:pt x="19" y="14"/>
                  </a:cubicBezTo>
                  <a:cubicBezTo>
                    <a:pt x="18" y="14"/>
                    <a:pt x="16" y="13"/>
                    <a:pt x="15" y="13"/>
                  </a:cubicBezTo>
                  <a:cubicBezTo>
                    <a:pt x="15" y="13"/>
                    <a:pt x="17" y="12"/>
                    <a:pt x="17" y="12"/>
                  </a:cubicBezTo>
                  <a:cubicBezTo>
                    <a:pt x="17" y="12"/>
                    <a:pt x="17" y="11"/>
                    <a:pt x="18" y="11"/>
                  </a:cubicBezTo>
                  <a:cubicBezTo>
                    <a:pt x="18" y="11"/>
                    <a:pt x="19" y="11"/>
                    <a:pt x="19" y="11"/>
                  </a:cubicBezTo>
                  <a:cubicBezTo>
                    <a:pt x="20" y="10"/>
                    <a:pt x="22" y="10"/>
                    <a:pt x="21" y="12"/>
                  </a:cubicBezTo>
                  <a:cubicBezTo>
                    <a:pt x="21" y="12"/>
                    <a:pt x="22" y="11"/>
                    <a:pt x="21" y="11"/>
                  </a:cubicBezTo>
                  <a:close/>
                  <a:moveTo>
                    <a:pt x="19" y="2"/>
                  </a:moveTo>
                  <a:cubicBezTo>
                    <a:pt x="19" y="1"/>
                    <a:pt x="17" y="2"/>
                    <a:pt x="17" y="2"/>
                  </a:cubicBezTo>
                  <a:cubicBezTo>
                    <a:pt x="17" y="2"/>
                    <a:pt x="15" y="2"/>
                    <a:pt x="16" y="3"/>
                  </a:cubicBezTo>
                  <a:cubicBezTo>
                    <a:pt x="16" y="3"/>
                    <a:pt x="19" y="2"/>
                    <a:pt x="19" y="2"/>
                  </a:cubicBezTo>
                  <a:close/>
                  <a:moveTo>
                    <a:pt x="5" y="23"/>
                  </a:moveTo>
                  <a:cubicBezTo>
                    <a:pt x="5" y="23"/>
                    <a:pt x="5" y="23"/>
                    <a:pt x="5" y="23"/>
                  </a:cubicBezTo>
                  <a:cubicBezTo>
                    <a:pt x="4" y="24"/>
                    <a:pt x="3" y="23"/>
                    <a:pt x="2" y="23"/>
                  </a:cubicBezTo>
                  <a:cubicBezTo>
                    <a:pt x="1" y="23"/>
                    <a:pt x="1" y="23"/>
                    <a:pt x="0" y="23"/>
                  </a:cubicBezTo>
                  <a:cubicBezTo>
                    <a:pt x="0" y="24"/>
                    <a:pt x="0" y="25"/>
                    <a:pt x="1" y="25"/>
                  </a:cubicBezTo>
                  <a:cubicBezTo>
                    <a:pt x="1" y="25"/>
                    <a:pt x="1" y="24"/>
                    <a:pt x="2" y="24"/>
                  </a:cubicBezTo>
                  <a:cubicBezTo>
                    <a:pt x="2" y="24"/>
                    <a:pt x="3" y="24"/>
                    <a:pt x="3" y="24"/>
                  </a:cubicBezTo>
                  <a:cubicBezTo>
                    <a:pt x="3" y="24"/>
                    <a:pt x="4" y="24"/>
                    <a:pt x="4" y="25"/>
                  </a:cubicBezTo>
                  <a:cubicBezTo>
                    <a:pt x="4" y="25"/>
                    <a:pt x="5" y="25"/>
                    <a:pt x="5" y="25"/>
                  </a:cubicBezTo>
                  <a:cubicBezTo>
                    <a:pt x="6" y="25"/>
                    <a:pt x="7" y="24"/>
                    <a:pt x="7" y="24"/>
                  </a:cubicBezTo>
                  <a:cubicBezTo>
                    <a:pt x="7" y="23"/>
                    <a:pt x="6" y="23"/>
                    <a:pt x="6" y="23"/>
                  </a:cubicBezTo>
                  <a:cubicBezTo>
                    <a:pt x="6" y="23"/>
                    <a:pt x="5" y="23"/>
                    <a:pt x="5" y="23"/>
                  </a:cubicBezTo>
                  <a:close/>
                  <a:moveTo>
                    <a:pt x="12" y="6"/>
                  </a:moveTo>
                  <a:cubicBezTo>
                    <a:pt x="13" y="6"/>
                    <a:pt x="14" y="5"/>
                    <a:pt x="13" y="4"/>
                  </a:cubicBezTo>
                  <a:cubicBezTo>
                    <a:pt x="13" y="4"/>
                    <a:pt x="11" y="6"/>
                    <a:pt x="12" y="6"/>
                  </a:cubicBezTo>
                  <a:close/>
                  <a:moveTo>
                    <a:pt x="21" y="2"/>
                  </a:moveTo>
                  <a:cubicBezTo>
                    <a:pt x="21" y="2"/>
                    <a:pt x="22" y="2"/>
                    <a:pt x="22" y="1"/>
                  </a:cubicBezTo>
                  <a:cubicBezTo>
                    <a:pt x="22" y="1"/>
                    <a:pt x="21" y="1"/>
                    <a:pt x="20" y="1"/>
                  </a:cubicBezTo>
                  <a:cubicBezTo>
                    <a:pt x="20" y="1"/>
                    <a:pt x="19" y="2"/>
                    <a:pt x="20" y="2"/>
                  </a:cubicBezTo>
                  <a:cubicBezTo>
                    <a:pt x="20" y="2"/>
                    <a:pt x="20" y="2"/>
                    <a:pt x="21" y="2"/>
                  </a:cubicBezTo>
                  <a:close/>
                  <a:moveTo>
                    <a:pt x="4" y="20"/>
                  </a:moveTo>
                  <a:cubicBezTo>
                    <a:pt x="5" y="20"/>
                    <a:pt x="5" y="21"/>
                    <a:pt x="6" y="20"/>
                  </a:cubicBezTo>
                  <a:cubicBezTo>
                    <a:pt x="7" y="20"/>
                    <a:pt x="5" y="20"/>
                    <a:pt x="5" y="19"/>
                  </a:cubicBezTo>
                  <a:cubicBezTo>
                    <a:pt x="4" y="19"/>
                    <a:pt x="3" y="19"/>
                    <a:pt x="3" y="20"/>
                  </a:cubicBezTo>
                  <a:cubicBezTo>
                    <a:pt x="2" y="20"/>
                    <a:pt x="4" y="20"/>
                    <a:pt x="4" y="20"/>
                  </a:cubicBezTo>
                  <a:close/>
                  <a:moveTo>
                    <a:pt x="29" y="0"/>
                  </a:moveTo>
                  <a:cubicBezTo>
                    <a:pt x="29" y="0"/>
                    <a:pt x="28" y="0"/>
                    <a:pt x="28" y="0"/>
                  </a:cubicBezTo>
                  <a:cubicBezTo>
                    <a:pt x="28" y="0"/>
                    <a:pt x="29" y="0"/>
                    <a:pt x="29" y="0"/>
                  </a:cubicBezTo>
                  <a:cubicBezTo>
                    <a:pt x="28" y="0"/>
                    <a:pt x="29" y="0"/>
                    <a:pt x="29"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17" name="Nepal">
              <a:extLst>
                <a:ext uri="{FF2B5EF4-FFF2-40B4-BE49-F238E27FC236}">
                  <a16:creationId xmlns:a16="http://schemas.microsoft.com/office/drawing/2014/main" id="{4F8BA2C6-C656-139C-6641-85197B5025B0}"/>
                </a:ext>
              </a:extLst>
            </p:cNvPr>
            <p:cNvSpPr>
              <a:spLocks/>
            </p:cNvSpPr>
            <p:nvPr/>
          </p:nvSpPr>
          <p:spPr bwMode="auto">
            <a:xfrm>
              <a:off x="8359789" y="2860312"/>
              <a:ext cx="283268" cy="158786"/>
            </a:xfrm>
            <a:custGeom>
              <a:avLst/>
              <a:gdLst/>
              <a:ahLst/>
              <a:cxnLst>
                <a:cxn ang="0">
                  <a:pos x="77" y="36"/>
                </a:cxn>
                <a:cxn ang="0">
                  <a:pos x="78" y="28"/>
                </a:cxn>
                <a:cxn ang="0">
                  <a:pos x="72" y="28"/>
                </a:cxn>
                <a:cxn ang="0">
                  <a:pos x="69" y="28"/>
                </a:cxn>
                <a:cxn ang="0">
                  <a:pos x="65" y="26"/>
                </a:cxn>
                <a:cxn ang="0">
                  <a:pos x="62" y="27"/>
                </a:cxn>
                <a:cxn ang="0">
                  <a:pos x="58" y="25"/>
                </a:cxn>
                <a:cxn ang="0">
                  <a:pos x="56" y="26"/>
                </a:cxn>
                <a:cxn ang="0">
                  <a:pos x="52" y="23"/>
                </a:cxn>
                <a:cxn ang="0">
                  <a:pos x="48" y="23"/>
                </a:cxn>
                <a:cxn ang="0">
                  <a:pos x="47" y="20"/>
                </a:cxn>
                <a:cxn ang="0">
                  <a:pos x="43" y="19"/>
                </a:cxn>
                <a:cxn ang="0">
                  <a:pos x="38" y="16"/>
                </a:cxn>
                <a:cxn ang="0">
                  <a:pos x="34" y="13"/>
                </a:cxn>
                <a:cxn ang="0">
                  <a:pos x="31" y="13"/>
                </a:cxn>
                <a:cxn ang="0">
                  <a:pos x="27" y="9"/>
                </a:cxn>
                <a:cxn ang="0">
                  <a:pos x="24" y="8"/>
                </a:cxn>
                <a:cxn ang="0">
                  <a:pos x="19" y="4"/>
                </a:cxn>
                <a:cxn ang="0">
                  <a:pos x="15" y="1"/>
                </a:cxn>
                <a:cxn ang="0">
                  <a:pos x="10" y="1"/>
                </a:cxn>
                <a:cxn ang="0">
                  <a:pos x="9" y="3"/>
                </a:cxn>
                <a:cxn ang="0">
                  <a:pos x="6" y="3"/>
                </a:cxn>
                <a:cxn ang="0">
                  <a:pos x="5" y="2"/>
                </a:cxn>
                <a:cxn ang="0">
                  <a:pos x="2" y="7"/>
                </a:cxn>
                <a:cxn ang="0">
                  <a:pos x="0" y="11"/>
                </a:cxn>
                <a:cxn ang="0">
                  <a:pos x="0" y="14"/>
                </a:cxn>
                <a:cxn ang="0">
                  <a:pos x="2" y="19"/>
                </a:cxn>
                <a:cxn ang="0">
                  <a:pos x="4" y="20"/>
                </a:cxn>
                <a:cxn ang="0">
                  <a:pos x="8" y="21"/>
                </a:cxn>
                <a:cxn ang="0">
                  <a:pos x="11" y="23"/>
                </a:cxn>
                <a:cxn ang="0">
                  <a:pos x="14" y="25"/>
                </a:cxn>
                <a:cxn ang="0">
                  <a:pos x="18" y="28"/>
                </a:cxn>
                <a:cxn ang="0">
                  <a:pos x="24" y="30"/>
                </a:cxn>
                <a:cxn ang="0">
                  <a:pos x="30" y="32"/>
                </a:cxn>
                <a:cxn ang="0">
                  <a:pos x="34" y="33"/>
                </a:cxn>
                <a:cxn ang="0">
                  <a:pos x="38" y="34"/>
                </a:cxn>
                <a:cxn ang="0">
                  <a:pos x="40" y="32"/>
                </a:cxn>
                <a:cxn ang="0">
                  <a:pos x="46" y="37"/>
                </a:cxn>
                <a:cxn ang="0">
                  <a:pos x="52" y="40"/>
                </a:cxn>
                <a:cxn ang="0">
                  <a:pos x="57" y="41"/>
                </a:cxn>
                <a:cxn ang="0">
                  <a:pos x="61" y="42"/>
                </a:cxn>
                <a:cxn ang="0">
                  <a:pos x="67" y="44"/>
                </a:cxn>
                <a:cxn ang="0">
                  <a:pos x="69" y="43"/>
                </a:cxn>
                <a:cxn ang="0">
                  <a:pos x="72" y="44"/>
                </a:cxn>
                <a:cxn ang="0">
                  <a:pos x="76" y="44"/>
                </a:cxn>
                <a:cxn ang="0">
                  <a:pos x="77" y="44"/>
                </a:cxn>
                <a:cxn ang="0">
                  <a:pos x="80" y="39"/>
                </a:cxn>
              </a:cxnLst>
              <a:rect l="0" t="0" r="r" b="b"/>
              <a:pathLst>
                <a:path w="80" h="45">
                  <a:moveTo>
                    <a:pt x="80" y="39"/>
                  </a:moveTo>
                  <a:cubicBezTo>
                    <a:pt x="79" y="39"/>
                    <a:pt x="79" y="38"/>
                    <a:pt x="79" y="37"/>
                  </a:cubicBezTo>
                  <a:cubicBezTo>
                    <a:pt x="78" y="37"/>
                    <a:pt x="78" y="37"/>
                    <a:pt x="77" y="36"/>
                  </a:cubicBezTo>
                  <a:cubicBezTo>
                    <a:pt x="77" y="35"/>
                    <a:pt x="78" y="34"/>
                    <a:pt x="77" y="33"/>
                  </a:cubicBezTo>
                  <a:cubicBezTo>
                    <a:pt x="77" y="32"/>
                    <a:pt x="77" y="32"/>
                    <a:pt x="78" y="31"/>
                  </a:cubicBezTo>
                  <a:cubicBezTo>
                    <a:pt x="78" y="30"/>
                    <a:pt x="78" y="28"/>
                    <a:pt x="78" y="28"/>
                  </a:cubicBezTo>
                  <a:cubicBezTo>
                    <a:pt x="77" y="28"/>
                    <a:pt x="76" y="28"/>
                    <a:pt x="75" y="28"/>
                  </a:cubicBezTo>
                  <a:cubicBezTo>
                    <a:pt x="74" y="28"/>
                    <a:pt x="74" y="28"/>
                    <a:pt x="74" y="28"/>
                  </a:cubicBezTo>
                  <a:cubicBezTo>
                    <a:pt x="74" y="29"/>
                    <a:pt x="72" y="29"/>
                    <a:pt x="72" y="28"/>
                  </a:cubicBezTo>
                  <a:cubicBezTo>
                    <a:pt x="72" y="28"/>
                    <a:pt x="71" y="29"/>
                    <a:pt x="71" y="29"/>
                  </a:cubicBezTo>
                  <a:cubicBezTo>
                    <a:pt x="70" y="29"/>
                    <a:pt x="71" y="28"/>
                    <a:pt x="70" y="28"/>
                  </a:cubicBezTo>
                  <a:cubicBezTo>
                    <a:pt x="70" y="28"/>
                    <a:pt x="69" y="29"/>
                    <a:pt x="69" y="28"/>
                  </a:cubicBezTo>
                  <a:cubicBezTo>
                    <a:pt x="68" y="28"/>
                    <a:pt x="68" y="28"/>
                    <a:pt x="67" y="27"/>
                  </a:cubicBezTo>
                  <a:cubicBezTo>
                    <a:pt x="67" y="27"/>
                    <a:pt x="66" y="27"/>
                    <a:pt x="66" y="27"/>
                  </a:cubicBezTo>
                  <a:cubicBezTo>
                    <a:pt x="65" y="27"/>
                    <a:pt x="65" y="26"/>
                    <a:pt x="65" y="26"/>
                  </a:cubicBezTo>
                  <a:cubicBezTo>
                    <a:pt x="64" y="26"/>
                    <a:pt x="64" y="26"/>
                    <a:pt x="64" y="26"/>
                  </a:cubicBezTo>
                  <a:cubicBezTo>
                    <a:pt x="64" y="25"/>
                    <a:pt x="63" y="25"/>
                    <a:pt x="63" y="25"/>
                  </a:cubicBezTo>
                  <a:cubicBezTo>
                    <a:pt x="61" y="25"/>
                    <a:pt x="63" y="27"/>
                    <a:pt x="62" y="27"/>
                  </a:cubicBezTo>
                  <a:cubicBezTo>
                    <a:pt x="61" y="28"/>
                    <a:pt x="60" y="27"/>
                    <a:pt x="60" y="27"/>
                  </a:cubicBezTo>
                  <a:cubicBezTo>
                    <a:pt x="59" y="27"/>
                    <a:pt x="59" y="26"/>
                    <a:pt x="59" y="26"/>
                  </a:cubicBezTo>
                  <a:cubicBezTo>
                    <a:pt x="59" y="25"/>
                    <a:pt x="58" y="25"/>
                    <a:pt x="58" y="25"/>
                  </a:cubicBezTo>
                  <a:cubicBezTo>
                    <a:pt x="58" y="26"/>
                    <a:pt x="58" y="26"/>
                    <a:pt x="58" y="27"/>
                  </a:cubicBezTo>
                  <a:cubicBezTo>
                    <a:pt x="58" y="27"/>
                    <a:pt x="58" y="28"/>
                    <a:pt x="57" y="28"/>
                  </a:cubicBezTo>
                  <a:cubicBezTo>
                    <a:pt x="57" y="27"/>
                    <a:pt x="56" y="27"/>
                    <a:pt x="56" y="26"/>
                  </a:cubicBezTo>
                  <a:cubicBezTo>
                    <a:pt x="56" y="25"/>
                    <a:pt x="56" y="25"/>
                    <a:pt x="55" y="24"/>
                  </a:cubicBezTo>
                  <a:cubicBezTo>
                    <a:pt x="54" y="24"/>
                    <a:pt x="54" y="24"/>
                    <a:pt x="54" y="23"/>
                  </a:cubicBezTo>
                  <a:cubicBezTo>
                    <a:pt x="53" y="24"/>
                    <a:pt x="53" y="24"/>
                    <a:pt x="52" y="23"/>
                  </a:cubicBezTo>
                  <a:cubicBezTo>
                    <a:pt x="51" y="23"/>
                    <a:pt x="51" y="24"/>
                    <a:pt x="50" y="24"/>
                  </a:cubicBezTo>
                  <a:cubicBezTo>
                    <a:pt x="50" y="24"/>
                    <a:pt x="49" y="23"/>
                    <a:pt x="49" y="23"/>
                  </a:cubicBezTo>
                  <a:cubicBezTo>
                    <a:pt x="49" y="23"/>
                    <a:pt x="49" y="23"/>
                    <a:pt x="48" y="23"/>
                  </a:cubicBezTo>
                  <a:cubicBezTo>
                    <a:pt x="48" y="23"/>
                    <a:pt x="48" y="22"/>
                    <a:pt x="48" y="22"/>
                  </a:cubicBezTo>
                  <a:cubicBezTo>
                    <a:pt x="48" y="21"/>
                    <a:pt x="49" y="21"/>
                    <a:pt x="48" y="20"/>
                  </a:cubicBezTo>
                  <a:cubicBezTo>
                    <a:pt x="48" y="20"/>
                    <a:pt x="47" y="19"/>
                    <a:pt x="47" y="20"/>
                  </a:cubicBezTo>
                  <a:cubicBezTo>
                    <a:pt x="46" y="20"/>
                    <a:pt x="46" y="20"/>
                    <a:pt x="46" y="20"/>
                  </a:cubicBezTo>
                  <a:cubicBezTo>
                    <a:pt x="45" y="21"/>
                    <a:pt x="45" y="20"/>
                    <a:pt x="44" y="20"/>
                  </a:cubicBezTo>
                  <a:cubicBezTo>
                    <a:pt x="43" y="20"/>
                    <a:pt x="44" y="19"/>
                    <a:pt x="43" y="19"/>
                  </a:cubicBezTo>
                  <a:cubicBezTo>
                    <a:pt x="43" y="19"/>
                    <a:pt x="43" y="19"/>
                    <a:pt x="42" y="19"/>
                  </a:cubicBezTo>
                  <a:cubicBezTo>
                    <a:pt x="41" y="19"/>
                    <a:pt x="41" y="18"/>
                    <a:pt x="41" y="18"/>
                  </a:cubicBezTo>
                  <a:cubicBezTo>
                    <a:pt x="40" y="17"/>
                    <a:pt x="39" y="17"/>
                    <a:pt x="38" y="16"/>
                  </a:cubicBezTo>
                  <a:cubicBezTo>
                    <a:pt x="38" y="15"/>
                    <a:pt x="38" y="15"/>
                    <a:pt x="38" y="14"/>
                  </a:cubicBezTo>
                  <a:cubicBezTo>
                    <a:pt x="37" y="14"/>
                    <a:pt x="38" y="14"/>
                    <a:pt x="37" y="13"/>
                  </a:cubicBezTo>
                  <a:cubicBezTo>
                    <a:pt x="37" y="12"/>
                    <a:pt x="35" y="12"/>
                    <a:pt x="34" y="13"/>
                  </a:cubicBezTo>
                  <a:cubicBezTo>
                    <a:pt x="34" y="13"/>
                    <a:pt x="33" y="13"/>
                    <a:pt x="33" y="13"/>
                  </a:cubicBezTo>
                  <a:cubicBezTo>
                    <a:pt x="33" y="14"/>
                    <a:pt x="33" y="14"/>
                    <a:pt x="33" y="14"/>
                  </a:cubicBezTo>
                  <a:cubicBezTo>
                    <a:pt x="32" y="14"/>
                    <a:pt x="32" y="13"/>
                    <a:pt x="31" y="13"/>
                  </a:cubicBezTo>
                  <a:cubicBezTo>
                    <a:pt x="31" y="13"/>
                    <a:pt x="29" y="10"/>
                    <a:pt x="29" y="10"/>
                  </a:cubicBezTo>
                  <a:cubicBezTo>
                    <a:pt x="28" y="10"/>
                    <a:pt x="28" y="10"/>
                    <a:pt x="28" y="9"/>
                  </a:cubicBezTo>
                  <a:cubicBezTo>
                    <a:pt x="28" y="9"/>
                    <a:pt x="27" y="9"/>
                    <a:pt x="27" y="9"/>
                  </a:cubicBezTo>
                  <a:cubicBezTo>
                    <a:pt x="26" y="9"/>
                    <a:pt x="26" y="9"/>
                    <a:pt x="26" y="8"/>
                  </a:cubicBezTo>
                  <a:cubicBezTo>
                    <a:pt x="26" y="8"/>
                    <a:pt x="25" y="8"/>
                    <a:pt x="25" y="8"/>
                  </a:cubicBezTo>
                  <a:cubicBezTo>
                    <a:pt x="25" y="8"/>
                    <a:pt x="25" y="8"/>
                    <a:pt x="24" y="8"/>
                  </a:cubicBezTo>
                  <a:cubicBezTo>
                    <a:pt x="24" y="8"/>
                    <a:pt x="23" y="7"/>
                    <a:pt x="23" y="7"/>
                  </a:cubicBezTo>
                  <a:cubicBezTo>
                    <a:pt x="22" y="6"/>
                    <a:pt x="22" y="6"/>
                    <a:pt x="21" y="5"/>
                  </a:cubicBezTo>
                  <a:cubicBezTo>
                    <a:pt x="21" y="5"/>
                    <a:pt x="20" y="5"/>
                    <a:pt x="19" y="4"/>
                  </a:cubicBezTo>
                  <a:cubicBezTo>
                    <a:pt x="19" y="4"/>
                    <a:pt x="17" y="4"/>
                    <a:pt x="17" y="4"/>
                  </a:cubicBezTo>
                  <a:cubicBezTo>
                    <a:pt x="16" y="3"/>
                    <a:pt x="17" y="3"/>
                    <a:pt x="16" y="2"/>
                  </a:cubicBezTo>
                  <a:cubicBezTo>
                    <a:pt x="16" y="2"/>
                    <a:pt x="16" y="1"/>
                    <a:pt x="15" y="1"/>
                  </a:cubicBezTo>
                  <a:cubicBezTo>
                    <a:pt x="15" y="1"/>
                    <a:pt x="14" y="1"/>
                    <a:pt x="13" y="0"/>
                  </a:cubicBezTo>
                  <a:cubicBezTo>
                    <a:pt x="13" y="0"/>
                    <a:pt x="12" y="0"/>
                    <a:pt x="11" y="0"/>
                  </a:cubicBezTo>
                  <a:cubicBezTo>
                    <a:pt x="11" y="0"/>
                    <a:pt x="11" y="1"/>
                    <a:pt x="10" y="1"/>
                  </a:cubicBezTo>
                  <a:cubicBezTo>
                    <a:pt x="10" y="1"/>
                    <a:pt x="10" y="0"/>
                    <a:pt x="9" y="0"/>
                  </a:cubicBezTo>
                  <a:cubicBezTo>
                    <a:pt x="9" y="0"/>
                    <a:pt x="9" y="2"/>
                    <a:pt x="9" y="2"/>
                  </a:cubicBezTo>
                  <a:cubicBezTo>
                    <a:pt x="9" y="2"/>
                    <a:pt x="9" y="3"/>
                    <a:pt x="9" y="3"/>
                  </a:cubicBezTo>
                  <a:cubicBezTo>
                    <a:pt x="9" y="3"/>
                    <a:pt x="9" y="4"/>
                    <a:pt x="9" y="4"/>
                  </a:cubicBezTo>
                  <a:cubicBezTo>
                    <a:pt x="8" y="4"/>
                    <a:pt x="8" y="5"/>
                    <a:pt x="8" y="4"/>
                  </a:cubicBezTo>
                  <a:cubicBezTo>
                    <a:pt x="7" y="4"/>
                    <a:pt x="7" y="3"/>
                    <a:pt x="6" y="3"/>
                  </a:cubicBezTo>
                  <a:cubicBezTo>
                    <a:pt x="6" y="3"/>
                    <a:pt x="6" y="2"/>
                    <a:pt x="6" y="2"/>
                  </a:cubicBezTo>
                  <a:cubicBezTo>
                    <a:pt x="5" y="2"/>
                    <a:pt x="5" y="3"/>
                    <a:pt x="5" y="2"/>
                  </a:cubicBezTo>
                  <a:cubicBezTo>
                    <a:pt x="5" y="2"/>
                    <a:pt x="5" y="2"/>
                    <a:pt x="5" y="2"/>
                  </a:cubicBezTo>
                  <a:cubicBezTo>
                    <a:pt x="5" y="2"/>
                    <a:pt x="4" y="3"/>
                    <a:pt x="4" y="4"/>
                  </a:cubicBezTo>
                  <a:cubicBezTo>
                    <a:pt x="4" y="4"/>
                    <a:pt x="3" y="5"/>
                    <a:pt x="3" y="5"/>
                  </a:cubicBezTo>
                  <a:cubicBezTo>
                    <a:pt x="2" y="5"/>
                    <a:pt x="2" y="6"/>
                    <a:pt x="2" y="7"/>
                  </a:cubicBezTo>
                  <a:cubicBezTo>
                    <a:pt x="1" y="7"/>
                    <a:pt x="1" y="7"/>
                    <a:pt x="1" y="8"/>
                  </a:cubicBezTo>
                  <a:cubicBezTo>
                    <a:pt x="1" y="9"/>
                    <a:pt x="1" y="9"/>
                    <a:pt x="1" y="10"/>
                  </a:cubicBezTo>
                  <a:cubicBezTo>
                    <a:pt x="1" y="10"/>
                    <a:pt x="0" y="10"/>
                    <a:pt x="0" y="11"/>
                  </a:cubicBezTo>
                  <a:cubicBezTo>
                    <a:pt x="0" y="11"/>
                    <a:pt x="2" y="13"/>
                    <a:pt x="1" y="13"/>
                  </a:cubicBezTo>
                  <a:cubicBezTo>
                    <a:pt x="1" y="13"/>
                    <a:pt x="1" y="13"/>
                    <a:pt x="1" y="14"/>
                  </a:cubicBezTo>
                  <a:cubicBezTo>
                    <a:pt x="1" y="14"/>
                    <a:pt x="0" y="14"/>
                    <a:pt x="0" y="14"/>
                  </a:cubicBezTo>
                  <a:cubicBezTo>
                    <a:pt x="0" y="15"/>
                    <a:pt x="0" y="15"/>
                    <a:pt x="0" y="16"/>
                  </a:cubicBezTo>
                  <a:cubicBezTo>
                    <a:pt x="0" y="16"/>
                    <a:pt x="0" y="16"/>
                    <a:pt x="0" y="17"/>
                  </a:cubicBezTo>
                  <a:cubicBezTo>
                    <a:pt x="0" y="18"/>
                    <a:pt x="1" y="18"/>
                    <a:pt x="2" y="19"/>
                  </a:cubicBezTo>
                  <a:cubicBezTo>
                    <a:pt x="2" y="19"/>
                    <a:pt x="3" y="20"/>
                    <a:pt x="3" y="20"/>
                  </a:cubicBezTo>
                  <a:cubicBezTo>
                    <a:pt x="3" y="20"/>
                    <a:pt x="4" y="20"/>
                    <a:pt x="4" y="20"/>
                  </a:cubicBezTo>
                  <a:cubicBezTo>
                    <a:pt x="4" y="20"/>
                    <a:pt x="4" y="20"/>
                    <a:pt x="4" y="20"/>
                  </a:cubicBezTo>
                  <a:cubicBezTo>
                    <a:pt x="5" y="20"/>
                    <a:pt x="4" y="19"/>
                    <a:pt x="4" y="19"/>
                  </a:cubicBezTo>
                  <a:cubicBezTo>
                    <a:pt x="5" y="19"/>
                    <a:pt x="5" y="19"/>
                    <a:pt x="5" y="20"/>
                  </a:cubicBezTo>
                  <a:cubicBezTo>
                    <a:pt x="6" y="20"/>
                    <a:pt x="7" y="21"/>
                    <a:pt x="8" y="21"/>
                  </a:cubicBezTo>
                  <a:cubicBezTo>
                    <a:pt x="8" y="21"/>
                    <a:pt x="9" y="22"/>
                    <a:pt x="9" y="22"/>
                  </a:cubicBezTo>
                  <a:cubicBezTo>
                    <a:pt x="9" y="22"/>
                    <a:pt x="9" y="22"/>
                    <a:pt x="10" y="22"/>
                  </a:cubicBezTo>
                  <a:cubicBezTo>
                    <a:pt x="10" y="22"/>
                    <a:pt x="11" y="22"/>
                    <a:pt x="11" y="23"/>
                  </a:cubicBezTo>
                  <a:cubicBezTo>
                    <a:pt x="12" y="23"/>
                    <a:pt x="12" y="23"/>
                    <a:pt x="12" y="24"/>
                  </a:cubicBezTo>
                  <a:cubicBezTo>
                    <a:pt x="12" y="24"/>
                    <a:pt x="13" y="25"/>
                    <a:pt x="13" y="25"/>
                  </a:cubicBezTo>
                  <a:cubicBezTo>
                    <a:pt x="13" y="25"/>
                    <a:pt x="13" y="24"/>
                    <a:pt x="14" y="25"/>
                  </a:cubicBezTo>
                  <a:cubicBezTo>
                    <a:pt x="14" y="25"/>
                    <a:pt x="14" y="25"/>
                    <a:pt x="15" y="26"/>
                  </a:cubicBezTo>
                  <a:cubicBezTo>
                    <a:pt x="15" y="26"/>
                    <a:pt x="15" y="26"/>
                    <a:pt x="16" y="26"/>
                  </a:cubicBezTo>
                  <a:cubicBezTo>
                    <a:pt x="17" y="27"/>
                    <a:pt x="18" y="27"/>
                    <a:pt x="18" y="28"/>
                  </a:cubicBezTo>
                  <a:cubicBezTo>
                    <a:pt x="19" y="28"/>
                    <a:pt x="19" y="28"/>
                    <a:pt x="19" y="28"/>
                  </a:cubicBezTo>
                  <a:cubicBezTo>
                    <a:pt x="20" y="27"/>
                    <a:pt x="20" y="28"/>
                    <a:pt x="20" y="28"/>
                  </a:cubicBezTo>
                  <a:cubicBezTo>
                    <a:pt x="22" y="28"/>
                    <a:pt x="23" y="29"/>
                    <a:pt x="24" y="30"/>
                  </a:cubicBezTo>
                  <a:cubicBezTo>
                    <a:pt x="25" y="30"/>
                    <a:pt x="25" y="30"/>
                    <a:pt x="26" y="30"/>
                  </a:cubicBezTo>
                  <a:cubicBezTo>
                    <a:pt x="27" y="30"/>
                    <a:pt x="27" y="31"/>
                    <a:pt x="27" y="32"/>
                  </a:cubicBezTo>
                  <a:cubicBezTo>
                    <a:pt x="28" y="32"/>
                    <a:pt x="29" y="32"/>
                    <a:pt x="30" y="32"/>
                  </a:cubicBezTo>
                  <a:cubicBezTo>
                    <a:pt x="30" y="33"/>
                    <a:pt x="31" y="33"/>
                    <a:pt x="31" y="33"/>
                  </a:cubicBezTo>
                  <a:cubicBezTo>
                    <a:pt x="32" y="33"/>
                    <a:pt x="32" y="33"/>
                    <a:pt x="33" y="34"/>
                  </a:cubicBezTo>
                  <a:cubicBezTo>
                    <a:pt x="33" y="34"/>
                    <a:pt x="33" y="34"/>
                    <a:pt x="34" y="33"/>
                  </a:cubicBezTo>
                  <a:cubicBezTo>
                    <a:pt x="34" y="33"/>
                    <a:pt x="33" y="33"/>
                    <a:pt x="33" y="33"/>
                  </a:cubicBezTo>
                  <a:cubicBezTo>
                    <a:pt x="34" y="32"/>
                    <a:pt x="35" y="32"/>
                    <a:pt x="36" y="32"/>
                  </a:cubicBezTo>
                  <a:cubicBezTo>
                    <a:pt x="36" y="33"/>
                    <a:pt x="38" y="34"/>
                    <a:pt x="38" y="34"/>
                  </a:cubicBezTo>
                  <a:cubicBezTo>
                    <a:pt x="38" y="33"/>
                    <a:pt x="37" y="33"/>
                    <a:pt x="38" y="33"/>
                  </a:cubicBezTo>
                  <a:cubicBezTo>
                    <a:pt x="39" y="33"/>
                    <a:pt x="39" y="33"/>
                    <a:pt x="40" y="33"/>
                  </a:cubicBezTo>
                  <a:cubicBezTo>
                    <a:pt x="40" y="33"/>
                    <a:pt x="40" y="32"/>
                    <a:pt x="40" y="32"/>
                  </a:cubicBezTo>
                  <a:cubicBezTo>
                    <a:pt x="40" y="31"/>
                    <a:pt x="42" y="33"/>
                    <a:pt x="42" y="33"/>
                  </a:cubicBezTo>
                  <a:cubicBezTo>
                    <a:pt x="43" y="34"/>
                    <a:pt x="44" y="33"/>
                    <a:pt x="45" y="34"/>
                  </a:cubicBezTo>
                  <a:cubicBezTo>
                    <a:pt x="46" y="35"/>
                    <a:pt x="46" y="36"/>
                    <a:pt x="46" y="37"/>
                  </a:cubicBezTo>
                  <a:cubicBezTo>
                    <a:pt x="46" y="38"/>
                    <a:pt x="48" y="37"/>
                    <a:pt x="48" y="37"/>
                  </a:cubicBezTo>
                  <a:cubicBezTo>
                    <a:pt x="49" y="38"/>
                    <a:pt x="49" y="38"/>
                    <a:pt x="50" y="39"/>
                  </a:cubicBezTo>
                  <a:cubicBezTo>
                    <a:pt x="51" y="39"/>
                    <a:pt x="51" y="38"/>
                    <a:pt x="52" y="40"/>
                  </a:cubicBezTo>
                  <a:cubicBezTo>
                    <a:pt x="53" y="41"/>
                    <a:pt x="53" y="40"/>
                    <a:pt x="54" y="40"/>
                  </a:cubicBezTo>
                  <a:cubicBezTo>
                    <a:pt x="55" y="39"/>
                    <a:pt x="56" y="39"/>
                    <a:pt x="57" y="40"/>
                  </a:cubicBezTo>
                  <a:cubicBezTo>
                    <a:pt x="57" y="40"/>
                    <a:pt x="57" y="41"/>
                    <a:pt x="57" y="41"/>
                  </a:cubicBezTo>
                  <a:cubicBezTo>
                    <a:pt x="57" y="42"/>
                    <a:pt x="58" y="42"/>
                    <a:pt x="58" y="42"/>
                  </a:cubicBezTo>
                  <a:cubicBezTo>
                    <a:pt x="59" y="42"/>
                    <a:pt x="59" y="41"/>
                    <a:pt x="60" y="41"/>
                  </a:cubicBezTo>
                  <a:cubicBezTo>
                    <a:pt x="60" y="42"/>
                    <a:pt x="61" y="42"/>
                    <a:pt x="61" y="42"/>
                  </a:cubicBezTo>
                  <a:cubicBezTo>
                    <a:pt x="62" y="42"/>
                    <a:pt x="62" y="42"/>
                    <a:pt x="63" y="42"/>
                  </a:cubicBezTo>
                  <a:cubicBezTo>
                    <a:pt x="64" y="42"/>
                    <a:pt x="65" y="43"/>
                    <a:pt x="66" y="43"/>
                  </a:cubicBezTo>
                  <a:cubicBezTo>
                    <a:pt x="66" y="43"/>
                    <a:pt x="66" y="44"/>
                    <a:pt x="67" y="44"/>
                  </a:cubicBezTo>
                  <a:cubicBezTo>
                    <a:pt x="67" y="44"/>
                    <a:pt x="67" y="44"/>
                    <a:pt x="67" y="44"/>
                  </a:cubicBezTo>
                  <a:cubicBezTo>
                    <a:pt x="67" y="44"/>
                    <a:pt x="68" y="44"/>
                    <a:pt x="68" y="44"/>
                  </a:cubicBezTo>
                  <a:cubicBezTo>
                    <a:pt x="68" y="44"/>
                    <a:pt x="69" y="43"/>
                    <a:pt x="69" y="43"/>
                  </a:cubicBezTo>
                  <a:cubicBezTo>
                    <a:pt x="69" y="43"/>
                    <a:pt x="70" y="42"/>
                    <a:pt x="70" y="42"/>
                  </a:cubicBezTo>
                  <a:cubicBezTo>
                    <a:pt x="70" y="42"/>
                    <a:pt x="70" y="44"/>
                    <a:pt x="71" y="44"/>
                  </a:cubicBezTo>
                  <a:cubicBezTo>
                    <a:pt x="71" y="44"/>
                    <a:pt x="72" y="44"/>
                    <a:pt x="72" y="44"/>
                  </a:cubicBezTo>
                  <a:cubicBezTo>
                    <a:pt x="73" y="45"/>
                    <a:pt x="73" y="44"/>
                    <a:pt x="73" y="44"/>
                  </a:cubicBezTo>
                  <a:cubicBezTo>
                    <a:pt x="74" y="43"/>
                    <a:pt x="74" y="44"/>
                    <a:pt x="75" y="44"/>
                  </a:cubicBezTo>
                  <a:cubicBezTo>
                    <a:pt x="75" y="44"/>
                    <a:pt x="75" y="44"/>
                    <a:pt x="76" y="44"/>
                  </a:cubicBezTo>
                  <a:cubicBezTo>
                    <a:pt x="76" y="44"/>
                    <a:pt x="76" y="44"/>
                    <a:pt x="77" y="44"/>
                  </a:cubicBezTo>
                  <a:cubicBezTo>
                    <a:pt x="77" y="44"/>
                    <a:pt x="77" y="44"/>
                    <a:pt x="77" y="43"/>
                  </a:cubicBezTo>
                  <a:cubicBezTo>
                    <a:pt x="77" y="43"/>
                    <a:pt x="77" y="44"/>
                    <a:pt x="77" y="44"/>
                  </a:cubicBezTo>
                  <a:cubicBezTo>
                    <a:pt x="78" y="43"/>
                    <a:pt x="79" y="45"/>
                    <a:pt x="79" y="44"/>
                  </a:cubicBezTo>
                  <a:cubicBezTo>
                    <a:pt x="80" y="43"/>
                    <a:pt x="80" y="42"/>
                    <a:pt x="80" y="42"/>
                  </a:cubicBezTo>
                  <a:cubicBezTo>
                    <a:pt x="80" y="41"/>
                    <a:pt x="80" y="40"/>
                    <a:pt x="80" y="39"/>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18" name="Nauru">
              <a:extLst>
                <a:ext uri="{FF2B5EF4-FFF2-40B4-BE49-F238E27FC236}">
                  <a16:creationId xmlns:a16="http://schemas.microsoft.com/office/drawing/2014/main" id="{CA41F985-C7A9-F2D2-2375-009044D4734D}"/>
                </a:ext>
              </a:extLst>
            </p:cNvPr>
            <p:cNvSpPr>
              <a:spLocks/>
            </p:cNvSpPr>
            <p:nvPr/>
          </p:nvSpPr>
          <p:spPr bwMode="auto">
            <a:xfrm>
              <a:off x="11433585" y="4064933"/>
              <a:ext cx="980" cy="98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901" b="0" i="0" u="none" strike="noStrike" kern="0" cap="none" spc="0" normalizeH="0" baseline="0" noProof="0">
                <a:ln>
                  <a:noFill/>
                </a:ln>
                <a:solidFill>
                  <a:srgbClr val="FFFFFF"/>
                </a:solidFill>
                <a:effectLst/>
                <a:uLnTx/>
                <a:uFillTx/>
                <a:latin typeface="Segoe UI"/>
                <a:ea typeface="+mn-ea"/>
                <a:cs typeface="+mn-cs"/>
              </a:endParaRPr>
            </a:p>
          </p:txBody>
        </p:sp>
        <p:sp>
          <p:nvSpPr>
            <p:cNvPr id="419" name="Namibia">
              <a:extLst>
                <a:ext uri="{FF2B5EF4-FFF2-40B4-BE49-F238E27FC236}">
                  <a16:creationId xmlns:a16="http://schemas.microsoft.com/office/drawing/2014/main" id="{E246F071-12B0-B21B-9AA7-B301EF3A9D54}"/>
                </a:ext>
              </a:extLst>
            </p:cNvPr>
            <p:cNvSpPr>
              <a:spLocks/>
            </p:cNvSpPr>
            <p:nvPr/>
          </p:nvSpPr>
          <p:spPr bwMode="auto">
            <a:xfrm>
              <a:off x="6093649" y="4703020"/>
              <a:ext cx="463619" cy="471460"/>
            </a:xfrm>
            <a:custGeom>
              <a:avLst/>
              <a:gdLst/>
              <a:ahLst/>
              <a:cxnLst>
                <a:cxn ang="0">
                  <a:pos x="123" y="6"/>
                </a:cxn>
                <a:cxn ang="0">
                  <a:pos x="101" y="11"/>
                </a:cxn>
                <a:cxn ang="0">
                  <a:pos x="92" y="12"/>
                </a:cxn>
                <a:cxn ang="0">
                  <a:pos x="85" y="12"/>
                </a:cxn>
                <a:cxn ang="0">
                  <a:pos x="77" y="11"/>
                </a:cxn>
                <a:cxn ang="0">
                  <a:pos x="70" y="10"/>
                </a:cxn>
                <a:cxn ang="0">
                  <a:pos x="61" y="5"/>
                </a:cxn>
                <a:cxn ang="0">
                  <a:pos x="27" y="5"/>
                </a:cxn>
                <a:cxn ang="0">
                  <a:pos x="22" y="5"/>
                </a:cxn>
                <a:cxn ang="0">
                  <a:pos x="11" y="2"/>
                </a:cxn>
                <a:cxn ang="0">
                  <a:pos x="8" y="3"/>
                </a:cxn>
                <a:cxn ang="0">
                  <a:pos x="1" y="4"/>
                </a:cxn>
                <a:cxn ang="0">
                  <a:pos x="7" y="21"/>
                </a:cxn>
                <a:cxn ang="0">
                  <a:pos x="10" y="27"/>
                </a:cxn>
                <a:cxn ang="0">
                  <a:pos x="14" y="36"/>
                </a:cxn>
                <a:cxn ang="0">
                  <a:pos x="20" y="49"/>
                </a:cxn>
                <a:cxn ang="0">
                  <a:pos x="22" y="54"/>
                </a:cxn>
                <a:cxn ang="0">
                  <a:pos x="27" y="63"/>
                </a:cxn>
                <a:cxn ang="0">
                  <a:pos x="27" y="66"/>
                </a:cxn>
                <a:cxn ang="0">
                  <a:pos x="27" y="73"/>
                </a:cxn>
                <a:cxn ang="0">
                  <a:pos x="27" y="79"/>
                </a:cxn>
                <a:cxn ang="0">
                  <a:pos x="28" y="84"/>
                </a:cxn>
                <a:cxn ang="0">
                  <a:pos x="30" y="91"/>
                </a:cxn>
                <a:cxn ang="0">
                  <a:pos x="31" y="98"/>
                </a:cxn>
                <a:cxn ang="0">
                  <a:pos x="31" y="102"/>
                </a:cxn>
                <a:cxn ang="0">
                  <a:pos x="32" y="104"/>
                </a:cxn>
                <a:cxn ang="0">
                  <a:pos x="32" y="108"/>
                </a:cxn>
                <a:cxn ang="0">
                  <a:pos x="34" y="112"/>
                </a:cxn>
                <a:cxn ang="0">
                  <a:pos x="36" y="119"/>
                </a:cxn>
                <a:cxn ang="0">
                  <a:pos x="43" y="127"/>
                </a:cxn>
                <a:cxn ang="0">
                  <a:pos x="48" y="127"/>
                </a:cxn>
                <a:cxn ang="0">
                  <a:pos x="49" y="124"/>
                </a:cxn>
                <a:cxn ang="0">
                  <a:pos x="51" y="123"/>
                </a:cxn>
                <a:cxn ang="0">
                  <a:pos x="53" y="125"/>
                </a:cxn>
                <a:cxn ang="0">
                  <a:pos x="54" y="129"/>
                </a:cxn>
                <a:cxn ang="0">
                  <a:pos x="57" y="130"/>
                </a:cxn>
                <a:cxn ang="0">
                  <a:pos x="61" y="132"/>
                </a:cxn>
                <a:cxn ang="0">
                  <a:pos x="69" y="132"/>
                </a:cxn>
                <a:cxn ang="0">
                  <a:pos x="73" y="129"/>
                </a:cxn>
                <a:cxn ang="0">
                  <a:pos x="77" y="127"/>
                </a:cxn>
                <a:cxn ang="0">
                  <a:pos x="79" y="89"/>
                </a:cxn>
                <a:cxn ang="0">
                  <a:pos x="80" y="56"/>
                </a:cxn>
                <a:cxn ang="0">
                  <a:pos x="89" y="53"/>
                </a:cxn>
                <a:cxn ang="0">
                  <a:pos x="91" y="15"/>
                </a:cxn>
                <a:cxn ang="0">
                  <a:pos x="111" y="12"/>
                </a:cxn>
                <a:cxn ang="0">
                  <a:pos x="114" y="16"/>
                </a:cxn>
                <a:cxn ang="0">
                  <a:pos x="118" y="14"/>
                </a:cxn>
                <a:cxn ang="0">
                  <a:pos x="123" y="12"/>
                </a:cxn>
                <a:cxn ang="0">
                  <a:pos x="128" y="10"/>
                </a:cxn>
                <a:cxn ang="0">
                  <a:pos x="128" y="8"/>
                </a:cxn>
              </a:cxnLst>
              <a:rect l="0" t="0" r="r" b="b"/>
              <a:pathLst>
                <a:path w="131" h="133">
                  <a:moveTo>
                    <a:pt x="128" y="8"/>
                  </a:moveTo>
                  <a:cubicBezTo>
                    <a:pt x="128" y="7"/>
                    <a:pt x="126" y="7"/>
                    <a:pt x="126" y="7"/>
                  </a:cubicBezTo>
                  <a:cubicBezTo>
                    <a:pt x="125" y="6"/>
                    <a:pt x="124" y="7"/>
                    <a:pt x="123" y="6"/>
                  </a:cubicBezTo>
                  <a:cubicBezTo>
                    <a:pt x="122" y="6"/>
                    <a:pt x="122" y="6"/>
                    <a:pt x="121" y="6"/>
                  </a:cubicBezTo>
                  <a:cubicBezTo>
                    <a:pt x="121" y="6"/>
                    <a:pt x="120" y="6"/>
                    <a:pt x="119" y="7"/>
                  </a:cubicBezTo>
                  <a:cubicBezTo>
                    <a:pt x="113" y="8"/>
                    <a:pt x="107" y="9"/>
                    <a:pt x="101" y="11"/>
                  </a:cubicBezTo>
                  <a:cubicBezTo>
                    <a:pt x="99" y="11"/>
                    <a:pt x="97" y="11"/>
                    <a:pt x="96" y="12"/>
                  </a:cubicBezTo>
                  <a:cubicBezTo>
                    <a:pt x="95" y="12"/>
                    <a:pt x="94" y="12"/>
                    <a:pt x="94" y="12"/>
                  </a:cubicBezTo>
                  <a:cubicBezTo>
                    <a:pt x="93" y="12"/>
                    <a:pt x="93" y="12"/>
                    <a:pt x="92" y="12"/>
                  </a:cubicBezTo>
                  <a:cubicBezTo>
                    <a:pt x="91" y="11"/>
                    <a:pt x="89" y="12"/>
                    <a:pt x="89" y="12"/>
                  </a:cubicBezTo>
                  <a:cubicBezTo>
                    <a:pt x="88" y="13"/>
                    <a:pt x="88" y="12"/>
                    <a:pt x="87" y="12"/>
                  </a:cubicBezTo>
                  <a:cubicBezTo>
                    <a:pt x="86" y="12"/>
                    <a:pt x="86" y="12"/>
                    <a:pt x="85" y="12"/>
                  </a:cubicBezTo>
                  <a:cubicBezTo>
                    <a:pt x="84" y="11"/>
                    <a:pt x="83" y="11"/>
                    <a:pt x="82" y="11"/>
                  </a:cubicBezTo>
                  <a:cubicBezTo>
                    <a:pt x="81" y="11"/>
                    <a:pt x="79" y="10"/>
                    <a:pt x="78" y="11"/>
                  </a:cubicBezTo>
                  <a:cubicBezTo>
                    <a:pt x="78" y="11"/>
                    <a:pt x="78" y="11"/>
                    <a:pt x="77" y="11"/>
                  </a:cubicBezTo>
                  <a:cubicBezTo>
                    <a:pt x="77" y="10"/>
                    <a:pt x="77" y="10"/>
                    <a:pt x="76" y="10"/>
                  </a:cubicBezTo>
                  <a:cubicBezTo>
                    <a:pt x="75" y="11"/>
                    <a:pt x="74" y="10"/>
                    <a:pt x="73" y="10"/>
                  </a:cubicBezTo>
                  <a:cubicBezTo>
                    <a:pt x="72" y="10"/>
                    <a:pt x="71" y="10"/>
                    <a:pt x="70" y="10"/>
                  </a:cubicBezTo>
                  <a:cubicBezTo>
                    <a:pt x="69" y="10"/>
                    <a:pt x="69" y="9"/>
                    <a:pt x="68" y="9"/>
                  </a:cubicBezTo>
                  <a:cubicBezTo>
                    <a:pt x="67" y="8"/>
                    <a:pt x="67" y="7"/>
                    <a:pt x="66" y="6"/>
                  </a:cubicBezTo>
                  <a:cubicBezTo>
                    <a:pt x="65" y="5"/>
                    <a:pt x="62" y="5"/>
                    <a:pt x="61" y="5"/>
                  </a:cubicBezTo>
                  <a:cubicBezTo>
                    <a:pt x="59" y="5"/>
                    <a:pt x="57" y="5"/>
                    <a:pt x="55" y="5"/>
                  </a:cubicBezTo>
                  <a:cubicBezTo>
                    <a:pt x="47" y="5"/>
                    <a:pt x="38" y="5"/>
                    <a:pt x="30" y="5"/>
                  </a:cubicBezTo>
                  <a:cubicBezTo>
                    <a:pt x="29" y="5"/>
                    <a:pt x="28" y="5"/>
                    <a:pt x="27" y="5"/>
                  </a:cubicBezTo>
                  <a:cubicBezTo>
                    <a:pt x="26" y="5"/>
                    <a:pt x="25" y="5"/>
                    <a:pt x="25" y="6"/>
                  </a:cubicBezTo>
                  <a:cubicBezTo>
                    <a:pt x="24" y="6"/>
                    <a:pt x="23" y="6"/>
                    <a:pt x="23" y="6"/>
                  </a:cubicBezTo>
                  <a:cubicBezTo>
                    <a:pt x="22" y="6"/>
                    <a:pt x="22" y="5"/>
                    <a:pt x="22" y="5"/>
                  </a:cubicBezTo>
                  <a:cubicBezTo>
                    <a:pt x="20" y="4"/>
                    <a:pt x="19" y="3"/>
                    <a:pt x="18" y="2"/>
                  </a:cubicBezTo>
                  <a:cubicBezTo>
                    <a:pt x="17" y="0"/>
                    <a:pt x="16" y="1"/>
                    <a:pt x="15" y="1"/>
                  </a:cubicBezTo>
                  <a:cubicBezTo>
                    <a:pt x="14" y="0"/>
                    <a:pt x="12" y="2"/>
                    <a:pt x="11" y="2"/>
                  </a:cubicBezTo>
                  <a:cubicBezTo>
                    <a:pt x="10" y="3"/>
                    <a:pt x="10" y="3"/>
                    <a:pt x="9" y="4"/>
                  </a:cubicBezTo>
                  <a:cubicBezTo>
                    <a:pt x="9" y="4"/>
                    <a:pt x="8" y="4"/>
                    <a:pt x="8" y="4"/>
                  </a:cubicBezTo>
                  <a:cubicBezTo>
                    <a:pt x="8" y="4"/>
                    <a:pt x="8" y="3"/>
                    <a:pt x="8" y="3"/>
                  </a:cubicBezTo>
                  <a:cubicBezTo>
                    <a:pt x="7" y="3"/>
                    <a:pt x="6" y="4"/>
                    <a:pt x="6" y="3"/>
                  </a:cubicBezTo>
                  <a:cubicBezTo>
                    <a:pt x="5" y="3"/>
                    <a:pt x="5" y="3"/>
                    <a:pt x="5" y="3"/>
                  </a:cubicBezTo>
                  <a:cubicBezTo>
                    <a:pt x="3" y="3"/>
                    <a:pt x="2" y="4"/>
                    <a:pt x="1" y="4"/>
                  </a:cubicBezTo>
                  <a:cubicBezTo>
                    <a:pt x="1" y="7"/>
                    <a:pt x="0" y="11"/>
                    <a:pt x="2" y="14"/>
                  </a:cubicBezTo>
                  <a:cubicBezTo>
                    <a:pt x="3" y="15"/>
                    <a:pt x="3" y="16"/>
                    <a:pt x="4" y="18"/>
                  </a:cubicBezTo>
                  <a:cubicBezTo>
                    <a:pt x="5" y="19"/>
                    <a:pt x="6" y="19"/>
                    <a:pt x="7" y="21"/>
                  </a:cubicBezTo>
                  <a:cubicBezTo>
                    <a:pt x="7" y="21"/>
                    <a:pt x="8" y="22"/>
                    <a:pt x="8" y="22"/>
                  </a:cubicBezTo>
                  <a:cubicBezTo>
                    <a:pt x="8" y="23"/>
                    <a:pt x="8" y="23"/>
                    <a:pt x="9" y="24"/>
                  </a:cubicBezTo>
                  <a:cubicBezTo>
                    <a:pt x="9" y="25"/>
                    <a:pt x="10" y="26"/>
                    <a:pt x="10" y="27"/>
                  </a:cubicBezTo>
                  <a:cubicBezTo>
                    <a:pt x="11" y="29"/>
                    <a:pt x="12" y="31"/>
                    <a:pt x="13" y="32"/>
                  </a:cubicBezTo>
                  <a:cubicBezTo>
                    <a:pt x="13" y="33"/>
                    <a:pt x="13" y="34"/>
                    <a:pt x="13" y="34"/>
                  </a:cubicBezTo>
                  <a:cubicBezTo>
                    <a:pt x="14" y="35"/>
                    <a:pt x="14" y="35"/>
                    <a:pt x="14" y="36"/>
                  </a:cubicBezTo>
                  <a:cubicBezTo>
                    <a:pt x="16" y="37"/>
                    <a:pt x="15" y="39"/>
                    <a:pt x="16" y="40"/>
                  </a:cubicBezTo>
                  <a:cubicBezTo>
                    <a:pt x="17" y="42"/>
                    <a:pt x="17" y="43"/>
                    <a:pt x="17" y="44"/>
                  </a:cubicBezTo>
                  <a:cubicBezTo>
                    <a:pt x="18" y="46"/>
                    <a:pt x="19" y="47"/>
                    <a:pt x="20" y="49"/>
                  </a:cubicBezTo>
                  <a:cubicBezTo>
                    <a:pt x="20" y="49"/>
                    <a:pt x="21" y="50"/>
                    <a:pt x="21" y="51"/>
                  </a:cubicBezTo>
                  <a:cubicBezTo>
                    <a:pt x="21" y="51"/>
                    <a:pt x="21" y="52"/>
                    <a:pt x="22" y="52"/>
                  </a:cubicBezTo>
                  <a:cubicBezTo>
                    <a:pt x="22" y="53"/>
                    <a:pt x="22" y="53"/>
                    <a:pt x="22" y="54"/>
                  </a:cubicBezTo>
                  <a:cubicBezTo>
                    <a:pt x="23" y="54"/>
                    <a:pt x="23" y="55"/>
                    <a:pt x="24" y="56"/>
                  </a:cubicBezTo>
                  <a:cubicBezTo>
                    <a:pt x="25" y="57"/>
                    <a:pt x="25" y="58"/>
                    <a:pt x="26" y="59"/>
                  </a:cubicBezTo>
                  <a:cubicBezTo>
                    <a:pt x="27" y="60"/>
                    <a:pt x="27" y="62"/>
                    <a:pt x="27" y="63"/>
                  </a:cubicBezTo>
                  <a:cubicBezTo>
                    <a:pt x="27" y="64"/>
                    <a:pt x="28" y="65"/>
                    <a:pt x="28" y="65"/>
                  </a:cubicBezTo>
                  <a:cubicBezTo>
                    <a:pt x="27" y="66"/>
                    <a:pt x="27" y="66"/>
                    <a:pt x="27" y="67"/>
                  </a:cubicBezTo>
                  <a:cubicBezTo>
                    <a:pt x="27" y="67"/>
                    <a:pt x="27" y="66"/>
                    <a:pt x="27" y="66"/>
                  </a:cubicBezTo>
                  <a:cubicBezTo>
                    <a:pt x="25" y="67"/>
                    <a:pt x="28" y="69"/>
                    <a:pt x="27" y="71"/>
                  </a:cubicBezTo>
                  <a:cubicBezTo>
                    <a:pt x="27" y="71"/>
                    <a:pt x="27" y="71"/>
                    <a:pt x="27" y="71"/>
                  </a:cubicBezTo>
                  <a:cubicBezTo>
                    <a:pt x="26" y="72"/>
                    <a:pt x="27" y="72"/>
                    <a:pt x="27" y="73"/>
                  </a:cubicBezTo>
                  <a:cubicBezTo>
                    <a:pt x="27" y="74"/>
                    <a:pt x="27" y="75"/>
                    <a:pt x="27" y="76"/>
                  </a:cubicBezTo>
                  <a:cubicBezTo>
                    <a:pt x="27" y="77"/>
                    <a:pt x="27" y="77"/>
                    <a:pt x="27" y="78"/>
                  </a:cubicBezTo>
                  <a:cubicBezTo>
                    <a:pt x="27" y="78"/>
                    <a:pt x="27" y="79"/>
                    <a:pt x="27" y="79"/>
                  </a:cubicBezTo>
                  <a:cubicBezTo>
                    <a:pt x="27" y="80"/>
                    <a:pt x="27" y="81"/>
                    <a:pt x="28" y="82"/>
                  </a:cubicBezTo>
                  <a:cubicBezTo>
                    <a:pt x="28" y="82"/>
                    <a:pt x="28" y="83"/>
                    <a:pt x="28" y="83"/>
                  </a:cubicBezTo>
                  <a:cubicBezTo>
                    <a:pt x="28" y="84"/>
                    <a:pt x="28" y="84"/>
                    <a:pt x="28" y="84"/>
                  </a:cubicBezTo>
                  <a:cubicBezTo>
                    <a:pt x="28" y="85"/>
                    <a:pt x="29" y="86"/>
                    <a:pt x="29" y="87"/>
                  </a:cubicBezTo>
                  <a:cubicBezTo>
                    <a:pt x="30" y="87"/>
                    <a:pt x="30" y="88"/>
                    <a:pt x="30" y="89"/>
                  </a:cubicBezTo>
                  <a:cubicBezTo>
                    <a:pt x="30" y="90"/>
                    <a:pt x="30" y="90"/>
                    <a:pt x="30" y="91"/>
                  </a:cubicBezTo>
                  <a:cubicBezTo>
                    <a:pt x="30" y="92"/>
                    <a:pt x="30" y="93"/>
                    <a:pt x="30" y="94"/>
                  </a:cubicBezTo>
                  <a:cubicBezTo>
                    <a:pt x="30" y="95"/>
                    <a:pt x="30" y="95"/>
                    <a:pt x="30" y="96"/>
                  </a:cubicBezTo>
                  <a:cubicBezTo>
                    <a:pt x="30" y="97"/>
                    <a:pt x="30" y="98"/>
                    <a:pt x="31" y="98"/>
                  </a:cubicBezTo>
                  <a:cubicBezTo>
                    <a:pt x="31" y="99"/>
                    <a:pt x="31" y="99"/>
                    <a:pt x="31" y="99"/>
                  </a:cubicBezTo>
                  <a:cubicBezTo>
                    <a:pt x="31" y="99"/>
                    <a:pt x="31" y="100"/>
                    <a:pt x="31" y="100"/>
                  </a:cubicBezTo>
                  <a:cubicBezTo>
                    <a:pt x="32" y="101"/>
                    <a:pt x="31" y="101"/>
                    <a:pt x="31" y="102"/>
                  </a:cubicBezTo>
                  <a:cubicBezTo>
                    <a:pt x="31" y="102"/>
                    <a:pt x="31" y="102"/>
                    <a:pt x="31" y="103"/>
                  </a:cubicBezTo>
                  <a:cubicBezTo>
                    <a:pt x="31" y="103"/>
                    <a:pt x="31" y="103"/>
                    <a:pt x="31" y="104"/>
                  </a:cubicBezTo>
                  <a:cubicBezTo>
                    <a:pt x="31" y="104"/>
                    <a:pt x="32" y="104"/>
                    <a:pt x="32" y="104"/>
                  </a:cubicBezTo>
                  <a:cubicBezTo>
                    <a:pt x="33" y="105"/>
                    <a:pt x="33" y="105"/>
                    <a:pt x="33" y="105"/>
                  </a:cubicBezTo>
                  <a:cubicBezTo>
                    <a:pt x="33" y="106"/>
                    <a:pt x="33" y="107"/>
                    <a:pt x="33" y="107"/>
                  </a:cubicBezTo>
                  <a:cubicBezTo>
                    <a:pt x="33" y="107"/>
                    <a:pt x="32" y="107"/>
                    <a:pt x="32" y="108"/>
                  </a:cubicBezTo>
                  <a:cubicBezTo>
                    <a:pt x="33" y="109"/>
                    <a:pt x="33" y="109"/>
                    <a:pt x="33" y="110"/>
                  </a:cubicBezTo>
                  <a:cubicBezTo>
                    <a:pt x="33" y="110"/>
                    <a:pt x="34" y="110"/>
                    <a:pt x="34" y="111"/>
                  </a:cubicBezTo>
                  <a:cubicBezTo>
                    <a:pt x="34" y="111"/>
                    <a:pt x="34" y="112"/>
                    <a:pt x="34" y="112"/>
                  </a:cubicBezTo>
                  <a:cubicBezTo>
                    <a:pt x="34" y="113"/>
                    <a:pt x="34" y="114"/>
                    <a:pt x="34" y="115"/>
                  </a:cubicBezTo>
                  <a:cubicBezTo>
                    <a:pt x="35" y="115"/>
                    <a:pt x="35" y="116"/>
                    <a:pt x="36" y="117"/>
                  </a:cubicBezTo>
                  <a:cubicBezTo>
                    <a:pt x="36" y="118"/>
                    <a:pt x="36" y="118"/>
                    <a:pt x="36" y="119"/>
                  </a:cubicBezTo>
                  <a:cubicBezTo>
                    <a:pt x="37" y="120"/>
                    <a:pt x="38" y="120"/>
                    <a:pt x="38" y="121"/>
                  </a:cubicBezTo>
                  <a:cubicBezTo>
                    <a:pt x="38" y="122"/>
                    <a:pt x="39" y="123"/>
                    <a:pt x="39" y="123"/>
                  </a:cubicBezTo>
                  <a:cubicBezTo>
                    <a:pt x="41" y="124"/>
                    <a:pt x="42" y="126"/>
                    <a:pt x="43" y="127"/>
                  </a:cubicBezTo>
                  <a:cubicBezTo>
                    <a:pt x="43" y="128"/>
                    <a:pt x="44" y="128"/>
                    <a:pt x="45" y="129"/>
                  </a:cubicBezTo>
                  <a:cubicBezTo>
                    <a:pt x="45" y="129"/>
                    <a:pt x="46" y="128"/>
                    <a:pt x="47" y="127"/>
                  </a:cubicBezTo>
                  <a:cubicBezTo>
                    <a:pt x="47" y="127"/>
                    <a:pt x="47" y="128"/>
                    <a:pt x="48" y="127"/>
                  </a:cubicBezTo>
                  <a:cubicBezTo>
                    <a:pt x="48" y="127"/>
                    <a:pt x="48" y="126"/>
                    <a:pt x="48" y="125"/>
                  </a:cubicBezTo>
                  <a:cubicBezTo>
                    <a:pt x="48" y="125"/>
                    <a:pt x="48" y="125"/>
                    <a:pt x="48" y="125"/>
                  </a:cubicBezTo>
                  <a:cubicBezTo>
                    <a:pt x="48" y="125"/>
                    <a:pt x="49" y="124"/>
                    <a:pt x="49" y="124"/>
                  </a:cubicBezTo>
                  <a:cubicBezTo>
                    <a:pt x="49" y="124"/>
                    <a:pt x="49" y="124"/>
                    <a:pt x="49" y="123"/>
                  </a:cubicBezTo>
                  <a:cubicBezTo>
                    <a:pt x="49" y="123"/>
                    <a:pt x="49" y="123"/>
                    <a:pt x="50" y="123"/>
                  </a:cubicBezTo>
                  <a:cubicBezTo>
                    <a:pt x="50" y="122"/>
                    <a:pt x="51" y="122"/>
                    <a:pt x="51" y="123"/>
                  </a:cubicBezTo>
                  <a:cubicBezTo>
                    <a:pt x="52" y="123"/>
                    <a:pt x="52" y="123"/>
                    <a:pt x="52" y="124"/>
                  </a:cubicBezTo>
                  <a:cubicBezTo>
                    <a:pt x="52" y="124"/>
                    <a:pt x="52" y="125"/>
                    <a:pt x="52" y="125"/>
                  </a:cubicBezTo>
                  <a:cubicBezTo>
                    <a:pt x="53" y="125"/>
                    <a:pt x="53" y="124"/>
                    <a:pt x="53" y="125"/>
                  </a:cubicBezTo>
                  <a:cubicBezTo>
                    <a:pt x="54" y="125"/>
                    <a:pt x="54" y="125"/>
                    <a:pt x="54" y="125"/>
                  </a:cubicBezTo>
                  <a:cubicBezTo>
                    <a:pt x="54" y="127"/>
                    <a:pt x="53" y="126"/>
                    <a:pt x="53" y="127"/>
                  </a:cubicBezTo>
                  <a:cubicBezTo>
                    <a:pt x="53" y="128"/>
                    <a:pt x="54" y="128"/>
                    <a:pt x="54" y="129"/>
                  </a:cubicBezTo>
                  <a:cubicBezTo>
                    <a:pt x="54" y="129"/>
                    <a:pt x="53" y="130"/>
                    <a:pt x="54" y="130"/>
                  </a:cubicBezTo>
                  <a:cubicBezTo>
                    <a:pt x="55" y="129"/>
                    <a:pt x="55" y="129"/>
                    <a:pt x="56" y="130"/>
                  </a:cubicBezTo>
                  <a:cubicBezTo>
                    <a:pt x="56" y="131"/>
                    <a:pt x="57" y="130"/>
                    <a:pt x="57" y="130"/>
                  </a:cubicBezTo>
                  <a:cubicBezTo>
                    <a:pt x="57" y="130"/>
                    <a:pt x="58" y="130"/>
                    <a:pt x="58" y="131"/>
                  </a:cubicBezTo>
                  <a:cubicBezTo>
                    <a:pt x="59" y="131"/>
                    <a:pt x="59" y="131"/>
                    <a:pt x="60" y="132"/>
                  </a:cubicBezTo>
                  <a:cubicBezTo>
                    <a:pt x="60" y="132"/>
                    <a:pt x="61" y="132"/>
                    <a:pt x="61" y="132"/>
                  </a:cubicBezTo>
                  <a:cubicBezTo>
                    <a:pt x="63" y="132"/>
                    <a:pt x="64" y="132"/>
                    <a:pt x="65" y="131"/>
                  </a:cubicBezTo>
                  <a:cubicBezTo>
                    <a:pt x="66" y="131"/>
                    <a:pt x="67" y="131"/>
                    <a:pt x="68" y="131"/>
                  </a:cubicBezTo>
                  <a:cubicBezTo>
                    <a:pt x="68" y="132"/>
                    <a:pt x="69" y="132"/>
                    <a:pt x="69" y="132"/>
                  </a:cubicBezTo>
                  <a:cubicBezTo>
                    <a:pt x="70" y="133"/>
                    <a:pt x="71" y="132"/>
                    <a:pt x="71" y="132"/>
                  </a:cubicBezTo>
                  <a:cubicBezTo>
                    <a:pt x="72" y="131"/>
                    <a:pt x="70" y="130"/>
                    <a:pt x="72" y="130"/>
                  </a:cubicBezTo>
                  <a:cubicBezTo>
                    <a:pt x="72" y="130"/>
                    <a:pt x="73" y="130"/>
                    <a:pt x="73" y="129"/>
                  </a:cubicBezTo>
                  <a:cubicBezTo>
                    <a:pt x="73" y="129"/>
                    <a:pt x="74" y="128"/>
                    <a:pt x="74" y="128"/>
                  </a:cubicBezTo>
                  <a:cubicBezTo>
                    <a:pt x="75" y="128"/>
                    <a:pt x="75" y="127"/>
                    <a:pt x="76" y="127"/>
                  </a:cubicBezTo>
                  <a:cubicBezTo>
                    <a:pt x="76" y="127"/>
                    <a:pt x="76" y="127"/>
                    <a:pt x="77" y="127"/>
                  </a:cubicBezTo>
                  <a:cubicBezTo>
                    <a:pt x="78" y="127"/>
                    <a:pt x="78" y="127"/>
                    <a:pt x="78" y="126"/>
                  </a:cubicBezTo>
                  <a:cubicBezTo>
                    <a:pt x="78" y="122"/>
                    <a:pt x="78" y="118"/>
                    <a:pt x="78" y="114"/>
                  </a:cubicBezTo>
                  <a:cubicBezTo>
                    <a:pt x="79" y="106"/>
                    <a:pt x="79" y="98"/>
                    <a:pt x="79" y="89"/>
                  </a:cubicBezTo>
                  <a:cubicBezTo>
                    <a:pt x="79" y="81"/>
                    <a:pt x="79" y="72"/>
                    <a:pt x="79" y="64"/>
                  </a:cubicBezTo>
                  <a:cubicBezTo>
                    <a:pt x="79" y="62"/>
                    <a:pt x="79" y="60"/>
                    <a:pt x="79" y="57"/>
                  </a:cubicBezTo>
                  <a:cubicBezTo>
                    <a:pt x="79" y="57"/>
                    <a:pt x="79" y="56"/>
                    <a:pt x="80" y="56"/>
                  </a:cubicBezTo>
                  <a:cubicBezTo>
                    <a:pt x="80" y="56"/>
                    <a:pt x="81" y="56"/>
                    <a:pt x="81" y="56"/>
                  </a:cubicBezTo>
                  <a:cubicBezTo>
                    <a:pt x="83" y="56"/>
                    <a:pt x="85" y="56"/>
                    <a:pt x="87" y="56"/>
                  </a:cubicBezTo>
                  <a:cubicBezTo>
                    <a:pt x="89" y="56"/>
                    <a:pt x="89" y="55"/>
                    <a:pt x="89" y="53"/>
                  </a:cubicBezTo>
                  <a:cubicBezTo>
                    <a:pt x="89" y="45"/>
                    <a:pt x="89" y="37"/>
                    <a:pt x="89" y="29"/>
                  </a:cubicBezTo>
                  <a:cubicBezTo>
                    <a:pt x="89" y="24"/>
                    <a:pt x="90" y="20"/>
                    <a:pt x="90" y="16"/>
                  </a:cubicBezTo>
                  <a:cubicBezTo>
                    <a:pt x="90" y="15"/>
                    <a:pt x="90" y="16"/>
                    <a:pt x="91" y="15"/>
                  </a:cubicBezTo>
                  <a:cubicBezTo>
                    <a:pt x="92" y="15"/>
                    <a:pt x="93" y="15"/>
                    <a:pt x="94" y="15"/>
                  </a:cubicBezTo>
                  <a:cubicBezTo>
                    <a:pt x="96" y="15"/>
                    <a:pt x="98" y="15"/>
                    <a:pt x="100" y="14"/>
                  </a:cubicBezTo>
                  <a:cubicBezTo>
                    <a:pt x="103" y="13"/>
                    <a:pt x="107" y="13"/>
                    <a:pt x="111" y="12"/>
                  </a:cubicBezTo>
                  <a:cubicBezTo>
                    <a:pt x="112" y="12"/>
                    <a:pt x="112" y="12"/>
                    <a:pt x="112" y="13"/>
                  </a:cubicBezTo>
                  <a:cubicBezTo>
                    <a:pt x="112" y="14"/>
                    <a:pt x="113" y="14"/>
                    <a:pt x="113" y="15"/>
                  </a:cubicBezTo>
                  <a:cubicBezTo>
                    <a:pt x="114" y="15"/>
                    <a:pt x="114" y="16"/>
                    <a:pt x="114" y="16"/>
                  </a:cubicBezTo>
                  <a:cubicBezTo>
                    <a:pt x="114" y="16"/>
                    <a:pt x="114" y="18"/>
                    <a:pt x="115" y="17"/>
                  </a:cubicBezTo>
                  <a:cubicBezTo>
                    <a:pt x="115" y="17"/>
                    <a:pt x="116" y="16"/>
                    <a:pt x="117" y="16"/>
                  </a:cubicBezTo>
                  <a:cubicBezTo>
                    <a:pt x="117" y="15"/>
                    <a:pt x="117" y="15"/>
                    <a:pt x="118" y="14"/>
                  </a:cubicBezTo>
                  <a:cubicBezTo>
                    <a:pt x="119" y="14"/>
                    <a:pt x="119" y="13"/>
                    <a:pt x="120" y="12"/>
                  </a:cubicBezTo>
                  <a:cubicBezTo>
                    <a:pt x="121" y="12"/>
                    <a:pt x="121" y="12"/>
                    <a:pt x="122" y="12"/>
                  </a:cubicBezTo>
                  <a:cubicBezTo>
                    <a:pt x="122" y="11"/>
                    <a:pt x="123" y="12"/>
                    <a:pt x="123" y="12"/>
                  </a:cubicBezTo>
                  <a:cubicBezTo>
                    <a:pt x="123" y="13"/>
                    <a:pt x="124" y="12"/>
                    <a:pt x="124" y="12"/>
                  </a:cubicBezTo>
                  <a:cubicBezTo>
                    <a:pt x="125" y="11"/>
                    <a:pt x="125" y="11"/>
                    <a:pt x="126" y="11"/>
                  </a:cubicBezTo>
                  <a:cubicBezTo>
                    <a:pt x="126" y="10"/>
                    <a:pt x="127" y="10"/>
                    <a:pt x="128" y="10"/>
                  </a:cubicBezTo>
                  <a:cubicBezTo>
                    <a:pt x="128" y="10"/>
                    <a:pt x="129" y="10"/>
                    <a:pt x="129" y="10"/>
                  </a:cubicBezTo>
                  <a:cubicBezTo>
                    <a:pt x="130" y="10"/>
                    <a:pt x="130" y="10"/>
                    <a:pt x="131" y="10"/>
                  </a:cubicBezTo>
                  <a:cubicBezTo>
                    <a:pt x="130" y="9"/>
                    <a:pt x="129" y="9"/>
                    <a:pt x="128" y="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20" name="Myanmar (Burma)">
              <a:extLst>
                <a:ext uri="{FF2B5EF4-FFF2-40B4-BE49-F238E27FC236}">
                  <a16:creationId xmlns:a16="http://schemas.microsoft.com/office/drawing/2014/main" id="{E00BA371-5AB4-014F-C156-5112E725015C}"/>
                </a:ext>
              </a:extLst>
            </p:cNvPr>
            <p:cNvSpPr>
              <a:spLocks noEditPoints="1"/>
            </p:cNvSpPr>
            <p:nvPr/>
          </p:nvSpPr>
          <p:spPr bwMode="auto">
            <a:xfrm>
              <a:off x="8805766" y="2934805"/>
              <a:ext cx="304831" cy="733162"/>
            </a:xfrm>
            <a:custGeom>
              <a:avLst/>
              <a:gdLst/>
              <a:ahLst/>
              <a:cxnLst>
                <a:cxn ang="0">
                  <a:pos x="65" y="162"/>
                </a:cxn>
                <a:cxn ang="0">
                  <a:pos x="60" y="142"/>
                </a:cxn>
                <a:cxn ang="0">
                  <a:pos x="71" y="204"/>
                </a:cxn>
                <a:cxn ang="0">
                  <a:pos x="83" y="75"/>
                </a:cxn>
                <a:cxn ang="0">
                  <a:pos x="71" y="71"/>
                </a:cxn>
                <a:cxn ang="0">
                  <a:pos x="67" y="60"/>
                </a:cxn>
                <a:cxn ang="0">
                  <a:pos x="60" y="55"/>
                </a:cxn>
                <a:cxn ang="0">
                  <a:pos x="50" y="50"/>
                </a:cxn>
                <a:cxn ang="0">
                  <a:pos x="46" y="41"/>
                </a:cxn>
                <a:cxn ang="0">
                  <a:pos x="52" y="31"/>
                </a:cxn>
                <a:cxn ang="0">
                  <a:pos x="53" y="16"/>
                </a:cxn>
                <a:cxn ang="0">
                  <a:pos x="47" y="9"/>
                </a:cxn>
                <a:cxn ang="0">
                  <a:pos x="39" y="0"/>
                </a:cxn>
                <a:cxn ang="0">
                  <a:pos x="35" y="9"/>
                </a:cxn>
                <a:cxn ang="0">
                  <a:pos x="31" y="13"/>
                </a:cxn>
                <a:cxn ang="0">
                  <a:pos x="19" y="22"/>
                </a:cxn>
                <a:cxn ang="0">
                  <a:pos x="18" y="40"/>
                </a:cxn>
                <a:cxn ang="0">
                  <a:pos x="10" y="50"/>
                </a:cxn>
                <a:cxn ang="0">
                  <a:pos x="7" y="64"/>
                </a:cxn>
                <a:cxn ang="0">
                  <a:pos x="4" y="74"/>
                </a:cxn>
                <a:cxn ang="0">
                  <a:pos x="5" y="88"/>
                </a:cxn>
                <a:cxn ang="0">
                  <a:pos x="10" y="90"/>
                </a:cxn>
                <a:cxn ang="0">
                  <a:pos x="12" y="95"/>
                </a:cxn>
                <a:cxn ang="0">
                  <a:pos x="16" y="96"/>
                </a:cxn>
                <a:cxn ang="0">
                  <a:pos x="20" y="103"/>
                </a:cxn>
                <a:cxn ang="0">
                  <a:pos x="25" y="111"/>
                </a:cxn>
                <a:cxn ang="0">
                  <a:pos x="28" y="124"/>
                </a:cxn>
                <a:cxn ang="0">
                  <a:pos x="28" y="137"/>
                </a:cxn>
                <a:cxn ang="0">
                  <a:pos x="32" y="136"/>
                </a:cxn>
                <a:cxn ang="0">
                  <a:pos x="33" y="138"/>
                </a:cxn>
                <a:cxn ang="0">
                  <a:pos x="37" y="139"/>
                </a:cxn>
                <a:cxn ang="0">
                  <a:pos x="41" y="135"/>
                </a:cxn>
                <a:cxn ang="0">
                  <a:pos x="45" y="129"/>
                </a:cxn>
                <a:cxn ang="0">
                  <a:pos x="50" y="121"/>
                </a:cxn>
                <a:cxn ang="0">
                  <a:pos x="56" y="132"/>
                </a:cxn>
                <a:cxn ang="0">
                  <a:pos x="62" y="146"/>
                </a:cxn>
                <a:cxn ang="0">
                  <a:pos x="66" y="157"/>
                </a:cxn>
                <a:cxn ang="0">
                  <a:pos x="68" y="162"/>
                </a:cxn>
                <a:cxn ang="0">
                  <a:pos x="73" y="173"/>
                </a:cxn>
                <a:cxn ang="0">
                  <a:pos x="74" y="180"/>
                </a:cxn>
                <a:cxn ang="0">
                  <a:pos x="73" y="183"/>
                </a:cxn>
                <a:cxn ang="0">
                  <a:pos x="75" y="188"/>
                </a:cxn>
                <a:cxn ang="0">
                  <a:pos x="73" y="196"/>
                </a:cxn>
                <a:cxn ang="0">
                  <a:pos x="80" y="191"/>
                </a:cxn>
                <a:cxn ang="0">
                  <a:pos x="82" y="180"/>
                </a:cxn>
                <a:cxn ang="0">
                  <a:pos x="78" y="167"/>
                </a:cxn>
                <a:cxn ang="0">
                  <a:pos x="67" y="149"/>
                </a:cxn>
                <a:cxn ang="0">
                  <a:pos x="69" y="137"/>
                </a:cxn>
                <a:cxn ang="0">
                  <a:pos x="67" y="128"/>
                </a:cxn>
                <a:cxn ang="0">
                  <a:pos x="55" y="112"/>
                </a:cxn>
                <a:cxn ang="0">
                  <a:pos x="57" y="99"/>
                </a:cxn>
                <a:cxn ang="0">
                  <a:pos x="70" y="93"/>
                </a:cxn>
                <a:cxn ang="0">
                  <a:pos x="80" y="83"/>
                </a:cxn>
                <a:cxn ang="0">
                  <a:pos x="68" y="184"/>
                </a:cxn>
                <a:cxn ang="0">
                  <a:pos x="73" y="194"/>
                </a:cxn>
                <a:cxn ang="0">
                  <a:pos x="69" y="187"/>
                </a:cxn>
                <a:cxn ang="0">
                  <a:pos x="69" y="175"/>
                </a:cxn>
                <a:cxn ang="0">
                  <a:pos x="70" y="174"/>
                </a:cxn>
                <a:cxn ang="0">
                  <a:pos x="64" y="183"/>
                </a:cxn>
                <a:cxn ang="0">
                  <a:pos x="73" y="191"/>
                </a:cxn>
                <a:cxn ang="0">
                  <a:pos x="19" y="106"/>
                </a:cxn>
                <a:cxn ang="0">
                  <a:pos x="67" y="178"/>
                </a:cxn>
                <a:cxn ang="0">
                  <a:pos x="20" y="106"/>
                </a:cxn>
              </a:cxnLst>
              <a:rect l="0" t="0" r="r" b="b"/>
              <a:pathLst>
                <a:path w="86" h="207">
                  <a:moveTo>
                    <a:pt x="73" y="206"/>
                  </a:moveTo>
                  <a:cubicBezTo>
                    <a:pt x="73" y="206"/>
                    <a:pt x="73" y="207"/>
                    <a:pt x="73" y="206"/>
                  </a:cubicBezTo>
                  <a:cubicBezTo>
                    <a:pt x="73" y="206"/>
                    <a:pt x="73" y="206"/>
                    <a:pt x="73" y="206"/>
                  </a:cubicBezTo>
                  <a:close/>
                  <a:moveTo>
                    <a:pt x="65" y="160"/>
                  </a:moveTo>
                  <a:cubicBezTo>
                    <a:pt x="65" y="160"/>
                    <a:pt x="65" y="160"/>
                    <a:pt x="65" y="160"/>
                  </a:cubicBezTo>
                  <a:cubicBezTo>
                    <a:pt x="65" y="160"/>
                    <a:pt x="64" y="160"/>
                    <a:pt x="65" y="160"/>
                  </a:cubicBezTo>
                  <a:close/>
                  <a:moveTo>
                    <a:pt x="70" y="182"/>
                  </a:moveTo>
                  <a:cubicBezTo>
                    <a:pt x="70" y="182"/>
                    <a:pt x="70" y="182"/>
                    <a:pt x="70" y="182"/>
                  </a:cubicBezTo>
                  <a:cubicBezTo>
                    <a:pt x="70" y="182"/>
                    <a:pt x="70" y="182"/>
                    <a:pt x="70" y="182"/>
                  </a:cubicBezTo>
                  <a:cubicBezTo>
                    <a:pt x="69" y="182"/>
                    <a:pt x="70" y="182"/>
                    <a:pt x="70" y="182"/>
                  </a:cubicBezTo>
                  <a:close/>
                  <a:moveTo>
                    <a:pt x="65" y="162"/>
                  </a:moveTo>
                  <a:cubicBezTo>
                    <a:pt x="65" y="161"/>
                    <a:pt x="65" y="161"/>
                    <a:pt x="65" y="161"/>
                  </a:cubicBezTo>
                  <a:cubicBezTo>
                    <a:pt x="65" y="161"/>
                    <a:pt x="65" y="162"/>
                    <a:pt x="65" y="162"/>
                  </a:cubicBezTo>
                  <a:close/>
                  <a:moveTo>
                    <a:pt x="65" y="173"/>
                  </a:moveTo>
                  <a:cubicBezTo>
                    <a:pt x="66" y="173"/>
                    <a:pt x="65" y="172"/>
                    <a:pt x="65" y="173"/>
                  </a:cubicBezTo>
                  <a:close/>
                  <a:moveTo>
                    <a:pt x="65" y="175"/>
                  </a:moveTo>
                  <a:cubicBezTo>
                    <a:pt x="65" y="175"/>
                    <a:pt x="65" y="175"/>
                    <a:pt x="65" y="175"/>
                  </a:cubicBezTo>
                  <a:cubicBezTo>
                    <a:pt x="66" y="175"/>
                    <a:pt x="65" y="175"/>
                    <a:pt x="65" y="175"/>
                  </a:cubicBezTo>
                  <a:close/>
                  <a:moveTo>
                    <a:pt x="60" y="142"/>
                  </a:moveTo>
                  <a:cubicBezTo>
                    <a:pt x="60" y="142"/>
                    <a:pt x="60" y="143"/>
                    <a:pt x="60" y="143"/>
                  </a:cubicBezTo>
                  <a:cubicBezTo>
                    <a:pt x="60" y="143"/>
                    <a:pt x="60" y="142"/>
                    <a:pt x="60" y="142"/>
                  </a:cubicBezTo>
                  <a:cubicBezTo>
                    <a:pt x="60" y="142"/>
                    <a:pt x="60" y="142"/>
                    <a:pt x="60" y="142"/>
                  </a:cubicBezTo>
                  <a:close/>
                  <a:moveTo>
                    <a:pt x="70" y="190"/>
                  </a:moveTo>
                  <a:cubicBezTo>
                    <a:pt x="71" y="190"/>
                    <a:pt x="71" y="189"/>
                    <a:pt x="70" y="189"/>
                  </a:cubicBezTo>
                  <a:cubicBezTo>
                    <a:pt x="70" y="190"/>
                    <a:pt x="70" y="190"/>
                    <a:pt x="70" y="190"/>
                  </a:cubicBezTo>
                  <a:close/>
                  <a:moveTo>
                    <a:pt x="72" y="193"/>
                  </a:moveTo>
                  <a:cubicBezTo>
                    <a:pt x="73" y="193"/>
                    <a:pt x="72" y="192"/>
                    <a:pt x="72" y="193"/>
                  </a:cubicBezTo>
                  <a:close/>
                  <a:moveTo>
                    <a:pt x="62" y="184"/>
                  </a:moveTo>
                  <a:cubicBezTo>
                    <a:pt x="62" y="184"/>
                    <a:pt x="62" y="184"/>
                    <a:pt x="62" y="184"/>
                  </a:cubicBezTo>
                  <a:cubicBezTo>
                    <a:pt x="62" y="184"/>
                    <a:pt x="62" y="184"/>
                    <a:pt x="62" y="184"/>
                  </a:cubicBezTo>
                  <a:cubicBezTo>
                    <a:pt x="62" y="184"/>
                    <a:pt x="62" y="184"/>
                    <a:pt x="62" y="184"/>
                  </a:cubicBezTo>
                  <a:close/>
                  <a:moveTo>
                    <a:pt x="70" y="205"/>
                  </a:moveTo>
                  <a:cubicBezTo>
                    <a:pt x="70" y="205"/>
                    <a:pt x="70" y="204"/>
                    <a:pt x="71" y="204"/>
                  </a:cubicBezTo>
                  <a:cubicBezTo>
                    <a:pt x="71" y="204"/>
                    <a:pt x="71" y="204"/>
                    <a:pt x="71" y="204"/>
                  </a:cubicBezTo>
                  <a:cubicBezTo>
                    <a:pt x="71" y="204"/>
                    <a:pt x="71" y="203"/>
                    <a:pt x="72" y="203"/>
                  </a:cubicBezTo>
                  <a:cubicBezTo>
                    <a:pt x="71" y="202"/>
                    <a:pt x="69" y="204"/>
                    <a:pt x="70" y="205"/>
                  </a:cubicBezTo>
                  <a:close/>
                  <a:moveTo>
                    <a:pt x="71" y="201"/>
                  </a:moveTo>
                  <a:cubicBezTo>
                    <a:pt x="70" y="201"/>
                    <a:pt x="71" y="203"/>
                    <a:pt x="71" y="203"/>
                  </a:cubicBezTo>
                  <a:cubicBezTo>
                    <a:pt x="71" y="203"/>
                    <a:pt x="71" y="201"/>
                    <a:pt x="71" y="201"/>
                  </a:cubicBezTo>
                  <a:close/>
                  <a:moveTo>
                    <a:pt x="82" y="79"/>
                  </a:moveTo>
                  <a:cubicBezTo>
                    <a:pt x="83" y="79"/>
                    <a:pt x="83" y="79"/>
                    <a:pt x="83" y="79"/>
                  </a:cubicBezTo>
                  <a:cubicBezTo>
                    <a:pt x="84" y="78"/>
                    <a:pt x="84" y="78"/>
                    <a:pt x="85" y="77"/>
                  </a:cubicBezTo>
                  <a:cubicBezTo>
                    <a:pt x="86" y="76"/>
                    <a:pt x="85" y="75"/>
                    <a:pt x="85" y="74"/>
                  </a:cubicBezTo>
                  <a:cubicBezTo>
                    <a:pt x="85" y="74"/>
                    <a:pt x="84" y="74"/>
                    <a:pt x="83" y="75"/>
                  </a:cubicBezTo>
                  <a:cubicBezTo>
                    <a:pt x="82" y="75"/>
                    <a:pt x="82" y="76"/>
                    <a:pt x="82" y="76"/>
                  </a:cubicBezTo>
                  <a:cubicBezTo>
                    <a:pt x="81" y="77"/>
                    <a:pt x="80" y="78"/>
                    <a:pt x="79" y="77"/>
                  </a:cubicBezTo>
                  <a:cubicBezTo>
                    <a:pt x="78" y="76"/>
                    <a:pt x="77" y="78"/>
                    <a:pt x="76" y="77"/>
                  </a:cubicBezTo>
                  <a:cubicBezTo>
                    <a:pt x="75" y="77"/>
                    <a:pt x="75" y="76"/>
                    <a:pt x="76" y="75"/>
                  </a:cubicBezTo>
                  <a:cubicBezTo>
                    <a:pt x="76" y="75"/>
                    <a:pt x="75" y="75"/>
                    <a:pt x="75" y="75"/>
                  </a:cubicBezTo>
                  <a:cubicBezTo>
                    <a:pt x="74" y="75"/>
                    <a:pt x="74" y="74"/>
                    <a:pt x="73" y="74"/>
                  </a:cubicBezTo>
                  <a:cubicBezTo>
                    <a:pt x="73" y="73"/>
                    <a:pt x="74" y="72"/>
                    <a:pt x="74" y="72"/>
                  </a:cubicBezTo>
                  <a:cubicBezTo>
                    <a:pt x="74" y="71"/>
                    <a:pt x="73" y="71"/>
                    <a:pt x="73" y="71"/>
                  </a:cubicBezTo>
                  <a:cubicBezTo>
                    <a:pt x="73" y="71"/>
                    <a:pt x="72" y="71"/>
                    <a:pt x="72" y="71"/>
                  </a:cubicBezTo>
                  <a:cubicBezTo>
                    <a:pt x="72" y="71"/>
                    <a:pt x="71" y="71"/>
                    <a:pt x="71" y="71"/>
                  </a:cubicBezTo>
                  <a:cubicBezTo>
                    <a:pt x="71" y="71"/>
                    <a:pt x="71" y="71"/>
                    <a:pt x="71" y="71"/>
                  </a:cubicBezTo>
                  <a:cubicBezTo>
                    <a:pt x="70" y="70"/>
                    <a:pt x="69" y="70"/>
                    <a:pt x="69" y="70"/>
                  </a:cubicBezTo>
                  <a:cubicBezTo>
                    <a:pt x="68" y="70"/>
                    <a:pt x="68" y="70"/>
                    <a:pt x="68" y="70"/>
                  </a:cubicBezTo>
                  <a:cubicBezTo>
                    <a:pt x="68" y="70"/>
                    <a:pt x="67" y="70"/>
                    <a:pt x="67" y="70"/>
                  </a:cubicBezTo>
                  <a:cubicBezTo>
                    <a:pt x="67" y="70"/>
                    <a:pt x="65" y="70"/>
                    <a:pt x="66" y="70"/>
                  </a:cubicBezTo>
                  <a:cubicBezTo>
                    <a:pt x="66" y="69"/>
                    <a:pt x="66" y="68"/>
                    <a:pt x="66" y="67"/>
                  </a:cubicBezTo>
                  <a:cubicBezTo>
                    <a:pt x="66" y="67"/>
                    <a:pt x="67" y="66"/>
                    <a:pt x="67" y="66"/>
                  </a:cubicBezTo>
                  <a:cubicBezTo>
                    <a:pt x="67" y="65"/>
                    <a:pt x="67" y="64"/>
                    <a:pt x="66" y="64"/>
                  </a:cubicBezTo>
                  <a:cubicBezTo>
                    <a:pt x="66" y="63"/>
                    <a:pt x="66" y="63"/>
                    <a:pt x="67" y="62"/>
                  </a:cubicBezTo>
                  <a:cubicBezTo>
                    <a:pt x="67" y="62"/>
                    <a:pt x="67" y="61"/>
                    <a:pt x="67" y="61"/>
                  </a:cubicBezTo>
                  <a:cubicBezTo>
                    <a:pt x="67" y="61"/>
                    <a:pt x="68" y="62"/>
                    <a:pt x="68" y="61"/>
                  </a:cubicBezTo>
                  <a:cubicBezTo>
                    <a:pt x="68" y="61"/>
                    <a:pt x="67" y="60"/>
                    <a:pt x="67" y="60"/>
                  </a:cubicBezTo>
                  <a:cubicBezTo>
                    <a:pt x="67" y="60"/>
                    <a:pt x="67" y="60"/>
                    <a:pt x="66" y="60"/>
                  </a:cubicBezTo>
                  <a:cubicBezTo>
                    <a:pt x="66" y="59"/>
                    <a:pt x="66" y="59"/>
                    <a:pt x="66" y="59"/>
                  </a:cubicBezTo>
                  <a:cubicBezTo>
                    <a:pt x="65" y="59"/>
                    <a:pt x="65" y="60"/>
                    <a:pt x="65" y="60"/>
                  </a:cubicBezTo>
                  <a:cubicBezTo>
                    <a:pt x="65" y="60"/>
                    <a:pt x="65" y="59"/>
                    <a:pt x="64" y="59"/>
                  </a:cubicBezTo>
                  <a:cubicBezTo>
                    <a:pt x="64" y="59"/>
                    <a:pt x="64" y="59"/>
                    <a:pt x="63" y="59"/>
                  </a:cubicBezTo>
                  <a:cubicBezTo>
                    <a:pt x="63" y="59"/>
                    <a:pt x="63" y="59"/>
                    <a:pt x="62" y="59"/>
                  </a:cubicBezTo>
                  <a:cubicBezTo>
                    <a:pt x="62" y="59"/>
                    <a:pt x="61" y="59"/>
                    <a:pt x="61" y="58"/>
                  </a:cubicBezTo>
                  <a:cubicBezTo>
                    <a:pt x="61" y="58"/>
                    <a:pt x="62" y="57"/>
                    <a:pt x="61" y="57"/>
                  </a:cubicBezTo>
                  <a:cubicBezTo>
                    <a:pt x="61" y="57"/>
                    <a:pt x="61" y="57"/>
                    <a:pt x="61" y="57"/>
                  </a:cubicBezTo>
                  <a:cubicBezTo>
                    <a:pt x="61" y="56"/>
                    <a:pt x="61" y="56"/>
                    <a:pt x="61" y="55"/>
                  </a:cubicBezTo>
                  <a:cubicBezTo>
                    <a:pt x="61" y="55"/>
                    <a:pt x="60" y="55"/>
                    <a:pt x="60" y="55"/>
                  </a:cubicBezTo>
                  <a:cubicBezTo>
                    <a:pt x="60" y="54"/>
                    <a:pt x="61" y="54"/>
                    <a:pt x="60" y="53"/>
                  </a:cubicBezTo>
                  <a:cubicBezTo>
                    <a:pt x="60" y="53"/>
                    <a:pt x="60" y="52"/>
                    <a:pt x="59" y="52"/>
                  </a:cubicBezTo>
                  <a:cubicBezTo>
                    <a:pt x="59" y="52"/>
                    <a:pt x="58" y="52"/>
                    <a:pt x="58" y="52"/>
                  </a:cubicBezTo>
                  <a:cubicBezTo>
                    <a:pt x="58" y="51"/>
                    <a:pt x="58" y="51"/>
                    <a:pt x="58" y="51"/>
                  </a:cubicBezTo>
                  <a:cubicBezTo>
                    <a:pt x="58" y="50"/>
                    <a:pt x="58" y="50"/>
                    <a:pt x="58" y="50"/>
                  </a:cubicBezTo>
                  <a:cubicBezTo>
                    <a:pt x="59" y="50"/>
                    <a:pt x="60" y="48"/>
                    <a:pt x="60" y="48"/>
                  </a:cubicBezTo>
                  <a:cubicBezTo>
                    <a:pt x="59" y="48"/>
                    <a:pt x="59" y="48"/>
                    <a:pt x="58" y="48"/>
                  </a:cubicBezTo>
                  <a:cubicBezTo>
                    <a:pt x="58" y="48"/>
                    <a:pt x="57" y="49"/>
                    <a:pt x="57" y="49"/>
                  </a:cubicBezTo>
                  <a:cubicBezTo>
                    <a:pt x="56" y="49"/>
                    <a:pt x="56" y="48"/>
                    <a:pt x="56" y="48"/>
                  </a:cubicBezTo>
                  <a:cubicBezTo>
                    <a:pt x="55" y="48"/>
                    <a:pt x="54" y="48"/>
                    <a:pt x="54" y="48"/>
                  </a:cubicBezTo>
                  <a:cubicBezTo>
                    <a:pt x="53" y="48"/>
                    <a:pt x="51" y="49"/>
                    <a:pt x="50" y="50"/>
                  </a:cubicBezTo>
                  <a:cubicBezTo>
                    <a:pt x="50" y="50"/>
                    <a:pt x="49" y="50"/>
                    <a:pt x="49" y="50"/>
                  </a:cubicBezTo>
                  <a:cubicBezTo>
                    <a:pt x="49" y="51"/>
                    <a:pt x="49" y="51"/>
                    <a:pt x="48" y="51"/>
                  </a:cubicBezTo>
                  <a:cubicBezTo>
                    <a:pt x="48" y="51"/>
                    <a:pt x="47" y="51"/>
                    <a:pt x="47" y="50"/>
                  </a:cubicBezTo>
                  <a:cubicBezTo>
                    <a:pt x="47" y="50"/>
                    <a:pt x="48" y="49"/>
                    <a:pt x="48" y="49"/>
                  </a:cubicBezTo>
                  <a:cubicBezTo>
                    <a:pt x="49" y="48"/>
                    <a:pt x="49" y="48"/>
                    <a:pt x="49" y="48"/>
                  </a:cubicBezTo>
                  <a:cubicBezTo>
                    <a:pt x="49" y="47"/>
                    <a:pt x="48" y="47"/>
                    <a:pt x="49" y="47"/>
                  </a:cubicBezTo>
                  <a:cubicBezTo>
                    <a:pt x="49" y="46"/>
                    <a:pt x="48" y="46"/>
                    <a:pt x="48" y="46"/>
                  </a:cubicBezTo>
                  <a:cubicBezTo>
                    <a:pt x="47" y="46"/>
                    <a:pt x="48" y="45"/>
                    <a:pt x="48" y="45"/>
                  </a:cubicBezTo>
                  <a:cubicBezTo>
                    <a:pt x="48" y="45"/>
                    <a:pt x="47" y="45"/>
                    <a:pt x="47" y="45"/>
                  </a:cubicBezTo>
                  <a:cubicBezTo>
                    <a:pt x="46" y="45"/>
                    <a:pt x="46" y="43"/>
                    <a:pt x="46" y="43"/>
                  </a:cubicBezTo>
                  <a:cubicBezTo>
                    <a:pt x="46" y="42"/>
                    <a:pt x="46" y="42"/>
                    <a:pt x="46" y="41"/>
                  </a:cubicBezTo>
                  <a:cubicBezTo>
                    <a:pt x="46" y="41"/>
                    <a:pt x="48" y="40"/>
                    <a:pt x="48" y="40"/>
                  </a:cubicBezTo>
                  <a:cubicBezTo>
                    <a:pt x="48" y="40"/>
                    <a:pt x="47" y="39"/>
                    <a:pt x="47" y="39"/>
                  </a:cubicBezTo>
                  <a:cubicBezTo>
                    <a:pt x="47" y="38"/>
                    <a:pt x="47" y="38"/>
                    <a:pt x="47" y="37"/>
                  </a:cubicBezTo>
                  <a:cubicBezTo>
                    <a:pt x="48" y="37"/>
                    <a:pt x="47" y="36"/>
                    <a:pt x="48" y="36"/>
                  </a:cubicBezTo>
                  <a:cubicBezTo>
                    <a:pt x="48" y="35"/>
                    <a:pt x="48" y="36"/>
                    <a:pt x="49" y="36"/>
                  </a:cubicBezTo>
                  <a:cubicBezTo>
                    <a:pt x="49" y="36"/>
                    <a:pt x="49" y="36"/>
                    <a:pt x="49" y="35"/>
                  </a:cubicBezTo>
                  <a:cubicBezTo>
                    <a:pt x="50" y="35"/>
                    <a:pt x="50" y="35"/>
                    <a:pt x="50" y="35"/>
                  </a:cubicBezTo>
                  <a:cubicBezTo>
                    <a:pt x="50" y="34"/>
                    <a:pt x="50" y="33"/>
                    <a:pt x="50" y="33"/>
                  </a:cubicBezTo>
                  <a:cubicBezTo>
                    <a:pt x="50" y="33"/>
                    <a:pt x="50" y="32"/>
                    <a:pt x="50" y="32"/>
                  </a:cubicBezTo>
                  <a:cubicBezTo>
                    <a:pt x="50" y="32"/>
                    <a:pt x="52" y="33"/>
                    <a:pt x="52" y="32"/>
                  </a:cubicBezTo>
                  <a:cubicBezTo>
                    <a:pt x="52" y="32"/>
                    <a:pt x="52" y="32"/>
                    <a:pt x="52" y="31"/>
                  </a:cubicBezTo>
                  <a:cubicBezTo>
                    <a:pt x="52" y="31"/>
                    <a:pt x="52" y="31"/>
                    <a:pt x="53" y="31"/>
                  </a:cubicBezTo>
                  <a:cubicBezTo>
                    <a:pt x="53" y="30"/>
                    <a:pt x="53" y="29"/>
                    <a:pt x="54" y="29"/>
                  </a:cubicBezTo>
                  <a:cubicBezTo>
                    <a:pt x="54" y="30"/>
                    <a:pt x="55" y="30"/>
                    <a:pt x="55" y="29"/>
                  </a:cubicBezTo>
                  <a:cubicBezTo>
                    <a:pt x="55" y="28"/>
                    <a:pt x="53" y="28"/>
                    <a:pt x="53" y="26"/>
                  </a:cubicBezTo>
                  <a:cubicBezTo>
                    <a:pt x="53" y="25"/>
                    <a:pt x="54" y="26"/>
                    <a:pt x="54" y="26"/>
                  </a:cubicBezTo>
                  <a:cubicBezTo>
                    <a:pt x="54" y="27"/>
                    <a:pt x="54" y="25"/>
                    <a:pt x="54" y="25"/>
                  </a:cubicBezTo>
                  <a:cubicBezTo>
                    <a:pt x="54" y="25"/>
                    <a:pt x="53" y="25"/>
                    <a:pt x="54" y="24"/>
                  </a:cubicBezTo>
                  <a:cubicBezTo>
                    <a:pt x="54" y="23"/>
                    <a:pt x="54" y="23"/>
                    <a:pt x="54" y="22"/>
                  </a:cubicBezTo>
                  <a:cubicBezTo>
                    <a:pt x="54" y="21"/>
                    <a:pt x="54" y="20"/>
                    <a:pt x="53" y="19"/>
                  </a:cubicBezTo>
                  <a:cubicBezTo>
                    <a:pt x="53" y="19"/>
                    <a:pt x="53" y="18"/>
                    <a:pt x="53" y="18"/>
                  </a:cubicBezTo>
                  <a:cubicBezTo>
                    <a:pt x="53" y="17"/>
                    <a:pt x="53" y="17"/>
                    <a:pt x="53" y="16"/>
                  </a:cubicBezTo>
                  <a:cubicBezTo>
                    <a:pt x="53" y="16"/>
                    <a:pt x="53" y="16"/>
                    <a:pt x="52" y="16"/>
                  </a:cubicBezTo>
                  <a:cubicBezTo>
                    <a:pt x="52" y="15"/>
                    <a:pt x="52" y="15"/>
                    <a:pt x="52" y="15"/>
                  </a:cubicBezTo>
                  <a:cubicBezTo>
                    <a:pt x="52" y="14"/>
                    <a:pt x="52" y="14"/>
                    <a:pt x="52" y="14"/>
                  </a:cubicBezTo>
                  <a:cubicBezTo>
                    <a:pt x="52" y="13"/>
                    <a:pt x="52" y="13"/>
                    <a:pt x="52" y="12"/>
                  </a:cubicBezTo>
                  <a:cubicBezTo>
                    <a:pt x="51" y="12"/>
                    <a:pt x="51" y="11"/>
                    <a:pt x="51" y="11"/>
                  </a:cubicBezTo>
                  <a:cubicBezTo>
                    <a:pt x="51" y="10"/>
                    <a:pt x="51" y="10"/>
                    <a:pt x="51" y="10"/>
                  </a:cubicBezTo>
                  <a:cubicBezTo>
                    <a:pt x="50" y="10"/>
                    <a:pt x="50" y="10"/>
                    <a:pt x="50" y="10"/>
                  </a:cubicBezTo>
                  <a:cubicBezTo>
                    <a:pt x="50" y="10"/>
                    <a:pt x="50" y="9"/>
                    <a:pt x="49" y="9"/>
                  </a:cubicBezTo>
                  <a:cubicBezTo>
                    <a:pt x="48" y="9"/>
                    <a:pt x="48" y="9"/>
                    <a:pt x="48" y="10"/>
                  </a:cubicBezTo>
                  <a:cubicBezTo>
                    <a:pt x="49" y="10"/>
                    <a:pt x="48" y="11"/>
                    <a:pt x="47" y="11"/>
                  </a:cubicBezTo>
                  <a:cubicBezTo>
                    <a:pt x="47" y="10"/>
                    <a:pt x="47" y="9"/>
                    <a:pt x="47" y="9"/>
                  </a:cubicBezTo>
                  <a:cubicBezTo>
                    <a:pt x="46" y="8"/>
                    <a:pt x="46" y="8"/>
                    <a:pt x="46" y="7"/>
                  </a:cubicBezTo>
                  <a:cubicBezTo>
                    <a:pt x="46" y="7"/>
                    <a:pt x="45" y="7"/>
                    <a:pt x="45" y="7"/>
                  </a:cubicBezTo>
                  <a:cubicBezTo>
                    <a:pt x="45" y="7"/>
                    <a:pt x="46" y="6"/>
                    <a:pt x="45" y="6"/>
                  </a:cubicBezTo>
                  <a:cubicBezTo>
                    <a:pt x="45" y="6"/>
                    <a:pt x="45" y="6"/>
                    <a:pt x="45" y="6"/>
                  </a:cubicBezTo>
                  <a:cubicBezTo>
                    <a:pt x="45" y="6"/>
                    <a:pt x="45" y="5"/>
                    <a:pt x="45" y="5"/>
                  </a:cubicBezTo>
                  <a:cubicBezTo>
                    <a:pt x="45" y="4"/>
                    <a:pt x="45" y="4"/>
                    <a:pt x="44" y="4"/>
                  </a:cubicBezTo>
                  <a:cubicBezTo>
                    <a:pt x="44" y="3"/>
                    <a:pt x="44" y="3"/>
                    <a:pt x="43" y="3"/>
                  </a:cubicBezTo>
                  <a:cubicBezTo>
                    <a:pt x="43" y="3"/>
                    <a:pt x="43" y="3"/>
                    <a:pt x="43" y="3"/>
                  </a:cubicBezTo>
                  <a:cubicBezTo>
                    <a:pt x="43" y="2"/>
                    <a:pt x="42" y="2"/>
                    <a:pt x="42" y="1"/>
                  </a:cubicBezTo>
                  <a:cubicBezTo>
                    <a:pt x="41" y="1"/>
                    <a:pt x="41" y="2"/>
                    <a:pt x="41" y="2"/>
                  </a:cubicBezTo>
                  <a:cubicBezTo>
                    <a:pt x="40" y="1"/>
                    <a:pt x="40" y="0"/>
                    <a:pt x="39" y="0"/>
                  </a:cubicBezTo>
                  <a:cubicBezTo>
                    <a:pt x="39" y="0"/>
                    <a:pt x="39" y="0"/>
                    <a:pt x="39" y="0"/>
                  </a:cubicBezTo>
                  <a:cubicBezTo>
                    <a:pt x="38" y="0"/>
                    <a:pt x="39" y="0"/>
                    <a:pt x="38" y="0"/>
                  </a:cubicBezTo>
                  <a:cubicBezTo>
                    <a:pt x="38" y="0"/>
                    <a:pt x="38" y="1"/>
                    <a:pt x="38" y="1"/>
                  </a:cubicBezTo>
                  <a:cubicBezTo>
                    <a:pt x="38" y="1"/>
                    <a:pt x="38" y="2"/>
                    <a:pt x="38" y="2"/>
                  </a:cubicBezTo>
                  <a:cubicBezTo>
                    <a:pt x="37" y="2"/>
                    <a:pt x="37" y="3"/>
                    <a:pt x="37" y="3"/>
                  </a:cubicBezTo>
                  <a:cubicBezTo>
                    <a:pt x="37" y="3"/>
                    <a:pt x="37" y="4"/>
                    <a:pt x="37" y="5"/>
                  </a:cubicBezTo>
                  <a:cubicBezTo>
                    <a:pt x="37" y="5"/>
                    <a:pt x="38" y="5"/>
                    <a:pt x="38" y="5"/>
                  </a:cubicBezTo>
                  <a:cubicBezTo>
                    <a:pt x="38" y="6"/>
                    <a:pt x="38" y="7"/>
                    <a:pt x="37" y="7"/>
                  </a:cubicBezTo>
                  <a:cubicBezTo>
                    <a:pt x="37" y="7"/>
                    <a:pt x="37" y="7"/>
                    <a:pt x="37" y="7"/>
                  </a:cubicBezTo>
                  <a:cubicBezTo>
                    <a:pt x="37" y="6"/>
                    <a:pt x="36" y="7"/>
                    <a:pt x="36" y="7"/>
                  </a:cubicBezTo>
                  <a:cubicBezTo>
                    <a:pt x="36" y="8"/>
                    <a:pt x="35" y="8"/>
                    <a:pt x="35" y="9"/>
                  </a:cubicBezTo>
                  <a:cubicBezTo>
                    <a:pt x="34" y="9"/>
                    <a:pt x="34" y="9"/>
                    <a:pt x="34" y="10"/>
                  </a:cubicBezTo>
                  <a:cubicBezTo>
                    <a:pt x="34" y="10"/>
                    <a:pt x="34" y="11"/>
                    <a:pt x="34" y="11"/>
                  </a:cubicBezTo>
                  <a:cubicBezTo>
                    <a:pt x="35" y="12"/>
                    <a:pt x="35" y="13"/>
                    <a:pt x="36" y="13"/>
                  </a:cubicBezTo>
                  <a:cubicBezTo>
                    <a:pt x="36" y="14"/>
                    <a:pt x="38" y="15"/>
                    <a:pt x="37" y="16"/>
                  </a:cubicBezTo>
                  <a:cubicBezTo>
                    <a:pt x="37" y="16"/>
                    <a:pt x="36" y="15"/>
                    <a:pt x="35" y="15"/>
                  </a:cubicBezTo>
                  <a:cubicBezTo>
                    <a:pt x="35" y="15"/>
                    <a:pt x="35" y="14"/>
                    <a:pt x="35" y="14"/>
                  </a:cubicBezTo>
                  <a:cubicBezTo>
                    <a:pt x="35" y="14"/>
                    <a:pt x="34" y="13"/>
                    <a:pt x="34" y="13"/>
                  </a:cubicBezTo>
                  <a:cubicBezTo>
                    <a:pt x="34" y="13"/>
                    <a:pt x="33" y="13"/>
                    <a:pt x="33" y="13"/>
                  </a:cubicBezTo>
                  <a:cubicBezTo>
                    <a:pt x="33" y="12"/>
                    <a:pt x="33" y="13"/>
                    <a:pt x="32" y="13"/>
                  </a:cubicBezTo>
                  <a:cubicBezTo>
                    <a:pt x="32" y="13"/>
                    <a:pt x="32" y="12"/>
                    <a:pt x="32" y="13"/>
                  </a:cubicBezTo>
                  <a:cubicBezTo>
                    <a:pt x="32" y="13"/>
                    <a:pt x="32" y="13"/>
                    <a:pt x="31" y="13"/>
                  </a:cubicBezTo>
                  <a:cubicBezTo>
                    <a:pt x="31" y="13"/>
                    <a:pt x="30" y="13"/>
                    <a:pt x="29" y="13"/>
                  </a:cubicBezTo>
                  <a:cubicBezTo>
                    <a:pt x="28" y="13"/>
                    <a:pt x="27" y="14"/>
                    <a:pt x="27" y="14"/>
                  </a:cubicBezTo>
                  <a:cubicBezTo>
                    <a:pt x="27" y="15"/>
                    <a:pt x="26" y="16"/>
                    <a:pt x="26" y="16"/>
                  </a:cubicBezTo>
                  <a:cubicBezTo>
                    <a:pt x="26" y="17"/>
                    <a:pt x="25" y="16"/>
                    <a:pt x="25" y="17"/>
                  </a:cubicBezTo>
                  <a:cubicBezTo>
                    <a:pt x="25" y="17"/>
                    <a:pt x="24" y="18"/>
                    <a:pt x="24" y="18"/>
                  </a:cubicBezTo>
                  <a:cubicBezTo>
                    <a:pt x="24" y="18"/>
                    <a:pt x="24" y="18"/>
                    <a:pt x="23" y="19"/>
                  </a:cubicBezTo>
                  <a:cubicBezTo>
                    <a:pt x="22" y="19"/>
                    <a:pt x="23" y="19"/>
                    <a:pt x="22" y="20"/>
                  </a:cubicBezTo>
                  <a:cubicBezTo>
                    <a:pt x="22" y="20"/>
                    <a:pt x="22" y="20"/>
                    <a:pt x="21" y="20"/>
                  </a:cubicBezTo>
                  <a:cubicBezTo>
                    <a:pt x="21" y="20"/>
                    <a:pt x="20" y="20"/>
                    <a:pt x="20" y="20"/>
                  </a:cubicBezTo>
                  <a:cubicBezTo>
                    <a:pt x="20" y="20"/>
                    <a:pt x="20" y="20"/>
                    <a:pt x="20" y="21"/>
                  </a:cubicBezTo>
                  <a:cubicBezTo>
                    <a:pt x="20" y="21"/>
                    <a:pt x="20" y="21"/>
                    <a:pt x="19" y="22"/>
                  </a:cubicBezTo>
                  <a:cubicBezTo>
                    <a:pt x="19" y="22"/>
                    <a:pt x="20" y="23"/>
                    <a:pt x="20" y="23"/>
                  </a:cubicBezTo>
                  <a:cubicBezTo>
                    <a:pt x="19" y="24"/>
                    <a:pt x="20" y="25"/>
                    <a:pt x="20" y="25"/>
                  </a:cubicBezTo>
                  <a:cubicBezTo>
                    <a:pt x="20" y="26"/>
                    <a:pt x="20" y="26"/>
                    <a:pt x="21" y="27"/>
                  </a:cubicBezTo>
                  <a:cubicBezTo>
                    <a:pt x="21" y="27"/>
                    <a:pt x="21" y="27"/>
                    <a:pt x="21" y="28"/>
                  </a:cubicBezTo>
                  <a:cubicBezTo>
                    <a:pt x="20" y="28"/>
                    <a:pt x="20" y="28"/>
                    <a:pt x="20" y="29"/>
                  </a:cubicBezTo>
                  <a:cubicBezTo>
                    <a:pt x="20" y="29"/>
                    <a:pt x="21" y="30"/>
                    <a:pt x="20" y="30"/>
                  </a:cubicBezTo>
                  <a:cubicBezTo>
                    <a:pt x="20" y="31"/>
                    <a:pt x="19" y="32"/>
                    <a:pt x="19" y="33"/>
                  </a:cubicBezTo>
                  <a:cubicBezTo>
                    <a:pt x="18" y="33"/>
                    <a:pt x="18" y="33"/>
                    <a:pt x="17" y="34"/>
                  </a:cubicBezTo>
                  <a:cubicBezTo>
                    <a:pt x="17" y="34"/>
                    <a:pt x="16" y="36"/>
                    <a:pt x="17" y="37"/>
                  </a:cubicBezTo>
                  <a:cubicBezTo>
                    <a:pt x="18" y="37"/>
                    <a:pt x="18" y="37"/>
                    <a:pt x="19" y="37"/>
                  </a:cubicBezTo>
                  <a:cubicBezTo>
                    <a:pt x="19" y="38"/>
                    <a:pt x="19" y="39"/>
                    <a:pt x="18" y="40"/>
                  </a:cubicBezTo>
                  <a:cubicBezTo>
                    <a:pt x="18" y="40"/>
                    <a:pt x="18" y="41"/>
                    <a:pt x="18" y="42"/>
                  </a:cubicBezTo>
                  <a:cubicBezTo>
                    <a:pt x="17" y="42"/>
                    <a:pt x="17" y="42"/>
                    <a:pt x="17" y="42"/>
                  </a:cubicBezTo>
                  <a:cubicBezTo>
                    <a:pt x="17" y="43"/>
                    <a:pt x="17" y="43"/>
                    <a:pt x="17" y="43"/>
                  </a:cubicBezTo>
                  <a:cubicBezTo>
                    <a:pt x="16" y="44"/>
                    <a:pt x="17" y="45"/>
                    <a:pt x="16" y="45"/>
                  </a:cubicBezTo>
                  <a:cubicBezTo>
                    <a:pt x="16" y="46"/>
                    <a:pt x="16" y="47"/>
                    <a:pt x="16" y="47"/>
                  </a:cubicBezTo>
                  <a:cubicBezTo>
                    <a:pt x="16" y="48"/>
                    <a:pt x="16" y="49"/>
                    <a:pt x="16" y="49"/>
                  </a:cubicBezTo>
                  <a:cubicBezTo>
                    <a:pt x="15" y="50"/>
                    <a:pt x="15" y="51"/>
                    <a:pt x="15" y="51"/>
                  </a:cubicBezTo>
                  <a:cubicBezTo>
                    <a:pt x="15" y="51"/>
                    <a:pt x="14" y="50"/>
                    <a:pt x="13" y="50"/>
                  </a:cubicBezTo>
                  <a:cubicBezTo>
                    <a:pt x="13" y="50"/>
                    <a:pt x="12" y="50"/>
                    <a:pt x="12" y="50"/>
                  </a:cubicBezTo>
                  <a:cubicBezTo>
                    <a:pt x="12" y="50"/>
                    <a:pt x="11" y="50"/>
                    <a:pt x="11" y="49"/>
                  </a:cubicBezTo>
                  <a:cubicBezTo>
                    <a:pt x="11" y="49"/>
                    <a:pt x="10" y="50"/>
                    <a:pt x="10" y="50"/>
                  </a:cubicBezTo>
                  <a:cubicBezTo>
                    <a:pt x="9" y="50"/>
                    <a:pt x="9" y="49"/>
                    <a:pt x="8" y="49"/>
                  </a:cubicBezTo>
                  <a:cubicBezTo>
                    <a:pt x="7" y="48"/>
                    <a:pt x="7" y="49"/>
                    <a:pt x="7" y="50"/>
                  </a:cubicBezTo>
                  <a:cubicBezTo>
                    <a:pt x="8" y="51"/>
                    <a:pt x="8" y="51"/>
                    <a:pt x="8" y="52"/>
                  </a:cubicBezTo>
                  <a:cubicBezTo>
                    <a:pt x="9" y="53"/>
                    <a:pt x="9" y="54"/>
                    <a:pt x="9" y="55"/>
                  </a:cubicBezTo>
                  <a:cubicBezTo>
                    <a:pt x="9" y="55"/>
                    <a:pt x="9" y="56"/>
                    <a:pt x="9" y="57"/>
                  </a:cubicBezTo>
                  <a:cubicBezTo>
                    <a:pt x="8" y="57"/>
                    <a:pt x="9" y="58"/>
                    <a:pt x="9" y="59"/>
                  </a:cubicBezTo>
                  <a:cubicBezTo>
                    <a:pt x="9" y="59"/>
                    <a:pt x="9" y="60"/>
                    <a:pt x="9" y="60"/>
                  </a:cubicBezTo>
                  <a:cubicBezTo>
                    <a:pt x="8" y="61"/>
                    <a:pt x="8" y="60"/>
                    <a:pt x="7" y="60"/>
                  </a:cubicBezTo>
                  <a:cubicBezTo>
                    <a:pt x="7" y="59"/>
                    <a:pt x="7" y="61"/>
                    <a:pt x="7" y="61"/>
                  </a:cubicBezTo>
                  <a:cubicBezTo>
                    <a:pt x="7" y="62"/>
                    <a:pt x="7" y="62"/>
                    <a:pt x="7" y="62"/>
                  </a:cubicBezTo>
                  <a:cubicBezTo>
                    <a:pt x="7" y="63"/>
                    <a:pt x="7" y="63"/>
                    <a:pt x="7" y="64"/>
                  </a:cubicBezTo>
                  <a:cubicBezTo>
                    <a:pt x="7" y="64"/>
                    <a:pt x="7" y="65"/>
                    <a:pt x="8" y="66"/>
                  </a:cubicBezTo>
                  <a:cubicBezTo>
                    <a:pt x="8" y="67"/>
                    <a:pt x="8" y="67"/>
                    <a:pt x="9" y="68"/>
                  </a:cubicBezTo>
                  <a:cubicBezTo>
                    <a:pt x="9" y="69"/>
                    <a:pt x="8" y="69"/>
                    <a:pt x="8" y="69"/>
                  </a:cubicBezTo>
                  <a:cubicBezTo>
                    <a:pt x="8" y="70"/>
                    <a:pt x="8" y="69"/>
                    <a:pt x="7" y="69"/>
                  </a:cubicBezTo>
                  <a:cubicBezTo>
                    <a:pt x="7" y="70"/>
                    <a:pt x="7" y="70"/>
                    <a:pt x="7" y="70"/>
                  </a:cubicBezTo>
                  <a:cubicBezTo>
                    <a:pt x="7" y="70"/>
                    <a:pt x="7" y="71"/>
                    <a:pt x="7" y="71"/>
                  </a:cubicBezTo>
                  <a:cubicBezTo>
                    <a:pt x="7" y="71"/>
                    <a:pt x="7" y="72"/>
                    <a:pt x="7" y="71"/>
                  </a:cubicBezTo>
                  <a:cubicBezTo>
                    <a:pt x="6" y="71"/>
                    <a:pt x="6" y="72"/>
                    <a:pt x="6" y="72"/>
                  </a:cubicBezTo>
                  <a:cubicBezTo>
                    <a:pt x="6" y="72"/>
                    <a:pt x="4" y="69"/>
                    <a:pt x="4" y="70"/>
                  </a:cubicBezTo>
                  <a:cubicBezTo>
                    <a:pt x="4" y="71"/>
                    <a:pt x="4" y="71"/>
                    <a:pt x="4" y="71"/>
                  </a:cubicBezTo>
                  <a:cubicBezTo>
                    <a:pt x="3" y="72"/>
                    <a:pt x="4" y="73"/>
                    <a:pt x="4" y="74"/>
                  </a:cubicBezTo>
                  <a:cubicBezTo>
                    <a:pt x="4" y="74"/>
                    <a:pt x="4" y="75"/>
                    <a:pt x="4" y="76"/>
                  </a:cubicBezTo>
                  <a:cubicBezTo>
                    <a:pt x="4" y="77"/>
                    <a:pt x="5" y="78"/>
                    <a:pt x="5" y="79"/>
                  </a:cubicBezTo>
                  <a:cubicBezTo>
                    <a:pt x="5" y="79"/>
                    <a:pt x="5" y="80"/>
                    <a:pt x="4" y="79"/>
                  </a:cubicBezTo>
                  <a:cubicBezTo>
                    <a:pt x="4" y="79"/>
                    <a:pt x="4" y="78"/>
                    <a:pt x="3" y="78"/>
                  </a:cubicBezTo>
                  <a:cubicBezTo>
                    <a:pt x="3" y="79"/>
                    <a:pt x="2" y="78"/>
                    <a:pt x="2" y="78"/>
                  </a:cubicBezTo>
                  <a:cubicBezTo>
                    <a:pt x="2" y="77"/>
                    <a:pt x="1" y="78"/>
                    <a:pt x="1" y="78"/>
                  </a:cubicBezTo>
                  <a:cubicBezTo>
                    <a:pt x="0" y="79"/>
                    <a:pt x="0" y="80"/>
                    <a:pt x="1" y="81"/>
                  </a:cubicBezTo>
                  <a:cubicBezTo>
                    <a:pt x="1" y="82"/>
                    <a:pt x="1" y="83"/>
                    <a:pt x="2" y="83"/>
                  </a:cubicBezTo>
                  <a:cubicBezTo>
                    <a:pt x="2" y="84"/>
                    <a:pt x="3" y="85"/>
                    <a:pt x="3" y="86"/>
                  </a:cubicBezTo>
                  <a:cubicBezTo>
                    <a:pt x="3" y="86"/>
                    <a:pt x="4" y="86"/>
                    <a:pt x="4" y="87"/>
                  </a:cubicBezTo>
                  <a:cubicBezTo>
                    <a:pt x="4" y="87"/>
                    <a:pt x="5" y="87"/>
                    <a:pt x="5" y="88"/>
                  </a:cubicBezTo>
                  <a:cubicBezTo>
                    <a:pt x="5" y="88"/>
                    <a:pt x="6" y="89"/>
                    <a:pt x="6" y="89"/>
                  </a:cubicBezTo>
                  <a:cubicBezTo>
                    <a:pt x="6" y="90"/>
                    <a:pt x="7" y="91"/>
                    <a:pt x="7" y="91"/>
                  </a:cubicBezTo>
                  <a:cubicBezTo>
                    <a:pt x="7" y="91"/>
                    <a:pt x="7" y="89"/>
                    <a:pt x="7" y="89"/>
                  </a:cubicBezTo>
                  <a:cubicBezTo>
                    <a:pt x="7" y="88"/>
                    <a:pt x="7" y="87"/>
                    <a:pt x="6" y="87"/>
                  </a:cubicBezTo>
                  <a:cubicBezTo>
                    <a:pt x="6" y="87"/>
                    <a:pt x="6" y="86"/>
                    <a:pt x="6" y="86"/>
                  </a:cubicBezTo>
                  <a:cubicBezTo>
                    <a:pt x="6" y="87"/>
                    <a:pt x="7" y="88"/>
                    <a:pt x="7" y="89"/>
                  </a:cubicBezTo>
                  <a:cubicBezTo>
                    <a:pt x="7" y="88"/>
                    <a:pt x="7" y="88"/>
                    <a:pt x="7" y="88"/>
                  </a:cubicBezTo>
                  <a:cubicBezTo>
                    <a:pt x="8" y="88"/>
                    <a:pt x="8" y="90"/>
                    <a:pt x="9" y="90"/>
                  </a:cubicBezTo>
                  <a:cubicBezTo>
                    <a:pt x="8" y="90"/>
                    <a:pt x="7" y="91"/>
                    <a:pt x="8" y="92"/>
                  </a:cubicBezTo>
                  <a:cubicBezTo>
                    <a:pt x="8" y="92"/>
                    <a:pt x="9" y="92"/>
                    <a:pt x="9" y="92"/>
                  </a:cubicBezTo>
                  <a:cubicBezTo>
                    <a:pt x="9" y="91"/>
                    <a:pt x="9" y="91"/>
                    <a:pt x="10" y="90"/>
                  </a:cubicBezTo>
                  <a:cubicBezTo>
                    <a:pt x="10" y="89"/>
                    <a:pt x="9" y="88"/>
                    <a:pt x="10" y="87"/>
                  </a:cubicBezTo>
                  <a:cubicBezTo>
                    <a:pt x="10" y="88"/>
                    <a:pt x="10" y="89"/>
                    <a:pt x="10" y="89"/>
                  </a:cubicBezTo>
                  <a:cubicBezTo>
                    <a:pt x="10" y="90"/>
                    <a:pt x="10" y="89"/>
                    <a:pt x="10" y="89"/>
                  </a:cubicBezTo>
                  <a:cubicBezTo>
                    <a:pt x="10" y="90"/>
                    <a:pt x="9" y="90"/>
                    <a:pt x="9" y="91"/>
                  </a:cubicBezTo>
                  <a:cubicBezTo>
                    <a:pt x="10" y="92"/>
                    <a:pt x="10" y="91"/>
                    <a:pt x="10" y="91"/>
                  </a:cubicBezTo>
                  <a:cubicBezTo>
                    <a:pt x="11" y="91"/>
                    <a:pt x="11" y="92"/>
                    <a:pt x="10" y="92"/>
                  </a:cubicBezTo>
                  <a:cubicBezTo>
                    <a:pt x="10" y="92"/>
                    <a:pt x="10" y="92"/>
                    <a:pt x="9" y="92"/>
                  </a:cubicBezTo>
                  <a:cubicBezTo>
                    <a:pt x="10" y="93"/>
                    <a:pt x="11" y="95"/>
                    <a:pt x="12" y="96"/>
                  </a:cubicBezTo>
                  <a:cubicBezTo>
                    <a:pt x="11" y="95"/>
                    <a:pt x="11" y="95"/>
                    <a:pt x="11" y="94"/>
                  </a:cubicBezTo>
                  <a:cubicBezTo>
                    <a:pt x="11" y="94"/>
                    <a:pt x="11" y="93"/>
                    <a:pt x="11" y="94"/>
                  </a:cubicBezTo>
                  <a:cubicBezTo>
                    <a:pt x="11" y="94"/>
                    <a:pt x="12" y="96"/>
                    <a:pt x="12" y="95"/>
                  </a:cubicBezTo>
                  <a:cubicBezTo>
                    <a:pt x="13" y="95"/>
                    <a:pt x="11" y="93"/>
                    <a:pt x="11" y="92"/>
                  </a:cubicBezTo>
                  <a:cubicBezTo>
                    <a:pt x="11" y="93"/>
                    <a:pt x="11" y="93"/>
                    <a:pt x="11" y="93"/>
                  </a:cubicBezTo>
                  <a:cubicBezTo>
                    <a:pt x="12" y="93"/>
                    <a:pt x="12" y="93"/>
                    <a:pt x="12" y="93"/>
                  </a:cubicBezTo>
                  <a:cubicBezTo>
                    <a:pt x="12" y="93"/>
                    <a:pt x="13" y="93"/>
                    <a:pt x="13" y="92"/>
                  </a:cubicBezTo>
                  <a:cubicBezTo>
                    <a:pt x="13" y="93"/>
                    <a:pt x="13" y="93"/>
                    <a:pt x="13" y="93"/>
                  </a:cubicBezTo>
                  <a:cubicBezTo>
                    <a:pt x="13" y="93"/>
                    <a:pt x="13" y="93"/>
                    <a:pt x="13" y="93"/>
                  </a:cubicBezTo>
                  <a:cubicBezTo>
                    <a:pt x="14" y="93"/>
                    <a:pt x="14" y="94"/>
                    <a:pt x="15" y="94"/>
                  </a:cubicBezTo>
                  <a:cubicBezTo>
                    <a:pt x="15" y="94"/>
                    <a:pt x="15" y="95"/>
                    <a:pt x="16" y="95"/>
                  </a:cubicBezTo>
                  <a:cubicBezTo>
                    <a:pt x="16" y="94"/>
                    <a:pt x="17" y="94"/>
                    <a:pt x="17" y="95"/>
                  </a:cubicBezTo>
                  <a:cubicBezTo>
                    <a:pt x="16" y="95"/>
                    <a:pt x="15" y="96"/>
                    <a:pt x="16" y="96"/>
                  </a:cubicBezTo>
                  <a:cubicBezTo>
                    <a:pt x="16" y="96"/>
                    <a:pt x="16" y="96"/>
                    <a:pt x="16" y="96"/>
                  </a:cubicBezTo>
                  <a:cubicBezTo>
                    <a:pt x="16" y="97"/>
                    <a:pt x="17" y="96"/>
                    <a:pt x="17" y="96"/>
                  </a:cubicBezTo>
                  <a:cubicBezTo>
                    <a:pt x="17" y="96"/>
                    <a:pt x="17" y="96"/>
                    <a:pt x="17" y="97"/>
                  </a:cubicBezTo>
                  <a:cubicBezTo>
                    <a:pt x="18" y="98"/>
                    <a:pt x="18" y="96"/>
                    <a:pt x="18" y="96"/>
                  </a:cubicBezTo>
                  <a:cubicBezTo>
                    <a:pt x="18" y="97"/>
                    <a:pt x="17" y="97"/>
                    <a:pt x="17" y="98"/>
                  </a:cubicBezTo>
                  <a:cubicBezTo>
                    <a:pt x="17" y="98"/>
                    <a:pt x="18" y="98"/>
                    <a:pt x="18" y="98"/>
                  </a:cubicBezTo>
                  <a:cubicBezTo>
                    <a:pt x="19" y="99"/>
                    <a:pt x="19" y="99"/>
                    <a:pt x="19" y="99"/>
                  </a:cubicBezTo>
                  <a:cubicBezTo>
                    <a:pt x="19" y="100"/>
                    <a:pt x="20" y="99"/>
                    <a:pt x="20" y="100"/>
                  </a:cubicBezTo>
                  <a:cubicBezTo>
                    <a:pt x="20" y="100"/>
                    <a:pt x="20" y="100"/>
                    <a:pt x="20" y="100"/>
                  </a:cubicBezTo>
                  <a:cubicBezTo>
                    <a:pt x="20" y="101"/>
                    <a:pt x="19" y="101"/>
                    <a:pt x="19" y="102"/>
                  </a:cubicBezTo>
                  <a:cubicBezTo>
                    <a:pt x="20" y="102"/>
                    <a:pt x="20" y="102"/>
                    <a:pt x="20" y="102"/>
                  </a:cubicBezTo>
                  <a:cubicBezTo>
                    <a:pt x="20" y="102"/>
                    <a:pt x="20" y="102"/>
                    <a:pt x="20" y="103"/>
                  </a:cubicBezTo>
                  <a:cubicBezTo>
                    <a:pt x="20" y="103"/>
                    <a:pt x="20" y="103"/>
                    <a:pt x="21" y="103"/>
                  </a:cubicBezTo>
                  <a:cubicBezTo>
                    <a:pt x="21" y="102"/>
                    <a:pt x="21" y="102"/>
                    <a:pt x="21" y="101"/>
                  </a:cubicBezTo>
                  <a:cubicBezTo>
                    <a:pt x="21" y="101"/>
                    <a:pt x="21" y="100"/>
                    <a:pt x="21" y="100"/>
                  </a:cubicBezTo>
                  <a:cubicBezTo>
                    <a:pt x="21" y="100"/>
                    <a:pt x="21" y="102"/>
                    <a:pt x="21" y="102"/>
                  </a:cubicBezTo>
                  <a:cubicBezTo>
                    <a:pt x="21" y="103"/>
                    <a:pt x="21" y="103"/>
                    <a:pt x="22" y="104"/>
                  </a:cubicBezTo>
                  <a:cubicBezTo>
                    <a:pt x="21" y="104"/>
                    <a:pt x="21" y="105"/>
                    <a:pt x="21" y="106"/>
                  </a:cubicBezTo>
                  <a:cubicBezTo>
                    <a:pt x="21" y="106"/>
                    <a:pt x="22" y="107"/>
                    <a:pt x="22" y="106"/>
                  </a:cubicBezTo>
                  <a:cubicBezTo>
                    <a:pt x="23" y="107"/>
                    <a:pt x="23" y="107"/>
                    <a:pt x="24" y="107"/>
                  </a:cubicBezTo>
                  <a:cubicBezTo>
                    <a:pt x="23" y="108"/>
                    <a:pt x="23" y="108"/>
                    <a:pt x="23" y="107"/>
                  </a:cubicBezTo>
                  <a:cubicBezTo>
                    <a:pt x="23" y="108"/>
                    <a:pt x="24" y="108"/>
                    <a:pt x="24" y="109"/>
                  </a:cubicBezTo>
                  <a:cubicBezTo>
                    <a:pt x="24" y="110"/>
                    <a:pt x="25" y="110"/>
                    <a:pt x="25" y="111"/>
                  </a:cubicBezTo>
                  <a:cubicBezTo>
                    <a:pt x="25" y="111"/>
                    <a:pt x="26" y="112"/>
                    <a:pt x="25" y="112"/>
                  </a:cubicBezTo>
                  <a:cubicBezTo>
                    <a:pt x="25" y="112"/>
                    <a:pt x="25" y="112"/>
                    <a:pt x="25" y="112"/>
                  </a:cubicBezTo>
                  <a:cubicBezTo>
                    <a:pt x="25" y="112"/>
                    <a:pt x="25" y="113"/>
                    <a:pt x="25" y="113"/>
                  </a:cubicBezTo>
                  <a:cubicBezTo>
                    <a:pt x="26" y="113"/>
                    <a:pt x="26" y="113"/>
                    <a:pt x="26" y="114"/>
                  </a:cubicBezTo>
                  <a:cubicBezTo>
                    <a:pt x="27" y="114"/>
                    <a:pt x="27" y="115"/>
                    <a:pt x="27" y="116"/>
                  </a:cubicBezTo>
                  <a:cubicBezTo>
                    <a:pt x="26" y="116"/>
                    <a:pt x="27" y="117"/>
                    <a:pt x="27" y="118"/>
                  </a:cubicBezTo>
                  <a:cubicBezTo>
                    <a:pt x="28" y="119"/>
                    <a:pt x="28" y="119"/>
                    <a:pt x="28" y="120"/>
                  </a:cubicBezTo>
                  <a:cubicBezTo>
                    <a:pt x="28" y="120"/>
                    <a:pt x="28" y="120"/>
                    <a:pt x="28" y="121"/>
                  </a:cubicBezTo>
                  <a:cubicBezTo>
                    <a:pt x="28" y="122"/>
                    <a:pt x="28" y="122"/>
                    <a:pt x="29" y="123"/>
                  </a:cubicBezTo>
                  <a:cubicBezTo>
                    <a:pt x="28" y="123"/>
                    <a:pt x="28" y="124"/>
                    <a:pt x="28" y="124"/>
                  </a:cubicBezTo>
                  <a:cubicBezTo>
                    <a:pt x="28" y="125"/>
                    <a:pt x="28" y="124"/>
                    <a:pt x="28" y="124"/>
                  </a:cubicBezTo>
                  <a:cubicBezTo>
                    <a:pt x="28" y="124"/>
                    <a:pt x="28" y="126"/>
                    <a:pt x="28" y="126"/>
                  </a:cubicBezTo>
                  <a:cubicBezTo>
                    <a:pt x="28" y="126"/>
                    <a:pt x="28" y="127"/>
                    <a:pt x="28" y="127"/>
                  </a:cubicBezTo>
                  <a:cubicBezTo>
                    <a:pt x="27" y="128"/>
                    <a:pt x="28" y="128"/>
                    <a:pt x="27" y="129"/>
                  </a:cubicBezTo>
                  <a:cubicBezTo>
                    <a:pt x="27" y="130"/>
                    <a:pt x="27" y="130"/>
                    <a:pt x="27" y="131"/>
                  </a:cubicBezTo>
                  <a:cubicBezTo>
                    <a:pt x="27" y="131"/>
                    <a:pt x="27" y="131"/>
                    <a:pt x="27" y="132"/>
                  </a:cubicBezTo>
                  <a:cubicBezTo>
                    <a:pt x="27" y="132"/>
                    <a:pt x="27" y="132"/>
                    <a:pt x="27" y="132"/>
                  </a:cubicBezTo>
                  <a:cubicBezTo>
                    <a:pt x="26" y="132"/>
                    <a:pt x="27" y="133"/>
                    <a:pt x="27" y="133"/>
                  </a:cubicBezTo>
                  <a:cubicBezTo>
                    <a:pt x="26" y="134"/>
                    <a:pt x="26" y="135"/>
                    <a:pt x="26" y="136"/>
                  </a:cubicBezTo>
                  <a:cubicBezTo>
                    <a:pt x="27" y="137"/>
                    <a:pt x="27" y="137"/>
                    <a:pt x="27" y="138"/>
                  </a:cubicBezTo>
                  <a:cubicBezTo>
                    <a:pt x="27" y="138"/>
                    <a:pt x="28" y="138"/>
                    <a:pt x="28" y="137"/>
                  </a:cubicBezTo>
                  <a:cubicBezTo>
                    <a:pt x="28" y="137"/>
                    <a:pt x="28" y="137"/>
                    <a:pt x="28" y="137"/>
                  </a:cubicBezTo>
                  <a:cubicBezTo>
                    <a:pt x="29" y="137"/>
                    <a:pt x="29" y="136"/>
                    <a:pt x="29" y="135"/>
                  </a:cubicBezTo>
                  <a:cubicBezTo>
                    <a:pt x="29" y="135"/>
                    <a:pt x="29" y="134"/>
                    <a:pt x="30" y="134"/>
                  </a:cubicBezTo>
                  <a:cubicBezTo>
                    <a:pt x="30" y="135"/>
                    <a:pt x="30" y="133"/>
                    <a:pt x="30" y="134"/>
                  </a:cubicBezTo>
                  <a:cubicBezTo>
                    <a:pt x="30" y="134"/>
                    <a:pt x="30" y="135"/>
                    <a:pt x="30" y="135"/>
                  </a:cubicBezTo>
                  <a:cubicBezTo>
                    <a:pt x="31" y="135"/>
                    <a:pt x="30" y="132"/>
                    <a:pt x="30" y="132"/>
                  </a:cubicBezTo>
                  <a:cubicBezTo>
                    <a:pt x="31" y="132"/>
                    <a:pt x="31" y="132"/>
                    <a:pt x="31" y="132"/>
                  </a:cubicBezTo>
                  <a:cubicBezTo>
                    <a:pt x="31" y="132"/>
                    <a:pt x="31" y="133"/>
                    <a:pt x="31" y="133"/>
                  </a:cubicBezTo>
                  <a:cubicBezTo>
                    <a:pt x="31" y="134"/>
                    <a:pt x="31" y="134"/>
                    <a:pt x="31" y="134"/>
                  </a:cubicBezTo>
                  <a:cubicBezTo>
                    <a:pt x="31" y="135"/>
                    <a:pt x="31" y="136"/>
                    <a:pt x="30" y="137"/>
                  </a:cubicBezTo>
                  <a:cubicBezTo>
                    <a:pt x="30" y="138"/>
                    <a:pt x="31" y="138"/>
                    <a:pt x="31" y="138"/>
                  </a:cubicBezTo>
                  <a:cubicBezTo>
                    <a:pt x="31" y="137"/>
                    <a:pt x="31" y="136"/>
                    <a:pt x="32" y="136"/>
                  </a:cubicBezTo>
                  <a:cubicBezTo>
                    <a:pt x="32" y="136"/>
                    <a:pt x="32" y="137"/>
                    <a:pt x="31" y="138"/>
                  </a:cubicBezTo>
                  <a:cubicBezTo>
                    <a:pt x="31" y="138"/>
                    <a:pt x="30" y="139"/>
                    <a:pt x="31" y="139"/>
                  </a:cubicBezTo>
                  <a:cubicBezTo>
                    <a:pt x="31" y="139"/>
                    <a:pt x="31" y="139"/>
                    <a:pt x="32" y="139"/>
                  </a:cubicBezTo>
                  <a:cubicBezTo>
                    <a:pt x="32" y="139"/>
                    <a:pt x="32" y="138"/>
                    <a:pt x="32" y="138"/>
                  </a:cubicBezTo>
                  <a:cubicBezTo>
                    <a:pt x="32" y="138"/>
                    <a:pt x="33" y="138"/>
                    <a:pt x="33" y="137"/>
                  </a:cubicBezTo>
                  <a:cubicBezTo>
                    <a:pt x="33" y="137"/>
                    <a:pt x="32" y="136"/>
                    <a:pt x="33" y="135"/>
                  </a:cubicBezTo>
                  <a:cubicBezTo>
                    <a:pt x="33" y="135"/>
                    <a:pt x="34" y="135"/>
                    <a:pt x="34" y="135"/>
                  </a:cubicBezTo>
                  <a:cubicBezTo>
                    <a:pt x="34" y="135"/>
                    <a:pt x="33" y="135"/>
                    <a:pt x="33" y="136"/>
                  </a:cubicBezTo>
                  <a:cubicBezTo>
                    <a:pt x="33" y="136"/>
                    <a:pt x="33" y="137"/>
                    <a:pt x="33" y="137"/>
                  </a:cubicBezTo>
                  <a:cubicBezTo>
                    <a:pt x="33" y="137"/>
                    <a:pt x="33" y="137"/>
                    <a:pt x="33" y="137"/>
                  </a:cubicBezTo>
                  <a:cubicBezTo>
                    <a:pt x="33" y="137"/>
                    <a:pt x="33" y="138"/>
                    <a:pt x="33" y="138"/>
                  </a:cubicBezTo>
                  <a:cubicBezTo>
                    <a:pt x="33" y="138"/>
                    <a:pt x="33" y="139"/>
                    <a:pt x="33" y="139"/>
                  </a:cubicBezTo>
                  <a:cubicBezTo>
                    <a:pt x="33" y="139"/>
                    <a:pt x="34" y="139"/>
                    <a:pt x="33" y="139"/>
                  </a:cubicBezTo>
                  <a:cubicBezTo>
                    <a:pt x="33" y="139"/>
                    <a:pt x="33" y="140"/>
                    <a:pt x="33" y="140"/>
                  </a:cubicBezTo>
                  <a:cubicBezTo>
                    <a:pt x="34" y="140"/>
                    <a:pt x="35" y="140"/>
                    <a:pt x="35" y="139"/>
                  </a:cubicBezTo>
                  <a:cubicBezTo>
                    <a:pt x="35" y="138"/>
                    <a:pt x="35" y="138"/>
                    <a:pt x="35" y="137"/>
                  </a:cubicBezTo>
                  <a:cubicBezTo>
                    <a:pt x="35" y="136"/>
                    <a:pt x="35" y="136"/>
                    <a:pt x="35" y="136"/>
                  </a:cubicBezTo>
                  <a:cubicBezTo>
                    <a:pt x="36" y="136"/>
                    <a:pt x="36" y="136"/>
                    <a:pt x="36" y="136"/>
                  </a:cubicBezTo>
                  <a:cubicBezTo>
                    <a:pt x="35" y="136"/>
                    <a:pt x="35" y="137"/>
                    <a:pt x="35" y="138"/>
                  </a:cubicBezTo>
                  <a:cubicBezTo>
                    <a:pt x="35" y="137"/>
                    <a:pt x="35" y="137"/>
                    <a:pt x="35" y="137"/>
                  </a:cubicBezTo>
                  <a:cubicBezTo>
                    <a:pt x="36" y="138"/>
                    <a:pt x="35" y="139"/>
                    <a:pt x="36" y="140"/>
                  </a:cubicBezTo>
                  <a:cubicBezTo>
                    <a:pt x="36" y="140"/>
                    <a:pt x="37" y="140"/>
                    <a:pt x="37" y="139"/>
                  </a:cubicBezTo>
                  <a:cubicBezTo>
                    <a:pt x="37" y="139"/>
                    <a:pt x="37" y="138"/>
                    <a:pt x="37" y="137"/>
                  </a:cubicBezTo>
                  <a:cubicBezTo>
                    <a:pt x="37" y="138"/>
                    <a:pt x="36" y="140"/>
                    <a:pt x="37" y="138"/>
                  </a:cubicBezTo>
                  <a:cubicBezTo>
                    <a:pt x="37" y="138"/>
                    <a:pt x="38" y="138"/>
                    <a:pt x="38" y="137"/>
                  </a:cubicBezTo>
                  <a:cubicBezTo>
                    <a:pt x="38" y="137"/>
                    <a:pt x="37" y="136"/>
                    <a:pt x="37" y="136"/>
                  </a:cubicBezTo>
                  <a:cubicBezTo>
                    <a:pt x="37" y="136"/>
                    <a:pt x="38" y="137"/>
                    <a:pt x="38" y="137"/>
                  </a:cubicBezTo>
                  <a:cubicBezTo>
                    <a:pt x="38" y="138"/>
                    <a:pt x="38" y="138"/>
                    <a:pt x="37" y="139"/>
                  </a:cubicBezTo>
                  <a:cubicBezTo>
                    <a:pt x="37" y="140"/>
                    <a:pt x="37" y="141"/>
                    <a:pt x="38" y="141"/>
                  </a:cubicBezTo>
                  <a:cubicBezTo>
                    <a:pt x="39" y="140"/>
                    <a:pt x="39" y="140"/>
                    <a:pt x="40" y="140"/>
                  </a:cubicBezTo>
                  <a:cubicBezTo>
                    <a:pt x="40" y="139"/>
                    <a:pt x="40" y="139"/>
                    <a:pt x="40" y="138"/>
                  </a:cubicBezTo>
                  <a:cubicBezTo>
                    <a:pt x="41" y="138"/>
                    <a:pt x="41" y="137"/>
                    <a:pt x="41" y="137"/>
                  </a:cubicBezTo>
                  <a:cubicBezTo>
                    <a:pt x="41" y="136"/>
                    <a:pt x="41" y="136"/>
                    <a:pt x="41" y="135"/>
                  </a:cubicBezTo>
                  <a:cubicBezTo>
                    <a:pt x="42" y="136"/>
                    <a:pt x="42" y="136"/>
                    <a:pt x="42" y="135"/>
                  </a:cubicBezTo>
                  <a:cubicBezTo>
                    <a:pt x="43" y="135"/>
                    <a:pt x="43" y="135"/>
                    <a:pt x="43" y="135"/>
                  </a:cubicBezTo>
                  <a:cubicBezTo>
                    <a:pt x="43" y="135"/>
                    <a:pt x="44" y="135"/>
                    <a:pt x="44" y="135"/>
                  </a:cubicBezTo>
                  <a:cubicBezTo>
                    <a:pt x="44" y="134"/>
                    <a:pt x="44" y="134"/>
                    <a:pt x="43" y="133"/>
                  </a:cubicBezTo>
                  <a:cubicBezTo>
                    <a:pt x="44" y="133"/>
                    <a:pt x="44" y="134"/>
                    <a:pt x="45" y="134"/>
                  </a:cubicBezTo>
                  <a:cubicBezTo>
                    <a:pt x="45" y="134"/>
                    <a:pt x="45" y="134"/>
                    <a:pt x="45" y="133"/>
                  </a:cubicBezTo>
                  <a:cubicBezTo>
                    <a:pt x="46" y="133"/>
                    <a:pt x="47" y="133"/>
                    <a:pt x="46" y="132"/>
                  </a:cubicBezTo>
                  <a:cubicBezTo>
                    <a:pt x="46" y="132"/>
                    <a:pt x="45" y="131"/>
                    <a:pt x="45" y="131"/>
                  </a:cubicBezTo>
                  <a:cubicBezTo>
                    <a:pt x="45" y="131"/>
                    <a:pt x="45" y="130"/>
                    <a:pt x="45" y="130"/>
                  </a:cubicBezTo>
                  <a:cubicBezTo>
                    <a:pt x="45" y="130"/>
                    <a:pt x="45" y="129"/>
                    <a:pt x="45" y="129"/>
                  </a:cubicBezTo>
                  <a:cubicBezTo>
                    <a:pt x="45" y="129"/>
                    <a:pt x="45" y="128"/>
                    <a:pt x="45" y="129"/>
                  </a:cubicBezTo>
                  <a:cubicBezTo>
                    <a:pt x="46" y="129"/>
                    <a:pt x="45" y="129"/>
                    <a:pt x="45" y="129"/>
                  </a:cubicBezTo>
                  <a:cubicBezTo>
                    <a:pt x="45" y="130"/>
                    <a:pt x="45" y="130"/>
                    <a:pt x="45" y="130"/>
                  </a:cubicBezTo>
                  <a:cubicBezTo>
                    <a:pt x="46" y="131"/>
                    <a:pt x="47" y="132"/>
                    <a:pt x="48" y="132"/>
                  </a:cubicBezTo>
                  <a:cubicBezTo>
                    <a:pt x="50" y="132"/>
                    <a:pt x="52" y="129"/>
                    <a:pt x="50" y="127"/>
                  </a:cubicBezTo>
                  <a:cubicBezTo>
                    <a:pt x="51" y="128"/>
                    <a:pt x="51" y="127"/>
                    <a:pt x="51" y="127"/>
                  </a:cubicBezTo>
                  <a:cubicBezTo>
                    <a:pt x="51" y="127"/>
                    <a:pt x="51" y="126"/>
                    <a:pt x="51" y="126"/>
                  </a:cubicBezTo>
                  <a:cubicBezTo>
                    <a:pt x="51" y="126"/>
                    <a:pt x="51" y="125"/>
                    <a:pt x="51" y="125"/>
                  </a:cubicBezTo>
                  <a:cubicBezTo>
                    <a:pt x="50" y="124"/>
                    <a:pt x="51" y="124"/>
                    <a:pt x="51" y="123"/>
                  </a:cubicBezTo>
                  <a:cubicBezTo>
                    <a:pt x="51" y="123"/>
                    <a:pt x="50" y="122"/>
                    <a:pt x="50" y="122"/>
                  </a:cubicBezTo>
                  <a:cubicBezTo>
                    <a:pt x="50" y="122"/>
                    <a:pt x="50" y="122"/>
                    <a:pt x="50" y="122"/>
                  </a:cubicBezTo>
                  <a:cubicBezTo>
                    <a:pt x="50" y="122"/>
                    <a:pt x="50" y="122"/>
                    <a:pt x="50" y="121"/>
                  </a:cubicBezTo>
                  <a:cubicBezTo>
                    <a:pt x="51" y="122"/>
                    <a:pt x="51" y="123"/>
                    <a:pt x="52" y="124"/>
                  </a:cubicBezTo>
                  <a:cubicBezTo>
                    <a:pt x="53" y="124"/>
                    <a:pt x="53" y="125"/>
                    <a:pt x="53" y="126"/>
                  </a:cubicBezTo>
                  <a:cubicBezTo>
                    <a:pt x="53" y="125"/>
                    <a:pt x="54" y="125"/>
                    <a:pt x="54" y="125"/>
                  </a:cubicBezTo>
                  <a:cubicBezTo>
                    <a:pt x="54" y="125"/>
                    <a:pt x="54" y="125"/>
                    <a:pt x="54" y="125"/>
                  </a:cubicBezTo>
                  <a:cubicBezTo>
                    <a:pt x="53" y="125"/>
                    <a:pt x="54" y="126"/>
                    <a:pt x="54" y="126"/>
                  </a:cubicBezTo>
                  <a:cubicBezTo>
                    <a:pt x="54" y="126"/>
                    <a:pt x="54" y="127"/>
                    <a:pt x="54" y="127"/>
                  </a:cubicBezTo>
                  <a:cubicBezTo>
                    <a:pt x="54" y="127"/>
                    <a:pt x="54" y="127"/>
                    <a:pt x="54" y="128"/>
                  </a:cubicBezTo>
                  <a:cubicBezTo>
                    <a:pt x="54" y="128"/>
                    <a:pt x="54" y="128"/>
                    <a:pt x="54" y="128"/>
                  </a:cubicBezTo>
                  <a:cubicBezTo>
                    <a:pt x="54" y="128"/>
                    <a:pt x="54" y="128"/>
                    <a:pt x="55" y="128"/>
                  </a:cubicBezTo>
                  <a:cubicBezTo>
                    <a:pt x="54" y="129"/>
                    <a:pt x="55" y="130"/>
                    <a:pt x="56" y="130"/>
                  </a:cubicBezTo>
                  <a:cubicBezTo>
                    <a:pt x="56" y="130"/>
                    <a:pt x="56" y="132"/>
                    <a:pt x="56" y="132"/>
                  </a:cubicBezTo>
                  <a:cubicBezTo>
                    <a:pt x="57" y="131"/>
                    <a:pt x="58" y="132"/>
                    <a:pt x="58" y="132"/>
                  </a:cubicBezTo>
                  <a:cubicBezTo>
                    <a:pt x="58" y="132"/>
                    <a:pt x="59" y="132"/>
                    <a:pt x="59" y="131"/>
                  </a:cubicBezTo>
                  <a:cubicBezTo>
                    <a:pt x="59" y="131"/>
                    <a:pt x="59" y="131"/>
                    <a:pt x="60" y="131"/>
                  </a:cubicBezTo>
                  <a:cubicBezTo>
                    <a:pt x="59" y="131"/>
                    <a:pt x="59" y="133"/>
                    <a:pt x="59" y="134"/>
                  </a:cubicBezTo>
                  <a:cubicBezTo>
                    <a:pt x="59" y="134"/>
                    <a:pt x="59" y="136"/>
                    <a:pt x="59" y="136"/>
                  </a:cubicBezTo>
                  <a:cubicBezTo>
                    <a:pt x="58" y="137"/>
                    <a:pt x="60" y="138"/>
                    <a:pt x="61" y="139"/>
                  </a:cubicBezTo>
                  <a:cubicBezTo>
                    <a:pt x="61" y="140"/>
                    <a:pt x="61" y="140"/>
                    <a:pt x="61" y="141"/>
                  </a:cubicBezTo>
                  <a:cubicBezTo>
                    <a:pt x="61" y="142"/>
                    <a:pt x="61" y="142"/>
                    <a:pt x="61" y="143"/>
                  </a:cubicBezTo>
                  <a:cubicBezTo>
                    <a:pt x="61" y="144"/>
                    <a:pt x="62" y="144"/>
                    <a:pt x="61" y="144"/>
                  </a:cubicBezTo>
                  <a:cubicBezTo>
                    <a:pt x="61" y="145"/>
                    <a:pt x="61" y="145"/>
                    <a:pt x="62" y="146"/>
                  </a:cubicBezTo>
                  <a:cubicBezTo>
                    <a:pt x="62" y="146"/>
                    <a:pt x="62" y="146"/>
                    <a:pt x="62" y="146"/>
                  </a:cubicBezTo>
                  <a:cubicBezTo>
                    <a:pt x="62" y="146"/>
                    <a:pt x="62" y="147"/>
                    <a:pt x="62" y="147"/>
                  </a:cubicBezTo>
                  <a:cubicBezTo>
                    <a:pt x="62" y="148"/>
                    <a:pt x="62" y="149"/>
                    <a:pt x="63" y="150"/>
                  </a:cubicBezTo>
                  <a:cubicBezTo>
                    <a:pt x="63" y="151"/>
                    <a:pt x="63" y="152"/>
                    <a:pt x="63" y="152"/>
                  </a:cubicBezTo>
                  <a:cubicBezTo>
                    <a:pt x="64" y="151"/>
                    <a:pt x="63" y="151"/>
                    <a:pt x="63" y="151"/>
                  </a:cubicBezTo>
                  <a:cubicBezTo>
                    <a:pt x="64" y="151"/>
                    <a:pt x="64" y="151"/>
                    <a:pt x="64" y="151"/>
                  </a:cubicBezTo>
                  <a:cubicBezTo>
                    <a:pt x="64" y="151"/>
                    <a:pt x="64" y="151"/>
                    <a:pt x="64" y="151"/>
                  </a:cubicBezTo>
                  <a:cubicBezTo>
                    <a:pt x="64" y="151"/>
                    <a:pt x="65" y="152"/>
                    <a:pt x="65" y="152"/>
                  </a:cubicBezTo>
                  <a:cubicBezTo>
                    <a:pt x="64" y="152"/>
                    <a:pt x="64" y="152"/>
                    <a:pt x="64" y="152"/>
                  </a:cubicBezTo>
                  <a:cubicBezTo>
                    <a:pt x="63" y="152"/>
                    <a:pt x="64" y="152"/>
                    <a:pt x="64" y="152"/>
                  </a:cubicBezTo>
                  <a:cubicBezTo>
                    <a:pt x="64" y="153"/>
                    <a:pt x="64" y="155"/>
                    <a:pt x="65" y="154"/>
                  </a:cubicBezTo>
                  <a:cubicBezTo>
                    <a:pt x="65" y="155"/>
                    <a:pt x="65" y="156"/>
                    <a:pt x="66" y="157"/>
                  </a:cubicBezTo>
                  <a:cubicBezTo>
                    <a:pt x="66" y="158"/>
                    <a:pt x="66" y="158"/>
                    <a:pt x="66" y="159"/>
                  </a:cubicBezTo>
                  <a:cubicBezTo>
                    <a:pt x="66" y="160"/>
                    <a:pt x="66" y="160"/>
                    <a:pt x="67" y="161"/>
                  </a:cubicBezTo>
                  <a:cubicBezTo>
                    <a:pt x="67" y="162"/>
                    <a:pt x="66" y="162"/>
                    <a:pt x="67" y="163"/>
                  </a:cubicBezTo>
                  <a:cubicBezTo>
                    <a:pt x="67" y="163"/>
                    <a:pt x="67" y="163"/>
                    <a:pt x="67" y="163"/>
                  </a:cubicBezTo>
                  <a:cubicBezTo>
                    <a:pt x="67" y="164"/>
                    <a:pt x="67" y="164"/>
                    <a:pt x="67" y="164"/>
                  </a:cubicBezTo>
                  <a:cubicBezTo>
                    <a:pt x="68" y="165"/>
                    <a:pt x="67" y="164"/>
                    <a:pt x="67" y="163"/>
                  </a:cubicBezTo>
                  <a:cubicBezTo>
                    <a:pt x="68" y="163"/>
                    <a:pt x="67" y="162"/>
                    <a:pt x="67" y="162"/>
                  </a:cubicBezTo>
                  <a:cubicBezTo>
                    <a:pt x="67" y="162"/>
                    <a:pt x="67" y="161"/>
                    <a:pt x="67" y="161"/>
                  </a:cubicBezTo>
                  <a:cubicBezTo>
                    <a:pt x="67" y="160"/>
                    <a:pt x="67" y="160"/>
                    <a:pt x="67" y="160"/>
                  </a:cubicBezTo>
                  <a:cubicBezTo>
                    <a:pt x="67" y="159"/>
                    <a:pt x="67" y="159"/>
                    <a:pt x="67" y="159"/>
                  </a:cubicBezTo>
                  <a:cubicBezTo>
                    <a:pt x="68" y="159"/>
                    <a:pt x="68" y="161"/>
                    <a:pt x="68" y="162"/>
                  </a:cubicBezTo>
                  <a:cubicBezTo>
                    <a:pt x="68" y="162"/>
                    <a:pt x="68" y="162"/>
                    <a:pt x="68" y="163"/>
                  </a:cubicBezTo>
                  <a:cubicBezTo>
                    <a:pt x="68" y="163"/>
                    <a:pt x="68" y="163"/>
                    <a:pt x="69" y="163"/>
                  </a:cubicBezTo>
                  <a:cubicBezTo>
                    <a:pt x="69" y="163"/>
                    <a:pt x="69" y="164"/>
                    <a:pt x="69" y="164"/>
                  </a:cubicBezTo>
                  <a:cubicBezTo>
                    <a:pt x="70" y="165"/>
                    <a:pt x="70" y="165"/>
                    <a:pt x="70" y="165"/>
                  </a:cubicBezTo>
                  <a:cubicBezTo>
                    <a:pt x="70" y="166"/>
                    <a:pt x="70" y="167"/>
                    <a:pt x="70" y="166"/>
                  </a:cubicBezTo>
                  <a:cubicBezTo>
                    <a:pt x="70" y="166"/>
                    <a:pt x="70" y="167"/>
                    <a:pt x="71" y="167"/>
                  </a:cubicBezTo>
                  <a:cubicBezTo>
                    <a:pt x="71" y="168"/>
                    <a:pt x="72" y="168"/>
                    <a:pt x="72" y="169"/>
                  </a:cubicBezTo>
                  <a:cubicBezTo>
                    <a:pt x="72" y="170"/>
                    <a:pt x="72" y="170"/>
                    <a:pt x="72" y="171"/>
                  </a:cubicBezTo>
                  <a:cubicBezTo>
                    <a:pt x="72" y="171"/>
                    <a:pt x="72" y="171"/>
                    <a:pt x="72" y="171"/>
                  </a:cubicBezTo>
                  <a:cubicBezTo>
                    <a:pt x="73" y="172"/>
                    <a:pt x="73" y="173"/>
                    <a:pt x="72" y="173"/>
                  </a:cubicBezTo>
                  <a:cubicBezTo>
                    <a:pt x="72" y="173"/>
                    <a:pt x="73" y="173"/>
                    <a:pt x="73" y="173"/>
                  </a:cubicBezTo>
                  <a:cubicBezTo>
                    <a:pt x="73" y="173"/>
                    <a:pt x="73" y="173"/>
                    <a:pt x="73" y="173"/>
                  </a:cubicBezTo>
                  <a:cubicBezTo>
                    <a:pt x="73" y="174"/>
                    <a:pt x="73" y="173"/>
                    <a:pt x="73" y="174"/>
                  </a:cubicBezTo>
                  <a:cubicBezTo>
                    <a:pt x="73" y="174"/>
                    <a:pt x="73" y="174"/>
                    <a:pt x="73" y="174"/>
                  </a:cubicBezTo>
                  <a:cubicBezTo>
                    <a:pt x="73" y="175"/>
                    <a:pt x="73" y="175"/>
                    <a:pt x="73" y="175"/>
                  </a:cubicBezTo>
                  <a:cubicBezTo>
                    <a:pt x="73" y="176"/>
                    <a:pt x="74" y="176"/>
                    <a:pt x="74" y="176"/>
                  </a:cubicBezTo>
                  <a:cubicBezTo>
                    <a:pt x="74" y="176"/>
                    <a:pt x="72" y="176"/>
                    <a:pt x="73" y="177"/>
                  </a:cubicBezTo>
                  <a:cubicBezTo>
                    <a:pt x="73" y="177"/>
                    <a:pt x="74" y="178"/>
                    <a:pt x="73" y="178"/>
                  </a:cubicBezTo>
                  <a:cubicBezTo>
                    <a:pt x="73" y="178"/>
                    <a:pt x="72" y="178"/>
                    <a:pt x="72" y="178"/>
                  </a:cubicBezTo>
                  <a:cubicBezTo>
                    <a:pt x="72" y="179"/>
                    <a:pt x="72" y="179"/>
                    <a:pt x="73" y="179"/>
                  </a:cubicBezTo>
                  <a:cubicBezTo>
                    <a:pt x="73" y="179"/>
                    <a:pt x="73" y="179"/>
                    <a:pt x="74" y="179"/>
                  </a:cubicBezTo>
                  <a:cubicBezTo>
                    <a:pt x="74" y="179"/>
                    <a:pt x="74" y="179"/>
                    <a:pt x="74" y="180"/>
                  </a:cubicBezTo>
                  <a:cubicBezTo>
                    <a:pt x="73" y="180"/>
                    <a:pt x="74" y="181"/>
                    <a:pt x="74" y="181"/>
                  </a:cubicBezTo>
                  <a:cubicBezTo>
                    <a:pt x="74" y="182"/>
                    <a:pt x="74" y="182"/>
                    <a:pt x="73" y="182"/>
                  </a:cubicBezTo>
                  <a:cubicBezTo>
                    <a:pt x="73" y="182"/>
                    <a:pt x="74" y="182"/>
                    <a:pt x="74" y="182"/>
                  </a:cubicBezTo>
                  <a:cubicBezTo>
                    <a:pt x="73" y="182"/>
                    <a:pt x="73" y="182"/>
                    <a:pt x="72" y="181"/>
                  </a:cubicBezTo>
                  <a:cubicBezTo>
                    <a:pt x="72" y="181"/>
                    <a:pt x="72" y="180"/>
                    <a:pt x="71" y="180"/>
                  </a:cubicBezTo>
                  <a:cubicBezTo>
                    <a:pt x="71" y="181"/>
                    <a:pt x="71" y="181"/>
                    <a:pt x="72" y="181"/>
                  </a:cubicBezTo>
                  <a:cubicBezTo>
                    <a:pt x="72" y="182"/>
                    <a:pt x="72" y="182"/>
                    <a:pt x="72" y="183"/>
                  </a:cubicBezTo>
                  <a:cubicBezTo>
                    <a:pt x="72" y="183"/>
                    <a:pt x="73" y="182"/>
                    <a:pt x="73" y="182"/>
                  </a:cubicBezTo>
                  <a:cubicBezTo>
                    <a:pt x="73" y="182"/>
                    <a:pt x="73" y="182"/>
                    <a:pt x="73" y="183"/>
                  </a:cubicBezTo>
                  <a:cubicBezTo>
                    <a:pt x="73" y="183"/>
                    <a:pt x="74" y="183"/>
                    <a:pt x="74" y="183"/>
                  </a:cubicBezTo>
                  <a:cubicBezTo>
                    <a:pt x="74" y="183"/>
                    <a:pt x="74" y="183"/>
                    <a:pt x="73" y="183"/>
                  </a:cubicBezTo>
                  <a:cubicBezTo>
                    <a:pt x="73" y="183"/>
                    <a:pt x="73" y="184"/>
                    <a:pt x="73" y="184"/>
                  </a:cubicBezTo>
                  <a:cubicBezTo>
                    <a:pt x="73" y="184"/>
                    <a:pt x="73" y="184"/>
                    <a:pt x="73" y="184"/>
                  </a:cubicBezTo>
                  <a:cubicBezTo>
                    <a:pt x="74" y="186"/>
                    <a:pt x="75" y="184"/>
                    <a:pt x="75" y="183"/>
                  </a:cubicBezTo>
                  <a:cubicBezTo>
                    <a:pt x="75" y="184"/>
                    <a:pt x="75" y="184"/>
                    <a:pt x="75" y="184"/>
                  </a:cubicBezTo>
                  <a:cubicBezTo>
                    <a:pt x="75" y="185"/>
                    <a:pt x="76" y="184"/>
                    <a:pt x="76" y="185"/>
                  </a:cubicBezTo>
                  <a:cubicBezTo>
                    <a:pt x="76" y="185"/>
                    <a:pt x="76" y="184"/>
                    <a:pt x="75" y="185"/>
                  </a:cubicBezTo>
                  <a:cubicBezTo>
                    <a:pt x="75" y="185"/>
                    <a:pt x="75" y="185"/>
                    <a:pt x="75" y="185"/>
                  </a:cubicBezTo>
                  <a:cubicBezTo>
                    <a:pt x="75" y="185"/>
                    <a:pt x="75" y="187"/>
                    <a:pt x="75" y="187"/>
                  </a:cubicBezTo>
                  <a:cubicBezTo>
                    <a:pt x="75" y="187"/>
                    <a:pt x="75" y="187"/>
                    <a:pt x="75" y="187"/>
                  </a:cubicBezTo>
                  <a:cubicBezTo>
                    <a:pt x="75" y="187"/>
                    <a:pt x="74" y="188"/>
                    <a:pt x="74" y="188"/>
                  </a:cubicBezTo>
                  <a:cubicBezTo>
                    <a:pt x="74" y="188"/>
                    <a:pt x="75" y="188"/>
                    <a:pt x="75" y="188"/>
                  </a:cubicBezTo>
                  <a:cubicBezTo>
                    <a:pt x="75" y="189"/>
                    <a:pt x="75" y="189"/>
                    <a:pt x="75" y="190"/>
                  </a:cubicBezTo>
                  <a:cubicBezTo>
                    <a:pt x="75" y="190"/>
                    <a:pt x="74" y="191"/>
                    <a:pt x="74" y="191"/>
                  </a:cubicBezTo>
                  <a:cubicBezTo>
                    <a:pt x="74" y="191"/>
                    <a:pt x="75" y="191"/>
                    <a:pt x="75" y="192"/>
                  </a:cubicBezTo>
                  <a:cubicBezTo>
                    <a:pt x="75" y="192"/>
                    <a:pt x="75" y="192"/>
                    <a:pt x="75" y="192"/>
                  </a:cubicBezTo>
                  <a:cubicBezTo>
                    <a:pt x="75" y="193"/>
                    <a:pt x="75" y="193"/>
                    <a:pt x="74" y="194"/>
                  </a:cubicBezTo>
                  <a:cubicBezTo>
                    <a:pt x="74" y="194"/>
                    <a:pt x="74" y="194"/>
                    <a:pt x="74" y="194"/>
                  </a:cubicBezTo>
                  <a:cubicBezTo>
                    <a:pt x="74" y="194"/>
                    <a:pt x="74" y="195"/>
                    <a:pt x="74" y="195"/>
                  </a:cubicBezTo>
                  <a:cubicBezTo>
                    <a:pt x="74" y="195"/>
                    <a:pt x="73" y="195"/>
                    <a:pt x="73" y="195"/>
                  </a:cubicBezTo>
                  <a:cubicBezTo>
                    <a:pt x="73" y="195"/>
                    <a:pt x="73" y="196"/>
                    <a:pt x="73" y="196"/>
                  </a:cubicBezTo>
                  <a:cubicBezTo>
                    <a:pt x="73" y="196"/>
                    <a:pt x="73" y="195"/>
                    <a:pt x="73" y="195"/>
                  </a:cubicBezTo>
                  <a:cubicBezTo>
                    <a:pt x="73" y="196"/>
                    <a:pt x="73" y="196"/>
                    <a:pt x="73" y="196"/>
                  </a:cubicBezTo>
                  <a:cubicBezTo>
                    <a:pt x="73" y="197"/>
                    <a:pt x="74" y="198"/>
                    <a:pt x="74" y="199"/>
                  </a:cubicBezTo>
                  <a:cubicBezTo>
                    <a:pt x="74" y="200"/>
                    <a:pt x="73" y="201"/>
                    <a:pt x="73" y="202"/>
                  </a:cubicBezTo>
                  <a:cubicBezTo>
                    <a:pt x="74" y="202"/>
                    <a:pt x="74" y="203"/>
                    <a:pt x="74" y="203"/>
                  </a:cubicBezTo>
                  <a:cubicBezTo>
                    <a:pt x="74" y="204"/>
                    <a:pt x="76" y="199"/>
                    <a:pt x="76" y="199"/>
                  </a:cubicBezTo>
                  <a:cubicBezTo>
                    <a:pt x="76" y="198"/>
                    <a:pt x="76" y="198"/>
                    <a:pt x="76" y="197"/>
                  </a:cubicBezTo>
                  <a:cubicBezTo>
                    <a:pt x="76" y="197"/>
                    <a:pt x="76" y="197"/>
                    <a:pt x="76" y="196"/>
                  </a:cubicBezTo>
                  <a:cubicBezTo>
                    <a:pt x="76" y="196"/>
                    <a:pt x="76" y="195"/>
                    <a:pt x="76" y="195"/>
                  </a:cubicBezTo>
                  <a:cubicBezTo>
                    <a:pt x="77" y="195"/>
                    <a:pt x="77" y="195"/>
                    <a:pt x="77" y="195"/>
                  </a:cubicBezTo>
                  <a:cubicBezTo>
                    <a:pt x="77" y="194"/>
                    <a:pt x="78" y="195"/>
                    <a:pt x="78" y="193"/>
                  </a:cubicBezTo>
                  <a:cubicBezTo>
                    <a:pt x="78" y="193"/>
                    <a:pt x="78" y="193"/>
                    <a:pt x="79" y="193"/>
                  </a:cubicBezTo>
                  <a:cubicBezTo>
                    <a:pt x="79" y="192"/>
                    <a:pt x="79" y="192"/>
                    <a:pt x="80" y="191"/>
                  </a:cubicBezTo>
                  <a:cubicBezTo>
                    <a:pt x="80" y="190"/>
                    <a:pt x="81" y="190"/>
                    <a:pt x="81" y="189"/>
                  </a:cubicBezTo>
                  <a:cubicBezTo>
                    <a:pt x="81" y="188"/>
                    <a:pt x="81" y="188"/>
                    <a:pt x="81" y="188"/>
                  </a:cubicBezTo>
                  <a:cubicBezTo>
                    <a:pt x="81" y="188"/>
                    <a:pt x="81" y="187"/>
                    <a:pt x="81" y="187"/>
                  </a:cubicBezTo>
                  <a:cubicBezTo>
                    <a:pt x="82" y="187"/>
                    <a:pt x="82" y="187"/>
                    <a:pt x="82" y="187"/>
                  </a:cubicBezTo>
                  <a:cubicBezTo>
                    <a:pt x="82" y="186"/>
                    <a:pt x="82" y="186"/>
                    <a:pt x="82" y="186"/>
                  </a:cubicBezTo>
                  <a:cubicBezTo>
                    <a:pt x="82" y="185"/>
                    <a:pt x="83" y="186"/>
                    <a:pt x="83" y="185"/>
                  </a:cubicBezTo>
                  <a:cubicBezTo>
                    <a:pt x="83" y="185"/>
                    <a:pt x="84" y="184"/>
                    <a:pt x="83" y="183"/>
                  </a:cubicBezTo>
                  <a:cubicBezTo>
                    <a:pt x="83" y="183"/>
                    <a:pt x="83" y="183"/>
                    <a:pt x="83" y="182"/>
                  </a:cubicBezTo>
                  <a:cubicBezTo>
                    <a:pt x="83" y="182"/>
                    <a:pt x="83" y="182"/>
                    <a:pt x="83" y="181"/>
                  </a:cubicBezTo>
                  <a:cubicBezTo>
                    <a:pt x="82" y="181"/>
                    <a:pt x="82" y="181"/>
                    <a:pt x="82" y="181"/>
                  </a:cubicBezTo>
                  <a:cubicBezTo>
                    <a:pt x="82" y="180"/>
                    <a:pt x="82" y="180"/>
                    <a:pt x="82" y="180"/>
                  </a:cubicBezTo>
                  <a:cubicBezTo>
                    <a:pt x="82" y="180"/>
                    <a:pt x="82" y="180"/>
                    <a:pt x="81" y="180"/>
                  </a:cubicBezTo>
                  <a:cubicBezTo>
                    <a:pt x="81" y="180"/>
                    <a:pt x="81" y="179"/>
                    <a:pt x="81" y="179"/>
                  </a:cubicBezTo>
                  <a:cubicBezTo>
                    <a:pt x="81" y="178"/>
                    <a:pt x="81" y="178"/>
                    <a:pt x="81" y="177"/>
                  </a:cubicBezTo>
                  <a:cubicBezTo>
                    <a:pt x="81" y="177"/>
                    <a:pt x="81" y="177"/>
                    <a:pt x="81" y="176"/>
                  </a:cubicBezTo>
                  <a:cubicBezTo>
                    <a:pt x="80" y="176"/>
                    <a:pt x="81" y="175"/>
                    <a:pt x="80" y="175"/>
                  </a:cubicBezTo>
                  <a:cubicBezTo>
                    <a:pt x="79" y="174"/>
                    <a:pt x="79" y="174"/>
                    <a:pt x="79" y="173"/>
                  </a:cubicBezTo>
                  <a:cubicBezTo>
                    <a:pt x="78" y="173"/>
                    <a:pt x="78" y="172"/>
                    <a:pt x="78" y="172"/>
                  </a:cubicBezTo>
                  <a:cubicBezTo>
                    <a:pt x="78" y="171"/>
                    <a:pt x="78" y="171"/>
                    <a:pt x="77" y="170"/>
                  </a:cubicBezTo>
                  <a:cubicBezTo>
                    <a:pt x="77" y="170"/>
                    <a:pt x="77" y="168"/>
                    <a:pt x="77" y="168"/>
                  </a:cubicBezTo>
                  <a:cubicBezTo>
                    <a:pt x="77" y="168"/>
                    <a:pt x="78" y="168"/>
                    <a:pt x="78" y="168"/>
                  </a:cubicBezTo>
                  <a:cubicBezTo>
                    <a:pt x="78" y="168"/>
                    <a:pt x="78" y="167"/>
                    <a:pt x="78" y="167"/>
                  </a:cubicBezTo>
                  <a:cubicBezTo>
                    <a:pt x="77" y="166"/>
                    <a:pt x="78" y="166"/>
                    <a:pt x="77" y="165"/>
                  </a:cubicBezTo>
                  <a:cubicBezTo>
                    <a:pt x="77" y="164"/>
                    <a:pt x="77" y="164"/>
                    <a:pt x="77" y="163"/>
                  </a:cubicBezTo>
                  <a:cubicBezTo>
                    <a:pt x="77" y="162"/>
                    <a:pt x="76" y="162"/>
                    <a:pt x="76" y="161"/>
                  </a:cubicBezTo>
                  <a:cubicBezTo>
                    <a:pt x="76" y="160"/>
                    <a:pt x="75" y="160"/>
                    <a:pt x="75" y="160"/>
                  </a:cubicBezTo>
                  <a:cubicBezTo>
                    <a:pt x="75" y="159"/>
                    <a:pt x="75" y="159"/>
                    <a:pt x="74" y="158"/>
                  </a:cubicBezTo>
                  <a:cubicBezTo>
                    <a:pt x="74" y="158"/>
                    <a:pt x="73" y="157"/>
                    <a:pt x="72" y="157"/>
                  </a:cubicBezTo>
                  <a:cubicBezTo>
                    <a:pt x="72" y="156"/>
                    <a:pt x="72" y="157"/>
                    <a:pt x="72" y="156"/>
                  </a:cubicBezTo>
                  <a:cubicBezTo>
                    <a:pt x="71" y="156"/>
                    <a:pt x="70" y="155"/>
                    <a:pt x="70" y="155"/>
                  </a:cubicBezTo>
                  <a:cubicBezTo>
                    <a:pt x="70" y="154"/>
                    <a:pt x="69" y="154"/>
                    <a:pt x="69" y="153"/>
                  </a:cubicBezTo>
                  <a:cubicBezTo>
                    <a:pt x="69" y="152"/>
                    <a:pt x="68" y="152"/>
                    <a:pt x="68" y="151"/>
                  </a:cubicBezTo>
                  <a:cubicBezTo>
                    <a:pt x="67" y="151"/>
                    <a:pt x="67" y="150"/>
                    <a:pt x="67" y="149"/>
                  </a:cubicBezTo>
                  <a:cubicBezTo>
                    <a:pt x="67" y="149"/>
                    <a:pt x="66" y="149"/>
                    <a:pt x="66" y="148"/>
                  </a:cubicBezTo>
                  <a:cubicBezTo>
                    <a:pt x="66" y="148"/>
                    <a:pt x="66" y="148"/>
                    <a:pt x="66" y="148"/>
                  </a:cubicBezTo>
                  <a:cubicBezTo>
                    <a:pt x="66" y="147"/>
                    <a:pt x="66" y="146"/>
                    <a:pt x="66" y="146"/>
                  </a:cubicBezTo>
                  <a:cubicBezTo>
                    <a:pt x="67" y="146"/>
                    <a:pt x="67" y="145"/>
                    <a:pt x="67" y="145"/>
                  </a:cubicBezTo>
                  <a:cubicBezTo>
                    <a:pt x="67" y="145"/>
                    <a:pt x="68" y="145"/>
                    <a:pt x="68" y="145"/>
                  </a:cubicBezTo>
                  <a:cubicBezTo>
                    <a:pt x="68" y="145"/>
                    <a:pt x="68" y="144"/>
                    <a:pt x="69" y="144"/>
                  </a:cubicBezTo>
                  <a:cubicBezTo>
                    <a:pt x="69" y="144"/>
                    <a:pt x="69" y="145"/>
                    <a:pt x="69" y="144"/>
                  </a:cubicBezTo>
                  <a:cubicBezTo>
                    <a:pt x="69" y="144"/>
                    <a:pt x="69" y="143"/>
                    <a:pt x="69" y="143"/>
                  </a:cubicBezTo>
                  <a:cubicBezTo>
                    <a:pt x="69" y="141"/>
                    <a:pt x="69" y="140"/>
                    <a:pt x="69" y="139"/>
                  </a:cubicBezTo>
                  <a:cubicBezTo>
                    <a:pt x="69" y="138"/>
                    <a:pt x="69" y="138"/>
                    <a:pt x="69" y="137"/>
                  </a:cubicBezTo>
                  <a:cubicBezTo>
                    <a:pt x="69" y="137"/>
                    <a:pt x="68" y="137"/>
                    <a:pt x="69" y="137"/>
                  </a:cubicBezTo>
                  <a:cubicBezTo>
                    <a:pt x="70" y="137"/>
                    <a:pt x="69" y="136"/>
                    <a:pt x="70" y="136"/>
                  </a:cubicBezTo>
                  <a:cubicBezTo>
                    <a:pt x="70" y="136"/>
                    <a:pt x="70" y="136"/>
                    <a:pt x="71" y="136"/>
                  </a:cubicBezTo>
                  <a:cubicBezTo>
                    <a:pt x="71" y="136"/>
                    <a:pt x="71" y="135"/>
                    <a:pt x="71" y="134"/>
                  </a:cubicBezTo>
                  <a:cubicBezTo>
                    <a:pt x="71" y="134"/>
                    <a:pt x="72" y="133"/>
                    <a:pt x="71" y="133"/>
                  </a:cubicBezTo>
                  <a:cubicBezTo>
                    <a:pt x="71" y="133"/>
                    <a:pt x="71" y="133"/>
                    <a:pt x="71" y="132"/>
                  </a:cubicBezTo>
                  <a:cubicBezTo>
                    <a:pt x="70" y="133"/>
                    <a:pt x="70" y="134"/>
                    <a:pt x="70" y="134"/>
                  </a:cubicBezTo>
                  <a:cubicBezTo>
                    <a:pt x="69" y="135"/>
                    <a:pt x="69" y="133"/>
                    <a:pt x="69" y="133"/>
                  </a:cubicBezTo>
                  <a:cubicBezTo>
                    <a:pt x="69" y="132"/>
                    <a:pt x="68" y="131"/>
                    <a:pt x="68" y="131"/>
                  </a:cubicBezTo>
                  <a:cubicBezTo>
                    <a:pt x="67" y="130"/>
                    <a:pt x="67" y="130"/>
                    <a:pt x="67" y="129"/>
                  </a:cubicBezTo>
                  <a:cubicBezTo>
                    <a:pt x="67" y="129"/>
                    <a:pt x="67" y="129"/>
                    <a:pt x="67" y="128"/>
                  </a:cubicBezTo>
                  <a:cubicBezTo>
                    <a:pt x="67" y="128"/>
                    <a:pt x="67" y="128"/>
                    <a:pt x="67" y="128"/>
                  </a:cubicBezTo>
                  <a:cubicBezTo>
                    <a:pt x="67" y="128"/>
                    <a:pt x="67" y="128"/>
                    <a:pt x="67" y="128"/>
                  </a:cubicBezTo>
                  <a:cubicBezTo>
                    <a:pt x="67" y="127"/>
                    <a:pt x="66" y="126"/>
                    <a:pt x="65" y="126"/>
                  </a:cubicBezTo>
                  <a:cubicBezTo>
                    <a:pt x="65" y="126"/>
                    <a:pt x="65" y="125"/>
                    <a:pt x="64" y="124"/>
                  </a:cubicBezTo>
                  <a:cubicBezTo>
                    <a:pt x="64" y="124"/>
                    <a:pt x="63" y="124"/>
                    <a:pt x="63" y="124"/>
                  </a:cubicBezTo>
                  <a:cubicBezTo>
                    <a:pt x="63" y="123"/>
                    <a:pt x="63" y="123"/>
                    <a:pt x="62" y="123"/>
                  </a:cubicBezTo>
                  <a:cubicBezTo>
                    <a:pt x="61" y="121"/>
                    <a:pt x="59" y="120"/>
                    <a:pt x="58" y="118"/>
                  </a:cubicBezTo>
                  <a:cubicBezTo>
                    <a:pt x="58" y="117"/>
                    <a:pt x="57" y="117"/>
                    <a:pt x="58" y="116"/>
                  </a:cubicBezTo>
                  <a:cubicBezTo>
                    <a:pt x="58" y="116"/>
                    <a:pt x="57" y="115"/>
                    <a:pt x="57" y="114"/>
                  </a:cubicBezTo>
                  <a:cubicBezTo>
                    <a:pt x="57" y="114"/>
                    <a:pt x="57" y="113"/>
                    <a:pt x="56" y="113"/>
                  </a:cubicBezTo>
                  <a:cubicBezTo>
                    <a:pt x="56" y="113"/>
                    <a:pt x="57" y="112"/>
                    <a:pt x="56" y="112"/>
                  </a:cubicBezTo>
                  <a:cubicBezTo>
                    <a:pt x="56" y="111"/>
                    <a:pt x="56" y="112"/>
                    <a:pt x="55" y="112"/>
                  </a:cubicBezTo>
                  <a:cubicBezTo>
                    <a:pt x="55" y="113"/>
                    <a:pt x="54" y="111"/>
                    <a:pt x="54" y="111"/>
                  </a:cubicBezTo>
                  <a:cubicBezTo>
                    <a:pt x="54" y="110"/>
                    <a:pt x="53" y="110"/>
                    <a:pt x="53" y="109"/>
                  </a:cubicBezTo>
                  <a:cubicBezTo>
                    <a:pt x="54" y="110"/>
                    <a:pt x="55" y="110"/>
                    <a:pt x="56" y="110"/>
                  </a:cubicBezTo>
                  <a:cubicBezTo>
                    <a:pt x="56" y="109"/>
                    <a:pt x="58" y="109"/>
                    <a:pt x="57" y="108"/>
                  </a:cubicBezTo>
                  <a:cubicBezTo>
                    <a:pt x="57" y="108"/>
                    <a:pt x="57" y="107"/>
                    <a:pt x="57" y="106"/>
                  </a:cubicBezTo>
                  <a:cubicBezTo>
                    <a:pt x="57" y="106"/>
                    <a:pt x="56" y="106"/>
                    <a:pt x="56" y="105"/>
                  </a:cubicBezTo>
                  <a:cubicBezTo>
                    <a:pt x="56" y="105"/>
                    <a:pt x="57" y="104"/>
                    <a:pt x="57" y="103"/>
                  </a:cubicBezTo>
                  <a:cubicBezTo>
                    <a:pt x="57" y="103"/>
                    <a:pt x="57" y="103"/>
                    <a:pt x="57" y="102"/>
                  </a:cubicBezTo>
                  <a:cubicBezTo>
                    <a:pt x="57" y="102"/>
                    <a:pt x="56" y="102"/>
                    <a:pt x="57" y="101"/>
                  </a:cubicBezTo>
                  <a:cubicBezTo>
                    <a:pt x="57" y="101"/>
                    <a:pt x="57" y="100"/>
                    <a:pt x="57" y="100"/>
                  </a:cubicBezTo>
                  <a:cubicBezTo>
                    <a:pt x="56" y="100"/>
                    <a:pt x="57" y="100"/>
                    <a:pt x="57" y="99"/>
                  </a:cubicBezTo>
                  <a:cubicBezTo>
                    <a:pt x="57" y="99"/>
                    <a:pt x="57" y="98"/>
                    <a:pt x="57" y="98"/>
                  </a:cubicBezTo>
                  <a:cubicBezTo>
                    <a:pt x="58" y="98"/>
                    <a:pt x="58" y="98"/>
                    <a:pt x="58" y="97"/>
                  </a:cubicBezTo>
                  <a:cubicBezTo>
                    <a:pt x="58" y="97"/>
                    <a:pt x="58" y="95"/>
                    <a:pt x="59" y="96"/>
                  </a:cubicBezTo>
                  <a:cubicBezTo>
                    <a:pt x="59" y="96"/>
                    <a:pt x="60" y="96"/>
                    <a:pt x="60" y="96"/>
                  </a:cubicBezTo>
                  <a:cubicBezTo>
                    <a:pt x="60" y="97"/>
                    <a:pt x="60" y="97"/>
                    <a:pt x="61" y="97"/>
                  </a:cubicBezTo>
                  <a:cubicBezTo>
                    <a:pt x="62" y="97"/>
                    <a:pt x="62" y="96"/>
                    <a:pt x="63" y="97"/>
                  </a:cubicBezTo>
                  <a:cubicBezTo>
                    <a:pt x="64" y="97"/>
                    <a:pt x="64" y="97"/>
                    <a:pt x="64" y="96"/>
                  </a:cubicBezTo>
                  <a:cubicBezTo>
                    <a:pt x="65" y="96"/>
                    <a:pt x="65" y="96"/>
                    <a:pt x="65" y="96"/>
                  </a:cubicBezTo>
                  <a:cubicBezTo>
                    <a:pt x="66" y="95"/>
                    <a:pt x="67" y="97"/>
                    <a:pt x="67" y="96"/>
                  </a:cubicBezTo>
                  <a:cubicBezTo>
                    <a:pt x="68" y="95"/>
                    <a:pt x="67" y="94"/>
                    <a:pt x="68" y="93"/>
                  </a:cubicBezTo>
                  <a:cubicBezTo>
                    <a:pt x="68" y="92"/>
                    <a:pt x="69" y="92"/>
                    <a:pt x="70" y="93"/>
                  </a:cubicBezTo>
                  <a:cubicBezTo>
                    <a:pt x="70" y="93"/>
                    <a:pt x="72" y="92"/>
                    <a:pt x="72" y="92"/>
                  </a:cubicBezTo>
                  <a:cubicBezTo>
                    <a:pt x="72" y="91"/>
                    <a:pt x="71" y="90"/>
                    <a:pt x="71" y="89"/>
                  </a:cubicBezTo>
                  <a:cubicBezTo>
                    <a:pt x="71" y="89"/>
                    <a:pt x="72" y="90"/>
                    <a:pt x="72" y="90"/>
                  </a:cubicBezTo>
                  <a:cubicBezTo>
                    <a:pt x="72" y="90"/>
                    <a:pt x="73" y="90"/>
                    <a:pt x="73" y="90"/>
                  </a:cubicBezTo>
                  <a:cubicBezTo>
                    <a:pt x="74" y="90"/>
                    <a:pt x="74" y="90"/>
                    <a:pt x="75" y="89"/>
                  </a:cubicBezTo>
                  <a:cubicBezTo>
                    <a:pt x="75" y="89"/>
                    <a:pt x="75" y="88"/>
                    <a:pt x="76" y="89"/>
                  </a:cubicBezTo>
                  <a:cubicBezTo>
                    <a:pt x="76" y="89"/>
                    <a:pt x="77" y="90"/>
                    <a:pt x="77" y="90"/>
                  </a:cubicBezTo>
                  <a:cubicBezTo>
                    <a:pt x="78" y="90"/>
                    <a:pt x="77" y="84"/>
                    <a:pt x="79" y="84"/>
                  </a:cubicBezTo>
                  <a:cubicBezTo>
                    <a:pt x="80" y="85"/>
                    <a:pt x="81" y="85"/>
                    <a:pt x="81" y="84"/>
                  </a:cubicBezTo>
                  <a:cubicBezTo>
                    <a:pt x="82" y="84"/>
                    <a:pt x="81" y="84"/>
                    <a:pt x="81" y="84"/>
                  </a:cubicBezTo>
                  <a:cubicBezTo>
                    <a:pt x="81" y="84"/>
                    <a:pt x="80" y="84"/>
                    <a:pt x="80" y="83"/>
                  </a:cubicBezTo>
                  <a:cubicBezTo>
                    <a:pt x="80" y="83"/>
                    <a:pt x="80" y="82"/>
                    <a:pt x="81" y="82"/>
                  </a:cubicBezTo>
                  <a:cubicBezTo>
                    <a:pt x="81" y="82"/>
                    <a:pt x="81" y="81"/>
                    <a:pt x="81" y="80"/>
                  </a:cubicBezTo>
                  <a:cubicBezTo>
                    <a:pt x="82" y="80"/>
                    <a:pt x="81" y="79"/>
                    <a:pt x="82" y="79"/>
                  </a:cubicBezTo>
                  <a:close/>
                  <a:moveTo>
                    <a:pt x="69" y="171"/>
                  </a:moveTo>
                  <a:cubicBezTo>
                    <a:pt x="69" y="171"/>
                    <a:pt x="69" y="170"/>
                    <a:pt x="69" y="170"/>
                  </a:cubicBezTo>
                  <a:cubicBezTo>
                    <a:pt x="70" y="169"/>
                    <a:pt x="69" y="169"/>
                    <a:pt x="69" y="169"/>
                  </a:cubicBezTo>
                  <a:cubicBezTo>
                    <a:pt x="69" y="169"/>
                    <a:pt x="69" y="168"/>
                    <a:pt x="69" y="168"/>
                  </a:cubicBezTo>
                  <a:cubicBezTo>
                    <a:pt x="68" y="168"/>
                    <a:pt x="69" y="169"/>
                    <a:pt x="69" y="169"/>
                  </a:cubicBezTo>
                  <a:cubicBezTo>
                    <a:pt x="69" y="170"/>
                    <a:pt x="69" y="170"/>
                    <a:pt x="69" y="171"/>
                  </a:cubicBezTo>
                  <a:cubicBezTo>
                    <a:pt x="69" y="171"/>
                    <a:pt x="69" y="171"/>
                    <a:pt x="69" y="171"/>
                  </a:cubicBezTo>
                  <a:close/>
                  <a:moveTo>
                    <a:pt x="68" y="184"/>
                  </a:moveTo>
                  <a:cubicBezTo>
                    <a:pt x="68" y="184"/>
                    <a:pt x="67" y="183"/>
                    <a:pt x="67" y="183"/>
                  </a:cubicBezTo>
                  <a:cubicBezTo>
                    <a:pt x="67" y="183"/>
                    <a:pt x="68" y="185"/>
                    <a:pt x="68" y="185"/>
                  </a:cubicBezTo>
                  <a:cubicBezTo>
                    <a:pt x="68" y="185"/>
                    <a:pt x="68" y="185"/>
                    <a:pt x="68" y="185"/>
                  </a:cubicBezTo>
                  <a:cubicBezTo>
                    <a:pt x="68" y="185"/>
                    <a:pt x="68" y="185"/>
                    <a:pt x="68" y="184"/>
                  </a:cubicBezTo>
                  <a:close/>
                  <a:moveTo>
                    <a:pt x="71" y="198"/>
                  </a:moveTo>
                  <a:cubicBezTo>
                    <a:pt x="71" y="197"/>
                    <a:pt x="70" y="198"/>
                    <a:pt x="70" y="198"/>
                  </a:cubicBezTo>
                  <a:cubicBezTo>
                    <a:pt x="71" y="198"/>
                    <a:pt x="71" y="198"/>
                    <a:pt x="71" y="198"/>
                  </a:cubicBezTo>
                  <a:close/>
                  <a:moveTo>
                    <a:pt x="73" y="194"/>
                  </a:moveTo>
                  <a:cubicBezTo>
                    <a:pt x="73" y="194"/>
                    <a:pt x="73" y="195"/>
                    <a:pt x="73" y="195"/>
                  </a:cubicBezTo>
                  <a:cubicBezTo>
                    <a:pt x="73" y="195"/>
                    <a:pt x="74" y="194"/>
                    <a:pt x="74" y="194"/>
                  </a:cubicBezTo>
                  <a:cubicBezTo>
                    <a:pt x="74" y="194"/>
                    <a:pt x="73" y="193"/>
                    <a:pt x="73" y="194"/>
                  </a:cubicBezTo>
                  <a:close/>
                  <a:moveTo>
                    <a:pt x="72" y="176"/>
                  </a:moveTo>
                  <a:cubicBezTo>
                    <a:pt x="71" y="176"/>
                    <a:pt x="71" y="177"/>
                    <a:pt x="71" y="177"/>
                  </a:cubicBezTo>
                  <a:cubicBezTo>
                    <a:pt x="72" y="178"/>
                    <a:pt x="72" y="176"/>
                    <a:pt x="72" y="176"/>
                  </a:cubicBezTo>
                  <a:close/>
                  <a:moveTo>
                    <a:pt x="70" y="183"/>
                  </a:moveTo>
                  <a:cubicBezTo>
                    <a:pt x="70" y="183"/>
                    <a:pt x="70" y="183"/>
                    <a:pt x="70" y="182"/>
                  </a:cubicBezTo>
                  <a:cubicBezTo>
                    <a:pt x="70" y="182"/>
                    <a:pt x="70" y="183"/>
                    <a:pt x="70" y="183"/>
                  </a:cubicBezTo>
                  <a:close/>
                  <a:moveTo>
                    <a:pt x="70" y="187"/>
                  </a:moveTo>
                  <a:cubicBezTo>
                    <a:pt x="70" y="187"/>
                    <a:pt x="70" y="187"/>
                    <a:pt x="70" y="187"/>
                  </a:cubicBezTo>
                  <a:cubicBezTo>
                    <a:pt x="70" y="186"/>
                    <a:pt x="71" y="185"/>
                    <a:pt x="70" y="184"/>
                  </a:cubicBezTo>
                  <a:cubicBezTo>
                    <a:pt x="70" y="183"/>
                    <a:pt x="70" y="184"/>
                    <a:pt x="70" y="185"/>
                  </a:cubicBezTo>
                  <a:cubicBezTo>
                    <a:pt x="70" y="186"/>
                    <a:pt x="70" y="187"/>
                    <a:pt x="69" y="187"/>
                  </a:cubicBezTo>
                  <a:cubicBezTo>
                    <a:pt x="70" y="188"/>
                    <a:pt x="70" y="187"/>
                    <a:pt x="70" y="187"/>
                  </a:cubicBezTo>
                  <a:close/>
                  <a:moveTo>
                    <a:pt x="71" y="196"/>
                  </a:moveTo>
                  <a:cubicBezTo>
                    <a:pt x="70" y="196"/>
                    <a:pt x="71" y="196"/>
                    <a:pt x="71" y="195"/>
                  </a:cubicBezTo>
                  <a:cubicBezTo>
                    <a:pt x="71" y="195"/>
                    <a:pt x="71" y="193"/>
                    <a:pt x="70" y="193"/>
                  </a:cubicBezTo>
                  <a:cubicBezTo>
                    <a:pt x="69" y="192"/>
                    <a:pt x="69" y="194"/>
                    <a:pt x="69" y="194"/>
                  </a:cubicBezTo>
                  <a:cubicBezTo>
                    <a:pt x="69" y="194"/>
                    <a:pt x="70" y="193"/>
                    <a:pt x="70" y="193"/>
                  </a:cubicBezTo>
                  <a:cubicBezTo>
                    <a:pt x="70" y="194"/>
                    <a:pt x="70" y="194"/>
                    <a:pt x="70" y="194"/>
                  </a:cubicBezTo>
                  <a:cubicBezTo>
                    <a:pt x="71" y="195"/>
                    <a:pt x="71" y="195"/>
                    <a:pt x="71" y="196"/>
                  </a:cubicBezTo>
                  <a:close/>
                  <a:moveTo>
                    <a:pt x="70" y="206"/>
                  </a:moveTo>
                  <a:cubicBezTo>
                    <a:pt x="70" y="204"/>
                    <a:pt x="69" y="206"/>
                    <a:pt x="70" y="206"/>
                  </a:cubicBezTo>
                  <a:close/>
                  <a:moveTo>
                    <a:pt x="69" y="175"/>
                  </a:moveTo>
                  <a:cubicBezTo>
                    <a:pt x="69" y="175"/>
                    <a:pt x="69" y="176"/>
                    <a:pt x="69" y="176"/>
                  </a:cubicBezTo>
                  <a:cubicBezTo>
                    <a:pt x="69" y="176"/>
                    <a:pt x="70" y="175"/>
                    <a:pt x="69" y="175"/>
                  </a:cubicBezTo>
                  <a:close/>
                  <a:moveTo>
                    <a:pt x="58" y="132"/>
                  </a:moveTo>
                  <a:cubicBezTo>
                    <a:pt x="57" y="132"/>
                    <a:pt x="58" y="133"/>
                    <a:pt x="58" y="134"/>
                  </a:cubicBezTo>
                  <a:cubicBezTo>
                    <a:pt x="58" y="134"/>
                    <a:pt x="58" y="135"/>
                    <a:pt x="59" y="135"/>
                  </a:cubicBezTo>
                  <a:cubicBezTo>
                    <a:pt x="59" y="134"/>
                    <a:pt x="59" y="133"/>
                    <a:pt x="59" y="133"/>
                  </a:cubicBezTo>
                  <a:cubicBezTo>
                    <a:pt x="59" y="132"/>
                    <a:pt x="59" y="132"/>
                    <a:pt x="58" y="132"/>
                  </a:cubicBezTo>
                  <a:close/>
                  <a:moveTo>
                    <a:pt x="71" y="177"/>
                  </a:moveTo>
                  <a:cubicBezTo>
                    <a:pt x="71" y="176"/>
                    <a:pt x="72" y="175"/>
                    <a:pt x="71" y="175"/>
                  </a:cubicBezTo>
                  <a:cubicBezTo>
                    <a:pt x="71" y="175"/>
                    <a:pt x="71" y="175"/>
                    <a:pt x="71" y="175"/>
                  </a:cubicBezTo>
                  <a:cubicBezTo>
                    <a:pt x="70" y="175"/>
                    <a:pt x="71" y="174"/>
                    <a:pt x="70" y="174"/>
                  </a:cubicBezTo>
                  <a:cubicBezTo>
                    <a:pt x="70" y="174"/>
                    <a:pt x="70" y="174"/>
                    <a:pt x="70" y="174"/>
                  </a:cubicBezTo>
                  <a:cubicBezTo>
                    <a:pt x="69" y="175"/>
                    <a:pt x="70" y="176"/>
                    <a:pt x="70" y="177"/>
                  </a:cubicBezTo>
                  <a:cubicBezTo>
                    <a:pt x="70" y="178"/>
                    <a:pt x="70" y="178"/>
                    <a:pt x="70" y="178"/>
                  </a:cubicBezTo>
                  <a:cubicBezTo>
                    <a:pt x="71" y="178"/>
                    <a:pt x="71" y="177"/>
                    <a:pt x="71" y="177"/>
                  </a:cubicBezTo>
                  <a:close/>
                  <a:moveTo>
                    <a:pt x="68" y="178"/>
                  </a:moveTo>
                  <a:cubicBezTo>
                    <a:pt x="68" y="178"/>
                    <a:pt x="67" y="179"/>
                    <a:pt x="68" y="179"/>
                  </a:cubicBezTo>
                  <a:cubicBezTo>
                    <a:pt x="68" y="180"/>
                    <a:pt x="68" y="180"/>
                    <a:pt x="68" y="180"/>
                  </a:cubicBezTo>
                  <a:cubicBezTo>
                    <a:pt x="68" y="179"/>
                    <a:pt x="68" y="179"/>
                    <a:pt x="68" y="179"/>
                  </a:cubicBezTo>
                  <a:cubicBezTo>
                    <a:pt x="68" y="179"/>
                    <a:pt x="68" y="179"/>
                    <a:pt x="68" y="178"/>
                  </a:cubicBezTo>
                  <a:close/>
                  <a:moveTo>
                    <a:pt x="64" y="183"/>
                  </a:moveTo>
                  <a:cubicBezTo>
                    <a:pt x="64" y="183"/>
                    <a:pt x="64" y="183"/>
                    <a:pt x="64" y="183"/>
                  </a:cubicBezTo>
                  <a:cubicBezTo>
                    <a:pt x="64" y="183"/>
                    <a:pt x="64" y="183"/>
                    <a:pt x="64" y="183"/>
                  </a:cubicBezTo>
                  <a:close/>
                  <a:moveTo>
                    <a:pt x="73" y="184"/>
                  </a:moveTo>
                  <a:cubicBezTo>
                    <a:pt x="72" y="183"/>
                    <a:pt x="71" y="184"/>
                    <a:pt x="71" y="184"/>
                  </a:cubicBezTo>
                  <a:cubicBezTo>
                    <a:pt x="71" y="184"/>
                    <a:pt x="71" y="184"/>
                    <a:pt x="71" y="185"/>
                  </a:cubicBezTo>
                  <a:cubicBezTo>
                    <a:pt x="71" y="185"/>
                    <a:pt x="71" y="185"/>
                    <a:pt x="71" y="185"/>
                  </a:cubicBezTo>
                  <a:cubicBezTo>
                    <a:pt x="71" y="185"/>
                    <a:pt x="71" y="185"/>
                    <a:pt x="71" y="185"/>
                  </a:cubicBezTo>
                  <a:cubicBezTo>
                    <a:pt x="71" y="185"/>
                    <a:pt x="72" y="185"/>
                    <a:pt x="72" y="186"/>
                  </a:cubicBezTo>
                  <a:cubicBezTo>
                    <a:pt x="72" y="186"/>
                    <a:pt x="72" y="186"/>
                    <a:pt x="72" y="186"/>
                  </a:cubicBezTo>
                  <a:cubicBezTo>
                    <a:pt x="72" y="186"/>
                    <a:pt x="73" y="187"/>
                    <a:pt x="73" y="187"/>
                  </a:cubicBezTo>
                  <a:cubicBezTo>
                    <a:pt x="73" y="186"/>
                    <a:pt x="73" y="185"/>
                    <a:pt x="73" y="184"/>
                  </a:cubicBezTo>
                  <a:close/>
                  <a:moveTo>
                    <a:pt x="73" y="191"/>
                  </a:moveTo>
                  <a:cubicBezTo>
                    <a:pt x="73" y="192"/>
                    <a:pt x="73" y="192"/>
                    <a:pt x="73" y="192"/>
                  </a:cubicBezTo>
                  <a:cubicBezTo>
                    <a:pt x="72" y="193"/>
                    <a:pt x="73" y="193"/>
                    <a:pt x="73" y="193"/>
                  </a:cubicBezTo>
                  <a:cubicBezTo>
                    <a:pt x="73" y="192"/>
                    <a:pt x="73" y="192"/>
                    <a:pt x="73" y="191"/>
                  </a:cubicBezTo>
                  <a:close/>
                  <a:moveTo>
                    <a:pt x="67" y="194"/>
                  </a:moveTo>
                  <a:cubicBezTo>
                    <a:pt x="67" y="194"/>
                    <a:pt x="67" y="194"/>
                    <a:pt x="67" y="194"/>
                  </a:cubicBezTo>
                  <a:cubicBezTo>
                    <a:pt x="68" y="194"/>
                    <a:pt x="67" y="193"/>
                    <a:pt x="67" y="194"/>
                  </a:cubicBezTo>
                  <a:close/>
                  <a:moveTo>
                    <a:pt x="17" y="106"/>
                  </a:moveTo>
                  <a:cubicBezTo>
                    <a:pt x="17" y="105"/>
                    <a:pt x="16" y="106"/>
                    <a:pt x="16" y="106"/>
                  </a:cubicBezTo>
                  <a:cubicBezTo>
                    <a:pt x="16" y="107"/>
                    <a:pt x="17" y="107"/>
                    <a:pt x="18" y="108"/>
                  </a:cubicBezTo>
                  <a:cubicBezTo>
                    <a:pt x="18" y="108"/>
                    <a:pt x="19" y="108"/>
                    <a:pt x="19" y="107"/>
                  </a:cubicBezTo>
                  <a:cubicBezTo>
                    <a:pt x="19" y="107"/>
                    <a:pt x="19" y="106"/>
                    <a:pt x="19" y="106"/>
                  </a:cubicBezTo>
                  <a:cubicBezTo>
                    <a:pt x="18" y="106"/>
                    <a:pt x="18" y="106"/>
                    <a:pt x="17" y="106"/>
                  </a:cubicBezTo>
                  <a:close/>
                  <a:moveTo>
                    <a:pt x="68" y="199"/>
                  </a:moveTo>
                  <a:cubicBezTo>
                    <a:pt x="68" y="198"/>
                    <a:pt x="68" y="198"/>
                    <a:pt x="68" y="198"/>
                  </a:cubicBezTo>
                  <a:cubicBezTo>
                    <a:pt x="67" y="198"/>
                    <a:pt x="67" y="199"/>
                    <a:pt x="68" y="199"/>
                  </a:cubicBezTo>
                  <a:close/>
                  <a:moveTo>
                    <a:pt x="68" y="177"/>
                  </a:moveTo>
                  <a:cubicBezTo>
                    <a:pt x="68" y="177"/>
                    <a:pt x="67" y="177"/>
                    <a:pt x="67" y="177"/>
                  </a:cubicBezTo>
                  <a:cubicBezTo>
                    <a:pt x="67" y="178"/>
                    <a:pt x="67" y="177"/>
                    <a:pt x="67" y="177"/>
                  </a:cubicBezTo>
                  <a:cubicBezTo>
                    <a:pt x="67" y="177"/>
                    <a:pt x="66" y="177"/>
                    <a:pt x="67" y="178"/>
                  </a:cubicBezTo>
                  <a:cubicBezTo>
                    <a:pt x="67" y="178"/>
                    <a:pt x="67" y="178"/>
                    <a:pt x="66" y="178"/>
                  </a:cubicBezTo>
                  <a:cubicBezTo>
                    <a:pt x="67" y="178"/>
                    <a:pt x="67" y="178"/>
                    <a:pt x="67" y="178"/>
                  </a:cubicBezTo>
                  <a:cubicBezTo>
                    <a:pt x="67" y="178"/>
                    <a:pt x="67" y="178"/>
                    <a:pt x="67" y="178"/>
                  </a:cubicBezTo>
                  <a:cubicBezTo>
                    <a:pt x="67" y="178"/>
                    <a:pt x="68" y="177"/>
                    <a:pt x="68" y="177"/>
                  </a:cubicBezTo>
                  <a:close/>
                  <a:moveTo>
                    <a:pt x="20" y="103"/>
                  </a:moveTo>
                  <a:cubicBezTo>
                    <a:pt x="20" y="103"/>
                    <a:pt x="20" y="103"/>
                    <a:pt x="20" y="102"/>
                  </a:cubicBezTo>
                  <a:cubicBezTo>
                    <a:pt x="19" y="101"/>
                    <a:pt x="19" y="102"/>
                    <a:pt x="18" y="102"/>
                  </a:cubicBezTo>
                  <a:cubicBezTo>
                    <a:pt x="18" y="101"/>
                    <a:pt x="17" y="101"/>
                    <a:pt x="17" y="101"/>
                  </a:cubicBezTo>
                  <a:cubicBezTo>
                    <a:pt x="16" y="101"/>
                    <a:pt x="17" y="101"/>
                    <a:pt x="17" y="101"/>
                  </a:cubicBezTo>
                  <a:cubicBezTo>
                    <a:pt x="16" y="99"/>
                    <a:pt x="15" y="100"/>
                    <a:pt x="15" y="101"/>
                  </a:cubicBezTo>
                  <a:cubicBezTo>
                    <a:pt x="16" y="102"/>
                    <a:pt x="17" y="103"/>
                    <a:pt x="17" y="103"/>
                  </a:cubicBezTo>
                  <a:cubicBezTo>
                    <a:pt x="18" y="104"/>
                    <a:pt x="17" y="104"/>
                    <a:pt x="18" y="104"/>
                  </a:cubicBezTo>
                  <a:cubicBezTo>
                    <a:pt x="18" y="104"/>
                    <a:pt x="18" y="105"/>
                    <a:pt x="18" y="105"/>
                  </a:cubicBezTo>
                  <a:cubicBezTo>
                    <a:pt x="19" y="105"/>
                    <a:pt x="20" y="105"/>
                    <a:pt x="20" y="106"/>
                  </a:cubicBezTo>
                  <a:cubicBezTo>
                    <a:pt x="20" y="106"/>
                    <a:pt x="21" y="105"/>
                    <a:pt x="21" y="105"/>
                  </a:cubicBezTo>
                  <a:cubicBezTo>
                    <a:pt x="21" y="105"/>
                    <a:pt x="20" y="104"/>
                    <a:pt x="20" y="104"/>
                  </a:cubicBezTo>
                  <a:cubicBezTo>
                    <a:pt x="20" y="104"/>
                    <a:pt x="20" y="103"/>
                    <a:pt x="20" y="103"/>
                  </a:cubicBezTo>
                  <a:close/>
                  <a:moveTo>
                    <a:pt x="9" y="93"/>
                  </a:moveTo>
                  <a:cubicBezTo>
                    <a:pt x="9" y="93"/>
                    <a:pt x="9" y="93"/>
                    <a:pt x="9" y="94"/>
                  </a:cubicBezTo>
                  <a:cubicBezTo>
                    <a:pt x="10" y="94"/>
                    <a:pt x="10" y="95"/>
                    <a:pt x="10" y="95"/>
                  </a:cubicBezTo>
                  <a:cubicBezTo>
                    <a:pt x="10" y="95"/>
                    <a:pt x="10" y="94"/>
                    <a:pt x="10" y="94"/>
                  </a:cubicBezTo>
                  <a:cubicBezTo>
                    <a:pt x="10" y="94"/>
                    <a:pt x="9" y="92"/>
                    <a:pt x="9" y="9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21" name="Mozambique">
              <a:extLst>
                <a:ext uri="{FF2B5EF4-FFF2-40B4-BE49-F238E27FC236}">
                  <a16:creationId xmlns:a16="http://schemas.microsoft.com/office/drawing/2014/main" id="{1B2B6E37-F29A-6689-2519-BE6EA83480D1}"/>
                </a:ext>
              </a:extLst>
            </p:cNvPr>
            <p:cNvSpPr>
              <a:spLocks noEditPoints="1"/>
            </p:cNvSpPr>
            <p:nvPr/>
          </p:nvSpPr>
          <p:spPr bwMode="auto">
            <a:xfrm>
              <a:off x="6727815" y="4452098"/>
              <a:ext cx="360701" cy="641027"/>
            </a:xfrm>
            <a:custGeom>
              <a:avLst/>
              <a:gdLst/>
              <a:ahLst/>
              <a:cxnLst>
                <a:cxn ang="0">
                  <a:pos x="99" y="55"/>
                </a:cxn>
                <a:cxn ang="0">
                  <a:pos x="93" y="63"/>
                </a:cxn>
                <a:cxn ang="0">
                  <a:pos x="86" y="70"/>
                </a:cxn>
                <a:cxn ang="0">
                  <a:pos x="80" y="73"/>
                </a:cxn>
                <a:cxn ang="0">
                  <a:pos x="74" y="74"/>
                </a:cxn>
                <a:cxn ang="0">
                  <a:pos x="64" y="83"/>
                </a:cxn>
                <a:cxn ang="0">
                  <a:pos x="62" y="85"/>
                </a:cxn>
                <a:cxn ang="0">
                  <a:pos x="56" y="93"/>
                </a:cxn>
                <a:cxn ang="0">
                  <a:pos x="52" y="94"/>
                </a:cxn>
                <a:cxn ang="0">
                  <a:pos x="43" y="103"/>
                </a:cxn>
                <a:cxn ang="0">
                  <a:pos x="41" y="104"/>
                </a:cxn>
                <a:cxn ang="0">
                  <a:pos x="40" y="111"/>
                </a:cxn>
                <a:cxn ang="0">
                  <a:pos x="44" y="114"/>
                </a:cxn>
                <a:cxn ang="0">
                  <a:pos x="44" y="118"/>
                </a:cxn>
                <a:cxn ang="0">
                  <a:pos x="45" y="122"/>
                </a:cxn>
                <a:cxn ang="0">
                  <a:pos x="47" y="130"/>
                </a:cxn>
                <a:cxn ang="0">
                  <a:pos x="48" y="139"/>
                </a:cxn>
                <a:cxn ang="0">
                  <a:pos x="46" y="147"/>
                </a:cxn>
                <a:cxn ang="0">
                  <a:pos x="40" y="157"/>
                </a:cxn>
                <a:cxn ang="0">
                  <a:pos x="22" y="166"/>
                </a:cxn>
                <a:cxn ang="0">
                  <a:pos x="20" y="173"/>
                </a:cxn>
                <a:cxn ang="0">
                  <a:pos x="21" y="180"/>
                </a:cxn>
                <a:cxn ang="0">
                  <a:pos x="13" y="168"/>
                </a:cxn>
                <a:cxn ang="0">
                  <a:pos x="11" y="146"/>
                </a:cxn>
                <a:cxn ang="0">
                  <a:pos x="8" y="131"/>
                </a:cxn>
                <a:cxn ang="0">
                  <a:pos x="20" y="115"/>
                </a:cxn>
                <a:cxn ang="0">
                  <a:pos x="25" y="104"/>
                </a:cxn>
                <a:cxn ang="0">
                  <a:pos x="23" y="98"/>
                </a:cxn>
                <a:cxn ang="0">
                  <a:pos x="24" y="89"/>
                </a:cxn>
                <a:cxn ang="0">
                  <a:pos x="25" y="82"/>
                </a:cxn>
                <a:cxn ang="0">
                  <a:pos x="25" y="71"/>
                </a:cxn>
                <a:cxn ang="0">
                  <a:pos x="15" y="65"/>
                </a:cxn>
                <a:cxn ang="0">
                  <a:pos x="7" y="61"/>
                </a:cxn>
                <a:cxn ang="0">
                  <a:pos x="0" y="51"/>
                </a:cxn>
                <a:cxn ang="0">
                  <a:pos x="16" y="44"/>
                </a:cxn>
                <a:cxn ang="0">
                  <a:pos x="33" y="45"/>
                </a:cxn>
                <a:cxn ang="0">
                  <a:pos x="40" y="43"/>
                </a:cxn>
                <a:cxn ang="0">
                  <a:pos x="40" y="56"/>
                </a:cxn>
                <a:cxn ang="0">
                  <a:pos x="42" y="67"/>
                </a:cxn>
                <a:cxn ang="0">
                  <a:pos x="47" y="74"/>
                </a:cxn>
                <a:cxn ang="0">
                  <a:pos x="49" y="63"/>
                </a:cxn>
                <a:cxn ang="0">
                  <a:pos x="54" y="56"/>
                </a:cxn>
                <a:cxn ang="0">
                  <a:pos x="53" y="44"/>
                </a:cxn>
                <a:cxn ang="0">
                  <a:pos x="44" y="30"/>
                </a:cxn>
                <a:cxn ang="0">
                  <a:pos x="46" y="14"/>
                </a:cxn>
                <a:cxn ang="0">
                  <a:pos x="57" y="12"/>
                </a:cxn>
                <a:cxn ang="0">
                  <a:pos x="64" y="12"/>
                </a:cxn>
                <a:cxn ang="0">
                  <a:pos x="74" y="11"/>
                </a:cxn>
                <a:cxn ang="0">
                  <a:pos x="84" y="8"/>
                </a:cxn>
                <a:cxn ang="0">
                  <a:pos x="98" y="2"/>
                </a:cxn>
                <a:cxn ang="0">
                  <a:pos x="100" y="4"/>
                </a:cxn>
                <a:cxn ang="0">
                  <a:pos x="99" y="10"/>
                </a:cxn>
                <a:cxn ang="0">
                  <a:pos x="100" y="19"/>
                </a:cxn>
                <a:cxn ang="0">
                  <a:pos x="100" y="24"/>
                </a:cxn>
                <a:cxn ang="0">
                  <a:pos x="99" y="28"/>
                </a:cxn>
                <a:cxn ang="0">
                  <a:pos x="99" y="34"/>
                </a:cxn>
                <a:cxn ang="0">
                  <a:pos x="100" y="41"/>
                </a:cxn>
                <a:cxn ang="0">
                  <a:pos x="100" y="45"/>
                </a:cxn>
                <a:cxn ang="0">
                  <a:pos x="102" y="47"/>
                </a:cxn>
                <a:cxn ang="0">
                  <a:pos x="48" y="122"/>
                </a:cxn>
              </a:cxnLst>
              <a:rect l="0" t="0" r="r" b="b"/>
              <a:pathLst>
                <a:path w="102" h="181">
                  <a:moveTo>
                    <a:pt x="101" y="50"/>
                  </a:moveTo>
                  <a:cubicBezTo>
                    <a:pt x="101" y="50"/>
                    <a:pt x="100" y="50"/>
                    <a:pt x="100" y="50"/>
                  </a:cubicBezTo>
                  <a:cubicBezTo>
                    <a:pt x="100" y="50"/>
                    <a:pt x="100" y="51"/>
                    <a:pt x="100" y="51"/>
                  </a:cubicBezTo>
                  <a:cubicBezTo>
                    <a:pt x="100" y="51"/>
                    <a:pt x="99" y="51"/>
                    <a:pt x="99" y="52"/>
                  </a:cubicBezTo>
                  <a:cubicBezTo>
                    <a:pt x="98" y="53"/>
                    <a:pt x="100" y="52"/>
                    <a:pt x="100" y="52"/>
                  </a:cubicBezTo>
                  <a:cubicBezTo>
                    <a:pt x="101" y="53"/>
                    <a:pt x="100" y="54"/>
                    <a:pt x="99" y="55"/>
                  </a:cubicBezTo>
                  <a:cubicBezTo>
                    <a:pt x="99" y="55"/>
                    <a:pt x="99" y="55"/>
                    <a:pt x="99" y="55"/>
                  </a:cubicBezTo>
                  <a:cubicBezTo>
                    <a:pt x="99" y="56"/>
                    <a:pt x="98" y="56"/>
                    <a:pt x="98" y="56"/>
                  </a:cubicBezTo>
                  <a:cubicBezTo>
                    <a:pt x="98" y="57"/>
                    <a:pt x="97" y="58"/>
                    <a:pt x="97" y="58"/>
                  </a:cubicBezTo>
                  <a:cubicBezTo>
                    <a:pt x="96" y="59"/>
                    <a:pt x="95" y="60"/>
                    <a:pt x="94" y="61"/>
                  </a:cubicBezTo>
                  <a:cubicBezTo>
                    <a:pt x="94" y="61"/>
                    <a:pt x="95" y="61"/>
                    <a:pt x="95" y="61"/>
                  </a:cubicBezTo>
                  <a:cubicBezTo>
                    <a:pt x="94" y="62"/>
                    <a:pt x="94" y="63"/>
                    <a:pt x="93" y="63"/>
                  </a:cubicBezTo>
                  <a:cubicBezTo>
                    <a:pt x="93" y="64"/>
                    <a:pt x="92" y="64"/>
                    <a:pt x="92" y="64"/>
                  </a:cubicBezTo>
                  <a:cubicBezTo>
                    <a:pt x="91" y="64"/>
                    <a:pt x="92" y="66"/>
                    <a:pt x="92" y="66"/>
                  </a:cubicBezTo>
                  <a:cubicBezTo>
                    <a:pt x="91" y="66"/>
                    <a:pt x="91" y="66"/>
                    <a:pt x="91" y="66"/>
                  </a:cubicBezTo>
                  <a:cubicBezTo>
                    <a:pt x="91" y="66"/>
                    <a:pt x="90" y="67"/>
                    <a:pt x="90" y="67"/>
                  </a:cubicBezTo>
                  <a:cubicBezTo>
                    <a:pt x="90" y="67"/>
                    <a:pt x="89" y="68"/>
                    <a:pt x="88" y="68"/>
                  </a:cubicBezTo>
                  <a:cubicBezTo>
                    <a:pt x="88" y="69"/>
                    <a:pt x="87" y="69"/>
                    <a:pt x="86" y="70"/>
                  </a:cubicBezTo>
                  <a:cubicBezTo>
                    <a:pt x="86" y="70"/>
                    <a:pt x="85" y="70"/>
                    <a:pt x="85" y="71"/>
                  </a:cubicBezTo>
                  <a:cubicBezTo>
                    <a:pt x="85" y="71"/>
                    <a:pt x="85" y="71"/>
                    <a:pt x="85" y="71"/>
                  </a:cubicBezTo>
                  <a:cubicBezTo>
                    <a:pt x="84" y="71"/>
                    <a:pt x="85" y="71"/>
                    <a:pt x="84" y="71"/>
                  </a:cubicBezTo>
                  <a:cubicBezTo>
                    <a:pt x="85" y="71"/>
                    <a:pt x="83" y="72"/>
                    <a:pt x="83" y="72"/>
                  </a:cubicBezTo>
                  <a:cubicBezTo>
                    <a:pt x="82" y="72"/>
                    <a:pt x="81" y="73"/>
                    <a:pt x="80" y="72"/>
                  </a:cubicBezTo>
                  <a:cubicBezTo>
                    <a:pt x="80" y="73"/>
                    <a:pt x="80" y="73"/>
                    <a:pt x="80" y="73"/>
                  </a:cubicBezTo>
                  <a:cubicBezTo>
                    <a:pt x="80" y="73"/>
                    <a:pt x="80" y="73"/>
                    <a:pt x="80" y="73"/>
                  </a:cubicBezTo>
                  <a:cubicBezTo>
                    <a:pt x="79" y="73"/>
                    <a:pt x="79" y="73"/>
                    <a:pt x="79" y="73"/>
                  </a:cubicBezTo>
                  <a:cubicBezTo>
                    <a:pt x="79" y="73"/>
                    <a:pt x="78" y="74"/>
                    <a:pt x="78" y="74"/>
                  </a:cubicBezTo>
                  <a:cubicBezTo>
                    <a:pt x="77" y="74"/>
                    <a:pt x="76" y="75"/>
                    <a:pt x="76" y="75"/>
                  </a:cubicBezTo>
                  <a:cubicBezTo>
                    <a:pt x="75" y="75"/>
                    <a:pt x="75" y="74"/>
                    <a:pt x="75" y="74"/>
                  </a:cubicBezTo>
                  <a:cubicBezTo>
                    <a:pt x="75" y="74"/>
                    <a:pt x="75" y="74"/>
                    <a:pt x="74" y="74"/>
                  </a:cubicBezTo>
                  <a:cubicBezTo>
                    <a:pt x="75" y="74"/>
                    <a:pt x="75" y="75"/>
                    <a:pt x="75" y="75"/>
                  </a:cubicBezTo>
                  <a:cubicBezTo>
                    <a:pt x="74" y="76"/>
                    <a:pt x="74" y="76"/>
                    <a:pt x="73" y="76"/>
                  </a:cubicBezTo>
                  <a:cubicBezTo>
                    <a:pt x="73" y="76"/>
                    <a:pt x="72" y="76"/>
                    <a:pt x="72" y="77"/>
                  </a:cubicBezTo>
                  <a:cubicBezTo>
                    <a:pt x="71" y="77"/>
                    <a:pt x="71" y="77"/>
                    <a:pt x="70" y="78"/>
                  </a:cubicBezTo>
                  <a:cubicBezTo>
                    <a:pt x="69" y="79"/>
                    <a:pt x="67" y="79"/>
                    <a:pt x="66" y="80"/>
                  </a:cubicBezTo>
                  <a:cubicBezTo>
                    <a:pt x="65" y="81"/>
                    <a:pt x="65" y="82"/>
                    <a:pt x="64" y="83"/>
                  </a:cubicBezTo>
                  <a:cubicBezTo>
                    <a:pt x="63" y="83"/>
                    <a:pt x="62" y="81"/>
                    <a:pt x="62" y="82"/>
                  </a:cubicBezTo>
                  <a:cubicBezTo>
                    <a:pt x="63" y="82"/>
                    <a:pt x="63" y="82"/>
                    <a:pt x="63" y="83"/>
                  </a:cubicBezTo>
                  <a:cubicBezTo>
                    <a:pt x="63" y="83"/>
                    <a:pt x="63" y="83"/>
                    <a:pt x="63" y="84"/>
                  </a:cubicBezTo>
                  <a:cubicBezTo>
                    <a:pt x="63" y="84"/>
                    <a:pt x="63" y="85"/>
                    <a:pt x="63" y="85"/>
                  </a:cubicBezTo>
                  <a:cubicBezTo>
                    <a:pt x="62" y="85"/>
                    <a:pt x="62" y="85"/>
                    <a:pt x="62" y="86"/>
                  </a:cubicBezTo>
                  <a:cubicBezTo>
                    <a:pt x="62" y="86"/>
                    <a:pt x="62" y="85"/>
                    <a:pt x="62" y="85"/>
                  </a:cubicBezTo>
                  <a:cubicBezTo>
                    <a:pt x="62" y="86"/>
                    <a:pt x="61" y="88"/>
                    <a:pt x="60" y="88"/>
                  </a:cubicBezTo>
                  <a:cubicBezTo>
                    <a:pt x="59" y="89"/>
                    <a:pt x="59" y="89"/>
                    <a:pt x="59" y="89"/>
                  </a:cubicBezTo>
                  <a:cubicBezTo>
                    <a:pt x="58" y="89"/>
                    <a:pt x="58" y="91"/>
                    <a:pt x="58" y="91"/>
                  </a:cubicBezTo>
                  <a:cubicBezTo>
                    <a:pt x="57" y="91"/>
                    <a:pt x="58" y="91"/>
                    <a:pt x="58" y="92"/>
                  </a:cubicBezTo>
                  <a:cubicBezTo>
                    <a:pt x="57" y="92"/>
                    <a:pt x="56" y="91"/>
                    <a:pt x="56" y="91"/>
                  </a:cubicBezTo>
                  <a:cubicBezTo>
                    <a:pt x="56" y="91"/>
                    <a:pt x="57" y="93"/>
                    <a:pt x="56" y="93"/>
                  </a:cubicBezTo>
                  <a:cubicBezTo>
                    <a:pt x="56" y="93"/>
                    <a:pt x="55" y="93"/>
                    <a:pt x="55" y="92"/>
                  </a:cubicBezTo>
                  <a:cubicBezTo>
                    <a:pt x="55" y="91"/>
                    <a:pt x="55" y="92"/>
                    <a:pt x="54" y="93"/>
                  </a:cubicBezTo>
                  <a:cubicBezTo>
                    <a:pt x="54" y="93"/>
                    <a:pt x="54" y="93"/>
                    <a:pt x="54" y="93"/>
                  </a:cubicBezTo>
                  <a:cubicBezTo>
                    <a:pt x="54" y="93"/>
                    <a:pt x="54" y="93"/>
                    <a:pt x="54" y="93"/>
                  </a:cubicBezTo>
                  <a:cubicBezTo>
                    <a:pt x="53" y="93"/>
                    <a:pt x="53" y="94"/>
                    <a:pt x="53" y="94"/>
                  </a:cubicBezTo>
                  <a:cubicBezTo>
                    <a:pt x="53" y="94"/>
                    <a:pt x="52" y="93"/>
                    <a:pt x="52" y="94"/>
                  </a:cubicBezTo>
                  <a:cubicBezTo>
                    <a:pt x="52" y="94"/>
                    <a:pt x="53" y="94"/>
                    <a:pt x="53" y="94"/>
                  </a:cubicBezTo>
                  <a:cubicBezTo>
                    <a:pt x="52" y="94"/>
                    <a:pt x="51" y="95"/>
                    <a:pt x="51" y="95"/>
                  </a:cubicBezTo>
                  <a:cubicBezTo>
                    <a:pt x="51" y="95"/>
                    <a:pt x="50" y="96"/>
                    <a:pt x="51" y="96"/>
                  </a:cubicBezTo>
                  <a:cubicBezTo>
                    <a:pt x="50" y="97"/>
                    <a:pt x="49" y="98"/>
                    <a:pt x="48" y="99"/>
                  </a:cubicBezTo>
                  <a:cubicBezTo>
                    <a:pt x="47" y="100"/>
                    <a:pt x="46" y="101"/>
                    <a:pt x="44" y="103"/>
                  </a:cubicBezTo>
                  <a:cubicBezTo>
                    <a:pt x="44" y="103"/>
                    <a:pt x="43" y="104"/>
                    <a:pt x="43" y="103"/>
                  </a:cubicBezTo>
                  <a:cubicBezTo>
                    <a:pt x="42" y="103"/>
                    <a:pt x="42" y="103"/>
                    <a:pt x="42" y="103"/>
                  </a:cubicBezTo>
                  <a:cubicBezTo>
                    <a:pt x="42" y="102"/>
                    <a:pt x="42" y="102"/>
                    <a:pt x="41" y="102"/>
                  </a:cubicBezTo>
                  <a:cubicBezTo>
                    <a:pt x="41" y="102"/>
                    <a:pt x="40" y="100"/>
                    <a:pt x="40" y="101"/>
                  </a:cubicBezTo>
                  <a:cubicBezTo>
                    <a:pt x="41" y="100"/>
                    <a:pt x="40" y="102"/>
                    <a:pt x="41" y="102"/>
                  </a:cubicBezTo>
                  <a:cubicBezTo>
                    <a:pt x="41" y="103"/>
                    <a:pt x="42" y="103"/>
                    <a:pt x="42" y="103"/>
                  </a:cubicBezTo>
                  <a:cubicBezTo>
                    <a:pt x="42" y="104"/>
                    <a:pt x="41" y="104"/>
                    <a:pt x="41" y="104"/>
                  </a:cubicBezTo>
                  <a:cubicBezTo>
                    <a:pt x="41" y="104"/>
                    <a:pt x="42" y="103"/>
                    <a:pt x="42" y="104"/>
                  </a:cubicBezTo>
                  <a:cubicBezTo>
                    <a:pt x="41" y="105"/>
                    <a:pt x="41" y="105"/>
                    <a:pt x="42" y="106"/>
                  </a:cubicBezTo>
                  <a:cubicBezTo>
                    <a:pt x="42" y="107"/>
                    <a:pt x="41" y="107"/>
                    <a:pt x="41" y="107"/>
                  </a:cubicBezTo>
                  <a:cubicBezTo>
                    <a:pt x="41" y="107"/>
                    <a:pt x="41" y="107"/>
                    <a:pt x="41" y="108"/>
                  </a:cubicBezTo>
                  <a:cubicBezTo>
                    <a:pt x="41" y="109"/>
                    <a:pt x="41" y="110"/>
                    <a:pt x="40" y="109"/>
                  </a:cubicBezTo>
                  <a:cubicBezTo>
                    <a:pt x="40" y="110"/>
                    <a:pt x="41" y="110"/>
                    <a:pt x="40" y="111"/>
                  </a:cubicBezTo>
                  <a:cubicBezTo>
                    <a:pt x="41" y="111"/>
                    <a:pt x="41" y="111"/>
                    <a:pt x="41" y="111"/>
                  </a:cubicBezTo>
                  <a:cubicBezTo>
                    <a:pt x="42" y="111"/>
                    <a:pt x="42" y="112"/>
                    <a:pt x="42" y="112"/>
                  </a:cubicBezTo>
                  <a:cubicBezTo>
                    <a:pt x="42" y="112"/>
                    <a:pt x="42" y="112"/>
                    <a:pt x="42" y="112"/>
                  </a:cubicBezTo>
                  <a:cubicBezTo>
                    <a:pt x="42" y="112"/>
                    <a:pt x="42" y="112"/>
                    <a:pt x="42" y="112"/>
                  </a:cubicBezTo>
                  <a:cubicBezTo>
                    <a:pt x="42" y="112"/>
                    <a:pt x="42" y="113"/>
                    <a:pt x="42" y="113"/>
                  </a:cubicBezTo>
                  <a:cubicBezTo>
                    <a:pt x="43" y="112"/>
                    <a:pt x="44" y="113"/>
                    <a:pt x="44" y="114"/>
                  </a:cubicBezTo>
                  <a:cubicBezTo>
                    <a:pt x="44" y="114"/>
                    <a:pt x="44" y="115"/>
                    <a:pt x="44" y="115"/>
                  </a:cubicBezTo>
                  <a:cubicBezTo>
                    <a:pt x="44" y="115"/>
                    <a:pt x="45" y="115"/>
                    <a:pt x="45" y="116"/>
                  </a:cubicBezTo>
                  <a:cubicBezTo>
                    <a:pt x="45" y="116"/>
                    <a:pt x="44" y="116"/>
                    <a:pt x="44" y="116"/>
                  </a:cubicBezTo>
                  <a:cubicBezTo>
                    <a:pt x="44" y="116"/>
                    <a:pt x="44" y="117"/>
                    <a:pt x="44" y="117"/>
                  </a:cubicBezTo>
                  <a:cubicBezTo>
                    <a:pt x="44" y="117"/>
                    <a:pt x="44" y="117"/>
                    <a:pt x="44" y="117"/>
                  </a:cubicBezTo>
                  <a:cubicBezTo>
                    <a:pt x="43" y="117"/>
                    <a:pt x="44" y="117"/>
                    <a:pt x="44" y="118"/>
                  </a:cubicBezTo>
                  <a:cubicBezTo>
                    <a:pt x="44" y="118"/>
                    <a:pt x="44" y="118"/>
                    <a:pt x="44" y="118"/>
                  </a:cubicBezTo>
                  <a:cubicBezTo>
                    <a:pt x="44" y="119"/>
                    <a:pt x="44" y="119"/>
                    <a:pt x="44" y="119"/>
                  </a:cubicBezTo>
                  <a:cubicBezTo>
                    <a:pt x="44" y="119"/>
                    <a:pt x="44" y="119"/>
                    <a:pt x="44" y="119"/>
                  </a:cubicBezTo>
                  <a:cubicBezTo>
                    <a:pt x="44" y="120"/>
                    <a:pt x="45" y="118"/>
                    <a:pt x="45" y="118"/>
                  </a:cubicBezTo>
                  <a:cubicBezTo>
                    <a:pt x="45" y="119"/>
                    <a:pt x="44" y="119"/>
                    <a:pt x="44" y="120"/>
                  </a:cubicBezTo>
                  <a:cubicBezTo>
                    <a:pt x="44" y="120"/>
                    <a:pt x="45" y="121"/>
                    <a:pt x="45" y="122"/>
                  </a:cubicBezTo>
                  <a:cubicBezTo>
                    <a:pt x="46" y="123"/>
                    <a:pt x="46" y="124"/>
                    <a:pt x="46" y="125"/>
                  </a:cubicBezTo>
                  <a:cubicBezTo>
                    <a:pt x="46" y="127"/>
                    <a:pt x="46" y="128"/>
                    <a:pt x="46" y="130"/>
                  </a:cubicBezTo>
                  <a:cubicBezTo>
                    <a:pt x="46" y="130"/>
                    <a:pt x="46" y="131"/>
                    <a:pt x="46" y="131"/>
                  </a:cubicBezTo>
                  <a:cubicBezTo>
                    <a:pt x="46" y="132"/>
                    <a:pt x="46" y="132"/>
                    <a:pt x="47" y="132"/>
                  </a:cubicBezTo>
                  <a:cubicBezTo>
                    <a:pt x="47" y="132"/>
                    <a:pt x="47" y="131"/>
                    <a:pt x="47" y="131"/>
                  </a:cubicBezTo>
                  <a:cubicBezTo>
                    <a:pt x="47" y="131"/>
                    <a:pt x="46" y="129"/>
                    <a:pt x="47" y="130"/>
                  </a:cubicBezTo>
                  <a:cubicBezTo>
                    <a:pt x="47" y="129"/>
                    <a:pt x="47" y="128"/>
                    <a:pt x="48" y="128"/>
                  </a:cubicBezTo>
                  <a:cubicBezTo>
                    <a:pt x="48" y="129"/>
                    <a:pt x="48" y="130"/>
                    <a:pt x="48" y="130"/>
                  </a:cubicBezTo>
                  <a:cubicBezTo>
                    <a:pt x="48" y="130"/>
                    <a:pt x="48" y="129"/>
                    <a:pt x="48" y="129"/>
                  </a:cubicBezTo>
                  <a:cubicBezTo>
                    <a:pt x="48" y="132"/>
                    <a:pt x="47" y="135"/>
                    <a:pt x="48" y="137"/>
                  </a:cubicBezTo>
                  <a:cubicBezTo>
                    <a:pt x="48" y="137"/>
                    <a:pt x="48" y="137"/>
                    <a:pt x="48" y="137"/>
                  </a:cubicBezTo>
                  <a:cubicBezTo>
                    <a:pt x="49" y="137"/>
                    <a:pt x="48" y="139"/>
                    <a:pt x="48" y="139"/>
                  </a:cubicBezTo>
                  <a:cubicBezTo>
                    <a:pt x="47" y="140"/>
                    <a:pt x="47" y="141"/>
                    <a:pt x="47" y="142"/>
                  </a:cubicBezTo>
                  <a:cubicBezTo>
                    <a:pt x="47" y="143"/>
                    <a:pt x="46" y="144"/>
                    <a:pt x="46" y="145"/>
                  </a:cubicBezTo>
                  <a:cubicBezTo>
                    <a:pt x="46" y="145"/>
                    <a:pt x="46" y="146"/>
                    <a:pt x="46" y="146"/>
                  </a:cubicBezTo>
                  <a:cubicBezTo>
                    <a:pt x="46" y="146"/>
                    <a:pt x="46" y="145"/>
                    <a:pt x="46" y="146"/>
                  </a:cubicBezTo>
                  <a:cubicBezTo>
                    <a:pt x="46" y="146"/>
                    <a:pt x="45" y="149"/>
                    <a:pt x="45" y="149"/>
                  </a:cubicBezTo>
                  <a:cubicBezTo>
                    <a:pt x="46" y="149"/>
                    <a:pt x="46" y="148"/>
                    <a:pt x="46" y="147"/>
                  </a:cubicBezTo>
                  <a:cubicBezTo>
                    <a:pt x="46" y="147"/>
                    <a:pt x="46" y="148"/>
                    <a:pt x="46" y="148"/>
                  </a:cubicBezTo>
                  <a:cubicBezTo>
                    <a:pt x="47" y="148"/>
                    <a:pt x="47" y="146"/>
                    <a:pt x="47" y="147"/>
                  </a:cubicBezTo>
                  <a:cubicBezTo>
                    <a:pt x="47" y="147"/>
                    <a:pt x="47" y="148"/>
                    <a:pt x="47" y="148"/>
                  </a:cubicBezTo>
                  <a:cubicBezTo>
                    <a:pt x="47" y="149"/>
                    <a:pt x="47" y="150"/>
                    <a:pt x="47" y="151"/>
                  </a:cubicBezTo>
                  <a:cubicBezTo>
                    <a:pt x="46" y="152"/>
                    <a:pt x="45" y="153"/>
                    <a:pt x="44" y="155"/>
                  </a:cubicBezTo>
                  <a:cubicBezTo>
                    <a:pt x="43" y="156"/>
                    <a:pt x="41" y="157"/>
                    <a:pt x="40" y="157"/>
                  </a:cubicBezTo>
                  <a:cubicBezTo>
                    <a:pt x="38" y="158"/>
                    <a:pt x="37" y="159"/>
                    <a:pt x="35" y="159"/>
                  </a:cubicBezTo>
                  <a:cubicBezTo>
                    <a:pt x="33" y="160"/>
                    <a:pt x="32" y="160"/>
                    <a:pt x="30" y="161"/>
                  </a:cubicBezTo>
                  <a:cubicBezTo>
                    <a:pt x="28" y="162"/>
                    <a:pt x="27" y="163"/>
                    <a:pt x="25" y="163"/>
                  </a:cubicBezTo>
                  <a:cubicBezTo>
                    <a:pt x="25" y="163"/>
                    <a:pt x="26" y="163"/>
                    <a:pt x="26" y="163"/>
                  </a:cubicBezTo>
                  <a:cubicBezTo>
                    <a:pt x="26" y="163"/>
                    <a:pt x="24" y="163"/>
                    <a:pt x="25" y="163"/>
                  </a:cubicBezTo>
                  <a:cubicBezTo>
                    <a:pt x="24" y="164"/>
                    <a:pt x="23" y="165"/>
                    <a:pt x="22" y="166"/>
                  </a:cubicBezTo>
                  <a:cubicBezTo>
                    <a:pt x="21" y="166"/>
                    <a:pt x="20" y="168"/>
                    <a:pt x="20" y="169"/>
                  </a:cubicBezTo>
                  <a:cubicBezTo>
                    <a:pt x="20" y="169"/>
                    <a:pt x="20" y="169"/>
                    <a:pt x="20" y="169"/>
                  </a:cubicBezTo>
                  <a:cubicBezTo>
                    <a:pt x="19" y="170"/>
                    <a:pt x="19" y="170"/>
                    <a:pt x="19" y="170"/>
                  </a:cubicBezTo>
                  <a:cubicBezTo>
                    <a:pt x="19" y="171"/>
                    <a:pt x="17" y="170"/>
                    <a:pt x="17" y="171"/>
                  </a:cubicBezTo>
                  <a:cubicBezTo>
                    <a:pt x="17" y="170"/>
                    <a:pt x="18" y="171"/>
                    <a:pt x="18" y="171"/>
                  </a:cubicBezTo>
                  <a:cubicBezTo>
                    <a:pt x="19" y="172"/>
                    <a:pt x="19" y="173"/>
                    <a:pt x="20" y="173"/>
                  </a:cubicBezTo>
                  <a:cubicBezTo>
                    <a:pt x="20" y="173"/>
                    <a:pt x="21" y="175"/>
                    <a:pt x="21" y="174"/>
                  </a:cubicBezTo>
                  <a:cubicBezTo>
                    <a:pt x="21" y="173"/>
                    <a:pt x="21" y="172"/>
                    <a:pt x="22" y="172"/>
                  </a:cubicBezTo>
                  <a:cubicBezTo>
                    <a:pt x="22" y="173"/>
                    <a:pt x="22" y="173"/>
                    <a:pt x="21" y="174"/>
                  </a:cubicBezTo>
                  <a:cubicBezTo>
                    <a:pt x="21" y="175"/>
                    <a:pt x="21" y="175"/>
                    <a:pt x="21" y="176"/>
                  </a:cubicBezTo>
                  <a:cubicBezTo>
                    <a:pt x="21" y="177"/>
                    <a:pt x="21" y="178"/>
                    <a:pt x="21" y="179"/>
                  </a:cubicBezTo>
                  <a:cubicBezTo>
                    <a:pt x="21" y="179"/>
                    <a:pt x="21" y="180"/>
                    <a:pt x="21" y="180"/>
                  </a:cubicBezTo>
                  <a:cubicBezTo>
                    <a:pt x="19" y="180"/>
                    <a:pt x="17" y="181"/>
                    <a:pt x="15" y="180"/>
                  </a:cubicBezTo>
                  <a:cubicBezTo>
                    <a:pt x="15" y="180"/>
                    <a:pt x="14" y="180"/>
                    <a:pt x="14" y="180"/>
                  </a:cubicBezTo>
                  <a:cubicBezTo>
                    <a:pt x="13" y="180"/>
                    <a:pt x="14" y="179"/>
                    <a:pt x="14" y="178"/>
                  </a:cubicBezTo>
                  <a:cubicBezTo>
                    <a:pt x="14" y="177"/>
                    <a:pt x="13" y="175"/>
                    <a:pt x="13" y="174"/>
                  </a:cubicBezTo>
                  <a:cubicBezTo>
                    <a:pt x="14" y="173"/>
                    <a:pt x="14" y="171"/>
                    <a:pt x="13" y="171"/>
                  </a:cubicBezTo>
                  <a:cubicBezTo>
                    <a:pt x="12" y="171"/>
                    <a:pt x="12" y="168"/>
                    <a:pt x="13" y="168"/>
                  </a:cubicBezTo>
                  <a:cubicBezTo>
                    <a:pt x="13" y="167"/>
                    <a:pt x="13" y="167"/>
                    <a:pt x="13" y="166"/>
                  </a:cubicBezTo>
                  <a:cubicBezTo>
                    <a:pt x="13" y="165"/>
                    <a:pt x="13" y="164"/>
                    <a:pt x="13" y="163"/>
                  </a:cubicBezTo>
                  <a:cubicBezTo>
                    <a:pt x="13" y="161"/>
                    <a:pt x="13" y="159"/>
                    <a:pt x="13" y="158"/>
                  </a:cubicBezTo>
                  <a:cubicBezTo>
                    <a:pt x="13" y="156"/>
                    <a:pt x="14" y="154"/>
                    <a:pt x="13" y="152"/>
                  </a:cubicBezTo>
                  <a:cubicBezTo>
                    <a:pt x="12" y="150"/>
                    <a:pt x="13" y="149"/>
                    <a:pt x="12" y="148"/>
                  </a:cubicBezTo>
                  <a:cubicBezTo>
                    <a:pt x="11" y="147"/>
                    <a:pt x="11" y="146"/>
                    <a:pt x="11" y="146"/>
                  </a:cubicBezTo>
                  <a:cubicBezTo>
                    <a:pt x="11" y="145"/>
                    <a:pt x="10" y="144"/>
                    <a:pt x="10" y="143"/>
                  </a:cubicBezTo>
                  <a:cubicBezTo>
                    <a:pt x="9" y="143"/>
                    <a:pt x="10" y="142"/>
                    <a:pt x="10" y="141"/>
                  </a:cubicBezTo>
                  <a:cubicBezTo>
                    <a:pt x="10" y="140"/>
                    <a:pt x="10" y="139"/>
                    <a:pt x="10" y="138"/>
                  </a:cubicBezTo>
                  <a:cubicBezTo>
                    <a:pt x="9" y="137"/>
                    <a:pt x="9" y="135"/>
                    <a:pt x="8" y="134"/>
                  </a:cubicBezTo>
                  <a:cubicBezTo>
                    <a:pt x="8" y="133"/>
                    <a:pt x="8" y="133"/>
                    <a:pt x="8" y="132"/>
                  </a:cubicBezTo>
                  <a:cubicBezTo>
                    <a:pt x="8" y="131"/>
                    <a:pt x="8" y="131"/>
                    <a:pt x="8" y="131"/>
                  </a:cubicBezTo>
                  <a:cubicBezTo>
                    <a:pt x="10" y="130"/>
                    <a:pt x="11" y="128"/>
                    <a:pt x="12" y="127"/>
                  </a:cubicBezTo>
                  <a:cubicBezTo>
                    <a:pt x="14" y="125"/>
                    <a:pt x="15" y="124"/>
                    <a:pt x="16" y="122"/>
                  </a:cubicBezTo>
                  <a:cubicBezTo>
                    <a:pt x="17" y="122"/>
                    <a:pt x="18" y="119"/>
                    <a:pt x="19" y="120"/>
                  </a:cubicBezTo>
                  <a:cubicBezTo>
                    <a:pt x="19" y="120"/>
                    <a:pt x="19" y="120"/>
                    <a:pt x="19" y="120"/>
                  </a:cubicBezTo>
                  <a:cubicBezTo>
                    <a:pt x="19" y="119"/>
                    <a:pt x="18" y="118"/>
                    <a:pt x="19" y="117"/>
                  </a:cubicBezTo>
                  <a:cubicBezTo>
                    <a:pt x="19" y="116"/>
                    <a:pt x="20" y="116"/>
                    <a:pt x="20" y="115"/>
                  </a:cubicBezTo>
                  <a:cubicBezTo>
                    <a:pt x="20" y="114"/>
                    <a:pt x="20" y="114"/>
                    <a:pt x="20" y="113"/>
                  </a:cubicBezTo>
                  <a:cubicBezTo>
                    <a:pt x="20" y="111"/>
                    <a:pt x="21" y="112"/>
                    <a:pt x="22" y="111"/>
                  </a:cubicBezTo>
                  <a:cubicBezTo>
                    <a:pt x="22" y="110"/>
                    <a:pt x="22" y="109"/>
                    <a:pt x="23" y="109"/>
                  </a:cubicBezTo>
                  <a:cubicBezTo>
                    <a:pt x="23" y="108"/>
                    <a:pt x="23" y="107"/>
                    <a:pt x="24" y="107"/>
                  </a:cubicBezTo>
                  <a:cubicBezTo>
                    <a:pt x="24" y="106"/>
                    <a:pt x="25" y="105"/>
                    <a:pt x="25" y="105"/>
                  </a:cubicBezTo>
                  <a:cubicBezTo>
                    <a:pt x="25" y="105"/>
                    <a:pt x="25" y="104"/>
                    <a:pt x="25" y="104"/>
                  </a:cubicBezTo>
                  <a:cubicBezTo>
                    <a:pt x="25" y="104"/>
                    <a:pt x="25" y="103"/>
                    <a:pt x="25" y="103"/>
                  </a:cubicBezTo>
                  <a:cubicBezTo>
                    <a:pt x="25" y="102"/>
                    <a:pt x="25" y="102"/>
                    <a:pt x="25" y="101"/>
                  </a:cubicBezTo>
                  <a:cubicBezTo>
                    <a:pt x="25" y="101"/>
                    <a:pt x="23" y="103"/>
                    <a:pt x="23" y="101"/>
                  </a:cubicBezTo>
                  <a:cubicBezTo>
                    <a:pt x="23" y="100"/>
                    <a:pt x="24" y="100"/>
                    <a:pt x="23" y="99"/>
                  </a:cubicBezTo>
                  <a:cubicBezTo>
                    <a:pt x="23" y="99"/>
                    <a:pt x="23" y="99"/>
                    <a:pt x="23" y="99"/>
                  </a:cubicBezTo>
                  <a:cubicBezTo>
                    <a:pt x="23" y="99"/>
                    <a:pt x="23" y="98"/>
                    <a:pt x="23" y="98"/>
                  </a:cubicBezTo>
                  <a:cubicBezTo>
                    <a:pt x="23" y="97"/>
                    <a:pt x="24" y="96"/>
                    <a:pt x="24" y="95"/>
                  </a:cubicBezTo>
                  <a:cubicBezTo>
                    <a:pt x="23" y="94"/>
                    <a:pt x="23" y="94"/>
                    <a:pt x="23" y="94"/>
                  </a:cubicBezTo>
                  <a:cubicBezTo>
                    <a:pt x="22" y="94"/>
                    <a:pt x="22" y="94"/>
                    <a:pt x="22" y="93"/>
                  </a:cubicBezTo>
                  <a:cubicBezTo>
                    <a:pt x="23" y="93"/>
                    <a:pt x="22" y="92"/>
                    <a:pt x="24" y="92"/>
                  </a:cubicBezTo>
                  <a:cubicBezTo>
                    <a:pt x="24" y="92"/>
                    <a:pt x="25" y="92"/>
                    <a:pt x="25" y="91"/>
                  </a:cubicBezTo>
                  <a:cubicBezTo>
                    <a:pt x="25" y="90"/>
                    <a:pt x="24" y="90"/>
                    <a:pt x="24" y="89"/>
                  </a:cubicBezTo>
                  <a:cubicBezTo>
                    <a:pt x="24" y="89"/>
                    <a:pt x="25" y="89"/>
                    <a:pt x="25" y="89"/>
                  </a:cubicBezTo>
                  <a:cubicBezTo>
                    <a:pt x="26" y="88"/>
                    <a:pt x="25" y="88"/>
                    <a:pt x="26" y="87"/>
                  </a:cubicBezTo>
                  <a:cubicBezTo>
                    <a:pt x="26" y="87"/>
                    <a:pt x="26" y="86"/>
                    <a:pt x="25" y="86"/>
                  </a:cubicBezTo>
                  <a:cubicBezTo>
                    <a:pt x="25" y="86"/>
                    <a:pt x="25" y="86"/>
                    <a:pt x="25" y="85"/>
                  </a:cubicBezTo>
                  <a:cubicBezTo>
                    <a:pt x="26" y="85"/>
                    <a:pt x="25" y="85"/>
                    <a:pt x="25" y="84"/>
                  </a:cubicBezTo>
                  <a:cubicBezTo>
                    <a:pt x="25" y="83"/>
                    <a:pt x="25" y="83"/>
                    <a:pt x="25" y="82"/>
                  </a:cubicBezTo>
                  <a:cubicBezTo>
                    <a:pt x="25" y="81"/>
                    <a:pt x="26" y="81"/>
                    <a:pt x="26" y="80"/>
                  </a:cubicBezTo>
                  <a:cubicBezTo>
                    <a:pt x="26" y="80"/>
                    <a:pt x="26" y="79"/>
                    <a:pt x="26" y="79"/>
                  </a:cubicBezTo>
                  <a:cubicBezTo>
                    <a:pt x="25" y="78"/>
                    <a:pt x="25" y="78"/>
                    <a:pt x="25" y="77"/>
                  </a:cubicBezTo>
                  <a:cubicBezTo>
                    <a:pt x="26" y="77"/>
                    <a:pt x="26" y="76"/>
                    <a:pt x="26" y="76"/>
                  </a:cubicBezTo>
                  <a:cubicBezTo>
                    <a:pt x="25" y="75"/>
                    <a:pt x="26" y="74"/>
                    <a:pt x="25" y="73"/>
                  </a:cubicBezTo>
                  <a:cubicBezTo>
                    <a:pt x="25" y="73"/>
                    <a:pt x="24" y="72"/>
                    <a:pt x="25" y="71"/>
                  </a:cubicBezTo>
                  <a:cubicBezTo>
                    <a:pt x="25" y="71"/>
                    <a:pt x="26" y="69"/>
                    <a:pt x="26" y="69"/>
                  </a:cubicBezTo>
                  <a:cubicBezTo>
                    <a:pt x="25" y="69"/>
                    <a:pt x="24" y="69"/>
                    <a:pt x="24" y="69"/>
                  </a:cubicBezTo>
                  <a:cubicBezTo>
                    <a:pt x="23" y="69"/>
                    <a:pt x="23" y="68"/>
                    <a:pt x="23" y="67"/>
                  </a:cubicBezTo>
                  <a:cubicBezTo>
                    <a:pt x="21" y="66"/>
                    <a:pt x="19" y="66"/>
                    <a:pt x="17" y="66"/>
                  </a:cubicBezTo>
                  <a:cubicBezTo>
                    <a:pt x="17" y="66"/>
                    <a:pt x="16" y="66"/>
                    <a:pt x="16" y="66"/>
                  </a:cubicBezTo>
                  <a:cubicBezTo>
                    <a:pt x="15" y="65"/>
                    <a:pt x="16" y="65"/>
                    <a:pt x="15" y="65"/>
                  </a:cubicBezTo>
                  <a:cubicBezTo>
                    <a:pt x="15" y="65"/>
                    <a:pt x="15" y="64"/>
                    <a:pt x="15" y="64"/>
                  </a:cubicBezTo>
                  <a:cubicBezTo>
                    <a:pt x="14" y="63"/>
                    <a:pt x="13" y="63"/>
                    <a:pt x="12" y="63"/>
                  </a:cubicBezTo>
                  <a:cubicBezTo>
                    <a:pt x="11" y="63"/>
                    <a:pt x="11" y="63"/>
                    <a:pt x="10" y="62"/>
                  </a:cubicBezTo>
                  <a:cubicBezTo>
                    <a:pt x="10" y="61"/>
                    <a:pt x="9" y="61"/>
                    <a:pt x="9" y="61"/>
                  </a:cubicBezTo>
                  <a:cubicBezTo>
                    <a:pt x="8" y="61"/>
                    <a:pt x="8" y="62"/>
                    <a:pt x="7" y="62"/>
                  </a:cubicBezTo>
                  <a:cubicBezTo>
                    <a:pt x="7" y="62"/>
                    <a:pt x="7" y="61"/>
                    <a:pt x="7" y="61"/>
                  </a:cubicBezTo>
                  <a:cubicBezTo>
                    <a:pt x="6" y="61"/>
                    <a:pt x="6" y="61"/>
                    <a:pt x="5" y="61"/>
                  </a:cubicBezTo>
                  <a:cubicBezTo>
                    <a:pt x="4" y="61"/>
                    <a:pt x="3" y="61"/>
                    <a:pt x="1" y="61"/>
                  </a:cubicBezTo>
                  <a:cubicBezTo>
                    <a:pt x="1" y="59"/>
                    <a:pt x="1" y="58"/>
                    <a:pt x="1" y="56"/>
                  </a:cubicBezTo>
                  <a:cubicBezTo>
                    <a:pt x="1" y="56"/>
                    <a:pt x="1" y="55"/>
                    <a:pt x="1" y="55"/>
                  </a:cubicBezTo>
                  <a:cubicBezTo>
                    <a:pt x="1" y="54"/>
                    <a:pt x="1" y="54"/>
                    <a:pt x="0" y="53"/>
                  </a:cubicBezTo>
                  <a:cubicBezTo>
                    <a:pt x="0" y="52"/>
                    <a:pt x="0" y="51"/>
                    <a:pt x="0" y="51"/>
                  </a:cubicBezTo>
                  <a:cubicBezTo>
                    <a:pt x="0" y="50"/>
                    <a:pt x="0" y="50"/>
                    <a:pt x="0" y="50"/>
                  </a:cubicBezTo>
                  <a:cubicBezTo>
                    <a:pt x="1" y="50"/>
                    <a:pt x="1" y="50"/>
                    <a:pt x="1" y="49"/>
                  </a:cubicBezTo>
                  <a:cubicBezTo>
                    <a:pt x="3" y="49"/>
                    <a:pt x="5" y="48"/>
                    <a:pt x="6" y="47"/>
                  </a:cubicBezTo>
                  <a:cubicBezTo>
                    <a:pt x="8" y="47"/>
                    <a:pt x="10" y="47"/>
                    <a:pt x="11" y="46"/>
                  </a:cubicBezTo>
                  <a:cubicBezTo>
                    <a:pt x="12" y="46"/>
                    <a:pt x="13" y="45"/>
                    <a:pt x="13" y="45"/>
                  </a:cubicBezTo>
                  <a:cubicBezTo>
                    <a:pt x="14" y="45"/>
                    <a:pt x="15" y="44"/>
                    <a:pt x="16" y="44"/>
                  </a:cubicBezTo>
                  <a:cubicBezTo>
                    <a:pt x="18" y="43"/>
                    <a:pt x="20" y="43"/>
                    <a:pt x="21" y="42"/>
                  </a:cubicBezTo>
                  <a:cubicBezTo>
                    <a:pt x="23" y="42"/>
                    <a:pt x="25" y="41"/>
                    <a:pt x="27" y="40"/>
                  </a:cubicBezTo>
                  <a:cubicBezTo>
                    <a:pt x="28" y="40"/>
                    <a:pt x="30" y="39"/>
                    <a:pt x="30" y="40"/>
                  </a:cubicBezTo>
                  <a:cubicBezTo>
                    <a:pt x="30" y="41"/>
                    <a:pt x="30" y="41"/>
                    <a:pt x="31" y="42"/>
                  </a:cubicBezTo>
                  <a:cubicBezTo>
                    <a:pt x="31" y="43"/>
                    <a:pt x="31" y="43"/>
                    <a:pt x="32" y="44"/>
                  </a:cubicBezTo>
                  <a:cubicBezTo>
                    <a:pt x="32" y="44"/>
                    <a:pt x="33" y="45"/>
                    <a:pt x="33" y="45"/>
                  </a:cubicBezTo>
                  <a:cubicBezTo>
                    <a:pt x="33" y="46"/>
                    <a:pt x="33" y="45"/>
                    <a:pt x="33" y="45"/>
                  </a:cubicBezTo>
                  <a:cubicBezTo>
                    <a:pt x="34" y="44"/>
                    <a:pt x="34" y="45"/>
                    <a:pt x="35" y="45"/>
                  </a:cubicBezTo>
                  <a:cubicBezTo>
                    <a:pt x="35" y="45"/>
                    <a:pt x="35" y="45"/>
                    <a:pt x="35" y="45"/>
                  </a:cubicBezTo>
                  <a:cubicBezTo>
                    <a:pt x="36" y="44"/>
                    <a:pt x="36" y="44"/>
                    <a:pt x="36" y="45"/>
                  </a:cubicBezTo>
                  <a:cubicBezTo>
                    <a:pt x="37" y="45"/>
                    <a:pt x="37" y="44"/>
                    <a:pt x="38" y="44"/>
                  </a:cubicBezTo>
                  <a:cubicBezTo>
                    <a:pt x="39" y="44"/>
                    <a:pt x="39" y="43"/>
                    <a:pt x="40" y="43"/>
                  </a:cubicBezTo>
                  <a:cubicBezTo>
                    <a:pt x="40" y="43"/>
                    <a:pt x="41" y="44"/>
                    <a:pt x="41" y="45"/>
                  </a:cubicBezTo>
                  <a:cubicBezTo>
                    <a:pt x="41" y="46"/>
                    <a:pt x="41" y="46"/>
                    <a:pt x="41" y="47"/>
                  </a:cubicBezTo>
                  <a:cubicBezTo>
                    <a:pt x="42" y="48"/>
                    <a:pt x="42" y="49"/>
                    <a:pt x="42" y="50"/>
                  </a:cubicBezTo>
                  <a:cubicBezTo>
                    <a:pt x="42" y="51"/>
                    <a:pt x="41" y="51"/>
                    <a:pt x="42" y="52"/>
                  </a:cubicBezTo>
                  <a:cubicBezTo>
                    <a:pt x="42" y="53"/>
                    <a:pt x="42" y="53"/>
                    <a:pt x="41" y="53"/>
                  </a:cubicBezTo>
                  <a:cubicBezTo>
                    <a:pt x="41" y="54"/>
                    <a:pt x="40" y="55"/>
                    <a:pt x="40" y="56"/>
                  </a:cubicBezTo>
                  <a:cubicBezTo>
                    <a:pt x="40" y="57"/>
                    <a:pt x="40" y="57"/>
                    <a:pt x="40" y="58"/>
                  </a:cubicBezTo>
                  <a:cubicBezTo>
                    <a:pt x="39" y="58"/>
                    <a:pt x="39" y="58"/>
                    <a:pt x="38" y="59"/>
                  </a:cubicBezTo>
                  <a:cubicBezTo>
                    <a:pt x="38" y="60"/>
                    <a:pt x="39" y="60"/>
                    <a:pt x="39" y="61"/>
                  </a:cubicBezTo>
                  <a:cubicBezTo>
                    <a:pt x="40" y="61"/>
                    <a:pt x="40" y="62"/>
                    <a:pt x="40" y="63"/>
                  </a:cubicBezTo>
                  <a:cubicBezTo>
                    <a:pt x="39" y="64"/>
                    <a:pt x="41" y="64"/>
                    <a:pt x="41" y="65"/>
                  </a:cubicBezTo>
                  <a:cubicBezTo>
                    <a:pt x="41" y="66"/>
                    <a:pt x="42" y="66"/>
                    <a:pt x="42" y="67"/>
                  </a:cubicBezTo>
                  <a:cubicBezTo>
                    <a:pt x="43" y="67"/>
                    <a:pt x="43" y="67"/>
                    <a:pt x="43" y="68"/>
                  </a:cubicBezTo>
                  <a:cubicBezTo>
                    <a:pt x="43" y="68"/>
                    <a:pt x="44" y="68"/>
                    <a:pt x="44" y="69"/>
                  </a:cubicBezTo>
                  <a:cubicBezTo>
                    <a:pt x="44" y="69"/>
                    <a:pt x="45" y="69"/>
                    <a:pt x="45" y="70"/>
                  </a:cubicBezTo>
                  <a:cubicBezTo>
                    <a:pt x="45" y="70"/>
                    <a:pt x="46" y="70"/>
                    <a:pt x="46" y="70"/>
                  </a:cubicBezTo>
                  <a:cubicBezTo>
                    <a:pt x="47" y="71"/>
                    <a:pt x="45" y="72"/>
                    <a:pt x="46" y="73"/>
                  </a:cubicBezTo>
                  <a:cubicBezTo>
                    <a:pt x="46" y="73"/>
                    <a:pt x="47" y="74"/>
                    <a:pt x="47" y="74"/>
                  </a:cubicBezTo>
                  <a:cubicBezTo>
                    <a:pt x="49" y="73"/>
                    <a:pt x="48" y="72"/>
                    <a:pt x="48" y="71"/>
                  </a:cubicBezTo>
                  <a:cubicBezTo>
                    <a:pt x="48" y="70"/>
                    <a:pt x="48" y="70"/>
                    <a:pt x="48" y="69"/>
                  </a:cubicBezTo>
                  <a:cubicBezTo>
                    <a:pt x="48" y="69"/>
                    <a:pt x="47" y="68"/>
                    <a:pt x="47" y="68"/>
                  </a:cubicBezTo>
                  <a:cubicBezTo>
                    <a:pt x="46" y="67"/>
                    <a:pt x="47" y="67"/>
                    <a:pt x="47" y="66"/>
                  </a:cubicBezTo>
                  <a:cubicBezTo>
                    <a:pt x="48" y="66"/>
                    <a:pt x="48" y="65"/>
                    <a:pt x="48" y="64"/>
                  </a:cubicBezTo>
                  <a:cubicBezTo>
                    <a:pt x="48" y="63"/>
                    <a:pt x="49" y="63"/>
                    <a:pt x="49" y="63"/>
                  </a:cubicBezTo>
                  <a:cubicBezTo>
                    <a:pt x="49" y="63"/>
                    <a:pt x="50" y="62"/>
                    <a:pt x="50" y="63"/>
                  </a:cubicBezTo>
                  <a:cubicBezTo>
                    <a:pt x="50" y="63"/>
                    <a:pt x="50" y="63"/>
                    <a:pt x="50" y="63"/>
                  </a:cubicBezTo>
                  <a:cubicBezTo>
                    <a:pt x="51" y="63"/>
                    <a:pt x="51" y="63"/>
                    <a:pt x="51" y="63"/>
                  </a:cubicBezTo>
                  <a:cubicBezTo>
                    <a:pt x="51" y="62"/>
                    <a:pt x="52" y="62"/>
                    <a:pt x="52" y="62"/>
                  </a:cubicBezTo>
                  <a:cubicBezTo>
                    <a:pt x="53" y="62"/>
                    <a:pt x="53" y="62"/>
                    <a:pt x="53" y="61"/>
                  </a:cubicBezTo>
                  <a:cubicBezTo>
                    <a:pt x="53" y="59"/>
                    <a:pt x="54" y="57"/>
                    <a:pt x="54" y="56"/>
                  </a:cubicBezTo>
                  <a:cubicBezTo>
                    <a:pt x="54" y="55"/>
                    <a:pt x="54" y="54"/>
                    <a:pt x="54" y="53"/>
                  </a:cubicBezTo>
                  <a:cubicBezTo>
                    <a:pt x="53" y="52"/>
                    <a:pt x="54" y="51"/>
                    <a:pt x="54" y="50"/>
                  </a:cubicBezTo>
                  <a:cubicBezTo>
                    <a:pt x="54" y="50"/>
                    <a:pt x="55" y="49"/>
                    <a:pt x="55" y="49"/>
                  </a:cubicBezTo>
                  <a:cubicBezTo>
                    <a:pt x="55" y="49"/>
                    <a:pt x="54" y="48"/>
                    <a:pt x="54" y="48"/>
                  </a:cubicBezTo>
                  <a:cubicBezTo>
                    <a:pt x="54" y="48"/>
                    <a:pt x="54" y="47"/>
                    <a:pt x="54" y="46"/>
                  </a:cubicBezTo>
                  <a:cubicBezTo>
                    <a:pt x="54" y="46"/>
                    <a:pt x="53" y="45"/>
                    <a:pt x="53" y="44"/>
                  </a:cubicBezTo>
                  <a:cubicBezTo>
                    <a:pt x="52" y="43"/>
                    <a:pt x="51" y="42"/>
                    <a:pt x="51" y="41"/>
                  </a:cubicBezTo>
                  <a:cubicBezTo>
                    <a:pt x="50" y="40"/>
                    <a:pt x="49" y="39"/>
                    <a:pt x="48" y="37"/>
                  </a:cubicBezTo>
                  <a:cubicBezTo>
                    <a:pt x="48" y="36"/>
                    <a:pt x="47" y="36"/>
                    <a:pt x="47" y="35"/>
                  </a:cubicBezTo>
                  <a:cubicBezTo>
                    <a:pt x="46" y="35"/>
                    <a:pt x="45" y="34"/>
                    <a:pt x="45" y="33"/>
                  </a:cubicBezTo>
                  <a:cubicBezTo>
                    <a:pt x="45" y="33"/>
                    <a:pt x="45" y="32"/>
                    <a:pt x="45" y="32"/>
                  </a:cubicBezTo>
                  <a:cubicBezTo>
                    <a:pt x="44" y="31"/>
                    <a:pt x="44" y="31"/>
                    <a:pt x="44" y="30"/>
                  </a:cubicBezTo>
                  <a:cubicBezTo>
                    <a:pt x="45" y="29"/>
                    <a:pt x="44" y="29"/>
                    <a:pt x="44" y="28"/>
                  </a:cubicBezTo>
                  <a:cubicBezTo>
                    <a:pt x="44" y="27"/>
                    <a:pt x="45" y="26"/>
                    <a:pt x="45" y="25"/>
                  </a:cubicBezTo>
                  <a:cubicBezTo>
                    <a:pt x="45" y="24"/>
                    <a:pt x="43" y="23"/>
                    <a:pt x="44" y="21"/>
                  </a:cubicBezTo>
                  <a:cubicBezTo>
                    <a:pt x="44" y="21"/>
                    <a:pt x="44" y="20"/>
                    <a:pt x="44" y="19"/>
                  </a:cubicBezTo>
                  <a:cubicBezTo>
                    <a:pt x="44" y="19"/>
                    <a:pt x="45" y="18"/>
                    <a:pt x="45" y="18"/>
                  </a:cubicBezTo>
                  <a:cubicBezTo>
                    <a:pt x="46" y="17"/>
                    <a:pt x="46" y="15"/>
                    <a:pt x="46" y="14"/>
                  </a:cubicBezTo>
                  <a:cubicBezTo>
                    <a:pt x="46" y="13"/>
                    <a:pt x="46" y="12"/>
                    <a:pt x="47" y="12"/>
                  </a:cubicBezTo>
                  <a:cubicBezTo>
                    <a:pt x="48" y="12"/>
                    <a:pt x="49" y="12"/>
                    <a:pt x="50" y="13"/>
                  </a:cubicBezTo>
                  <a:cubicBezTo>
                    <a:pt x="50" y="13"/>
                    <a:pt x="52" y="13"/>
                    <a:pt x="52" y="13"/>
                  </a:cubicBezTo>
                  <a:cubicBezTo>
                    <a:pt x="52" y="13"/>
                    <a:pt x="53" y="13"/>
                    <a:pt x="53" y="12"/>
                  </a:cubicBezTo>
                  <a:cubicBezTo>
                    <a:pt x="54" y="12"/>
                    <a:pt x="55" y="10"/>
                    <a:pt x="56" y="11"/>
                  </a:cubicBezTo>
                  <a:cubicBezTo>
                    <a:pt x="56" y="11"/>
                    <a:pt x="56" y="12"/>
                    <a:pt x="57" y="12"/>
                  </a:cubicBezTo>
                  <a:cubicBezTo>
                    <a:pt x="57" y="12"/>
                    <a:pt x="58" y="12"/>
                    <a:pt x="58" y="13"/>
                  </a:cubicBezTo>
                  <a:cubicBezTo>
                    <a:pt x="58" y="13"/>
                    <a:pt x="58" y="14"/>
                    <a:pt x="58" y="14"/>
                  </a:cubicBezTo>
                  <a:cubicBezTo>
                    <a:pt x="59" y="14"/>
                    <a:pt x="60" y="14"/>
                    <a:pt x="61" y="14"/>
                  </a:cubicBezTo>
                  <a:cubicBezTo>
                    <a:pt x="61" y="14"/>
                    <a:pt x="61" y="14"/>
                    <a:pt x="62" y="14"/>
                  </a:cubicBezTo>
                  <a:cubicBezTo>
                    <a:pt x="63" y="14"/>
                    <a:pt x="63" y="14"/>
                    <a:pt x="63" y="13"/>
                  </a:cubicBezTo>
                  <a:cubicBezTo>
                    <a:pt x="64" y="13"/>
                    <a:pt x="64" y="13"/>
                    <a:pt x="64" y="12"/>
                  </a:cubicBezTo>
                  <a:cubicBezTo>
                    <a:pt x="65" y="12"/>
                    <a:pt x="65" y="13"/>
                    <a:pt x="66" y="13"/>
                  </a:cubicBezTo>
                  <a:cubicBezTo>
                    <a:pt x="67" y="12"/>
                    <a:pt x="67" y="13"/>
                    <a:pt x="67" y="13"/>
                  </a:cubicBezTo>
                  <a:cubicBezTo>
                    <a:pt x="67" y="14"/>
                    <a:pt x="68" y="14"/>
                    <a:pt x="69" y="14"/>
                  </a:cubicBezTo>
                  <a:cubicBezTo>
                    <a:pt x="69" y="14"/>
                    <a:pt x="70" y="14"/>
                    <a:pt x="70" y="14"/>
                  </a:cubicBezTo>
                  <a:cubicBezTo>
                    <a:pt x="71" y="14"/>
                    <a:pt x="71" y="13"/>
                    <a:pt x="72" y="13"/>
                  </a:cubicBezTo>
                  <a:cubicBezTo>
                    <a:pt x="73" y="13"/>
                    <a:pt x="74" y="12"/>
                    <a:pt x="74" y="11"/>
                  </a:cubicBezTo>
                  <a:cubicBezTo>
                    <a:pt x="74" y="10"/>
                    <a:pt x="75" y="9"/>
                    <a:pt x="77" y="9"/>
                  </a:cubicBezTo>
                  <a:cubicBezTo>
                    <a:pt x="77" y="9"/>
                    <a:pt x="78" y="9"/>
                    <a:pt x="78" y="9"/>
                  </a:cubicBezTo>
                  <a:cubicBezTo>
                    <a:pt x="79" y="10"/>
                    <a:pt x="79" y="10"/>
                    <a:pt x="80" y="11"/>
                  </a:cubicBezTo>
                  <a:cubicBezTo>
                    <a:pt x="81" y="11"/>
                    <a:pt x="81" y="10"/>
                    <a:pt x="82" y="9"/>
                  </a:cubicBezTo>
                  <a:cubicBezTo>
                    <a:pt x="82" y="9"/>
                    <a:pt x="82" y="9"/>
                    <a:pt x="83" y="9"/>
                  </a:cubicBezTo>
                  <a:cubicBezTo>
                    <a:pt x="83" y="9"/>
                    <a:pt x="84" y="9"/>
                    <a:pt x="84" y="8"/>
                  </a:cubicBezTo>
                  <a:cubicBezTo>
                    <a:pt x="85" y="8"/>
                    <a:pt x="85" y="8"/>
                    <a:pt x="86" y="8"/>
                  </a:cubicBezTo>
                  <a:cubicBezTo>
                    <a:pt x="87" y="8"/>
                    <a:pt x="87" y="8"/>
                    <a:pt x="88" y="8"/>
                  </a:cubicBezTo>
                  <a:cubicBezTo>
                    <a:pt x="89" y="8"/>
                    <a:pt x="89" y="7"/>
                    <a:pt x="90" y="7"/>
                  </a:cubicBezTo>
                  <a:cubicBezTo>
                    <a:pt x="90" y="6"/>
                    <a:pt x="91" y="6"/>
                    <a:pt x="92" y="6"/>
                  </a:cubicBezTo>
                  <a:cubicBezTo>
                    <a:pt x="93" y="5"/>
                    <a:pt x="95" y="4"/>
                    <a:pt x="96" y="3"/>
                  </a:cubicBezTo>
                  <a:cubicBezTo>
                    <a:pt x="97" y="3"/>
                    <a:pt x="97" y="2"/>
                    <a:pt x="98" y="2"/>
                  </a:cubicBezTo>
                  <a:cubicBezTo>
                    <a:pt x="99" y="1"/>
                    <a:pt x="99" y="1"/>
                    <a:pt x="99" y="0"/>
                  </a:cubicBezTo>
                  <a:cubicBezTo>
                    <a:pt x="100" y="0"/>
                    <a:pt x="100" y="1"/>
                    <a:pt x="100" y="1"/>
                  </a:cubicBezTo>
                  <a:cubicBezTo>
                    <a:pt x="100" y="1"/>
                    <a:pt x="100" y="1"/>
                    <a:pt x="100" y="1"/>
                  </a:cubicBezTo>
                  <a:cubicBezTo>
                    <a:pt x="100" y="2"/>
                    <a:pt x="101" y="1"/>
                    <a:pt x="101" y="2"/>
                  </a:cubicBezTo>
                  <a:cubicBezTo>
                    <a:pt x="101" y="2"/>
                    <a:pt x="101" y="2"/>
                    <a:pt x="101" y="3"/>
                  </a:cubicBezTo>
                  <a:cubicBezTo>
                    <a:pt x="101" y="3"/>
                    <a:pt x="100" y="3"/>
                    <a:pt x="100" y="4"/>
                  </a:cubicBezTo>
                  <a:cubicBezTo>
                    <a:pt x="100" y="3"/>
                    <a:pt x="101" y="4"/>
                    <a:pt x="101" y="5"/>
                  </a:cubicBezTo>
                  <a:cubicBezTo>
                    <a:pt x="100" y="5"/>
                    <a:pt x="100" y="5"/>
                    <a:pt x="100" y="6"/>
                  </a:cubicBezTo>
                  <a:cubicBezTo>
                    <a:pt x="100" y="6"/>
                    <a:pt x="100" y="6"/>
                    <a:pt x="101" y="7"/>
                  </a:cubicBezTo>
                  <a:cubicBezTo>
                    <a:pt x="101" y="7"/>
                    <a:pt x="100" y="8"/>
                    <a:pt x="100" y="9"/>
                  </a:cubicBezTo>
                  <a:cubicBezTo>
                    <a:pt x="99" y="9"/>
                    <a:pt x="99" y="9"/>
                    <a:pt x="99" y="10"/>
                  </a:cubicBezTo>
                  <a:cubicBezTo>
                    <a:pt x="99" y="10"/>
                    <a:pt x="98" y="10"/>
                    <a:pt x="99" y="10"/>
                  </a:cubicBezTo>
                  <a:cubicBezTo>
                    <a:pt x="99" y="10"/>
                    <a:pt x="99" y="10"/>
                    <a:pt x="100" y="11"/>
                  </a:cubicBezTo>
                  <a:cubicBezTo>
                    <a:pt x="100" y="11"/>
                    <a:pt x="99" y="12"/>
                    <a:pt x="99" y="12"/>
                  </a:cubicBezTo>
                  <a:cubicBezTo>
                    <a:pt x="99" y="13"/>
                    <a:pt x="99" y="14"/>
                    <a:pt x="100" y="15"/>
                  </a:cubicBezTo>
                  <a:cubicBezTo>
                    <a:pt x="100" y="15"/>
                    <a:pt x="99" y="16"/>
                    <a:pt x="100" y="16"/>
                  </a:cubicBezTo>
                  <a:cubicBezTo>
                    <a:pt x="100" y="17"/>
                    <a:pt x="100" y="17"/>
                    <a:pt x="100" y="18"/>
                  </a:cubicBezTo>
                  <a:cubicBezTo>
                    <a:pt x="100" y="18"/>
                    <a:pt x="100" y="19"/>
                    <a:pt x="100" y="19"/>
                  </a:cubicBezTo>
                  <a:cubicBezTo>
                    <a:pt x="100" y="20"/>
                    <a:pt x="100" y="20"/>
                    <a:pt x="99" y="20"/>
                  </a:cubicBezTo>
                  <a:cubicBezTo>
                    <a:pt x="100" y="20"/>
                    <a:pt x="100" y="21"/>
                    <a:pt x="100" y="21"/>
                  </a:cubicBezTo>
                  <a:cubicBezTo>
                    <a:pt x="100" y="21"/>
                    <a:pt x="100" y="22"/>
                    <a:pt x="100" y="22"/>
                  </a:cubicBezTo>
                  <a:cubicBezTo>
                    <a:pt x="100" y="22"/>
                    <a:pt x="99" y="23"/>
                    <a:pt x="100" y="23"/>
                  </a:cubicBezTo>
                  <a:cubicBezTo>
                    <a:pt x="100" y="23"/>
                    <a:pt x="100" y="23"/>
                    <a:pt x="100" y="23"/>
                  </a:cubicBezTo>
                  <a:cubicBezTo>
                    <a:pt x="100" y="24"/>
                    <a:pt x="100" y="24"/>
                    <a:pt x="100" y="24"/>
                  </a:cubicBezTo>
                  <a:cubicBezTo>
                    <a:pt x="100" y="25"/>
                    <a:pt x="100" y="25"/>
                    <a:pt x="100" y="25"/>
                  </a:cubicBezTo>
                  <a:cubicBezTo>
                    <a:pt x="101" y="25"/>
                    <a:pt x="101" y="26"/>
                    <a:pt x="100" y="26"/>
                  </a:cubicBezTo>
                  <a:cubicBezTo>
                    <a:pt x="100" y="26"/>
                    <a:pt x="100" y="26"/>
                    <a:pt x="100" y="26"/>
                  </a:cubicBezTo>
                  <a:cubicBezTo>
                    <a:pt x="100" y="26"/>
                    <a:pt x="100" y="27"/>
                    <a:pt x="100" y="27"/>
                  </a:cubicBezTo>
                  <a:cubicBezTo>
                    <a:pt x="99" y="27"/>
                    <a:pt x="99" y="27"/>
                    <a:pt x="99" y="27"/>
                  </a:cubicBezTo>
                  <a:cubicBezTo>
                    <a:pt x="98" y="28"/>
                    <a:pt x="100" y="29"/>
                    <a:pt x="99" y="28"/>
                  </a:cubicBezTo>
                  <a:cubicBezTo>
                    <a:pt x="99" y="28"/>
                    <a:pt x="100" y="28"/>
                    <a:pt x="100" y="28"/>
                  </a:cubicBezTo>
                  <a:cubicBezTo>
                    <a:pt x="100" y="28"/>
                    <a:pt x="100" y="28"/>
                    <a:pt x="100" y="29"/>
                  </a:cubicBezTo>
                  <a:cubicBezTo>
                    <a:pt x="100" y="29"/>
                    <a:pt x="100" y="30"/>
                    <a:pt x="100" y="30"/>
                  </a:cubicBezTo>
                  <a:cubicBezTo>
                    <a:pt x="100" y="31"/>
                    <a:pt x="100" y="31"/>
                    <a:pt x="100" y="31"/>
                  </a:cubicBezTo>
                  <a:cubicBezTo>
                    <a:pt x="100" y="31"/>
                    <a:pt x="100" y="33"/>
                    <a:pt x="100" y="33"/>
                  </a:cubicBezTo>
                  <a:cubicBezTo>
                    <a:pt x="100" y="33"/>
                    <a:pt x="99" y="33"/>
                    <a:pt x="99" y="34"/>
                  </a:cubicBezTo>
                  <a:cubicBezTo>
                    <a:pt x="100" y="34"/>
                    <a:pt x="100" y="34"/>
                    <a:pt x="100" y="34"/>
                  </a:cubicBezTo>
                  <a:cubicBezTo>
                    <a:pt x="100" y="35"/>
                    <a:pt x="99" y="35"/>
                    <a:pt x="100" y="36"/>
                  </a:cubicBezTo>
                  <a:cubicBezTo>
                    <a:pt x="100" y="36"/>
                    <a:pt x="100" y="37"/>
                    <a:pt x="100" y="37"/>
                  </a:cubicBezTo>
                  <a:cubicBezTo>
                    <a:pt x="100" y="38"/>
                    <a:pt x="100" y="38"/>
                    <a:pt x="100" y="39"/>
                  </a:cubicBezTo>
                  <a:cubicBezTo>
                    <a:pt x="100" y="39"/>
                    <a:pt x="100" y="40"/>
                    <a:pt x="100" y="40"/>
                  </a:cubicBezTo>
                  <a:cubicBezTo>
                    <a:pt x="100" y="40"/>
                    <a:pt x="100" y="41"/>
                    <a:pt x="100" y="41"/>
                  </a:cubicBezTo>
                  <a:cubicBezTo>
                    <a:pt x="99" y="41"/>
                    <a:pt x="99" y="41"/>
                    <a:pt x="99" y="41"/>
                  </a:cubicBezTo>
                  <a:cubicBezTo>
                    <a:pt x="100" y="42"/>
                    <a:pt x="99" y="41"/>
                    <a:pt x="100" y="42"/>
                  </a:cubicBezTo>
                  <a:cubicBezTo>
                    <a:pt x="100" y="42"/>
                    <a:pt x="100" y="42"/>
                    <a:pt x="100" y="42"/>
                  </a:cubicBezTo>
                  <a:cubicBezTo>
                    <a:pt x="100" y="42"/>
                    <a:pt x="101" y="40"/>
                    <a:pt x="101" y="42"/>
                  </a:cubicBezTo>
                  <a:cubicBezTo>
                    <a:pt x="101" y="42"/>
                    <a:pt x="101" y="44"/>
                    <a:pt x="100" y="43"/>
                  </a:cubicBezTo>
                  <a:cubicBezTo>
                    <a:pt x="100" y="44"/>
                    <a:pt x="100" y="44"/>
                    <a:pt x="100" y="45"/>
                  </a:cubicBezTo>
                  <a:cubicBezTo>
                    <a:pt x="101" y="45"/>
                    <a:pt x="100" y="44"/>
                    <a:pt x="101" y="44"/>
                  </a:cubicBezTo>
                  <a:cubicBezTo>
                    <a:pt x="102" y="43"/>
                    <a:pt x="102" y="44"/>
                    <a:pt x="102" y="44"/>
                  </a:cubicBezTo>
                  <a:cubicBezTo>
                    <a:pt x="102" y="45"/>
                    <a:pt x="101" y="45"/>
                    <a:pt x="101" y="45"/>
                  </a:cubicBezTo>
                  <a:cubicBezTo>
                    <a:pt x="101" y="45"/>
                    <a:pt x="102" y="45"/>
                    <a:pt x="102" y="45"/>
                  </a:cubicBezTo>
                  <a:cubicBezTo>
                    <a:pt x="102" y="45"/>
                    <a:pt x="102" y="46"/>
                    <a:pt x="102" y="46"/>
                  </a:cubicBezTo>
                  <a:cubicBezTo>
                    <a:pt x="102" y="46"/>
                    <a:pt x="102" y="47"/>
                    <a:pt x="102" y="47"/>
                  </a:cubicBezTo>
                  <a:cubicBezTo>
                    <a:pt x="102" y="48"/>
                    <a:pt x="100" y="50"/>
                    <a:pt x="100" y="49"/>
                  </a:cubicBezTo>
                  <a:cubicBezTo>
                    <a:pt x="100" y="49"/>
                    <a:pt x="100" y="49"/>
                    <a:pt x="101" y="49"/>
                  </a:cubicBezTo>
                  <a:cubicBezTo>
                    <a:pt x="101" y="49"/>
                    <a:pt x="102" y="50"/>
                    <a:pt x="101" y="50"/>
                  </a:cubicBezTo>
                  <a:close/>
                  <a:moveTo>
                    <a:pt x="47" y="125"/>
                  </a:moveTo>
                  <a:cubicBezTo>
                    <a:pt x="48" y="124"/>
                    <a:pt x="48" y="124"/>
                    <a:pt x="48" y="123"/>
                  </a:cubicBezTo>
                  <a:cubicBezTo>
                    <a:pt x="48" y="123"/>
                    <a:pt x="48" y="122"/>
                    <a:pt x="48" y="122"/>
                  </a:cubicBezTo>
                  <a:cubicBezTo>
                    <a:pt x="47" y="122"/>
                    <a:pt x="47" y="125"/>
                    <a:pt x="47" y="125"/>
                  </a:cubicBezTo>
                  <a:close/>
                  <a:moveTo>
                    <a:pt x="21" y="172"/>
                  </a:moveTo>
                  <a:cubicBezTo>
                    <a:pt x="21" y="171"/>
                    <a:pt x="22" y="171"/>
                    <a:pt x="22" y="172"/>
                  </a:cubicBezTo>
                  <a:cubicBezTo>
                    <a:pt x="22" y="171"/>
                    <a:pt x="22" y="171"/>
                    <a:pt x="22" y="171"/>
                  </a:cubicBezTo>
                  <a:cubicBezTo>
                    <a:pt x="22" y="171"/>
                    <a:pt x="21" y="171"/>
                    <a:pt x="21" y="17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22" name="Morocco">
              <a:extLst>
                <a:ext uri="{FF2B5EF4-FFF2-40B4-BE49-F238E27FC236}">
                  <a16:creationId xmlns:a16="http://schemas.microsoft.com/office/drawing/2014/main" id="{998F785C-8ED6-0F74-F074-B8EB6684C82A}"/>
                </a:ext>
              </a:extLst>
            </p:cNvPr>
            <p:cNvSpPr>
              <a:spLocks/>
            </p:cNvSpPr>
            <p:nvPr/>
          </p:nvSpPr>
          <p:spPr bwMode="auto">
            <a:xfrm>
              <a:off x="5268351" y="2643694"/>
              <a:ext cx="410691" cy="322475"/>
            </a:xfrm>
            <a:custGeom>
              <a:avLst/>
              <a:gdLst/>
              <a:ahLst/>
              <a:cxnLst>
                <a:cxn ang="0">
                  <a:pos x="114" y="36"/>
                </a:cxn>
                <a:cxn ang="0">
                  <a:pos x="111" y="33"/>
                </a:cxn>
                <a:cxn ang="0">
                  <a:pos x="110" y="29"/>
                </a:cxn>
                <a:cxn ang="0">
                  <a:pos x="110" y="25"/>
                </a:cxn>
                <a:cxn ang="0">
                  <a:pos x="110" y="22"/>
                </a:cxn>
                <a:cxn ang="0">
                  <a:pos x="110" y="17"/>
                </a:cxn>
                <a:cxn ang="0">
                  <a:pos x="109" y="14"/>
                </a:cxn>
                <a:cxn ang="0">
                  <a:pos x="108" y="12"/>
                </a:cxn>
                <a:cxn ang="0">
                  <a:pos x="106" y="10"/>
                </a:cxn>
                <a:cxn ang="0">
                  <a:pos x="101" y="9"/>
                </a:cxn>
                <a:cxn ang="0">
                  <a:pos x="101" y="9"/>
                </a:cxn>
                <a:cxn ang="0">
                  <a:pos x="99" y="8"/>
                </a:cxn>
                <a:cxn ang="0">
                  <a:pos x="99" y="6"/>
                </a:cxn>
                <a:cxn ang="0">
                  <a:pos x="96" y="8"/>
                </a:cxn>
                <a:cxn ang="0">
                  <a:pos x="91" y="8"/>
                </a:cxn>
                <a:cxn ang="0">
                  <a:pos x="87" y="9"/>
                </a:cxn>
                <a:cxn ang="0">
                  <a:pos x="81" y="7"/>
                </a:cxn>
                <a:cxn ang="0">
                  <a:pos x="78" y="3"/>
                </a:cxn>
                <a:cxn ang="0">
                  <a:pos x="76" y="1"/>
                </a:cxn>
                <a:cxn ang="0">
                  <a:pos x="72" y="2"/>
                </a:cxn>
                <a:cxn ang="0">
                  <a:pos x="69" y="10"/>
                </a:cxn>
                <a:cxn ang="0">
                  <a:pos x="61" y="23"/>
                </a:cxn>
                <a:cxn ang="0">
                  <a:pos x="56" y="26"/>
                </a:cxn>
                <a:cxn ang="0">
                  <a:pos x="51" y="28"/>
                </a:cxn>
                <a:cxn ang="0">
                  <a:pos x="46" y="31"/>
                </a:cxn>
                <a:cxn ang="0">
                  <a:pos x="41" y="36"/>
                </a:cxn>
                <a:cxn ang="0">
                  <a:pos x="39" y="39"/>
                </a:cxn>
                <a:cxn ang="0">
                  <a:pos x="39" y="42"/>
                </a:cxn>
                <a:cxn ang="0">
                  <a:pos x="35" y="48"/>
                </a:cxn>
                <a:cxn ang="0">
                  <a:pos x="34" y="51"/>
                </a:cxn>
                <a:cxn ang="0">
                  <a:pos x="33" y="54"/>
                </a:cxn>
                <a:cxn ang="0">
                  <a:pos x="33" y="59"/>
                </a:cxn>
                <a:cxn ang="0">
                  <a:pos x="34" y="60"/>
                </a:cxn>
                <a:cxn ang="0">
                  <a:pos x="33" y="67"/>
                </a:cxn>
                <a:cxn ang="0">
                  <a:pos x="23" y="78"/>
                </a:cxn>
                <a:cxn ang="0">
                  <a:pos x="17" y="82"/>
                </a:cxn>
                <a:cxn ang="0">
                  <a:pos x="11" y="86"/>
                </a:cxn>
                <a:cxn ang="0">
                  <a:pos x="2" y="89"/>
                </a:cxn>
                <a:cxn ang="0">
                  <a:pos x="0" y="91"/>
                </a:cxn>
                <a:cxn ang="0">
                  <a:pos x="36" y="91"/>
                </a:cxn>
                <a:cxn ang="0">
                  <a:pos x="42" y="90"/>
                </a:cxn>
                <a:cxn ang="0">
                  <a:pos x="43" y="79"/>
                </a:cxn>
                <a:cxn ang="0">
                  <a:pos x="46" y="77"/>
                </a:cxn>
                <a:cxn ang="0">
                  <a:pos x="49" y="75"/>
                </a:cxn>
                <a:cxn ang="0">
                  <a:pos x="53" y="73"/>
                </a:cxn>
                <a:cxn ang="0">
                  <a:pos x="57" y="70"/>
                </a:cxn>
                <a:cxn ang="0">
                  <a:pos x="64" y="68"/>
                </a:cxn>
                <a:cxn ang="0">
                  <a:pos x="67" y="67"/>
                </a:cxn>
                <a:cxn ang="0">
                  <a:pos x="75" y="65"/>
                </a:cxn>
                <a:cxn ang="0">
                  <a:pos x="81" y="59"/>
                </a:cxn>
                <a:cxn ang="0">
                  <a:pos x="83" y="59"/>
                </a:cxn>
                <a:cxn ang="0">
                  <a:pos x="89" y="55"/>
                </a:cxn>
                <a:cxn ang="0">
                  <a:pos x="91" y="53"/>
                </a:cxn>
                <a:cxn ang="0">
                  <a:pos x="89" y="52"/>
                </a:cxn>
                <a:cxn ang="0">
                  <a:pos x="90" y="50"/>
                </a:cxn>
                <a:cxn ang="0">
                  <a:pos x="89" y="47"/>
                </a:cxn>
                <a:cxn ang="0">
                  <a:pos x="93" y="47"/>
                </a:cxn>
                <a:cxn ang="0">
                  <a:pos x="98" y="43"/>
                </a:cxn>
                <a:cxn ang="0">
                  <a:pos x="103" y="42"/>
                </a:cxn>
                <a:cxn ang="0">
                  <a:pos x="112" y="42"/>
                </a:cxn>
                <a:cxn ang="0">
                  <a:pos x="113" y="42"/>
                </a:cxn>
                <a:cxn ang="0">
                  <a:pos x="115" y="39"/>
                </a:cxn>
              </a:cxnLst>
              <a:rect l="0" t="0" r="r" b="b"/>
              <a:pathLst>
                <a:path w="116" h="91">
                  <a:moveTo>
                    <a:pt x="115" y="38"/>
                  </a:moveTo>
                  <a:cubicBezTo>
                    <a:pt x="115" y="37"/>
                    <a:pt x="114" y="37"/>
                    <a:pt x="114" y="36"/>
                  </a:cubicBezTo>
                  <a:cubicBezTo>
                    <a:pt x="113" y="36"/>
                    <a:pt x="112" y="36"/>
                    <a:pt x="112" y="35"/>
                  </a:cubicBezTo>
                  <a:cubicBezTo>
                    <a:pt x="112" y="35"/>
                    <a:pt x="111" y="34"/>
                    <a:pt x="111" y="33"/>
                  </a:cubicBezTo>
                  <a:cubicBezTo>
                    <a:pt x="112" y="32"/>
                    <a:pt x="112" y="32"/>
                    <a:pt x="111" y="31"/>
                  </a:cubicBezTo>
                  <a:cubicBezTo>
                    <a:pt x="111" y="31"/>
                    <a:pt x="110" y="30"/>
                    <a:pt x="110" y="29"/>
                  </a:cubicBezTo>
                  <a:cubicBezTo>
                    <a:pt x="110" y="29"/>
                    <a:pt x="110" y="28"/>
                    <a:pt x="111" y="27"/>
                  </a:cubicBezTo>
                  <a:cubicBezTo>
                    <a:pt x="111" y="27"/>
                    <a:pt x="111" y="26"/>
                    <a:pt x="110" y="25"/>
                  </a:cubicBezTo>
                  <a:cubicBezTo>
                    <a:pt x="109" y="25"/>
                    <a:pt x="110" y="25"/>
                    <a:pt x="110" y="24"/>
                  </a:cubicBezTo>
                  <a:cubicBezTo>
                    <a:pt x="110" y="23"/>
                    <a:pt x="110" y="23"/>
                    <a:pt x="110" y="22"/>
                  </a:cubicBezTo>
                  <a:cubicBezTo>
                    <a:pt x="110" y="21"/>
                    <a:pt x="110" y="20"/>
                    <a:pt x="110" y="20"/>
                  </a:cubicBezTo>
                  <a:cubicBezTo>
                    <a:pt x="110" y="19"/>
                    <a:pt x="109" y="18"/>
                    <a:pt x="110" y="17"/>
                  </a:cubicBezTo>
                  <a:cubicBezTo>
                    <a:pt x="110" y="17"/>
                    <a:pt x="110" y="16"/>
                    <a:pt x="110" y="16"/>
                  </a:cubicBezTo>
                  <a:cubicBezTo>
                    <a:pt x="109" y="16"/>
                    <a:pt x="109" y="15"/>
                    <a:pt x="109" y="14"/>
                  </a:cubicBezTo>
                  <a:cubicBezTo>
                    <a:pt x="110" y="13"/>
                    <a:pt x="109" y="13"/>
                    <a:pt x="108" y="12"/>
                  </a:cubicBezTo>
                  <a:cubicBezTo>
                    <a:pt x="108" y="12"/>
                    <a:pt x="108" y="12"/>
                    <a:pt x="108" y="12"/>
                  </a:cubicBezTo>
                  <a:cubicBezTo>
                    <a:pt x="108" y="11"/>
                    <a:pt x="107" y="11"/>
                    <a:pt x="107" y="11"/>
                  </a:cubicBezTo>
                  <a:cubicBezTo>
                    <a:pt x="107" y="11"/>
                    <a:pt x="106" y="10"/>
                    <a:pt x="106" y="10"/>
                  </a:cubicBezTo>
                  <a:cubicBezTo>
                    <a:pt x="105" y="9"/>
                    <a:pt x="104" y="9"/>
                    <a:pt x="103" y="9"/>
                  </a:cubicBezTo>
                  <a:cubicBezTo>
                    <a:pt x="103" y="10"/>
                    <a:pt x="102" y="10"/>
                    <a:pt x="101" y="9"/>
                  </a:cubicBezTo>
                  <a:cubicBezTo>
                    <a:pt x="101" y="9"/>
                    <a:pt x="100" y="8"/>
                    <a:pt x="100" y="8"/>
                  </a:cubicBezTo>
                  <a:cubicBezTo>
                    <a:pt x="100" y="9"/>
                    <a:pt x="100" y="9"/>
                    <a:pt x="101" y="9"/>
                  </a:cubicBezTo>
                  <a:cubicBezTo>
                    <a:pt x="100" y="10"/>
                    <a:pt x="100" y="9"/>
                    <a:pt x="99" y="8"/>
                  </a:cubicBezTo>
                  <a:cubicBezTo>
                    <a:pt x="99" y="8"/>
                    <a:pt x="100" y="8"/>
                    <a:pt x="99" y="8"/>
                  </a:cubicBezTo>
                  <a:cubicBezTo>
                    <a:pt x="99" y="8"/>
                    <a:pt x="99" y="7"/>
                    <a:pt x="99" y="7"/>
                  </a:cubicBezTo>
                  <a:cubicBezTo>
                    <a:pt x="99" y="7"/>
                    <a:pt x="99" y="6"/>
                    <a:pt x="99" y="6"/>
                  </a:cubicBezTo>
                  <a:cubicBezTo>
                    <a:pt x="99" y="6"/>
                    <a:pt x="99" y="7"/>
                    <a:pt x="98" y="7"/>
                  </a:cubicBezTo>
                  <a:cubicBezTo>
                    <a:pt x="98" y="8"/>
                    <a:pt x="97" y="8"/>
                    <a:pt x="96" y="8"/>
                  </a:cubicBezTo>
                  <a:cubicBezTo>
                    <a:pt x="95" y="9"/>
                    <a:pt x="94" y="8"/>
                    <a:pt x="92" y="8"/>
                  </a:cubicBezTo>
                  <a:cubicBezTo>
                    <a:pt x="92" y="7"/>
                    <a:pt x="92" y="8"/>
                    <a:pt x="91" y="8"/>
                  </a:cubicBezTo>
                  <a:cubicBezTo>
                    <a:pt x="91" y="9"/>
                    <a:pt x="91" y="8"/>
                    <a:pt x="90" y="8"/>
                  </a:cubicBezTo>
                  <a:cubicBezTo>
                    <a:pt x="89" y="8"/>
                    <a:pt x="88" y="8"/>
                    <a:pt x="87" y="9"/>
                  </a:cubicBezTo>
                  <a:cubicBezTo>
                    <a:pt x="86" y="9"/>
                    <a:pt x="84" y="9"/>
                    <a:pt x="83" y="8"/>
                  </a:cubicBezTo>
                  <a:cubicBezTo>
                    <a:pt x="82" y="8"/>
                    <a:pt x="82" y="7"/>
                    <a:pt x="81" y="7"/>
                  </a:cubicBezTo>
                  <a:cubicBezTo>
                    <a:pt x="81" y="6"/>
                    <a:pt x="80" y="6"/>
                    <a:pt x="80" y="6"/>
                  </a:cubicBezTo>
                  <a:cubicBezTo>
                    <a:pt x="79" y="5"/>
                    <a:pt x="78" y="4"/>
                    <a:pt x="78" y="3"/>
                  </a:cubicBezTo>
                  <a:cubicBezTo>
                    <a:pt x="78" y="2"/>
                    <a:pt x="78" y="1"/>
                    <a:pt x="77" y="1"/>
                  </a:cubicBezTo>
                  <a:cubicBezTo>
                    <a:pt x="77" y="0"/>
                    <a:pt x="76" y="1"/>
                    <a:pt x="76" y="1"/>
                  </a:cubicBezTo>
                  <a:cubicBezTo>
                    <a:pt x="76" y="2"/>
                    <a:pt x="74" y="2"/>
                    <a:pt x="74" y="2"/>
                  </a:cubicBezTo>
                  <a:cubicBezTo>
                    <a:pt x="73" y="2"/>
                    <a:pt x="73" y="2"/>
                    <a:pt x="72" y="2"/>
                  </a:cubicBezTo>
                  <a:cubicBezTo>
                    <a:pt x="72" y="2"/>
                    <a:pt x="72" y="3"/>
                    <a:pt x="72" y="3"/>
                  </a:cubicBezTo>
                  <a:cubicBezTo>
                    <a:pt x="71" y="6"/>
                    <a:pt x="70" y="8"/>
                    <a:pt x="69" y="10"/>
                  </a:cubicBezTo>
                  <a:cubicBezTo>
                    <a:pt x="68" y="13"/>
                    <a:pt x="67" y="15"/>
                    <a:pt x="65" y="18"/>
                  </a:cubicBezTo>
                  <a:cubicBezTo>
                    <a:pt x="64" y="20"/>
                    <a:pt x="63" y="22"/>
                    <a:pt x="61" y="23"/>
                  </a:cubicBezTo>
                  <a:cubicBezTo>
                    <a:pt x="60" y="24"/>
                    <a:pt x="59" y="24"/>
                    <a:pt x="58" y="25"/>
                  </a:cubicBezTo>
                  <a:cubicBezTo>
                    <a:pt x="57" y="25"/>
                    <a:pt x="57" y="25"/>
                    <a:pt x="56" y="26"/>
                  </a:cubicBezTo>
                  <a:cubicBezTo>
                    <a:pt x="56" y="26"/>
                    <a:pt x="55" y="26"/>
                    <a:pt x="55" y="26"/>
                  </a:cubicBezTo>
                  <a:cubicBezTo>
                    <a:pt x="54" y="26"/>
                    <a:pt x="53" y="27"/>
                    <a:pt x="51" y="28"/>
                  </a:cubicBezTo>
                  <a:cubicBezTo>
                    <a:pt x="50" y="28"/>
                    <a:pt x="49" y="28"/>
                    <a:pt x="48" y="29"/>
                  </a:cubicBezTo>
                  <a:cubicBezTo>
                    <a:pt x="47" y="30"/>
                    <a:pt x="46" y="30"/>
                    <a:pt x="46" y="31"/>
                  </a:cubicBezTo>
                  <a:cubicBezTo>
                    <a:pt x="46" y="32"/>
                    <a:pt x="45" y="33"/>
                    <a:pt x="44" y="33"/>
                  </a:cubicBezTo>
                  <a:cubicBezTo>
                    <a:pt x="43" y="34"/>
                    <a:pt x="42" y="35"/>
                    <a:pt x="41" y="36"/>
                  </a:cubicBezTo>
                  <a:cubicBezTo>
                    <a:pt x="40" y="37"/>
                    <a:pt x="39" y="37"/>
                    <a:pt x="40" y="38"/>
                  </a:cubicBezTo>
                  <a:cubicBezTo>
                    <a:pt x="40" y="39"/>
                    <a:pt x="39" y="39"/>
                    <a:pt x="39" y="39"/>
                  </a:cubicBezTo>
                  <a:cubicBezTo>
                    <a:pt x="39" y="40"/>
                    <a:pt x="39" y="40"/>
                    <a:pt x="39" y="40"/>
                  </a:cubicBezTo>
                  <a:cubicBezTo>
                    <a:pt x="39" y="41"/>
                    <a:pt x="39" y="42"/>
                    <a:pt x="39" y="42"/>
                  </a:cubicBezTo>
                  <a:cubicBezTo>
                    <a:pt x="38" y="44"/>
                    <a:pt x="37" y="45"/>
                    <a:pt x="36" y="46"/>
                  </a:cubicBezTo>
                  <a:cubicBezTo>
                    <a:pt x="35" y="47"/>
                    <a:pt x="35" y="47"/>
                    <a:pt x="35" y="48"/>
                  </a:cubicBezTo>
                  <a:cubicBezTo>
                    <a:pt x="34" y="49"/>
                    <a:pt x="34" y="49"/>
                    <a:pt x="33" y="50"/>
                  </a:cubicBezTo>
                  <a:cubicBezTo>
                    <a:pt x="33" y="50"/>
                    <a:pt x="33" y="50"/>
                    <a:pt x="34" y="51"/>
                  </a:cubicBezTo>
                  <a:cubicBezTo>
                    <a:pt x="34" y="51"/>
                    <a:pt x="34" y="51"/>
                    <a:pt x="34" y="52"/>
                  </a:cubicBezTo>
                  <a:cubicBezTo>
                    <a:pt x="33" y="52"/>
                    <a:pt x="33" y="53"/>
                    <a:pt x="33" y="54"/>
                  </a:cubicBezTo>
                  <a:cubicBezTo>
                    <a:pt x="33" y="55"/>
                    <a:pt x="33" y="56"/>
                    <a:pt x="33" y="57"/>
                  </a:cubicBezTo>
                  <a:cubicBezTo>
                    <a:pt x="33" y="57"/>
                    <a:pt x="32" y="58"/>
                    <a:pt x="33" y="59"/>
                  </a:cubicBezTo>
                  <a:cubicBezTo>
                    <a:pt x="33" y="59"/>
                    <a:pt x="33" y="59"/>
                    <a:pt x="33" y="59"/>
                  </a:cubicBezTo>
                  <a:cubicBezTo>
                    <a:pt x="34" y="59"/>
                    <a:pt x="34" y="59"/>
                    <a:pt x="34" y="60"/>
                  </a:cubicBezTo>
                  <a:cubicBezTo>
                    <a:pt x="34" y="60"/>
                    <a:pt x="35" y="61"/>
                    <a:pt x="35" y="62"/>
                  </a:cubicBezTo>
                  <a:cubicBezTo>
                    <a:pt x="35" y="64"/>
                    <a:pt x="34" y="65"/>
                    <a:pt x="33" y="67"/>
                  </a:cubicBezTo>
                  <a:cubicBezTo>
                    <a:pt x="32" y="68"/>
                    <a:pt x="31" y="69"/>
                    <a:pt x="30" y="71"/>
                  </a:cubicBezTo>
                  <a:cubicBezTo>
                    <a:pt x="29" y="74"/>
                    <a:pt x="26" y="76"/>
                    <a:pt x="23" y="78"/>
                  </a:cubicBezTo>
                  <a:cubicBezTo>
                    <a:pt x="21" y="79"/>
                    <a:pt x="20" y="80"/>
                    <a:pt x="19" y="81"/>
                  </a:cubicBezTo>
                  <a:cubicBezTo>
                    <a:pt x="19" y="81"/>
                    <a:pt x="18" y="82"/>
                    <a:pt x="17" y="82"/>
                  </a:cubicBezTo>
                  <a:cubicBezTo>
                    <a:pt x="17" y="83"/>
                    <a:pt x="17" y="84"/>
                    <a:pt x="16" y="84"/>
                  </a:cubicBezTo>
                  <a:cubicBezTo>
                    <a:pt x="15" y="85"/>
                    <a:pt x="13" y="85"/>
                    <a:pt x="11" y="86"/>
                  </a:cubicBezTo>
                  <a:cubicBezTo>
                    <a:pt x="10" y="87"/>
                    <a:pt x="8" y="87"/>
                    <a:pt x="7" y="87"/>
                  </a:cubicBezTo>
                  <a:cubicBezTo>
                    <a:pt x="5" y="88"/>
                    <a:pt x="3" y="87"/>
                    <a:pt x="2" y="89"/>
                  </a:cubicBezTo>
                  <a:cubicBezTo>
                    <a:pt x="2" y="89"/>
                    <a:pt x="2" y="90"/>
                    <a:pt x="1" y="90"/>
                  </a:cubicBezTo>
                  <a:cubicBezTo>
                    <a:pt x="1" y="91"/>
                    <a:pt x="0" y="91"/>
                    <a:pt x="0" y="91"/>
                  </a:cubicBezTo>
                  <a:cubicBezTo>
                    <a:pt x="8" y="91"/>
                    <a:pt x="16" y="91"/>
                    <a:pt x="24" y="91"/>
                  </a:cubicBezTo>
                  <a:cubicBezTo>
                    <a:pt x="28" y="91"/>
                    <a:pt x="32" y="91"/>
                    <a:pt x="36" y="91"/>
                  </a:cubicBezTo>
                  <a:cubicBezTo>
                    <a:pt x="38" y="91"/>
                    <a:pt x="40" y="91"/>
                    <a:pt x="42" y="91"/>
                  </a:cubicBezTo>
                  <a:cubicBezTo>
                    <a:pt x="42" y="91"/>
                    <a:pt x="42" y="90"/>
                    <a:pt x="42" y="90"/>
                  </a:cubicBezTo>
                  <a:cubicBezTo>
                    <a:pt x="42" y="88"/>
                    <a:pt x="43" y="86"/>
                    <a:pt x="43" y="84"/>
                  </a:cubicBezTo>
                  <a:cubicBezTo>
                    <a:pt x="43" y="83"/>
                    <a:pt x="42" y="80"/>
                    <a:pt x="43" y="79"/>
                  </a:cubicBezTo>
                  <a:cubicBezTo>
                    <a:pt x="44" y="79"/>
                    <a:pt x="45" y="79"/>
                    <a:pt x="45" y="78"/>
                  </a:cubicBezTo>
                  <a:cubicBezTo>
                    <a:pt x="46" y="78"/>
                    <a:pt x="46" y="78"/>
                    <a:pt x="46" y="77"/>
                  </a:cubicBezTo>
                  <a:cubicBezTo>
                    <a:pt x="46" y="77"/>
                    <a:pt x="47" y="77"/>
                    <a:pt x="47" y="77"/>
                  </a:cubicBezTo>
                  <a:cubicBezTo>
                    <a:pt x="47" y="76"/>
                    <a:pt x="48" y="76"/>
                    <a:pt x="49" y="75"/>
                  </a:cubicBezTo>
                  <a:cubicBezTo>
                    <a:pt x="50" y="75"/>
                    <a:pt x="50" y="74"/>
                    <a:pt x="51" y="74"/>
                  </a:cubicBezTo>
                  <a:cubicBezTo>
                    <a:pt x="52" y="74"/>
                    <a:pt x="52" y="73"/>
                    <a:pt x="53" y="73"/>
                  </a:cubicBezTo>
                  <a:cubicBezTo>
                    <a:pt x="53" y="72"/>
                    <a:pt x="54" y="72"/>
                    <a:pt x="54" y="72"/>
                  </a:cubicBezTo>
                  <a:cubicBezTo>
                    <a:pt x="55" y="72"/>
                    <a:pt x="56" y="70"/>
                    <a:pt x="57" y="70"/>
                  </a:cubicBezTo>
                  <a:cubicBezTo>
                    <a:pt x="59" y="69"/>
                    <a:pt x="63" y="72"/>
                    <a:pt x="64" y="68"/>
                  </a:cubicBezTo>
                  <a:cubicBezTo>
                    <a:pt x="64" y="68"/>
                    <a:pt x="64" y="67"/>
                    <a:pt x="64" y="68"/>
                  </a:cubicBezTo>
                  <a:cubicBezTo>
                    <a:pt x="65" y="68"/>
                    <a:pt x="65" y="68"/>
                    <a:pt x="66" y="68"/>
                  </a:cubicBezTo>
                  <a:cubicBezTo>
                    <a:pt x="66" y="68"/>
                    <a:pt x="67" y="67"/>
                    <a:pt x="67" y="67"/>
                  </a:cubicBezTo>
                  <a:cubicBezTo>
                    <a:pt x="68" y="67"/>
                    <a:pt x="69" y="67"/>
                    <a:pt x="70" y="67"/>
                  </a:cubicBezTo>
                  <a:cubicBezTo>
                    <a:pt x="72" y="67"/>
                    <a:pt x="73" y="66"/>
                    <a:pt x="75" y="65"/>
                  </a:cubicBezTo>
                  <a:cubicBezTo>
                    <a:pt x="76" y="64"/>
                    <a:pt x="77" y="63"/>
                    <a:pt x="78" y="62"/>
                  </a:cubicBezTo>
                  <a:cubicBezTo>
                    <a:pt x="78" y="60"/>
                    <a:pt x="79" y="60"/>
                    <a:pt x="81" y="59"/>
                  </a:cubicBezTo>
                  <a:cubicBezTo>
                    <a:pt x="81" y="59"/>
                    <a:pt x="81" y="59"/>
                    <a:pt x="82" y="59"/>
                  </a:cubicBezTo>
                  <a:cubicBezTo>
                    <a:pt x="82" y="59"/>
                    <a:pt x="83" y="59"/>
                    <a:pt x="83" y="59"/>
                  </a:cubicBezTo>
                  <a:cubicBezTo>
                    <a:pt x="84" y="58"/>
                    <a:pt x="84" y="58"/>
                    <a:pt x="85" y="58"/>
                  </a:cubicBezTo>
                  <a:cubicBezTo>
                    <a:pt x="86" y="57"/>
                    <a:pt x="87" y="56"/>
                    <a:pt x="89" y="55"/>
                  </a:cubicBezTo>
                  <a:cubicBezTo>
                    <a:pt x="89" y="55"/>
                    <a:pt x="91" y="55"/>
                    <a:pt x="91" y="55"/>
                  </a:cubicBezTo>
                  <a:cubicBezTo>
                    <a:pt x="91" y="54"/>
                    <a:pt x="91" y="53"/>
                    <a:pt x="91" y="53"/>
                  </a:cubicBezTo>
                  <a:cubicBezTo>
                    <a:pt x="90" y="53"/>
                    <a:pt x="90" y="52"/>
                    <a:pt x="90" y="53"/>
                  </a:cubicBezTo>
                  <a:cubicBezTo>
                    <a:pt x="89" y="53"/>
                    <a:pt x="89" y="52"/>
                    <a:pt x="89" y="52"/>
                  </a:cubicBezTo>
                  <a:cubicBezTo>
                    <a:pt x="89" y="52"/>
                    <a:pt x="89" y="51"/>
                    <a:pt x="89" y="51"/>
                  </a:cubicBezTo>
                  <a:cubicBezTo>
                    <a:pt x="89" y="51"/>
                    <a:pt x="90" y="51"/>
                    <a:pt x="90" y="50"/>
                  </a:cubicBezTo>
                  <a:cubicBezTo>
                    <a:pt x="90" y="50"/>
                    <a:pt x="89" y="50"/>
                    <a:pt x="89" y="49"/>
                  </a:cubicBezTo>
                  <a:cubicBezTo>
                    <a:pt x="89" y="49"/>
                    <a:pt x="89" y="48"/>
                    <a:pt x="89" y="47"/>
                  </a:cubicBezTo>
                  <a:cubicBezTo>
                    <a:pt x="90" y="46"/>
                    <a:pt x="91" y="47"/>
                    <a:pt x="91" y="47"/>
                  </a:cubicBezTo>
                  <a:cubicBezTo>
                    <a:pt x="92" y="47"/>
                    <a:pt x="92" y="47"/>
                    <a:pt x="93" y="47"/>
                  </a:cubicBezTo>
                  <a:cubicBezTo>
                    <a:pt x="94" y="46"/>
                    <a:pt x="96" y="46"/>
                    <a:pt x="97" y="45"/>
                  </a:cubicBezTo>
                  <a:cubicBezTo>
                    <a:pt x="98" y="45"/>
                    <a:pt x="97" y="44"/>
                    <a:pt x="98" y="43"/>
                  </a:cubicBezTo>
                  <a:cubicBezTo>
                    <a:pt x="99" y="42"/>
                    <a:pt x="100" y="42"/>
                    <a:pt x="101" y="42"/>
                  </a:cubicBezTo>
                  <a:cubicBezTo>
                    <a:pt x="102" y="42"/>
                    <a:pt x="102" y="42"/>
                    <a:pt x="103" y="42"/>
                  </a:cubicBezTo>
                  <a:cubicBezTo>
                    <a:pt x="105" y="42"/>
                    <a:pt x="107" y="42"/>
                    <a:pt x="109" y="42"/>
                  </a:cubicBezTo>
                  <a:cubicBezTo>
                    <a:pt x="110" y="42"/>
                    <a:pt x="111" y="42"/>
                    <a:pt x="112" y="42"/>
                  </a:cubicBezTo>
                  <a:cubicBezTo>
                    <a:pt x="113" y="43"/>
                    <a:pt x="113" y="43"/>
                    <a:pt x="114" y="42"/>
                  </a:cubicBezTo>
                  <a:cubicBezTo>
                    <a:pt x="115" y="42"/>
                    <a:pt x="114" y="42"/>
                    <a:pt x="113" y="42"/>
                  </a:cubicBezTo>
                  <a:cubicBezTo>
                    <a:pt x="113" y="42"/>
                    <a:pt x="113" y="41"/>
                    <a:pt x="113" y="41"/>
                  </a:cubicBezTo>
                  <a:cubicBezTo>
                    <a:pt x="114" y="40"/>
                    <a:pt x="114" y="39"/>
                    <a:pt x="115" y="39"/>
                  </a:cubicBezTo>
                  <a:cubicBezTo>
                    <a:pt x="115" y="39"/>
                    <a:pt x="116" y="38"/>
                    <a:pt x="115" y="3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23" name="Montserrat (BOT - UK)">
              <a:extLst>
                <a:ext uri="{FF2B5EF4-FFF2-40B4-BE49-F238E27FC236}">
                  <a16:creationId xmlns:a16="http://schemas.microsoft.com/office/drawing/2014/main" id="{BEAA651D-6EA8-45CF-E906-ED04ADE76224}"/>
                </a:ext>
              </a:extLst>
            </p:cNvPr>
            <p:cNvSpPr>
              <a:spLocks/>
            </p:cNvSpPr>
            <p:nvPr/>
          </p:nvSpPr>
          <p:spPr bwMode="auto">
            <a:xfrm>
              <a:off x="3587371" y="3388621"/>
              <a:ext cx="2941" cy="6860"/>
            </a:xfrm>
            <a:custGeom>
              <a:avLst/>
              <a:gdLst/>
              <a:ahLst/>
              <a:cxnLst>
                <a:cxn ang="0">
                  <a:pos x="1" y="1"/>
                </a:cxn>
                <a:cxn ang="0">
                  <a:pos x="1" y="2"/>
                </a:cxn>
                <a:cxn ang="0">
                  <a:pos x="1" y="1"/>
                </a:cxn>
                <a:cxn ang="0">
                  <a:pos x="1" y="1"/>
                </a:cxn>
              </a:cxnLst>
              <a:rect l="0" t="0" r="r" b="b"/>
              <a:pathLst>
                <a:path w="1" h="2">
                  <a:moveTo>
                    <a:pt x="1" y="1"/>
                  </a:moveTo>
                  <a:cubicBezTo>
                    <a:pt x="0" y="0"/>
                    <a:pt x="0" y="2"/>
                    <a:pt x="1" y="2"/>
                  </a:cubicBezTo>
                  <a:cubicBezTo>
                    <a:pt x="1" y="2"/>
                    <a:pt x="1" y="2"/>
                    <a:pt x="1" y="1"/>
                  </a:cubicBezTo>
                  <a:cubicBezTo>
                    <a:pt x="1" y="1"/>
                    <a:pt x="1" y="1"/>
                    <a:pt x="1"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24" name="Montenegro">
              <a:extLst>
                <a:ext uri="{FF2B5EF4-FFF2-40B4-BE49-F238E27FC236}">
                  <a16:creationId xmlns:a16="http://schemas.microsoft.com/office/drawing/2014/main" id="{235BED72-0D9A-379F-7F2C-5D61DC95E203}"/>
                </a:ext>
              </a:extLst>
            </p:cNvPr>
            <p:cNvSpPr>
              <a:spLocks/>
            </p:cNvSpPr>
            <p:nvPr/>
          </p:nvSpPr>
          <p:spPr bwMode="auto">
            <a:xfrm>
              <a:off x="6302427" y="2349647"/>
              <a:ext cx="63711" cy="67631"/>
            </a:xfrm>
            <a:custGeom>
              <a:avLst/>
              <a:gdLst/>
              <a:ahLst/>
              <a:cxnLst>
                <a:cxn ang="0">
                  <a:pos x="16" y="7"/>
                </a:cxn>
                <a:cxn ang="0">
                  <a:pos x="14" y="5"/>
                </a:cxn>
                <a:cxn ang="0">
                  <a:pos x="12" y="5"/>
                </a:cxn>
                <a:cxn ang="0">
                  <a:pos x="11" y="4"/>
                </a:cxn>
                <a:cxn ang="0">
                  <a:pos x="10" y="4"/>
                </a:cxn>
                <a:cxn ang="0">
                  <a:pos x="8" y="2"/>
                </a:cxn>
                <a:cxn ang="0">
                  <a:pos x="7" y="1"/>
                </a:cxn>
                <a:cxn ang="0">
                  <a:pos x="6" y="0"/>
                </a:cxn>
                <a:cxn ang="0">
                  <a:pos x="5" y="0"/>
                </a:cxn>
                <a:cxn ang="0">
                  <a:pos x="4" y="1"/>
                </a:cxn>
                <a:cxn ang="0">
                  <a:pos x="5" y="2"/>
                </a:cxn>
                <a:cxn ang="0">
                  <a:pos x="5" y="3"/>
                </a:cxn>
                <a:cxn ang="0">
                  <a:pos x="3" y="2"/>
                </a:cxn>
                <a:cxn ang="0">
                  <a:pos x="2" y="3"/>
                </a:cxn>
                <a:cxn ang="0">
                  <a:pos x="1" y="5"/>
                </a:cxn>
                <a:cxn ang="0">
                  <a:pos x="1" y="6"/>
                </a:cxn>
                <a:cxn ang="0">
                  <a:pos x="0" y="6"/>
                </a:cxn>
                <a:cxn ang="0">
                  <a:pos x="0" y="7"/>
                </a:cxn>
                <a:cxn ang="0">
                  <a:pos x="0" y="9"/>
                </a:cxn>
                <a:cxn ang="0">
                  <a:pos x="1" y="10"/>
                </a:cxn>
                <a:cxn ang="0">
                  <a:pos x="0" y="11"/>
                </a:cxn>
                <a:cxn ang="0">
                  <a:pos x="0" y="12"/>
                </a:cxn>
                <a:cxn ang="0">
                  <a:pos x="1" y="12"/>
                </a:cxn>
                <a:cxn ang="0">
                  <a:pos x="2" y="12"/>
                </a:cxn>
                <a:cxn ang="0">
                  <a:pos x="2" y="11"/>
                </a:cxn>
                <a:cxn ang="0">
                  <a:pos x="3" y="12"/>
                </a:cxn>
                <a:cxn ang="0">
                  <a:pos x="2" y="12"/>
                </a:cxn>
                <a:cxn ang="0">
                  <a:pos x="2" y="13"/>
                </a:cxn>
                <a:cxn ang="0">
                  <a:pos x="1" y="13"/>
                </a:cxn>
                <a:cxn ang="0">
                  <a:pos x="2" y="13"/>
                </a:cxn>
                <a:cxn ang="0">
                  <a:pos x="2" y="13"/>
                </a:cxn>
                <a:cxn ang="0">
                  <a:pos x="4" y="14"/>
                </a:cxn>
                <a:cxn ang="0">
                  <a:pos x="5" y="16"/>
                </a:cxn>
                <a:cxn ang="0">
                  <a:pos x="7" y="17"/>
                </a:cxn>
                <a:cxn ang="0">
                  <a:pos x="8" y="19"/>
                </a:cxn>
                <a:cxn ang="0">
                  <a:pos x="8" y="17"/>
                </a:cxn>
                <a:cxn ang="0">
                  <a:pos x="8" y="16"/>
                </a:cxn>
                <a:cxn ang="0">
                  <a:pos x="8" y="15"/>
                </a:cxn>
                <a:cxn ang="0">
                  <a:pos x="8" y="15"/>
                </a:cxn>
                <a:cxn ang="0">
                  <a:pos x="9" y="13"/>
                </a:cxn>
                <a:cxn ang="0">
                  <a:pos x="10" y="12"/>
                </a:cxn>
                <a:cxn ang="0">
                  <a:pos x="11" y="10"/>
                </a:cxn>
                <a:cxn ang="0">
                  <a:pos x="12" y="12"/>
                </a:cxn>
                <a:cxn ang="0">
                  <a:pos x="14" y="11"/>
                </a:cxn>
                <a:cxn ang="0">
                  <a:pos x="15" y="11"/>
                </a:cxn>
                <a:cxn ang="0">
                  <a:pos x="15" y="10"/>
                </a:cxn>
                <a:cxn ang="0">
                  <a:pos x="14" y="9"/>
                </a:cxn>
                <a:cxn ang="0">
                  <a:pos x="16" y="9"/>
                </a:cxn>
                <a:cxn ang="0">
                  <a:pos x="17" y="8"/>
                </a:cxn>
                <a:cxn ang="0">
                  <a:pos x="16" y="7"/>
                </a:cxn>
              </a:cxnLst>
              <a:rect l="0" t="0" r="r" b="b"/>
              <a:pathLst>
                <a:path w="18" h="19">
                  <a:moveTo>
                    <a:pt x="16" y="7"/>
                  </a:moveTo>
                  <a:cubicBezTo>
                    <a:pt x="15" y="6"/>
                    <a:pt x="14" y="6"/>
                    <a:pt x="14" y="5"/>
                  </a:cubicBezTo>
                  <a:cubicBezTo>
                    <a:pt x="13" y="5"/>
                    <a:pt x="13" y="5"/>
                    <a:pt x="12" y="5"/>
                  </a:cubicBezTo>
                  <a:cubicBezTo>
                    <a:pt x="12" y="5"/>
                    <a:pt x="11" y="5"/>
                    <a:pt x="11" y="4"/>
                  </a:cubicBezTo>
                  <a:cubicBezTo>
                    <a:pt x="11" y="4"/>
                    <a:pt x="10" y="4"/>
                    <a:pt x="10" y="4"/>
                  </a:cubicBezTo>
                  <a:cubicBezTo>
                    <a:pt x="9" y="4"/>
                    <a:pt x="9" y="3"/>
                    <a:pt x="8" y="2"/>
                  </a:cubicBezTo>
                  <a:cubicBezTo>
                    <a:pt x="8" y="2"/>
                    <a:pt x="7" y="2"/>
                    <a:pt x="7" y="1"/>
                  </a:cubicBezTo>
                  <a:cubicBezTo>
                    <a:pt x="6" y="1"/>
                    <a:pt x="6" y="1"/>
                    <a:pt x="6" y="0"/>
                  </a:cubicBezTo>
                  <a:cubicBezTo>
                    <a:pt x="6" y="0"/>
                    <a:pt x="5" y="1"/>
                    <a:pt x="5" y="0"/>
                  </a:cubicBezTo>
                  <a:cubicBezTo>
                    <a:pt x="5" y="0"/>
                    <a:pt x="4" y="0"/>
                    <a:pt x="4" y="1"/>
                  </a:cubicBezTo>
                  <a:cubicBezTo>
                    <a:pt x="4" y="1"/>
                    <a:pt x="5" y="1"/>
                    <a:pt x="5" y="2"/>
                  </a:cubicBezTo>
                  <a:cubicBezTo>
                    <a:pt x="5" y="3"/>
                    <a:pt x="5" y="3"/>
                    <a:pt x="5" y="3"/>
                  </a:cubicBezTo>
                  <a:cubicBezTo>
                    <a:pt x="4" y="3"/>
                    <a:pt x="4" y="2"/>
                    <a:pt x="3" y="2"/>
                  </a:cubicBezTo>
                  <a:cubicBezTo>
                    <a:pt x="3" y="2"/>
                    <a:pt x="3" y="3"/>
                    <a:pt x="2" y="3"/>
                  </a:cubicBezTo>
                  <a:cubicBezTo>
                    <a:pt x="2" y="4"/>
                    <a:pt x="2" y="4"/>
                    <a:pt x="1" y="5"/>
                  </a:cubicBezTo>
                  <a:cubicBezTo>
                    <a:pt x="1" y="5"/>
                    <a:pt x="2" y="6"/>
                    <a:pt x="1" y="6"/>
                  </a:cubicBezTo>
                  <a:cubicBezTo>
                    <a:pt x="1" y="6"/>
                    <a:pt x="0" y="6"/>
                    <a:pt x="0" y="6"/>
                  </a:cubicBezTo>
                  <a:cubicBezTo>
                    <a:pt x="0" y="7"/>
                    <a:pt x="0" y="7"/>
                    <a:pt x="0" y="7"/>
                  </a:cubicBezTo>
                  <a:cubicBezTo>
                    <a:pt x="0" y="8"/>
                    <a:pt x="0" y="8"/>
                    <a:pt x="0" y="9"/>
                  </a:cubicBezTo>
                  <a:cubicBezTo>
                    <a:pt x="1" y="9"/>
                    <a:pt x="1" y="9"/>
                    <a:pt x="1" y="10"/>
                  </a:cubicBezTo>
                  <a:cubicBezTo>
                    <a:pt x="1" y="10"/>
                    <a:pt x="1" y="11"/>
                    <a:pt x="0" y="11"/>
                  </a:cubicBezTo>
                  <a:cubicBezTo>
                    <a:pt x="0" y="11"/>
                    <a:pt x="0" y="12"/>
                    <a:pt x="0" y="12"/>
                  </a:cubicBezTo>
                  <a:cubicBezTo>
                    <a:pt x="0" y="12"/>
                    <a:pt x="1" y="12"/>
                    <a:pt x="1" y="12"/>
                  </a:cubicBezTo>
                  <a:cubicBezTo>
                    <a:pt x="1" y="12"/>
                    <a:pt x="2" y="12"/>
                    <a:pt x="2" y="12"/>
                  </a:cubicBezTo>
                  <a:cubicBezTo>
                    <a:pt x="2" y="12"/>
                    <a:pt x="2" y="11"/>
                    <a:pt x="2" y="11"/>
                  </a:cubicBezTo>
                  <a:cubicBezTo>
                    <a:pt x="3" y="12"/>
                    <a:pt x="3" y="12"/>
                    <a:pt x="3" y="12"/>
                  </a:cubicBezTo>
                  <a:cubicBezTo>
                    <a:pt x="3" y="12"/>
                    <a:pt x="2" y="11"/>
                    <a:pt x="2" y="12"/>
                  </a:cubicBezTo>
                  <a:cubicBezTo>
                    <a:pt x="2" y="13"/>
                    <a:pt x="2" y="13"/>
                    <a:pt x="2" y="13"/>
                  </a:cubicBezTo>
                  <a:cubicBezTo>
                    <a:pt x="1" y="12"/>
                    <a:pt x="1" y="13"/>
                    <a:pt x="1" y="13"/>
                  </a:cubicBezTo>
                  <a:cubicBezTo>
                    <a:pt x="2" y="13"/>
                    <a:pt x="2" y="13"/>
                    <a:pt x="2" y="13"/>
                  </a:cubicBezTo>
                  <a:cubicBezTo>
                    <a:pt x="2" y="13"/>
                    <a:pt x="2" y="13"/>
                    <a:pt x="2" y="13"/>
                  </a:cubicBezTo>
                  <a:cubicBezTo>
                    <a:pt x="3" y="14"/>
                    <a:pt x="3" y="14"/>
                    <a:pt x="4" y="14"/>
                  </a:cubicBezTo>
                  <a:cubicBezTo>
                    <a:pt x="4" y="14"/>
                    <a:pt x="5" y="15"/>
                    <a:pt x="5" y="16"/>
                  </a:cubicBezTo>
                  <a:cubicBezTo>
                    <a:pt x="6" y="16"/>
                    <a:pt x="6" y="17"/>
                    <a:pt x="7" y="17"/>
                  </a:cubicBezTo>
                  <a:cubicBezTo>
                    <a:pt x="7" y="18"/>
                    <a:pt x="8" y="18"/>
                    <a:pt x="8" y="19"/>
                  </a:cubicBezTo>
                  <a:cubicBezTo>
                    <a:pt x="9" y="18"/>
                    <a:pt x="8" y="18"/>
                    <a:pt x="8" y="17"/>
                  </a:cubicBezTo>
                  <a:cubicBezTo>
                    <a:pt x="9" y="17"/>
                    <a:pt x="8" y="17"/>
                    <a:pt x="8" y="16"/>
                  </a:cubicBezTo>
                  <a:cubicBezTo>
                    <a:pt x="9" y="16"/>
                    <a:pt x="9" y="16"/>
                    <a:pt x="8" y="15"/>
                  </a:cubicBezTo>
                  <a:cubicBezTo>
                    <a:pt x="8" y="15"/>
                    <a:pt x="8" y="15"/>
                    <a:pt x="8" y="15"/>
                  </a:cubicBezTo>
                  <a:cubicBezTo>
                    <a:pt x="8" y="14"/>
                    <a:pt x="8" y="14"/>
                    <a:pt x="9" y="13"/>
                  </a:cubicBezTo>
                  <a:cubicBezTo>
                    <a:pt x="9" y="13"/>
                    <a:pt x="9" y="12"/>
                    <a:pt x="10" y="12"/>
                  </a:cubicBezTo>
                  <a:cubicBezTo>
                    <a:pt x="10" y="11"/>
                    <a:pt x="10" y="10"/>
                    <a:pt x="11" y="10"/>
                  </a:cubicBezTo>
                  <a:cubicBezTo>
                    <a:pt x="12" y="10"/>
                    <a:pt x="11" y="11"/>
                    <a:pt x="12" y="12"/>
                  </a:cubicBezTo>
                  <a:cubicBezTo>
                    <a:pt x="12" y="12"/>
                    <a:pt x="14" y="11"/>
                    <a:pt x="14" y="11"/>
                  </a:cubicBezTo>
                  <a:cubicBezTo>
                    <a:pt x="14" y="11"/>
                    <a:pt x="14" y="11"/>
                    <a:pt x="15" y="11"/>
                  </a:cubicBezTo>
                  <a:cubicBezTo>
                    <a:pt x="15" y="11"/>
                    <a:pt x="15" y="11"/>
                    <a:pt x="15" y="10"/>
                  </a:cubicBezTo>
                  <a:cubicBezTo>
                    <a:pt x="15" y="9"/>
                    <a:pt x="14" y="9"/>
                    <a:pt x="14" y="9"/>
                  </a:cubicBezTo>
                  <a:cubicBezTo>
                    <a:pt x="14" y="8"/>
                    <a:pt x="16" y="10"/>
                    <a:pt x="16" y="9"/>
                  </a:cubicBezTo>
                  <a:cubicBezTo>
                    <a:pt x="16" y="8"/>
                    <a:pt x="16" y="8"/>
                    <a:pt x="17" y="8"/>
                  </a:cubicBezTo>
                  <a:cubicBezTo>
                    <a:pt x="18" y="8"/>
                    <a:pt x="16" y="7"/>
                    <a:pt x="16" y="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25" name="Mongolia">
              <a:extLst>
                <a:ext uri="{FF2B5EF4-FFF2-40B4-BE49-F238E27FC236}">
                  <a16:creationId xmlns:a16="http://schemas.microsoft.com/office/drawing/2014/main" id="{056EF1AB-B3A7-FEFC-B9C4-79304279417D}"/>
                </a:ext>
              </a:extLst>
            </p:cNvPr>
            <p:cNvSpPr>
              <a:spLocks/>
            </p:cNvSpPr>
            <p:nvPr/>
          </p:nvSpPr>
          <p:spPr bwMode="auto">
            <a:xfrm>
              <a:off x="8374492" y="2020312"/>
              <a:ext cx="1015450" cy="407748"/>
            </a:xfrm>
            <a:custGeom>
              <a:avLst/>
              <a:gdLst/>
              <a:ahLst/>
              <a:cxnLst>
                <a:cxn ang="0">
                  <a:pos x="280" y="53"/>
                </a:cxn>
                <a:cxn ang="0">
                  <a:pos x="269" y="47"/>
                </a:cxn>
                <a:cxn ang="0">
                  <a:pos x="259" y="49"/>
                </a:cxn>
                <a:cxn ang="0">
                  <a:pos x="244" y="47"/>
                </a:cxn>
                <a:cxn ang="0">
                  <a:pos x="241" y="35"/>
                </a:cxn>
                <a:cxn ang="0">
                  <a:pos x="233" y="25"/>
                </a:cxn>
                <a:cxn ang="0">
                  <a:pos x="217" y="21"/>
                </a:cxn>
                <a:cxn ang="0">
                  <a:pos x="211" y="27"/>
                </a:cxn>
                <a:cxn ang="0">
                  <a:pos x="203" y="30"/>
                </a:cxn>
                <a:cxn ang="0">
                  <a:pos x="192" y="32"/>
                </a:cxn>
                <a:cxn ang="0">
                  <a:pos x="180" y="31"/>
                </a:cxn>
                <a:cxn ang="0">
                  <a:pos x="168" y="27"/>
                </a:cxn>
                <a:cxn ang="0">
                  <a:pos x="161" y="24"/>
                </a:cxn>
                <a:cxn ang="0">
                  <a:pos x="149" y="20"/>
                </a:cxn>
                <a:cxn ang="0">
                  <a:pos x="139" y="20"/>
                </a:cxn>
                <a:cxn ang="0">
                  <a:pos x="128" y="22"/>
                </a:cxn>
                <a:cxn ang="0">
                  <a:pos x="118" y="19"/>
                </a:cxn>
                <a:cxn ang="0">
                  <a:pos x="110" y="11"/>
                </a:cxn>
                <a:cxn ang="0">
                  <a:pos x="101" y="8"/>
                </a:cxn>
                <a:cxn ang="0">
                  <a:pos x="85" y="4"/>
                </a:cxn>
                <a:cxn ang="0">
                  <a:pos x="76" y="5"/>
                </a:cxn>
                <a:cxn ang="0">
                  <a:pos x="76" y="14"/>
                </a:cxn>
                <a:cxn ang="0">
                  <a:pos x="83" y="21"/>
                </a:cxn>
                <a:cxn ang="0">
                  <a:pos x="79" y="25"/>
                </a:cxn>
                <a:cxn ang="0">
                  <a:pos x="71" y="25"/>
                </a:cxn>
                <a:cxn ang="0">
                  <a:pos x="63" y="24"/>
                </a:cxn>
                <a:cxn ang="0">
                  <a:pos x="54" y="23"/>
                </a:cxn>
                <a:cxn ang="0">
                  <a:pos x="42" y="18"/>
                </a:cxn>
                <a:cxn ang="0">
                  <a:pos x="32" y="16"/>
                </a:cxn>
                <a:cxn ang="0">
                  <a:pos x="25" y="18"/>
                </a:cxn>
                <a:cxn ang="0">
                  <a:pos x="18" y="22"/>
                </a:cxn>
                <a:cxn ang="0">
                  <a:pos x="13" y="27"/>
                </a:cxn>
                <a:cxn ang="0">
                  <a:pos x="7" y="29"/>
                </a:cxn>
                <a:cxn ang="0">
                  <a:pos x="2" y="31"/>
                </a:cxn>
                <a:cxn ang="0">
                  <a:pos x="1" y="36"/>
                </a:cxn>
                <a:cxn ang="0">
                  <a:pos x="8" y="41"/>
                </a:cxn>
                <a:cxn ang="0">
                  <a:pos x="18" y="45"/>
                </a:cxn>
                <a:cxn ang="0">
                  <a:pos x="24" y="46"/>
                </a:cxn>
                <a:cxn ang="0">
                  <a:pos x="32" y="54"/>
                </a:cxn>
                <a:cxn ang="0">
                  <a:pos x="39" y="62"/>
                </a:cxn>
                <a:cxn ang="0">
                  <a:pos x="41" y="73"/>
                </a:cxn>
                <a:cxn ang="0">
                  <a:pos x="47" y="76"/>
                </a:cxn>
                <a:cxn ang="0">
                  <a:pos x="63" y="77"/>
                </a:cxn>
                <a:cxn ang="0">
                  <a:pos x="75" y="81"/>
                </a:cxn>
                <a:cxn ang="0">
                  <a:pos x="87" y="85"/>
                </a:cxn>
                <a:cxn ang="0">
                  <a:pos x="101" y="101"/>
                </a:cxn>
                <a:cxn ang="0">
                  <a:pos x="115" y="102"/>
                </a:cxn>
                <a:cxn ang="0">
                  <a:pos x="138" y="103"/>
                </a:cxn>
                <a:cxn ang="0">
                  <a:pos x="165" y="110"/>
                </a:cxn>
                <a:cxn ang="0">
                  <a:pos x="182" y="114"/>
                </a:cxn>
                <a:cxn ang="0">
                  <a:pos x="193" y="108"/>
                </a:cxn>
                <a:cxn ang="0">
                  <a:pos x="214" y="105"/>
                </a:cxn>
                <a:cxn ang="0">
                  <a:pos x="226" y="101"/>
                </a:cxn>
                <a:cxn ang="0">
                  <a:pos x="232" y="94"/>
                </a:cxn>
                <a:cxn ang="0">
                  <a:pos x="228" y="86"/>
                </a:cxn>
                <a:cxn ang="0">
                  <a:pos x="230" y="77"/>
                </a:cxn>
                <a:cxn ang="0">
                  <a:pos x="247" y="77"/>
                </a:cxn>
                <a:cxn ang="0">
                  <a:pos x="259" y="70"/>
                </a:cxn>
                <a:cxn ang="0">
                  <a:pos x="262" y="63"/>
                </a:cxn>
                <a:cxn ang="0">
                  <a:pos x="270" y="60"/>
                </a:cxn>
                <a:cxn ang="0">
                  <a:pos x="277" y="58"/>
                </a:cxn>
                <a:cxn ang="0">
                  <a:pos x="286" y="60"/>
                </a:cxn>
              </a:cxnLst>
              <a:rect l="0" t="0" r="r" b="b"/>
              <a:pathLst>
                <a:path w="287" h="115">
                  <a:moveTo>
                    <a:pt x="286" y="58"/>
                  </a:moveTo>
                  <a:cubicBezTo>
                    <a:pt x="286" y="57"/>
                    <a:pt x="285" y="56"/>
                    <a:pt x="284" y="55"/>
                  </a:cubicBezTo>
                  <a:cubicBezTo>
                    <a:pt x="283" y="55"/>
                    <a:pt x="283" y="54"/>
                    <a:pt x="282" y="54"/>
                  </a:cubicBezTo>
                  <a:cubicBezTo>
                    <a:pt x="282" y="53"/>
                    <a:pt x="281" y="53"/>
                    <a:pt x="281" y="53"/>
                  </a:cubicBezTo>
                  <a:cubicBezTo>
                    <a:pt x="280" y="53"/>
                    <a:pt x="280" y="53"/>
                    <a:pt x="280" y="53"/>
                  </a:cubicBezTo>
                  <a:cubicBezTo>
                    <a:pt x="279" y="52"/>
                    <a:pt x="279" y="52"/>
                    <a:pt x="278" y="52"/>
                  </a:cubicBezTo>
                  <a:cubicBezTo>
                    <a:pt x="277" y="51"/>
                    <a:pt x="277" y="51"/>
                    <a:pt x="277" y="51"/>
                  </a:cubicBezTo>
                  <a:cubicBezTo>
                    <a:pt x="276" y="50"/>
                    <a:pt x="275" y="50"/>
                    <a:pt x="275" y="50"/>
                  </a:cubicBezTo>
                  <a:cubicBezTo>
                    <a:pt x="274" y="49"/>
                    <a:pt x="274" y="49"/>
                    <a:pt x="273" y="49"/>
                  </a:cubicBezTo>
                  <a:cubicBezTo>
                    <a:pt x="272" y="48"/>
                    <a:pt x="271" y="48"/>
                    <a:pt x="269" y="47"/>
                  </a:cubicBezTo>
                  <a:cubicBezTo>
                    <a:pt x="268" y="46"/>
                    <a:pt x="268" y="46"/>
                    <a:pt x="267" y="45"/>
                  </a:cubicBezTo>
                  <a:cubicBezTo>
                    <a:pt x="266" y="45"/>
                    <a:pt x="265" y="45"/>
                    <a:pt x="265" y="45"/>
                  </a:cubicBezTo>
                  <a:cubicBezTo>
                    <a:pt x="264" y="45"/>
                    <a:pt x="264" y="45"/>
                    <a:pt x="263" y="45"/>
                  </a:cubicBezTo>
                  <a:cubicBezTo>
                    <a:pt x="262" y="45"/>
                    <a:pt x="262" y="45"/>
                    <a:pt x="261" y="45"/>
                  </a:cubicBezTo>
                  <a:cubicBezTo>
                    <a:pt x="260" y="46"/>
                    <a:pt x="260" y="48"/>
                    <a:pt x="259" y="49"/>
                  </a:cubicBezTo>
                  <a:cubicBezTo>
                    <a:pt x="259" y="49"/>
                    <a:pt x="257" y="47"/>
                    <a:pt x="256" y="47"/>
                  </a:cubicBezTo>
                  <a:cubicBezTo>
                    <a:pt x="254" y="46"/>
                    <a:pt x="253" y="47"/>
                    <a:pt x="251" y="47"/>
                  </a:cubicBezTo>
                  <a:cubicBezTo>
                    <a:pt x="250" y="47"/>
                    <a:pt x="248" y="46"/>
                    <a:pt x="248" y="47"/>
                  </a:cubicBezTo>
                  <a:cubicBezTo>
                    <a:pt x="247" y="48"/>
                    <a:pt x="247" y="49"/>
                    <a:pt x="247" y="48"/>
                  </a:cubicBezTo>
                  <a:cubicBezTo>
                    <a:pt x="246" y="48"/>
                    <a:pt x="245" y="47"/>
                    <a:pt x="244" y="47"/>
                  </a:cubicBezTo>
                  <a:cubicBezTo>
                    <a:pt x="243" y="46"/>
                    <a:pt x="242" y="46"/>
                    <a:pt x="241" y="45"/>
                  </a:cubicBezTo>
                  <a:cubicBezTo>
                    <a:pt x="240" y="43"/>
                    <a:pt x="242" y="44"/>
                    <a:pt x="243" y="43"/>
                  </a:cubicBezTo>
                  <a:cubicBezTo>
                    <a:pt x="243" y="42"/>
                    <a:pt x="242" y="41"/>
                    <a:pt x="241" y="40"/>
                  </a:cubicBezTo>
                  <a:cubicBezTo>
                    <a:pt x="241" y="39"/>
                    <a:pt x="242" y="37"/>
                    <a:pt x="241" y="36"/>
                  </a:cubicBezTo>
                  <a:cubicBezTo>
                    <a:pt x="241" y="36"/>
                    <a:pt x="241" y="35"/>
                    <a:pt x="241" y="35"/>
                  </a:cubicBezTo>
                  <a:cubicBezTo>
                    <a:pt x="241" y="34"/>
                    <a:pt x="241" y="33"/>
                    <a:pt x="241" y="32"/>
                  </a:cubicBezTo>
                  <a:cubicBezTo>
                    <a:pt x="241" y="30"/>
                    <a:pt x="241" y="28"/>
                    <a:pt x="241" y="26"/>
                  </a:cubicBezTo>
                  <a:cubicBezTo>
                    <a:pt x="241" y="25"/>
                    <a:pt x="238" y="24"/>
                    <a:pt x="238" y="24"/>
                  </a:cubicBezTo>
                  <a:cubicBezTo>
                    <a:pt x="237" y="24"/>
                    <a:pt x="236" y="23"/>
                    <a:pt x="235" y="24"/>
                  </a:cubicBezTo>
                  <a:cubicBezTo>
                    <a:pt x="234" y="24"/>
                    <a:pt x="233" y="24"/>
                    <a:pt x="233" y="25"/>
                  </a:cubicBezTo>
                  <a:cubicBezTo>
                    <a:pt x="232" y="25"/>
                    <a:pt x="232" y="25"/>
                    <a:pt x="231" y="25"/>
                  </a:cubicBezTo>
                  <a:cubicBezTo>
                    <a:pt x="230" y="25"/>
                    <a:pt x="230" y="25"/>
                    <a:pt x="229" y="25"/>
                  </a:cubicBezTo>
                  <a:cubicBezTo>
                    <a:pt x="226" y="24"/>
                    <a:pt x="226" y="22"/>
                    <a:pt x="222" y="21"/>
                  </a:cubicBezTo>
                  <a:cubicBezTo>
                    <a:pt x="222" y="21"/>
                    <a:pt x="221" y="21"/>
                    <a:pt x="220" y="21"/>
                  </a:cubicBezTo>
                  <a:cubicBezTo>
                    <a:pt x="219" y="21"/>
                    <a:pt x="218" y="21"/>
                    <a:pt x="217" y="21"/>
                  </a:cubicBezTo>
                  <a:cubicBezTo>
                    <a:pt x="217" y="21"/>
                    <a:pt x="216" y="22"/>
                    <a:pt x="215" y="22"/>
                  </a:cubicBezTo>
                  <a:cubicBezTo>
                    <a:pt x="215" y="23"/>
                    <a:pt x="215" y="23"/>
                    <a:pt x="215" y="23"/>
                  </a:cubicBezTo>
                  <a:cubicBezTo>
                    <a:pt x="215" y="23"/>
                    <a:pt x="214" y="23"/>
                    <a:pt x="214" y="23"/>
                  </a:cubicBezTo>
                  <a:cubicBezTo>
                    <a:pt x="213" y="23"/>
                    <a:pt x="213" y="24"/>
                    <a:pt x="213" y="25"/>
                  </a:cubicBezTo>
                  <a:cubicBezTo>
                    <a:pt x="212" y="25"/>
                    <a:pt x="211" y="26"/>
                    <a:pt x="211" y="27"/>
                  </a:cubicBezTo>
                  <a:cubicBezTo>
                    <a:pt x="211" y="27"/>
                    <a:pt x="212" y="28"/>
                    <a:pt x="211" y="28"/>
                  </a:cubicBezTo>
                  <a:cubicBezTo>
                    <a:pt x="211" y="28"/>
                    <a:pt x="211" y="28"/>
                    <a:pt x="211" y="28"/>
                  </a:cubicBezTo>
                  <a:cubicBezTo>
                    <a:pt x="211" y="28"/>
                    <a:pt x="210" y="29"/>
                    <a:pt x="210" y="29"/>
                  </a:cubicBezTo>
                  <a:cubicBezTo>
                    <a:pt x="209" y="29"/>
                    <a:pt x="209" y="29"/>
                    <a:pt x="208" y="29"/>
                  </a:cubicBezTo>
                  <a:cubicBezTo>
                    <a:pt x="206" y="29"/>
                    <a:pt x="205" y="30"/>
                    <a:pt x="203" y="30"/>
                  </a:cubicBezTo>
                  <a:cubicBezTo>
                    <a:pt x="202" y="30"/>
                    <a:pt x="201" y="30"/>
                    <a:pt x="201" y="30"/>
                  </a:cubicBezTo>
                  <a:cubicBezTo>
                    <a:pt x="200" y="30"/>
                    <a:pt x="200" y="31"/>
                    <a:pt x="199" y="31"/>
                  </a:cubicBezTo>
                  <a:cubicBezTo>
                    <a:pt x="198" y="31"/>
                    <a:pt x="198" y="31"/>
                    <a:pt x="197" y="31"/>
                  </a:cubicBezTo>
                  <a:cubicBezTo>
                    <a:pt x="196" y="31"/>
                    <a:pt x="196" y="32"/>
                    <a:pt x="196" y="33"/>
                  </a:cubicBezTo>
                  <a:cubicBezTo>
                    <a:pt x="194" y="33"/>
                    <a:pt x="193" y="33"/>
                    <a:pt x="192" y="32"/>
                  </a:cubicBezTo>
                  <a:cubicBezTo>
                    <a:pt x="191" y="32"/>
                    <a:pt x="191" y="32"/>
                    <a:pt x="191" y="32"/>
                  </a:cubicBezTo>
                  <a:cubicBezTo>
                    <a:pt x="190" y="33"/>
                    <a:pt x="190" y="33"/>
                    <a:pt x="189" y="33"/>
                  </a:cubicBezTo>
                  <a:cubicBezTo>
                    <a:pt x="188" y="32"/>
                    <a:pt x="187" y="32"/>
                    <a:pt x="187" y="32"/>
                  </a:cubicBezTo>
                  <a:cubicBezTo>
                    <a:pt x="186" y="33"/>
                    <a:pt x="185" y="32"/>
                    <a:pt x="185" y="32"/>
                  </a:cubicBezTo>
                  <a:cubicBezTo>
                    <a:pt x="183" y="32"/>
                    <a:pt x="182" y="31"/>
                    <a:pt x="180" y="31"/>
                  </a:cubicBezTo>
                  <a:cubicBezTo>
                    <a:pt x="179" y="31"/>
                    <a:pt x="179" y="31"/>
                    <a:pt x="178" y="31"/>
                  </a:cubicBezTo>
                  <a:cubicBezTo>
                    <a:pt x="177" y="31"/>
                    <a:pt x="176" y="31"/>
                    <a:pt x="175" y="31"/>
                  </a:cubicBezTo>
                  <a:cubicBezTo>
                    <a:pt x="174" y="31"/>
                    <a:pt x="173" y="29"/>
                    <a:pt x="171" y="29"/>
                  </a:cubicBezTo>
                  <a:cubicBezTo>
                    <a:pt x="170" y="29"/>
                    <a:pt x="169" y="28"/>
                    <a:pt x="169" y="28"/>
                  </a:cubicBezTo>
                  <a:cubicBezTo>
                    <a:pt x="169" y="28"/>
                    <a:pt x="168" y="27"/>
                    <a:pt x="168" y="27"/>
                  </a:cubicBezTo>
                  <a:cubicBezTo>
                    <a:pt x="168" y="27"/>
                    <a:pt x="168" y="28"/>
                    <a:pt x="168" y="27"/>
                  </a:cubicBezTo>
                  <a:cubicBezTo>
                    <a:pt x="167" y="27"/>
                    <a:pt x="167" y="26"/>
                    <a:pt x="167" y="25"/>
                  </a:cubicBezTo>
                  <a:cubicBezTo>
                    <a:pt x="166" y="24"/>
                    <a:pt x="166" y="24"/>
                    <a:pt x="165" y="24"/>
                  </a:cubicBezTo>
                  <a:cubicBezTo>
                    <a:pt x="164" y="24"/>
                    <a:pt x="164" y="24"/>
                    <a:pt x="163" y="24"/>
                  </a:cubicBezTo>
                  <a:cubicBezTo>
                    <a:pt x="162" y="24"/>
                    <a:pt x="161" y="24"/>
                    <a:pt x="161" y="24"/>
                  </a:cubicBezTo>
                  <a:cubicBezTo>
                    <a:pt x="160" y="24"/>
                    <a:pt x="160" y="24"/>
                    <a:pt x="160" y="24"/>
                  </a:cubicBezTo>
                  <a:cubicBezTo>
                    <a:pt x="159" y="24"/>
                    <a:pt x="159" y="24"/>
                    <a:pt x="159" y="23"/>
                  </a:cubicBezTo>
                  <a:cubicBezTo>
                    <a:pt x="158" y="23"/>
                    <a:pt x="158" y="23"/>
                    <a:pt x="157" y="22"/>
                  </a:cubicBezTo>
                  <a:cubicBezTo>
                    <a:pt x="156" y="21"/>
                    <a:pt x="154" y="20"/>
                    <a:pt x="153" y="20"/>
                  </a:cubicBezTo>
                  <a:cubicBezTo>
                    <a:pt x="151" y="20"/>
                    <a:pt x="150" y="21"/>
                    <a:pt x="149" y="20"/>
                  </a:cubicBezTo>
                  <a:cubicBezTo>
                    <a:pt x="148" y="20"/>
                    <a:pt x="148" y="20"/>
                    <a:pt x="147" y="20"/>
                  </a:cubicBezTo>
                  <a:cubicBezTo>
                    <a:pt x="147" y="19"/>
                    <a:pt x="146" y="19"/>
                    <a:pt x="145" y="19"/>
                  </a:cubicBezTo>
                  <a:cubicBezTo>
                    <a:pt x="144" y="19"/>
                    <a:pt x="144" y="19"/>
                    <a:pt x="143" y="19"/>
                  </a:cubicBezTo>
                  <a:cubicBezTo>
                    <a:pt x="142" y="19"/>
                    <a:pt x="141" y="19"/>
                    <a:pt x="141" y="19"/>
                  </a:cubicBezTo>
                  <a:cubicBezTo>
                    <a:pt x="140" y="19"/>
                    <a:pt x="140" y="20"/>
                    <a:pt x="139" y="20"/>
                  </a:cubicBezTo>
                  <a:cubicBezTo>
                    <a:pt x="138" y="19"/>
                    <a:pt x="137" y="20"/>
                    <a:pt x="137" y="20"/>
                  </a:cubicBezTo>
                  <a:cubicBezTo>
                    <a:pt x="136" y="20"/>
                    <a:pt x="136" y="20"/>
                    <a:pt x="135" y="20"/>
                  </a:cubicBezTo>
                  <a:cubicBezTo>
                    <a:pt x="134" y="21"/>
                    <a:pt x="134" y="21"/>
                    <a:pt x="134" y="22"/>
                  </a:cubicBezTo>
                  <a:cubicBezTo>
                    <a:pt x="133" y="23"/>
                    <a:pt x="131" y="22"/>
                    <a:pt x="130" y="22"/>
                  </a:cubicBezTo>
                  <a:cubicBezTo>
                    <a:pt x="129" y="22"/>
                    <a:pt x="129" y="23"/>
                    <a:pt x="128" y="22"/>
                  </a:cubicBezTo>
                  <a:cubicBezTo>
                    <a:pt x="128" y="22"/>
                    <a:pt x="127" y="22"/>
                    <a:pt x="126" y="22"/>
                  </a:cubicBezTo>
                  <a:cubicBezTo>
                    <a:pt x="125" y="22"/>
                    <a:pt x="125" y="21"/>
                    <a:pt x="125" y="21"/>
                  </a:cubicBezTo>
                  <a:cubicBezTo>
                    <a:pt x="124" y="21"/>
                    <a:pt x="124" y="21"/>
                    <a:pt x="123" y="21"/>
                  </a:cubicBezTo>
                  <a:cubicBezTo>
                    <a:pt x="122" y="21"/>
                    <a:pt x="121" y="20"/>
                    <a:pt x="120" y="20"/>
                  </a:cubicBezTo>
                  <a:cubicBezTo>
                    <a:pt x="120" y="20"/>
                    <a:pt x="119" y="20"/>
                    <a:pt x="118" y="19"/>
                  </a:cubicBezTo>
                  <a:cubicBezTo>
                    <a:pt x="118" y="19"/>
                    <a:pt x="117" y="18"/>
                    <a:pt x="116" y="18"/>
                  </a:cubicBezTo>
                  <a:cubicBezTo>
                    <a:pt x="116" y="18"/>
                    <a:pt x="115" y="18"/>
                    <a:pt x="115" y="17"/>
                  </a:cubicBezTo>
                  <a:cubicBezTo>
                    <a:pt x="115" y="16"/>
                    <a:pt x="114" y="16"/>
                    <a:pt x="114" y="16"/>
                  </a:cubicBezTo>
                  <a:cubicBezTo>
                    <a:pt x="113" y="15"/>
                    <a:pt x="113" y="15"/>
                    <a:pt x="113" y="14"/>
                  </a:cubicBezTo>
                  <a:cubicBezTo>
                    <a:pt x="112" y="13"/>
                    <a:pt x="111" y="12"/>
                    <a:pt x="110" y="11"/>
                  </a:cubicBezTo>
                  <a:cubicBezTo>
                    <a:pt x="110" y="10"/>
                    <a:pt x="110" y="10"/>
                    <a:pt x="109" y="9"/>
                  </a:cubicBezTo>
                  <a:cubicBezTo>
                    <a:pt x="109" y="9"/>
                    <a:pt x="108" y="9"/>
                    <a:pt x="107" y="9"/>
                  </a:cubicBezTo>
                  <a:cubicBezTo>
                    <a:pt x="106" y="9"/>
                    <a:pt x="106" y="8"/>
                    <a:pt x="105" y="8"/>
                  </a:cubicBezTo>
                  <a:cubicBezTo>
                    <a:pt x="104" y="8"/>
                    <a:pt x="104" y="8"/>
                    <a:pt x="103" y="8"/>
                  </a:cubicBezTo>
                  <a:cubicBezTo>
                    <a:pt x="102" y="9"/>
                    <a:pt x="102" y="8"/>
                    <a:pt x="101" y="8"/>
                  </a:cubicBezTo>
                  <a:cubicBezTo>
                    <a:pt x="100" y="8"/>
                    <a:pt x="100" y="8"/>
                    <a:pt x="99" y="7"/>
                  </a:cubicBezTo>
                  <a:cubicBezTo>
                    <a:pt x="97" y="7"/>
                    <a:pt x="95" y="6"/>
                    <a:pt x="94" y="6"/>
                  </a:cubicBezTo>
                  <a:cubicBezTo>
                    <a:pt x="92" y="5"/>
                    <a:pt x="90" y="6"/>
                    <a:pt x="88" y="5"/>
                  </a:cubicBezTo>
                  <a:cubicBezTo>
                    <a:pt x="88" y="5"/>
                    <a:pt x="87" y="4"/>
                    <a:pt x="87" y="4"/>
                  </a:cubicBezTo>
                  <a:cubicBezTo>
                    <a:pt x="86" y="4"/>
                    <a:pt x="85" y="4"/>
                    <a:pt x="85" y="4"/>
                  </a:cubicBezTo>
                  <a:cubicBezTo>
                    <a:pt x="83" y="4"/>
                    <a:pt x="83" y="3"/>
                    <a:pt x="82" y="3"/>
                  </a:cubicBezTo>
                  <a:cubicBezTo>
                    <a:pt x="81" y="2"/>
                    <a:pt x="80" y="2"/>
                    <a:pt x="80" y="2"/>
                  </a:cubicBezTo>
                  <a:cubicBezTo>
                    <a:pt x="79" y="2"/>
                    <a:pt x="78" y="0"/>
                    <a:pt x="78" y="2"/>
                  </a:cubicBezTo>
                  <a:cubicBezTo>
                    <a:pt x="78" y="3"/>
                    <a:pt x="78" y="4"/>
                    <a:pt x="78" y="5"/>
                  </a:cubicBezTo>
                  <a:cubicBezTo>
                    <a:pt x="78" y="5"/>
                    <a:pt x="77" y="5"/>
                    <a:pt x="76" y="5"/>
                  </a:cubicBezTo>
                  <a:cubicBezTo>
                    <a:pt x="75" y="6"/>
                    <a:pt x="76" y="7"/>
                    <a:pt x="76" y="8"/>
                  </a:cubicBezTo>
                  <a:cubicBezTo>
                    <a:pt x="76" y="9"/>
                    <a:pt x="75" y="8"/>
                    <a:pt x="75" y="9"/>
                  </a:cubicBezTo>
                  <a:cubicBezTo>
                    <a:pt x="74" y="9"/>
                    <a:pt x="75" y="10"/>
                    <a:pt x="75" y="11"/>
                  </a:cubicBezTo>
                  <a:cubicBezTo>
                    <a:pt x="75" y="12"/>
                    <a:pt x="75" y="12"/>
                    <a:pt x="75" y="13"/>
                  </a:cubicBezTo>
                  <a:cubicBezTo>
                    <a:pt x="75" y="14"/>
                    <a:pt x="76" y="14"/>
                    <a:pt x="76" y="14"/>
                  </a:cubicBezTo>
                  <a:cubicBezTo>
                    <a:pt x="77" y="14"/>
                    <a:pt x="78" y="15"/>
                    <a:pt x="77" y="15"/>
                  </a:cubicBezTo>
                  <a:cubicBezTo>
                    <a:pt x="77" y="16"/>
                    <a:pt x="78" y="16"/>
                    <a:pt x="78" y="17"/>
                  </a:cubicBezTo>
                  <a:cubicBezTo>
                    <a:pt x="79" y="17"/>
                    <a:pt x="80" y="18"/>
                    <a:pt x="81" y="18"/>
                  </a:cubicBezTo>
                  <a:cubicBezTo>
                    <a:pt x="81" y="18"/>
                    <a:pt x="82" y="18"/>
                    <a:pt x="82" y="19"/>
                  </a:cubicBezTo>
                  <a:cubicBezTo>
                    <a:pt x="82" y="19"/>
                    <a:pt x="83" y="20"/>
                    <a:pt x="83" y="21"/>
                  </a:cubicBezTo>
                  <a:cubicBezTo>
                    <a:pt x="83" y="21"/>
                    <a:pt x="83" y="22"/>
                    <a:pt x="83" y="23"/>
                  </a:cubicBezTo>
                  <a:cubicBezTo>
                    <a:pt x="82" y="23"/>
                    <a:pt x="82" y="24"/>
                    <a:pt x="82" y="24"/>
                  </a:cubicBezTo>
                  <a:cubicBezTo>
                    <a:pt x="82" y="24"/>
                    <a:pt x="81" y="24"/>
                    <a:pt x="81" y="25"/>
                  </a:cubicBezTo>
                  <a:cubicBezTo>
                    <a:pt x="81" y="25"/>
                    <a:pt x="81" y="24"/>
                    <a:pt x="80" y="24"/>
                  </a:cubicBezTo>
                  <a:cubicBezTo>
                    <a:pt x="80" y="24"/>
                    <a:pt x="79" y="25"/>
                    <a:pt x="79" y="25"/>
                  </a:cubicBezTo>
                  <a:cubicBezTo>
                    <a:pt x="79" y="25"/>
                    <a:pt x="79" y="25"/>
                    <a:pt x="79" y="26"/>
                  </a:cubicBezTo>
                  <a:cubicBezTo>
                    <a:pt x="79" y="26"/>
                    <a:pt x="78" y="27"/>
                    <a:pt x="77" y="27"/>
                  </a:cubicBezTo>
                  <a:cubicBezTo>
                    <a:pt x="77" y="27"/>
                    <a:pt x="76" y="26"/>
                    <a:pt x="75" y="26"/>
                  </a:cubicBezTo>
                  <a:cubicBezTo>
                    <a:pt x="75" y="26"/>
                    <a:pt x="74" y="25"/>
                    <a:pt x="74" y="25"/>
                  </a:cubicBezTo>
                  <a:cubicBezTo>
                    <a:pt x="73" y="25"/>
                    <a:pt x="72" y="24"/>
                    <a:pt x="71" y="25"/>
                  </a:cubicBezTo>
                  <a:cubicBezTo>
                    <a:pt x="71" y="25"/>
                    <a:pt x="71" y="25"/>
                    <a:pt x="70" y="25"/>
                  </a:cubicBezTo>
                  <a:cubicBezTo>
                    <a:pt x="70" y="24"/>
                    <a:pt x="70" y="25"/>
                    <a:pt x="69" y="25"/>
                  </a:cubicBezTo>
                  <a:cubicBezTo>
                    <a:pt x="68" y="25"/>
                    <a:pt x="66" y="23"/>
                    <a:pt x="65" y="24"/>
                  </a:cubicBezTo>
                  <a:cubicBezTo>
                    <a:pt x="65" y="24"/>
                    <a:pt x="65" y="25"/>
                    <a:pt x="64" y="24"/>
                  </a:cubicBezTo>
                  <a:cubicBezTo>
                    <a:pt x="64" y="24"/>
                    <a:pt x="63" y="23"/>
                    <a:pt x="63" y="24"/>
                  </a:cubicBezTo>
                  <a:cubicBezTo>
                    <a:pt x="63" y="25"/>
                    <a:pt x="62" y="24"/>
                    <a:pt x="62" y="25"/>
                  </a:cubicBezTo>
                  <a:cubicBezTo>
                    <a:pt x="62" y="25"/>
                    <a:pt x="61" y="25"/>
                    <a:pt x="61" y="24"/>
                  </a:cubicBezTo>
                  <a:cubicBezTo>
                    <a:pt x="60" y="24"/>
                    <a:pt x="59" y="24"/>
                    <a:pt x="58" y="24"/>
                  </a:cubicBezTo>
                  <a:cubicBezTo>
                    <a:pt x="57" y="24"/>
                    <a:pt x="57" y="24"/>
                    <a:pt x="56" y="23"/>
                  </a:cubicBezTo>
                  <a:cubicBezTo>
                    <a:pt x="55" y="23"/>
                    <a:pt x="55" y="23"/>
                    <a:pt x="54" y="23"/>
                  </a:cubicBezTo>
                  <a:cubicBezTo>
                    <a:pt x="53" y="24"/>
                    <a:pt x="53" y="23"/>
                    <a:pt x="53" y="23"/>
                  </a:cubicBezTo>
                  <a:cubicBezTo>
                    <a:pt x="52" y="22"/>
                    <a:pt x="51" y="22"/>
                    <a:pt x="51" y="22"/>
                  </a:cubicBezTo>
                  <a:cubicBezTo>
                    <a:pt x="50" y="21"/>
                    <a:pt x="50" y="20"/>
                    <a:pt x="49" y="20"/>
                  </a:cubicBezTo>
                  <a:cubicBezTo>
                    <a:pt x="49" y="19"/>
                    <a:pt x="48" y="18"/>
                    <a:pt x="47" y="18"/>
                  </a:cubicBezTo>
                  <a:cubicBezTo>
                    <a:pt x="45" y="18"/>
                    <a:pt x="43" y="18"/>
                    <a:pt x="42" y="18"/>
                  </a:cubicBezTo>
                  <a:cubicBezTo>
                    <a:pt x="41" y="17"/>
                    <a:pt x="40" y="17"/>
                    <a:pt x="39" y="17"/>
                  </a:cubicBezTo>
                  <a:cubicBezTo>
                    <a:pt x="39" y="18"/>
                    <a:pt x="38" y="18"/>
                    <a:pt x="37" y="17"/>
                  </a:cubicBezTo>
                  <a:cubicBezTo>
                    <a:pt x="36" y="17"/>
                    <a:pt x="36" y="14"/>
                    <a:pt x="34" y="16"/>
                  </a:cubicBezTo>
                  <a:cubicBezTo>
                    <a:pt x="34" y="16"/>
                    <a:pt x="34" y="16"/>
                    <a:pt x="34" y="17"/>
                  </a:cubicBezTo>
                  <a:cubicBezTo>
                    <a:pt x="33" y="17"/>
                    <a:pt x="33" y="16"/>
                    <a:pt x="32" y="16"/>
                  </a:cubicBezTo>
                  <a:cubicBezTo>
                    <a:pt x="32" y="15"/>
                    <a:pt x="31" y="15"/>
                    <a:pt x="30" y="15"/>
                  </a:cubicBezTo>
                  <a:cubicBezTo>
                    <a:pt x="30" y="14"/>
                    <a:pt x="30" y="15"/>
                    <a:pt x="30" y="16"/>
                  </a:cubicBezTo>
                  <a:cubicBezTo>
                    <a:pt x="30" y="17"/>
                    <a:pt x="27" y="16"/>
                    <a:pt x="27" y="16"/>
                  </a:cubicBezTo>
                  <a:cubicBezTo>
                    <a:pt x="26" y="16"/>
                    <a:pt x="26" y="17"/>
                    <a:pt x="26" y="17"/>
                  </a:cubicBezTo>
                  <a:cubicBezTo>
                    <a:pt x="25" y="17"/>
                    <a:pt x="25" y="18"/>
                    <a:pt x="25" y="18"/>
                  </a:cubicBezTo>
                  <a:cubicBezTo>
                    <a:pt x="25" y="18"/>
                    <a:pt x="24" y="18"/>
                    <a:pt x="24" y="19"/>
                  </a:cubicBezTo>
                  <a:cubicBezTo>
                    <a:pt x="24" y="19"/>
                    <a:pt x="22" y="19"/>
                    <a:pt x="22" y="19"/>
                  </a:cubicBezTo>
                  <a:cubicBezTo>
                    <a:pt x="21" y="19"/>
                    <a:pt x="21" y="20"/>
                    <a:pt x="20" y="21"/>
                  </a:cubicBezTo>
                  <a:cubicBezTo>
                    <a:pt x="19" y="21"/>
                    <a:pt x="20" y="21"/>
                    <a:pt x="19" y="21"/>
                  </a:cubicBezTo>
                  <a:cubicBezTo>
                    <a:pt x="19" y="22"/>
                    <a:pt x="18" y="22"/>
                    <a:pt x="18" y="22"/>
                  </a:cubicBezTo>
                  <a:cubicBezTo>
                    <a:pt x="17" y="22"/>
                    <a:pt x="17" y="22"/>
                    <a:pt x="16" y="23"/>
                  </a:cubicBezTo>
                  <a:cubicBezTo>
                    <a:pt x="16" y="23"/>
                    <a:pt x="15" y="23"/>
                    <a:pt x="14" y="23"/>
                  </a:cubicBezTo>
                  <a:cubicBezTo>
                    <a:pt x="14" y="24"/>
                    <a:pt x="15" y="24"/>
                    <a:pt x="14" y="24"/>
                  </a:cubicBezTo>
                  <a:cubicBezTo>
                    <a:pt x="14" y="25"/>
                    <a:pt x="11" y="24"/>
                    <a:pt x="13" y="26"/>
                  </a:cubicBezTo>
                  <a:cubicBezTo>
                    <a:pt x="13" y="26"/>
                    <a:pt x="14" y="27"/>
                    <a:pt x="13" y="27"/>
                  </a:cubicBezTo>
                  <a:cubicBezTo>
                    <a:pt x="12" y="27"/>
                    <a:pt x="12" y="27"/>
                    <a:pt x="12" y="28"/>
                  </a:cubicBezTo>
                  <a:cubicBezTo>
                    <a:pt x="11" y="28"/>
                    <a:pt x="11" y="28"/>
                    <a:pt x="10" y="28"/>
                  </a:cubicBezTo>
                  <a:cubicBezTo>
                    <a:pt x="10" y="28"/>
                    <a:pt x="10" y="28"/>
                    <a:pt x="10" y="28"/>
                  </a:cubicBezTo>
                  <a:cubicBezTo>
                    <a:pt x="11" y="29"/>
                    <a:pt x="9" y="30"/>
                    <a:pt x="8" y="29"/>
                  </a:cubicBezTo>
                  <a:cubicBezTo>
                    <a:pt x="8" y="29"/>
                    <a:pt x="8" y="28"/>
                    <a:pt x="7" y="29"/>
                  </a:cubicBezTo>
                  <a:cubicBezTo>
                    <a:pt x="7" y="29"/>
                    <a:pt x="8" y="30"/>
                    <a:pt x="8" y="30"/>
                  </a:cubicBezTo>
                  <a:cubicBezTo>
                    <a:pt x="7" y="30"/>
                    <a:pt x="7" y="30"/>
                    <a:pt x="6" y="30"/>
                  </a:cubicBezTo>
                  <a:cubicBezTo>
                    <a:pt x="6" y="30"/>
                    <a:pt x="6" y="29"/>
                    <a:pt x="5" y="29"/>
                  </a:cubicBezTo>
                  <a:cubicBezTo>
                    <a:pt x="4" y="30"/>
                    <a:pt x="3" y="29"/>
                    <a:pt x="2" y="30"/>
                  </a:cubicBezTo>
                  <a:cubicBezTo>
                    <a:pt x="1" y="30"/>
                    <a:pt x="2" y="31"/>
                    <a:pt x="2" y="31"/>
                  </a:cubicBezTo>
                  <a:cubicBezTo>
                    <a:pt x="2" y="32"/>
                    <a:pt x="1" y="33"/>
                    <a:pt x="0" y="33"/>
                  </a:cubicBezTo>
                  <a:cubicBezTo>
                    <a:pt x="0" y="33"/>
                    <a:pt x="1" y="33"/>
                    <a:pt x="1" y="34"/>
                  </a:cubicBezTo>
                  <a:cubicBezTo>
                    <a:pt x="1" y="34"/>
                    <a:pt x="1" y="34"/>
                    <a:pt x="1" y="35"/>
                  </a:cubicBezTo>
                  <a:cubicBezTo>
                    <a:pt x="2" y="35"/>
                    <a:pt x="0" y="35"/>
                    <a:pt x="1" y="36"/>
                  </a:cubicBezTo>
                  <a:cubicBezTo>
                    <a:pt x="1" y="36"/>
                    <a:pt x="1" y="36"/>
                    <a:pt x="1" y="36"/>
                  </a:cubicBezTo>
                  <a:cubicBezTo>
                    <a:pt x="1" y="36"/>
                    <a:pt x="2" y="37"/>
                    <a:pt x="2" y="37"/>
                  </a:cubicBezTo>
                  <a:cubicBezTo>
                    <a:pt x="2" y="37"/>
                    <a:pt x="3" y="37"/>
                    <a:pt x="3" y="37"/>
                  </a:cubicBezTo>
                  <a:cubicBezTo>
                    <a:pt x="4" y="37"/>
                    <a:pt x="5" y="38"/>
                    <a:pt x="4" y="38"/>
                  </a:cubicBezTo>
                  <a:cubicBezTo>
                    <a:pt x="3" y="39"/>
                    <a:pt x="5" y="39"/>
                    <a:pt x="5" y="40"/>
                  </a:cubicBezTo>
                  <a:cubicBezTo>
                    <a:pt x="6" y="40"/>
                    <a:pt x="7" y="40"/>
                    <a:pt x="8" y="41"/>
                  </a:cubicBezTo>
                  <a:cubicBezTo>
                    <a:pt x="9" y="41"/>
                    <a:pt x="10" y="41"/>
                    <a:pt x="10" y="42"/>
                  </a:cubicBezTo>
                  <a:cubicBezTo>
                    <a:pt x="11" y="43"/>
                    <a:pt x="11" y="43"/>
                    <a:pt x="13" y="44"/>
                  </a:cubicBezTo>
                  <a:cubicBezTo>
                    <a:pt x="13" y="44"/>
                    <a:pt x="14" y="44"/>
                    <a:pt x="15" y="45"/>
                  </a:cubicBezTo>
                  <a:cubicBezTo>
                    <a:pt x="16" y="45"/>
                    <a:pt x="16" y="45"/>
                    <a:pt x="17" y="45"/>
                  </a:cubicBezTo>
                  <a:cubicBezTo>
                    <a:pt x="18" y="45"/>
                    <a:pt x="18" y="45"/>
                    <a:pt x="18" y="45"/>
                  </a:cubicBezTo>
                  <a:cubicBezTo>
                    <a:pt x="19" y="45"/>
                    <a:pt x="20" y="45"/>
                    <a:pt x="20" y="45"/>
                  </a:cubicBezTo>
                  <a:cubicBezTo>
                    <a:pt x="20" y="45"/>
                    <a:pt x="20" y="46"/>
                    <a:pt x="21" y="46"/>
                  </a:cubicBezTo>
                  <a:cubicBezTo>
                    <a:pt x="21" y="46"/>
                    <a:pt x="21" y="46"/>
                    <a:pt x="22" y="46"/>
                  </a:cubicBezTo>
                  <a:cubicBezTo>
                    <a:pt x="22" y="47"/>
                    <a:pt x="23" y="47"/>
                    <a:pt x="23" y="47"/>
                  </a:cubicBezTo>
                  <a:cubicBezTo>
                    <a:pt x="24" y="47"/>
                    <a:pt x="24" y="47"/>
                    <a:pt x="24" y="46"/>
                  </a:cubicBezTo>
                  <a:cubicBezTo>
                    <a:pt x="24" y="46"/>
                    <a:pt x="25" y="47"/>
                    <a:pt x="25" y="47"/>
                  </a:cubicBezTo>
                  <a:cubicBezTo>
                    <a:pt x="26" y="48"/>
                    <a:pt x="27" y="48"/>
                    <a:pt x="28" y="49"/>
                  </a:cubicBezTo>
                  <a:cubicBezTo>
                    <a:pt x="29" y="49"/>
                    <a:pt x="28" y="49"/>
                    <a:pt x="28" y="49"/>
                  </a:cubicBezTo>
                  <a:cubicBezTo>
                    <a:pt x="29" y="50"/>
                    <a:pt x="29" y="50"/>
                    <a:pt x="30" y="51"/>
                  </a:cubicBezTo>
                  <a:cubicBezTo>
                    <a:pt x="31" y="52"/>
                    <a:pt x="31" y="53"/>
                    <a:pt x="32" y="54"/>
                  </a:cubicBezTo>
                  <a:cubicBezTo>
                    <a:pt x="33" y="54"/>
                    <a:pt x="34" y="56"/>
                    <a:pt x="35" y="56"/>
                  </a:cubicBezTo>
                  <a:cubicBezTo>
                    <a:pt x="36" y="56"/>
                    <a:pt x="37" y="57"/>
                    <a:pt x="37" y="58"/>
                  </a:cubicBezTo>
                  <a:cubicBezTo>
                    <a:pt x="37" y="58"/>
                    <a:pt x="38" y="58"/>
                    <a:pt x="38" y="59"/>
                  </a:cubicBezTo>
                  <a:cubicBezTo>
                    <a:pt x="38" y="59"/>
                    <a:pt x="38" y="60"/>
                    <a:pt x="39" y="60"/>
                  </a:cubicBezTo>
                  <a:cubicBezTo>
                    <a:pt x="39" y="61"/>
                    <a:pt x="39" y="61"/>
                    <a:pt x="39" y="62"/>
                  </a:cubicBezTo>
                  <a:cubicBezTo>
                    <a:pt x="39" y="62"/>
                    <a:pt x="39" y="63"/>
                    <a:pt x="39" y="64"/>
                  </a:cubicBezTo>
                  <a:cubicBezTo>
                    <a:pt x="39" y="64"/>
                    <a:pt x="40" y="65"/>
                    <a:pt x="40" y="65"/>
                  </a:cubicBezTo>
                  <a:cubicBezTo>
                    <a:pt x="42" y="67"/>
                    <a:pt x="40" y="67"/>
                    <a:pt x="40" y="69"/>
                  </a:cubicBezTo>
                  <a:cubicBezTo>
                    <a:pt x="40" y="69"/>
                    <a:pt x="40" y="70"/>
                    <a:pt x="40" y="71"/>
                  </a:cubicBezTo>
                  <a:cubicBezTo>
                    <a:pt x="40" y="72"/>
                    <a:pt x="41" y="72"/>
                    <a:pt x="41" y="73"/>
                  </a:cubicBezTo>
                  <a:cubicBezTo>
                    <a:pt x="42" y="73"/>
                    <a:pt x="42" y="74"/>
                    <a:pt x="43" y="74"/>
                  </a:cubicBezTo>
                  <a:cubicBezTo>
                    <a:pt x="43" y="74"/>
                    <a:pt x="43" y="75"/>
                    <a:pt x="43" y="75"/>
                  </a:cubicBezTo>
                  <a:cubicBezTo>
                    <a:pt x="43" y="75"/>
                    <a:pt x="43" y="75"/>
                    <a:pt x="44" y="75"/>
                  </a:cubicBezTo>
                  <a:cubicBezTo>
                    <a:pt x="44" y="75"/>
                    <a:pt x="45" y="75"/>
                    <a:pt x="46" y="75"/>
                  </a:cubicBezTo>
                  <a:cubicBezTo>
                    <a:pt x="46" y="76"/>
                    <a:pt x="47" y="76"/>
                    <a:pt x="47" y="76"/>
                  </a:cubicBezTo>
                  <a:cubicBezTo>
                    <a:pt x="48" y="76"/>
                    <a:pt x="48" y="76"/>
                    <a:pt x="49" y="76"/>
                  </a:cubicBezTo>
                  <a:cubicBezTo>
                    <a:pt x="49" y="76"/>
                    <a:pt x="50" y="77"/>
                    <a:pt x="50" y="77"/>
                  </a:cubicBezTo>
                  <a:cubicBezTo>
                    <a:pt x="52" y="77"/>
                    <a:pt x="54" y="76"/>
                    <a:pt x="55" y="77"/>
                  </a:cubicBezTo>
                  <a:cubicBezTo>
                    <a:pt x="57" y="78"/>
                    <a:pt x="59" y="77"/>
                    <a:pt x="61" y="77"/>
                  </a:cubicBezTo>
                  <a:cubicBezTo>
                    <a:pt x="62" y="77"/>
                    <a:pt x="62" y="77"/>
                    <a:pt x="63" y="77"/>
                  </a:cubicBezTo>
                  <a:cubicBezTo>
                    <a:pt x="64" y="77"/>
                    <a:pt x="65" y="77"/>
                    <a:pt x="66" y="78"/>
                  </a:cubicBezTo>
                  <a:cubicBezTo>
                    <a:pt x="67" y="78"/>
                    <a:pt x="67" y="78"/>
                    <a:pt x="68" y="78"/>
                  </a:cubicBezTo>
                  <a:cubicBezTo>
                    <a:pt x="69" y="78"/>
                    <a:pt x="70" y="79"/>
                    <a:pt x="70" y="79"/>
                  </a:cubicBezTo>
                  <a:cubicBezTo>
                    <a:pt x="71" y="80"/>
                    <a:pt x="72" y="81"/>
                    <a:pt x="73" y="81"/>
                  </a:cubicBezTo>
                  <a:cubicBezTo>
                    <a:pt x="73" y="81"/>
                    <a:pt x="74" y="81"/>
                    <a:pt x="75" y="81"/>
                  </a:cubicBezTo>
                  <a:cubicBezTo>
                    <a:pt x="75" y="81"/>
                    <a:pt x="76" y="82"/>
                    <a:pt x="76" y="82"/>
                  </a:cubicBezTo>
                  <a:cubicBezTo>
                    <a:pt x="77" y="83"/>
                    <a:pt x="77" y="83"/>
                    <a:pt x="78" y="83"/>
                  </a:cubicBezTo>
                  <a:cubicBezTo>
                    <a:pt x="79" y="83"/>
                    <a:pt x="80" y="84"/>
                    <a:pt x="80" y="84"/>
                  </a:cubicBezTo>
                  <a:cubicBezTo>
                    <a:pt x="81" y="85"/>
                    <a:pt x="82" y="85"/>
                    <a:pt x="83" y="85"/>
                  </a:cubicBezTo>
                  <a:cubicBezTo>
                    <a:pt x="83" y="86"/>
                    <a:pt x="87" y="85"/>
                    <a:pt x="87" y="85"/>
                  </a:cubicBezTo>
                  <a:cubicBezTo>
                    <a:pt x="87" y="86"/>
                    <a:pt x="87" y="88"/>
                    <a:pt x="88" y="88"/>
                  </a:cubicBezTo>
                  <a:cubicBezTo>
                    <a:pt x="90" y="89"/>
                    <a:pt x="90" y="90"/>
                    <a:pt x="91" y="91"/>
                  </a:cubicBezTo>
                  <a:cubicBezTo>
                    <a:pt x="92" y="92"/>
                    <a:pt x="94" y="94"/>
                    <a:pt x="95" y="95"/>
                  </a:cubicBezTo>
                  <a:cubicBezTo>
                    <a:pt x="96" y="97"/>
                    <a:pt x="97" y="97"/>
                    <a:pt x="98" y="98"/>
                  </a:cubicBezTo>
                  <a:cubicBezTo>
                    <a:pt x="99" y="99"/>
                    <a:pt x="101" y="100"/>
                    <a:pt x="101" y="101"/>
                  </a:cubicBezTo>
                  <a:cubicBezTo>
                    <a:pt x="102" y="101"/>
                    <a:pt x="102" y="102"/>
                    <a:pt x="102" y="102"/>
                  </a:cubicBezTo>
                  <a:cubicBezTo>
                    <a:pt x="102" y="102"/>
                    <a:pt x="104" y="102"/>
                    <a:pt x="104" y="102"/>
                  </a:cubicBezTo>
                  <a:cubicBezTo>
                    <a:pt x="105" y="102"/>
                    <a:pt x="106" y="102"/>
                    <a:pt x="107" y="102"/>
                  </a:cubicBezTo>
                  <a:cubicBezTo>
                    <a:pt x="108" y="101"/>
                    <a:pt x="109" y="101"/>
                    <a:pt x="109" y="101"/>
                  </a:cubicBezTo>
                  <a:cubicBezTo>
                    <a:pt x="111" y="102"/>
                    <a:pt x="113" y="102"/>
                    <a:pt x="115" y="102"/>
                  </a:cubicBezTo>
                  <a:cubicBezTo>
                    <a:pt x="117" y="103"/>
                    <a:pt x="119" y="103"/>
                    <a:pt x="121" y="103"/>
                  </a:cubicBezTo>
                  <a:cubicBezTo>
                    <a:pt x="123" y="103"/>
                    <a:pt x="125" y="103"/>
                    <a:pt x="127" y="104"/>
                  </a:cubicBezTo>
                  <a:cubicBezTo>
                    <a:pt x="128" y="104"/>
                    <a:pt x="129" y="104"/>
                    <a:pt x="130" y="104"/>
                  </a:cubicBezTo>
                  <a:cubicBezTo>
                    <a:pt x="131" y="104"/>
                    <a:pt x="132" y="103"/>
                    <a:pt x="132" y="103"/>
                  </a:cubicBezTo>
                  <a:cubicBezTo>
                    <a:pt x="134" y="102"/>
                    <a:pt x="136" y="103"/>
                    <a:pt x="138" y="103"/>
                  </a:cubicBezTo>
                  <a:cubicBezTo>
                    <a:pt x="140" y="103"/>
                    <a:pt x="142" y="104"/>
                    <a:pt x="144" y="104"/>
                  </a:cubicBezTo>
                  <a:cubicBezTo>
                    <a:pt x="146" y="104"/>
                    <a:pt x="148" y="104"/>
                    <a:pt x="149" y="104"/>
                  </a:cubicBezTo>
                  <a:cubicBezTo>
                    <a:pt x="151" y="105"/>
                    <a:pt x="152" y="106"/>
                    <a:pt x="154" y="107"/>
                  </a:cubicBezTo>
                  <a:cubicBezTo>
                    <a:pt x="155" y="108"/>
                    <a:pt x="157" y="109"/>
                    <a:pt x="159" y="109"/>
                  </a:cubicBezTo>
                  <a:cubicBezTo>
                    <a:pt x="161" y="109"/>
                    <a:pt x="163" y="109"/>
                    <a:pt x="165" y="110"/>
                  </a:cubicBezTo>
                  <a:cubicBezTo>
                    <a:pt x="166" y="110"/>
                    <a:pt x="168" y="111"/>
                    <a:pt x="170" y="112"/>
                  </a:cubicBezTo>
                  <a:cubicBezTo>
                    <a:pt x="171" y="113"/>
                    <a:pt x="173" y="112"/>
                    <a:pt x="175" y="112"/>
                  </a:cubicBezTo>
                  <a:cubicBezTo>
                    <a:pt x="176" y="112"/>
                    <a:pt x="177" y="111"/>
                    <a:pt x="178" y="111"/>
                  </a:cubicBezTo>
                  <a:cubicBezTo>
                    <a:pt x="178" y="111"/>
                    <a:pt x="178" y="113"/>
                    <a:pt x="179" y="113"/>
                  </a:cubicBezTo>
                  <a:cubicBezTo>
                    <a:pt x="179" y="114"/>
                    <a:pt x="181" y="114"/>
                    <a:pt x="182" y="114"/>
                  </a:cubicBezTo>
                  <a:cubicBezTo>
                    <a:pt x="183" y="114"/>
                    <a:pt x="183" y="114"/>
                    <a:pt x="183" y="114"/>
                  </a:cubicBezTo>
                  <a:cubicBezTo>
                    <a:pt x="184" y="115"/>
                    <a:pt x="184" y="114"/>
                    <a:pt x="184" y="113"/>
                  </a:cubicBezTo>
                  <a:cubicBezTo>
                    <a:pt x="185" y="113"/>
                    <a:pt x="186" y="112"/>
                    <a:pt x="186" y="112"/>
                  </a:cubicBezTo>
                  <a:cubicBezTo>
                    <a:pt x="187" y="111"/>
                    <a:pt x="188" y="111"/>
                    <a:pt x="189" y="110"/>
                  </a:cubicBezTo>
                  <a:cubicBezTo>
                    <a:pt x="190" y="110"/>
                    <a:pt x="192" y="109"/>
                    <a:pt x="193" y="108"/>
                  </a:cubicBezTo>
                  <a:cubicBezTo>
                    <a:pt x="197" y="106"/>
                    <a:pt x="200" y="106"/>
                    <a:pt x="204" y="106"/>
                  </a:cubicBezTo>
                  <a:cubicBezTo>
                    <a:pt x="205" y="106"/>
                    <a:pt x="206" y="105"/>
                    <a:pt x="207" y="105"/>
                  </a:cubicBezTo>
                  <a:cubicBezTo>
                    <a:pt x="208" y="105"/>
                    <a:pt x="209" y="105"/>
                    <a:pt x="209" y="105"/>
                  </a:cubicBezTo>
                  <a:cubicBezTo>
                    <a:pt x="210" y="105"/>
                    <a:pt x="211" y="105"/>
                    <a:pt x="211" y="105"/>
                  </a:cubicBezTo>
                  <a:cubicBezTo>
                    <a:pt x="212" y="105"/>
                    <a:pt x="213" y="106"/>
                    <a:pt x="214" y="105"/>
                  </a:cubicBezTo>
                  <a:cubicBezTo>
                    <a:pt x="215" y="105"/>
                    <a:pt x="215" y="105"/>
                    <a:pt x="216" y="105"/>
                  </a:cubicBezTo>
                  <a:cubicBezTo>
                    <a:pt x="217" y="105"/>
                    <a:pt x="218" y="105"/>
                    <a:pt x="219" y="105"/>
                  </a:cubicBezTo>
                  <a:cubicBezTo>
                    <a:pt x="219" y="105"/>
                    <a:pt x="220" y="104"/>
                    <a:pt x="220" y="104"/>
                  </a:cubicBezTo>
                  <a:cubicBezTo>
                    <a:pt x="221" y="104"/>
                    <a:pt x="222" y="103"/>
                    <a:pt x="222" y="103"/>
                  </a:cubicBezTo>
                  <a:cubicBezTo>
                    <a:pt x="224" y="103"/>
                    <a:pt x="225" y="103"/>
                    <a:pt x="226" y="101"/>
                  </a:cubicBezTo>
                  <a:cubicBezTo>
                    <a:pt x="226" y="100"/>
                    <a:pt x="227" y="100"/>
                    <a:pt x="227" y="99"/>
                  </a:cubicBezTo>
                  <a:cubicBezTo>
                    <a:pt x="227" y="99"/>
                    <a:pt x="227" y="98"/>
                    <a:pt x="227" y="97"/>
                  </a:cubicBezTo>
                  <a:cubicBezTo>
                    <a:pt x="227" y="97"/>
                    <a:pt x="228" y="96"/>
                    <a:pt x="228" y="95"/>
                  </a:cubicBezTo>
                  <a:cubicBezTo>
                    <a:pt x="229" y="95"/>
                    <a:pt x="230" y="95"/>
                    <a:pt x="230" y="94"/>
                  </a:cubicBezTo>
                  <a:cubicBezTo>
                    <a:pt x="231" y="94"/>
                    <a:pt x="231" y="94"/>
                    <a:pt x="232" y="94"/>
                  </a:cubicBezTo>
                  <a:cubicBezTo>
                    <a:pt x="232" y="94"/>
                    <a:pt x="232" y="93"/>
                    <a:pt x="233" y="92"/>
                  </a:cubicBezTo>
                  <a:cubicBezTo>
                    <a:pt x="233" y="92"/>
                    <a:pt x="234" y="92"/>
                    <a:pt x="234" y="92"/>
                  </a:cubicBezTo>
                  <a:cubicBezTo>
                    <a:pt x="235" y="91"/>
                    <a:pt x="234" y="91"/>
                    <a:pt x="234" y="90"/>
                  </a:cubicBezTo>
                  <a:cubicBezTo>
                    <a:pt x="233" y="89"/>
                    <a:pt x="231" y="88"/>
                    <a:pt x="230" y="88"/>
                  </a:cubicBezTo>
                  <a:cubicBezTo>
                    <a:pt x="229" y="87"/>
                    <a:pt x="228" y="86"/>
                    <a:pt x="228" y="86"/>
                  </a:cubicBezTo>
                  <a:cubicBezTo>
                    <a:pt x="227" y="85"/>
                    <a:pt x="227" y="85"/>
                    <a:pt x="226" y="85"/>
                  </a:cubicBezTo>
                  <a:cubicBezTo>
                    <a:pt x="226" y="84"/>
                    <a:pt x="226" y="83"/>
                    <a:pt x="226" y="83"/>
                  </a:cubicBezTo>
                  <a:cubicBezTo>
                    <a:pt x="226" y="82"/>
                    <a:pt x="226" y="82"/>
                    <a:pt x="226" y="81"/>
                  </a:cubicBezTo>
                  <a:cubicBezTo>
                    <a:pt x="226" y="80"/>
                    <a:pt x="226" y="78"/>
                    <a:pt x="227" y="77"/>
                  </a:cubicBezTo>
                  <a:cubicBezTo>
                    <a:pt x="227" y="76"/>
                    <a:pt x="229" y="77"/>
                    <a:pt x="230" y="77"/>
                  </a:cubicBezTo>
                  <a:cubicBezTo>
                    <a:pt x="232" y="77"/>
                    <a:pt x="233" y="78"/>
                    <a:pt x="235" y="79"/>
                  </a:cubicBezTo>
                  <a:cubicBezTo>
                    <a:pt x="236" y="79"/>
                    <a:pt x="238" y="80"/>
                    <a:pt x="240" y="80"/>
                  </a:cubicBezTo>
                  <a:cubicBezTo>
                    <a:pt x="241" y="80"/>
                    <a:pt x="243" y="81"/>
                    <a:pt x="244" y="79"/>
                  </a:cubicBezTo>
                  <a:cubicBezTo>
                    <a:pt x="245" y="79"/>
                    <a:pt x="245" y="78"/>
                    <a:pt x="245" y="78"/>
                  </a:cubicBezTo>
                  <a:cubicBezTo>
                    <a:pt x="246" y="78"/>
                    <a:pt x="247" y="78"/>
                    <a:pt x="247" y="77"/>
                  </a:cubicBezTo>
                  <a:cubicBezTo>
                    <a:pt x="246" y="77"/>
                    <a:pt x="248" y="76"/>
                    <a:pt x="248" y="76"/>
                  </a:cubicBezTo>
                  <a:cubicBezTo>
                    <a:pt x="248" y="75"/>
                    <a:pt x="248" y="74"/>
                    <a:pt x="248" y="74"/>
                  </a:cubicBezTo>
                  <a:cubicBezTo>
                    <a:pt x="248" y="72"/>
                    <a:pt x="251" y="73"/>
                    <a:pt x="252" y="73"/>
                  </a:cubicBezTo>
                  <a:cubicBezTo>
                    <a:pt x="253" y="73"/>
                    <a:pt x="255" y="73"/>
                    <a:pt x="257" y="73"/>
                  </a:cubicBezTo>
                  <a:cubicBezTo>
                    <a:pt x="258" y="72"/>
                    <a:pt x="258" y="71"/>
                    <a:pt x="259" y="70"/>
                  </a:cubicBezTo>
                  <a:cubicBezTo>
                    <a:pt x="259" y="70"/>
                    <a:pt x="260" y="70"/>
                    <a:pt x="261" y="70"/>
                  </a:cubicBezTo>
                  <a:cubicBezTo>
                    <a:pt x="261" y="69"/>
                    <a:pt x="260" y="68"/>
                    <a:pt x="260" y="68"/>
                  </a:cubicBezTo>
                  <a:cubicBezTo>
                    <a:pt x="259" y="67"/>
                    <a:pt x="260" y="65"/>
                    <a:pt x="260" y="65"/>
                  </a:cubicBezTo>
                  <a:cubicBezTo>
                    <a:pt x="261" y="64"/>
                    <a:pt x="260" y="64"/>
                    <a:pt x="261" y="63"/>
                  </a:cubicBezTo>
                  <a:cubicBezTo>
                    <a:pt x="261" y="63"/>
                    <a:pt x="261" y="63"/>
                    <a:pt x="262" y="63"/>
                  </a:cubicBezTo>
                  <a:cubicBezTo>
                    <a:pt x="262" y="63"/>
                    <a:pt x="262" y="62"/>
                    <a:pt x="263" y="63"/>
                  </a:cubicBezTo>
                  <a:cubicBezTo>
                    <a:pt x="264" y="63"/>
                    <a:pt x="267" y="63"/>
                    <a:pt x="267" y="62"/>
                  </a:cubicBezTo>
                  <a:cubicBezTo>
                    <a:pt x="267" y="62"/>
                    <a:pt x="267" y="61"/>
                    <a:pt x="266" y="61"/>
                  </a:cubicBezTo>
                  <a:cubicBezTo>
                    <a:pt x="266" y="60"/>
                    <a:pt x="267" y="60"/>
                    <a:pt x="267" y="60"/>
                  </a:cubicBezTo>
                  <a:cubicBezTo>
                    <a:pt x="268" y="60"/>
                    <a:pt x="270" y="62"/>
                    <a:pt x="270" y="60"/>
                  </a:cubicBezTo>
                  <a:cubicBezTo>
                    <a:pt x="270" y="60"/>
                    <a:pt x="271" y="60"/>
                    <a:pt x="272" y="59"/>
                  </a:cubicBezTo>
                  <a:cubicBezTo>
                    <a:pt x="272" y="59"/>
                    <a:pt x="273" y="59"/>
                    <a:pt x="273" y="59"/>
                  </a:cubicBezTo>
                  <a:cubicBezTo>
                    <a:pt x="274" y="59"/>
                    <a:pt x="274" y="59"/>
                    <a:pt x="275" y="59"/>
                  </a:cubicBezTo>
                  <a:cubicBezTo>
                    <a:pt x="275" y="59"/>
                    <a:pt x="277" y="59"/>
                    <a:pt x="277" y="59"/>
                  </a:cubicBezTo>
                  <a:cubicBezTo>
                    <a:pt x="277" y="59"/>
                    <a:pt x="277" y="59"/>
                    <a:pt x="277" y="58"/>
                  </a:cubicBezTo>
                  <a:cubicBezTo>
                    <a:pt x="278" y="58"/>
                    <a:pt x="278" y="59"/>
                    <a:pt x="278" y="59"/>
                  </a:cubicBezTo>
                  <a:cubicBezTo>
                    <a:pt x="279" y="59"/>
                    <a:pt x="279" y="58"/>
                    <a:pt x="279" y="59"/>
                  </a:cubicBezTo>
                  <a:cubicBezTo>
                    <a:pt x="279" y="59"/>
                    <a:pt x="280" y="59"/>
                    <a:pt x="280" y="59"/>
                  </a:cubicBezTo>
                  <a:cubicBezTo>
                    <a:pt x="281" y="60"/>
                    <a:pt x="282" y="60"/>
                    <a:pt x="283" y="60"/>
                  </a:cubicBezTo>
                  <a:cubicBezTo>
                    <a:pt x="284" y="60"/>
                    <a:pt x="285" y="61"/>
                    <a:pt x="286" y="60"/>
                  </a:cubicBezTo>
                  <a:cubicBezTo>
                    <a:pt x="286" y="60"/>
                    <a:pt x="286" y="59"/>
                    <a:pt x="286" y="59"/>
                  </a:cubicBezTo>
                  <a:cubicBezTo>
                    <a:pt x="287" y="60"/>
                    <a:pt x="287" y="60"/>
                    <a:pt x="287" y="59"/>
                  </a:cubicBezTo>
                  <a:cubicBezTo>
                    <a:pt x="287" y="59"/>
                    <a:pt x="287" y="58"/>
                    <a:pt x="286" y="5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26" name="Monaco">
              <a:extLst>
                <a:ext uri="{FF2B5EF4-FFF2-40B4-BE49-F238E27FC236}">
                  <a16:creationId xmlns:a16="http://schemas.microsoft.com/office/drawing/2014/main" id="{011DE2C0-888F-5F1C-D64B-AA99CF7BA356}"/>
                </a:ext>
              </a:extLst>
            </p:cNvPr>
            <p:cNvSpPr>
              <a:spLocks/>
            </p:cNvSpPr>
            <p:nvPr/>
          </p:nvSpPr>
          <p:spPr bwMode="auto">
            <a:xfrm>
              <a:off x="5955447" y="2342785"/>
              <a:ext cx="3921" cy="980"/>
            </a:xfrm>
            <a:custGeom>
              <a:avLst/>
              <a:gdLst/>
              <a:ahLst/>
              <a:cxnLst>
                <a:cxn ang="0">
                  <a:pos x="0" y="0"/>
                </a:cxn>
                <a:cxn ang="0">
                  <a:pos x="1" y="0"/>
                </a:cxn>
                <a:cxn ang="0">
                  <a:pos x="1" y="0"/>
                </a:cxn>
                <a:cxn ang="0">
                  <a:pos x="0" y="0"/>
                </a:cxn>
              </a:cxnLst>
              <a:rect l="0" t="0" r="r" b="b"/>
              <a:pathLst>
                <a:path w="1">
                  <a:moveTo>
                    <a:pt x="0" y="0"/>
                  </a:moveTo>
                  <a:cubicBezTo>
                    <a:pt x="0" y="0"/>
                    <a:pt x="0" y="0"/>
                    <a:pt x="1" y="0"/>
                  </a:cubicBezTo>
                  <a:cubicBezTo>
                    <a:pt x="1" y="0"/>
                    <a:pt x="1" y="0"/>
                    <a:pt x="1" y="0"/>
                  </a:cubicBezTo>
                  <a:cubicBezTo>
                    <a:pt x="1" y="0"/>
                    <a:pt x="0" y="0"/>
                    <a:pt x="0"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27" name="Moldova">
              <a:extLst>
                <a:ext uri="{FF2B5EF4-FFF2-40B4-BE49-F238E27FC236}">
                  <a16:creationId xmlns:a16="http://schemas.microsoft.com/office/drawing/2014/main" id="{8BCA34D9-F5D5-45DD-11A0-64E149688111}"/>
                </a:ext>
              </a:extLst>
            </p:cNvPr>
            <p:cNvSpPr>
              <a:spLocks/>
            </p:cNvSpPr>
            <p:nvPr/>
          </p:nvSpPr>
          <p:spPr bwMode="auto">
            <a:xfrm>
              <a:off x="6539625" y="2161453"/>
              <a:ext cx="113700" cy="117619"/>
            </a:xfrm>
            <a:custGeom>
              <a:avLst/>
              <a:gdLst/>
              <a:ahLst/>
              <a:cxnLst>
                <a:cxn ang="0">
                  <a:pos x="30" y="21"/>
                </a:cxn>
                <a:cxn ang="0">
                  <a:pos x="30" y="18"/>
                </a:cxn>
                <a:cxn ang="0">
                  <a:pos x="27" y="17"/>
                </a:cxn>
                <a:cxn ang="0">
                  <a:pos x="27" y="15"/>
                </a:cxn>
                <a:cxn ang="0">
                  <a:pos x="26" y="15"/>
                </a:cxn>
                <a:cxn ang="0">
                  <a:pos x="26" y="12"/>
                </a:cxn>
                <a:cxn ang="0">
                  <a:pos x="24" y="12"/>
                </a:cxn>
                <a:cxn ang="0">
                  <a:pos x="23" y="11"/>
                </a:cxn>
                <a:cxn ang="0">
                  <a:pos x="23" y="9"/>
                </a:cxn>
                <a:cxn ang="0">
                  <a:pos x="23" y="7"/>
                </a:cxn>
                <a:cxn ang="0">
                  <a:pos x="22" y="6"/>
                </a:cxn>
                <a:cxn ang="0">
                  <a:pos x="21" y="6"/>
                </a:cxn>
                <a:cxn ang="0">
                  <a:pos x="18" y="4"/>
                </a:cxn>
                <a:cxn ang="0">
                  <a:pos x="16" y="3"/>
                </a:cxn>
                <a:cxn ang="0">
                  <a:pos x="15" y="3"/>
                </a:cxn>
                <a:cxn ang="0">
                  <a:pos x="13" y="3"/>
                </a:cxn>
                <a:cxn ang="0">
                  <a:pos x="13" y="2"/>
                </a:cxn>
                <a:cxn ang="0">
                  <a:pos x="10" y="1"/>
                </a:cxn>
                <a:cxn ang="0">
                  <a:pos x="8" y="0"/>
                </a:cxn>
                <a:cxn ang="0">
                  <a:pos x="6" y="1"/>
                </a:cxn>
                <a:cxn ang="0">
                  <a:pos x="4" y="1"/>
                </a:cxn>
                <a:cxn ang="0">
                  <a:pos x="2" y="1"/>
                </a:cxn>
                <a:cxn ang="0">
                  <a:pos x="1" y="2"/>
                </a:cxn>
                <a:cxn ang="0">
                  <a:pos x="2" y="3"/>
                </a:cxn>
                <a:cxn ang="0">
                  <a:pos x="4" y="4"/>
                </a:cxn>
                <a:cxn ang="0">
                  <a:pos x="5" y="6"/>
                </a:cxn>
                <a:cxn ang="0">
                  <a:pos x="6" y="8"/>
                </a:cxn>
                <a:cxn ang="0">
                  <a:pos x="8" y="10"/>
                </a:cxn>
                <a:cxn ang="0">
                  <a:pos x="9" y="12"/>
                </a:cxn>
                <a:cxn ang="0">
                  <a:pos x="12" y="15"/>
                </a:cxn>
                <a:cxn ang="0">
                  <a:pos x="14" y="17"/>
                </a:cxn>
                <a:cxn ang="0">
                  <a:pos x="16" y="20"/>
                </a:cxn>
                <a:cxn ang="0">
                  <a:pos x="15" y="23"/>
                </a:cxn>
                <a:cxn ang="0">
                  <a:pos x="15" y="25"/>
                </a:cxn>
                <a:cxn ang="0">
                  <a:pos x="15" y="28"/>
                </a:cxn>
                <a:cxn ang="0">
                  <a:pos x="16" y="31"/>
                </a:cxn>
                <a:cxn ang="0">
                  <a:pos x="17" y="33"/>
                </a:cxn>
                <a:cxn ang="0">
                  <a:pos x="19" y="30"/>
                </a:cxn>
                <a:cxn ang="0">
                  <a:pos x="20" y="29"/>
                </a:cxn>
                <a:cxn ang="0">
                  <a:pos x="21" y="28"/>
                </a:cxn>
                <a:cxn ang="0">
                  <a:pos x="22" y="27"/>
                </a:cxn>
                <a:cxn ang="0">
                  <a:pos x="23" y="24"/>
                </a:cxn>
                <a:cxn ang="0">
                  <a:pos x="22" y="22"/>
                </a:cxn>
                <a:cxn ang="0">
                  <a:pos x="24" y="22"/>
                </a:cxn>
                <a:cxn ang="0">
                  <a:pos x="25" y="22"/>
                </a:cxn>
                <a:cxn ang="0">
                  <a:pos x="26" y="21"/>
                </a:cxn>
                <a:cxn ang="0">
                  <a:pos x="28" y="23"/>
                </a:cxn>
                <a:cxn ang="0">
                  <a:pos x="29" y="22"/>
                </a:cxn>
                <a:cxn ang="0">
                  <a:pos x="30" y="23"/>
                </a:cxn>
                <a:cxn ang="0">
                  <a:pos x="32" y="22"/>
                </a:cxn>
              </a:cxnLst>
              <a:rect l="0" t="0" r="r" b="b"/>
              <a:pathLst>
                <a:path w="32" h="33">
                  <a:moveTo>
                    <a:pt x="31" y="21"/>
                  </a:moveTo>
                  <a:cubicBezTo>
                    <a:pt x="31" y="21"/>
                    <a:pt x="30" y="21"/>
                    <a:pt x="30" y="21"/>
                  </a:cubicBezTo>
                  <a:cubicBezTo>
                    <a:pt x="30" y="21"/>
                    <a:pt x="30" y="21"/>
                    <a:pt x="30" y="20"/>
                  </a:cubicBezTo>
                  <a:cubicBezTo>
                    <a:pt x="31" y="20"/>
                    <a:pt x="30" y="19"/>
                    <a:pt x="30" y="18"/>
                  </a:cubicBezTo>
                  <a:cubicBezTo>
                    <a:pt x="30" y="18"/>
                    <a:pt x="29" y="17"/>
                    <a:pt x="29" y="17"/>
                  </a:cubicBezTo>
                  <a:cubicBezTo>
                    <a:pt x="28" y="17"/>
                    <a:pt x="28" y="17"/>
                    <a:pt x="27" y="17"/>
                  </a:cubicBezTo>
                  <a:cubicBezTo>
                    <a:pt x="27" y="17"/>
                    <a:pt x="27" y="17"/>
                    <a:pt x="27" y="16"/>
                  </a:cubicBezTo>
                  <a:cubicBezTo>
                    <a:pt x="27" y="16"/>
                    <a:pt x="27" y="16"/>
                    <a:pt x="27" y="15"/>
                  </a:cubicBezTo>
                  <a:cubicBezTo>
                    <a:pt x="27" y="15"/>
                    <a:pt x="26" y="15"/>
                    <a:pt x="26" y="15"/>
                  </a:cubicBezTo>
                  <a:cubicBezTo>
                    <a:pt x="26" y="15"/>
                    <a:pt x="26" y="15"/>
                    <a:pt x="26" y="15"/>
                  </a:cubicBezTo>
                  <a:cubicBezTo>
                    <a:pt x="27" y="14"/>
                    <a:pt x="26" y="14"/>
                    <a:pt x="26" y="13"/>
                  </a:cubicBezTo>
                  <a:cubicBezTo>
                    <a:pt x="27" y="13"/>
                    <a:pt x="27" y="12"/>
                    <a:pt x="26" y="12"/>
                  </a:cubicBezTo>
                  <a:cubicBezTo>
                    <a:pt x="26" y="12"/>
                    <a:pt x="25" y="13"/>
                    <a:pt x="25" y="13"/>
                  </a:cubicBezTo>
                  <a:cubicBezTo>
                    <a:pt x="25" y="12"/>
                    <a:pt x="25" y="12"/>
                    <a:pt x="24" y="12"/>
                  </a:cubicBezTo>
                  <a:cubicBezTo>
                    <a:pt x="24" y="12"/>
                    <a:pt x="24" y="11"/>
                    <a:pt x="24" y="11"/>
                  </a:cubicBezTo>
                  <a:cubicBezTo>
                    <a:pt x="23" y="11"/>
                    <a:pt x="23" y="11"/>
                    <a:pt x="23" y="11"/>
                  </a:cubicBezTo>
                  <a:cubicBezTo>
                    <a:pt x="22" y="10"/>
                    <a:pt x="23" y="10"/>
                    <a:pt x="23" y="9"/>
                  </a:cubicBezTo>
                  <a:cubicBezTo>
                    <a:pt x="23" y="9"/>
                    <a:pt x="23" y="9"/>
                    <a:pt x="23" y="9"/>
                  </a:cubicBezTo>
                  <a:cubicBezTo>
                    <a:pt x="23" y="8"/>
                    <a:pt x="23" y="8"/>
                    <a:pt x="23" y="8"/>
                  </a:cubicBezTo>
                  <a:cubicBezTo>
                    <a:pt x="23" y="8"/>
                    <a:pt x="23" y="7"/>
                    <a:pt x="23" y="7"/>
                  </a:cubicBezTo>
                  <a:cubicBezTo>
                    <a:pt x="23" y="7"/>
                    <a:pt x="23" y="7"/>
                    <a:pt x="23" y="7"/>
                  </a:cubicBezTo>
                  <a:cubicBezTo>
                    <a:pt x="23" y="6"/>
                    <a:pt x="22" y="6"/>
                    <a:pt x="22" y="6"/>
                  </a:cubicBezTo>
                  <a:cubicBezTo>
                    <a:pt x="22" y="6"/>
                    <a:pt x="22" y="6"/>
                    <a:pt x="22" y="5"/>
                  </a:cubicBezTo>
                  <a:cubicBezTo>
                    <a:pt x="22" y="5"/>
                    <a:pt x="21" y="6"/>
                    <a:pt x="21" y="6"/>
                  </a:cubicBezTo>
                  <a:cubicBezTo>
                    <a:pt x="20" y="6"/>
                    <a:pt x="20" y="5"/>
                    <a:pt x="19" y="5"/>
                  </a:cubicBezTo>
                  <a:cubicBezTo>
                    <a:pt x="19" y="4"/>
                    <a:pt x="19" y="4"/>
                    <a:pt x="18" y="4"/>
                  </a:cubicBezTo>
                  <a:cubicBezTo>
                    <a:pt x="17" y="3"/>
                    <a:pt x="16" y="4"/>
                    <a:pt x="16" y="4"/>
                  </a:cubicBezTo>
                  <a:cubicBezTo>
                    <a:pt x="16" y="5"/>
                    <a:pt x="16" y="4"/>
                    <a:pt x="16" y="3"/>
                  </a:cubicBezTo>
                  <a:cubicBezTo>
                    <a:pt x="15" y="3"/>
                    <a:pt x="15" y="4"/>
                    <a:pt x="15" y="4"/>
                  </a:cubicBezTo>
                  <a:cubicBezTo>
                    <a:pt x="15" y="4"/>
                    <a:pt x="15" y="3"/>
                    <a:pt x="15" y="3"/>
                  </a:cubicBezTo>
                  <a:cubicBezTo>
                    <a:pt x="15" y="3"/>
                    <a:pt x="14" y="3"/>
                    <a:pt x="14" y="3"/>
                  </a:cubicBezTo>
                  <a:cubicBezTo>
                    <a:pt x="14" y="3"/>
                    <a:pt x="14" y="3"/>
                    <a:pt x="13" y="3"/>
                  </a:cubicBezTo>
                  <a:cubicBezTo>
                    <a:pt x="13" y="2"/>
                    <a:pt x="13" y="3"/>
                    <a:pt x="13" y="3"/>
                  </a:cubicBezTo>
                  <a:cubicBezTo>
                    <a:pt x="12" y="3"/>
                    <a:pt x="13" y="2"/>
                    <a:pt x="13" y="2"/>
                  </a:cubicBezTo>
                  <a:cubicBezTo>
                    <a:pt x="13" y="2"/>
                    <a:pt x="12" y="2"/>
                    <a:pt x="12" y="2"/>
                  </a:cubicBezTo>
                  <a:cubicBezTo>
                    <a:pt x="11" y="2"/>
                    <a:pt x="11" y="1"/>
                    <a:pt x="10" y="1"/>
                  </a:cubicBezTo>
                  <a:cubicBezTo>
                    <a:pt x="10" y="0"/>
                    <a:pt x="9" y="1"/>
                    <a:pt x="9" y="1"/>
                  </a:cubicBezTo>
                  <a:cubicBezTo>
                    <a:pt x="8" y="0"/>
                    <a:pt x="8" y="0"/>
                    <a:pt x="8" y="0"/>
                  </a:cubicBezTo>
                  <a:cubicBezTo>
                    <a:pt x="7" y="1"/>
                    <a:pt x="7" y="1"/>
                    <a:pt x="6" y="0"/>
                  </a:cubicBezTo>
                  <a:cubicBezTo>
                    <a:pt x="6" y="0"/>
                    <a:pt x="6" y="1"/>
                    <a:pt x="6" y="1"/>
                  </a:cubicBezTo>
                  <a:cubicBezTo>
                    <a:pt x="5" y="2"/>
                    <a:pt x="5" y="1"/>
                    <a:pt x="4" y="1"/>
                  </a:cubicBezTo>
                  <a:cubicBezTo>
                    <a:pt x="3" y="1"/>
                    <a:pt x="4" y="1"/>
                    <a:pt x="4" y="1"/>
                  </a:cubicBezTo>
                  <a:cubicBezTo>
                    <a:pt x="3" y="1"/>
                    <a:pt x="3" y="1"/>
                    <a:pt x="3" y="1"/>
                  </a:cubicBezTo>
                  <a:cubicBezTo>
                    <a:pt x="3" y="1"/>
                    <a:pt x="2" y="1"/>
                    <a:pt x="2" y="1"/>
                  </a:cubicBezTo>
                  <a:cubicBezTo>
                    <a:pt x="1" y="2"/>
                    <a:pt x="2" y="2"/>
                    <a:pt x="1" y="2"/>
                  </a:cubicBezTo>
                  <a:cubicBezTo>
                    <a:pt x="1" y="2"/>
                    <a:pt x="1" y="1"/>
                    <a:pt x="1" y="2"/>
                  </a:cubicBezTo>
                  <a:cubicBezTo>
                    <a:pt x="1" y="2"/>
                    <a:pt x="0" y="2"/>
                    <a:pt x="0" y="2"/>
                  </a:cubicBezTo>
                  <a:cubicBezTo>
                    <a:pt x="1" y="3"/>
                    <a:pt x="2" y="2"/>
                    <a:pt x="2" y="3"/>
                  </a:cubicBezTo>
                  <a:cubicBezTo>
                    <a:pt x="2" y="3"/>
                    <a:pt x="4" y="4"/>
                    <a:pt x="3" y="4"/>
                  </a:cubicBezTo>
                  <a:cubicBezTo>
                    <a:pt x="3" y="4"/>
                    <a:pt x="4" y="4"/>
                    <a:pt x="4" y="4"/>
                  </a:cubicBezTo>
                  <a:cubicBezTo>
                    <a:pt x="4" y="4"/>
                    <a:pt x="4" y="4"/>
                    <a:pt x="4" y="5"/>
                  </a:cubicBezTo>
                  <a:cubicBezTo>
                    <a:pt x="5" y="5"/>
                    <a:pt x="5" y="6"/>
                    <a:pt x="5" y="6"/>
                  </a:cubicBezTo>
                  <a:cubicBezTo>
                    <a:pt x="6" y="7"/>
                    <a:pt x="6" y="7"/>
                    <a:pt x="6" y="8"/>
                  </a:cubicBezTo>
                  <a:cubicBezTo>
                    <a:pt x="7" y="8"/>
                    <a:pt x="6" y="8"/>
                    <a:pt x="6" y="8"/>
                  </a:cubicBezTo>
                  <a:cubicBezTo>
                    <a:pt x="6" y="9"/>
                    <a:pt x="7" y="9"/>
                    <a:pt x="7" y="9"/>
                  </a:cubicBezTo>
                  <a:cubicBezTo>
                    <a:pt x="8" y="10"/>
                    <a:pt x="8" y="10"/>
                    <a:pt x="8" y="10"/>
                  </a:cubicBezTo>
                  <a:cubicBezTo>
                    <a:pt x="8" y="11"/>
                    <a:pt x="9" y="11"/>
                    <a:pt x="9" y="11"/>
                  </a:cubicBezTo>
                  <a:cubicBezTo>
                    <a:pt x="9" y="11"/>
                    <a:pt x="9" y="12"/>
                    <a:pt x="9" y="12"/>
                  </a:cubicBezTo>
                  <a:cubicBezTo>
                    <a:pt x="9" y="12"/>
                    <a:pt x="10" y="13"/>
                    <a:pt x="10" y="13"/>
                  </a:cubicBezTo>
                  <a:cubicBezTo>
                    <a:pt x="11" y="13"/>
                    <a:pt x="11" y="14"/>
                    <a:pt x="12" y="15"/>
                  </a:cubicBezTo>
                  <a:cubicBezTo>
                    <a:pt x="12" y="15"/>
                    <a:pt x="13" y="15"/>
                    <a:pt x="14" y="16"/>
                  </a:cubicBezTo>
                  <a:cubicBezTo>
                    <a:pt x="14" y="16"/>
                    <a:pt x="14" y="17"/>
                    <a:pt x="14" y="17"/>
                  </a:cubicBezTo>
                  <a:cubicBezTo>
                    <a:pt x="15" y="18"/>
                    <a:pt x="15" y="18"/>
                    <a:pt x="15" y="19"/>
                  </a:cubicBezTo>
                  <a:cubicBezTo>
                    <a:pt x="15" y="19"/>
                    <a:pt x="16" y="19"/>
                    <a:pt x="16" y="20"/>
                  </a:cubicBezTo>
                  <a:cubicBezTo>
                    <a:pt x="16" y="20"/>
                    <a:pt x="15" y="21"/>
                    <a:pt x="16" y="21"/>
                  </a:cubicBezTo>
                  <a:cubicBezTo>
                    <a:pt x="16" y="22"/>
                    <a:pt x="15" y="23"/>
                    <a:pt x="15" y="23"/>
                  </a:cubicBezTo>
                  <a:cubicBezTo>
                    <a:pt x="15" y="24"/>
                    <a:pt x="15" y="24"/>
                    <a:pt x="15" y="24"/>
                  </a:cubicBezTo>
                  <a:cubicBezTo>
                    <a:pt x="15" y="25"/>
                    <a:pt x="15" y="25"/>
                    <a:pt x="15" y="25"/>
                  </a:cubicBezTo>
                  <a:cubicBezTo>
                    <a:pt x="15" y="26"/>
                    <a:pt x="15" y="26"/>
                    <a:pt x="15" y="27"/>
                  </a:cubicBezTo>
                  <a:cubicBezTo>
                    <a:pt x="15" y="27"/>
                    <a:pt x="15" y="27"/>
                    <a:pt x="15" y="28"/>
                  </a:cubicBezTo>
                  <a:cubicBezTo>
                    <a:pt x="15" y="29"/>
                    <a:pt x="16" y="29"/>
                    <a:pt x="16" y="30"/>
                  </a:cubicBezTo>
                  <a:cubicBezTo>
                    <a:pt x="16" y="31"/>
                    <a:pt x="16" y="31"/>
                    <a:pt x="16" y="31"/>
                  </a:cubicBezTo>
                  <a:cubicBezTo>
                    <a:pt x="15" y="31"/>
                    <a:pt x="15" y="31"/>
                    <a:pt x="15" y="31"/>
                  </a:cubicBezTo>
                  <a:cubicBezTo>
                    <a:pt x="16" y="31"/>
                    <a:pt x="16" y="32"/>
                    <a:pt x="17" y="33"/>
                  </a:cubicBezTo>
                  <a:cubicBezTo>
                    <a:pt x="16" y="31"/>
                    <a:pt x="18" y="32"/>
                    <a:pt x="19" y="32"/>
                  </a:cubicBezTo>
                  <a:cubicBezTo>
                    <a:pt x="19" y="32"/>
                    <a:pt x="19" y="31"/>
                    <a:pt x="19" y="30"/>
                  </a:cubicBezTo>
                  <a:cubicBezTo>
                    <a:pt x="18" y="30"/>
                    <a:pt x="19" y="30"/>
                    <a:pt x="19" y="30"/>
                  </a:cubicBezTo>
                  <a:cubicBezTo>
                    <a:pt x="19" y="30"/>
                    <a:pt x="19" y="29"/>
                    <a:pt x="20" y="29"/>
                  </a:cubicBezTo>
                  <a:cubicBezTo>
                    <a:pt x="20" y="29"/>
                    <a:pt x="20" y="29"/>
                    <a:pt x="20" y="29"/>
                  </a:cubicBezTo>
                  <a:cubicBezTo>
                    <a:pt x="20" y="29"/>
                    <a:pt x="21" y="29"/>
                    <a:pt x="21" y="28"/>
                  </a:cubicBezTo>
                  <a:cubicBezTo>
                    <a:pt x="21" y="28"/>
                    <a:pt x="21" y="27"/>
                    <a:pt x="21" y="27"/>
                  </a:cubicBezTo>
                  <a:cubicBezTo>
                    <a:pt x="21" y="27"/>
                    <a:pt x="22" y="27"/>
                    <a:pt x="22" y="27"/>
                  </a:cubicBezTo>
                  <a:cubicBezTo>
                    <a:pt x="23" y="27"/>
                    <a:pt x="22" y="26"/>
                    <a:pt x="22" y="25"/>
                  </a:cubicBezTo>
                  <a:cubicBezTo>
                    <a:pt x="22" y="25"/>
                    <a:pt x="23" y="25"/>
                    <a:pt x="23" y="24"/>
                  </a:cubicBezTo>
                  <a:cubicBezTo>
                    <a:pt x="22" y="24"/>
                    <a:pt x="22" y="24"/>
                    <a:pt x="22" y="23"/>
                  </a:cubicBezTo>
                  <a:cubicBezTo>
                    <a:pt x="22" y="23"/>
                    <a:pt x="22" y="22"/>
                    <a:pt x="22" y="22"/>
                  </a:cubicBezTo>
                  <a:cubicBezTo>
                    <a:pt x="23" y="21"/>
                    <a:pt x="23" y="21"/>
                    <a:pt x="23" y="21"/>
                  </a:cubicBezTo>
                  <a:cubicBezTo>
                    <a:pt x="24" y="21"/>
                    <a:pt x="24" y="21"/>
                    <a:pt x="24" y="22"/>
                  </a:cubicBezTo>
                  <a:cubicBezTo>
                    <a:pt x="24" y="22"/>
                    <a:pt x="24" y="23"/>
                    <a:pt x="24" y="23"/>
                  </a:cubicBezTo>
                  <a:cubicBezTo>
                    <a:pt x="24" y="23"/>
                    <a:pt x="25" y="22"/>
                    <a:pt x="25" y="22"/>
                  </a:cubicBezTo>
                  <a:cubicBezTo>
                    <a:pt x="25" y="22"/>
                    <a:pt x="25" y="21"/>
                    <a:pt x="25" y="22"/>
                  </a:cubicBezTo>
                  <a:cubicBezTo>
                    <a:pt x="26" y="23"/>
                    <a:pt x="26" y="21"/>
                    <a:pt x="26" y="21"/>
                  </a:cubicBezTo>
                  <a:cubicBezTo>
                    <a:pt x="27" y="22"/>
                    <a:pt x="26" y="22"/>
                    <a:pt x="27" y="22"/>
                  </a:cubicBezTo>
                  <a:cubicBezTo>
                    <a:pt x="27" y="22"/>
                    <a:pt x="28" y="23"/>
                    <a:pt x="28" y="23"/>
                  </a:cubicBezTo>
                  <a:cubicBezTo>
                    <a:pt x="28" y="23"/>
                    <a:pt x="28" y="22"/>
                    <a:pt x="28" y="22"/>
                  </a:cubicBezTo>
                  <a:cubicBezTo>
                    <a:pt x="28" y="22"/>
                    <a:pt x="29" y="22"/>
                    <a:pt x="29" y="22"/>
                  </a:cubicBezTo>
                  <a:cubicBezTo>
                    <a:pt x="29" y="22"/>
                    <a:pt x="29" y="22"/>
                    <a:pt x="29" y="23"/>
                  </a:cubicBezTo>
                  <a:cubicBezTo>
                    <a:pt x="30" y="23"/>
                    <a:pt x="30" y="23"/>
                    <a:pt x="30" y="23"/>
                  </a:cubicBezTo>
                  <a:cubicBezTo>
                    <a:pt x="30" y="23"/>
                    <a:pt x="31" y="23"/>
                    <a:pt x="31" y="23"/>
                  </a:cubicBezTo>
                  <a:cubicBezTo>
                    <a:pt x="32" y="23"/>
                    <a:pt x="32" y="23"/>
                    <a:pt x="32" y="22"/>
                  </a:cubicBezTo>
                  <a:cubicBezTo>
                    <a:pt x="32" y="22"/>
                    <a:pt x="31" y="21"/>
                    <a:pt x="31" y="2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28" name="Micronesia">
              <a:extLst>
                <a:ext uri="{FF2B5EF4-FFF2-40B4-BE49-F238E27FC236}">
                  <a16:creationId xmlns:a16="http://schemas.microsoft.com/office/drawing/2014/main" id="{08C2CF3B-E52C-7A43-19EE-B2446FCA9223}"/>
                </a:ext>
              </a:extLst>
            </p:cNvPr>
            <p:cNvSpPr>
              <a:spLocks noEditPoints="1"/>
            </p:cNvSpPr>
            <p:nvPr/>
          </p:nvSpPr>
          <p:spPr bwMode="auto">
            <a:xfrm>
              <a:off x="10420094" y="3671888"/>
              <a:ext cx="871366" cy="166628"/>
            </a:xfrm>
            <a:custGeom>
              <a:avLst/>
              <a:gdLst/>
              <a:ahLst/>
              <a:cxnLst>
                <a:cxn ang="0">
                  <a:pos x="134" y="25"/>
                </a:cxn>
                <a:cxn ang="0">
                  <a:pos x="133" y="25"/>
                </a:cxn>
                <a:cxn ang="0">
                  <a:pos x="133" y="24"/>
                </a:cxn>
                <a:cxn ang="0">
                  <a:pos x="134" y="25"/>
                </a:cxn>
                <a:cxn ang="0">
                  <a:pos x="196" y="31"/>
                </a:cxn>
                <a:cxn ang="0">
                  <a:pos x="196" y="31"/>
                </a:cxn>
                <a:cxn ang="0">
                  <a:pos x="196" y="31"/>
                </a:cxn>
                <a:cxn ang="0">
                  <a:pos x="112" y="31"/>
                </a:cxn>
                <a:cxn ang="0">
                  <a:pos x="112" y="32"/>
                </a:cxn>
                <a:cxn ang="0">
                  <a:pos x="112" y="31"/>
                </a:cxn>
                <a:cxn ang="0">
                  <a:pos x="156" y="47"/>
                </a:cxn>
                <a:cxn ang="0">
                  <a:pos x="155" y="47"/>
                </a:cxn>
                <a:cxn ang="0">
                  <a:pos x="156" y="47"/>
                </a:cxn>
                <a:cxn ang="0">
                  <a:pos x="1" y="2"/>
                </a:cxn>
                <a:cxn ang="0">
                  <a:pos x="1" y="0"/>
                </a:cxn>
                <a:cxn ang="0">
                  <a:pos x="1" y="0"/>
                </a:cxn>
                <a:cxn ang="0">
                  <a:pos x="1" y="2"/>
                </a:cxn>
                <a:cxn ang="0">
                  <a:pos x="168" y="21"/>
                </a:cxn>
                <a:cxn ang="0">
                  <a:pos x="168" y="21"/>
                </a:cxn>
                <a:cxn ang="0">
                  <a:pos x="168" y="21"/>
                </a:cxn>
                <a:cxn ang="0">
                  <a:pos x="121" y="11"/>
                </a:cxn>
                <a:cxn ang="0">
                  <a:pos x="121" y="11"/>
                </a:cxn>
                <a:cxn ang="0">
                  <a:pos x="121" y="11"/>
                </a:cxn>
                <a:cxn ang="0">
                  <a:pos x="114" y="11"/>
                </a:cxn>
                <a:cxn ang="0">
                  <a:pos x="114" y="11"/>
                </a:cxn>
                <a:cxn ang="0">
                  <a:pos x="136" y="24"/>
                </a:cxn>
                <a:cxn ang="0">
                  <a:pos x="136" y="23"/>
                </a:cxn>
                <a:cxn ang="0">
                  <a:pos x="136" y="24"/>
                </a:cxn>
                <a:cxn ang="0">
                  <a:pos x="58" y="24"/>
                </a:cxn>
                <a:cxn ang="0">
                  <a:pos x="58" y="24"/>
                </a:cxn>
                <a:cxn ang="0">
                  <a:pos x="58" y="24"/>
                </a:cxn>
                <a:cxn ang="0">
                  <a:pos x="110" y="24"/>
                </a:cxn>
                <a:cxn ang="0">
                  <a:pos x="110" y="24"/>
                </a:cxn>
                <a:cxn ang="0">
                  <a:pos x="110" y="24"/>
                </a:cxn>
                <a:cxn ang="0">
                  <a:pos x="110" y="24"/>
                </a:cxn>
                <a:cxn ang="0">
                  <a:pos x="110" y="25"/>
                </a:cxn>
                <a:cxn ang="0">
                  <a:pos x="110" y="24"/>
                </a:cxn>
                <a:cxn ang="0">
                  <a:pos x="1" y="0"/>
                </a:cxn>
                <a:cxn ang="0">
                  <a:pos x="1" y="0"/>
                </a:cxn>
                <a:cxn ang="0">
                  <a:pos x="189" y="42"/>
                </a:cxn>
                <a:cxn ang="0">
                  <a:pos x="189" y="42"/>
                </a:cxn>
                <a:cxn ang="0">
                  <a:pos x="189" y="42"/>
                </a:cxn>
                <a:cxn ang="0">
                  <a:pos x="118" y="7"/>
                </a:cxn>
                <a:cxn ang="0">
                  <a:pos x="118" y="7"/>
                </a:cxn>
                <a:cxn ang="0">
                  <a:pos x="118" y="7"/>
                </a:cxn>
                <a:cxn ang="0">
                  <a:pos x="245" y="46"/>
                </a:cxn>
                <a:cxn ang="0">
                  <a:pos x="246" y="47"/>
                </a:cxn>
                <a:cxn ang="0">
                  <a:pos x="245" y="46"/>
                </a:cxn>
                <a:cxn ang="0">
                  <a:pos x="1" y="1"/>
                </a:cxn>
                <a:cxn ang="0">
                  <a:pos x="1" y="1"/>
                </a:cxn>
                <a:cxn ang="0">
                  <a:pos x="199" y="29"/>
                </a:cxn>
                <a:cxn ang="0">
                  <a:pos x="197" y="29"/>
                </a:cxn>
                <a:cxn ang="0">
                  <a:pos x="197" y="30"/>
                </a:cxn>
                <a:cxn ang="0">
                  <a:pos x="198" y="31"/>
                </a:cxn>
                <a:cxn ang="0">
                  <a:pos x="199" y="31"/>
                </a:cxn>
                <a:cxn ang="0">
                  <a:pos x="199" y="30"/>
                </a:cxn>
                <a:cxn ang="0">
                  <a:pos x="199" y="29"/>
                </a:cxn>
                <a:cxn ang="0">
                  <a:pos x="136" y="25"/>
                </a:cxn>
                <a:cxn ang="0">
                  <a:pos x="136" y="24"/>
                </a:cxn>
                <a:cxn ang="0">
                  <a:pos x="136" y="25"/>
                </a:cxn>
              </a:cxnLst>
              <a:rect l="0" t="0" r="r" b="b"/>
              <a:pathLst>
                <a:path w="246" h="47">
                  <a:moveTo>
                    <a:pt x="134" y="25"/>
                  </a:moveTo>
                  <a:cubicBezTo>
                    <a:pt x="134" y="25"/>
                    <a:pt x="133" y="25"/>
                    <a:pt x="133" y="25"/>
                  </a:cubicBezTo>
                  <a:cubicBezTo>
                    <a:pt x="133" y="24"/>
                    <a:pt x="134" y="24"/>
                    <a:pt x="133" y="24"/>
                  </a:cubicBezTo>
                  <a:cubicBezTo>
                    <a:pt x="134" y="24"/>
                    <a:pt x="134" y="24"/>
                    <a:pt x="134" y="25"/>
                  </a:cubicBezTo>
                  <a:close/>
                  <a:moveTo>
                    <a:pt x="196" y="31"/>
                  </a:moveTo>
                  <a:cubicBezTo>
                    <a:pt x="196" y="31"/>
                    <a:pt x="196" y="31"/>
                    <a:pt x="196" y="31"/>
                  </a:cubicBezTo>
                  <a:cubicBezTo>
                    <a:pt x="196" y="31"/>
                    <a:pt x="196" y="31"/>
                    <a:pt x="196" y="31"/>
                  </a:cubicBezTo>
                  <a:close/>
                  <a:moveTo>
                    <a:pt x="112" y="31"/>
                  </a:moveTo>
                  <a:cubicBezTo>
                    <a:pt x="112" y="31"/>
                    <a:pt x="112" y="32"/>
                    <a:pt x="112" y="32"/>
                  </a:cubicBezTo>
                  <a:cubicBezTo>
                    <a:pt x="112" y="32"/>
                    <a:pt x="112" y="32"/>
                    <a:pt x="112" y="31"/>
                  </a:cubicBezTo>
                  <a:close/>
                  <a:moveTo>
                    <a:pt x="156" y="47"/>
                  </a:moveTo>
                  <a:cubicBezTo>
                    <a:pt x="155" y="47"/>
                    <a:pt x="155" y="47"/>
                    <a:pt x="155" y="47"/>
                  </a:cubicBezTo>
                  <a:cubicBezTo>
                    <a:pt x="155" y="47"/>
                    <a:pt x="155" y="47"/>
                    <a:pt x="156" y="47"/>
                  </a:cubicBezTo>
                  <a:close/>
                  <a:moveTo>
                    <a:pt x="1" y="2"/>
                  </a:moveTo>
                  <a:cubicBezTo>
                    <a:pt x="1" y="2"/>
                    <a:pt x="1" y="1"/>
                    <a:pt x="1" y="0"/>
                  </a:cubicBezTo>
                  <a:cubicBezTo>
                    <a:pt x="1" y="0"/>
                    <a:pt x="1" y="0"/>
                    <a:pt x="1" y="0"/>
                  </a:cubicBezTo>
                  <a:cubicBezTo>
                    <a:pt x="1" y="0"/>
                    <a:pt x="0" y="2"/>
                    <a:pt x="1" y="2"/>
                  </a:cubicBezTo>
                  <a:close/>
                  <a:moveTo>
                    <a:pt x="168" y="21"/>
                  </a:moveTo>
                  <a:cubicBezTo>
                    <a:pt x="168" y="21"/>
                    <a:pt x="168" y="21"/>
                    <a:pt x="168" y="21"/>
                  </a:cubicBezTo>
                  <a:cubicBezTo>
                    <a:pt x="168" y="21"/>
                    <a:pt x="168" y="21"/>
                    <a:pt x="168" y="21"/>
                  </a:cubicBezTo>
                  <a:close/>
                  <a:moveTo>
                    <a:pt x="121" y="11"/>
                  </a:moveTo>
                  <a:cubicBezTo>
                    <a:pt x="121" y="11"/>
                    <a:pt x="121" y="11"/>
                    <a:pt x="121" y="11"/>
                  </a:cubicBezTo>
                  <a:cubicBezTo>
                    <a:pt x="121" y="11"/>
                    <a:pt x="121" y="11"/>
                    <a:pt x="121" y="11"/>
                  </a:cubicBezTo>
                  <a:close/>
                  <a:moveTo>
                    <a:pt x="114" y="11"/>
                  </a:moveTo>
                  <a:cubicBezTo>
                    <a:pt x="114" y="10"/>
                    <a:pt x="113" y="10"/>
                    <a:pt x="114" y="11"/>
                  </a:cubicBezTo>
                  <a:close/>
                  <a:moveTo>
                    <a:pt x="136" y="24"/>
                  </a:moveTo>
                  <a:cubicBezTo>
                    <a:pt x="136" y="24"/>
                    <a:pt x="136" y="23"/>
                    <a:pt x="136" y="23"/>
                  </a:cubicBezTo>
                  <a:cubicBezTo>
                    <a:pt x="136" y="23"/>
                    <a:pt x="136" y="23"/>
                    <a:pt x="136" y="24"/>
                  </a:cubicBezTo>
                  <a:close/>
                  <a:moveTo>
                    <a:pt x="58" y="24"/>
                  </a:moveTo>
                  <a:cubicBezTo>
                    <a:pt x="58" y="24"/>
                    <a:pt x="58" y="24"/>
                    <a:pt x="58" y="24"/>
                  </a:cubicBezTo>
                  <a:cubicBezTo>
                    <a:pt x="58" y="24"/>
                    <a:pt x="58" y="24"/>
                    <a:pt x="58" y="24"/>
                  </a:cubicBezTo>
                  <a:close/>
                  <a:moveTo>
                    <a:pt x="110" y="24"/>
                  </a:moveTo>
                  <a:cubicBezTo>
                    <a:pt x="110" y="24"/>
                    <a:pt x="110" y="24"/>
                    <a:pt x="110" y="24"/>
                  </a:cubicBezTo>
                  <a:cubicBezTo>
                    <a:pt x="110" y="24"/>
                    <a:pt x="110" y="24"/>
                    <a:pt x="110" y="24"/>
                  </a:cubicBezTo>
                  <a:close/>
                  <a:moveTo>
                    <a:pt x="110" y="24"/>
                  </a:moveTo>
                  <a:cubicBezTo>
                    <a:pt x="110" y="24"/>
                    <a:pt x="110" y="24"/>
                    <a:pt x="110" y="25"/>
                  </a:cubicBezTo>
                  <a:cubicBezTo>
                    <a:pt x="110" y="25"/>
                    <a:pt x="110" y="24"/>
                    <a:pt x="110" y="24"/>
                  </a:cubicBezTo>
                  <a:close/>
                  <a:moveTo>
                    <a:pt x="1" y="0"/>
                  </a:moveTo>
                  <a:cubicBezTo>
                    <a:pt x="2" y="0"/>
                    <a:pt x="1" y="0"/>
                    <a:pt x="1" y="0"/>
                  </a:cubicBezTo>
                  <a:close/>
                  <a:moveTo>
                    <a:pt x="189" y="42"/>
                  </a:moveTo>
                  <a:cubicBezTo>
                    <a:pt x="189" y="42"/>
                    <a:pt x="189" y="42"/>
                    <a:pt x="189" y="42"/>
                  </a:cubicBezTo>
                  <a:cubicBezTo>
                    <a:pt x="189" y="42"/>
                    <a:pt x="189" y="42"/>
                    <a:pt x="189" y="42"/>
                  </a:cubicBezTo>
                  <a:close/>
                  <a:moveTo>
                    <a:pt x="118" y="7"/>
                  </a:moveTo>
                  <a:cubicBezTo>
                    <a:pt x="118" y="7"/>
                    <a:pt x="118" y="7"/>
                    <a:pt x="118" y="7"/>
                  </a:cubicBezTo>
                  <a:cubicBezTo>
                    <a:pt x="118" y="7"/>
                    <a:pt x="118" y="7"/>
                    <a:pt x="118" y="7"/>
                  </a:cubicBezTo>
                  <a:close/>
                  <a:moveTo>
                    <a:pt x="245" y="46"/>
                  </a:moveTo>
                  <a:cubicBezTo>
                    <a:pt x="244" y="47"/>
                    <a:pt x="245" y="47"/>
                    <a:pt x="246" y="47"/>
                  </a:cubicBezTo>
                  <a:cubicBezTo>
                    <a:pt x="246" y="47"/>
                    <a:pt x="246" y="46"/>
                    <a:pt x="245" y="46"/>
                  </a:cubicBezTo>
                  <a:close/>
                  <a:moveTo>
                    <a:pt x="1" y="1"/>
                  </a:moveTo>
                  <a:cubicBezTo>
                    <a:pt x="1" y="1"/>
                    <a:pt x="2" y="0"/>
                    <a:pt x="1" y="1"/>
                  </a:cubicBezTo>
                  <a:close/>
                  <a:moveTo>
                    <a:pt x="199" y="29"/>
                  </a:moveTo>
                  <a:cubicBezTo>
                    <a:pt x="198" y="29"/>
                    <a:pt x="198" y="29"/>
                    <a:pt x="197" y="29"/>
                  </a:cubicBezTo>
                  <a:cubicBezTo>
                    <a:pt x="197" y="29"/>
                    <a:pt x="197" y="29"/>
                    <a:pt x="197" y="30"/>
                  </a:cubicBezTo>
                  <a:cubicBezTo>
                    <a:pt x="197" y="30"/>
                    <a:pt x="198" y="30"/>
                    <a:pt x="198" y="31"/>
                  </a:cubicBezTo>
                  <a:cubicBezTo>
                    <a:pt x="198" y="31"/>
                    <a:pt x="199" y="31"/>
                    <a:pt x="199" y="31"/>
                  </a:cubicBezTo>
                  <a:cubicBezTo>
                    <a:pt x="199" y="30"/>
                    <a:pt x="199" y="30"/>
                    <a:pt x="199" y="30"/>
                  </a:cubicBezTo>
                  <a:cubicBezTo>
                    <a:pt x="199" y="29"/>
                    <a:pt x="199" y="30"/>
                    <a:pt x="199" y="29"/>
                  </a:cubicBezTo>
                  <a:close/>
                  <a:moveTo>
                    <a:pt x="136" y="25"/>
                  </a:moveTo>
                  <a:cubicBezTo>
                    <a:pt x="136" y="25"/>
                    <a:pt x="136" y="24"/>
                    <a:pt x="136" y="24"/>
                  </a:cubicBezTo>
                  <a:cubicBezTo>
                    <a:pt x="136" y="24"/>
                    <a:pt x="136" y="25"/>
                    <a:pt x="136" y="2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29" name="Mexico">
              <a:extLst>
                <a:ext uri="{FF2B5EF4-FFF2-40B4-BE49-F238E27FC236}">
                  <a16:creationId xmlns:a16="http://schemas.microsoft.com/office/drawing/2014/main" id="{3D58A53F-9803-21F2-38A7-05A24BDEC531}"/>
                </a:ext>
              </a:extLst>
            </p:cNvPr>
            <p:cNvSpPr>
              <a:spLocks noEditPoints="1"/>
            </p:cNvSpPr>
            <p:nvPr/>
          </p:nvSpPr>
          <p:spPr bwMode="auto">
            <a:xfrm>
              <a:off x="1791709" y="2771117"/>
              <a:ext cx="988007" cy="709638"/>
            </a:xfrm>
            <a:custGeom>
              <a:avLst/>
              <a:gdLst/>
              <a:ahLst/>
              <a:cxnLst>
                <a:cxn ang="0">
                  <a:pos x="257" y="124"/>
                </a:cxn>
                <a:cxn ang="0">
                  <a:pos x="234" y="150"/>
                </a:cxn>
                <a:cxn ang="0">
                  <a:pos x="226" y="157"/>
                </a:cxn>
                <a:cxn ang="0">
                  <a:pos x="218" y="155"/>
                </a:cxn>
                <a:cxn ang="0">
                  <a:pos x="206" y="158"/>
                </a:cxn>
                <a:cxn ang="0">
                  <a:pos x="188" y="153"/>
                </a:cxn>
                <a:cxn ang="0">
                  <a:pos x="178" y="127"/>
                </a:cxn>
                <a:cxn ang="0">
                  <a:pos x="176" y="110"/>
                </a:cxn>
                <a:cxn ang="0">
                  <a:pos x="187" y="80"/>
                </a:cxn>
                <a:cxn ang="0">
                  <a:pos x="175" y="70"/>
                </a:cxn>
                <a:cxn ang="0">
                  <a:pos x="169" y="54"/>
                </a:cxn>
                <a:cxn ang="0">
                  <a:pos x="161" y="34"/>
                </a:cxn>
                <a:cxn ang="0">
                  <a:pos x="147" y="34"/>
                </a:cxn>
                <a:cxn ang="0">
                  <a:pos x="132" y="34"/>
                </a:cxn>
                <a:cxn ang="0">
                  <a:pos x="119" y="10"/>
                </a:cxn>
                <a:cxn ang="0">
                  <a:pos x="48" y="0"/>
                </a:cxn>
                <a:cxn ang="0">
                  <a:pos x="27" y="20"/>
                </a:cxn>
                <a:cxn ang="0">
                  <a:pos x="32" y="36"/>
                </a:cxn>
                <a:cxn ang="0">
                  <a:pos x="35" y="52"/>
                </a:cxn>
                <a:cxn ang="0">
                  <a:pos x="36" y="57"/>
                </a:cxn>
                <a:cxn ang="0">
                  <a:pos x="30" y="58"/>
                </a:cxn>
                <a:cxn ang="0">
                  <a:pos x="42" y="68"/>
                </a:cxn>
                <a:cxn ang="0">
                  <a:pos x="46" y="86"/>
                </a:cxn>
                <a:cxn ang="0">
                  <a:pos x="56" y="97"/>
                </a:cxn>
                <a:cxn ang="0">
                  <a:pos x="64" y="95"/>
                </a:cxn>
                <a:cxn ang="0">
                  <a:pos x="58" y="84"/>
                </a:cxn>
                <a:cxn ang="0">
                  <a:pos x="53" y="65"/>
                </a:cxn>
                <a:cxn ang="0">
                  <a:pos x="47" y="45"/>
                </a:cxn>
                <a:cxn ang="0">
                  <a:pos x="40" y="21"/>
                </a:cxn>
                <a:cxn ang="0">
                  <a:pos x="50" y="13"/>
                </a:cxn>
                <a:cxn ang="0">
                  <a:pos x="55" y="30"/>
                </a:cxn>
                <a:cxn ang="0">
                  <a:pos x="60" y="46"/>
                </a:cxn>
                <a:cxn ang="0">
                  <a:pos x="68" y="54"/>
                </a:cxn>
                <a:cxn ang="0">
                  <a:pos x="76" y="66"/>
                </a:cxn>
                <a:cxn ang="0">
                  <a:pos x="74" y="73"/>
                </a:cxn>
                <a:cxn ang="0">
                  <a:pos x="77" y="78"/>
                </a:cxn>
                <a:cxn ang="0">
                  <a:pos x="79" y="81"/>
                </a:cxn>
                <a:cxn ang="0">
                  <a:pos x="85" y="89"/>
                </a:cxn>
                <a:cxn ang="0">
                  <a:pos x="96" y="105"/>
                </a:cxn>
                <a:cxn ang="0">
                  <a:pos x="102" y="132"/>
                </a:cxn>
                <a:cxn ang="0">
                  <a:pos x="112" y="153"/>
                </a:cxn>
                <a:cxn ang="0">
                  <a:pos x="143" y="172"/>
                </a:cxn>
                <a:cxn ang="0">
                  <a:pos x="165" y="184"/>
                </a:cxn>
                <a:cxn ang="0">
                  <a:pos x="194" y="181"/>
                </a:cxn>
                <a:cxn ang="0">
                  <a:pos x="201" y="181"/>
                </a:cxn>
                <a:cxn ang="0">
                  <a:pos x="217" y="196"/>
                </a:cxn>
                <a:cxn ang="0">
                  <a:pos x="236" y="179"/>
                </a:cxn>
                <a:cxn ang="0">
                  <a:pos x="233" y="164"/>
                </a:cxn>
                <a:cxn ang="0">
                  <a:pos x="261" y="154"/>
                </a:cxn>
                <a:cxn ang="0">
                  <a:pos x="267" y="147"/>
                </a:cxn>
                <a:cxn ang="0">
                  <a:pos x="271" y="138"/>
                </a:cxn>
                <a:cxn ang="0">
                  <a:pos x="182" y="85"/>
                </a:cxn>
                <a:cxn ang="0">
                  <a:pos x="186" y="80"/>
                </a:cxn>
                <a:cxn ang="0">
                  <a:pos x="269" y="123"/>
                </a:cxn>
                <a:cxn ang="0">
                  <a:pos x="60" y="86"/>
                </a:cxn>
                <a:cxn ang="0">
                  <a:pos x="49" y="38"/>
                </a:cxn>
                <a:cxn ang="0">
                  <a:pos x="91" y="124"/>
                </a:cxn>
                <a:cxn ang="0">
                  <a:pos x="57" y="75"/>
                </a:cxn>
                <a:cxn ang="0">
                  <a:pos x="228" y="154"/>
                </a:cxn>
                <a:cxn ang="0">
                  <a:pos x="57" y="39"/>
                </a:cxn>
              </a:cxnLst>
              <a:rect l="0" t="0" r="r" b="b"/>
              <a:pathLst>
                <a:path w="279" h="200">
                  <a:moveTo>
                    <a:pt x="278" y="125"/>
                  </a:moveTo>
                  <a:cubicBezTo>
                    <a:pt x="278" y="125"/>
                    <a:pt x="279" y="124"/>
                    <a:pt x="279" y="124"/>
                  </a:cubicBezTo>
                  <a:cubicBezTo>
                    <a:pt x="278" y="124"/>
                    <a:pt x="278" y="123"/>
                    <a:pt x="278" y="124"/>
                  </a:cubicBezTo>
                  <a:cubicBezTo>
                    <a:pt x="277" y="122"/>
                    <a:pt x="277" y="122"/>
                    <a:pt x="275" y="122"/>
                  </a:cubicBezTo>
                  <a:cubicBezTo>
                    <a:pt x="274" y="123"/>
                    <a:pt x="274" y="122"/>
                    <a:pt x="274" y="122"/>
                  </a:cubicBezTo>
                  <a:cubicBezTo>
                    <a:pt x="273" y="122"/>
                    <a:pt x="272" y="123"/>
                    <a:pt x="272" y="123"/>
                  </a:cubicBezTo>
                  <a:cubicBezTo>
                    <a:pt x="273" y="124"/>
                    <a:pt x="274" y="123"/>
                    <a:pt x="275" y="124"/>
                  </a:cubicBezTo>
                  <a:cubicBezTo>
                    <a:pt x="274" y="124"/>
                    <a:pt x="273" y="123"/>
                    <a:pt x="272" y="123"/>
                  </a:cubicBezTo>
                  <a:cubicBezTo>
                    <a:pt x="271" y="123"/>
                    <a:pt x="270" y="123"/>
                    <a:pt x="269" y="122"/>
                  </a:cubicBezTo>
                  <a:cubicBezTo>
                    <a:pt x="269" y="123"/>
                    <a:pt x="269" y="123"/>
                    <a:pt x="269" y="123"/>
                  </a:cubicBezTo>
                  <a:cubicBezTo>
                    <a:pt x="269" y="123"/>
                    <a:pt x="268" y="122"/>
                    <a:pt x="268" y="122"/>
                  </a:cubicBezTo>
                  <a:cubicBezTo>
                    <a:pt x="267" y="122"/>
                    <a:pt x="267" y="122"/>
                    <a:pt x="266" y="122"/>
                  </a:cubicBezTo>
                  <a:cubicBezTo>
                    <a:pt x="266" y="122"/>
                    <a:pt x="265" y="122"/>
                    <a:pt x="264" y="122"/>
                  </a:cubicBezTo>
                  <a:cubicBezTo>
                    <a:pt x="263" y="122"/>
                    <a:pt x="262" y="122"/>
                    <a:pt x="261" y="123"/>
                  </a:cubicBezTo>
                  <a:cubicBezTo>
                    <a:pt x="260" y="124"/>
                    <a:pt x="259" y="124"/>
                    <a:pt x="257" y="124"/>
                  </a:cubicBezTo>
                  <a:cubicBezTo>
                    <a:pt x="257" y="124"/>
                    <a:pt x="256" y="125"/>
                    <a:pt x="255" y="125"/>
                  </a:cubicBezTo>
                  <a:cubicBezTo>
                    <a:pt x="254" y="125"/>
                    <a:pt x="253" y="125"/>
                    <a:pt x="253" y="125"/>
                  </a:cubicBezTo>
                  <a:cubicBezTo>
                    <a:pt x="251" y="125"/>
                    <a:pt x="250" y="125"/>
                    <a:pt x="249" y="126"/>
                  </a:cubicBezTo>
                  <a:cubicBezTo>
                    <a:pt x="247" y="126"/>
                    <a:pt x="246" y="127"/>
                    <a:pt x="245" y="128"/>
                  </a:cubicBezTo>
                  <a:cubicBezTo>
                    <a:pt x="244" y="129"/>
                    <a:pt x="244" y="130"/>
                    <a:pt x="243" y="131"/>
                  </a:cubicBezTo>
                  <a:cubicBezTo>
                    <a:pt x="244" y="131"/>
                    <a:pt x="244" y="129"/>
                    <a:pt x="244" y="129"/>
                  </a:cubicBezTo>
                  <a:cubicBezTo>
                    <a:pt x="244" y="130"/>
                    <a:pt x="244" y="130"/>
                    <a:pt x="243" y="131"/>
                  </a:cubicBezTo>
                  <a:cubicBezTo>
                    <a:pt x="243" y="131"/>
                    <a:pt x="243" y="132"/>
                    <a:pt x="243" y="133"/>
                  </a:cubicBezTo>
                  <a:cubicBezTo>
                    <a:pt x="242" y="134"/>
                    <a:pt x="242" y="134"/>
                    <a:pt x="242" y="135"/>
                  </a:cubicBezTo>
                  <a:cubicBezTo>
                    <a:pt x="242" y="136"/>
                    <a:pt x="242" y="137"/>
                    <a:pt x="242" y="138"/>
                  </a:cubicBezTo>
                  <a:cubicBezTo>
                    <a:pt x="241" y="138"/>
                    <a:pt x="242" y="139"/>
                    <a:pt x="241" y="140"/>
                  </a:cubicBezTo>
                  <a:cubicBezTo>
                    <a:pt x="241" y="141"/>
                    <a:pt x="241" y="141"/>
                    <a:pt x="240" y="141"/>
                  </a:cubicBezTo>
                  <a:cubicBezTo>
                    <a:pt x="239" y="142"/>
                    <a:pt x="239" y="144"/>
                    <a:pt x="238" y="145"/>
                  </a:cubicBezTo>
                  <a:cubicBezTo>
                    <a:pt x="238" y="147"/>
                    <a:pt x="237" y="147"/>
                    <a:pt x="236" y="148"/>
                  </a:cubicBezTo>
                  <a:cubicBezTo>
                    <a:pt x="235" y="149"/>
                    <a:pt x="235" y="149"/>
                    <a:pt x="234" y="150"/>
                  </a:cubicBezTo>
                  <a:cubicBezTo>
                    <a:pt x="233" y="150"/>
                    <a:pt x="233" y="151"/>
                    <a:pt x="232" y="151"/>
                  </a:cubicBezTo>
                  <a:cubicBezTo>
                    <a:pt x="232" y="151"/>
                    <a:pt x="229" y="152"/>
                    <a:pt x="230" y="153"/>
                  </a:cubicBezTo>
                  <a:cubicBezTo>
                    <a:pt x="230" y="153"/>
                    <a:pt x="232" y="151"/>
                    <a:pt x="232" y="151"/>
                  </a:cubicBezTo>
                  <a:cubicBezTo>
                    <a:pt x="232" y="152"/>
                    <a:pt x="231" y="152"/>
                    <a:pt x="231" y="153"/>
                  </a:cubicBezTo>
                  <a:cubicBezTo>
                    <a:pt x="231" y="153"/>
                    <a:pt x="231" y="153"/>
                    <a:pt x="232" y="153"/>
                  </a:cubicBezTo>
                  <a:cubicBezTo>
                    <a:pt x="232" y="153"/>
                    <a:pt x="232" y="154"/>
                    <a:pt x="231" y="155"/>
                  </a:cubicBezTo>
                  <a:cubicBezTo>
                    <a:pt x="232" y="154"/>
                    <a:pt x="232" y="154"/>
                    <a:pt x="232" y="154"/>
                  </a:cubicBezTo>
                  <a:cubicBezTo>
                    <a:pt x="232" y="155"/>
                    <a:pt x="232" y="155"/>
                    <a:pt x="231" y="155"/>
                  </a:cubicBezTo>
                  <a:cubicBezTo>
                    <a:pt x="231" y="155"/>
                    <a:pt x="231" y="155"/>
                    <a:pt x="230" y="155"/>
                  </a:cubicBezTo>
                  <a:cubicBezTo>
                    <a:pt x="230" y="155"/>
                    <a:pt x="229" y="156"/>
                    <a:pt x="229" y="156"/>
                  </a:cubicBezTo>
                  <a:cubicBezTo>
                    <a:pt x="229" y="156"/>
                    <a:pt x="229" y="156"/>
                    <a:pt x="229" y="156"/>
                  </a:cubicBezTo>
                  <a:cubicBezTo>
                    <a:pt x="230" y="157"/>
                    <a:pt x="228" y="157"/>
                    <a:pt x="228" y="156"/>
                  </a:cubicBezTo>
                  <a:cubicBezTo>
                    <a:pt x="227" y="156"/>
                    <a:pt x="227" y="156"/>
                    <a:pt x="227" y="156"/>
                  </a:cubicBezTo>
                  <a:cubicBezTo>
                    <a:pt x="226" y="156"/>
                    <a:pt x="227" y="157"/>
                    <a:pt x="226" y="157"/>
                  </a:cubicBezTo>
                  <a:cubicBezTo>
                    <a:pt x="226" y="157"/>
                    <a:pt x="226" y="158"/>
                    <a:pt x="226" y="157"/>
                  </a:cubicBezTo>
                  <a:cubicBezTo>
                    <a:pt x="226" y="157"/>
                    <a:pt x="226" y="157"/>
                    <a:pt x="226" y="156"/>
                  </a:cubicBezTo>
                  <a:cubicBezTo>
                    <a:pt x="226" y="156"/>
                    <a:pt x="226" y="156"/>
                    <a:pt x="226" y="156"/>
                  </a:cubicBezTo>
                  <a:cubicBezTo>
                    <a:pt x="226" y="155"/>
                    <a:pt x="225" y="155"/>
                    <a:pt x="225" y="155"/>
                  </a:cubicBezTo>
                  <a:cubicBezTo>
                    <a:pt x="225" y="155"/>
                    <a:pt x="225" y="155"/>
                    <a:pt x="225" y="155"/>
                  </a:cubicBezTo>
                  <a:cubicBezTo>
                    <a:pt x="225" y="155"/>
                    <a:pt x="225" y="156"/>
                    <a:pt x="225" y="156"/>
                  </a:cubicBezTo>
                  <a:cubicBezTo>
                    <a:pt x="225" y="156"/>
                    <a:pt x="225" y="155"/>
                    <a:pt x="224" y="155"/>
                  </a:cubicBezTo>
                  <a:cubicBezTo>
                    <a:pt x="224" y="155"/>
                    <a:pt x="224" y="155"/>
                    <a:pt x="225" y="155"/>
                  </a:cubicBezTo>
                  <a:cubicBezTo>
                    <a:pt x="225" y="155"/>
                    <a:pt x="225" y="154"/>
                    <a:pt x="225" y="155"/>
                  </a:cubicBezTo>
                  <a:cubicBezTo>
                    <a:pt x="225" y="155"/>
                    <a:pt x="225" y="155"/>
                    <a:pt x="225" y="155"/>
                  </a:cubicBezTo>
                  <a:cubicBezTo>
                    <a:pt x="225" y="155"/>
                    <a:pt x="226" y="155"/>
                    <a:pt x="226" y="155"/>
                  </a:cubicBezTo>
                  <a:cubicBezTo>
                    <a:pt x="226" y="155"/>
                    <a:pt x="225" y="153"/>
                    <a:pt x="225" y="153"/>
                  </a:cubicBezTo>
                  <a:cubicBezTo>
                    <a:pt x="224" y="154"/>
                    <a:pt x="223" y="154"/>
                    <a:pt x="223" y="154"/>
                  </a:cubicBezTo>
                  <a:cubicBezTo>
                    <a:pt x="222" y="154"/>
                    <a:pt x="221" y="154"/>
                    <a:pt x="221" y="154"/>
                  </a:cubicBezTo>
                  <a:cubicBezTo>
                    <a:pt x="220" y="154"/>
                    <a:pt x="220" y="154"/>
                    <a:pt x="219" y="155"/>
                  </a:cubicBezTo>
                  <a:cubicBezTo>
                    <a:pt x="219" y="155"/>
                    <a:pt x="218" y="155"/>
                    <a:pt x="218" y="155"/>
                  </a:cubicBezTo>
                  <a:cubicBezTo>
                    <a:pt x="218" y="155"/>
                    <a:pt x="218" y="156"/>
                    <a:pt x="218" y="156"/>
                  </a:cubicBezTo>
                  <a:cubicBezTo>
                    <a:pt x="218" y="156"/>
                    <a:pt x="218" y="155"/>
                    <a:pt x="218" y="155"/>
                  </a:cubicBezTo>
                  <a:cubicBezTo>
                    <a:pt x="217" y="156"/>
                    <a:pt x="217" y="156"/>
                    <a:pt x="216" y="156"/>
                  </a:cubicBezTo>
                  <a:cubicBezTo>
                    <a:pt x="215" y="156"/>
                    <a:pt x="214" y="156"/>
                    <a:pt x="213" y="157"/>
                  </a:cubicBezTo>
                  <a:cubicBezTo>
                    <a:pt x="214" y="157"/>
                    <a:pt x="214" y="157"/>
                    <a:pt x="213" y="158"/>
                  </a:cubicBezTo>
                  <a:cubicBezTo>
                    <a:pt x="213" y="157"/>
                    <a:pt x="213" y="157"/>
                    <a:pt x="214" y="157"/>
                  </a:cubicBezTo>
                  <a:cubicBezTo>
                    <a:pt x="213" y="158"/>
                    <a:pt x="213" y="157"/>
                    <a:pt x="213" y="157"/>
                  </a:cubicBezTo>
                  <a:cubicBezTo>
                    <a:pt x="212" y="156"/>
                    <a:pt x="211" y="156"/>
                    <a:pt x="209" y="157"/>
                  </a:cubicBezTo>
                  <a:cubicBezTo>
                    <a:pt x="209" y="157"/>
                    <a:pt x="207" y="157"/>
                    <a:pt x="207" y="158"/>
                  </a:cubicBezTo>
                  <a:cubicBezTo>
                    <a:pt x="207" y="158"/>
                    <a:pt x="208" y="157"/>
                    <a:pt x="208" y="157"/>
                  </a:cubicBezTo>
                  <a:cubicBezTo>
                    <a:pt x="209" y="157"/>
                    <a:pt x="209" y="157"/>
                    <a:pt x="210" y="157"/>
                  </a:cubicBezTo>
                  <a:cubicBezTo>
                    <a:pt x="209" y="157"/>
                    <a:pt x="209" y="158"/>
                    <a:pt x="209" y="158"/>
                  </a:cubicBezTo>
                  <a:cubicBezTo>
                    <a:pt x="208" y="158"/>
                    <a:pt x="208" y="157"/>
                    <a:pt x="207" y="158"/>
                  </a:cubicBezTo>
                  <a:cubicBezTo>
                    <a:pt x="207" y="158"/>
                    <a:pt x="207" y="159"/>
                    <a:pt x="206" y="159"/>
                  </a:cubicBezTo>
                  <a:cubicBezTo>
                    <a:pt x="206" y="159"/>
                    <a:pt x="206" y="159"/>
                    <a:pt x="206" y="158"/>
                  </a:cubicBezTo>
                  <a:cubicBezTo>
                    <a:pt x="204" y="159"/>
                    <a:pt x="202" y="160"/>
                    <a:pt x="200" y="160"/>
                  </a:cubicBezTo>
                  <a:cubicBezTo>
                    <a:pt x="199" y="160"/>
                    <a:pt x="199" y="158"/>
                    <a:pt x="199" y="158"/>
                  </a:cubicBezTo>
                  <a:cubicBezTo>
                    <a:pt x="198" y="157"/>
                    <a:pt x="198" y="156"/>
                    <a:pt x="198" y="156"/>
                  </a:cubicBezTo>
                  <a:cubicBezTo>
                    <a:pt x="197" y="155"/>
                    <a:pt x="196" y="156"/>
                    <a:pt x="196" y="155"/>
                  </a:cubicBezTo>
                  <a:cubicBezTo>
                    <a:pt x="195" y="154"/>
                    <a:pt x="194" y="153"/>
                    <a:pt x="193" y="154"/>
                  </a:cubicBezTo>
                  <a:cubicBezTo>
                    <a:pt x="192" y="154"/>
                    <a:pt x="189" y="154"/>
                    <a:pt x="189" y="153"/>
                  </a:cubicBezTo>
                  <a:cubicBezTo>
                    <a:pt x="189" y="153"/>
                    <a:pt x="189" y="153"/>
                    <a:pt x="189" y="153"/>
                  </a:cubicBezTo>
                  <a:cubicBezTo>
                    <a:pt x="188" y="153"/>
                    <a:pt x="188" y="153"/>
                    <a:pt x="188" y="154"/>
                  </a:cubicBezTo>
                  <a:cubicBezTo>
                    <a:pt x="188" y="154"/>
                    <a:pt x="188" y="154"/>
                    <a:pt x="187" y="154"/>
                  </a:cubicBezTo>
                  <a:cubicBezTo>
                    <a:pt x="187" y="154"/>
                    <a:pt x="187" y="155"/>
                    <a:pt x="187" y="155"/>
                  </a:cubicBezTo>
                  <a:cubicBezTo>
                    <a:pt x="187" y="155"/>
                    <a:pt x="187" y="156"/>
                    <a:pt x="186" y="156"/>
                  </a:cubicBezTo>
                  <a:cubicBezTo>
                    <a:pt x="186" y="156"/>
                    <a:pt x="186" y="156"/>
                    <a:pt x="186" y="156"/>
                  </a:cubicBezTo>
                  <a:cubicBezTo>
                    <a:pt x="186" y="156"/>
                    <a:pt x="186" y="156"/>
                    <a:pt x="186" y="156"/>
                  </a:cubicBezTo>
                  <a:cubicBezTo>
                    <a:pt x="186" y="156"/>
                    <a:pt x="187" y="155"/>
                    <a:pt x="187" y="155"/>
                  </a:cubicBezTo>
                  <a:cubicBezTo>
                    <a:pt x="187" y="154"/>
                    <a:pt x="187" y="153"/>
                    <a:pt x="188" y="153"/>
                  </a:cubicBezTo>
                  <a:cubicBezTo>
                    <a:pt x="188" y="153"/>
                    <a:pt x="188" y="153"/>
                    <a:pt x="188" y="153"/>
                  </a:cubicBezTo>
                  <a:cubicBezTo>
                    <a:pt x="189" y="154"/>
                    <a:pt x="187" y="152"/>
                    <a:pt x="187" y="152"/>
                  </a:cubicBezTo>
                  <a:cubicBezTo>
                    <a:pt x="187" y="152"/>
                    <a:pt x="188" y="153"/>
                    <a:pt x="189" y="153"/>
                  </a:cubicBezTo>
                  <a:cubicBezTo>
                    <a:pt x="189" y="153"/>
                    <a:pt x="188" y="152"/>
                    <a:pt x="188" y="152"/>
                  </a:cubicBezTo>
                  <a:cubicBezTo>
                    <a:pt x="187" y="152"/>
                    <a:pt x="188" y="151"/>
                    <a:pt x="187" y="150"/>
                  </a:cubicBezTo>
                  <a:cubicBezTo>
                    <a:pt x="187" y="150"/>
                    <a:pt x="186" y="150"/>
                    <a:pt x="186" y="149"/>
                  </a:cubicBezTo>
                  <a:cubicBezTo>
                    <a:pt x="186" y="149"/>
                    <a:pt x="186" y="148"/>
                    <a:pt x="186" y="148"/>
                  </a:cubicBezTo>
                  <a:cubicBezTo>
                    <a:pt x="186" y="148"/>
                    <a:pt x="185" y="147"/>
                    <a:pt x="185" y="147"/>
                  </a:cubicBezTo>
                  <a:cubicBezTo>
                    <a:pt x="185" y="147"/>
                    <a:pt x="185" y="146"/>
                    <a:pt x="185" y="146"/>
                  </a:cubicBezTo>
                  <a:cubicBezTo>
                    <a:pt x="185" y="145"/>
                    <a:pt x="185" y="145"/>
                    <a:pt x="184" y="145"/>
                  </a:cubicBezTo>
                  <a:cubicBezTo>
                    <a:pt x="184" y="144"/>
                    <a:pt x="185" y="142"/>
                    <a:pt x="184" y="141"/>
                  </a:cubicBezTo>
                  <a:cubicBezTo>
                    <a:pt x="184" y="139"/>
                    <a:pt x="182" y="138"/>
                    <a:pt x="181" y="136"/>
                  </a:cubicBezTo>
                  <a:cubicBezTo>
                    <a:pt x="181" y="135"/>
                    <a:pt x="180" y="134"/>
                    <a:pt x="179" y="133"/>
                  </a:cubicBezTo>
                  <a:cubicBezTo>
                    <a:pt x="179" y="132"/>
                    <a:pt x="179" y="131"/>
                    <a:pt x="179" y="130"/>
                  </a:cubicBezTo>
                  <a:cubicBezTo>
                    <a:pt x="178" y="129"/>
                    <a:pt x="178" y="129"/>
                    <a:pt x="178" y="127"/>
                  </a:cubicBezTo>
                  <a:cubicBezTo>
                    <a:pt x="178" y="127"/>
                    <a:pt x="178" y="126"/>
                    <a:pt x="177" y="125"/>
                  </a:cubicBezTo>
                  <a:cubicBezTo>
                    <a:pt x="177" y="125"/>
                    <a:pt x="177" y="123"/>
                    <a:pt x="177" y="123"/>
                  </a:cubicBezTo>
                  <a:cubicBezTo>
                    <a:pt x="176" y="123"/>
                    <a:pt x="176" y="123"/>
                    <a:pt x="176" y="122"/>
                  </a:cubicBezTo>
                  <a:cubicBezTo>
                    <a:pt x="176" y="121"/>
                    <a:pt x="176" y="120"/>
                    <a:pt x="176" y="119"/>
                  </a:cubicBezTo>
                  <a:cubicBezTo>
                    <a:pt x="176" y="118"/>
                    <a:pt x="176" y="118"/>
                    <a:pt x="176" y="117"/>
                  </a:cubicBezTo>
                  <a:cubicBezTo>
                    <a:pt x="176" y="117"/>
                    <a:pt x="176" y="118"/>
                    <a:pt x="176" y="119"/>
                  </a:cubicBezTo>
                  <a:cubicBezTo>
                    <a:pt x="177" y="120"/>
                    <a:pt x="177" y="121"/>
                    <a:pt x="178" y="121"/>
                  </a:cubicBezTo>
                  <a:cubicBezTo>
                    <a:pt x="178" y="122"/>
                    <a:pt x="179" y="123"/>
                    <a:pt x="178" y="123"/>
                  </a:cubicBezTo>
                  <a:cubicBezTo>
                    <a:pt x="178" y="124"/>
                    <a:pt x="177" y="125"/>
                    <a:pt x="178" y="125"/>
                  </a:cubicBezTo>
                  <a:cubicBezTo>
                    <a:pt x="178" y="125"/>
                    <a:pt x="179" y="123"/>
                    <a:pt x="179" y="122"/>
                  </a:cubicBezTo>
                  <a:cubicBezTo>
                    <a:pt x="178" y="121"/>
                    <a:pt x="178" y="121"/>
                    <a:pt x="177" y="120"/>
                  </a:cubicBezTo>
                  <a:cubicBezTo>
                    <a:pt x="177" y="119"/>
                    <a:pt x="176" y="119"/>
                    <a:pt x="176" y="118"/>
                  </a:cubicBezTo>
                  <a:cubicBezTo>
                    <a:pt x="176" y="117"/>
                    <a:pt x="176" y="116"/>
                    <a:pt x="176" y="114"/>
                  </a:cubicBezTo>
                  <a:cubicBezTo>
                    <a:pt x="176" y="113"/>
                    <a:pt x="176" y="113"/>
                    <a:pt x="176" y="112"/>
                  </a:cubicBezTo>
                  <a:cubicBezTo>
                    <a:pt x="176" y="111"/>
                    <a:pt x="176" y="111"/>
                    <a:pt x="176" y="110"/>
                  </a:cubicBezTo>
                  <a:cubicBezTo>
                    <a:pt x="176" y="110"/>
                    <a:pt x="176" y="111"/>
                    <a:pt x="176" y="111"/>
                  </a:cubicBezTo>
                  <a:cubicBezTo>
                    <a:pt x="175" y="111"/>
                    <a:pt x="176" y="110"/>
                    <a:pt x="176" y="109"/>
                  </a:cubicBezTo>
                  <a:cubicBezTo>
                    <a:pt x="177" y="109"/>
                    <a:pt x="177" y="108"/>
                    <a:pt x="177" y="108"/>
                  </a:cubicBezTo>
                  <a:cubicBezTo>
                    <a:pt x="177" y="108"/>
                    <a:pt x="177" y="107"/>
                    <a:pt x="177" y="107"/>
                  </a:cubicBezTo>
                  <a:cubicBezTo>
                    <a:pt x="177" y="108"/>
                    <a:pt x="177" y="108"/>
                    <a:pt x="177" y="108"/>
                  </a:cubicBezTo>
                  <a:cubicBezTo>
                    <a:pt x="178" y="107"/>
                    <a:pt x="178" y="106"/>
                    <a:pt x="178" y="104"/>
                  </a:cubicBezTo>
                  <a:cubicBezTo>
                    <a:pt x="178" y="104"/>
                    <a:pt x="178" y="104"/>
                    <a:pt x="178" y="103"/>
                  </a:cubicBezTo>
                  <a:cubicBezTo>
                    <a:pt x="178" y="102"/>
                    <a:pt x="179" y="100"/>
                    <a:pt x="179" y="98"/>
                  </a:cubicBezTo>
                  <a:cubicBezTo>
                    <a:pt x="179" y="98"/>
                    <a:pt x="179" y="99"/>
                    <a:pt x="179" y="99"/>
                  </a:cubicBezTo>
                  <a:cubicBezTo>
                    <a:pt x="179" y="99"/>
                    <a:pt x="179" y="98"/>
                    <a:pt x="178" y="98"/>
                  </a:cubicBezTo>
                  <a:cubicBezTo>
                    <a:pt x="179" y="98"/>
                    <a:pt x="179" y="98"/>
                    <a:pt x="179" y="97"/>
                  </a:cubicBezTo>
                  <a:cubicBezTo>
                    <a:pt x="180" y="97"/>
                    <a:pt x="180" y="97"/>
                    <a:pt x="180" y="96"/>
                  </a:cubicBezTo>
                  <a:cubicBezTo>
                    <a:pt x="180" y="95"/>
                    <a:pt x="180" y="94"/>
                    <a:pt x="180" y="93"/>
                  </a:cubicBezTo>
                  <a:cubicBezTo>
                    <a:pt x="181" y="91"/>
                    <a:pt x="182" y="88"/>
                    <a:pt x="183" y="86"/>
                  </a:cubicBezTo>
                  <a:cubicBezTo>
                    <a:pt x="184" y="84"/>
                    <a:pt x="185" y="82"/>
                    <a:pt x="187" y="80"/>
                  </a:cubicBezTo>
                  <a:cubicBezTo>
                    <a:pt x="188" y="78"/>
                    <a:pt x="189" y="76"/>
                    <a:pt x="190" y="74"/>
                  </a:cubicBezTo>
                  <a:cubicBezTo>
                    <a:pt x="189" y="74"/>
                    <a:pt x="189" y="74"/>
                    <a:pt x="189" y="74"/>
                  </a:cubicBezTo>
                  <a:cubicBezTo>
                    <a:pt x="188" y="74"/>
                    <a:pt x="188" y="74"/>
                    <a:pt x="188" y="74"/>
                  </a:cubicBezTo>
                  <a:cubicBezTo>
                    <a:pt x="188" y="74"/>
                    <a:pt x="187" y="75"/>
                    <a:pt x="187" y="75"/>
                  </a:cubicBezTo>
                  <a:cubicBezTo>
                    <a:pt x="187" y="75"/>
                    <a:pt x="187" y="75"/>
                    <a:pt x="187" y="75"/>
                  </a:cubicBezTo>
                  <a:cubicBezTo>
                    <a:pt x="186" y="75"/>
                    <a:pt x="187" y="75"/>
                    <a:pt x="187" y="75"/>
                  </a:cubicBezTo>
                  <a:cubicBezTo>
                    <a:pt x="186" y="75"/>
                    <a:pt x="186" y="75"/>
                    <a:pt x="186" y="74"/>
                  </a:cubicBezTo>
                  <a:cubicBezTo>
                    <a:pt x="186" y="74"/>
                    <a:pt x="186" y="74"/>
                    <a:pt x="185" y="74"/>
                  </a:cubicBezTo>
                  <a:cubicBezTo>
                    <a:pt x="185" y="73"/>
                    <a:pt x="183" y="73"/>
                    <a:pt x="182" y="73"/>
                  </a:cubicBezTo>
                  <a:cubicBezTo>
                    <a:pt x="182" y="73"/>
                    <a:pt x="182" y="73"/>
                    <a:pt x="181" y="73"/>
                  </a:cubicBezTo>
                  <a:cubicBezTo>
                    <a:pt x="181" y="73"/>
                    <a:pt x="181" y="73"/>
                    <a:pt x="181" y="73"/>
                  </a:cubicBezTo>
                  <a:cubicBezTo>
                    <a:pt x="180" y="73"/>
                    <a:pt x="180" y="73"/>
                    <a:pt x="179" y="72"/>
                  </a:cubicBezTo>
                  <a:cubicBezTo>
                    <a:pt x="179" y="72"/>
                    <a:pt x="178" y="71"/>
                    <a:pt x="178" y="71"/>
                  </a:cubicBezTo>
                  <a:cubicBezTo>
                    <a:pt x="177" y="71"/>
                    <a:pt x="177" y="71"/>
                    <a:pt x="177" y="71"/>
                  </a:cubicBezTo>
                  <a:cubicBezTo>
                    <a:pt x="176" y="71"/>
                    <a:pt x="176" y="71"/>
                    <a:pt x="175" y="70"/>
                  </a:cubicBezTo>
                  <a:cubicBezTo>
                    <a:pt x="175" y="69"/>
                    <a:pt x="175" y="70"/>
                    <a:pt x="174" y="69"/>
                  </a:cubicBezTo>
                  <a:cubicBezTo>
                    <a:pt x="174" y="69"/>
                    <a:pt x="173" y="69"/>
                    <a:pt x="173" y="69"/>
                  </a:cubicBezTo>
                  <a:cubicBezTo>
                    <a:pt x="172" y="69"/>
                    <a:pt x="173" y="68"/>
                    <a:pt x="173" y="68"/>
                  </a:cubicBezTo>
                  <a:cubicBezTo>
                    <a:pt x="173" y="68"/>
                    <a:pt x="172" y="68"/>
                    <a:pt x="172" y="67"/>
                  </a:cubicBezTo>
                  <a:cubicBezTo>
                    <a:pt x="172" y="67"/>
                    <a:pt x="172" y="67"/>
                    <a:pt x="172" y="66"/>
                  </a:cubicBezTo>
                  <a:cubicBezTo>
                    <a:pt x="172" y="66"/>
                    <a:pt x="172" y="65"/>
                    <a:pt x="172" y="64"/>
                  </a:cubicBezTo>
                  <a:cubicBezTo>
                    <a:pt x="172" y="63"/>
                    <a:pt x="171" y="63"/>
                    <a:pt x="171" y="62"/>
                  </a:cubicBezTo>
                  <a:cubicBezTo>
                    <a:pt x="171" y="61"/>
                    <a:pt x="171" y="61"/>
                    <a:pt x="171" y="60"/>
                  </a:cubicBezTo>
                  <a:cubicBezTo>
                    <a:pt x="171" y="60"/>
                    <a:pt x="171" y="59"/>
                    <a:pt x="171" y="59"/>
                  </a:cubicBezTo>
                  <a:cubicBezTo>
                    <a:pt x="171" y="59"/>
                    <a:pt x="171" y="59"/>
                    <a:pt x="171" y="58"/>
                  </a:cubicBezTo>
                  <a:cubicBezTo>
                    <a:pt x="171" y="58"/>
                    <a:pt x="172" y="58"/>
                    <a:pt x="172" y="57"/>
                  </a:cubicBezTo>
                  <a:cubicBezTo>
                    <a:pt x="172" y="57"/>
                    <a:pt x="171" y="57"/>
                    <a:pt x="171" y="57"/>
                  </a:cubicBezTo>
                  <a:cubicBezTo>
                    <a:pt x="172" y="56"/>
                    <a:pt x="171" y="56"/>
                    <a:pt x="171" y="56"/>
                  </a:cubicBezTo>
                  <a:cubicBezTo>
                    <a:pt x="171" y="55"/>
                    <a:pt x="170" y="55"/>
                    <a:pt x="170" y="55"/>
                  </a:cubicBezTo>
                  <a:cubicBezTo>
                    <a:pt x="170" y="55"/>
                    <a:pt x="170" y="54"/>
                    <a:pt x="169" y="54"/>
                  </a:cubicBezTo>
                  <a:cubicBezTo>
                    <a:pt x="169" y="54"/>
                    <a:pt x="169" y="53"/>
                    <a:pt x="169" y="53"/>
                  </a:cubicBezTo>
                  <a:cubicBezTo>
                    <a:pt x="169" y="53"/>
                    <a:pt x="169" y="52"/>
                    <a:pt x="169" y="52"/>
                  </a:cubicBezTo>
                  <a:cubicBezTo>
                    <a:pt x="168" y="51"/>
                    <a:pt x="168" y="51"/>
                    <a:pt x="168" y="50"/>
                  </a:cubicBezTo>
                  <a:cubicBezTo>
                    <a:pt x="168" y="50"/>
                    <a:pt x="168" y="50"/>
                    <a:pt x="167" y="49"/>
                  </a:cubicBezTo>
                  <a:cubicBezTo>
                    <a:pt x="167" y="49"/>
                    <a:pt x="167" y="49"/>
                    <a:pt x="167" y="49"/>
                  </a:cubicBezTo>
                  <a:cubicBezTo>
                    <a:pt x="166" y="48"/>
                    <a:pt x="166" y="48"/>
                    <a:pt x="166" y="47"/>
                  </a:cubicBezTo>
                  <a:cubicBezTo>
                    <a:pt x="166" y="47"/>
                    <a:pt x="167" y="46"/>
                    <a:pt x="166" y="46"/>
                  </a:cubicBezTo>
                  <a:cubicBezTo>
                    <a:pt x="166" y="45"/>
                    <a:pt x="166" y="45"/>
                    <a:pt x="166" y="45"/>
                  </a:cubicBezTo>
                  <a:cubicBezTo>
                    <a:pt x="166" y="44"/>
                    <a:pt x="166" y="44"/>
                    <a:pt x="166" y="43"/>
                  </a:cubicBezTo>
                  <a:cubicBezTo>
                    <a:pt x="166" y="42"/>
                    <a:pt x="165" y="42"/>
                    <a:pt x="165" y="41"/>
                  </a:cubicBezTo>
                  <a:cubicBezTo>
                    <a:pt x="165" y="41"/>
                    <a:pt x="166" y="40"/>
                    <a:pt x="165" y="39"/>
                  </a:cubicBezTo>
                  <a:cubicBezTo>
                    <a:pt x="164" y="39"/>
                    <a:pt x="165" y="38"/>
                    <a:pt x="164" y="38"/>
                  </a:cubicBezTo>
                  <a:cubicBezTo>
                    <a:pt x="164" y="37"/>
                    <a:pt x="164" y="37"/>
                    <a:pt x="163" y="37"/>
                  </a:cubicBezTo>
                  <a:cubicBezTo>
                    <a:pt x="163" y="36"/>
                    <a:pt x="163" y="35"/>
                    <a:pt x="163" y="35"/>
                  </a:cubicBezTo>
                  <a:cubicBezTo>
                    <a:pt x="162" y="35"/>
                    <a:pt x="161" y="35"/>
                    <a:pt x="161" y="34"/>
                  </a:cubicBezTo>
                  <a:cubicBezTo>
                    <a:pt x="162" y="34"/>
                    <a:pt x="161" y="34"/>
                    <a:pt x="161" y="34"/>
                  </a:cubicBezTo>
                  <a:cubicBezTo>
                    <a:pt x="161" y="34"/>
                    <a:pt x="161" y="34"/>
                    <a:pt x="161" y="33"/>
                  </a:cubicBezTo>
                  <a:cubicBezTo>
                    <a:pt x="161" y="33"/>
                    <a:pt x="161" y="33"/>
                    <a:pt x="161" y="33"/>
                  </a:cubicBezTo>
                  <a:cubicBezTo>
                    <a:pt x="160" y="33"/>
                    <a:pt x="160" y="32"/>
                    <a:pt x="160" y="32"/>
                  </a:cubicBezTo>
                  <a:cubicBezTo>
                    <a:pt x="160" y="32"/>
                    <a:pt x="160" y="32"/>
                    <a:pt x="160" y="32"/>
                  </a:cubicBezTo>
                  <a:cubicBezTo>
                    <a:pt x="159" y="32"/>
                    <a:pt x="159" y="32"/>
                    <a:pt x="159" y="32"/>
                  </a:cubicBezTo>
                  <a:cubicBezTo>
                    <a:pt x="159" y="32"/>
                    <a:pt x="159" y="32"/>
                    <a:pt x="159" y="32"/>
                  </a:cubicBezTo>
                  <a:cubicBezTo>
                    <a:pt x="159" y="32"/>
                    <a:pt x="158" y="32"/>
                    <a:pt x="158" y="32"/>
                  </a:cubicBezTo>
                  <a:cubicBezTo>
                    <a:pt x="157" y="32"/>
                    <a:pt x="156" y="32"/>
                    <a:pt x="155" y="32"/>
                  </a:cubicBezTo>
                  <a:cubicBezTo>
                    <a:pt x="155" y="32"/>
                    <a:pt x="154" y="32"/>
                    <a:pt x="153" y="31"/>
                  </a:cubicBezTo>
                  <a:cubicBezTo>
                    <a:pt x="153" y="31"/>
                    <a:pt x="152" y="31"/>
                    <a:pt x="152" y="31"/>
                  </a:cubicBezTo>
                  <a:cubicBezTo>
                    <a:pt x="152" y="31"/>
                    <a:pt x="152" y="32"/>
                    <a:pt x="151" y="32"/>
                  </a:cubicBezTo>
                  <a:cubicBezTo>
                    <a:pt x="151" y="32"/>
                    <a:pt x="151" y="32"/>
                    <a:pt x="150" y="32"/>
                  </a:cubicBezTo>
                  <a:cubicBezTo>
                    <a:pt x="149" y="32"/>
                    <a:pt x="149" y="32"/>
                    <a:pt x="148" y="33"/>
                  </a:cubicBezTo>
                  <a:cubicBezTo>
                    <a:pt x="148" y="33"/>
                    <a:pt x="148" y="33"/>
                    <a:pt x="147" y="34"/>
                  </a:cubicBezTo>
                  <a:cubicBezTo>
                    <a:pt x="147" y="35"/>
                    <a:pt x="147" y="35"/>
                    <a:pt x="146" y="36"/>
                  </a:cubicBezTo>
                  <a:cubicBezTo>
                    <a:pt x="146" y="37"/>
                    <a:pt x="145" y="37"/>
                    <a:pt x="145" y="38"/>
                  </a:cubicBezTo>
                  <a:cubicBezTo>
                    <a:pt x="145" y="38"/>
                    <a:pt x="145" y="38"/>
                    <a:pt x="145" y="38"/>
                  </a:cubicBezTo>
                  <a:cubicBezTo>
                    <a:pt x="145" y="38"/>
                    <a:pt x="144" y="38"/>
                    <a:pt x="144" y="38"/>
                  </a:cubicBezTo>
                  <a:cubicBezTo>
                    <a:pt x="144" y="39"/>
                    <a:pt x="143" y="39"/>
                    <a:pt x="143" y="39"/>
                  </a:cubicBezTo>
                  <a:cubicBezTo>
                    <a:pt x="143" y="40"/>
                    <a:pt x="143" y="40"/>
                    <a:pt x="142" y="40"/>
                  </a:cubicBezTo>
                  <a:cubicBezTo>
                    <a:pt x="142" y="40"/>
                    <a:pt x="142" y="40"/>
                    <a:pt x="142" y="41"/>
                  </a:cubicBezTo>
                  <a:cubicBezTo>
                    <a:pt x="141" y="41"/>
                    <a:pt x="141" y="41"/>
                    <a:pt x="141" y="41"/>
                  </a:cubicBezTo>
                  <a:cubicBezTo>
                    <a:pt x="141" y="41"/>
                    <a:pt x="140" y="40"/>
                    <a:pt x="140" y="40"/>
                  </a:cubicBezTo>
                  <a:cubicBezTo>
                    <a:pt x="140" y="40"/>
                    <a:pt x="140" y="40"/>
                    <a:pt x="140" y="40"/>
                  </a:cubicBezTo>
                  <a:cubicBezTo>
                    <a:pt x="139" y="40"/>
                    <a:pt x="139" y="39"/>
                    <a:pt x="139" y="39"/>
                  </a:cubicBezTo>
                  <a:cubicBezTo>
                    <a:pt x="138" y="39"/>
                    <a:pt x="137" y="39"/>
                    <a:pt x="137" y="38"/>
                  </a:cubicBezTo>
                  <a:cubicBezTo>
                    <a:pt x="137" y="38"/>
                    <a:pt x="137" y="38"/>
                    <a:pt x="136" y="37"/>
                  </a:cubicBezTo>
                  <a:cubicBezTo>
                    <a:pt x="135" y="37"/>
                    <a:pt x="134" y="37"/>
                    <a:pt x="133" y="36"/>
                  </a:cubicBezTo>
                  <a:cubicBezTo>
                    <a:pt x="133" y="35"/>
                    <a:pt x="132" y="35"/>
                    <a:pt x="132" y="34"/>
                  </a:cubicBezTo>
                  <a:cubicBezTo>
                    <a:pt x="131" y="34"/>
                    <a:pt x="131" y="33"/>
                    <a:pt x="131" y="33"/>
                  </a:cubicBezTo>
                  <a:cubicBezTo>
                    <a:pt x="131" y="31"/>
                    <a:pt x="130" y="30"/>
                    <a:pt x="131" y="28"/>
                  </a:cubicBezTo>
                  <a:cubicBezTo>
                    <a:pt x="132" y="27"/>
                    <a:pt x="130" y="26"/>
                    <a:pt x="131" y="24"/>
                  </a:cubicBezTo>
                  <a:cubicBezTo>
                    <a:pt x="131" y="24"/>
                    <a:pt x="131" y="23"/>
                    <a:pt x="130" y="23"/>
                  </a:cubicBezTo>
                  <a:cubicBezTo>
                    <a:pt x="130" y="23"/>
                    <a:pt x="130" y="22"/>
                    <a:pt x="130" y="22"/>
                  </a:cubicBezTo>
                  <a:cubicBezTo>
                    <a:pt x="129" y="22"/>
                    <a:pt x="129" y="21"/>
                    <a:pt x="128" y="21"/>
                  </a:cubicBezTo>
                  <a:cubicBezTo>
                    <a:pt x="128" y="20"/>
                    <a:pt x="127" y="20"/>
                    <a:pt x="127" y="20"/>
                  </a:cubicBezTo>
                  <a:cubicBezTo>
                    <a:pt x="126" y="19"/>
                    <a:pt x="126" y="18"/>
                    <a:pt x="126" y="18"/>
                  </a:cubicBezTo>
                  <a:cubicBezTo>
                    <a:pt x="126" y="17"/>
                    <a:pt x="125" y="17"/>
                    <a:pt x="125" y="16"/>
                  </a:cubicBezTo>
                  <a:cubicBezTo>
                    <a:pt x="124" y="16"/>
                    <a:pt x="124" y="15"/>
                    <a:pt x="123" y="14"/>
                  </a:cubicBezTo>
                  <a:cubicBezTo>
                    <a:pt x="122" y="14"/>
                    <a:pt x="122" y="14"/>
                    <a:pt x="122" y="13"/>
                  </a:cubicBezTo>
                  <a:cubicBezTo>
                    <a:pt x="121" y="12"/>
                    <a:pt x="121" y="12"/>
                    <a:pt x="121" y="11"/>
                  </a:cubicBezTo>
                  <a:cubicBezTo>
                    <a:pt x="121" y="10"/>
                    <a:pt x="121" y="10"/>
                    <a:pt x="120" y="10"/>
                  </a:cubicBezTo>
                  <a:cubicBezTo>
                    <a:pt x="120" y="10"/>
                    <a:pt x="120" y="10"/>
                    <a:pt x="120" y="10"/>
                  </a:cubicBezTo>
                  <a:cubicBezTo>
                    <a:pt x="120" y="10"/>
                    <a:pt x="119" y="10"/>
                    <a:pt x="119" y="10"/>
                  </a:cubicBezTo>
                  <a:cubicBezTo>
                    <a:pt x="119" y="10"/>
                    <a:pt x="118" y="10"/>
                    <a:pt x="118" y="10"/>
                  </a:cubicBezTo>
                  <a:cubicBezTo>
                    <a:pt x="117" y="10"/>
                    <a:pt x="116" y="10"/>
                    <a:pt x="115" y="10"/>
                  </a:cubicBezTo>
                  <a:cubicBezTo>
                    <a:pt x="113" y="10"/>
                    <a:pt x="111" y="10"/>
                    <a:pt x="109" y="10"/>
                  </a:cubicBezTo>
                  <a:cubicBezTo>
                    <a:pt x="107" y="10"/>
                    <a:pt x="106" y="10"/>
                    <a:pt x="105" y="10"/>
                  </a:cubicBezTo>
                  <a:cubicBezTo>
                    <a:pt x="104" y="10"/>
                    <a:pt x="104" y="10"/>
                    <a:pt x="104" y="11"/>
                  </a:cubicBezTo>
                  <a:cubicBezTo>
                    <a:pt x="104" y="12"/>
                    <a:pt x="104" y="12"/>
                    <a:pt x="103" y="13"/>
                  </a:cubicBezTo>
                  <a:cubicBezTo>
                    <a:pt x="103" y="14"/>
                    <a:pt x="103" y="15"/>
                    <a:pt x="102" y="15"/>
                  </a:cubicBezTo>
                  <a:cubicBezTo>
                    <a:pt x="101" y="15"/>
                    <a:pt x="100" y="15"/>
                    <a:pt x="98" y="15"/>
                  </a:cubicBezTo>
                  <a:cubicBezTo>
                    <a:pt x="96" y="15"/>
                    <a:pt x="95" y="15"/>
                    <a:pt x="93" y="15"/>
                  </a:cubicBezTo>
                  <a:cubicBezTo>
                    <a:pt x="89" y="15"/>
                    <a:pt x="85" y="15"/>
                    <a:pt x="80" y="15"/>
                  </a:cubicBezTo>
                  <a:cubicBezTo>
                    <a:pt x="78" y="15"/>
                    <a:pt x="76" y="15"/>
                    <a:pt x="74" y="14"/>
                  </a:cubicBezTo>
                  <a:cubicBezTo>
                    <a:pt x="73" y="13"/>
                    <a:pt x="71" y="12"/>
                    <a:pt x="69" y="12"/>
                  </a:cubicBezTo>
                  <a:cubicBezTo>
                    <a:pt x="61" y="8"/>
                    <a:pt x="54" y="5"/>
                    <a:pt x="46" y="2"/>
                  </a:cubicBezTo>
                  <a:cubicBezTo>
                    <a:pt x="46" y="2"/>
                    <a:pt x="47" y="1"/>
                    <a:pt x="47" y="1"/>
                  </a:cubicBezTo>
                  <a:cubicBezTo>
                    <a:pt x="47" y="0"/>
                    <a:pt x="48" y="0"/>
                    <a:pt x="48" y="0"/>
                  </a:cubicBezTo>
                  <a:cubicBezTo>
                    <a:pt x="42" y="0"/>
                    <a:pt x="36" y="1"/>
                    <a:pt x="30" y="1"/>
                  </a:cubicBezTo>
                  <a:cubicBezTo>
                    <a:pt x="29" y="1"/>
                    <a:pt x="28" y="1"/>
                    <a:pt x="27" y="1"/>
                  </a:cubicBezTo>
                  <a:cubicBezTo>
                    <a:pt x="26" y="1"/>
                    <a:pt x="25" y="1"/>
                    <a:pt x="25" y="2"/>
                  </a:cubicBezTo>
                  <a:cubicBezTo>
                    <a:pt x="25" y="3"/>
                    <a:pt x="25" y="4"/>
                    <a:pt x="25" y="4"/>
                  </a:cubicBezTo>
                  <a:cubicBezTo>
                    <a:pt x="25" y="5"/>
                    <a:pt x="25" y="5"/>
                    <a:pt x="26" y="5"/>
                  </a:cubicBezTo>
                  <a:cubicBezTo>
                    <a:pt x="26" y="6"/>
                    <a:pt x="25" y="7"/>
                    <a:pt x="25" y="8"/>
                  </a:cubicBezTo>
                  <a:cubicBezTo>
                    <a:pt x="26" y="8"/>
                    <a:pt x="26" y="8"/>
                    <a:pt x="26" y="8"/>
                  </a:cubicBezTo>
                  <a:cubicBezTo>
                    <a:pt x="26" y="8"/>
                    <a:pt x="27" y="9"/>
                    <a:pt x="27" y="9"/>
                  </a:cubicBezTo>
                  <a:cubicBezTo>
                    <a:pt x="27" y="10"/>
                    <a:pt x="26" y="11"/>
                    <a:pt x="25" y="10"/>
                  </a:cubicBezTo>
                  <a:cubicBezTo>
                    <a:pt x="26" y="11"/>
                    <a:pt x="26" y="11"/>
                    <a:pt x="25" y="12"/>
                  </a:cubicBezTo>
                  <a:cubicBezTo>
                    <a:pt x="25" y="12"/>
                    <a:pt x="25" y="12"/>
                    <a:pt x="25" y="13"/>
                  </a:cubicBezTo>
                  <a:cubicBezTo>
                    <a:pt x="25" y="14"/>
                    <a:pt x="26" y="14"/>
                    <a:pt x="26" y="15"/>
                  </a:cubicBezTo>
                  <a:cubicBezTo>
                    <a:pt x="27" y="16"/>
                    <a:pt x="27" y="17"/>
                    <a:pt x="26" y="18"/>
                  </a:cubicBezTo>
                  <a:cubicBezTo>
                    <a:pt x="26" y="18"/>
                    <a:pt x="26" y="19"/>
                    <a:pt x="26" y="19"/>
                  </a:cubicBezTo>
                  <a:cubicBezTo>
                    <a:pt x="27" y="19"/>
                    <a:pt x="27" y="20"/>
                    <a:pt x="27" y="20"/>
                  </a:cubicBezTo>
                  <a:cubicBezTo>
                    <a:pt x="27" y="20"/>
                    <a:pt x="28" y="20"/>
                    <a:pt x="28" y="21"/>
                  </a:cubicBezTo>
                  <a:cubicBezTo>
                    <a:pt x="28" y="22"/>
                    <a:pt x="27" y="22"/>
                    <a:pt x="27" y="23"/>
                  </a:cubicBezTo>
                  <a:cubicBezTo>
                    <a:pt x="27" y="23"/>
                    <a:pt x="26" y="25"/>
                    <a:pt x="27" y="25"/>
                  </a:cubicBezTo>
                  <a:cubicBezTo>
                    <a:pt x="26" y="25"/>
                    <a:pt x="27" y="24"/>
                    <a:pt x="27" y="24"/>
                  </a:cubicBezTo>
                  <a:cubicBezTo>
                    <a:pt x="28" y="25"/>
                    <a:pt x="27" y="25"/>
                    <a:pt x="27" y="25"/>
                  </a:cubicBezTo>
                  <a:cubicBezTo>
                    <a:pt x="28" y="25"/>
                    <a:pt x="28" y="27"/>
                    <a:pt x="28" y="28"/>
                  </a:cubicBezTo>
                  <a:cubicBezTo>
                    <a:pt x="27" y="29"/>
                    <a:pt x="27" y="29"/>
                    <a:pt x="27" y="30"/>
                  </a:cubicBezTo>
                  <a:cubicBezTo>
                    <a:pt x="27" y="30"/>
                    <a:pt x="27" y="30"/>
                    <a:pt x="27" y="30"/>
                  </a:cubicBezTo>
                  <a:cubicBezTo>
                    <a:pt x="28" y="31"/>
                    <a:pt x="28" y="31"/>
                    <a:pt x="27" y="31"/>
                  </a:cubicBezTo>
                  <a:cubicBezTo>
                    <a:pt x="27" y="32"/>
                    <a:pt x="27" y="32"/>
                    <a:pt x="28" y="33"/>
                  </a:cubicBezTo>
                  <a:cubicBezTo>
                    <a:pt x="28" y="33"/>
                    <a:pt x="28" y="33"/>
                    <a:pt x="28" y="33"/>
                  </a:cubicBezTo>
                  <a:cubicBezTo>
                    <a:pt x="28" y="34"/>
                    <a:pt x="29" y="34"/>
                    <a:pt x="29" y="34"/>
                  </a:cubicBezTo>
                  <a:cubicBezTo>
                    <a:pt x="29" y="34"/>
                    <a:pt x="29" y="34"/>
                    <a:pt x="29" y="34"/>
                  </a:cubicBezTo>
                  <a:cubicBezTo>
                    <a:pt x="30" y="35"/>
                    <a:pt x="30" y="35"/>
                    <a:pt x="30" y="35"/>
                  </a:cubicBezTo>
                  <a:cubicBezTo>
                    <a:pt x="31" y="36"/>
                    <a:pt x="31" y="36"/>
                    <a:pt x="32" y="36"/>
                  </a:cubicBezTo>
                  <a:cubicBezTo>
                    <a:pt x="32" y="36"/>
                    <a:pt x="33" y="36"/>
                    <a:pt x="33" y="37"/>
                  </a:cubicBezTo>
                  <a:cubicBezTo>
                    <a:pt x="33" y="37"/>
                    <a:pt x="33" y="38"/>
                    <a:pt x="34" y="38"/>
                  </a:cubicBezTo>
                  <a:cubicBezTo>
                    <a:pt x="34" y="39"/>
                    <a:pt x="34" y="39"/>
                    <a:pt x="34" y="39"/>
                  </a:cubicBezTo>
                  <a:cubicBezTo>
                    <a:pt x="35" y="40"/>
                    <a:pt x="35" y="39"/>
                    <a:pt x="35" y="40"/>
                  </a:cubicBezTo>
                  <a:cubicBezTo>
                    <a:pt x="35" y="40"/>
                    <a:pt x="35" y="40"/>
                    <a:pt x="35" y="40"/>
                  </a:cubicBezTo>
                  <a:cubicBezTo>
                    <a:pt x="35" y="41"/>
                    <a:pt x="35" y="41"/>
                    <a:pt x="35" y="41"/>
                  </a:cubicBezTo>
                  <a:cubicBezTo>
                    <a:pt x="35" y="41"/>
                    <a:pt x="36" y="42"/>
                    <a:pt x="36" y="42"/>
                  </a:cubicBezTo>
                  <a:cubicBezTo>
                    <a:pt x="36" y="42"/>
                    <a:pt x="36" y="43"/>
                    <a:pt x="36" y="43"/>
                  </a:cubicBezTo>
                  <a:cubicBezTo>
                    <a:pt x="36" y="44"/>
                    <a:pt x="37" y="44"/>
                    <a:pt x="37" y="44"/>
                  </a:cubicBezTo>
                  <a:cubicBezTo>
                    <a:pt x="37" y="44"/>
                    <a:pt x="38" y="45"/>
                    <a:pt x="38" y="45"/>
                  </a:cubicBezTo>
                  <a:cubicBezTo>
                    <a:pt x="37" y="46"/>
                    <a:pt x="38" y="45"/>
                    <a:pt x="38" y="46"/>
                  </a:cubicBezTo>
                  <a:cubicBezTo>
                    <a:pt x="38" y="46"/>
                    <a:pt x="38" y="47"/>
                    <a:pt x="38" y="47"/>
                  </a:cubicBezTo>
                  <a:cubicBezTo>
                    <a:pt x="37" y="48"/>
                    <a:pt x="37" y="48"/>
                    <a:pt x="37" y="49"/>
                  </a:cubicBezTo>
                  <a:cubicBezTo>
                    <a:pt x="37" y="49"/>
                    <a:pt x="37" y="49"/>
                    <a:pt x="37" y="49"/>
                  </a:cubicBezTo>
                  <a:cubicBezTo>
                    <a:pt x="37" y="50"/>
                    <a:pt x="35" y="51"/>
                    <a:pt x="35" y="52"/>
                  </a:cubicBezTo>
                  <a:cubicBezTo>
                    <a:pt x="33" y="53"/>
                    <a:pt x="35" y="52"/>
                    <a:pt x="35" y="52"/>
                  </a:cubicBezTo>
                  <a:cubicBezTo>
                    <a:pt x="35" y="53"/>
                    <a:pt x="35" y="54"/>
                    <a:pt x="35" y="55"/>
                  </a:cubicBezTo>
                  <a:cubicBezTo>
                    <a:pt x="35" y="55"/>
                    <a:pt x="35" y="55"/>
                    <a:pt x="36" y="55"/>
                  </a:cubicBezTo>
                  <a:cubicBezTo>
                    <a:pt x="36" y="54"/>
                    <a:pt x="36" y="54"/>
                    <a:pt x="36" y="54"/>
                  </a:cubicBezTo>
                  <a:cubicBezTo>
                    <a:pt x="36" y="54"/>
                    <a:pt x="36" y="54"/>
                    <a:pt x="36" y="54"/>
                  </a:cubicBezTo>
                  <a:cubicBezTo>
                    <a:pt x="37" y="53"/>
                    <a:pt x="37" y="53"/>
                    <a:pt x="37" y="53"/>
                  </a:cubicBezTo>
                  <a:cubicBezTo>
                    <a:pt x="36" y="53"/>
                    <a:pt x="36" y="53"/>
                    <a:pt x="36" y="53"/>
                  </a:cubicBezTo>
                  <a:cubicBezTo>
                    <a:pt x="36" y="53"/>
                    <a:pt x="36" y="52"/>
                    <a:pt x="36" y="52"/>
                  </a:cubicBezTo>
                  <a:cubicBezTo>
                    <a:pt x="37" y="53"/>
                    <a:pt x="36" y="53"/>
                    <a:pt x="37" y="53"/>
                  </a:cubicBezTo>
                  <a:cubicBezTo>
                    <a:pt x="37" y="53"/>
                    <a:pt x="37" y="53"/>
                    <a:pt x="37" y="54"/>
                  </a:cubicBezTo>
                  <a:cubicBezTo>
                    <a:pt x="38" y="54"/>
                    <a:pt x="37" y="55"/>
                    <a:pt x="37" y="55"/>
                  </a:cubicBezTo>
                  <a:cubicBezTo>
                    <a:pt x="37" y="56"/>
                    <a:pt x="37" y="56"/>
                    <a:pt x="37" y="56"/>
                  </a:cubicBezTo>
                  <a:cubicBezTo>
                    <a:pt x="37" y="57"/>
                    <a:pt x="37" y="56"/>
                    <a:pt x="37" y="56"/>
                  </a:cubicBezTo>
                  <a:cubicBezTo>
                    <a:pt x="37" y="57"/>
                    <a:pt x="37" y="57"/>
                    <a:pt x="36" y="57"/>
                  </a:cubicBezTo>
                  <a:cubicBezTo>
                    <a:pt x="36" y="57"/>
                    <a:pt x="36" y="57"/>
                    <a:pt x="36" y="57"/>
                  </a:cubicBezTo>
                  <a:cubicBezTo>
                    <a:pt x="36" y="57"/>
                    <a:pt x="37" y="57"/>
                    <a:pt x="37" y="57"/>
                  </a:cubicBezTo>
                  <a:cubicBezTo>
                    <a:pt x="36" y="56"/>
                    <a:pt x="36" y="56"/>
                    <a:pt x="36" y="56"/>
                  </a:cubicBezTo>
                  <a:cubicBezTo>
                    <a:pt x="36" y="56"/>
                    <a:pt x="36" y="56"/>
                    <a:pt x="36" y="56"/>
                  </a:cubicBezTo>
                  <a:cubicBezTo>
                    <a:pt x="36" y="55"/>
                    <a:pt x="36" y="55"/>
                    <a:pt x="35" y="55"/>
                  </a:cubicBezTo>
                  <a:cubicBezTo>
                    <a:pt x="35" y="55"/>
                    <a:pt x="35" y="56"/>
                    <a:pt x="35" y="55"/>
                  </a:cubicBezTo>
                  <a:cubicBezTo>
                    <a:pt x="34" y="55"/>
                    <a:pt x="33" y="55"/>
                    <a:pt x="34" y="54"/>
                  </a:cubicBezTo>
                  <a:cubicBezTo>
                    <a:pt x="34" y="53"/>
                    <a:pt x="32" y="54"/>
                    <a:pt x="32" y="54"/>
                  </a:cubicBezTo>
                  <a:cubicBezTo>
                    <a:pt x="31" y="54"/>
                    <a:pt x="30" y="54"/>
                    <a:pt x="29" y="54"/>
                  </a:cubicBezTo>
                  <a:cubicBezTo>
                    <a:pt x="28" y="54"/>
                    <a:pt x="27" y="54"/>
                    <a:pt x="27" y="53"/>
                  </a:cubicBezTo>
                  <a:cubicBezTo>
                    <a:pt x="26" y="53"/>
                    <a:pt x="27" y="55"/>
                    <a:pt x="27" y="55"/>
                  </a:cubicBezTo>
                  <a:cubicBezTo>
                    <a:pt x="27" y="55"/>
                    <a:pt x="27" y="55"/>
                    <a:pt x="27" y="55"/>
                  </a:cubicBezTo>
                  <a:cubicBezTo>
                    <a:pt x="27" y="55"/>
                    <a:pt x="28" y="55"/>
                    <a:pt x="28" y="55"/>
                  </a:cubicBezTo>
                  <a:cubicBezTo>
                    <a:pt x="28" y="55"/>
                    <a:pt x="27" y="56"/>
                    <a:pt x="28" y="56"/>
                  </a:cubicBezTo>
                  <a:cubicBezTo>
                    <a:pt x="28" y="56"/>
                    <a:pt x="28" y="56"/>
                    <a:pt x="28" y="56"/>
                  </a:cubicBezTo>
                  <a:cubicBezTo>
                    <a:pt x="29" y="57"/>
                    <a:pt x="30" y="57"/>
                    <a:pt x="30" y="58"/>
                  </a:cubicBezTo>
                  <a:cubicBezTo>
                    <a:pt x="31" y="59"/>
                    <a:pt x="30" y="59"/>
                    <a:pt x="30" y="60"/>
                  </a:cubicBezTo>
                  <a:cubicBezTo>
                    <a:pt x="30" y="60"/>
                    <a:pt x="30" y="60"/>
                    <a:pt x="30" y="60"/>
                  </a:cubicBezTo>
                  <a:cubicBezTo>
                    <a:pt x="30" y="60"/>
                    <a:pt x="30" y="60"/>
                    <a:pt x="30" y="60"/>
                  </a:cubicBezTo>
                  <a:cubicBezTo>
                    <a:pt x="31" y="61"/>
                    <a:pt x="33" y="60"/>
                    <a:pt x="33" y="62"/>
                  </a:cubicBezTo>
                  <a:cubicBezTo>
                    <a:pt x="33" y="62"/>
                    <a:pt x="33" y="63"/>
                    <a:pt x="34" y="63"/>
                  </a:cubicBezTo>
                  <a:cubicBezTo>
                    <a:pt x="34" y="63"/>
                    <a:pt x="35" y="63"/>
                    <a:pt x="35" y="63"/>
                  </a:cubicBezTo>
                  <a:cubicBezTo>
                    <a:pt x="36" y="64"/>
                    <a:pt x="36" y="66"/>
                    <a:pt x="37" y="66"/>
                  </a:cubicBezTo>
                  <a:cubicBezTo>
                    <a:pt x="37" y="66"/>
                    <a:pt x="38" y="65"/>
                    <a:pt x="38" y="65"/>
                  </a:cubicBezTo>
                  <a:cubicBezTo>
                    <a:pt x="39" y="65"/>
                    <a:pt x="39" y="65"/>
                    <a:pt x="40" y="65"/>
                  </a:cubicBezTo>
                  <a:cubicBezTo>
                    <a:pt x="40" y="65"/>
                    <a:pt x="41" y="63"/>
                    <a:pt x="42" y="63"/>
                  </a:cubicBezTo>
                  <a:cubicBezTo>
                    <a:pt x="42" y="63"/>
                    <a:pt x="41" y="64"/>
                    <a:pt x="41" y="65"/>
                  </a:cubicBezTo>
                  <a:cubicBezTo>
                    <a:pt x="41" y="65"/>
                    <a:pt x="40" y="65"/>
                    <a:pt x="41" y="65"/>
                  </a:cubicBezTo>
                  <a:cubicBezTo>
                    <a:pt x="41" y="65"/>
                    <a:pt x="41" y="65"/>
                    <a:pt x="41" y="65"/>
                  </a:cubicBezTo>
                  <a:cubicBezTo>
                    <a:pt x="41" y="65"/>
                    <a:pt x="41" y="66"/>
                    <a:pt x="41" y="66"/>
                  </a:cubicBezTo>
                  <a:cubicBezTo>
                    <a:pt x="42" y="67"/>
                    <a:pt x="41" y="67"/>
                    <a:pt x="42" y="68"/>
                  </a:cubicBezTo>
                  <a:cubicBezTo>
                    <a:pt x="43" y="68"/>
                    <a:pt x="43" y="69"/>
                    <a:pt x="44" y="70"/>
                  </a:cubicBezTo>
                  <a:cubicBezTo>
                    <a:pt x="44" y="70"/>
                    <a:pt x="45" y="70"/>
                    <a:pt x="45" y="71"/>
                  </a:cubicBezTo>
                  <a:cubicBezTo>
                    <a:pt x="46" y="71"/>
                    <a:pt x="46" y="70"/>
                    <a:pt x="46" y="71"/>
                  </a:cubicBezTo>
                  <a:cubicBezTo>
                    <a:pt x="47" y="71"/>
                    <a:pt x="47" y="72"/>
                    <a:pt x="47" y="72"/>
                  </a:cubicBezTo>
                  <a:cubicBezTo>
                    <a:pt x="47" y="73"/>
                    <a:pt x="48" y="74"/>
                    <a:pt x="48" y="75"/>
                  </a:cubicBezTo>
                  <a:cubicBezTo>
                    <a:pt x="48" y="75"/>
                    <a:pt x="48" y="76"/>
                    <a:pt x="48" y="77"/>
                  </a:cubicBezTo>
                  <a:cubicBezTo>
                    <a:pt x="48" y="77"/>
                    <a:pt x="48" y="76"/>
                    <a:pt x="48" y="76"/>
                  </a:cubicBezTo>
                  <a:cubicBezTo>
                    <a:pt x="48" y="77"/>
                    <a:pt x="48" y="78"/>
                    <a:pt x="48" y="79"/>
                  </a:cubicBezTo>
                  <a:cubicBezTo>
                    <a:pt x="47" y="80"/>
                    <a:pt x="47" y="81"/>
                    <a:pt x="47" y="82"/>
                  </a:cubicBezTo>
                  <a:cubicBezTo>
                    <a:pt x="47" y="82"/>
                    <a:pt x="46" y="83"/>
                    <a:pt x="46" y="83"/>
                  </a:cubicBezTo>
                  <a:cubicBezTo>
                    <a:pt x="46" y="83"/>
                    <a:pt x="46" y="84"/>
                    <a:pt x="46" y="84"/>
                  </a:cubicBezTo>
                  <a:cubicBezTo>
                    <a:pt x="46" y="85"/>
                    <a:pt x="45" y="86"/>
                    <a:pt x="45" y="86"/>
                  </a:cubicBezTo>
                  <a:cubicBezTo>
                    <a:pt x="45" y="86"/>
                    <a:pt x="45" y="86"/>
                    <a:pt x="45" y="86"/>
                  </a:cubicBezTo>
                  <a:cubicBezTo>
                    <a:pt x="46" y="86"/>
                    <a:pt x="46" y="85"/>
                    <a:pt x="46" y="84"/>
                  </a:cubicBezTo>
                  <a:cubicBezTo>
                    <a:pt x="46" y="85"/>
                    <a:pt x="46" y="85"/>
                    <a:pt x="46" y="86"/>
                  </a:cubicBezTo>
                  <a:cubicBezTo>
                    <a:pt x="46" y="86"/>
                    <a:pt x="46" y="86"/>
                    <a:pt x="46" y="86"/>
                  </a:cubicBezTo>
                  <a:cubicBezTo>
                    <a:pt x="46" y="87"/>
                    <a:pt x="46" y="87"/>
                    <a:pt x="46" y="87"/>
                  </a:cubicBezTo>
                  <a:cubicBezTo>
                    <a:pt x="46" y="87"/>
                    <a:pt x="46" y="87"/>
                    <a:pt x="46" y="86"/>
                  </a:cubicBezTo>
                  <a:cubicBezTo>
                    <a:pt x="46" y="87"/>
                    <a:pt x="46" y="87"/>
                    <a:pt x="46" y="87"/>
                  </a:cubicBezTo>
                  <a:cubicBezTo>
                    <a:pt x="47" y="87"/>
                    <a:pt x="47" y="87"/>
                    <a:pt x="47" y="87"/>
                  </a:cubicBezTo>
                  <a:cubicBezTo>
                    <a:pt x="47" y="87"/>
                    <a:pt x="47" y="88"/>
                    <a:pt x="47" y="88"/>
                  </a:cubicBezTo>
                  <a:cubicBezTo>
                    <a:pt x="48" y="88"/>
                    <a:pt x="48" y="89"/>
                    <a:pt x="48" y="89"/>
                  </a:cubicBezTo>
                  <a:cubicBezTo>
                    <a:pt x="48" y="89"/>
                    <a:pt x="48" y="89"/>
                    <a:pt x="49" y="89"/>
                  </a:cubicBezTo>
                  <a:cubicBezTo>
                    <a:pt x="49" y="89"/>
                    <a:pt x="49" y="89"/>
                    <a:pt x="49" y="89"/>
                  </a:cubicBezTo>
                  <a:cubicBezTo>
                    <a:pt x="50" y="89"/>
                    <a:pt x="49" y="90"/>
                    <a:pt x="49" y="90"/>
                  </a:cubicBezTo>
                  <a:cubicBezTo>
                    <a:pt x="50" y="91"/>
                    <a:pt x="50" y="91"/>
                    <a:pt x="50" y="91"/>
                  </a:cubicBezTo>
                  <a:cubicBezTo>
                    <a:pt x="51" y="92"/>
                    <a:pt x="51" y="92"/>
                    <a:pt x="51" y="92"/>
                  </a:cubicBezTo>
                  <a:cubicBezTo>
                    <a:pt x="51" y="92"/>
                    <a:pt x="51" y="92"/>
                    <a:pt x="50" y="92"/>
                  </a:cubicBezTo>
                  <a:cubicBezTo>
                    <a:pt x="51" y="93"/>
                    <a:pt x="53" y="93"/>
                    <a:pt x="53" y="94"/>
                  </a:cubicBezTo>
                  <a:cubicBezTo>
                    <a:pt x="54" y="95"/>
                    <a:pt x="55" y="96"/>
                    <a:pt x="56" y="97"/>
                  </a:cubicBezTo>
                  <a:cubicBezTo>
                    <a:pt x="57" y="97"/>
                    <a:pt x="57" y="98"/>
                    <a:pt x="58" y="99"/>
                  </a:cubicBezTo>
                  <a:cubicBezTo>
                    <a:pt x="59" y="100"/>
                    <a:pt x="60" y="100"/>
                    <a:pt x="60" y="101"/>
                  </a:cubicBezTo>
                  <a:cubicBezTo>
                    <a:pt x="60" y="102"/>
                    <a:pt x="61" y="103"/>
                    <a:pt x="61" y="104"/>
                  </a:cubicBezTo>
                  <a:cubicBezTo>
                    <a:pt x="60" y="105"/>
                    <a:pt x="60" y="108"/>
                    <a:pt x="62" y="108"/>
                  </a:cubicBezTo>
                  <a:cubicBezTo>
                    <a:pt x="62" y="108"/>
                    <a:pt x="64" y="106"/>
                    <a:pt x="64" y="106"/>
                  </a:cubicBezTo>
                  <a:cubicBezTo>
                    <a:pt x="65" y="106"/>
                    <a:pt x="65" y="106"/>
                    <a:pt x="66" y="105"/>
                  </a:cubicBezTo>
                  <a:cubicBezTo>
                    <a:pt x="66" y="105"/>
                    <a:pt x="67" y="105"/>
                    <a:pt x="67" y="104"/>
                  </a:cubicBezTo>
                  <a:cubicBezTo>
                    <a:pt x="68" y="103"/>
                    <a:pt x="68" y="102"/>
                    <a:pt x="67" y="101"/>
                  </a:cubicBezTo>
                  <a:cubicBezTo>
                    <a:pt x="67" y="101"/>
                    <a:pt x="67" y="100"/>
                    <a:pt x="67" y="100"/>
                  </a:cubicBezTo>
                  <a:cubicBezTo>
                    <a:pt x="67" y="100"/>
                    <a:pt x="66" y="99"/>
                    <a:pt x="66" y="99"/>
                  </a:cubicBezTo>
                  <a:cubicBezTo>
                    <a:pt x="66" y="99"/>
                    <a:pt x="66" y="99"/>
                    <a:pt x="66" y="98"/>
                  </a:cubicBezTo>
                  <a:cubicBezTo>
                    <a:pt x="66" y="98"/>
                    <a:pt x="66" y="97"/>
                    <a:pt x="66" y="97"/>
                  </a:cubicBezTo>
                  <a:cubicBezTo>
                    <a:pt x="65" y="97"/>
                    <a:pt x="65" y="96"/>
                    <a:pt x="65" y="96"/>
                  </a:cubicBezTo>
                  <a:cubicBezTo>
                    <a:pt x="65" y="96"/>
                    <a:pt x="66" y="95"/>
                    <a:pt x="65" y="95"/>
                  </a:cubicBezTo>
                  <a:cubicBezTo>
                    <a:pt x="65" y="95"/>
                    <a:pt x="64" y="95"/>
                    <a:pt x="64" y="95"/>
                  </a:cubicBezTo>
                  <a:cubicBezTo>
                    <a:pt x="64" y="95"/>
                    <a:pt x="64" y="94"/>
                    <a:pt x="64" y="94"/>
                  </a:cubicBezTo>
                  <a:cubicBezTo>
                    <a:pt x="64" y="93"/>
                    <a:pt x="63" y="93"/>
                    <a:pt x="63" y="93"/>
                  </a:cubicBezTo>
                  <a:cubicBezTo>
                    <a:pt x="62" y="92"/>
                    <a:pt x="62" y="92"/>
                    <a:pt x="62" y="92"/>
                  </a:cubicBezTo>
                  <a:cubicBezTo>
                    <a:pt x="62" y="91"/>
                    <a:pt x="61" y="92"/>
                    <a:pt x="61" y="92"/>
                  </a:cubicBezTo>
                  <a:cubicBezTo>
                    <a:pt x="61" y="93"/>
                    <a:pt x="61" y="93"/>
                    <a:pt x="61" y="94"/>
                  </a:cubicBezTo>
                  <a:cubicBezTo>
                    <a:pt x="61" y="94"/>
                    <a:pt x="60" y="94"/>
                    <a:pt x="60" y="94"/>
                  </a:cubicBezTo>
                  <a:cubicBezTo>
                    <a:pt x="60" y="94"/>
                    <a:pt x="60" y="94"/>
                    <a:pt x="60" y="94"/>
                  </a:cubicBezTo>
                  <a:cubicBezTo>
                    <a:pt x="60" y="94"/>
                    <a:pt x="61" y="94"/>
                    <a:pt x="61" y="93"/>
                  </a:cubicBezTo>
                  <a:cubicBezTo>
                    <a:pt x="61" y="93"/>
                    <a:pt x="60" y="93"/>
                    <a:pt x="60" y="93"/>
                  </a:cubicBezTo>
                  <a:cubicBezTo>
                    <a:pt x="59" y="93"/>
                    <a:pt x="59" y="93"/>
                    <a:pt x="58" y="93"/>
                  </a:cubicBezTo>
                  <a:cubicBezTo>
                    <a:pt x="58" y="92"/>
                    <a:pt x="58" y="91"/>
                    <a:pt x="58" y="91"/>
                  </a:cubicBezTo>
                  <a:cubicBezTo>
                    <a:pt x="58" y="90"/>
                    <a:pt x="58" y="89"/>
                    <a:pt x="58" y="88"/>
                  </a:cubicBezTo>
                  <a:cubicBezTo>
                    <a:pt x="58" y="88"/>
                    <a:pt x="59" y="87"/>
                    <a:pt x="59" y="86"/>
                  </a:cubicBezTo>
                  <a:cubicBezTo>
                    <a:pt x="59" y="86"/>
                    <a:pt x="59" y="85"/>
                    <a:pt x="59" y="85"/>
                  </a:cubicBezTo>
                  <a:cubicBezTo>
                    <a:pt x="59" y="84"/>
                    <a:pt x="58" y="84"/>
                    <a:pt x="58" y="84"/>
                  </a:cubicBezTo>
                  <a:cubicBezTo>
                    <a:pt x="58" y="83"/>
                    <a:pt x="58" y="82"/>
                    <a:pt x="58" y="82"/>
                  </a:cubicBezTo>
                  <a:cubicBezTo>
                    <a:pt x="58" y="81"/>
                    <a:pt x="58" y="79"/>
                    <a:pt x="57" y="79"/>
                  </a:cubicBezTo>
                  <a:cubicBezTo>
                    <a:pt x="56" y="78"/>
                    <a:pt x="56" y="77"/>
                    <a:pt x="56" y="76"/>
                  </a:cubicBezTo>
                  <a:cubicBezTo>
                    <a:pt x="56" y="75"/>
                    <a:pt x="56" y="75"/>
                    <a:pt x="56" y="74"/>
                  </a:cubicBezTo>
                  <a:cubicBezTo>
                    <a:pt x="56" y="73"/>
                    <a:pt x="56" y="73"/>
                    <a:pt x="56" y="72"/>
                  </a:cubicBezTo>
                  <a:cubicBezTo>
                    <a:pt x="56" y="71"/>
                    <a:pt x="56" y="71"/>
                    <a:pt x="56" y="71"/>
                  </a:cubicBezTo>
                  <a:cubicBezTo>
                    <a:pt x="56" y="70"/>
                    <a:pt x="56" y="70"/>
                    <a:pt x="56" y="70"/>
                  </a:cubicBezTo>
                  <a:cubicBezTo>
                    <a:pt x="57" y="69"/>
                    <a:pt x="56" y="69"/>
                    <a:pt x="56" y="68"/>
                  </a:cubicBezTo>
                  <a:cubicBezTo>
                    <a:pt x="57" y="68"/>
                    <a:pt x="56" y="67"/>
                    <a:pt x="56" y="67"/>
                  </a:cubicBezTo>
                  <a:cubicBezTo>
                    <a:pt x="55" y="67"/>
                    <a:pt x="56" y="66"/>
                    <a:pt x="56" y="65"/>
                  </a:cubicBezTo>
                  <a:cubicBezTo>
                    <a:pt x="55" y="65"/>
                    <a:pt x="54" y="63"/>
                    <a:pt x="54" y="64"/>
                  </a:cubicBezTo>
                  <a:cubicBezTo>
                    <a:pt x="53" y="65"/>
                    <a:pt x="54" y="66"/>
                    <a:pt x="54" y="66"/>
                  </a:cubicBezTo>
                  <a:cubicBezTo>
                    <a:pt x="54" y="67"/>
                    <a:pt x="54" y="67"/>
                    <a:pt x="54" y="67"/>
                  </a:cubicBezTo>
                  <a:cubicBezTo>
                    <a:pt x="53" y="68"/>
                    <a:pt x="53" y="67"/>
                    <a:pt x="53" y="66"/>
                  </a:cubicBezTo>
                  <a:cubicBezTo>
                    <a:pt x="52" y="66"/>
                    <a:pt x="53" y="65"/>
                    <a:pt x="53" y="65"/>
                  </a:cubicBezTo>
                  <a:cubicBezTo>
                    <a:pt x="53" y="64"/>
                    <a:pt x="53" y="64"/>
                    <a:pt x="53" y="63"/>
                  </a:cubicBezTo>
                  <a:cubicBezTo>
                    <a:pt x="52" y="62"/>
                    <a:pt x="53" y="62"/>
                    <a:pt x="53" y="62"/>
                  </a:cubicBezTo>
                  <a:cubicBezTo>
                    <a:pt x="54" y="61"/>
                    <a:pt x="53" y="61"/>
                    <a:pt x="52" y="61"/>
                  </a:cubicBezTo>
                  <a:cubicBezTo>
                    <a:pt x="52" y="61"/>
                    <a:pt x="51" y="61"/>
                    <a:pt x="51" y="60"/>
                  </a:cubicBezTo>
                  <a:cubicBezTo>
                    <a:pt x="51" y="60"/>
                    <a:pt x="51" y="60"/>
                    <a:pt x="51" y="60"/>
                  </a:cubicBezTo>
                  <a:cubicBezTo>
                    <a:pt x="52" y="60"/>
                    <a:pt x="51" y="59"/>
                    <a:pt x="51" y="59"/>
                  </a:cubicBezTo>
                  <a:cubicBezTo>
                    <a:pt x="51" y="59"/>
                    <a:pt x="51" y="59"/>
                    <a:pt x="51" y="58"/>
                  </a:cubicBezTo>
                  <a:cubicBezTo>
                    <a:pt x="51" y="58"/>
                    <a:pt x="51" y="58"/>
                    <a:pt x="51" y="57"/>
                  </a:cubicBezTo>
                  <a:cubicBezTo>
                    <a:pt x="51" y="57"/>
                    <a:pt x="50" y="56"/>
                    <a:pt x="50" y="56"/>
                  </a:cubicBezTo>
                  <a:cubicBezTo>
                    <a:pt x="49" y="55"/>
                    <a:pt x="48" y="54"/>
                    <a:pt x="49" y="52"/>
                  </a:cubicBezTo>
                  <a:cubicBezTo>
                    <a:pt x="49" y="51"/>
                    <a:pt x="48" y="51"/>
                    <a:pt x="49" y="50"/>
                  </a:cubicBezTo>
                  <a:cubicBezTo>
                    <a:pt x="49" y="50"/>
                    <a:pt x="49" y="49"/>
                    <a:pt x="49" y="49"/>
                  </a:cubicBezTo>
                  <a:cubicBezTo>
                    <a:pt x="48" y="48"/>
                    <a:pt x="49" y="47"/>
                    <a:pt x="49" y="47"/>
                  </a:cubicBezTo>
                  <a:cubicBezTo>
                    <a:pt x="49" y="46"/>
                    <a:pt x="48" y="47"/>
                    <a:pt x="48" y="46"/>
                  </a:cubicBezTo>
                  <a:cubicBezTo>
                    <a:pt x="47" y="46"/>
                    <a:pt x="47" y="46"/>
                    <a:pt x="47" y="45"/>
                  </a:cubicBezTo>
                  <a:cubicBezTo>
                    <a:pt x="47" y="44"/>
                    <a:pt x="47" y="44"/>
                    <a:pt x="47" y="43"/>
                  </a:cubicBezTo>
                  <a:cubicBezTo>
                    <a:pt x="47" y="41"/>
                    <a:pt x="46" y="44"/>
                    <a:pt x="46" y="42"/>
                  </a:cubicBezTo>
                  <a:cubicBezTo>
                    <a:pt x="46" y="42"/>
                    <a:pt x="46" y="41"/>
                    <a:pt x="45" y="41"/>
                  </a:cubicBezTo>
                  <a:cubicBezTo>
                    <a:pt x="45" y="41"/>
                    <a:pt x="45" y="42"/>
                    <a:pt x="45" y="42"/>
                  </a:cubicBezTo>
                  <a:cubicBezTo>
                    <a:pt x="44" y="41"/>
                    <a:pt x="45" y="40"/>
                    <a:pt x="45" y="39"/>
                  </a:cubicBezTo>
                  <a:cubicBezTo>
                    <a:pt x="45" y="39"/>
                    <a:pt x="44" y="39"/>
                    <a:pt x="45" y="38"/>
                  </a:cubicBezTo>
                  <a:cubicBezTo>
                    <a:pt x="45" y="37"/>
                    <a:pt x="43" y="35"/>
                    <a:pt x="42" y="34"/>
                  </a:cubicBezTo>
                  <a:cubicBezTo>
                    <a:pt x="42" y="34"/>
                    <a:pt x="41" y="32"/>
                    <a:pt x="41" y="32"/>
                  </a:cubicBezTo>
                  <a:cubicBezTo>
                    <a:pt x="40" y="32"/>
                    <a:pt x="40" y="32"/>
                    <a:pt x="40" y="32"/>
                  </a:cubicBezTo>
                  <a:cubicBezTo>
                    <a:pt x="39" y="31"/>
                    <a:pt x="40" y="31"/>
                    <a:pt x="39" y="30"/>
                  </a:cubicBezTo>
                  <a:cubicBezTo>
                    <a:pt x="39" y="30"/>
                    <a:pt x="39" y="30"/>
                    <a:pt x="39" y="29"/>
                  </a:cubicBezTo>
                  <a:cubicBezTo>
                    <a:pt x="39" y="29"/>
                    <a:pt x="38" y="28"/>
                    <a:pt x="39" y="27"/>
                  </a:cubicBezTo>
                  <a:cubicBezTo>
                    <a:pt x="39" y="26"/>
                    <a:pt x="39" y="26"/>
                    <a:pt x="40" y="25"/>
                  </a:cubicBezTo>
                  <a:cubicBezTo>
                    <a:pt x="40" y="24"/>
                    <a:pt x="40" y="23"/>
                    <a:pt x="40" y="22"/>
                  </a:cubicBezTo>
                  <a:cubicBezTo>
                    <a:pt x="40" y="22"/>
                    <a:pt x="40" y="21"/>
                    <a:pt x="40" y="21"/>
                  </a:cubicBezTo>
                  <a:cubicBezTo>
                    <a:pt x="41" y="21"/>
                    <a:pt x="41" y="20"/>
                    <a:pt x="41" y="19"/>
                  </a:cubicBezTo>
                  <a:cubicBezTo>
                    <a:pt x="40" y="19"/>
                    <a:pt x="40" y="19"/>
                    <a:pt x="40" y="18"/>
                  </a:cubicBezTo>
                  <a:cubicBezTo>
                    <a:pt x="40" y="18"/>
                    <a:pt x="40" y="17"/>
                    <a:pt x="40" y="16"/>
                  </a:cubicBezTo>
                  <a:cubicBezTo>
                    <a:pt x="41" y="16"/>
                    <a:pt x="41" y="15"/>
                    <a:pt x="41" y="14"/>
                  </a:cubicBezTo>
                  <a:cubicBezTo>
                    <a:pt x="42" y="13"/>
                    <a:pt x="42" y="12"/>
                    <a:pt x="43" y="12"/>
                  </a:cubicBezTo>
                  <a:cubicBezTo>
                    <a:pt x="43" y="11"/>
                    <a:pt x="43" y="10"/>
                    <a:pt x="43" y="10"/>
                  </a:cubicBezTo>
                  <a:cubicBezTo>
                    <a:pt x="43" y="10"/>
                    <a:pt x="43" y="9"/>
                    <a:pt x="42" y="9"/>
                  </a:cubicBezTo>
                  <a:cubicBezTo>
                    <a:pt x="42" y="8"/>
                    <a:pt x="42" y="9"/>
                    <a:pt x="42" y="8"/>
                  </a:cubicBezTo>
                  <a:cubicBezTo>
                    <a:pt x="42" y="8"/>
                    <a:pt x="43" y="9"/>
                    <a:pt x="43" y="9"/>
                  </a:cubicBezTo>
                  <a:cubicBezTo>
                    <a:pt x="43" y="9"/>
                    <a:pt x="44" y="10"/>
                    <a:pt x="44" y="10"/>
                  </a:cubicBezTo>
                  <a:cubicBezTo>
                    <a:pt x="44" y="10"/>
                    <a:pt x="45" y="10"/>
                    <a:pt x="45" y="10"/>
                  </a:cubicBezTo>
                  <a:cubicBezTo>
                    <a:pt x="46" y="11"/>
                    <a:pt x="46" y="11"/>
                    <a:pt x="46" y="12"/>
                  </a:cubicBezTo>
                  <a:cubicBezTo>
                    <a:pt x="46" y="12"/>
                    <a:pt x="47" y="12"/>
                    <a:pt x="47" y="12"/>
                  </a:cubicBezTo>
                  <a:cubicBezTo>
                    <a:pt x="47" y="13"/>
                    <a:pt x="48" y="13"/>
                    <a:pt x="49" y="13"/>
                  </a:cubicBezTo>
                  <a:cubicBezTo>
                    <a:pt x="49" y="13"/>
                    <a:pt x="50" y="13"/>
                    <a:pt x="50" y="13"/>
                  </a:cubicBezTo>
                  <a:cubicBezTo>
                    <a:pt x="50" y="13"/>
                    <a:pt x="51" y="12"/>
                    <a:pt x="50" y="12"/>
                  </a:cubicBezTo>
                  <a:cubicBezTo>
                    <a:pt x="50" y="12"/>
                    <a:pt x="50" y="12"/>
                    <a:pt x="51" y="11"/>
                  </a:cubicBezTo>
                  <a:cubicBezTo>
                    <a:pt x="51" y="12"/>
                    <a:pt x="52" y="12"/>
                    <a:pt x="53" y="13"/>
                  </a:cubicBezTo>
                  <a:cubicBezTo>
                    <a:pt x="53" y="13"/>
                    <a:pt x="53" y="15"/>
                    <a:pt x="52" y="15"/>
                  </a:cubicBezTo>
                  <a:cubicBezTo>
                    <a:pt x="53" y="15"/>
                    <a:pt x="54" y="15"/>
                    <a:pt x="54" y="15"/>
                  </a:cubicBezTo>
                  <a:cubicBezTo>
                    <a:pt x="55" y="16"/>
                    <a:pt x="55" y="16"/>
                    <a:pt x="56" y="16"/>
                  </a:cubicBezTo>
                  <a:cubicBezTo>
                    <a:pt x="56" y="16"/>
                    <a:pt x="55" y="16"/>
                    <a:pt x="56" y="15"/>
                  </a:cubicBezTo>
                  <a:cubicBezTo>
                    <a:pt x="56" y="16"/>
                    <a:pt x="57" y="17"/>
                    <a:pt x="57" y="16"/>
                  </a:cubicBezTo>
                  <a:cubicBezTo>
                    <a:pt x="57" y="16"/>
                    <a:pt x="57" y="17"/>
                    <a:pt x="57" y="17"/>
                  </a:cubicBezTo>
                  <a:cubicBezTo>
                    <a:pt x="57" y="17"/>
                    <a:pt x="57" y="19"/>
                    <a:pt x="56" y="19"/>
                  </a:cubicBezTo>
                  <a:cubicBezTo>
                    <a:pt x="56" y="19"/>
                    <a:pt x="56" y="18"/>
                    <a:pt x="56" y="18"/>
                  </a:cubicBezTo>
                  <a:cubicBezTo>
                    <a:pt x="56" y="18"/>
                    <a:pt x="56" y="19"/>
                    <a:pt x="56" y="20"/>
                  </a:cubicBezTo>
                  <a:cubicBezTo>
                    <a:pt x="55" y="20"/>
                    <a:pt x="55" y="21"/>
                    <a:pt x="55" y="22"/>
                  </a:cubicBezTo>
                  <a:cubicBezTo>
                    <a:pt x="55" y="23"/>
                    <a:pt x="57" y="25"/>
                    <a:pt x="56" y="26"/>
                  </a:cubicBezTo>
                  <a:cubicBezTo>
                    <a:pt x="57" y="26"/>
                    <a:pt x="55" y="30"/>
                    <a:pt x="55" y="30"/>
                  </a:cubicBezTo>
                  <a:cubicBezTo>
                    <a:pt x="55" y="30"/>
                    <a:pt x="56" y="30"/>
                    <a:pt x="56" y="30"/>
                  </a:cubicBezTo>
                  <a:cubicBezTo>
                    <a:pt x="56" y="31"/>
                    <a:pt x="56" y="31"/>
                    <a:pt x="56" y="31"/>
                  </a:cubicBezTo>
                  <a:cubicBezTo>
                    <a:pt x="56" y="32"/>
                    <a:pt x="56" y="32"/>
                    <a:pt x="56" y="33"/>
                  </a:cubicBezTo>
                  <a:cubicBezTo>
                    <a:pt x="57" y="34"/>
                    <a:pt x="57" y="35"/>
                    <a:pt x="57" y="36"/>
                  </a:cubicBezTo>
                  <a:cubicBezTo>
                    <a:pt x="57" y="36"/>
                    <a:pt x="56" y="37"/>
                    <a:pt x="56" y="37"/>
                  </a:cubicBezTo>
                  <a:cubicBezTo>
                    <a:pt x="57" y="38"/>
                    <a:pt x="57" y="37"/>
                    <a:pt x="57" y="37"/>
                  </a:cubicBezTo>
                  <a:cubicBezTo>
                    <a:pt x="58" y="37"/>
                    <a:pt x="58" y="38"/>
                    <a:pt x="58" y="38"/>
                  </a:cubicBezTo>
                  <a:cubicBezTo>
                    <a:pt x="58" y="39"/>
                    <a:pt x="58" y="39"/>
                    <a:pt x="58" y="39"/>
                  </a:cubicBezTo>
                  <a:cubicBezTo>
                    <a:pt x="58" y="40"/>
                    <a:pt x="57" y="40"/>
                    <a:pt x="57" y="41"/>
                  </a:cubicBezTo>
                  <a:cubicBezTo>
                    <a:pt x="57" y="41"/>
                    <a:pt x="58" y="41"/>
                    <a:pt x="58" y="41"/>
                  </a:cubicBezTo>
                  <a:cubicBezTo>
                    <a:pt x="58" y="41"/>
                    <a:pt x="58" y="42"/>
                    <a:pt x="58" y="42"/>
                  </a:cubicBezTo>
                  <a:cubicBezTo>
                    <a:pt x="59" y="42"/>
                    <a:pt x="59" y="42"/>
                    <a:pt x="60" y="43"/>
                  </a:cubicBezTo>
                  <a:cubicBezTo>
                    <a:pt x="60" y="43"/>
                    <a:pt x="59" y="43"/>
                    <a:pt x="59" y="43"/>
                  </a:cubicBezTo>
                  <a:cubicBezTo>
                    <a:pt x="59" y="43"/>
                    <a:pt x="59" y="44"/>
                    <a:pt x="59" y="44"/>
                  </a:cubicBezTo>
                  <a:cubicBezTo>
                    <a:pt x="59" y="45"/>
                    <a:pt x="60" y="45"/>
                    <a:pt x="60" y="46"/>
                  </a:cubicBezTo>
                  <a:cubicBezTo>
                    <a:pt x="60" y="46"/>
                    <a:pt x="60" y="46"/>
                    <a:pt x="61" y="47"/>
                  </a:cubicBezTo>
                  <a:cubicBezTo>
                    <a:pt x="61" y="47"/>
                    <a:pt x="62" y="47"/>
                    <a:pt x="62" y="47"/>
                  </a:cubicBezTo>
                  <a:cubicBezTo>
                    <a:pt x="62" y="47"/>
                    <a:pt x="62" y="48"/>
                    <a:pt x="62" y="48"/>
                  </a:cubicBezTo>
                  <a:cubicBezTo>
                    <a:pt x="62" y="48"/>
                    <a:pt x="62" y="49"/>
                    <a:pt x="62" y="49"/>
                  </a:cubicBezTo>
                  <a:cubicBezTo>
                    <a:pt x="63" y="50"/>
                    <a:pt x="63" y="51"/>
                    <a:pt x="64" y="52"/>
                  </a:cubicBezTo>
                  <a:cubicBezTo>
                    <a:pt x="64" y="52"/>
                    <a:pt x="64" y="52"/>
                    <a:pt x="65" y="52"/>
                  </a:cubicBezTo>
                  <a:cubicBezTo>
                    <a:pt x="65" y="52"/>
                    <a:pt x="65" y="52"/>
                    <a:pt x="65" y="53"/>
                  </a:cubicBezTo>
                  <a:cubicBezTo>
                    <a:pt x="66" y="54"/>
                    <a:pt x="66" y="53"/>
                    <a:pt x="66" y="53"/>
                  </a:cubicBezTo>
                  <a:cubicBezTo>
                    <a:pt x="66" y="53"/>
                    <a:pt x="66" y="52"/>
                    <a:pt x="66" y="52"/>
                  </a:cubicBezTo>
                  <a:cubicBezTo>
                    <a:pt x="67" y="52"/>
                    <a:pt x="66" y="52"/>
                    <a:pt x="66" y="53"/>
                  </a:cubicBezTo>
                  <a:cubicBezTo>
                    <a:pt x="67" y="53"/>
                    <a:pt x="67" y="52"/>
                    <a:pt x="67" y="53"/>
                  </a:cubicBezTo>
                  <a:cubicBezTo>
                    <a:pt x="68" y="53"/>
                    <a:pt x="68" y="53"/>
                    <a:pt x="68" y="53"/>
                  </a:cubicBezTo>
                  <a:cubicBezTo>
                    <a:pt x="68" y="53"/>
                    <a:pt x="68" y="53"/>
                    <a:pt x="69" y="53"/>
                  </a:cubicBezTo>
                  <a:cubicBezTo>
                    <a:pt x="69" y="53"/>
                    <a:pt x="69" y="53"/>
                    <a:pt x="69" y="53"/>
                  </a:cubicBezTo>
                  <a:cubicBezTo>
                    <a:pt x="69" y="54"/>
                    <a:pt x="68" y="53"/>
                    <a:pt x="68" y="54"/>
                  </a:cubicBezTo>
                  <a:cubicBezTo>
                    <a:pt x="68" y="54"/>
                    <a:pt x="68" y="54"/>
                    <a:pt x="68" y="54"/>
                  </a:cubicBezTo>
                  <a:cubicBezTo>
                    <a:pt x="68" y="55"/>
                    <a:pt x="67" y="55"/>
                    <a:pt x="67" y="56"/>
                  </a:cubicBezTo>
                  <a:cubicBezTo>
                    <a:pt x="67" y="57"/>
                    <a:pt x="67" y="58"/>
                    <a:pt x="67" y="58"/>
                  </a:cubicBezTo>
                  <a:cubicBezTo>
                    <a:pt x="67" y="59"/>
                    <a:pt x="68" y="58"/>
                    <a:pt x="68" y="59"/>
                  </a:cubicBezTo>
                  <a:cubicBezTo>
                    <a:pt x="68" y="59"/>
                    <a:pt x="68" y="59"/>
                    <a:pt x="68" y="59"/>
                  </a:cubicBezTo>
                  <a:cubicBezTo>
                    <a:pt x="68" y="59"/>
                    <a:pt x="69" y="60"/>
                    <a:pt x="69" y="60"/>
                  </a:cubicBezTo>
                  <a:cubicBezTo>
                    <a:pt x="69" y="61"/>
                    <a:pt x="70" y="61"/>
                    <a:pt x="70" y="61"/>
                  </a:cubicBezTo>
                  <a:cubicBezTo>
                    <a:pt x="71" y="61"/>
                    <a:pt x="71" y="62"/>
                    <a:pt x="71" y="61"/>
                  </a:cubicBezTo>
                  <a:cubicBezTo>
                    <a:pt x="72" y="61"/>
                    <a:pt x="72" y="61"/>
                    <a:pt x="72" y="61"/>
                  </a:cubicBezTo>
                  <a:cubicBezTo>
                    <a:pt x="72" y="62"/>
                    <a:pt x="73" y="63"/>
                    <a:pt x="72" y="63"/>
                  </a:cubicBezTo>
                  <a:cubicBezTo>
                    <a:pt x="72" y="63"/>
                    <a:pt x="72" y="63"/>
                    <a:pt x="72" y="63"/>
                  </a:cubicBezTo>
                  <a:cubicBezTo>
                    <a:pt x="72" y="63"/>
                    <a:pt x="72" y="66"/>
                    <a:pt x="73" y="66"/>
                  </a:cubicBezTo>
                  <a:cubicBezTo>
                    <a:pt x="73" y="66"/>
                    <a:pt x="75" y="66"/>
                    <a:pt x="75" y="66"/>
                  </a:cubicBezTo>
                  <a:cubicBezTo>
                    <a:pt x="75" y="66"/>
                    <a:pt x="74" y="65"/>
                    <a:pt x="75" y="65"/>
                  </a:cubicBezTo>
                  <a:cubicBezTo>
                    <a:pt x="75" y="65"/>
                    <a:pt x="76" y="66"/>
                    <a:pt x="76" y="66"/>
                  </a:cubicBezTo>
                  <a:cubicBezTo>
                    <a:pt x="76" y="66"/>
                    <a:pt x="76" y="66"/>
                    <a:pt x="76" y="66"/>
                  </a:cubicBezTo>
                  <a:cubicBezTo>
                    <a:pt x="76" y="66"/>
                    <a:pt x="76" y="66"/>
                    <a:pt x="76" y="66"/>
                  </a:cubicBezTo>
                  <a:cubicBezTo>
                    <a:pt x="76" y="67"/>
                    <a:pt x="76" y="67"/>
                    <a:pt x="77" y="67"/>
                  </a:cubicBezTo>
                  <a:cubicBezTo>
                    <a:pt x="77" y="68"/>
                    <a:pt x="77" y="69"/>
                    <a:pt x="77" y="70"/>
                  </a:cubicBezTo>
                  <a:cubicBezTo>
                    <a:pt x="77" y="70"/>
                    <a:pt x="77" y="69"/>
                    <a:pt x="77" y="69"/>
                  </a:cubicBezTo>
                  <a:cubicBezTo>
                    <a:pt x="77" y="69"/>
                    <a:pt x="78" y="70"/>
                    <a:pt x="77" y="69"/>
                  </a:cubicBezTo>
                  <a:cubicBezTo>
                    <a:pt x="78" y="69"/>
                    <a:pt x="78" y="71"/>
                    <a:pt x="78" y="71"/>
                  </a:cubicBezTo>
                  <a:cubicBezTo>
                    <a:pt x="77" y="71"/>
                    <a:pt x="77" y="71"/>
                    <a:pt x="77" y="70"/>
                  </a:cubicBezTo>
                  <a:cubicBezTo>
                    <a:pt x="78" y="70"/>
                    <a:pt x="77" y="70"/>
                    <a:pt x="77" y="70"/>
                  </a:cubicBezTo>
                  <a:cubicBezTo>
                    <a:pt x="76" y="70"/>
                    <a:pt x="76" y="72"/>
                    <a:pt x="76" y="72"/>
                  </a:cubicBezTo>
                  <a:cubicBezTo>
                    <a:pt x="76" y="71"/>
                    <a:pt x="76" y="71"/>
                    <a:pt x="76" y="71"/>
                  </a:cubicBezTo>
                  <a:cubicBezTo>
                    <a:pt x="76" y="71"/>
                    <a:pt x="77" y="70"/>
                    <a:pt x="77" y="70"/>
                  </a:cubicBezTo>
                  <a:cubicBezTo>
                    <a:pt x="77" y="70"/>
                    <a:pt x="76" y="71"/>
                    <a:pt x="76" y="71"/>
                  </a:cubicBezTo>
                  <a:cubicBezTo>
                    <a:pt x="76" y="71"/>
                    <a:pt x="76" y="71"/>
                    <a:pt x="75" y="72"/>
                  </a:cubicBezTo>
                  <a:cubicBezTo>
                    <a:pt x="75" y="72"/>
                    <a:pt x="74" y="73"/>
                    <a:pt x="74" y="73"/>
                  </a:cubicBezTo>
                  <a:cubicBezTo>
                    <a:pt x="74" y="74"/>
                    <a:pt x="74" y="75"/>
                    <a:pt x="73" y="76"/>
                  </a:cubicBezTo>
                  <a:cubicBezTo>
                    <a:pt x="73" y="76"/>
                    <a:pt x="73" y="76"/>
                    <a:pt x="73" y="76"/>
                  </a:cubicBezTo>
                  <a:cubicBezTo>
                    <a:pt x="73" y="76"/>
                    <a:pt x="73" y="77"/>
                    <a:pt x="73" y="77"/>
                  </a:cubicBezTo>
                  <a:cubicBezTo>
                    <a:pt x="74" y="77"/>
                    <a:pt x="74" y="76"/>
                    <a:pt x="74" y="76"/>
                  </a:cubicBezTo>
                  <a:cubicBezTo>
                    <a:pt x="74" y="76"/>
                    <a:pt x="75" y="76"/>
                    <a:pt x="75" y="77"/>
                  </a:cubicBezTo>
                  <a:cubicBezTo>
                    <a:pt x="75" y="77"/>
                    <a:pt x="73" y="77"/>
                    <a:pt x="73" y="77"/>
                  </a:cubicBezTo>
                  <a:cubicBezTo>
                    <a:pt x="73" y="78"/>
                    <a:pt x="74" y="77"/>
                    <a:pt x="74" y="77"/>
                  </a:cubicBezTo>
                  <a:cubicBezTo>
                    <a:pt x="75" y="78"/>
                    <a:pt x="75" y="78"/>
                    <a:pt x="76" y="78"/>
                  </a:cubicBezTo>
                  <a:cubicBezTo>
                    <a:pt x="75" y="78"/>
                    <a:pt x="75" y="78"/>
                    <a:pt x="75" y="78"/>
                  </a:cubicBezTo>
                  <a:cubicBezTo>
                    <a:pt x="75" y="77"/>
                    <a:pt x="75" y="77"/>
                    <a:pt x="75" y="77"/>
                  </a:cubicBezTo>
                  <a:cubicBezTo>
                    <a:pt x="75" y="77"/>
                    <a:pt x="75" y="77"/>
                    <a:pt x="75" y="77"/>
                  </a:cubicBezTo>
                  <a:cubicBezTo>
                    <a:pt x="75" y="77"/>
                    <a:pt x="76" y="78"/>
                    <a:pt x="76" y="78"/>
                  </a:cubicBezTo>
                  <a:cubicBezTo>
                    <a:pt x="76" y="78"/>
                    <a:pt x="76" y="78"/>
                    <a:pt x="76" y="78"/>
                  </a:cubicBezTo>
                  <a:cubicBezTo>
                    <a:pt x="76" y="78"/>
                    <a:pt x="76" y="78"/>
                    <a:pt x="76" y="78"/>
                  </a:cubicBezTo>
                  <a:cubicBezTo>
                    <a:pt x="76" y="78"/>
                    <a:pt x="77" y="78"/>
                    <a:pt x="77" y="78"/>
                  </a:cubicBezTo>
                  <a:cubicBezTo>
                    <a:pt x="77" y="78"/>
                    <a:pt x="77" y="77"/>
                    <a:pt x="77" y="77"/>
                  </a:cubicBezTo>
                  <a:cubicBezTo>
                    <a:pt x="78" y="77"/>
                    <a:pt x="78" y="78"/>
                    <a:pt x="78" y="78"/>
                  </a:cubicBezTo>
                  <a:cubicBezTo>
                    <a:pt x="78" y="78"/>
                    <a:pt x="78" y="78"/>
                    <a:pt x="77" y="78"/>
                  </a:cubicBezTo>
                  <a:cubicBezTo>
                    <a:pt x="77" y="78"/>
                    <a:pt x="77" y="78"/>
                    <a:pt x="77" y="78"/>
                  </a:cubicBezTo>
                  <a:cubicBezTo>
                    <a:pt x="77" y="78"/>
                    <a:pt x="77" y="78"/>
                    <a:pt x="77" y="78"/>
                  </a:cubicBezTo>
                  <a:cubicBezTo>
                    <a:pt x="77" y="78"/>
                    <a:pt x="77" y="78"/>
                    <a:pt x="77" y="78"/>
                  </a:cubicBezTo>
                  <a:cubicBezTo>
                    <a:pt x="77" y="78"/>
                    <a:pt x="76" y="78"/>
                    <a:pt x="76" y="79"/>
                  </a:cubicBezTo>
                  <a:cubicBezTo>
                    <a:pt x="76" y="79"/>
                    <a:pt x="77" y="80"/>
                    <a:pt x="77" y="79"/>
                  </a:cubicBezTo>
                  <a:cubicBezTo>
                    <a:pt x="77" y="79"/>
                    <a:pt x="77" y="79"/>
                    <a:pt x="77" y="79"/>
                  </a:cubicBezTo>
                  <a:cubicBezTo>
                    <a:pt x="78" y="79"/>
                    <a:pt x="77" y="79"/>
                    <a:pt x="77" y="79"/>
                  </a:cubicBezTo>
                  <a:cubicBezTo>
                    <a:pt x="77" y="79"/>
                    <a:pt x="78" y="79"/>
                    <a:pt x="78" y="79"/>
                  </a:cubicBezTo>
                  <a:cubicBezTo>
                    <a:pt x="78" y="78"/>
                    <a:pt x="78" y="78"/>
                    <a:pt x="79" y="79"/>
                  </a:cubicBezTo>
                  <a:cubicBezTo>
                    <a:pt x="79" y="78"/>
                    <a:pt x="79" y="79"/>
                    <a:pt x="79" y="80"/>
                  </a:cubicBezTo>
                  <a:cubicBezTo>
                    <a:pt x="79" y="80"/>
                    <a:pt x="79" y="80"/>
                    <a:pt x="79" y="80"/>
                  </a:cubicBezTo>
                  <a:cubicBezTo>
                    <a:pt x="81" y="81"/>
                    <a:pt x="79" y="81"/>
                    <a:pt x="79" y="81"/>
                  </a:cubicBezTo>
                  <a:cubicBezTo>
                    <a:pt x="79" y="81"/>
                    <a:pt x="80" y="81"/>
                    <a:pt x="80" y="81"/>
                  </a:cubicBezTo>
                  <a:cubicBezTo>
                    <a:pt x="80" y="81"/>
                    <a:pt x="81" y="81"/>
                    <a:pt x="81" y="82"/>
                  </a:cubicBezTo>
                  <a:cubicBezTo>
                    <a:pt x="81" y="82"/>
                    <a:pt x="82" y="83"/>
                    <a:pt x="82" y="83"/>
                  </a:cubicBezTo>
                  <a:cubicBezTo>
                    <a:pt x="82" y="82"/>
                    <a:pt x="82" y="82"/>
                    <a:pt x="82" y="82"/>
                  </a:cubicBezTo>
                  <a:cubicBezTo>
                    <a:pt x="82" y="82"/>
                    <a:pt x="83" y="82"/>
                    <a:pt x="82" y="82"/>
                  </a:cubicBezTo>
                  <a:cubicBezTo>
                    <a:pt x="82" y="82"/>
                    <a:pt x="82" y="82"/>
                    <a:pt x="82" y="82"/>
                  </a:cubicBezTo>
                  <a:cubicBezTo>
                    <a:pt x="82" y="83"/>
                    <a:pt x="82" y="83"/>
                    <a:pt x="83" y="83"/>
                  </a:cubicBezTo>
                  <a:cubicBezTo>
                    <a:pt x="82" y="83"/>
                    <a:pt x="83" y="82"/>
                    <a:pt x="83" y="83"/>
                  </a:cubicBezTo>
                  <a:cubicBezTo>
                    <a:pt x="83" y="82"/>
                    <a:pt x="83" y="83"/>
                    <a:pt x="83" y="83"/>
                  </a:cubicBezTo>
                  <a:cubicBezTo>
                    <a:pt x="83" y="83"/>
                    <a:pt x="84" y="83"/>
                    <a:pt x="84" y="83"/>
                  </a:cubicBezTo>
                  <a:cubicBezTo>
                    <a:pt x="84" y="84"/>
                    <a:pt x="85" y="85"/>
                    <a:pt x="85" y="84"/>
                  </a:cubicBezTo>
                  <a:cubicBezTo>
                    <a:pt x="85" y="85"/>
                    <a:pt x="84" y="86"/>
                    <a:pt x="84" y="87"/>
                  </a:cubicBezTo>
                  <a:cubicBezTo>
                    <a:pt x="85" y="88"/>
                    <a:pt x="84" y="87"/>
                    <a:pt x="84" y="87"/>
                  </a:cubicBezTo>
                  <a:cubicBezTo>
                    <a:pt x="84" y="88"/>
                    <a:pt x="84" y="90"/>
                    <a:pt x="86" y="90"/>
                  </a:cubicBezTo>
                  <a:cubicBezTo>
                    <a:pt x="85" y="89"/>
                    <a:pt x="85" y="89"/>
                    <a:pt x="85" y="89"/>
                  </a:cubicBezTo>
                  <a:cubicBezTo>
                    <a:pt x="85" y="89"/>
                    <a:pt x="85" y="89"/>
                    <a:pt x="86" y="89"/>
                  </a:cubicBezTo>
                  <a:cubicBezTo>
                    <a:pt x="86" y="89"/>
                    <a:pt x="86" y="90"/>
                    <a:pt x="86" y="90"/>
                  </a:cubicBezTo>
                  <a:cubicBezTo>
                    <a:pt x="87" y="90"/>
                    <a:pt x="88" y="91"/>
                    <a:pt x="88" y="90"/>
                  </a:cubicBezTo>
                  <a:cubicBezTo>
                    <a:pt x="88" y="90"/>
                    <a:pt x="88" y="90"/>
                    <a:pt x="87" y="90"/>
                  </a:cubicBezTo>
                  <a:cubicBezTo>
                    <a:pt x="88" y="89"/>
                    <a:pt x="88" y="90"/>
                    <a:pt x="88" y="90"/>
                  </a:cubicBezTo>
                  <a:cubicBezTo>
                    <a:pt x="88" y="91"/>
                    <a:pt x="89" y="91"/>
                    <a:pt x="88" y="91"/>
                  </a:cubicBezTo>
                  <a:cubicBezTo>
                    <a:pt x="88" y="91"/>
                    <a:pt x="88" y="91"/>
                    <a:pt x="88" y="92"/>
                  </a:cubicBezTo>
                  <a:cubicBezTo>
                    <a:pt x="88" y="91"/>
                    <a:pt x="88" y="91"/>
                    <a:pt x="88" y="91"/>
                  </a:cubicBezTo>
                  <a:cubicBezTo>
                    <a:pt x="88" y="91"/>
                    <a:pt x="88" y="92"/>
                    <a:pt x="88" y="92"/>
                  </a:cubicBezTo>
                  <a:cubicBezTo>
                    <a:pt x="88" y="92"/>
                    <a:pt x="86" y="90"/>
                    <a:pt x="86" y="90"/>
                  </a:cubicBezTo>
                  <a:cubicBezTo>
                    <a:pt x="86" y="90"/>
                    <a:pt x="87" y="92"/>
                    <a:pt x="89" y="93"/>
                  </a:cubicBezTo>
                  <a:cubicBezTo>
                    <a:pt x="91" y="95"/>
                    <a:pt x="92" y="97"/>
                    <a:pt x="92" y="97"/>
                  </a:cubicBezTo>
                  <a:cubicBezTo>
                    <a:pt x="93" y="98"/>
                    <a:pt x="93" y="98"/>
                    <a:pt x="93" y="99"/>
                  </a:cubicBezTo>
                  <a:cubicBezTo>
                    <a:pt x="93" y="100"/>
                    <a:pt x="94" y="100"/>
                    <a:pt x="94" y="100"/>
                  </a:cubicBezTo>
                  <a:cubicBezTo>
                    <a:pt x="95" y="101"/>
                    <a:pt x="96" y="103"/>
                    <a:pt x="96" y="105"/>
                  </a:cubicBezTo>
                  <a:cubicBezTo>
                    <a:pt x="96" y="104"/>
                    <a:pt x="97" y="106"/>
                    <a:pt x="98" y="107"/>
                  </a:cubicBezTo>
                  <a:cubicBezTo>
                    <a:pt x="98" y="107"/>
                    <a:pt x="98" y="109"/>
                    <a:pt x="99" y="108"/>
                  </a:cubicBezTo>
                  <a:cubicBezTo>
                    <a:pt x="99" y="109"/>
                    <a:pt x="101" y="111"/>
                    <a:pt x="101" y="112"/>
                  </a:cubicBezTo>
                  <a:cubicBezTo>
                    <a:pt x="101" y="112"/>
                    <a:pt x="101" y="112"/>
                    <a:pt x="101" y="112"/>
                  </a:cubicBezTo>
                  <a:cubicBezTo>
                    <a:pt x="101" y="113"/>
                    <a:pt x="101" y="114"/>
                    <a:pt x="101" y="115"/>
                  </a:cubicBezTo>
                  <a:cubicBezTo>
                    <a:pt x="101" y="116"/>
                    <a:pt x="101" y="116"/>
                    <a:pt x="101" y="116"/>
                  </a:cubicBezTo>
                  <a:cubicBezTo>
                    <a:pt x="101" y="117"/>
                    <a:pt x="101" y="118"/>
                    <a:pt x="101" y="118"/>
                  </a:cubicBezTo>
                  <a:cubicBezTo>
                    <a:pt x="102" y="119"/>
                    <a:pt x="102" y="120"/>
                    <a:pt x="102" y="122"/>
                  </a:cubicBezTo>
                  <a:cubicBezTo>
                    <a:pt x="102" y="122"/>
                    <a:pt x="103" y="123"/>
                    <a:pt x="103" y="123"/>
                  </a:cubicBezTo>
                  <a:cubicBezTo>
                    <a:pt x="104" y="123"/>
                    <a:pt x="103" y="124"/>
                    <a:pt x="103" y="125"/>
                  </a:cubicBezTo>
                  <a:cubicBezTo>
                    <a:pt x="103" y="126"/>
                    <a:pt x="103" y="127"/>
                    <a:pt x="103" y="128"/>
                  </a:cubicBezTo>
                  <a:cubicBezTo>
                    <a:pt x="102" y="128"/>
                    <a:pt x="101" y="129"/>
                    <a:pt x="101" y="130"/>
                  </a:cubicBezTo>
                  <a:cubicBezTo>
                    <a:pt x="101" y="130"/>
                    <a:pt x="100" y="131"/>
                    <a:pt x="99" y="131"/>
                  </a:cubicBezTo>
                  <a:cubicBezTo>
                    <a:pt x="100" y="131"/>
                    <a:pt x="101" y="131"/>
                    <a:pt x="101" y="131"/>
                  </a:cubicBezTo>
                  <a:cubicBezTo>
                    <a:pt x="102" y="131"/>
                    <a:pt x="102" y="132"/>
                    <a:pt x="102" y="132"/>
                  </a:cubicBezTo>
                  <a:cubicBezTo>
                    <a:pt x="102" y="133"/>
                    <a:pt x="101" y="134"/>
                    <a:pt x="100" y="134"/>
                  </a:cubicBezTo>
                  <a:cubicBezTo>
                    <a:pt x="99" y="134"/>
                    <a:pt x="97" y="134"/>
                    <a:pt x="97" y="136"/>
                  </a:cubicBezTo>
                  <a:cubicBezTo>
                    <a:pt x="98" y="136"/>
                    <a:pt x="98" y="137"/>
                    <a:pt x="98" y="137"/>
                  </a:cubicBezTo>
                  <a:cubicBezTo>
                    <a:pt x="98" y="138"/>
                    <a:pt x="98" y="138"/>
                    <a:pt x="98" y="139"/>
                  </a:cubicBezTo>
                  <a:cubicBezTo>
                    <a:pt x="98" y="140"/>
                    <a:pt x="99" y="142"/>
                    <a:pt x="100" y="143"/>
                  </a:cubicBezTo>
                  <a:cubicBezTo>
                    <a:pt x="100" y="144"/>
                    <a:pt x="101" y="144"/>
                    <a:pt x="101" y="145"/>
                  </a:cubicBezTo>
                  <a:cubicBezTo>
                    <a:pt x="101" y="145"/>
                    <a:pt x="101" y="146"/>
                    <a:pt x="102" y="147"/>
                  </a:cubicBezTo>
                  <a:cubicBezTo>
                    <a:pt x="102" y="147"/>
                    <a:pt x="102" y="147"/>
                    <a:pt x="103" y="147"/>
                  </a:cubicBezTo>
                  <a:cubicBezTo>
                    <a:pt x="103" y="147"/>
                    <a:pt x="103" y="147"/>
                    <a:pt x="103" y="147"/>
                  </a:cubicBezTo>
                  <a:cubicBezTo>
                    <a:pt x="104" y="147"/>
                    <a:pt x="103" y="148"/>
                    <a:pt x="104" y="148"/>
                  </a:cubicBezTo>
                  <a:cubicBezTo>
                    <a:pt x="104" y="148"/>
                    <a:pt x="105" y="149"/>
                    <a:pt x="105" y="149"/>
                  </a:cubicBezTo>
                  <a:cubicBezTo>
                    <a:pt x="106" y="149"/>
                    <a:pt x="106" y="149"/>
                    <a:pt x="107" y="149"/>
                  </a:cubicBezTo>
                  <a:cubicBezTo>
                    <a:pt x="108" y="149"/>
                    <a:pt x="107" y="150"/>
                    <a:pt x="108" y="150"/>
                  </a:cubicBezTo>
                  <a:cubicBezTo>
                    <a:pt x="108" y="151"/>
                    <a:pt x="109" y="151"/>
                    <a:pt x="109" y="151"/>
                  </a:cubicBezTo>
                  <a:cubicBezTo>
                    <a:pt x="110" y="152"/>
                    <a:pt x="111" y="152"/>
                    <a:pt x="112" y="153"/>
                  </a:cubicBezTo>
                  <a:cubicBezTo>
                    <a:pt x="112" y="154"/>
                    <a:pt x="113" y="154"/>
                    <a:pt x="113" y="155"/>
                  </a:cubicBezTo>
                  <a:cubicBezTo>
                    <a:pt x="113" y="155"/>
                    <a:pt x="113" y="155"/>
                    <a:pt x="113" y="155"/>
                  </a:cubicBezTo>
                  <a:cubicBezTo>
                    <a:pt x="113" y="156"/>
                    <a:pt x="114" y="156"/>
                    <a:pt x="114" y="157"/>
                  </a:cubicBezTo>
                  <a:cubicBezTo>
                    <a:pt x="114" y="158"/>
                    <a:pt x="115" y="158"/>
                    <a:pt x="116" y="159"/>
                  </a:cubicBezTo>
                  <a:cubicBezTo>
                    <a:pt x="118" y="159"/>
                    <a:pt x="119" y="160"/>
                    <a:pt x="120" y="160"/>
                  </a:cubicBezTo>
                  <a:cubicBezTo>
                    <a:pt x="122" y="161"/>
                    <a:pt x="123" y="161"/>
                    <a:pt x="125" y="162"/>
                  </a:cubicBezTo>
                  <a:cubicBezTo>
                    <a:pt x="126" y="162"/>
                    <a:pt x="126" y="163"/>
                    <a:pt x="127" y="162"/>
                  </a:cubicBezTo>
                  <a:cubicBezTo>
                    <a:pt x="127" y="162"/>
                    <a:pt x="128" y="161"/>
                    <a:pt x="128" y="162"/>
                  </a:cubicBezTo>
                  <a:cubicBezTo>
                    <a:pt x="130" y="162"/>
                    <a:pt x="130" y="164"/>
                    <a:pt x="131" y="165"/>
                  </a:cubicBezTo>
                  <a:cubicBezTo>
                    <a:pt x="131" y="166"/>
                    <a:pt x="132" y="165"/>
                    <a:pt x="132" y="166"/>
                  </a:cubicBezTo>
                  <a:cubicBezTo>
                    <a:pt x="133" y="167"/>
                    <a:pt x="133" y="167"/>
                    <a:pt x="134" y="167"/>
                  </a:cubicBezTo>
                  <a:cubicBezTo>
                    <a:pt x="134" y="168"/>
                    <a:pt x="135" y="168"/>
                    <a:pt x="136" y="169"/>
                  </a:cubicBezTo>
                  <a:cubicBezTo>
                    <a:pt x="136" y="169"/>
                    <a:pt x="136" y="170"/>
                    <a:pt x="137" y="170"/>
                  </a:cubicBezTo>
                  <a:cubicBezTo>
                    <a:pt x="138" y="171"/>
                    <a:pt x="139" y="171"/>
                    <a:pt x="141" y="172"/>
                  </a:cubicBezTo>
                  <a:cubicBezTo>
                    <a:pt x="141" y="172"/>
                    <a:pt x="142" y="172"/>
                    <a:pt x="143" y="172"/>
                  </a:cubicBezTo>
                  <a:cubicBezTo>
                    <a:pt x="143" y="173"/>
                    <a:pt x="144" y="173"/>
                    <a:pt x="145" y="173"/>
                  </a:cubicBezTo>
                  <a:cubicBezTo>
                    <a:pt x="145" y="173"/>
                    <a:pt x="146" y="174"/>
                    <a:pt x="146" y="174"/>
                  </a:cubicBezTo>
                  <a:cubicBezTo>
                    <a:pt x="146" y="174"/>
                    <a:pt x="146" y="174"/>
                    <a:pt x="146" y="174"/>
                  </a:cubicBezTo>
                  <a:cubicBezTo>
                    <a:pt x="146" y="174"/>
                    <a:pt x="147" y="174"/>
                    <a:pt x="147" y="174"/>
                  </a:cubicBezTo>
                  <a:cubicBezTo>
                    <a:pt x="146" y="175"/>
                    <a:pt x="147" y="175"/>
                    <a:pt x="148" y="176"/>
                  </a:cubicBezTo>
                  <a:cubicBezTo>
                    <a:pt x="150" y="176"/>
                    <a:pt x="153" y="176"/>
                    <a:pt x="155" y="177"/>
                  </a:cubicBezTo>
                  <a:cubicBezTo>
                    <a:pt x="155" y="177"/>
                    <a:pt x="155" y="178"/>
                    <a:pt x="156" y="177"/>
                  </a:cubicBezTo>
                  <a:cubicBezTo>
                    <a:pt x="156" y="177"/>
                    <a:pt x="156" y="177"/>
                    <a:pt x="157" y="177"/>
                  </a:cubicBezTo>
                  <a:cubicBezTo>
                    <a:pt x="157" y="178"/>
                    <a:pt x="157" y="179"/>
                    <a:pt x="158" y="179"/>
                  </a:cubicBezTo>
                  <a:cubicBezTo>
                    <a:pt x="159" y="180"/>
                    <a:pt x="160" y="180"/>
                    <a:pt x="161" y="181"/>
                  </a:cubicBezTo>
                  <a:cubicBezTo>
                    <a:pt x="161" y="181"/>
                    <a:pt x="162" y="181"/>
                    <a:pt x="163" y="181"/>
                  </a:cubicBezTo>
                  <a:cubicBezTo>
                    <a:pt x="162" y="181"/>
                    <a:pt x="162" y="181"/>
                    <a:pt x="162" y="181"/>
                  </a:cubicBezTo>
                  <a:cubicBezTo>
                    <a:pt x="162" y="182"/>
                    <a:pt x="163" y="182"/>
                    <a:pt x="163" y="182"/>
                  </a:cubicBezTo>
                  <a:cubicBezTo>
                    <a:pt x="163" y="182"/>
                    <a:pt x="164" y="183"/>
                    <a:pt x="164" y="183"/>
                  </a:cubicBezTo>
                  <a:cubicBezTo>
                    <a:pt x="165" y="183"/>
                    <a:pt x="165" y="184"/>
                    <a:pt x="165" y="184"/>
                  </a:cubicBezTo>
                  <a:cubicBezTo>
                    <a:pt x="167" y="184"/>
                    <a:pt x="169" y="184"/>
                    <a:pt x="170" y="184"/>
                  </a:cubicBezTo>
                  <a:cubicBezTo>
                    <a:pt x="171" y="185"/>
                    <a:pt x="172" y="185"/>
                    <a:pt x="173" y="186"/>
                  </a:cubicBezTo>
                  <a:cubicBezTo>
                    <a:pt x="174" y="187"/>
                    <a:pt x="175" y="187"/>
                    <a:pt x="176" y="187"/>
                  </a:cubicBezTo>
                  <a:cubicBezTo>
                    <a:pt x="176" y="187"/>
                    <a:pt x="177" y="187"/>
                    <a:pt x="177" y="187"/>
                  </a:cubicBezTo>
                  <a:cubicBezTo>
                    <a:pt x="178" y="187"/>
                    <a:pt x="178" y="187"/>
                    <a:pt x="178" y="187"/>
                  </a:cubicBezTo>
                  <a:cubicBezTo>
                    <a:pt x="179" y="187"/>
                    <a:pt x="180" y="187"/>
                    <a:pt x="180" y="187"/>
                  </a:cubicBezTo>
                  <a:cubicBezTo>
                    <a:pt x="182" y="186"/>
                    <a:pt x="184" y="185"/>
                    <a:pt x="186" y="184"/>
                  </a:cubicBezTo>
                  <a:cubicBezTo>
                    <a:pt x="187" y="184"/>
                    <a:pt x="188" y="184"/>
                    <a:pt x="188" y="183"/>
                  </a:cubicBezTo>
                  <a:cubicBezTo>
                    <a:pt x="188" y="183"/>
                    <a:pt x="190" y="182"/>
                    <a:pt x="190" y="182"/>
                  </a:cubicBezTo>
                  <a:cubicBezTo>
                    <a:pt x="190" y="182"/>
                    <a:pt x="191" y="182"/>
                    <a:pt x="191" y="181"/>
                  </a:cubicBezTo>
                  <a:cubicBezTo>
                    <a:pt x="191" y="181"/>
                    <a:pt x="191" y="181"/>
                    <a:pt x="191" y="181"/>
                  </a:cubicBezTo>
                  <a:cubicBezTo>
                    <a:pt x="192" y="181"/>
                    <a:pt x="193" y="181"/>
                    <a:pt x="194" y="181"/>
                  </a:cubicBezTo>
                  <a:cubicBezTo>
                    <a:pt x="194" y="181"/>
                    <a:pt x="195" y="181"/>
                    <a:pt x="194" y="181"/>
                  </a:cubicBezTo>
                  <a:cubicBezTo>
                    <a:pt x="194" y="181"/>
                    <a:pt x="193" y="181"/>
                    <a:pt x="193" y="181"/>
                  </a:cubicBezTo>
                  <a:cubicBezTo>
                    <a:pt x="193" y="181"/>
                    <a:pt x="194" y="181"/>
                    <a:pt x="194" y="181"/>
                  </a:cubicBezTo>
                  <a:cubicBezTo>
                    <a:pt x="193" y="181"/>
                    <a:pt x="191" y="181"/>
                    <a:pt x="192" y="180"/>
                  </a:cubicBezTo>
                  <a:cubicBezTo>
                    <a:pt x="192" y="180"/>
                    <a:pt x="192" y="180"/>
                    <a:pt x="193" y="180"/>
                  </a:cubicBezTo>
                  <a:cubicBezTo>
                    <a:pt x="193" y="179"/>
                    <a:pt x="193" y="179"/>
                    <a:pt x="193" y="179"/>
                  </a:cubicBezTo>
                  <a:cubicBezTo>
                    <a:pt x="194" y="178"/>
                    <a:pt x="194" y="179"/>
                    <a:pt x="194" y="180"/>
                  </a:cubicBezTo>
                  <a:cubicBezTo>
                    <a:pt x="194" y="180"/>
                    <a:pt x="194" y="180"/>
                    <a:pt x="194" y="180"/>
                  </a:cubicBezTo>
                  <a:cubicBezTo>
                    <a:pt x="194" y="181"/>
                    <a:pt x="195" y="180"/>
                    <a:pt x="195" y="180"/>
                  </a:cubicBezTo>
                  <a:cubicBezTo>
                    <a:pt x="195" y="180"/>
                    <a:pt x="196" y="179"/>
                    <a:pt x="196" y="180"/>
                  </a:cubicBezTo>
                  <a:cubicBezTo>
                    <a:pt x="197" y="181"/>
                    <a:pt x="195" y="181"/>
                    <a:pt x="195" y="181"/>
                  </a:cubicBezTo>
                  <a:cubicBezTo>
                    <a:pt x="195" y="181"/>
                    <a:pt x="197" y="181"/>
                    <a:pt x="198" y="182"/>
                  </a:cubicBezTo>
                  <a:cubicBezTo>
                    <a:pt x="199" y="182"/>
                    <a:pt x="200" y="183"/>
                    <a:pt x="202" y="183"/>
                  </a:cubicBezTo>
                  <a:cubicBezTo>
                    <a:pt x="201" y="183"/>
                    <a:pt x="200" y="181"/>
                    <a:pt x="198" y="181"/>
                  </a:cubicBezTo>
                  <a:cubicBezTo>
                    <a:pt x="199" y="182"/>
                    <a:pt x="199" y="182"/>
                    <a:pt x="199" y="182"/>
                  </a:cubicBezTo>
                  <a:cubicBezTo>
                    <a:pt x="198" y="182"/>
                    <a:pt x="197" y="181"/>
                    <a:pt x="198" y="180"/>
                  </a:cubicBezTo>
                  <a:cubicBezTo>
                    <a:pt x="198" y="180"/>
                    <a:pt x="199" y="181"/>
                    <a:pt x="200" y="181"/>
                  </a:cubicBezTo>
                  <a:cubicBezTo>
                    <a:pt x="200" y="181"/>
                    <a:pt x="200" y="181"/>
                    <a:pt x="201" y="181"/>
                  </a:cubicBezTo>
                  <a:cubicBezTo>
                    <a:pt x="201" y="182"/>
                    <a:pt x="201" y="182"/>
                    <a:pt x="202" y="182"/>
                  </a:cubicBezTo>
                  <a:cubicBezTo>
                    <a:pt x="202" y="182"/>
                    <a:pt x="203" y="182"/>
                    <a:pt x="203" y="183"/>
                  </a:cubicBezTo>
                  <a:cubicBezTo>
                    <a:pt x="203" y="184"/>
                    <a:pt x="202" y="183"/>
                    <a:pt x="202" y="183"/>
                  </a:cubicBezTo>
                  <a:cubicBezTo>
                    <a:pt x="202" y="183"/>
                    <a:pt x="204" y="185"/>
                    <a:pt x="204" y="185"/>
                  </a:cubicBezTo>
                  <a:cubicBezTo>
                    <a:pt x="205" y="186"/>
                    <a:pt x="206" y="187"/>
                    <a:pt x="207" y="188"/>
                  </a:cubicBezTo>
                  <a:cubicBezTo>
                    <a:pt x="208" y="189"/>
                    <a:pt x="209" y="190"/>
                    <a:pt x="209" y="191"/>
                  </a:cubicBezTo>
                  <a:cubicBezTo>
                    <a:pt x="210" y="191"/>
                    <a:pt x="210" y="192"/>
                    <a:pt x="211" y="192"/>
                  </a:cubicBezTo>
                  <a:cubicBezTo>
                    <a:pt x="211" y="192"/>
                    <a:pt x="212" y="192"/>
                    <a:pt x="212" y="192"/>
                  </a:cubicBezTo>
                  <a:cubicBezTo>
                    <a:pt x="212" y="193"/>
                    <a:pt x="212" y="193"/>
                    <a:pt x="212" y="193"/>
                  </a:cubicBezTo>
                  <a:cubicBezTo>
                    <a:pt x="212" y="193"/>
                    <a:pt x="212" y="193"/>
                    <a:pt x="211" y="193"/>
                  </a:cubicBezTo>
                  <a:cubicBezTo>
                    <a:pt x="212" y="194"/>
                    <a:pt x="213" y="195"/>
                    <a:pt x="213" y="196"/>
                  </a:cubicBezTo>
                  <a:cubicBezTo>
                    <a:pt x="214" y="197"/>
                    <a:pt x="215" y="197"/>
                    <a:pt x="215" y="198"/>
                  </a:cubicBezTo>
                  <a:cubicBezTo>
                    <a:pt x="216" y="199"/>
                    <a:pt x="216" y="200"/>
                    <a:pt x="217" y="199"/>
                  </a:cubicBezTo>
                  <a:cubicBezTo>
                    <a:pt x="217" y="198"/>
                    <a:pt x="217" y="198"/>
                    <a:pt x="217" y="197"/>
                  </a:cubicBezTo>
                  <a:cubicBezTo>
                    <a:pt x="217" y="197"/>
                    <a:pt x="217" y="196"/>
                    <a:pt x="217" y="196"/>
                  </a:cubicBezTo>
                  <a:cubicBezTo>
                    <a:pt x="218" y="195"/>
                    <a:pt x="218" y="195"/>
                    <a:pt x="218" y="195"/>
                  </a:cubicBezTo>
                  <a:cubicBezTo>
                    <a:pt x="218" y="194"/>
                    <a:pt x="219" y="194"/>
                    <a:pt x="219" y="193"/>
                  </a:cubicBezTo>
                  <a:cubicBezTo>
                    <a:pt x="218" y="192"/>
                    <a:pt x="217" y="192"/>
                    <a:pt x="218" y="191"/>
                  </a:cubicBezTo>
                  <a:cubicBezTo>
                    <a:pt x="220" y="188"/>
                    <a:pt x="221" y="186"/>
                    <a:pt x="222" y="184"/>
                  </a:cubicBezTo>
                  <a:cubicBezTo>
                    <a:pt x="223" y="183"/>
                    <a:pt x="223" y="183"/>
                    <a:pt x="225" y="183"/>
                  </a:cubicBezTo>
                  <a:cubicBezTo>
                    <a:pt x="226" y="183"/>
                    <a:pt x="227" y="183"/>
                    <a:pt x="228" y="183"/>
                  </a:cubicBezTo>
                  <a:cubicBezTo>
                    <a:pt x="230" y="183"/>
                    <a:pt x="231" y="183"/>
                    <a:pt x="233" y="183"/>
                  </a:cubicBezTo>
                  <a:cubicBezTo>
                    <a:pt x="233" y="183"/>
                    <a:pt x="234" y="183"/>
                    <a:pt x="235" y="183"/>
                  </a:cubicBezTo>
                  <a:cubicBezTo>
                    <a:pt x="235" y="183"/>
                    <a:pt x="236" y="182"/>
                    <a:pt x="236" y="182"/>
                  </a:cubicBezTo>
                  <a:cubicBezTo>
                    <a:pt x="236" y="182"/>
                    <a:pt x="236" y="182"/>
                    <a:pt x="236" y="181"/>
                  </a:cubicBezTo>
                  <a:cubicBezTo>
                    <a:pt x="236" y="181"/>
                    <a:pt x="236" y="181"/>
                    <a:pt x="236" y="181"/>
                  </a:cubicBezTo>
                  <a:cubicBezTo>
                    <a:pt x="236" y="181"/>
                    <a:pt x="236" y="181"/>
                    <a:pt x="236" y="181"/>
                  </a:cubicBezTo>
                  <a:cubicBezTo>
                    <a:pt x="236" y="180"/>
                    <a:pt x="237" y="180"/>
                    <a:pt x="236" y="179"/>
                  </a:cubicBezTo>
                  <a:cubicBezTo>
                    <a:pt x="237" y="179"/>
                    <a:pt x="237" y="179"/>
                    <a:pt x="237" y="179"/>
                  </a:cubicBezTo>
                  <a:cubicBezTo>
                    <a:pt x="236" y="179"/>
                    <a:pt x="236" y="179"/>
                    <a:pt x="236" y="179"/>
                  </a:cubicBezTo>
                  <a:cubicBezTo>
                    <a:pt x="236" y="179"/>
                    <a:pt x="236" y="178"/>
                    <a:pt x="235" y="178"/>
                  </a:cubicBezTo>
                  <a:cubicBezTo>
                    <a:pt x="235" y="178"/>
                    <a:pt x="235" y="178"/>
                    <a:pt x="234" y="178"/>
                  </a:cubicBezTo>
                  <a:cubicBezTo>
                    <a:pt x="235" y="178"/>
                    <a:pt x="235" y="177"/>
                    <a:pt x="234" y="177"/>
                  </a:cubicBezTo>
                  <a:cubicBezTo>
                    <a:pt x="235" y="176"/>
                    <a:pt x="234" y="175"/>
                    <a:pt x="233" y="175"/>
                  </a:cubicBezTo>
                  <a:cubicBezTo>
                    <a:pt x="233" y="174"/>
                    <a:pt x="232" y="174"/>
                    <a:pt x="232" y="174"/>
                  </a:cubicBezTo>
                  <a:cubicBezTo>
                    <a:pt x="232" y="173"/>
                    <a:pt x="232" y="174"/>
                    <a:pt x="232" y="174"/>
                  </a:cubicBezTo>
                  <a:cubicBezTo>
                    <a:pt x="231" y="173"/>
                    <a:pt x="231" y="173"/>
                    <a:pt x="231" y="173"/>
                  </a:cubicBezTo>
                  <a:cubicBezTo>
                    <a:pt x="230" y="172"/>
                    <a:pt x="230" y="172"/>
                    <a:pt x="230" y="172"/>
                  </a:cubicBezTo>
                  <a:cubicBezTo>
                    <a:pt x="230" y="171"/>
                    <a:pt x="229" y="171"/>
                    <a:pt x="229" y="171"/>
                  </a:cubicBezTo>
                  <a:cubicBezTo>
                    <a:pt x="229" y="170"/>
                    <a:pt x="229" y="170"/>
                    <a:pt x="228" y="170"/>
                  </a:cubicBezTo>
                  <a:cubicBezTo>
                    <a:pt x="228" y="170"/>
                    <a:pt x="228" y="170"/>
                    <a:pt x="228" y="170"/>
                  </a:cubicBezTo>
                  <a:cubicBezTo>
                    <a:pt x="229" y="169"/>
                    <a:pt x="230" y="170"/>
                    <a:pt x="231" y="170"/>
                  </a:cubicBezTo>
                  <a:cubicBezTo>
                    <a:pt x="231" y="170"/>
                    <a:pt x="232" y="170"/>
                    <a:pt x="232" y="169"/>
                  </a:cubicBezTo>
                  <a:cubicBezTo>
                    <a:pt x="232" y="169"/>
                    <a:pt x="232" y="169"/>
                    <a:pt x="232" y="168"/>
                  </a:cubicBezTo>
                  <a:cubicBezTo>
                    <a:pt x="233" y="167"/>
                    <a:pt x="233" y="165"/>
                    <a:pt x="233" y="164"/>
                  </a:cubicBezTo>
                  <a:cubicBezTo>
                    <a:pt x="233" y="163"/>
                    <a:pt x="235" y="163"/>
                    <a:pt x="236" y="163"/>
                  </a:cubicBezTo>
                  <a:cubicBezTo>
                    <a:pt x="237" y="163"/>
                    <a:pt x="239" y="163"/>
                    <a:pt x="240" y="163"/>
                  </a:cubicBezTo>
                  <a:cubicBezTo>
                    <a:pt x="243" y="163"/>
                    <a:pt x="247" y="163"/>
                    <a:pt x="250" y="163"/>
                  </a:cubicBezTo>
                  <a:cubicBezTo>
                    <a:pt x="251" y="163"/>
                    <a:pt x="251" y="162"/>
                    <a:pt x="252" y="162"/>
                  </a:cubicBezTo>
                  <a:cubicBezTo>
                    <a:pt x="252" y="161"/>
                    <a:pt x="253" y="163"/>
                    <a:pt x="254" y="162"/>
                  </a:cubicBezTo>
                  <a:cubicBezTo>
                    <a:pt x="254" y="162"/>
                    <a:pt x="255" y="161"/>
                    <a:pt x="255" y="160"/>
                  </a:cubicBezTo>
                  <a:cubicBezTo>
                    <a:pt x="256" y="160"/>
                    <a:pt x="256" y="159"/>
                    <a:pt x="256" y="159"/>
                  </a:cubicBezTo>
                  <a:cubicBezTo>
                    <a:pt x="257" y="159"/>
                    <a:pt x="257" y="158"/>
                    <a:pt x="257" y="157"/>
                  </a:cubicBezTo>
                  <a:cubicBezTo>
                    <a:pt x="258" y="156"/>
                    <a:pt x="258" y="156"/>
                    <a:pt x="259" y="156"/>
                  </a:cubicBezTo>
                  <a:cubicBezTo>
                    <a:pt x="260" y="156"/>
                    <a:pt x="260" y="156"/>
                    <a:pt x="261" y="155"/>
                  </a:cubicBezTo>
                  <a:cubicBezTo>
                    <a:pt x="261" y="155"/>
                    <a:pt x="261" y="154"/>
                    <a:pt x="261" y="154"/>
                  </a:cubicBezTo>
                  <a:cubicBezTo>
                    <a:pt x="261" y="154"/>
                    <a:pt x="261" y="154"/>
                    <a:pt x="261" y="154"/>
                  </a:cubicBezTo>
                  <a:cubicBezTo>
                    <a:pt x="261" y="154"/>
                    <a:pt x="261" y="154"/>
                    <a:pt x="261" y="154"/>
                  </a:cubicBezTo>
                  <a:cubicBezTo>
                    <a:pt x="261" y="154"/>
                    <a:pt x="261" y="154"/>
                    <a:pt x="260" y="154"/>
                  </a:cubicBezTo>
                  <a:cubicBezTo>
                    <a:pt x="261" y="154"/>
                    <a:pt x="261" y="153"/>
                    <a:pt x="261" y="154"/>
                  </a:cubicBezTo>
                  <a:cubicBezTo>
                    <a:pt x="262" y="154"/>
                    <a:pt x="262" y="152"/>
                    <a:pt x="263" y="152"/>
                  </a:cubicBezTo>
                  <a:cubicBezTo>
                    <a:pt x="263" y="153"/>
                    <a:pt x="263" y="154"/>
                    <a:pt x="262" y="155"/>
                  </a:cubicBezTo>
                  <a:cubicBezTo>
                    <a:pt x="262" y="155"/>
                    <a:pt x="262" y="156"/>
                    <a:pt x="262" y="156"/>
                  </a:cubicBezTo>
                  <a:cubicBezTo>
                    <a:pt x="263" y="157"/>
                    <a:pt x="263" y="157"/>
                    <a:pt x="263" y="158"/>
                  </a:cubicBezTo>
                  <a:cubicBezTo>
                    <a:pt x="263" y="158"/>
                    <a:pt x="263" y="159"/>
                    <a:pt x="263" y="159"/>
                  </a:cubicBezTo>
                  <a:cubicBezTo>
                    <a:pt x="263" y="159"/>
                    <a:pt x="263" y="159"/>
                    <a:pt x="264" y="159"/>
                  </a:cubicBezTo>
                  <a:cubicBezTo>
                    <a:pt x="264" y="159"/>
                    <a:pt x="264" y="158"/>
                    <a:pt x="264" y="158"/>
                  </a:cubicBezTo>
                  <a:cubicBezTo>
                    <a:pt x="265" y="157"/>
                    <a:pt x="265" y="157"/>
                    <a:pt x="265" y="156"/>
                  </a:cubicBezTo>
                  <a:cubicBezTo>
                    <a:pt x="265" y="156"/>
                    <a:pt x="265" y="155"/>
                    <a:pt x="265" y="154"/>
                  </a:cubicBezTo>
                  <a:cubicBezTo>
                    <a:pt x="266" y="154"/>
                    <a:pt x="266" y="154"/>
                    <a:pt x="266" y="153"/>
                  </a:cubicBezTo>
                  <a:cubicBezTo>
                    <a:pt x="267" y="151"/>
                    <a:pt x="267" y="148"/>
                    <a:pt x="269" y="147"/>
                  </a:cubicBezTo>
                  <a:cubicBezTo>
                    <a:pt x="269" y="147"/>
                    <a:pt x="269" y="147"/>
                    <a:pt x="269" y="147"/>
                  </a:cubicBezTo>
                  <a:cubicBezTo>
                    <a:pt x="269" y="147"/>
                    <a:pt x="268" y="147"/>
                    <a:pt x="268" y="147"/>
                  </a:cubicBezTo>
                  <a:cubicBezTo>
                    <a:pt x="268" y="147"/>
                    <a:pt x="268" y="148"/>
                    <a:pt x="267" y="148"/>
                  </a:cubicBezTo>
                  <a:cubicBezTo>
                    <a:pt x="267" y="148"/>
                    <a:pt x="267" y="147"/>
                    <a:pt x="267" y="147"/>
                  </a:cubicBezTo>
                  <a:cubicBezTo>
                    <a:pt x="267" y="147"/>
                    <a:pt x="268" y="146"/>
                    <a:pt x="269" y="146"/>
                  </a:cubicBezTo>
                  <a:cubicBezTo>
                    <a:pt x="268" y="146"/>
                    <a:pt x="268" y="146"/>
                    <a:pt x="268" y="146"/>
                  </a:cubicBezTo>
                  <a:cubicBezTo>
                    <a:pt x="269" y="146"/>
                    <a:pt x="270" y="144"/>
                    <a:pt x="270" y="144"/>
                  </a:cubicBezTo>
                  <a:cubicBezTo>
                    <a:pt x="270" y="144"/>
                    <a:pt x="269" y="144"/>
                    <a:pt x="269" y="144"/>
                  </a:cubicBezTo>
                  <a:cubicBezTo>
                    <a:pt x="269" y="144"/>
                    <a:pt x="270" y="144"/>
                    <a:pt x="270" y="144"/>
                  </a:cubicBezTo>
                  <a:cubicBezTo>
                    <a:pt x="270" y="144"/>
                    <a:pt x="269" y="144"/>
                    <a:pt x="269" y="144"/>
                  </a:cubicBezTo>
                  <a:cubicBezTo>
                    <a:pt x="268" y="144"/>
                    <a:pt x="268" y="145"/>
                    <a:pt x="268" y="145"/>
                  </a:cubicBezTo>
                  <a:cubicBezTo>
                    <a:pt x="268" y="145"/>
                    <a:pt x="267" y="144"/>
                    <a:pt x="267" y="144"/>
                  </a:cubicBezTo>
                  <a:cubicBezTo>
                    <a:pt x="267" y="144"/>
                    <a:pt x="267" y="143"/>
                    <a:pt x="267" y="143"/>
                  </a:cubicBezTo>
                  <a:cubicBezTo>
                    <a:pt x="267" y="143"/>
                    <a:pt x="268" y="143"/>
                    <a:pt x="268" y="144"/>
                  </a:cubicBezTo>
                  <a:cubicBezTo>
                    <a:pt x="268" y="143"/>
                    <a:pt x="268" y="142"/>
                    <a:pt x="269" y="142"/>
                  </a:cubicBezTo>
                  <a:cubicBezTo>
                    <a:pt x="270" y="141"/>
                    <a:pt x="270" y="141"/>
                    <a:pt x="270" y="140"/>
                  </a:cubicBezTo>
                  <a:cubicBezTo>
                    <a:pt x="270" y="141"/>
                    <a:pt x="270" y="141"/>
                    <a:pt x="270" y="142"/>
                  </a:cubicBezTo>
                  <a:cubicBezTo>
                    <a:pt x="270" y="141"/>
                    <a:pt x="270" y="141"/>
                    <a:pt x="270" y="140"/>
                  </a:cubicBezTo>
                  <a:cubicBezTo>
                    <a:pt x="270" y="139"/>
                    <a:pt x="270" y="138"/>
                    <a:pt x="271" y="138"/>
                  </a:cubicBezTo>
                  <a:cubicBezTo>
                    <a:pt x="271" y="136"/>
                    <a:pt x="272" y="135"/>
                    <a:pt x="273" y="134"/>
                  </a:cubicBezTo>
                  <a:cubicBezTo>
                    <a:pt x="274" y="133"/>
                    <a:pt x="276" y="132"/>
                    <a:pt x="277" y="131"/>
                  </a:cubicBezTo>
                  <a:cubicBezTo>
                    <a:pt x="277" y="130"/>
                    <a:pt x="277" y="129"/>
                    <a:pt x="278" y="129"/>
                  </a:cubicBezTo>
                  <a:cubicBezTo>
                    <a:pt x="278" y="128"/>
                    <a:pt x="278" y="128"/>
                    <a:pt x="278" y="128"/>
                  </a:cubicBezTo>
                  <a:cubicBezTo>
                    <a:pt x="278" y="128"/>
                    <a:pt x="278" y="127"/>
                    <a:pt x="279" y="127"/>
                  </a:cubicBezTo>
                  <a:cubicBezTo>
                    <a:pt x="278" y="127"/>
                    <a:pt x="278" y="126"/>
                    <a:pt x="278" y="125"/>
                  </a:cubicBezTo>
                  <a:close/>
                  <a:moveTo>
                    <a:pt x="180" y="91"/>
                  </a:moveTo>
                  <a:cubicBezTo>
                    <a:pt x="179" y="91"/>
                    <a:pt x="179" y="91"/>
                    <a:pt x="180" y="90"/>
                  </a:cubicBezTo>
                  <a:cubicBezTo>
                    <a:pt x="180" y="90"/>
                    <a:pt x="180" y="90"/>
                    <a:pt x="180" y="90"/>
                  </a:cubicBezTo>
                  <a:cubicBezTo>
                    <a:pt x="180" y="90"/>
                    <a:pt x="180" y="90"/>
                    <a:pt x="180" y="89"/>
                  </a:cubicBezTo>
                  <a:cubicBezTo>
                    <a:pt x="180" y="89"/>
                    <a:pt x="181" y="90"/>
                    <a:pt x="181" y="90"/>
                  </a:cubicBezTo>
                  <a:cubicBezTo>
                    <a:pt x="181" y="90"/>
                    <a:pt x="181" y="88"/>
                    <a:pt x="181" y="88"/>
                  </a:cubicBezTo>
                  <a:cubicBezTo>
                    <a:pt x="181" y="88"/>
                    <a:pt x="181" y="88"/>
                    <a:pt x="181" y="87"/>
                  </a:cubicBezTo>
                  <a:cubicBezTo>
                    <a:pt x="181" y="87"/>
                    <a:pt x="182" y="87"/>
                    <a:pt x="182" y="86"/>
                  </a:cubicBezTo>
                  <a:cubicBezTo>
                    <a:pt x="182" y="86"/>
                    <a:pt x="182" y="86"/>
                    <a:pt x="182" y="85"/>
                  </a:cubicBezTo>
                  <a:cubicBezTo>
                    <a:pt x="182" y="85"/>
                    <a:pt x="182" y="85"/>
                    <a:pt x="182" y="85"/>
                  </a:cubicBezTo>
                  <a:cubicBezTo>
                    <a:pt x="182" y="85"/>
                    <a:pt x="183" y="83"/>
                    <a:pt x="182" y="83"/>
                  </a:cubicBezTo>
                  <a:cubicBezTo>
                    <a:pt x="182" y="83"/>
                    <a:pt x="182" y="82"/>
                    <a:pt x="182" y="82"/>
                  </a:cubicBezTo>
                  <a:cubicBezTo>
                    <a:pt x="182" y="83"/>
                    <a:pt x="183" y="83"/>
                    <a:pt x="183" y="82"/>
                  </a:cubicBezTo>
                  <a:cubicBezTo>
                    <a:pt x="183" y="82"/>
                    <a:pt x="182" y="82"/>
                    <a:pt x="182" y="82"/>
                  </a:cubicBezTo>
                  <a:cubicBezTo>
                    <a:pt x="182" y="81"/>
                    <a:pt x="183" y="82"/>
                    <a:pt x="183" y="81"/>
                  </a:cubicBezTo>
                  <a:cubicBezTo>
                    <a:pt x="183" y="81"/>
                    <a:pt x="183" y="81"/>
                    <a:pt x="183" y="80"/>
                  </a:cubicBezTo>
                  <a:cubicBezTo>
                    <a:pt x="183" y="80"/>
                    <a:pt x="183" y="80"/>
                    <a:pt x="183" y="80"/>
                  </a:cubicBezTo>
                  <a:cubicBezTo>
                    <a:pt x="183" y="80"/>
                    <a:pt x="184" y="80"/>
                    <a:pt x="184" y="81"/>
                  </a:cubicBezTo>
                  <a:cubicBezTo>
                    <a:pt x="184" y="81"/>
                    <a:pt x="184" y="81"/>
                    <a:pt x="184" y="81"/>
                  </a:cubicBezTo>
                  <a:cubicBezTo>
                    <a:pt x="184" y="81"/>
                    <a:pt x="184" y="81"/>
                    <a:pt x="184" y="81"/>
                  </a:cubicBezTo>
                  <a:cubicBezTo>
                    <a:pt x="185" y="81"/>
                    <a:pt x="184" y="81"/>
                    <a:pt x="185" y="81"/>
                  </a:cubicBezTo>
                  <a:cubicBezTo>
                    <a:pt x="185" y="80"/>
                    <a:pt x="185" y="81"/>
                    <a:pt x="185" y="80"/>
                  </a:cubicBezTo>
                  <a:cubicBezTo>
                    <a:pt x="185" y="80"/>
                    <a:pt x="184" y="79"/>
                    <a:pt x="185" y="80"/>
                  </a:cubicBezTo>
                  <a:cubicBezTo>
                    <a:pt x="185" y="80"/>
                    <a:pt x="186" y="80"/>
                    <a:pt x="186" y="80"/>
                  </a:cubicBezTo>
                  <a:cubicBezTo>
                    <a:pt x="186" y="80"/>
                    <a:pt x="185" y="81"/>
                    <a:pt x="186" y="81"/>
                  </a:cubicBezTo>
                  <a:cubicBezTo>
                    <a:pt x="186" y="81"/>
                    <a:pt x="185" y="81"/>
                    <a:pt x="185" y="82"/>
                  </a:cubicBezTo>
                  <a:cubicBezTo>
                    <a:pt x="185" y="82"/>
                    <a:pt x="184" y="83"/>
                    <a:pt x="184" y="84"/>
                  </a:cubicBezTo>
                  <a:cubicBezTo>
                    <a:pt x="183" y="86"/>
                    <a:pt x="182" y="87"/>
                    <a:pt x="182" y="89"/>
                  </a:cubicBezTo>
                  <a:cubicBezTo>
                    <a:pt x="181" y="90"/>
                    <a:pt x="181" y="92"/>
                    <a:pt x="180" y="93"/>
                  </a:cubicBezTo>
                  <a:cubicBezTo>
                    <a:pt x="180" y="95"/>
                    <a:pt x="180" y="96"/>
                    <a:pt x="179" y="98"/>
                  </a:cubicBezTo>
                  <a:cubicBezTo>
                    <a:pt x="179" y="97"/>
                    <a:pt x="179" y="95"/>
                    <a:pt x="179" y="94"/>
                  </a:cubicBezTo>
                  <a:cubicBezTo>
                    <a:pt x="180" y="94"/>
                    <a:pt x="180" y="92"/>
                    <a:pt x="180" y="91"/>
                  </a:cubicBezTo>
                  <a:cubicBezTo>
                    <a:pt x="180" y="91"/>
                    <a:pt x="180" y="91"/>
                    <a:pt x="180" y="91"/>
                  </a:cubicBezTo>
                  <a:close/>
                  <a:moveTo>
                    <a:pt x="179" y="73"/>
                  </a:moveTo>
                  <a:cubicBezTo>
                    <a:pt x="179" y="73"/>
                    <a:pt x="179" y="73"/>
                    <a:pt x="179" y="73"/>
                  </a:cubicBezTo>
                  <a:cubicBezTo>
                    <a:pt x="179" y="73"/>
                    <a:pt x="179" y="73"/>
                    <a:pt x="179" y="73"/>
                  </a:cubicBezTo>
                  <a:close/>
                  <a:moveTo>
                    <a:pt x="269" y="123"/>
                  </a:moveTo>
                  <a:cubicBezTo>
                    <a:pt x="270" y="123"/>
                    <a:pt x="271" y="123"/>
                    <a:pt x="271" y="123"/>
                  </a:cubicBezTo>
                  <a:cubicBezTo>
                    <a:pt x="270" y="123"/>
                    <a:pt x="270" y="123"/>
                    <a:pt x="269" y="123"/>
                  </a:cubicBezTo>
                  <a:close/>
                  <a:moveTo>
                    <a:pt x="194" y="180"/>
                  </a:moveTo>
                  <a:cubicBezTo>
                    <a:pt x="194" y="180"/>
                    <a:pt x="194" y="181"/>
                    <a:pt x="194" y="181"/>
                  </a:cubicBezTo>
                  <a:cubicBezTo>
                    <a:pt x="194" y="181"/>
                    <a:pt x="194" y="180"/>
                    <a:pt x="194" y="180"/>
                  </a:cubicBezTo>
                  <a:close/>
                  <a:moveTo>
                    <a:pt x="53" y="43"/>
                  </a:moveTo>
                  <a:cubicBezTo>
                    <a:pt x="53" y="44"/>
                    <a:pt x="53" y="44"/>
                    <a:pt x="52" y="44"/>
                  </a:cubicBezTo>
                  <a:cubicBezTo>
                    <a:pt x="52" y="44"/>
                    <a:pt x="52" y="43"/>
                    <a:pt x="53" y="43"/>
                  </a:cubicBezTo>
                  <a:close/>
                  <a:moveTo>
                    <a:pt x="27" y="50"/>
                  </a:moveTo>
                  <a:cubicBezTo>
                    <a:pt x="26" y="50"/>
                    <a:pt x="26" y="51"/>
                    <a:pt x="26" y="51"/>
                  </a:cubicBezTo>
                  <a:cubicBezTo>
                    <a:pt x="26" y="51"/>
                    <a:pt x="25" y="51"/>
                    <a:pt x="25" y="51"/>
                  </a:cubicBezTo>
                  <a:cubicBezTo>
                    <a:pt x="25" y="50"/>
                    <a:pt x="25" y="51"/>
                    <a:pt x="25" y="51"/>
                  </a:cubicBezTo>
                  <a:cubicBezTo>
                    <a:pt x="25" y="51"/>
                    <a:pt x="25" y="50"/>
                    <a:pt x="25" y="50"/>
                  </a:cubicBezTo>
                  <a:cubicBezTo>
                    <a:pt x="25" y="50"/>
                    <a:pt x="26" y="50"/>
                    <a:pt x="26" y="49"/>
                  </a:cubicBezTo>
                  <a:cubicBezTo>
                    <a:pt x="26" y="49"/>
                    <a:pt x="26" y="48"/>
                    <a:pt x="27" y="47"/>
                  </a:cubicBezTo>
                  <a:cubicBezTo>
                    <a:pt x="27" y="48"/>
                    <a:pt x="27" y="49"/>
                    <a:pt x="27" y="50"/>
                  </a:cubicBezTo>
                  <a:close/>
                  <a:moveTo>
                    <a:pt x="60" y="86"/>
                  </a:moveTo>
                  <a:cubicBezTo>
                    <a:pt x="60" y="86"/>
                    <a:pt x="60" y="85"/>
                    <a:pt x="60" y="85"/>
                  </a:cubicBezTo>
                  <a:cubicBezTo>
                    <a:pt x="59" y="84"/>
                    <a:pt x="59" y="84"/>
                    <a:pt x="60" y="83"/>
                  </a:cubicBezTo>
                  <a:cubicBezTo>
                    <a:pt x="60" y="84"/>
                    <a:pt x="61" y="84"/>
                    <a:pt x="61" y="85"/>
                  </a:cubicBezTo>
                  <a:cubicBezTo>
                    <a:pt x="61" y="85"/>
                    <a:pt x="61" y="86"/>
                    <a:pt x="60" y="86"/>
                  </a:cubicBezTo>
                  <a:close/>
                  <a:moveTo>
                    <a:pt x="49" y="38"/>
                  </a:moveTo>
                  <a:cubicBezTo>
                    <a:pt x="49" y="38"/>
                    <a:pt x="48" y="39"/>
                    <a:pt x="48" y="39"/>
                  </a:cubicBezTo>
                  <a:cubicBezTo>
                    <a:pt x="48" y="40"/>
                    <a:pt x="49" y="40"/>
                    <a:pt x="48" y="40"/>
                  </a:cubicBezTo>
                  <a:cubicBezTo>
                    <a:pt x="47" y="39"/>
                    <a:pt x="47" y="38"/>
                    <a:pt x="46" y="37"/>
                  </a:cubicBezTo>
                  <a:cubicBezTo>
                    <a:pt x="46" y="37"/>
                    <a:pt x="46" y="36"/>
                    <a:pt x="46" y="36"/>
                  </a:cubicBezTo>
                  <a:cubicBezTo>
                    <a:pt x="45" y="36"/>
                    <a:pt x="46" y="35"/>
                    <a:pt x="46" y="35"/>
                  </a:cubicBezTo>
                  <a:cubicBezTo>
                    <a:pt x="46" y="35"/>
                    <a:pt x="46" y="34"/>
                    <a:pt x="46" y="34"/>
                  </a:cubicBezTo>
                  <a:cubicBezTo>
                    <a:pt x="46" y="34"/>
                    <a:pt x="47" y="35"/>
                    <a:pt x="47" y="35"/>
                  </a:cubicBezTo>
                  <a:cubicBezTo>
                    <a:pt x="48" y="35"/>
                    <a:pt x="48" y="36"/>
                    <a:pt x="48" y="36"/>
                  </a:cubicBezTo>
                  <a:cubicBezTo>
                    <a:pt x="47" y="36"/>
                    <a:pt x="47" y="37"/>
                    <a:pt x="47" y="37"/>
                  </a:cubicBezTo>
                  <a:cubicBezTo>
                    <a:pt x="48" y="38"/>
                    <a:pt x="49" y="37"/>
                    <a:pt x="49" y="38"/>
                  </a:cubicBezTo>
                  <a:close/>
                  <a:moveTo>
                    <a:pt x="91" y="122"/>
                  </a:moveTo>
                  <a:cubicBezTo>
                    <a:pt x="91" y="123"/>
                    <a:pt x="90" y="121"/>
                    <a:pt x="90" y="121"/>
                  </a:cubicBezTo>
                  <a:cubicBezTo>
                    <a:pt x="91" y="121"/>
                    <a:pt x="92" y="122"/>
                    <a:pt x="91" y="122"/>
                  </a:cubicBezTo>
                  <a:close/>
                  <a:moveTo>
                    <a:pt x="1" y="39"/>
                  </a:moveTo>
                  <a:cubicBezTo>
                    <a:pt x="1" y="39"/>
                    <a:pt x="1" y="40"/>
                    <a:pt x="1" y="40"/>
                  </a:cubicBezTo>
                  <a:cubicBezTo>
                    <a:pt x="1" y="40"/>
                    <a:pt x="0" y="42"/>
                    <a:pt x="0" y="42"/>
                  </a:cubicBezTo>
                  <a:cubicBezTo>
                    <a:pt x="0" y="42"/>
                    <a:pt x="0" y="40"/>
                    <a:pt x="0" y="40"/>
                  </a:cubicBezTo>
                  <a:cubicBezTo>
                    <a:pt x="0" y="39"/>
                    <a:pt x="0" y="39"/>
                    <a:pt x="1" y="38"/>
                  </a:cubicBezTo>
                  <a:cubicBezTo>
                    <a:pt x="1" y="39"/>
                    <a:pt x="1" y="39"/>
                    <a:pt x="1" y="39"/>
                  </a:cubicBezTo>
                  <a:close/>
                  <a:moveTo>
                    <a:pt x="276" y="134"/>
                  </a:moveTo>
                  <a:cubicBezTo>
                    <a:pt x="276" y="133"/>
                    <a:pt x="277" y="133"/>
                    <a:pt x="278" y="133"/>
                  </a:cubicBezTo>
                  <a:cubicBezTo>
                    <a:pt x="277" y="134"/>
                    <a:pt x="276" y="136"/>
                    <a:pt x="275" y="137"/>
                  </a:cubicBezTo>
                  <a:cubicBezTo>
                    <a:pt x="275" y="136"/>
                    <a:pt x="275" y="135"/>
                    <a:pt x="276" y="134"/>
                  </a:cubicBezTo>
                  <a:close/>
                  <a:moveTo>
                    <a:pt x="92" y="124"/>
                  </a:moveTo>
                  <a:cubicBezTo>
                    <a:pt x="92" y="124"/>
                    <a:pt x="91" y="124"/>
                    <a:pt x="91" y="124"/>
                  </a:cubicBezTo>
                  <a:cubicBezTo>
                    <a:pt x="91" y="123"/>
                    <a:pt x="92" y="123"/>
                    <a:pt x="92" y="123"/>
                  </a:cubicBezTo>
                  <a:cubicBezTo>
                    <a:pt x="93" y="123"/>
                    <a:pt x="93" y="124"/>
                    <a:pt x="92" y="124"/>
                  </a:cubicBezTo>
                  <a:close/>
                  <a:moveTo>
                    <a:pt x="65" y="91"/>
                  </a:moveTo>
                  <a:cubicBezTo>
                    <a:pt x="66" y="92"/>
                    <a:pt x="66" y="93"/>
                    <a:pt x="66" y="94"/>
                  </a:cubicBezTo>
                  <a:cubicBezTo>
                    <a:pt x="65" y="94"/>
                    <a:pt x="65" y="92"/>
                    <a:pt x="65" y="91"/>
                  </a:cubicBezTo>
                  <a:close/>
                  <a:moveTo>
                    <a:pt x="61" y="90"/>
                  </a:moveTo>
                  <a:cubicBezTo>
                    <a:pt x="62" y="89"/>
                    <a:pt x="62" y="91"/>
                    <a:pt x="61" y="91"/>
                  </a:cubicBezTo>
                  <a:cubicBezTo>
                    <a:pt x="61" y="91"/>
                    <a:pt x="61" y="90"/>
                    <a:pt x="61" y="90"/>
                  </a:cubicBezTo>
                  <a:close/>
                  <a:moveTo>
                    <a:pt x="50" y="45"/>
                  </a:moveTo>
                  <a:cubicBezTo>
                    <a:pt x="50" y="45"/>
                    <a:pt x="50" y="44"/>
                    <a:pt x="50" y="44"/>
                  </a:cubicBezTo>
                  <a:cubicBezTo>
                    <a:pt x="50" y="44"/>
                    <a:pt x="51" y="45"/>
                    <a:pt x="50" y="45"/>
                  </a:cubicBezTo>
                  <a:close/>
                  <a:moveTo>
                    <a:pt x="59" y="73"/>
                  </a:moveTo>
                  <a:cubicBezTo>
                    <a:pt x="58" y="73"/>
                    <a:pt x="59" y="73"/>
                    <a:pt x="59" y="74"/>
                  </a:cubicBezTo>
                  <a:cubicBezTo>
                    <a:pt x="59" y="74"/>
                    <a:pt x="58" y="74"/>
                    <a:pt x="58" y="74"/>
                  </a:cubicBezTo>
                  <a:cubicBezTo>
                    <a:pt x="57" y="74"/>
                    <a:pt x="57" y="75"/>
                    <a:pt x="57" y="75"/>
                  </a:cubicBezTo>
                  <a:cubicBezTo>
                    <a:pt x="56" y="76"/>
                    <a:pt x="57" y="75"/>
                    <a:pt x="57" y="74"/>
                  </a:cubicBezTo>
                  <a:cubicBezTo>
                    <a:pt x="57" y="73"/>
                    <a:pt x="58" y="73"/>
                    <a:pt x="59" y="73"/>
                  </a:cubicBezTo>
                  <a:close/>
                  <a:moveTo>
                    <a:pt x="45" y="89"/>
                  </a:moveTo>
                  <a:cubicBezTo>
                    <a:pt x="46" y="89"/>
                    <a:pt x="45" y="90"/>
                    <a:pt x="45" y="89"/>
                  </a:cubicBezTo>
                  <a:cubicBezTo>
                    <a:pt x="45" y="88"/>
                    <a:pt x="45" y="88"/>
                    <a:pt x="45" y="88"/>
                  </a:cubicBezTo>
                  <a:cubicBezTo>
                    <a:pt x="45" y="87"/>
                    <a:pt x="44" y="86"/>
                    <a:pt x="44" y="87"/>
                  </a:cubicBezTo>
                  <a:cubicBezTo>
                    <a:pt x="44" y="87"/>
                    <a:pt x="44" y="87"/>
                    <a:pt x="44" y="86"/>
                  </a:cubicBezTo>
                  <a:cubicBezTo>
                    <a:pt x="45" y="85"/>
                    <a:pt x="45" y="85"/>
                    <a:pt x="45" y="84"/>
                  </a:cubicBezTo>
                  <a:cubicBezTo>
                    <a:pt x="46" y="83"/>
                    <a:pt x="46" y="82"/>
                    <a:pt x="46" y="81"/>
                  </a:cubicBezTo>
                  <a:cubicBezTo>
                    <a:pt x="47" y="81"/>
                    <a:pt x="46" y="82"/>
                    <a:pt x="46" y="82"/>
                  </a:cubicBezTo>
                  <a:cubicBezTo>
                    <a:pt x="46" y="83"/>
                    <a:pt x="46" y="84"/>
                    <a:pt x="45" y="85"/>
                  </a:cubicBezTo>
                  <a:cubicBezTo>
                    <a:pt x="45" y="85"/>
                    <a:pt x="45" y="85"/>
                    <a:pt x="45" y="86"/>
                  </a:cubicBezTo>
                  <a:cubicBezTo>
                    <a:pt x="44" y="86"/>
                    <a:pt x="45" y="86"/>
                    <a:pt x="45" y="87"/>
                  </a:cubicBezTo>
                  <a:cubicBezTo>
                    <a:pt x="45" y="87"/>
                    <a:pt x="45" y="88"/>
                    <a:pt x="45" y="89"/>
                  </a:cubicBezTo>
                  <a:close/>
                  <a:moveTo>
                    <a:pt x="228" y="154"/>
                  </a:moveTo>
                  <a:cubicBezTo>
                    <a:pt x="227" y="154"/>
                    <a:pt x="227" y="154"/>
                    <a:pt x="226" y="154"/>
                  </a:cubicBezTo>
                  <a:cubicBezTo>
                    <a:pt x="226" y="154"/>
                    <a:pt x="228" y="153"/>
                    <a:pt x="228" y="153"/>
                  </a:cubicBezTo>
                  <a:cubicBezTo>
                    <a:pt x="228" y="153"/>
                    <a:pt x="229" y="153"/>
                    <a:pt x="229" y="153"/>
                  </a:cubicBezTo>
                  <a:cubicBezTo>
                    <a:pt x="230" y="153"/>
                    <a:pt x="229" y="154"/>
                    <a:pt x="229" y="153"/>
                  </a:cubicBezTo>
                  <a:cubicBezTo>
                    <a:pt x="228" y="153"/>
                    <a:pt x="228" y="154"/>
                    <a:pt x="227" y="154"/>
                  </a:cubicBezTo>
                  <a:cubicBezTo>
                    <a:pt x="227" y="154"/>
                    <a:pt x="227" y="154"/>
                    <a:pt x="228" y="154"/>
                  </a:cubicBezTo>
                  <a:close/>
                  <a:moveTo>
                    <a:pt x="57" y="41"/>
                  </a:moveTo>
                  <a:cubicBezTo>
                    <a:pt x="57" y="41"/>
                    <a:pt x="57" y="42"/>
                    <a:pt x="56" y="42"/>
                  </a:cubicBezTo>
                  <a:cubicBezTo>
                    <a:pt x="56" y="42"/>
                    <a:pt x="56" y="43"/>
                    <a:pt x="55" y="43"/>
                  </a:cubicBezTo>
                  <a:cubicBezTo>
                    <a:pt x="55" y="43"/>
                    <a:pt x="53" y="42"/>
                    <a:pt x="53" y="42"/>
                  </a:cubicBezTo>
                  <a:cubicBezTo>
                    <a:pt x="54" y="42"/>
                    <a:pt x="54" y="41"/>
                    <a:pt x="54" y="41"/>
                  </a:cubicBezTo>
                  <a:cubicBezTo>
                    <a:pt x="54" y="41"/>
                    <a:pt x="54" y="40"/>
                    <a:pt x="55" y="40"/>
                  </a:cubicBezTo>
                  <a:cubicBezTo>
                    <a:pt x="55" y="40"/>
                    <a:pt x="55" y="38"/>
                    <a:pt x="56" y="38"/>
                  </a:cubicBezTo>
                  <a:cubicBezTo>
                    <a:pt x="56" y="38"/>
                    <a:pt x="57" y="38"/>
                    <a:pt x="57" y="38"/>
                  </a:cubicBezTo>
                  <a:cubicBezTo>
                    <a:pt x="57" y="38"/>
                    <a:pt x="57" y="39"/>
                    <a:pt x="57" y="39"/>
                  </a:cubicBezTo>
                  <a:cubicBezTo>
                    <a:pt x="57" y="39"/>
                    <a:pt x="57" y="40"/>
                    <a:pt x="57" y="41"/>
                  </a:cubicBezTo>
                  <a:close/>
                  <a:moveTo>
                    <a:pt x="44" y="152"/>
                  </a:moveTo>
                  <a:cubicBezTo>
                    <a:pt x="44" y="152"/>
                    <a:pt x="44" y="154"/>
                    <a:pt x="44" y="153"/>
                  </a:cubicBezTo>
                  <a:cubicBezTo>
                    <a:pt x="43" y="153"/>
                    <a:pt x="43" y="152"/>
                    <a:pt x="44" y="152"/>
                  </a:cubicBezTo>
                  <a:close/>
                  <a:moveTo>
                    <a:pt x="44" y="11"/>
                  </a:moveTo>
                  <a:cubicBezTo>
                    <a:pt x="44" y="11"/>
                    <a:pt x="43" y="11"/>
                    <a:pt x="43" y="10"/>
                  </a:cubicBezTo>
                  <a:cubicBezTo>
                    <a:pt x="44" y="9"/>
                    <a:pt x="44" y="11"/>
                    <a:pt x="44" y="11"/>
                  </a:cubicBezTo>
                  <a:close/>
                  <a:moveTo>
                    <a:pt x="6" y="158"/>
                  </a:moveTo>
                  <a:cubicBezTo>
                    <a:pt x="6" y="157"/>
                    <a:pt x="8" y="158"/>
                    <a:pt x="6" y="15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30" name="Mauritania">
              <a:extLst>
                <a:ext uri="{FF2B5EF4-FFF2-40B4-BE49-F238E27FC236}">
                  <a16:creationId xmlns:a16="http://schemas.microsoft.com/office/drawing/2014/main" id="{683E3B9A-46C9-CFB8-73C2-668F6575FD69}"/>
                </a:ext>
              </a:extLst>
            </p:cNvPr>
            <p:cNvSpPr>
              <a:spLocks noEditPoints="1"/>
            </p:cNvSpPr>
            <p:nvPr/>
          </p:nvSpPr>
          <p:spPr bwMode="auto">
            <a:xfrm>
              <a:off x="5127208" y="2980872"/>
              <a:ext cx="417550" cy="489102"/>
            </a:xfrm>
            <a:custGeom>
              <a:avLst/>
              <a:gdLst/>
              <a:ahLst/>
              <a:cxnLst>
                <a:cxn ang="0">
                  <a:pos x="109" y="126"/>
                </a:cxn>
                <a:cxn ang="0">
                  <a:pos x="96" y="130"/>
                </a:cxn>
                <a:cxn ang="0">
                  <a:pos x="71" y="129"/>
                </a:cxn>
                <a:cxn ang="0">
                  <a:pos x="68" y="131"/>
                </a:cxn>
                <a:cxn ang="0">
                  <a:pos x="60" y="131"/>
                </a:cxn>
                <a:cxn ang="0">
                  <a:pos x="57" y="134"/>
                </a:cxn>
                <a:cxn ang="0">
                  <a:pos x="52" y="129"/>
                </a:cxn>
                <a:cxn ang="0">
                  <a:pos x="49" y="129"/>
                </a:cxn>
                <a:cxn ang="0">
                  <a:pos x="46" y="138"/>
                </a:cxn>
                <a:cxn ang="0">
                  <a:pos x="44" y="138"/>
                </a:cxn>
                <a:cxn ang="0">
                  <a:pos x="40" y="134"/>
                </a:cxn>
                <a:cxn ang="0">
                  <a:pos x="38" y="133"/>
                </a:cxn>
                <a:cxn ang="0">
                  <a:pos x="37" y="130"/>
                </a:cxn>
                <a:cxn ang="0">
                  <a:pos x="34" y="127"/>
                </a:cxn>
                <a:cxn ang="0">
                  <a:pos x="33" y="124"/>
                </a:cxn>
                <a:cxn ang="0">
                  <a:pos x="30" y="123"/>
                </a:cxn>
                <a:cxn ang="0">
                  <a:pos x="28" y="122"/>
                </a:cxn>
                <a:cxn ang="0">
                  <a:pos x="25" y="118"/>
                </a:cxn>
                <a:cxn ang="0">
                  <a:pos x="23" y="117"/>
                </a:cxn>
                <a:cxn ang="0">
                  <a:pos x="18" y="117"/>
                </a:cxn>
                <a:cxn ang="0">
                  <a:pos x="13" y="118"/>
                </a:cxn>
                <a:cxn ang="0">
                  <a:pos x="10" y="119"/>
                </a:cxn>
                <a:cxn ang="0">
                  <a:pos x="7" y="119"/>
                </a:cxn>
                <a:cxn ang="0">
                  <a:pos x="4" y="122"/>
                </a:cxn>
                <a:cxn ang="0">
                  <a:pos x="3" y="124"/>
                </a:cxn>
                <a:cxn ang="0">
                  <a:pos x="8" y="100"/>
                </a:cxn>
                <a:cxn ang="0">
                  <a:pos x="7" y="91"/>
                </a:cxn>
                <a:cxn ang="0">
                  <a:pos x="6" y="87"/>
                </a:cxn>
                <a:cxn ang="0">
                  <a:pos x="6" y="86"/>
                </a:cxn>
                <a:cxn ang="0">
                  <a:pos x="7" y="84"/>
                </a:cxn>
                <a:cxn ang="0">
                  <a:pos x="7" y="82"/>
                </a:cxn>
                <a:cxn ang="0">
                  <a:pos x="7" y="81"/>
                </a:cxn>
                <a:cxn ang="0">
                  <a:pos x="7" y="76"/>
                </a:cxn>
                <a:cxn ang="0">
                  <a:pos x="6" y="73"/>
                </a:cxn>
                <a:cxn ang="0">
                  <a:pos x="5" y="74"/>
                </a:cxn>
                <a:cxn ang="0">
                  <a:pos x="3" y="72"/>
                </a:cxn>
                <a:cxn ang="0">
                  <a:pos x="2" y="70"/>
                </a:cxn>
                <a:cxn ang="0">
                  <a:pos x="0" y="71"/>
                </a:cxn>
                <a:cxn ang="0">
                  <a:pos x="3" y="66"/>
                </a:cxn>
                <a:cxn ang="0">
                  <a:pos x="38" y="54"/>
                </a:cxn>
                <a:cxn ang="0">
                  <a:pos x="43" y="44"/>
                </a:cxn>
                <a:cxn ang="0">
                  <a:pos x="49" y="42"/>
                </a:cxn>
                <a:cxn ang="0">
                  <a:pos x="50" y="18"/>
                </a:cxn>
                <a:cxn ang="0">
                  <a:pos x="69" y="15"/>
                </a:cxn>
                <a:cxn ang="0">
                  <a:pos x="82" y="10"/>
                </a:cxn>
                <a:cxn ang="0">
                  <a:pos x="101" y="26"/>
                </a:cxn>
                <a:cxn ang="0">
                  <a:pos x="108" y="113"/>
                </a:cxn>
                <a:cxn ang="0">
                  <a:pos x="6" y="82"/>
                </a:cxn>
              </a:cxnLst>
              <a:rect l="0" t="0" r="r" b="b"/>
              <a:pathLst>
                <a:path w="118" h="138">
                  <a:moveTo>
                    <a:pt x="109" y="120"/>
                  </a:moveTo>
                  <a:cubicBezTo>
                    <a:pt x="110" y="120"/>
                    <a:pt x="110" y="121"/>
                    <a:pt x="110" y="122"/>
                  </a:cubicBezTo>
                  <a:cubicBezTo>
                    <a:pt x="110" y="123"/>
                    <a:pt x="110" y="125"/>
                    <a:pt x="109" y="126"/>
                  </a:cubicBezTo>
                  <a:cubicBezTo>
                    <a:pt x="109" y="127"/>
                    <a:pt x="109" y="128"/>
                    <a:pt x="109" y="129"/>
                  </a:cubicBezTo>
                  <a:cubicBezTo>
                    <a:pt x="109" y="130"/>
                    <a:pt x="108" y="130"/>
                    <a:pt x="108" y="130"/>
                  </a:cubicBezTo>
                  <a:cubicBezTo>
                    <a:pt x="104" y="130"/>
                    <a:pt x="100" y="130"/>
                    <a:pt x="96" y="130"/>
                  </a:cubicBezTo>
                  <a:cubicBezTo>
                    <a:pt x="88" y="130"/>
                    <a:pt x="80" y="130"/>
                    <a:pt x="72" y="130"/>
                  </a:cubicBezTo>
                  <a:cubicBezTo>
                    <a:pt x="72" y="129"/>
                    <a:pt x="72" y="129"/>
                    <a:pt x="72" y="128"/>
                  </a:cubicBezTo>
                  <a:cubicBezTo>
                    <a:pt x="72" y="127"/>
                    <a:pt x="71" y="129"/>
                    <a:pt x="71" y="129"/>
                  </a:cubicBezTo>
                  <a:cubicBezTo>
                    <a:pt x="71" y="129"/>
                    <a:pt x="71" y="130"/>
                    <a:pt x="71" y="130"/>
                  </a:cubicBezTo>
                  <a:cubicBezTo>
                    <a:pt x="71" y="131"/>
                    <a:pt x="70" y="131"/>
                    <a:pt x="70" y="131"/>
                  </a:cubicBezTo>
                  <a:cubicBezTo>
                    <a:pt x="69" y="131"/>
                    <a:pt x="68" y="131"/>
                    <a:pt x="68" y="131"/>
                  </a:cubicBezTo>
                  <a:cubicBezTo>
                    <a:pt x="67" y="131"/>
                    <a:pt x="66" y="131"/>
                    <a:pt x="65" y="131"/>
                  </a:cubicBezTo>
                  <a:cubicBezTo>
                    <a:pt x="64" y="131"/>
                    <a:pt x="64" y="131"/>
                    <a:pt x="63" y="131"/>
                  </a:cubicBezTo>
                  <a:cubicBezTo>
                    <a:pt x="62" y="131"/>
                    <a:pt x="61" y="130"/>
                    <a:pt x="60" y="131"/>
                  </a:cubicBezTo>
                  <a:cubicBezTo>
                    <a:pt x="60" y="131"/>
                    <a:pt x="59" y="131"/>
                    <a:pt x="59" y="131"/>
                  </a:cubicBezTo>
                  <a:cubicBezTo>
                    <a:pt x="59" y="131"/>
                    <a:pt x="58" y="132"/>
                    <a:pt x="58" y="132"/>
                  </a:cubicBezTo>
                  <a:cubicBezTo>
                    <a:pt x="58" y="132"/>
                    <a:pt x="57" y="134"/>
                    <a:pt x="57" y="134"/>
                  </a:cubicBezTo>
                  <a:cubicBezTo>
                    <a:pt x="56" y="134"/>
                    <a:pt x="56" y="133"/>
                    <a:pt x="56" y="133"/>
                  </a:cubicBezTo>
                  <a:cubicBezTo>
                    <a:pt x="55" y="132"/>
                    <a:pt x="55" y="132"/>
                    <a:pt x="54" y="131"/>
                  </a:cubicBezTo>
                  <a:cubicBezTo>
                    <a:pt x="53" y="131"/>
                    <a:pt x="53" y="130"/>
                    <a:pt x="52" y="129"/>
                  </a:cubicBezTo>
                  <a:cubicBezTo>
                    <a:pt x="52" y="129"/>
                    <a:pt x="52" y="128"/>
                    <a:pt x="51" y="128"/>
                  </a:cubicBezTo>
                  <a:cubicBezTo>
                    <a:pt x="51" y="129"/>
                    <a:pt x="50" y="129"/>
                    <a:pt x="50" y="129"/>
                  </a:cubicBezTo>
                  <a:cubicBezTo>
                    <a:pt x="50" y="130"/>
                    <a:pt x="50" y="130"/>
                    <a:pt x="49" y="129"/>
                  </a:cubicBezTo>
                  <a:cubicBezTo>
                    <a:pt x="49" y="130"/>
                    <a:pt x="47" y="135"/>
                    <a:pt x="48" y="135"/>
                  </a:cubicBezTo>
                  <a:cubicBezTo>
                    <a:pt x="48" y="135"/>
                    <a:pt x="48" y="136"/>
                    <a:pt x="48" y="137"/>
                  </a:cubicBezTo>
                  <a:cubicBezTo>
                    <a:pt x="47" y="137"/>
                    <a:pt x="46" y="138"/>
                    <a:pt x="46" y="138"/>
                  </a:cubicBezTo>
                  <a:cubicBezTo>
                    <a:pt x="46" y="138"/>
                    <a:pt x="45" y="138"/>
                    <a:pt x="45" y="138"/>
                  </a:cubicBezTo>
                  <a:cubicBezTo>
                    <a:pt x="45" y="138"/>
                    <a:pt x="45" y="138"/>
                    <a:pt x="45" y="138"/>
                  </a:cubicBezTo>
                  <a:cubicBezTo>
                    <a:pt x="45" y="138"/>
                    <a:pt x="44" y="138"/>
                    <a:pt x="44" y="138"/>
                  </a:cubicBezTo>
                  <a:cubicBezTo>
                    <a:pt x="43" y="138"/>
                    <a:pt x="43" y="137"/>
                    <a:pt x="42" y="137"/>
                  </a:cubicBezTo>
                  <a:cubicBezTo>
                    <a:pt x="42" y="137"/>
                    <a:pt x="42" y="136"/>
                    <a:pt x="41" y="135"/>
                  </a:cubicBezTo>
                  <a:cubicBezTo>
                    <a:pt x="41" y="135"/>
                    <a:pt x="40" y="135"/>
                    <a:pt x="40" y="134"/>
                  </a:cubicBezTo>
                  <a:cubicBezTo>
                    <a:pt x="40" y="134"/>
                    <a:pt x="39" y="135"/>
                    <a:pt x="39" y="134"/>
                  </a:cubicBezTo>
                  <a:cubicBezTo>
                    <a:pt x="39" y="134"/>
                    <a:pt x="39" y="133"/>
                    <a:pt x="38" y="133"/>
                  </a:cubicBezTo>
                  <a:cubicBezTo>
                    <a:pt x="38" y="133"/>
                    <a:pt x="38" y="133"/>
                    <a:pt x="38" y="133"/>
                  </a:cubicBezTo>
                  <a:cubicBezTo>
                    <a:pt x="38" y="133"/>
                    <a:pt x="37" y="132"/>
                    <a:pt x="38" y="132"/>
                  </a:cubicBezTo>
                  <a:cubicBezTo>
                    <a:pt x="38" y="132"/>
                    <a:pt x="38" y="132"/>
                    <a:pt x="38" y="132"/>
                  </a:cubicBezTo>
                  <a:cubicBezTo>
                    <a:pt x="37" y="131"/>
                    <a:pt x="37" y="130"/>
                    <a:pt x="37" y="130"/>
                  </a:cubicBezTo>
                  <a:cubicBezTo>
                    <a:pt x="36" y="130"/>
                    <a:pt x="36" y="130"/>
                    <a:pt x="36" y="129"/>
                  </a:cubicBezTo>
                  <a:cubicBezTo>
                    <a:pt x="35" y="128"/>
                    <a:pt x="34" y="129"/>
                    <a:pt x="34" y="128"/>
                  </a:cubicBezTo>
                  <a:cubicBezTo>
                    <a:pt x="34" y="128"/>
                    <a:pt x="34" y="127"/>
                    <a:pt x="34" y="127"/>
                  </a:cubicBezTo>
                  <a:cubicBezTo>
                    <a:pt x="34" y="127"/>
                    <a:pt x="34" y="126"/>
                    <a:pt x="34" y="126"/>
                  </a:cubicBezTo>
                  <a:cubicBezTo>
                    <a:pt x="34" y="125"/>
                    <a:pt x="33" y="125"/>
                    <a:pt x="33" y="125"/>
                  </a:cubicBezTo>
                  <a:cubicBezTo>
                    <a:pt x="33" y="124"/>
                    <a:pt x="33" y="124"/>
                    <a:pt x="33" y="124"/>
                  </a:cubicBezTo>
                  <a:cubicBezTo>
                    <a:pt x="33" y="124"/>
                    <a:pt x="32" y="123"/>
                    <a:pt x="32" y="123"/>
                  </a:cubicBezTo>
                  <a:cubicBezTo>
                    <a:pt x="32" y="123"/>
                    <a:pt x="32" y="123"/>
                    <a:pt x="32" y="123"/>
                  </a:cubicBezTo>
                  <a:cubicBezTo>
                    <a:pt x="32" y="123"/>
                    <a:pt x="30" y="124"/>
                    <a:pt x="30" y="123"/>
                  </a:cubicBezTo>
                  <a:cubicBezTo>
                    <a:pt x="30" y="122"/>
                    <a:pt x="29" y="123"/>
                    <a:pt x="29" y="123"/>
                  </a:cubicBezTo>
                  <a:cubicBezTo>
                    <a:pt x="28" y="123"/>
                    <a:pt x="28" y="123"/>
                    <a:pt x="28" y="123"/>
                  </a:cubicBezTo>
                  <a:cubicBezTo>
                    <a:pt x="28" y="122"/>
                    <a:pt x="28" y="122"/>
                    <a:pt x="28" y="122"/>
                  </a:cubicBezTo>
                  <a:cubicBezTo>
                    <a:pt x="28" y="122"/>
                    <a:pt x="27" y="122"/>
                    <a:pt x="28" y="121"/>
                  </a:cubicBezTo>
                  <a:cubicBezTo>
                    <a:pt x="28" y="120"/>
                    <a:pt x="26" y="119"/>
                    <a:pt x="26" y="119"/>
                  </a:cubicBezTo>
                  <a:cubicBezTo>
                    <a:pt x="25" y="119"/>
                    <a:pt x="25" y="118"/>
                    <a:pt x="25" y="118"/>
                  </a:cubicBezTo>
                  <a:cubicBezTo>
                    <a:pt x="25" y="118"/>
                    <a:pt x="24" y="118"/>
                    <a:pt x="24" y="118"/>
                  </a:cubicBezTo>
                  <a:cubicBezTo>
                    <a:pt x="24" y="118"/>
                    <a:pt x="24" y="117"/>
                    <a:pt x="24" y="117"/>
                  </a:cubicBezTo>
                  <a:cubicBezTo>
                    <a:pt x="24" y="117"/>
                    <a:pt x="23" y="117"/>
                    <a:pt x="23" y="117"/>
                  </a:cubicBezTo>
                  <a:cubicBezTo>
                    <a:pt x="22" y="118"/>
                    <a:pt x="21" y="117"/>
                    <a:pt x="20" y="117"/>
                  </a:cubicBezTo>
                  <a:cubicBezTo>
                    <a:pt x="19" y="117"/>
                    <a:pt x="18" y="118"/>
                    <a:pt x="18" y="117"/>
                  </a:cubicBezTo>
                  <a:cubicBezTo>
                    <a:pt x="18" y="117"/>
                    <a:pt x="18" y="117"/>
                    <a:pt x="18" y="117"/>
                  </a:cubicBezTo>
                  <a:cubicBezTo>
                    <a:pt x="17" y="117"/>
                    <a:pt x="16" y="117"/>
                    <a:pt x="17" y="118"/>
                  </a:cubicBezTo>
                  <a:cubicBezTo>
                    <a:pt x="17" y="118"/>
                    <a:pt x="15" y="118"/>
                    <a:pt x="14" y="118"/>
                  </a:cubicBezTo>
                  <a:cubicBezTo>
                    <a:pt x="14" y="119"/>
                    <a:pt x="14" y="118"/>
                    <a:pt x="13" y="118"/>
                  </a:cubicBezTo>
                  <a:cubicBezTo>
                    <a:pt x="13" y="118"/>
                    <a:pt x="13" y="119"/>
                    <a:pt x="13" y="119"/>
                  </a:cubicBezTo>
                  <a:cubicBezTo>
                    <a:pt x="12" y="119"/>
                    <a:pt x="12" y="119"/>
                    <a:pt x="12" y="119"/>
                  </a:cubicBezTo>
                  <a:cubicBezTo>
                    <a:pt x="12" y="119"/>
                    <a:pt x="11" y="119"/>
                    <a:pt x="10" y="119"/>
                  </a:cubicBezTo>
                  <a:cubicBezTo>
                    <a:pt x="10" y="119"/>
                    <a:pt x="9" y="119"/>
                    <a:pt x="9" y="119"/>
                  </a:cubicBezTo>
                  <a:cubicBezTo>
                    <a:pt x="8" y="119"/>
                    <a:pt x="8" y="119"/>
                    <a:pt x="7" y="119"/>
                  </a:cubicBezTo>
                  <a:cubicBezTo>
                    <a:pt x="7" y="119"/>
                    <a:pt x="7" y="118"/>
                    <a:pt x="7" y="119"/>
                  </a:cubicBezTo>
                  <a:cubicBezTo>
                    <a:pt x="6" y="119"/>
                    <a:pt x="6" y="119"/>
                    <a:pt x="6" y="119"/>
                  </a:cubicBezTo>
                  <a:cubicBezTo>
                    <a:pt x="6" y="119"/>
                    <a:pt x="6" y="119"/>
                    <a:pt x="5" y="119"/>
                  </a:cubicBezTo>
                  <a:cubicBezTo>
                    <a:pt x="5" y="119"/>
                    <a:pt x="5" y="121"/>
                    <a:pt x="4" y="122"/>
                  </a:cubicBezTo>
                  <a:cubicBezTo>
                    <a:pt x="4" y="122"/>
                    <a:pt x="4" y="122"/>
                    <a:pt x="4" y="122"/>
                  </a:cubicBezTo>
                  <a:cubicBezTo>
                    <a:pt x="3" y="123"/>
                    <a:pt x="4" y="123"/>
                    <a:pt x="3" y="124"/>
                  </a:cubicBezTo>
                  <a:cubicBezTo>
                    <a:pt x="3" y="123"/>
                    <a:pt x="3" y="123"/>
                    <a:pt x="3" y="124"/>
                  </a:cubicBezTo>
                  <a:cubicBezTo>
                    <a:pt x="3" y="122"/>
                    <a:pt x="3" y="120"/>
                    <a:pt x="4" y="118"/>
                  </a:cubicBezTo>
                  <a:cubicBezTo>
                    <a:pt x="4" y="116"/>
                    <a:pt x="5" y="114"/>
                    <a:pt x="6" y="112"/>
                  </a:cubicBezTo>
                  <a:cubicBezTo>
                    <a:pt x="8" y="108"/>
                    <a:pt x="9" y="104"/>
                    <a:pt x="8" y="100"/>
                  </a:cubicBezTo>
                  <a:cubicBezTo>
                    <a:pt x="8" y="99"/>
                    <a:pt x="8" y="98"/>
                    <a:pt x="8" y="97"/>
                  </a:cubicBezTo>
                  <a:cubicBezTo>
                    <a:pt x="8" y="96"/>
                    <a:pt x="8" y="95"/>
                    <a:pt x="7" y="94"/>
                  </a:cubicBezTo>
                  <a:cubicBezTo>
                    <a:pt x="7" y="93"/>
                    <a:pt x="7" y="92"/>
                    <a:pt x="7" y="91"/>
                  </a:cubicBezTo>
                  <a:cubicBezTo>
                    <a:pt x="6" y="90"/>
                    <a:pt x="6" y="89"/>
                    <a:pt x="5" y="89"/>
                  </a:cubicBezTo>
                  <a:cubicBezTo>
                    <a:pt x="5" y="89"/>
                    <a:pt x="4" y="88"/>
                    <a:pt x="4" y="87"/>
                  </a:cubicBezTo>
                  <a:cubicBezTo>
                    <a:pt x="4" y="87"/>
                    <a:pt x="5" y="87"/>
                    <a:pt x="6" y="87"/>
                  </a:cubicBezTo>
                  <a:cubicBezTo>
                    <a:pt x="6" y="87"/>
                    <a:pt x="7" y="86"/>
                    <a:pt x="7" y="86"/>
                  </a:cubicBezTo>
                  <a:cubicBezTo>
                    <a:pt x="7" y="85"/>
                    <a:pt x="6" y="86"/>
                    <a:pt x="6" y="86"/>
                  </a:cubicBezTo>
                  <a:cubicBezTo>
                    <a:pt x="6" y="86"/>
                    <a:pt x="6" y="86"/>
                    <a:pt x="6" y="86"/>
                  </a:cubicBezTo>
                  <a:cubicBezTo>
                    <a:pt x="5" y="86"/>
                    <a:pt x="6" y="87"/>
                    <a:pt x="5" y="87"/>
                  </a:cubicBezTo>
                  <a:cubicBezTo>
                    <a:pt x="5" y="87"/>
                    <a:pt x="5" y="86"/>
                    <a:pt x="5" y="86"/>
                  </a:cubicBezTo>
                  <a:cubicBezTo>
                    <a:pt x="5" y="85"/>
                    <a:pt x="6" y="85"/>
                    <a:pt x="7" y="84"/>
                  </a:cubicBezTo>
                  <a:cubicBezTo>
                    <a:pt x="7" y="84"/>
                    <a:pt x="7" y="83"/>
                    <a:pt x="7" y="83"/>
                  </a:cubicBezTo>
                  <a:cubicBezTo>
                    <a:pt x="7" y="83"/>
                    <a:pt x="7" y="83"/>
                    <a:pt x="7" y="82"/>
                  </a:cubicBezTo>
                  <a:cubicBezTo>
                    <a:pt x="7" y="82"/>
                    <a:pt x="7" y="82"/>
                    <a:pt x="7" y="82"/>
                  </a:cubicBezTo>
                  <a:cubicBezTo>
                    <a:pt x="7" y="82"/>
                    <a:pt x="7" y="81"/>
                    <a:pt x="7" y="82"/>
                  </a:cubicBezTo>
                  <a:cubicBezTo>
                    <a:pt x="7" y="82"/>
                    <a:pt x="6" y="82"/>
                    <a:pt x="7" y="81"/>
                  </a:cubicBezTo>
                  <a:cubicBezTo>
                    <a:pt x="7" y="81"/>
                    <a:pt x="7" y="81"/>
                    <a:pt x="7" y="81"/>
                  </a:cubicBezTo>
                  <a:cubicBezTo>
                    <a:pt x="8" y="80"/>
                    <a:pt x="7" y="80"/>
                    <a:pt x="7" y="79"/>
                  </a:cubicBezTo>
                  <a:cubicBezTo>
                    <a:pt x="7" y="79"/>
                    <a:pt x="8" y="79"/>
                    <a:pt x="8" y="78"/>
                  </a:cubicBezTo>
                  <a:cubicBezTo>
                    <a:pt x="8" y="77"/>
                    <a:pt x="7" y="77"/>
                    <a:pt x="7" y="76"/>
                  </a:cubicBezTo>
                  <a:cubicBezTo>
                    <a:pt x="6" y="76"/>
                    <a:pt x="6" y="75"/>
                    <a:pt x="6" y="75"/>
                  </a:cubicBezTo>
                  <a:cubicBezTo>
                    <a:pt x="6" y="74"/>
                    <a:pt x="5" y="73"/>
                    <a:pt x="6" y="73"/>
                  </a:cubicBezTo>
                  <a:cubicBezTo>
                    <a:pt x="6" y="73"/>
                    <a:pt x="6" y="73"/>
                    <a:pt x="6" y="73"/>
                  </a:cubicBezTo>
                  <a:cubicBezTo>
                    <a:pt x="6" y="73"/>
                    <a:pt x="5" y="73"/>
                    <a:pt x="5" y="73"/>
                  </a:cubicBezTo>
                  <a:cubicBezTo>
                    <a:pt x="5" y="73"/>
                    <a:pt x="5" y="72"/>
                    <a:pt x="5" y="72"/>
                  </a:cubicBezTo>
                  <a:cubicBezTo>
                    <a:pt x="5" y="73"/>
                    <a:pt x="5" y="74"/>
                    <a:pt x="5" y="74"/>
                  </a:cubicBezTo>
                  <a:cubicBezTo>
                    <a:pt x="5" y="74"/>
                    <a:pt x="4" y="73"/>
                    <a:pt x="4" y="73"/>
                  </a:cubicBezTo>
                  <a:cubicBezTo>
                    <a:pt x="3" y="73"/>
                    <a:pt x="4" y="73"/>
                    <a:pt x="3" y="72"/>
                  </a:cubicBezTo>
                  <a:cubicBezTo>
                    <a:pt x="3" y="72"/>
                    <a:pt x="3" y="72"/>
                    <a:pt x="3" y="72"/>
                  </a:cubicBezTo>
                  <a:cubicBezTo>
                    <a:pt x="3" y="72"/>
                    <a:pt x="3" y="72"/>
                    <a:pt x="3" y="72"/>
                  </a:cubicBezTo>
                  <a:cubicBezTo>
                    <a:pt x="3" y="71"/>
                    <a:pt x="3" y="71"/>
                    <a:pt x="3" y="71"/>
                  </a:cubicBezTo>
                  <a:cubicBezTo>
                    <a:pt x="3" y="70"/>
                    <a:pt x="2" y="70"/>
                    <a:pt x="2" y="70"/>
                  </a:cubicBezTo>
                  <a:cubicBezTo>
                    <a:pt x="2" y="70"/>
                    <a:pt x="2" y="68"/>
                    <a:pt x="1" y="68"/>
                  </a:cubicBezTo>
                  <a:cubicBezTo>
                    <a:pt x="1" y="68"/>
                    <a:pt x="0" y="69"/>
                    <a:pt x="0" y="70"/>
                  </a:cubicBezTo>
                  <a:cubicBezTo>
                    <a:pt x="0" y="70"/>
                    <a:pt x="0" y="70"/>
                    <a:pt x="0" y="71"/>
                  </a:cubicBezTo>
                  <a:cubicBezTo>
                    <a:pt x="0" y="71"/>
                    <a:pt x="0" y="72"/>
                    <a:pt x="0" y="72"/>
                  </a:cubicBezTo>
                  <a:cubicBezTo>
                    <a:pt x="0" y="71"/>
                    <a:pt x="0" y="69"/>
                    <a:pt x="1" y="68"/>
                  </a:cubicBezTo>
                  <a:cubicBezTo>
                    <a:pt x="1" y="66"/>
                    <a:pt x="1" y="66"/>
                    <a:pt x="3" y="66"/>
                  </a:cubicBezTo>
                  <a:cubicBezTo>
                    <a:pt x="7" y="66"/>
                    <a:pt x="10" y="66"/>
                    <a:pt x="14" y="66"/>
                  </a:cubicBezTo>
                  <a:cubicBezTo>
                    <a:pt x="22" y="66"/>
                    <a:pt x="31" y="66"/>
                    <a:pt x="39" y="66"/>
                  </a:cubicBezTo>
                  <a:cubicBezTo>
                    <a:pt x="39" y="62"/>
                    <a:pt x="39" y="58"/>
                    <a:pt x="38" y="54"/>
                  </a:cubicBezTo>
                  <a:cubicBezTo>
                    <a:pt x="38" y="52"/>
                    <a:pt x="37" y="51"/>
                    <a:pt x="38" y="49"/>
                  </a:cubicBezTo>
                  <a:cubicBezTo>
                    <a:pt x="39" y="47"/>
                    <a:pt x="40" y="46"/>
                    <a:pt x="42" y="46"/>
                  </a:cubicBezTo>
                  <a:cubicBezTo>
                    <a:pt x="42" y="45"/>
                    <a:pt x="43" y="45"/>
                    <a:pt x="43" y="44"/>
                  </a:cubicBezTo>
                  <a:cubicBezTo>
                    <a:pt x="44" y="44"/>
                    <a:pt x="45" y="44"/>
                    <a:pt x="46" y="44"/>
                  </a:cubicBezTo>
                  <a:cubicBezTo>
                    <a:pt x="46" y="44"/>
                    <a:pt x="47" y="43"/>
                    <a:pt x="48" y="43"/>
                  </a:cubicBezTo>
                  <a:cubicBezTo>
                    <a:pt x="48" y="43"/>
                    <a:pt x="49" y="43"/>
                    <a:pt x="49" y="42"/>
                  </a:cubicBezTo>
                  <a:cubicBezTo>
                    <a:pt x="49" y="40"/>
                    <a:pt x="49" y="39"/>
                    <a:pt x="49" y="37"/>
                  </a:cubicBezTo>
                  <a:cubicBezTo>
                    <a:pt x="49" y="35"/>
                    <a:pt x="49" y="33"/>
                    <a:pt x="49" y="30"/>
                  </a:cubicBezTo>
                  <a:cubicBezTo>
                    <a:pt x="50" y="26"/>
                    <a:pt x="50" y="22"/>
                    <a:pt x="50" y="18"/>
                  </a:cubicBezTo>
                  <a:cubicBezTo>
                    <a:pt x="50" y="17"/>
                    <a:pt x="50" y="15"/>
                    <a:pt x="51" y="15"/>
                  </a:cubicBezTo>
                  <a:cubicBezTo>
                    <a:pt x="52" y="14"/>
                    <a:pt x="55" y="15"/>
                    <a:pt x="57" y="15"/>
                  </a:cubicBezTo>
                  <a:cubicBezTo>
                    <a:pt x="61" y="15"/>
                    <a:pt x="65" y="15"/>
                    <a:pt x="69" y="15"/>
                  </a:cubicBezTo>
                  <a:cubicBezTo>
                    <a:pt x="73" y="15"/>
                    <a:pt x="77" y="14"/>
                    <a:pt x="80" y="15"/>
                  </a:cubicBezTo>
                  <a:cubicBezTo>
                    <a:pt x="82" y="15"/>
                    <a:pt x="82" y="14"/>
                    <a:pt x="82" y="13"/>
                  </a:cubicBezTo>
                  <a:cubicBezTo>
                    <a:pt x="82" y="12"/>
                    <a:pt x="82" y="11"/>
                    <a:pt x="82" y="10"/>
                  </a:cubicBezTo>
                  <a:cubicBezTo>
                    <a:pt x="82" y="7"/>
                    <a:pt x="82" y="4"/>
                    <a:pt x="82" y="0"/>
                  </a:cubicBezTo>
                  <a:cubicBezTo>
                    <a:pt x="94" y="9"/>
                    <a:pt x="106" y="17"/>
                    <a:pt x="118" y="26"/>
                  </a:cubicBezTo>
                  <a:cubicBezTo>
                    <a:pt x="112" y="26"/>
                    <a:pt x="106" y="26"/>
                    <a:pt x="101" y="26"/>
                  </a:cubicBezTo>
                  <a:cubicBezTo>
                    <a:pt x="102" y="42"/>
                    <a:pt x="103" y="59"/>
                    <a:pt x="105" y="76"/>
                  </a:cubicBezTo>
                  <a:cubicBezTo>
                    <a:pt x="105" y="84"/>
                    <a:pt x="106" y="92"/>
                    <a:pt x="107" y="101"/>
                  </a:cubicBezTo>
                  <a:cubicBezTo>
                    <a:pt x="107" y="105"/>
                    <a:pt x="107" y="109"/>
                    <a:pt x="108" y="113"/>
                  </a:cubicBezTo>
                  <a:cubicBezTo>
                    <a:pt x="108" y="115"/>
                    <a:pt x="108" y="117"/>
                    <a:pt x="108" y="119"/>
                  </a:cubicBezTo>
                  <a:cubicBezTo>
                    <a:pt x="108" y="119"/>
                    <a:pt x="109" y="120"/>
                    <a:pt x="109" y="120"/>
                  </a:cubicBezTo>
                  <a:close/>
                  <a:moveTo>
                    <a:pt x="6" y="82"/>
                  </a:moveTo>
                  <a:cubicBezTo>
                    <a:pt x="6" y="82"/>
                    <a:pt x="5" y="84"/>
                    <a:pt x="5" y="85"/>
                  </a:cubicBezTo>
                  <a:cubicBezTo>
                    <a:pt x="6" y="85"/>
                    <a:pt x="7" y="82"/>
                    <a:pt x="6" y="8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31" name="Mauitius">
              <a:extLst>
                <a:ext uri="{FF2B5EF4-FFF2-40B4-BE49-F238E27FC236}">
                  <a16:creationId xmlns:a16="http://schemas.microsoft.com/office/drawing/2014/main" id="{B47B5EC4-4551-00C6-2F1D-29EC72666BC3}"/>
                </a:ext>
              </a:extLst>
            </p:cNvPr>
            <p:cNvSpPr>
              <a:spLocks noEditPoints="1"/>
            </p:cNvSpPr>
            <p:nvPr/>
          </p:nvSpPr>
          <p:spPr bwMode="auto">
            <a:xfrm>
              <a:off x="7623293" y="4448178"/>
              <a:ext cx="215636" cy="396967"/>
            </a:xfrm>
            <a:custGeom>
              <a:avLst/>
              <a:gdLst/>
              <a:ahLst/>
              <a:cxnLst>
                <a:cxn ang="0">
                  <a:pos x="6" y="109"/>
                </a:cxn>
                <a:cxn ang="0">
                  <a:pos x="5" y="110"/>
                </a:cxn>
                <a:cxn ang="0">
                  <a:pos x="5" y="111"/>
                </a:cxn>
                <a:cxn ang="0">
                  <a:pos x="3" y="112"/>
                </a:cxn>
                <a:cxn ang="0">
                  <a:pos x="1" y="111"/>
                </a:cxn>
                <a:cxn ang="0">
                  <a:pos x="2" y="111"/>
                </a:cxn>
                <a:cxn ang="0">
                  <a:pos x="2" y="110"/>
                </a:cxn>
                <a:cxn ang="0">
                  <a:pos x="3" y="108"/>
                </a:cxn>
                <a:cxn ang="0">
                  <a:pos x="4" y="106"/>
                </a:cxn>
                <a:cxn ang="0">
                  <a:pos x="6" y="109"/>
                </a:cxn>
                <a:cxn ang="0">
                  <a:pos x="61" y="103"/>
                </a:cxn>
                <a:cxn ang="0">
                  <a:pos x="59" y="103"/>
                </a:cxn>
                <a:cxn ang="0">
                  <a:pos x="60" y="103"/>
                </a:cxn>
                <a:cxn ang="0">
                  <a:pos x="61" y="103"/>
                </a:cxn>
                <a:cxn ang="0">
                  <a:pos x="0" y="0"/>
                </a:cxn>
                <a:cxn ang="0">
                  <a:pos x="0" y="1"/>
                </a:cxn>
                <a:cxn ang="0">
                  <a:pos x="0" y="0"/>
                </a:cxn>
                <a:cxn ang="0">
                  <a:pos x="0" y="0"/>
                </a:cxn>
              </a:cxnLst>
              <a:rect l="0" t="0" r="r" b="b"/>
              <a:pathLst>
                <a:path w="61" h="112">
                  <a:moveTo>
                    <a:pt x="6" y="109"/>
                  </a:moveTo>
                  <a:cubicBezTo>
                    <a:pt x="6" y="109"/>
                    <a:pt x="6" y="110"/>
                    <a:pt x="5" y="110"/>
                  </a:cubicBezTo>
                  <a:cubicBezTo>
                    <a:pt x="5" y="110"/>
                    <a:pt x="5" y="111"/>
                    <a:pt x="5" y="111"/>
                  </a:cubicBezTo>
                  <a:cubicBezTo>
                    <a:pt x="5" y="112"/>
                    <a:pt x="4" y="112"/>
                    <a:pt x="3" y="112"/>
                  </a:cubicBezTo>
                  <a:cubicBezTo>
                    <a:pt x="2" y="112"/>
                    <a:pt x="1" y="112"/>
                    <a:pt x="1" y="111"/>
                  </a:cubicBezTo>
                  <a:cubicBezTo>
                    <a:pt x="1" y="111"/>
                    <a:pt x="1" y="111"/>
                    <a:pt x="2" y="111"/>
                  </a:cubicBezTo>
                  <a:cubicBezTo>
                    <a:pt x="2" y="111"/>
                    <a:pt x="2" y="110"/>
                    <a:pt x="2" y="110"/>
                  </a:cubicBezTo>
                  <a:cubicBezTo>
                    <a:pt x="2" y="109"/>
                    <a:pt x="2" y="108"/>
                    <a:pt x="3" y="108"/>
                  </a:cubicBezTo>
                  <a:cubicBezTo>
                    <a:pt x="4" y="107"/>
                    <a:pt x="3" y="106"/>
                    <a:pt x="4" y="106"/>
                  </a:cubicBezTo>
                  <a:cubicBezTo>
                    <a:pt x="5" y="105"/>
                    <a:pt x="6" y="108"/>
                    <a:pt x="6" y="109"/>
                  </a:cubicBezTo>
                  <a:close/>
                  <a:moveTo>
                    <a:pt x="61" y="103"/>
                  </a:moveTo>
                  <a:cubicBezTo>
                    <a:pt x="60" y="102"/>
                    <a:pt x="59" y="103"/>
                    <a:pt x="59" y="103"/>
                  </a:cubicBezTo>
                  <a:cubicBezTo>
                    <a:pt x="59" y="103"/>
                    <a:pt x="59" y="103"/>
                    <a:pt x="60" y="103"/>
                  </a:cubicBezTo>
                  <a:cubicBezTo>
                    <a:pt x="60" y="103"/>
                    <a:pt x="61" y="103"/>
                    <a:pt x="61" y="103"/>
                  </a:cubicBezTo>
                  <a:close/>
                  <a:moveTo>
                    <a:pt x="0" y="0"/>
                  </a:moveTo>
                  <a:cubicBezTo>
                    <a:pt x="0" y="0"/>
                    <a:pt x="0" y="0"/>
                    <a:pt x="0" y="1"/>
                  </a:cubicBezTo>
                  <a:cubicBezTo>
                    <a:pt x="0" y="0"/>
                    <a:pt x="0" y="0"/>
                    <a:pt x="0" y="0"/>
                  </a:cubicBezTo>
                  <a:cubicBezTo>
                    <a:pt x="0" y="0"/>
                    <a:pt x="0" y="0"/>
                    <a:pt x="0"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32" name="Martinique (FR)">
              <a:extLst>
                <a:ext uri="{FF2B5EF4-FFF2-40B4-BE49-F238E27FC236}">
                  <a16:creationId xmlns:a16="http://schemas.microsoft.com/office/drawing/2014/main" id="{B6887018-3674-44BF-6669-354DAD980488}"/>
                </a:ext>
              </a:extLst>
            </p:cNvPr>
            <p:cNvSpPr>
              <a:spLocks/>
            </p:cNvSpPr>
            <p:nvPr/>
          </p:nvSpPr>
          <p:spPr bwMode="auto">
            <a:xfrm>
              <a:off x="3614815" y="3466052"/>
              <a:ext cx="10781" cy="17644"/>
            </a:xfrm>
            <a:custGeom>
              <a:avLst/>
              <a:gdLst/>
              <a:ahLst/>
              <a:cxnLst>
                <a:cxn ang="0">
                  <a:pos x="3" y="2"/>
                </a:cxn>
                <a:cxn ang="0">
                  <a:pos x="2" y="2"/>
                </a:cxn>
                <a:cxn ang="0">
                  <a:pos x="2" y="1"/>
                </a:cxn>
                <a:cxn ang="0">
                  <a:pos x="3" y="1"/>
                </a:cxn>
                <a:cxn ang="0">
                  <a:pos x="2" y="1"/>
                </a:cxn>
                <a:cxn ang="0">
                  <a:pos x="0" y="0"/>
                </a:cxn>
                <a:cxn ang="0">
                  <a:pos x="0" y="1"/>
                </a:cxn>
                <a:cxn ang="0">
                  <a:pos x="0" y="2"/>
                </a:cxn>
                <a:cxn ang="0">
                  <a:pos x="1" y="3"/>
                </a:cxn>
                <a:cxn ang="0">
                  <a:pos x="2" y="3"/>
                </a:cxn>
                <a:cxn ang="0">
                  <a:pos x="1" y="4"/>
                </a:cxn>
                <a:cxn ang="0">
                  <a:pos x="3" y="4"/>
                </a:cxn>
                <a:cxn ang="0">
                  <a:pos x="3" y="4"/>
                </a:cxn>
                <a:cxn ang="0">
                  <a:pos x="3" y="5"/>
                </a:cxn>
                <a:cxn ang="0">
                  <a:pos x="3" y="4"/>
                </a:cxn>
                <a:cxn ang="0">
                  <a:pos x="3" y="2"/>
                </a:cxn>
              </a:cxnLst>
              <a:rect l="0" t="0" r="r" b="b"/>
              <a:pathLst>
                <a:path w="3" h="5">
                  <a:moveTo>
                    <a:pt x="3" y="2"/>
                  </a:moveTo>
                  <a:cubicBezTo>
                    <a:pt x="3" y="2"/>
                    <a:pt x="3" y="2"/>
                    <a:pt x="2" y="2"/>
                  </a:cubicBezTo>
                  <a:cubicBezTo>
                    <a:pt x="3" y="2"/>
                    <a:pt x="2" y="2"/>
                    <a:pt x="2" y="1"/>
                  </a:cubicBezTo>
                  <a:cubicBezTo>
                    <a:pt x="2" y="1"/>
                    <a:pt x="3" y="1"/>
                    <a:pt x="3" y="1"/>
                  </a:cubicBezTo>
                  <a:cubicBezTo>
                    <a:pt x="2" y="1"/>
                    <a:pt x="2" y="1"/>
                    <a:pt x="2" y="1"/>
                  </a:cubicBezTo>
                  <a:cubicBezTo>
                    <a:pt x="1" y="0"/>
                    <a:pt x="1" y="0"/>
                    <a:pt x="0" y="0"/>
                  </a:cubicBezTo>
                  <a:cubicBezTo>
                    <a:pt x="0" y="0"/>
                    <a:pt x="0" y="0"/>
                    <a:pt x="0" y="1"/>
                  </a:cubicBezTo>
                  <a:cubicBezTo>
                    <a:pt x="0" y="1"/>
                    <a:pt x="0" y="2"/>
                    <a:pt x="0" y="2"/>
                  </a:cubicBezTo>
                  <a:cubicBezTo>
                    <a:pt x="0" y="2"/>
                    <a:pt x="1" y="3"/>
                    <a:pt x="1" y="3"/>
                  </a:cubicBezTo>
                  <a:cubicBezTo>
                    <a:pt x="2" y="3"/>
                    <a:pt x="2" y="3"/>
                    <a:pt x="2" y="3"/>
                  </a:cubicBezTo>
                  <a:cubicBezTo>
                    <a:pt x="1" y="3"/>
                    <a:pt x="0" y="4"/>
                    <a:pt x="1" y="4"/>
                  </a:cubicBezTo>
                  <a:cubicBezTo>
                    <a:pt x="1" y="5"/>
                    <a:pt x="2" y="4"/>
                    <a:pt x="3" y="4"/>
                  </a:cubicBezTo>
                  <a:cubicBezTo>
                    <a:pt x="3" y="4"/>
                    <a:pt x="3" y="4"/>
                    <a:pt x="3" y="4"/>
                  </a:cubicBezTo>
                  <a:cubicBezTo>
                    <a:pt x="3" y="4"/>
                    <a:pt x="2" y="5"/>
                    <a:pt x="3" y="5"/>
                  </a:cubicBezTo>
                  <a:cubicBezTo>
                    <a:pt x="3" y="5"/>
                    <a:pt x="3" y="4"/>
                    <a:pt x="3" y="4"/>
                  </a:cubicBezTo>
                  <a:cubicBezTo>
                    <a:pt x="3" y="4"/>
                    <a:pt x="3" y="3"/>
                    <a:pt x="3" y="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33" name="Mathew and Hunter Islands (FR, disputed)">
              <a:extLst>
                <a:ext uri="{FF2B5EF4-FFF2-40B4-BE49-F238E27FC236}">
                  <a16:creationId xmlns:a16="http://schemas.microsoft.com/office/drawing/2014/main" id="{646203EB-15F3-91E3-A59B-D5FD99B0B045}"/>
                </a:ext>
              </a:extLst>
            </p:cNvPr>
            <p:cNvSpPr>
              <a:spLocks/>
            </p:cNvSpPr>
            <p:nvPr/>
          </p:nvSpPr>
          <p:spPr bwMode="auto">
            <a:xfrm>
              <a:off x="11464951" y="4912774"/>
              <a:ext cx="980" cy="2941"/>
            </a:xfrm>
            <a:custGeom>
              <a:avLst/>
              <a:gdLst/>
              <a:ahLst/>
              <a:cxnLst>
                <a:cxn ang="0">
                  <a:pos x="0" y="1"/>
                </a:cxn>
                <a:cxn ang="0">
                  <a:pos x="0" y="1"/>
                </a:cxn>
                <a:cxn ang="0">
                  <a:pos x="0" y="1"/>
                </a:cxn>
              </a:cxnLst>
              <a:rect l="0" t="0" r="r" b="b"/>
              <a:pathLst>
                <a:path h="1">
                  <a:moveTo>
                    <a:pt x="0" y="1"/>
                  </a:moveTo>
                  <a:cubicBezTo>
                    <a:pt x="0" y="1"/>
                    <a:pt x="0" y="1"/>
                    <a:pt x="0" y="1"/>
                  </a:cubicBezTo>
                  <a:cubicBezTo>
                    <a:pt x="0" y="0"/>
                    <a:pt x="0" y="1"/>
                    <a:pt x="0"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34" name="Marshall Islands">
              <a:extLst>
                <a:ext uri="{FF2B5EF4-FFF2-40B4-BE49-F238E27FC236}">
                  <a16:creationId xmlns:a16="http://schemas.microsoft.com/office/drawing/2014/main" id="{D442911B-B792-6CC6-D609-6635969320BF}"/>
                </a:ext>
              </a:extLst>
            </p:cNvPr>
            <p:cNvSpPr>
              <a:spLocks noEditPoints="1"/>
            </p:cNvSpPr>
            <p:nvPr/>
          </p:nvSpPr>
          <p:spPr bwMode="auto">
            <a:xfrm>
              <a:off x="11222360" y="3492249"/>
              <a:ext cx="357760" cy="346978"/>
            </a:xfrm>
            <a:custGeom>
              <a:avLst/>
              <a:gdLst/>
              <a:ahLst/>
              <a:cxnLst>
                <a:cxn ang="0">
                  <a:pos x="98" y="92"/>
                </a:cxn>
                <a:cxn ang="0">
                  <a:pos x="99" y="92"/>
                </a:cxn>
                <a:cxn ang="0">
                  <a:pos x="98" y="92"/>
                </a:cxn>
                <a:cxn ang="0">
                  <a:pos x="52" y="34"/>
                </a:cxn>
                <a:cxn ang="0">
                  <a:pos x="52" y="34"/>
                </a:cxn>
                <a:cxn ang="0">
                  <a:pos x="52" y="34"/>
                </a:cxn>
                <a:cxn ang="0">
                  <a:pos x="0" y="34"/>
                </a:cxn>
                <a:cxn ang="0">
                  <a:pos x="0" y="34"/>
                </a:cxn>
                <a:cxn ang="0">
                  <a:pos x="0" y="34"/>
                </a:cxn>
                <a:cxn ang="0">
                  <a:pos x="54" y="56"/>
                </a:cxn>
                <a:cxn ang="0">
                  <a:pos x="54" y="56"/>
                </a:cxn>
                <a:cxn ang="0">
                  <a:pos x="54" y="56"/>
                </a:cxn>
                <a:cxn ang="0">
                  <a:pos x="48" y="56"/>
                </a:cxn>
                <a:cxn ang="0">
                  <a:pos x="48" y="57"/>
                </a:cxn>
                <a:cxn ang="0">
                  <a:pos x="48" y="56"/>
                </a:cxn>
                <a:cxn ang="0">
                  <a:pos x="36" y="58"/>
                </a:cxn>
                <a:cxn ang="0">
                  <a:pos x="37" y="58"/>
                </a:cxn>
                <a:cxn ang="0">
                  <a:pos x="36" y="58"/>
                </a:cxn>
                <a:cxn ang="0">
                  <a:pos x="63" y="74"/>
                </a:cxn>
                <a:cxn ang="0">
                  <a:pos x="63" y="74"/>
                </a:cxn>
                <a:cxn ang="0">
                  <a:pos x="63" y="74"/>
                </a:cxn>
                <a:cxn ang="0">
                  <a:pos x="70" y="76"/>
                </a:cxn>
                <a:cxn ang="0">
                  <a:pos x="70" y="76"/>
                </a:cxn>
                <a:cxn ang="0">
                  <a:pos x="70" y="76"/>
                </a:cxn>
                <a:cxn ang="0">
                  <a:pos x="46" y="37"/>
                </a:cxn>
                <a:cxn ang="0">
                  <a:pos x="46" y="37"/>
                </a:cxn>
                <a:cxn ang="0">
                  <a:pos x="45" y="37"/>
                </a:cxn>
                <a:cxn ang="0">
                  <a:pos x="46" y="37"/>
                </a:cxn>
                <a:cxn ang="0">
                  <a:pos x="30" y="31"/>
                </a:cxn>
                <a:cxn ang="0">
                  <a:pos x="30" y="31"/>
                </a:cxn>
                <a:cxn ang="0">
                  <a:pos x="30" y="31"/>
                </a:cxn>
                <a:cxn ang="0">
                  <a:pos x="32" y="31"/>
                </a:cxn>
                <a:cxn ang="0">
                  <a:pos x="32" y="32"/>
                </a:cxn>
                <a:cxn ang="0">
                  <a:pos x="32" y="31"/>
                </a:cxn>
                <a:cxn ang="0">
                  <a:pos x="81" y="54"/>
                </a:cxn>
                <a:cxn ang="0">
                  <a:pos x="81" y="55"/>
                </a:cxn>
                <a:cxn ang="0">
                  <a:pos x="81" y="54"/>
                </a:cxn>
                <a:cxn ang="0">
                  <a:pos x="101" y="81"/>
                </a:cxn>
                <a:cxn ang="0">
                  <a:pos x="101" y="81"/>
                </a:cxn>
                <a:cxn ang="0">
                  <a:pos x="101" y="81"/>
                </a:cxn>
                <a:cxn ang="0">
                  <a:pos x="87" y="62"/>
                </a:cxn>
                <a:cxn ang="0">
                  <a:pos x="87" y="61"/>
                </a:cxn>
                <a:cxn ang="0">
                  <a:pos x="87" y="62"/>
                </a:cxn>
                <a:cxn ang="0">
                  <a:pos x="59" y="63"/>
                </a:cxn>
                <a:cxn ang="0">
                  <a:pos x="59" y="63"/>
                </a:cxn>
                <a:cxn ang="0">
                  <a:pos x="59" y="63"/>
                </a:cxn>
                <a:cxn ang="0">
                  <a:pos x="75" y="45"/>
                </a:cxn>
                <a:cxn ang="0">
                  <a:pos x="75" y="45"/>
                </a:cxn>
                <a:cxn ang="0">
                  <a:pos x="75" y="45"/>
                </a:cxn>
                <a:cxn ang="0">
                  <a:pos x="60" y="0"/>
                </a:cxn>
                <a:cxn ang="0">
                  <a:pos x="60" y="0"/>
                </a:cxn>
                <a:cxn ang="0">
                  <a:pos x="60" y="0"/>
                </a:cxn>
                <a:cxn ang="0">
                  <a:pos x="64" y="98"/>
                </a:cxn>
                <a:cxn ang="0">
                  <a:pos x="64" y="97"/>
                </a:cxn>
                <a:cxn ang="0">
                  <a:pos x="64" y="98"/>
                </a:cxn>
                <a:cxn ang="0">
                  <a:pos x="69" y="79"/>
                </a:cxn>
                <a:cxn ang="0">
                  <a:pos x="69" y="79"/>
                </a:cxn>
                <a:cxn ang="0">
                  <a:pos x="68" y="79"/>
                </a:cxn>
                <a:cxn ang="0">
                  <a:pos x="69" y="79"/>
                </a:cxn>
                <a:cxn ang="0">
                  <a:pos x="67" y="78"/>
                </a:cxn>
                <a:cxn ang="0">
                  <a:pos x="66" y="77"/>
                </a:cxn>
                <a:cxn ang="0">
                  <a:pos x="67" y="78"/>
                </a:cxn>
              </a:cxnLst>
              <a:rect l="0" t="0" r="r" b="b"/>
              <a:pathLst>
                <a:path w="101" h="98">
                  <a:moveTo>
                    <a:pt x="98" y="92"/>
                  </a:moveTo>
                  <a:cubicBezTo>
                    <a:pt x="99" y="92"/>
                    <a:pt x="99" y="92"/>
                    <a:pt x="99" y="92"/>
                  </a:cubicBezTo>
                  <a:cubicBezTo>
                    <a:pt x="99" y="92"/>
                    <a:pt x="98" y="92"/>
                    <a:pt x="98" y="92"/>
                  </a:cubicBezTo>
                  <a:close/>
                  <a:moveTo>
                    <a:pt x="52" y="34"/>
                  </a:moveTo>
                  <a:cubicBezTo>
                    <a:pt x="52" y="34"/>
                    <a:pt x="52" y="34"/>
                    <a:pt x="52" y="34"/>
                  </a:cubicBezTo>
                  <a:cubicBezTo>
                    <a:pt x="52" y="34"/>
                    <a:pt x="52" y="34"/>
                    <a:pt x="52" y="34"/>
                  </a:cubicBezTo>
                  <a:close/>
                  <a:moveTo>
                    <a:pt x="0" y="34"/>
                  </a:moveTo>
                  <a:cubicBezTo>
                    <a:pt x="0" y="34"/>
                    <a:pt x="0" y="34"/>
                    <a:pt x="0" y="34"/>
                  </a:cubicBezTo>
                  <a:cubicBezTo>
                    <a:pt x="0" y="34"/>
                    <a:pt x="0" y="34"/>
                    <a:pt x="0" y="34"/>
                  </a:cubicBezTo>
                  <a:close/>
                  <a:moveTo>
                    <a:pt x="54" y="56"/>
                  </a:moveTo>
                  <a:cubicBezTo>
                    <a:pt x="54" y="56"/>
                    <a:pt x="54" y="56"/>
                    <a:pt x="54" y="56"/>
                  </a:cubicBezTo>
                  <a:cubicBezTo>
                    <a:pt x="54" y="56"/>
                    <a:pt x="54" y="56"/>
                    <a:pt x="54" y="56"/>
                  </a:cubicBezTo>
                  <a:close/>
                  <a:moveTo>
                    <a:pt x="48" y="56"/>
                  </a:moveTo>
                  <a:cubicBezTo>
                    <a:pt x="48" y="57"/>
                    <a:pt x="48" y="57"/>
                    <a:pt x="48" y="57"/>
                  </a:cubicBezTo>
                  <a:cubicBezTo>
                    <a:pt x="48" y="56"/>
                    <a:pt x="48" y="56"/>
                    <a:pt x="48" y="56"/>
                  </a:cubicBezTo>
                  <a:close/>
                  <a:moveTo>
                    <a:pt x="36" y="58"/>
                  </a:moveTo>
                  <a:cubicBezTo>
                    <a:pt x="36" y="58"/>
                    <a:pt x="36" y="58"/>
                    <a:pt x="37" y="58"/>
                  </a:cubicBezTo>
                  <a:cubicBezTo>
                    <a:pt x="37" y="58"/>
                    <a:pt x="37" y="58"/>
                    <a:pt x="36" y="58"/>
                  </a:cubicBezTo>
                  <a:close/>
                  <a:moveTo>
                    <a:pt x="63" y="74"/>
                  </a:moveTo>
                  <a:cubicBezTo>
                    <a:pt x="63" y="74"/>
                    <a:pt x="63" y="74"/>
                    <a:pt x="63" y="74"/>
                  </a:cubicBezTo>
                  <a:cubicBezTo>
                    <a:pt x="63" y="74"/>
                    <a:pt x="63" y="74"/>
                    <a:pt x="63" y="74"/>
                  </a:cubicBezTo>
                  <a:close/>
                  <a:moveTo>
                    <a:pt x="70" y="76"/>
                  </a:moveTo>
                  <a:cubicBezTo>
                    <a:pt x="70" y="76"/>
                    <a:pt x="70" y="76"/>
                    <a:pt x="70" y="76"/>
                  </a:cubicBezTo>
                  <a:cubicBezTo>
                    <a:pt x="70" y="76"/>
                    <a:pt x="70" y="76"/>
                    <a:pt x="70" y="76"/>
                  </a:cubicBezTo>
                  <a:close/>
                  <a:moveTo>
                    <a:pt x="46" y="37"/>
                  </a:moveTo>
                  <a:cubicBezTo>
                    <a:pt x="46" y="37"/>
                    <a:pt x="46" y="37"/>
                    <a:pt x="46" y="37"/>
                  </a:cubicBezTo>
                  <a:cubicBezTo>
                    <a:pt x="46" y="37"/>
                    <a:pt x="46" y="37"/>
                    <a:pt x="45" y="37"/>
                  </a:cubicBezTo>
                  <a:cubicBezTo>
                    <a:pt x="46" y="37"/>
                    <a:pt x="46" y="37"/>
                    <a:pt x="46" y="37"/>
                  </a:cubicBezTo>
                  <a:close/>
                  <a:moveTo>
                    <a:pt x="30" y="31"/>
                  </a:moveTo>
                  <a:cubicBezTo>
                    <a:pt x="30" y="31"/>
                    <a:pt x="30" y="31"/>
                    <a:pt x="30" y="31"/>
                  </a:cubicBezTo>
                  <a:cubicBezTo>
                    <a:pt x="30" y="31"/>
                    <a:pt x="30" y="31"/>
                    <a:pt x="30" y="31"/>
                  </a:cubicBezTo>
                  <a:close/>
                  <a:moveTo>
                    <a:pt x="32" y="31"/>
                  </a:moveTo>
                  <a:cubicBezTo>
                    <a:pt x="32" y="31"/>
                    <a:pt x="32" y="32"/>
                    <a:pt x="32" y="32"/>
                  </a:cubicBezTo>
                  <a:cubicBezTo>
                    <a:pt x="32" y="31"/>
                    <a:pt x="32" y="31"/>
                    <a:pt x="32" y="31"/>
                  </a:cubicBezTo>
                  <a:close/>
                  <a:moveTo>
                    <a:pt x="81" y="54"/>
                  </a:moveTo>
                  <a:cubicBezTo>
                    <a:pt x="81" y="54"/>
                    <a:pt x="81" y="54"/>
                    <a:pt x="81" y="55"/>
                  </a:cubicBezTo>
                  <a:cubicBezTo>
                    <a:pt x="81" y="54"/>
                    <a:pt x="81" y="54"/>
                    <a:pt x="81" y="54"/>
                  </a:cubicBezTo>
                  <a:close/>
                  <a:moveTo>
                    <a:pt x="101" y="81"/>
                  </a:moveTo>
                  <a:cubicBezTo>
                    <a:pt x="101" y="81"/>
                    <a:pt x="101" y="81"/>
                    <a:pt x="101" y="81"/>
                  </a:cubicBezTo>
                  <a:cubicBezTo>
                    <a:pt x="101" y="81"/>
                    <a:pt x="101" y="81"/>
                    <a:pt x="101" y="81"/>
                  </a:cubicBezTo>
                  <a:close/>
                  <a:moveTo>
                    <a:pt x="87" y="62"/>
                  </a:moveTo>
                  <a:cubicBezTo>
                    <a:pt x="87" y="61"/>
                    <a:pt x="87" y="61"/>
                    <a:pt x="87" y="61"/>
                  </a:cubicBezTo>
                  <a:cubicBezTo>
                    <a:pt x="87" y="61"/>
                    <a:pt x="87" y="61"/>
                    <a:pt x="87" y="62"/>
                  </a:cubicBezTo>
                  <a:close/>
                  <a:moveTo>
                    <a:pt x="59" y="63"/>
                  </a:moveTo>
                  <a:cubicBezTo>
                    <a:pt x="59" y="63"/>
                    <a:pt x="59" y="63"/>
                    <a:pt x="59" y="63"/>
                  </a:cubicBezTo>
                  <a:cubicBezTo>
                    <a:pt x="59" y="63"/>
                    <a:pt x="60" y="63"/>
                    <a:pt x="59" y="63"/>
                  </a:cubicBezTo>
                  <a:close/>
                  <a:moveTo>
                    <a:pt x="75" y="45"/>
                  </a:moveTo>
                  <a:cubicBezTo>
                    <a:pt x="75" y="45"/>
                    <a:pt x="75" y="45"/>
                    <a:pt x="75" y="45"/>
                  </a:cubicBezTo>
                  <a:cubicBezTo>
                    <a:pt x="75" y="45"/>
                    <a:pt x="75" y="45"/>
                    <a:pt x="75" y="45"/>
                  </a:cubicBezTo>
                  <a:close/>
                  <a:moveTo>
                    <a:pt x="60" y="0"/>
                  </a:moveTo>
                  <a:cubicBezTo>
                    <a:pt x="60" y="0"/>
                    <a:pt x="60" y="0"/>
                    <a:pt x="60" y="0"/>
                  </a:cubicBezTo>
                  <a:cubicBezTo>
                    <a:pt x="60" y="0"/>
                    <a:pt x="60" y="0"/>
                    <a:pt x="60" y="0"/>
                  </a:cubicBezTo>
                  <a:close/>
                  <a:moveTo>
                    <a:pt x="64" y="98"/>
                  </a:moveTo>
                  <a:cubicBezTo>
                    <a:pt x="64" y="98"/>
                    <a:pt x="64" y="97"/>
                    <a:pt x="64" y="97"/>
                  </a:cubicBezTo>
                  <a:cubicBezTo>
                    <a:pt x="64" y="97"/>
                    <a:pt x="64" y="98"/>
                    <a:pt x="64" y="98"/>
                  </a:cubicBezTo>
                  <a:close/>
                  <a:moveTo>
                    <a:pt x="69" y="79"/>
                  </a:moveTo>
                  <a:cubicBezTo>
                    <a:pt x="69" y="79"/>
                    <a:pt x="69" y="79"/>
                    <a:pt x="69" y="79"/>
                  </a:cubicBezTo>
                  <a:cubicBezTo>
                    <a:pt x="69" y="79"/>
                    <a:pt x="68" y="79"/>
                    <a:pt x="68" y="79"/>
                  </a:cubicBezTo>
                  <a:cubicBezTo>
                    <a:pt x="68" y="79"/>
                    <a:pt x="68" y="79"/>
                    <a:pt x="69" y="79"/>
                  </a:cubicBezTo>
                  <a:close/>
                  <a:moveTo>
                    <a:pt x="67" y="78"/>
                  </a:moveTo>
                  <a:cubicBezTo>
                    <a:pt x="67" y="78"/>
                    <a:pt x="67" y="77"/>
                    <a:pt x="66" y="77"/>
                  </a:cubicBezTo>
                  <a:cubicBezTo>
                    <a:pt x="66" y="77"/>
                    <a:pt x="66" y="78"/>
                    <a:pt x="67" y="7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901" b="0" i="0" u="none" strike="noStrike" kern="0" cap="none" spc="0" normalizeH="0" baseline="0" noProof="0">
                <a:ln>
                  <a:noFill/>
                </a:ln>
                <a:solidFill>
                  <a:srgbClr val="FFFFFF"/>
                </a:solidFill>
                <a:effectLst/>
                <a:uLnTx/>
                <a:uFillTx/>
                <a:latin typeface="Segoe UI"/>
                <a:ea typeface="+mn-ea"/>
                <a:cs typeface="+mn-cs"/>
              </a:endParaRPr>
            </a:p>
          </p:txBody>
        </p:sp>
        <p:sp>
          <p:nvSpPr>
            <p:cNvPr id="435" name="Malta">
              <a:extLst>
                <a:ext uri="{FF2B5EF4-FFF2-40B4-BE49-F238E27FC236}">
                  <a16:creationId xmlns:a16="http://schemas.microsoft.com/office/drawing/2014/main" id="{8BA6A8A3-8A49-E4F1-29F2-51FA0593D88E}"/>
                </a:ext>
              </a:extLst>
            </p:cNvPr>
            <p:cNvSpPr>
              <a:spLocks noEditPoints="1"/>
            </p:cNvSpPr>
            <p:nvPr/>
          </p:nvSpPr>
          <p:spPr bwMode="auto">
            <a:xfrm>
              <a:off x="6175005" y="2640755"/>
              <a:ext cx="10781" cy="9801"/>
            </a:xfrm>
            <a:custGeom>
              <a:avLst/>
              <a:gdLst/>
              <a:ahLst/>
              <a:cxnLst>
                <a:cxn ang="0">
                  <a:pos x="1" y="0"/>
                </a:cxn>
                <a:cxn ang="0">
                  <a:pos x="0" y="1"/>
                </a:cxn>
                <a:cxn ang="0">
                  <a:pos x="0" y="0"/>
                </a:cxn>
                <a:cxn ang="0">
                  <a:pos x="0" y="0"/>
                </a:cxn>
                <a:cxn ang="0">
                  <a:pos x="0" y="0"/>
                </a:cxn>
                <a:cxn ang="0">
                  <a:pos x="1" y="0"/>
                </a:cxn>
                <a:cxn ang="0">
                  <a:pos x="3" y="2"/>
                </a:cxn>
                <a:cxn ang="0">
                  <a:pos x="2" y="1"/>
                </a:cxn>
                <a:cxn ang="0">
                  <a:pos x="1" y="1"/>
                </a:cxn>
                <a:cxn ang="0">
                  <a:pos x="1" y="1"/>
                </a:cxn>
                <a:cxn ang="0">
                  <a:pos x="1" y="2"/>
                </a:cxn>
                <a:cxn ang="0">
                  <a:pos x="2" y="2"/>
                </a:cxn>
                <a:cxn ang="0">
                  <a:pos x="3" y="3"/>
                </a:cxn>
                <a:cxn ang="0">
                  <a:pos x="3" y="2"/>
                </a:cxn>
                <a:cxn ang="0">
                  <a:pos x="3" y="2"/>
                </a:cxn>
              </a:cxnLst>
              <a:rect l="0" t="0" r="r" b="b"/>
              <a:pathLst>
                <a:path w="3" h="3">
                  <a:moveTo>
                    <a:pt x="1" y="0"/>
                  </a:moveTo>
                  <a:cubicBezTo>
                    <a:pt x="1" y="0"/>
                    <a:pt x="1" y="0"/>
                    <a:pt x="0" y="1"/>
                  </a:cubicBezTo>
                  <a:cubicBezTo>
                    <a:pt x="0" y="0"/>
                    <a:pt x="0" y="0"/>
                    <a:pt x="0" y="0"/>
                  </a:cubicBezTo>
                  <a:cubicBezTo>
                    <a:pt x="0" y="0"/>
                    <a:pt x="0" y="0"/>
                    <a:pt x="0" y="0"/>
                  </a:cubicBezTo>
                  <a:cubicBezTo>
                    <a:pt x="0" y="0"/>
                    <a:pt x="0" y="0"/>
                    <a:pt x="0" y="0"/>
                  </a:cubicBezTo>
                  <a:cubicBezTo>
                    <a:pt x="0" y="0"/>
                    <a:pt x="1" y="0"/>
                    <a:pt x="1" y="0"/>
                  </a:cubicBezTo>
                  <a:close/>
                  <a:moveTo>
                    <a:pt x="3" y="2"/>
                  </a:moveTo>
                  <a:cubicBezTo>
                    <a:pt x="2" y="2"/>
                    <a:pt x="2" y="1"/>
                    <a:pt x="2" y="1"/>
                  </a:cubicBezTo>
                  <a:cubicBezTo>
                    <a:pt x="2" y="1"/>
                    <a:pt x="2" y="1"/>
                    <a:pt x="1" y="1"/>
                  </a:cubicBezTo>
                  <a:cubicBezTo>
                    <a:pt x="1" y="1"/>
                    <a:pt x="1" y="1"/>
                    <a:pt x="1" y="1"/>
                  </a:cubicBezTo>
                  <a:cubicBezTo>
                    <a:pt x="1" y="1"/>
                    <a:pt x="1" y="1"/>
                    <a:pt x="1" y="2"/>
                  </a:cubicBezTo>
                  <a:cubicBezTo>
                    <a:pt x="1" y="2"/>
                    <a:pt x="1" y="2"/>
                    <a:pt x="2" y="2"/>
                  </a:cubicBezTo>
                  <a:cubicBezTo>
                    <a:pt x="2" y="3"/>
                    <a:pt x="2" y="3"/>
                    <a:pt x="3" y="3"/>
                  </a:cubicBezTo>
                  <a:cubicBezTo>
                    <a:pt x="3" y="2"/>
                    <a:pt x="3" y="3"/>
                    <a:pt x="3" y="2"/>
                  </a:cubicBezTo>
                  <a:cubicBezTo>
                    <a:pt x="3" y="2"/>
                    <a:pt x="3" y="2"/>
                    <a:pt x="3" y="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36" name="Mali">
              <a:extLst>
                <a:ext uri="{FF2B5EF4-FFF2-40B4-BE49-F238E27FC236}">
                  <a16:creationId xmlns:a16="http://schemas.microsoft.com/office/drawing/2014/main" id="{E06D4F03-8D14-BC56-BA02-406266D09B77}"/>
                </a:ext>
              </a:extLst>
            </p:cNvPr>
            <p:cNvSpPr>
              <a:spLocks/>
            </p:cNvSpPr>
            <p:nvPr/>
          </p:nvSpPr>
          <p:spPr bwMode="auto">
            <a:xfrm>
              <a:off x="5283055" y="3073006"/>
              <a:ext cx="562615" cy="577317"/>
            </a:xfrm>
            <a:custGeom>
              <a:avLst/>
              <a:gdLst/>
              <a:ahLst/>
              <a:cxnLst>
                <a:cxn ang="0">
                  <a:pos x="152" y="65"/>
                </a:cxn>
                <a:cxn ang="0">
                  <a:pos x="148" y="63"/>
                </a:cxn>
                <a:cxn ang="0">
                  <a:pos x="149" y="58"/>
                </a:cxn>
                <a:cxn ang="0">
                  <a:pos x="141" y="53"/>
                </a:cxn>
                <a:cxn ang="0">
                  <a:pos x="136" y="51"/>
                </a:cxn>
                <a:cxn ang="0">
                  <a:pos x="133" y="48"/>
                </a:cxn>
                <a:cxn ang="0">
                  <a:pos x="127" y="41"/>
                </a:cxn>
                <a:cxn ang="0">
                  <a:pos x="57" y="0"/>
                </a:cxn>
                <a:cxn ang="0">
                  <a:pos x="64" y="92"/>
                </a:cxn>
                <a:cxn ang="0">
                  <a:pos x="65" y="101"/>
                </a:cxn>
                <a:cxn ang="0">
                  <a:pos x="53" y="104"/>
                </a:cxn>
                <a:cxn ang="0">
                  <a:pos x="27" y="104"/>
                </a:cxn>
                <a:cxn ang="0">
                  <a:pos x="19" y="105"/>
                </a:cxn>
                <a:cxn ang="0">
                  <a:pos x="13" y="107"/>
                </a:cxn>
                <a:cxn ang="0">
                  <a:pos x="7" y="102"/>
                </a:cxn>
                <a:cxn ang="0">
                  <a:pos x="4" y="107"/>
                </a:cxn>
                <a:cxn ang="0">
                  <a:pos x="2" y="112"/>
                </a:cxn>
                <a:cxn ang="0">
                  <a:pos x="0" y="114"/>
                </a:cxn>
                <a:cxn ang="0">
                  <a:pos x="2" y="120"/>
                </a:cxn>
                <a:cxn ang="0">
                  <a:pos x="3" y="128"/>
                </a:cxn>
                <a:cxn ang="0">
                  <a:pos x="6" y="128"/>
                </a:cxn>
                <a:cxn ang="0">
                  <a:pos x="7" y="131"/>
                </a:cxn>
                <a:cxn ang="0">
                  <a:pos x="7" y="134"/>
                </a:cxn>
                <a:cxn ang="0">
                  <a:pos x="7" y="137"/>
                </a:cxn>
                <a:cxn ang="0">
                  <a:pos x="7" y="141"/>
                </a:cxn>
                <a:cxn ang="0">
                  <a:pos x="13" y="141"/>
                </a:cxn>
                <a:cxn ang="0">
                  <a:pos x="16" y="141"/>
                </a:cxn>
                <a:cxn ang="0">
                  <a:pos x="18" y="140"/>
                </a:cxn>
                <a:cxn ang="0">
                  <a:pos x="24" y="141"/>
                </a:cxn>
                <a:cxn ang="0">
                  <a:pos x="27" y="137"/>
                </a:cxn>
                <a:cxn ang="0">
                  <a:pos x="31" y="141"/>
                </a:cxn>
                <a:cxn ang="0">
                  <a:pos x="33" y="146"/>
                </a:cxn>
                <a:cxn ang="0">
                  <a:pos x="35" y="151"/>
                </a:cxn>
                <a:cxn ang="0">
                  <a:pos x="33" y="154"/>
                </a:cxn>
                <a:cxn ang="0">
                  <a:pos x="37" y="155"/>
                </a:cxn>
                <a:cxn ang="0">
                  <a:pos x="39" y="160"/>
                </a:cxn>
                <a:cxn ang="0">
                  <a:pos x="42" y="161"/>
                </a:cxn>
                <a:cxn ang="0">
                  <a:pos x="45" y="160"/>
                </a:cxn>
                <a:cxn ang="0">
                  <a:pos x="49" y="163"/>
                </a:cxn>
                <a:cxn ang="0">
                  <a:pos x="52" y="159"/>
                </a:cxn>
                <a:cxn ang="0">
                  <a:pos x="56" y="157"/>
                </a:cxn>
                <a:cxn ang="0">
                  <a:pos x="57" y="160"/>
                </a:cxn>
                <a:cxn ang="0">
                  <a:pos x="60" y="161"/>
                </a:cxn>
                <a:cxn ang="0">
                  <a:pos x="64" y="156"/>
                </a:cxn>
                <a:cxn ang="0">
                  <a:pos x="64" y="152"/>
                </a:cxn>
                <a:cxn ang="0">
                  <a:pos x="67" y="148"/>
                </a:cxn>
                <a:cxn ang="0">
                  <a:pos x="67" y="143"/>
                </a:cxn>
                <a:cxn ang="0">
                  <a:pos x="73" y="141"/>
                </a:cxn>
                <a:cxn ang="0">
                  <a:pos x="75" y="136"/>
                </a:cxn>
                <a:cxn ang="0">
                  <a:pos x="76" y="130"/>
                </a:cxn>
                <a:cxn ang="0">
                  <a:pos x="78" y="127"/>
                </a:cxn>
                <a:cxn ang="0">
                  <a:pos x="80" y="127"/>
                </a:cxn>
                <a:cxn ang="0">
                  <a:pos x="86" y="128"/>
                </a:cxn>
                <a:cxn ang="0">
                  <a:pos x="88" y="125"/>
                </a:cxn>
                <a:cxn ang="0">
                  <a:pos x="93" y="118"/>
                </a:cxn>
                <a:cxn ang="0">
                  <a:pos x="102" y="114"/>
                </a:cxn>
                <a:cxn ang="0">
                  <a:pos x="113" y="109"/>
                </a:cxn>
                <a:cxn ang="0">
                  <a:pos x="121" y="110"/>
                </a:cxn>
                <a:cxn ang="0">
                  <a:pos x="132" y="106"/>
                </a:cxn>
                <a:cxn ang="0">
                  <a:pos x="146" y="106"/>
                </a:cxn>
                <a:cxn ang="0">
                  <a:pos x="152" y="104"/>
                </a:cxn>
                <a:cxn ang="0">
                  <a:pos x="156" y="98"/>
                </a:cxn>
                <a:cxn ang="0">
                  <a:pos x="158" y="88"/>
                </a:cxn>
              </a:cxnLst>
              <a:rect l="0" t="0" r="r" b="b"/>
              <a:pathLst>
                <a:path w="159" h="163">
                  <a:moveTo>
                    <a:pt x="158" y="82"/>
                  </a:moveTo>
                  <a:cubicBezTo>
                    <a:pt x="158" y="80"/>
                    <a:pt x="158" y="78"/>
                    <a:pt x="158" y="76"/>
                  </a:cubicBezTo>
                  <a:cubicBezTo>
                    <a:pt x="158" y="72"/>
                    <a:pt x="158" y="68"/>
                    <a:pt x="159" y="64"/>
                  </a:cubicBezTo>
                  <a:cubicBezTo>
                    <a:pt x="156" y="64"/>
                    <a:pt x="154" y="65"/>
                    <a:pt x="152" y="65"/>
                  </a:cubicBezTo>
                  <a:cubicBezTo>
                    <a:pt x="152" y="65"/>
                    <a:pt x="151" y="66"/>
                    <a:pt x="150" y="66"/>
                  </a:cubicBezTo>
                  <a:cubicBezTo>
                    <a:pt x="149" y="66"/>
                    <a:pt x="149" y="65"/>
                    <a:pt x="149" y="65"/>
                  </a:cubicBezTo>
                  <a:cubicBezTo>
                    <a:pt x="148" y="64"/>
                    <a:pt x="147" y="64"/>
                    <a:pt x="148" y="63"/>
                  </a:cubicBezTo>
                  <a:cubicBezTo>
                    <a:pt x="148" y="63"/>
                    <a:pt x="148" y="63"/>
                    <a:pt x="148" y="63"/>
                  </a:cubicBezTo>
                  <a:cubicBezTo>
                    <a:pt x="149" y="62"/>
                    <a:pt x="148" y="62"/>
                    <a:pt x="149" y="62"/>
                  </a:cubicBezTo>
                  <a:cubicBezTo>
                    <a:pt x="149" y="61"/>
                    <a:pt x="149" y="62"/>
                    <a:pt x="149" y="61"/>
                  </a:cubicBezTo>
                  <a:cubicBezTo>
                    <a:pt x="149" y="61"/>
                    <a:pt x="149" y="60"/>
                    <a:pt x="149" y="60"/>
                  </a:cubicBezTo>
                  <a:cubicBezTo>
                    <a:pt x="149" y="59"/>
                    <a:pt x="149" y="59"/>
                    <a:pt x="149" y="58"/>
                  </a:cubicBezTo>
                  <a:cubicBezTo>
                    <a:pt x="149" y="58"/>
                    <a:pt x="149" y="57"/>
                    <a:pt x="149" y="56"/>
                  </a:cubicBezTo>
                  <a:cubicBezTo>
                    <a:pt x="148" y="56"/>
                    <a:pt x="147" y="56"/>
                    <a:pt x="147" y="55"/>
                  </a:cubicBezTo>
                  <a:cubicBezTo>
                    <a:pt x="145" y="54"/>
                    <a:pt x="144" y="55"/>
                    <a:pt x="142" y="54"/>
                  </a:cubicBezTo>
                  <a:cubicBezTo>
                    <a:pt x="142" y="54"/>
                    <a:pt x="141" y="54"/>
                    <a:pt x="141" y="53"/>
                  </a:cubicBezTo>
                  <a:cubicBezTo>
                    <a:pt x="141" y="53"/>
                    <a:pt x="140" y="52"/>
                    <a:pt x="140" y="52"/>
                  </a:cubicBezTo>
                  <a:cubicBezTo>
                    <a:pt x="139" y="51"/>
                    <a:pt x="139" y="51"/>
                    <a:pt x="138" y="52"/>
                  </a:cubicBezTo>
                  <a:cubicBezTo>
                    <a:pt x="138" y="52"/>
                    <a:pt x="138" y="52"/>
                    <a:pt x="137" y="52"/>
                  </a:cubicBezTo>
                  <a:cubicBezTo>
                    <a:pt x="136" y="51"/>
                    <a:pt x="137" y="52"/>
                    <a:pt x="136" y="51"/>
                  </a:cubicBezTo>
                  <a:cubicBezTo>
                    <a:pt x="136" y="51"/>
                    <a:pt x="136" y="51"/>
                    <a:pt x="135" y="51"/>
                  </a:cubicBezTo>
                  <a:cubicBezTo>
                    <a:pt x="135" y="51"/>
                    <a:pt x="135" y="51"/>
                    <a:pt x="135" y="51"/>
                  </a:cubicBezTo>
                  <a:cubicBezTo>
                    <a:pt x="134" y="50"/>
                    <a:pt x="134" y="50"/>
                    <a:pt x="134" y="49"/>
                  </a:cubicBezTo>
                  <a:cubicBezTo>
                    <a:pt x="134" y="48"/>
                    <a:pt x="134" y="48"/>
                    <a:pt x="133" y="48"/>
                  </a:cubicBezTo>
                  <a:cubicBezTo>
                    <a:pt x="132" y="48"/>
                    <a:pt x="132" y="48"/>
                    <a:pt x="131" y="47"/>
                  </a:cubicBezTo>
                  <a:cubicBezTo>
                    <a:pt x="131" y="47"/>
                    <a:pt x="131" y="46"/>
                    <a:pt x="130" y="46"/>
                  </a:cubicBezTo>
                  <a:cubicBezTo>
                    <a:pt x="129" y="47"/>
                    <a:pt x="130" y="44"/>
                    <a:pt x="130" y="43"/>
                  </a:cubicBezTo>
                  <a:cubicBezTo>
                    <a:pt x="130" y="42"/>
                    <a:pt x="128" y="41"/>
                    <a:pt x="127" y="41"/>
                  </a:cubicBezTo>
                  <a:cubicBezTo>
                    <a:pt x="125" y="40"/>
                    <a:pt x="124" y="38"/>
                    <a:pt x="122" y="37"/>
                  </a:cubicBezTo>
                  <a:cubicBezTo>
                    <a:pt x="119" y="35"/>
                    <a:pt x="116" y="32"/>
                    <a:pt x="113" y="30"/>
                  </a:cubicBezTo>
                  <a:cubicBezTo>
                    <a:pt x="100" y="19"/>
                    <a:pt x="87" y="9"/>
                    <a:pt x="74" y="0"/>
                  </a:cubicBezTo>
                  <a:cubicBezTo>
                    <a:pt x="68" y="0"/>
                    <a:pt x="62" y="0"/>
                    <a:pt x="57" y="0"/>
                  </a:cubicBezTo>
                  <a:cubicBezTo>
                    <a:pt x="58" y="17"/>
                    <a:pt x="59" y="34"/>
                    <a:pt x="61" y="52"/>
                  </a:cubicBezTo>
                  <a:cubicBezTo>
                    <a:pt x="61" y="60"/>
                    <a:pt x="62" y="68"/>
                    <a:pt x="63" y="77"/>
                  </a:cubicBezTo>
                  <a:cubicBezTo>
                    <a:pt x="63" y="81"/>
                    <a:pt x="63" y="85"/>
                    <a:pt x="64" y="89"/>
                  </a:cubicBezTo>
                  <a:cubicBezTo>
                    <a:pt x="64" y="90"/>
                    <a:pt x="64" y="91"/>
                    <a:pt x="64" y="92"/>
                  </a:cubicBezTo>
                  <a:cubicBezTo>
                    <a:pt x="64" y="93"/>
                    <a:pt x="64" y="93"/>
                    <a:pt x="65" y="94"/>
                  </a:cubicBezTo>
                  <a:cubicBezTo>
                    <a:pt x="65" y="94"/>
                    <a:pt x="66" y="94"/>
                    <a:pt x="66" y="95"/>
                  </a:cubicBezTo>
                  <a:cubicBezTo>
                    <a:pt x="66" y="96"/>
                    <a:pt x="66" y="97"/>
                    <a:pt x="66" y="97"/>
                  </a:cubicBezTo>
                  <a:cubicBezTo>
                    <a:pt x="66" y="99"/>
                    <a:pt x="65" y="100"/>
                    <a:pt x="65" y="101"/>
                  </a:cubicBezTo>
                  <a:cubicBezTo>
                    <a:pt x="65" y="102"/>
                    <a:pt x="65" y="103"/>
                    <a:pt x="65" y="104"/>
                  </a:cubicBezTo>
                  <a:cubicBezTo>
                    <a:pt x="64" y="104"/>
                    <a:pt x="62" y="104"/>
                    <a:pt x="62" y="104"/>
                  </a:cubicBezTo>
                  <a:cubicBezTo>
                    <a:pt x="61" y="104"/>
                    <a:pt x="60" y="104"/>
                    <a:pt x="59" y="104"/>
                  </a:cubicBezTo>
                  <a:cubicBezTo>
                    <a:pt x="57" y="104"/>
                    <a:pt x="55" y="104"/>
                    <a:pt x="53" y="104"/>
                  </a:cubicBezTo>
                  <a:cubicBezTo>
                    <a:pt x="45" y="104"/>
                    <a:pt x="36" y="104"/>
                    <a:pt x="28" y="104"/>
                  </a:cubicBezTo>
                  <a:cubicBezTo>
                    <a:pt x="28" y="104"/>
                    <a:pt x="28" y="102"/>
                    <a:pt x="28" y="102"/>
                  </a:cubicBezTo>
                  <a:cubicBezTo>
                    <a:pt x="27" y="102"/>
                    <a:pt x="27" y="102"/>
                    <a:pt x="27" y="103"/>
                  </a:cubicBezTo>
                  <a:cubicBezTo>
                    <a:pt x="27" y="103"/>
                    <a:pt x="27" y="104"/>
                    <a:pt x="27" y="104"/>
                  </a:cubicBezTo>
                  <a:cubicBezTo>
                    <a:pt x="27" y="105"/>
                    <a:pt x="26" y="105"/>
                    <a:pt x="26" y="105"/>
                  </a:cubicBezTo>
                  <a:cubicBezTo>
                    <a:pt x="25" y="105"/>
                    <a:pt x="24" y="105"/>
                    <a:pt x="23" y="105"/>
                  </a:cubicBezTo>
                  <a:cubicBezTo>
                    <a:pt x="23" y="105"/>
                    <a:pt x="22" y="105"/>
                    <a:pt x="21" y="105"/>
                  </a:cubicBezTo>
                  <a:cubicBezTo>
                    <a:pt x="21" y="105"/>
                    <a:pt x="20" y="105"/>
                    <a:pt x="19" y="105"/>
                  </a:cubicBezTo>
                  <a:cubicBezTo>
                    <a:pt x="18" y="105"/>
                    <a:pt x="18" y="105"/>
                    <a:pt x="17" y="105"/>
                  </a:cubicBezTo>
                  <a:cubicBezTo>
                    <a:pt x="16" y="105"/>
                    <a:pt x="15" y="105"/>
                    <a:pt x="15" y="105"/>
                  </a:cubicBezTo>
                  <a:cubicBezTo>
                    <a:pt x="14" y="105"/>
                    <a:pt x="14" y="105"/>
                    <a:pt x="14" y="106"/>
                  </a:cubicBezTo>
                  <a:cubicBezTo>
                    <a:pt x="14" y="106"/>
                    <a:pt x="13" y="106"/>
                    <a:pt x="13" y="107"/>
                  </a:cubicBezTo>
                  <a:cubicBezTo>
                    <a:pt x="13" y="107"/>
                    <a:pt x="13" y="108"/>
                    <a:pt x="12" y="108"/>
                  </a:cubicBezTo>
                  <a:cubicBezTo>
                    <a:pt x="12" y="107"/>
                    <a:pt x="12" y="107"/>
                    <a:pt x="11" y="106"/>
                  </a:cubicBezTo>
                  <a:cubicBezTo>
                    <a:pt x="11" y="106"/>
                    <a:pt x="10" y="105"/>
                    <a:pt x="9" y="105"/>
                  </a:cubicBezTo>
                  <a:cubicBezTo>
                    <a:pt x="9" y="104"/>
                    <a:pt x="8" y="102"/>
                    <a:pt x="7" y="102"/>
                  </a:cubicBezTo>
                  <a:cubicBezTo>
                    <a:pt x="7" y="103"/>
                    <a:pt x="7" y="103"/>
                    <a:pt x="6" y="103"/>
                  </a:cubicBezTo>
                  <a:cubicBezTo>
                    <a:pt x="6" y="103"/>
                    <a:pt x="6" y="104"/>
                    <a:pt x="5" y="103"/>
                  </a:cubicBezTo>
                  <a:cubicBezTo>
                    <a:pt x="5" y="104"/>
                    <a:pt x="4" y="105"/>
                    <a:pt x="4" y="105"/>
                  </a:cubicBezTo>
                  <a:cubicBezTo>
                    <a:pt x="4" y="106"/>
                    <a:pt x="4" y="107"/>
                    <a:pt x="4" y="107"/>
                  </a:cubicBezTo>
                  <a:cubicBezTo>
                    <a:pt x="4" y="108"/>
                    <a:pt x="3" y="108"/>
                    <a:pt x="4" y="109"/>
                  </a:cubicBezTo>
                  <a:cubicBezTo>
                    <a:pt x="4" y="109"/>
                    <a:pt x="4" y="109"/>
                    <a:pt x="4" y="110"/>
                  </a:cubicBezTo>
                  <a:cubicBezTo>
                    <a:pt x="4" y="111"/>
                    <a:pt x="4" y="111"/>
                    <a:pt x="3" y="111"/>
                  </a:cubicBezTo>
                  <a:cubicBezTo>
                    <a:pt x="3" y="111"/>
                    <a:pt x="3" y="112"/>
                    <a:pt x="2" y="112"/>
                  </a:cubicBezTo>
                  <a:cubicBezTo>
                    <a:pt x="2" y="112"/>
                    <a:pt x="2" y="112"/>
                    <a:pt x="2" y="112"/>
                  </a:cubicBezTo>
                  <a:cubicBezTo>
                    <a:pt x="1" y="112"/>
                    <a:pt x="1" y="112"/>
                    <a:pt x="1" y="112"/>
                  </a:cubicBezTo>
                  <a:cubicBezTo>
                    <a:pt x="0" y="112"/>
                    <a:pt x="0" y="112"/>
                    <a:pt x="0" y="112"/>
                  </a:cubicBezTo>
                  <a:cubicBezTo>
                    <a:pt x="0" y="112"/>
                    <a:pt x="1" y="113"/>
                    <a:pt x="0" y="114"/>
                  </a:cubicBezTo>
                  <a:cubicBezTo>
                    <a:pt x="0" y="114"/>
                    <a:pt x="0" y="115"/>
                    <a:pt x="0" y="116"/>
                  </a:cubicBezTo>
                  <a:cubicBezTo>
                    <a:pt x="0" y="116"/>
                    <a:pt x="1" y="116"/>
                    <a:pt x="1" y="117"/>
                  </a:cubicBezTo>
                  <a:cubicBezTo>
                    <a:pt x="1" y="117"/>
                    <a:pt x="1" y="117"/>
                    <a:pt x="1" y="117"/>
                  </a:cubicBezTo>
                  <a:cubicBezTo>
                    <a:pt x="2" y="118"/>
                    <a:pt x="2" y="120"/>
                    <a:pt x="2" y="120"/>
                  </a:cubicBezTo>
                  <a:cubicBezTo>
                    <a:pt x="2" y="121"/>
                    <a:pt x="3" y="122"/>
                    <a:pt x="2" y="123"/>
                  </a:cubicBezTo>
                  <a:cubicBezTo>
                    <a:pt x="1" y="124"/>
                    <a:pt x="1" y="123"/>
                    <a:pt x="1" y="124"/>
                  </a:cubicBezTo>
                  <a:cubicBezTo>
                    <a:pt x="2" y="125"/>
                    <a:pt x="3" y="126"/>
                    <a:pt x="3" y="126"/>
                  </a:cubicBezTo>
                  <a:cubicBezTo>
                    <a:pt x="3" y="127"/>
                    <a:pt x="3" y="127"/>
                    <a:pt x="3" y="128"/>
                  </a:cubicBezTo>
                  <a:cubicBezTo>
                    <a:pt x="3" y="128"/>
                    <a:pt x="4" y="127"/>
                    <a:pt x="4" y="127"/>
                  </a:cubicBezTo>
                  <a:cubicBezTo>
                    <a:pt x="4" y="127"/>
                    <a:pt x="4" y="127"/>
                    <a:pt x="5" y="127"/>
                  </a:cubicBezTo>
                  <a:cubicBezTo>
                    <a:pt x="5" y="127"/>
                    <a:pt x="5" y="127"/>
                    <a:pt x="5" y="127"/>
                  </a:cubicBezTo>
                  <a:cubicBezTo>
                    <a:pt x="6" y="128"/>
                    <a:pt x="6" y="128"/>
                    <a:pt x="6" y="128"/>
                  </a:cubicBezTo>
                  <a:cubicBezTo>
                    <a:pt x="6" y="129"/>
                    <a:pt x="6" y="129"/>
                    <a:pt x="6" y="129"/>
                  </a:cubicBezTo>
                  <a:cubicBezTo>
                    <a:pt x="6" y="129"/>
                    <a:pt x="6" y="129"/>
                    <a:pt x="6" y="129"/>
                  </a:cubicBezTo>
                  <a:cubicBezTo>
                    <a:pt x="6" y="130"/>
                    <a:pt x="6" y="130"/>
                    <a:pt x="6" y="130"/>
                  </a:cubicBezTo>
                  <a:cubicBezTo>
                    <a:pt x="7" y="131"/>
                    <a:pt x="7" y="131"/>
                    <a:pt x="7" y="131"/>
                  </a:cubicBezTo>
                  <a:cubicBezTo>
                    <a:pt x="7" y="131"/>
                    <a:pt x="7" y="132"/>
                    <a:pt x="7" y="132"/>
                  </a:cubicBezTo>
                  <a:cubicBezTo>
                    <a:pt x="7" y="132"/>
                    <a:pt x="7" y="132"/>
                    <a:pt x="7" y="131"/>
                  </a:cubicBezTo>
                  <a:cubicBezTo>
                    <a:pt x="8" y="132"/>
                    <a:pt x="7" y="132"/>
                    <a:pt x="7" y="132"/>
                  </a:cubicBezTo>
                  <a:cubicBezTo>
                    <a:pt x="7" y="133"/>
                    <a:pt x="7" y="133"/>
                    <a:pt x="7" y="134"/>
                  </a:cubicBezTo>
                  <a:cubicBezTo>
                    <a:pt x="7" y="134"/>
                    <a:pt x="7" y="134"/>
                    <a:pt x="7" y="135"/>
                  </a:cubicBezTo>
                  <a:cubicBezTo>
                    <a:pt x="7" y="135"/>
                    <a:pt x="7" y="135"/>
                    <a:pt x="7" y="135"/>
                  </a:cubicBezTo>
                  <a:cubicBezTo>
                    <a:pt x="7" y="136"/>
                    <a:pt x="7" y="137"/>
                    <a:pt x="7" y="137"/>
                  </a:cubicBezTo>
                  <a:cubicBezTo>
                    <a:pt x="7" y="137"/>
                    <a:pt x="8" y="137"/>
                    <a:pt x="7" y="137"/>
                  </a:cubicBezTo>
                  <a:cubicBezTo>
                    <a:pt x="7" y="138"/>
                    <a:pt x="7" y="138"/>
                    <a:pt x="7" y="138"/>
                  </a:cubicBezTo>
                  <a:cubicBezTo>
                    <a:pt x="7" y="138"/>
                    <a:pt x="7" y="139"/>
                    <a:pt x="7" y="140"/>
                  </a:cubicBezTo>
                  <a:cubicBezTo>
                    <a:pt x="6" y="140"/>
                    <a:pt x="6" y="141"/>
                    <a:pt x="7" y="141"/>
                  </a:cubicBezTo>
                  <a:cubicBezTo>
                    <a:pt x="7" y="141"/>
                    <a:pt x="7" y="141"/>
                    <a:pt x="7" y="141"/>
                  </a:cubicBezTo>
                  <a:cubicBezTo>
                    <a:pt x="8" y="142"/>
                    <a:pt x="8" y="142"/>
                    <a:pt x="8" y="142"/>
                  </a:cubicBezTo>
                  <a:cubicBezTo>
                    <a:pt x="8" y="142"/>
                    <a:pt x="8" y="143"/>
                    <a:pt x="9" y="142"/>
                  </a:cubicBezTo>
                  <a:cubicBezTo>
                    <a:pt x="10" y="142"/>
                    <a:pt x="10" y="141"/>
                    <a:pt x="11" y="140"/>
                  </a:cubicBezTo>
                  <a:cubicBezTo>
                    <a:pt x="11" y="139"/>
                    <a:pt x="12" y="141"/>
                    <a:pt x="13" y="141"/>
                  </a:cubicBezTo>
                  <a:cubicBezTo>
                    <a:pt x="13" y="141"/>
                    <a:pt x="13" y="144"/>
                    <a:pt x="14" y="143"/>
                  </a:cubicBezTo>
                  <a:cubicBezTo>
                    <a:pt x="15" y="143"/>
                    <a:pt x="15" y="143"/>
                    <a:pt x="15" y="142"/>
                  </a:cubicBezTo>
                  <a:cubicBezTo>
                    <a:pt x="15" y="142"/>
                    <a:pt x="16" y="142"/>
                    <a:pt x="16" y="142"/>
                  </a:cubicBezTo>
                  <a:cubicBezTo>
                    <a:pt x="16" y="141"/>
                    <a:pt x="16" y="141"/>
                    <a:pt x="16" y="141"/>
                  </a:cubicBezTo>
                  <a:cubicBezTo>
                    <a:pt x="16" y="141"/>
                    <a:pt x="16" y="141"/>
                    <a:pt x="17" y="141"/>
                  </a:cubicBezTo>
                  <a:cubicBezTo>
                    <a:pt x="17" y="140"/>
                    <a:pt x="17" y="141"/>
                    <a:pt x="17" y="140"/>
                  </a:cubicBezTo>
                  <a:cubicBezTo>
                    <a:pt x="17" y="140"/>
                    <a:pt x="17" y="140"/>
                    <a:pt x="18" y="140"/>
                  </a:cubicBezTo>
                  <a:cubicBezTo>
                    <a:pt x="18" y="140"/>
                    <a:pt x="18" y="140"/>
                    <a:pt x="18" y="140"/>
                  </a:cubicBezTo>
                  <a:cubicBezTo>
                    <a:pt x="18" y="140"/>
                    <a:pt x="18" y="140"/>
                    <a:pt x="19" y="140"/>
                  </a:cubicBezTo>
                  <a:cubicBezTo>
                    <a:pt x="19" y="140"/>
                    <a:pt x="20" y="140"/>
                    <a:pt x="20" y="141"/>
                  </a:cubicBezTo>
                  <a:cubicBezTo>
                    <a:pt x="21" y="141"/>
                    <a:pt x="22" y="142"/>
                    <a:pt x="23" y="142"/>
                  </a:cubicBezTo>
                  <a:cubicBezTo>
                    <a:pt x="24" y="142"/>
                    <a:pt x="23" y="141"/>
                    <a:pt x="24" y="141"/>
                  </a:cubicBezTo>
                  <a:cubicBezTo>
                    <a:pt x="25" y="140"/>
                    <a:pt x="25" y="140"/>
                    <a:pt x="25" y="140"/>
                  </a:cubicBezTo>
                  <a:cubicBezTo>
                    <a:pt x="26" y="140"/>
                    <a:pt x="26" y="140"/>
                    <a:pt x="26" y="140"/>
                  </a:cubicBezTo>
                  <a:cubicBezTo>
                    <a:pt x="27" y="140"/>
                    <a:pt x="28" y="139"/>
                    <a:pt x="27" y="138"/>
                  </a:cubicBezTo>
                  <a:cubicBezTo>
                    <a:pt x="27" y="138"/>
                    <a:pt x="26" y="137"/>
                    <a:pt x="27" y="137"/>
                  </a:cubicBezTo>
                  <a:cubicBezTo>
                    <a:pt x="28" y="137"/>
                    <a:pt x="30" y="137"/>
                    <a:pt x="30" y="138"/>
                  </a:cubicBezTo>
                  <a:cubicBezTo>
                    <a:pt x="31" y="139"/>
                    <a:pt x="30" y="139"/>
                    <a:pt x="30" y="140"/>
                  </a:cubicBezTo>
                  <a:cubicBezTo>
                    <a:pt x="30" y="140"/>
                    <a:pt x="31" y="140"/>
                    <a:pt x="31" y="140"/>
                  </a:cubicBezTo>
                  <a:cubicBezTo>
                    <a:pt x="31" y="141"/>
                    <a:pt x="31" y="141"/>
                    <a:pt x="31" y="141"/>
                  </a:cubicBezTo>
                  <a:cubicBezTo>
                    <a:pt x="31" y="142"/>
                    <a:pt x="32" y="142"/>
                    <a:pt x="32" y="142"/>
                  </a:cubicBezTo>
                  <a:cubicBezTo>
                    <a:pt x="32" y="143"/>
                    <a:pt x="32" y="144"/>
                    <a:pt x="32" y="144"/>
                  </a:cubicBezTo>
                  <a:cubicBezTo>
                    <a:pt x="32" y="145"/>
                    <a:pt x="31" y="146"/>
                    <a:pt x="32" y="146"/>
                  </a:cubicBezTo>
                  <a:cubicBezTo>
                    <a:pt x="33" y="146"/>
                    <a:pt x="33" y="146"/>
                    <a:pt x="33" y="146"/>
                  </a:cubicBezTo>
                  <a:cubicBezTo>
                    <a:pt x="33" y="147"/>
                    <a:pt x="34" y="149"/>
                    <a:pt x="35" y="148"/>
                  </a:cubicBezTo>
                  <a:cubicBezTo>
                    <a:pt x="35" y="149"/>
                    <a:pt x="36" y="149"/>
                    <a:pt x="36" y="149"/>
                  </a:cubicBezTo>
                  <a:cubicBezTo>
                    <a:pt x="35" y="149"/>
                    <a:pt x="37" y="150"/>
                    <a:pt x="35" y="150"/>
                  </a:cubicBezTo>
                  <a:cubicBezTo>
                    <a:pt x="35" y="150"/>
                    <a:pt x="35" y="150"/>
                    <a:pt x="35" y="151"/>
                  </a:cubicBezTo>
                  <a:cubicBezTo>
                    <a:pt x="35" y="151"/>
                    <a:pt x="35" y="151"/>
                    <a:pt x="35" y="151"/>
                  </a:cubicBezTo>
                  <a:cubicBezTo>
                    <a:pt x="34" y="151"/>
                    <a:pt x="34" y="152"/>
                    <a:pt x="34" y="152"/>
                  </a:cubicBezTo>
                  <a:cubicBezTo>
                    <a:pt x="34" y="152"/>
                    <a:pt x="34" y="152"/>
                    <a:pt x="34" y="152"/>
                  </a:cubicBezTo>
                  <a:cubicBezTo>
                    <a:pt x="34" y="153"/>
                    <a:pt x="33" y="154"/>
                    <a:pt x="33" y="154"/>
                  </a:cubicBezTo>
                  <a:cubicBezTo>
                    <a:pt x="33" y="154"/>
                    <a:pt x="34" y="154"/>
                    <a:pt x="35" y="154"/>
                  </a:cubicBezTo>
                  <a:cubicBezTo>
                    <a:pt x="35" y="153"/>
                    <a:pt x="35" y="153"/>
                    <a:pt x="35" y="153"/>
                  </a:cubicBezTo>
                  <a:cubicBezTo>
                    <a:pt x="36" y="153"/>
                    <a:pt x="37" y="153"/>
                    <a:pt x="37" y="153"/>
                  </a:cubicBezTo>
                  <a:cubicBezTo>
                    <a:pt x="37" y="154"/>
                    <a:pt x="37" y="155"/>
                    <a:pt x="37" y="155"/>
                  </a:cubicBezTo>
                  <a:cubicBezTo>
                    <a:pt x="37" y="156"/>
                    <a:pt x="37" y="156"/>
                    <a:pt x="37" y="156"/>
                  </a:cubicBezTo>
                  <a:cubicBezTo>
                    <a:pt x="37" y="156"/>
                    <a:pt x="37" y="157"/>
                    <a:pt x="37" y="157"/>
                  </a:cubicBezTo>
                  <a:cubicBezTo>
                    <a:pt x="37" y="158"/>
                    <a:pt x="37" y="159"/>
                    <a:pt x="38" y="160"/>
                  </a:cubicBezTo>
                  <a:cubicBezTo>
                    <a:pt x="38" y="160"/>
                    <a:pt x="38" y="159"/>
                    <a:pt x="39" y="160"/>
                  </a:cubicBezTo>
                  <a:cubicBezTo>
                    <a:pt x="39" y="161"/>
                    <a:pt x="39" y="160"/>
                    <a:pt x="40" y="161"/>
                  </a:cubicBezTo>
                  <a:cubicBezTo>
                    <a:pt x="40" y="161"/>
                    <a:pt x="40" y="162"/>
                    <a:pt x="40" y="162"/>
                  </a:cubicBezTo>
                  <a:cubicBezTo>
                    <a:pt x="40" y="163"/>
                    <a:pt x="41" y="162"/>
                    <a:pt x="41" y="162"/>
                  </a:cubicBezTo>
                  <a:cubicBezTo>
                    <a:pt x="41" y="162"/>
                    <a:pt x="42" y="162"/>
                    <a:pt x="42" y="161"/>
                  </a:cubicBezTo>
                  <a:cubicBezTo>
                    <a:pt x="42" y="161"/>
                    <a:pt x="42" y="161"/>
                    <a:pt x="42" y="161"/>
                  </a:cubicBezTo>
                  <a:cubicBezTo>
                    <a:pt x="42" y="160"/>
                    <a:pt x="42" y="160"/>
                    <a:pt x="43" y="160"/>
                  </a:cubicBezTo>
                  <a:cubicBezTo>
                    <a:pt x="43" y="160"/>
                    <a:pt x="43" y="160"/>
                    <a:pt x="43" y="160"/>
                  </a:cubicBezTo>
                  <a:cubicBezTo>
                    <a:pt x="44" y="160"/>
                    <a:pt x="45" y="159"/>
                    <a:pt x="45" y="160"/>
                  </a:cubicBezTo>
                  <a:cubicBezTo>
                    <a:pt x="45" y="161"/>
                    <a:pt x="46" y="160"/>
                    <a:pt x="46" y="161"/>
                  </a:cubicBezTo>
                  <a:cubicBezTo>
                    <a:pt x="46" y="161"/>
                    <a:pt x="46" y="161"/>
                    <a:pt x="46" y="161"/>
                  </a:cubicBezTo>
                  <a:cubicBezTo>
                    <a:pt x="46" y="162"/>
                    <a:pt x="47" y="162"/>
                    <a:pt x="47" y="162"/>
                  </a:cubicBezTo>
                  <a:cubicBezTo>
                    <a:pt x="48" y="162"/>
                    <a:pt x="48" y="162"/>
                    <a:pt x="49" y="163"/>
                  </a:cubicBezTo>
                  <a:cubicBezTo>
                    <a:pt x="50" y="163"/>
                    <a:pt x="49" y="161"/>
                    <a:pt x="50" y="161"/>
                  </a:cubicBezTo>
                  <a:cubicBezTo>
                    <a:pt x="50" y="160"/>
                    <a:pt x="51" y="160"/>
                    <a:pt x="52" y="160"/>
                  </a:cubicBezTo>
                  <a:cubicBezTo>
                    <a:pt x="52" y="161"/>
                    <a:pt x="53" y="161"/>
                    <a:pt x="53" y="160"/>
                  </a:cubicBezTo>
                  <a:cubicBezTo>
                    <a:pt x="53" y="159"/>
                    <a:pt x="52" y="159"/>
                    <a:pt x="52" y="159"/>
                  </a:cubicBezTo>
                  <a:cubicBezTo>
                    <a:pt x="52" y="159"/>
                    <a:pt x="53" y="156"/>
                    <a:pt x="53" y="157"/>
                  </a:cubicBezTo>
                  <a:cubicBezTo>
                    <a:pt x="53" y="158"/>
                    <a:pt x="55" y="159"/>
                    <a:pt x="55" y="158"/>
                  </a:cubicBezTo>
                  <a:cubicBezTo>
                    <a:pt x="55" y="158"/>
                    <a:pt x="55" y="157"/>
                    <a:pt x="55" y="157"/>
                  </a:cubicBezTo>
                  <a:cubicBezTo>
                    <a:pt x="55" y="157"/>
                    <a:pt x="56" y="157"/>
                    <a:pt x="56" y="157"/>
                  </a:cubicBezTo>
                  <a:cubicBezTo>
                    <a:pt x="56" y="156"/>
                    <a:pt x="57" y="156"/>
                    <a:pt x="57" y="157"/>
                  </a:cubicBezTo>
                  <a:cubicBezTo>
                    <a:pt x="57" y="157"/>
                    <a:pt x="57" y="157"/>
                    <a:pt x="57" y="158"/>
                  </a:cubicBezTo>
                  <a:cubicBezTo>
                    <a:pt x="57" y="158"/>
                    <a:pt x="57" y="159"/>
                    <a:pt x="57" y="159"/>
                  </a:cubicBezTo>
                  <a:cubicBezTo>
                    <a:pt x="58" y="159"/>
                    <a:pt x="57" y="159"/>
                    <a:pt x="57" y="160"/>
                  </a:cubicBezTo>
                  <a:cubicBezTo>
                    <a:pt x="58" y="160"/>
                    <a:pt x="56" y="161"/>
                    <a:pt x="57" y="162"/>
                  </a:cubicBezTo>
                  <a:cubicBezTo>
                    <a:pt x="58" y="162"/>
                    <a:pt x="58" y="162"/>
                    <a:pt x="59" y="162"/>
                  </a:cubicBezTo>
                  <a:cubicBezTo>
                    <a:pt x="59" y="162"/>
                    <a:pt x="59" y="162"/>
                    <a:pt x="59" y="161"/>
                  </a:cubicBezTo>
                  <a:cubicBezTo>
                    <a:pt x="60" y="161"/>
                    <a:pt x="60" y="162"/>
                    <a:pt x="60" y="161"/>
                  </a:cubicBezTo>
                  <a:cubicBezTo>
                    <a:pt x="60" y="161"/>
                    <a:pt x="60" y="160"/>
                    <a:pt x="60" y="160"/>
                  </a:cubicBezTo>
                  <a:cubicBezTo>
                    <a:pt x="61" y="160"/>
                    <a:pt x="63" y="159"/>
                    <a:pt x="64" y="160"/>
                  </a:cubicBezTo>
                  <a:cubicBezTo>
                    <a:pt x="64" y="159"/>
                    <a:pt x="64" y="159"/>
                    <a:pt x="64" y="158"/>
                  </a:cubicBezTo>
                  <a:cubicBezTo>
                    <a:pt x="64" y="157"/>
                    <a:pt x="64" y="157"/>
                    <a:pt x="64" y="156"/>
                  </a:cubicBezTo>
                  <a:cubicBezTo>
                    <a:pt x="64" y="155"/>
                    <a:pt x="65" y="155"/>
                    <a:pt x="64" y="154"/>
                  </a:cubicBezTo>
                  <a:cubicBezTo>
                    <a:pt x="64" y="154"/>
                    <a:pt x="64" y="154"/>
                    <a:pt x="64" y="154"/>
                  </a:cubicBezTo>
                  <a:cubicBezTo>
                    <a:pt x="64" y="153"/>
                    <a:pt x="64" y="153"/>
                    <a:pt x="64" y="153"/>
                  </a:cubicBezTo>
                  <a:cubicBezTo>
                    <a:pt x="64" y="153"/>
                    <a:pt x="64" y="153"/>
                    <a:pt x="64" y="152"/>
                  </a:cubicBezTo>
                  <a:cubicBezTo>
                    <a:pt x="65" y="152"/>
                    <a:pt x="66" y="152"/>
                    <a:pt x="66" y="151"/>
                  </a:cubicBezTo>
                  <a:cubicBezTo>
                    <a:pt x="66" y="151"/>
                    <a:pt x="66" y="151"/>
                    <a:pt x="66" y="150"/>
                  </a:cubicBezTo>
                  <a:cubicBezTo>
                    <a:pt x="66" y="150"/>
                    <a:pt x="66" y="149"/>
                    <a:pt x="66" y="149"/>
                  </a:cubicBezTo>
                  <a:cubicBezTo>
                    <a:pt x="67" y="149"/>
                    <a:pt x="67" y="148"/>
                    <a:pt x="67" y="148"/>
                  </a:cubicBezTo>
                  <a:cubicBezTo>
                    <a:pt x="67" y="147"/>
                    <a:pt x="66" y="147"/>
                    <a:pt x="66" y="146"/>
                  </a:cubicBezTo>
                  <a:cubicBezTo>
                    <a:pt x="66" y="146"/>
                    <a:pt x="66" y="145"/>
                    <a:pt x="66" y="145"/>
                  </a:cubicBezTo>
                  <a:cubicBezTo>
                    <a:pt x="66" y="144"/>
                    <a:pt x="65" y="145"/>
                    <a:pt x="65" y="144"/>
                  </a:cubicBezTo>
                  <a:cubicBezTo>
                    <a:pt x="66" y="144"/>
                    <a:pt x="67" y="144"/>
                    <a:pt x="67" y="143"/>
                  </a:cubicBezTo>
                  <a:cubicBezTo>
                    <a:pt x="68" y="143"/>
                    <a:pt x="69" y="142"/>
                    <a:pt x="70" y="142"/>
                  </a:cubicBezTo>
                  <a:cubicBezTo>
                    <a:pt x="71" y="142"/>
                    <a:pt x="71" y="142"/>
                    <a:pt x="72" y="142"/>
                  </a:cubicBezTo>
                  <a:cubicBezTo>
                    <a:pt x="72" y="142"/>
                    <a:pt x="72" y="142"/>
                    <a:pt x="72" y="142"/>
                  </a:cubicBezTo>
                  <a:cubicBezTo>
                    <a:pt x="72" y="141"/>
                    <a:pt x="72" y="141"/>
                    <a:pt x="73" y="141"/>
                  </a:cubicBezTo>
                  <a:cubicBezTo>
                    <a:pt x="73" y="141"/>
                    <a:pt x="73" y="140"/>
                    <a:pt x="74" y="140"/>
                  </a:cubicBezTo>
                  <a:cubicBezTo>
                    <a:pt x="74" y="139"/>
                    <a:pt x="74" y="138"/>
                    <a:pt x="74" y="139"/>
                  </a:cubicBezTo>
                  <a:cubicBezTo>
                    <a:pt x="75" y="140"/>
                    <a:pt x="75" y="138"/>
                    <a:pt x="75" y="138"/>
                  </a:cubicBezTo>
                  <a:cubicBezTo>
                    <a:pt x="74" y="137"/>
                    <a:pt x="75" y="137"/>
                    <a:pt x="75" y="136"/>
                  </a:cubicBezTo>
                  <a:cubicBezTo>
                    <a:pt x="75" y="136"/>
                    <a:pt x="74" y="135"/>
                    <a:pt x="74" y="134"/>
                  </a:cubicBezTo>
                  <a:cubicBezTo>
                    <a:pt x="74" y="135"/>
                    <a:pt x="75" y="134"/>
                    <a:pt x="75" y="134"/>
                  </a:cubicBezTo>
                  <a:cubicBezTo>
                    <a:pt x="76" y="134"/>
                    <a:pt x="76" y="135"/>
                    <a:pt x="76" y="134"/>
                  </a:cubicBezTo>
                  <a:cubicBezTo>
                    <a:pt x="78" y="134"/>
                    <a:pt x="76" y="131"/>
                    <a:pt x="76" y="130"/>
                  </a:cubicBezTo>
                  <a:cubicBezTo>
                    <a:pt x="75" y="129"/>
                    <a:pt x="76" y="130"/>
                    <a:pt x="77" y="129"/>
                  </a:cubicBezTo>
                  <a:cubicBezTo>
                    <a:pt x="77" y="129"/>
                    <a:pt x="76" y="129"/>
                    <a:pt x="76" y="129"/>
                  </a:cubicBezTo>
                  <a:cubicBezTo>
                    <a:pt x="77" y="128"/>
                    <a:pt x="77" y="128"/>
                    <a:pt x="77" y="128"/>
                  </a:cubicBezTo>
                  <a:cubicBezTo>
                    <a:pt x="78" y="128"/>
                    <a:pt x="78" y="127"/>
                    <a:pt x="78" y="127"/>
                  </a:cubicBezTo>
                  <a:cubicBezTo>
                    <a:pt x="79" y="126"/>
                    <a:pt x="79" y="126"/>
                    <a:pt x="79" y="126"/>
                  </a:cubicBezTo>
                  <a:cubicBezTo>
                    <a:pt x="79" y="126"/>
                    <a:pt x="80" y="127"/>
                    <a:pt x="80" y="126"/>
                  </a:cubicBezTo>
                  <a:cubicBezTo>
                    <a:pt x="79" y="127"/>
                    <a:pt x="79" y="127"/>
                    <a:pt x="79" y="127"/>
                  </a:cubicBezTo>
                  <a:cubicBezTo>
                    <a:pt x="79" y="127"/>
                    <a:pt x="80" y="127"/>
                    <a:pt x="80" y="127"/>
                  </a:cubicBezTo>
                  <a:cubicBezTo>
                    <a:pt x="81" y="128"/>
                    <a:pt x="82" y="128"/>
                    <a:pt x="83" y="129"/>
                  </a:cubicBezTo>
                  <a:cubicBezTo>
                    <a:pt x="83" y="129"/>
                    <a:pt x="84" y="130"/>
                    <a:pt x="84" y="130"/>
                  </a:cubicBezTo>
                  <a:cubicBezTo>
                    <a:pt x="84" y="129"/>
                    <a:pt x="84" y="129"/>
                    <a:pt x="84" y="129"/>
                  </a:cubicBezTo>
                  <a:cubicBezTo>
                    <a:pt x="84" y="128"/>
                    <a:pt x="86" y="128"/>
                    <a:pt x="86" y="128"/>
                  </a:cubicBezTo>
                  <a:cubicBezTo>
                    <a:pt x="86" y="127"/>
                    <a:pt x="86" y="125"/>
                    <a:pt x="86" y="124"/>
                  </a:cubicBezTo>
                  <a:cubicBezTo>
                    <a:pt x="86" y="124"/>
                    <a:pt x="86" y="123"/>
                    <a:pt x="86" y="124"/>
                  </a:cubicBezTo>
                  <a:cubicBezTo>
                    <a:pt x="87" y="124"/>
                    <a:pt x="87" y="124"/>
                    <a:pt x="87" y="124"/>
                  </a:cubicBezTo>
                  <a:cubicBezTo>
                    <a:pt x="88" y="124"/>
                    <a:pt x="88" y="125"/>
                    <a:pt x="88" y="125"/>
                  </a:cubicBezTo>
                  <a:cubicBezTo>
                    <a:pt x="88" y="125"/>
                    <a:pt x="88" y="124"/>
                    <a:pt x="89" y="124"/>
                  </a:cubicBezTo>
                  <a:cubicBezTo>
                    <a:pt x="90" y="125"/>
                    <a:pt x="89" y="123"/>
                    <a:pt x="89" y="123"/>
                  </a:cubicBezTo>
                  <a:cubicBezTo>
                    <a:pt x="89" y="122"/>
                    <a:pt x="90" y="120"/>
                    <a:pt x="90" y="120"/>
                  </a:cubicBezTo>
                  <a:cubicBezTo>
                    <a:pt x="91" y="119"/>
                    <a:pt x="92" y="118"/>
                    <a:pt x="93" y="118"/>
                  </a:cubicBezTo>
                  <a:cubicBezTo>
                    <a:pt x="94" y="117"/>
                    <a:pt x="95" y="118"/>
                    <a:pt x="96" y="118"/>
                  </a:cubicBezTo>
                  <a:cubicBezTo>
                    <a:pt x="96" y="118"/>
                    <a:pt x="97" y="119"/>
                    <a:pt x="98" y="118"/>
                  </a:cubicBezTo>
                  <a:cubicBezTo>
                    <a:pt x="98" y="117"/>
                    <a:pt x="98" y="116"/>
                    <a:pt x="99" y="115"/>
                  </a:cubicBezTo>
                  <a:cubicBezTo>
                    <a:pt x="100" y="115"/>
                    <a:pt x="101" y="115"/>
                    <a:pt x="102" y="114"/>
                  </a:cubicBezTo>
                  <a:cubicBezTo>
                    <a:pt x="103" y="113"/>
                    <a:pt x="105" y="112"/>
                    <a:pt x="106" y="112"/>
                  </a:cubicBezTo>
                  <a:cubicBezTo>
                    <a:pt x="107" y="112"/>
                    <a:pt x="108" y="111"/>
                    <a:pt x="109" y="110"/>
                  </a:cubicBezTo>
                  <a:cubicBezTo>
                    <a:pt x="110" y="109"/>
                    <a:pt x="110" y="109"/>
                    <a:pt x="111" y="108"/>
                  </a:cubicBezTo>
                  <a:cubicBezTo>
                    <a:pt x="112" y="108"/>
                    <a:pt x="113" y="108"/>
                    <a:pt x="113" y="109"/>
                  </a:cubicBezTo>
                  <a:cubicBezTo>
                    <a:pt x="114" y="110"/>
                    <a:pt x="115" y="109"/>
                    <a:pt x="116" y="109"/>
                  </a:cubicBezTo>
                  <a:cubicBezTo>
                    <a:pt x="117" y="109"/>
                    <a:pt x="118" y="110"/>
                    <a:pt x="120" y="110"/>
                  </a:cubicBezTo>
                  <a:cubicBezTo>
                    <a:pt x="120" y="110"/>
                    <a:pt x="120" y="110"/>
                    <a:pt x="120" y="109"/>
                  </a:cubicBezTo>
                  <a:cubicBezTo>
                    <a:pt x="120" y="110"/>
                    <a:pt x="121" y="110"/>
                    <a:pt x="121" y="110"/>
                  </a:cubicBezTo>
                  <a:cubicBezTo>
                    <a:pt x="122" y="110"/>
                    <a:pt x="122" y="109"/>
                    <a:pt x="123" y="110"/>
                  </a:cubicBezTo>
                  <a:cubicBezTo>
                    <a:pt x="124" y="110"/>
                    <a:pt x="126" y="110"/>
                    <a:pt x="127" y="109"/>
                  </a:cubicBezTo>
                  <a:cubicBezTo>
                    <a:pt x="128" y="109"/>
                    <a:pt x="129" y="107"/>
                    <a:pt x="130" y="107"/>
                  </a:cubicBezTo>
                  <a:cubicBezTo>
                    <a:pt x="131" y="106"/>
                    <a:pt x="132" y="106"/>
                    <a:pt x="132" y="106"/>
                  </a:cubicBezTo>
                  <a:cubicBezTo>
                    <a:pt x="133" y="106"/>
                    <a:pt x="134" y="106"/>
                    <a:pt x="135" y="106"/>
                  </a:cubicBezTo>
                  <a:cubicBezTo>
                    <a:pt x="137" y="106"/>
                    <a:pt x="139" y="106"/>
                    <a:pt x="141" y="106"/>
                  </a:cubicBezTo>
                  <a:cubicBezTo>
                    <a:pt x="142" y="106"/>
                    <a:pt x="143" y="106"/>
                    <a:pt x="145" y="106"/>
                  </a:cubicBezTo>
                  <a:cubicBezTo>
                    <a:pt x="145" y="106"/>
                    <a:pt x="146" y="106"/>
                    <a:pt x="146" y="106"/>
                  </a:cubicBezTo>
                  <a:cubicBezTo>
                    <a:pt x="147" y="105"/>
                    <a:pt x="146" y="105"/>
                    <a:pt x="147" y="105"/>
                  </a:cubicBezTo>
                  <a:cubicBezTo>
                    <a:pt x="148" y="105"/>
                    <a:pt x="148" y="105"/>
                    <a:pt x="149" y="105"/>
                  </a:cubicBezTo>
                  <a:cubicBezTo>
                    <a:pt x="149" y="105"/>
                    <a:pt x="151" y="106"/>
                    <a:pt x="151" y="105"/>
                  </a:cubicBezTo>
                  <a:cubicBezTo>
                    <a:pt x="152" y="105"/>
                    <a:pt x="151" y="104"/>
                    <a:pt x="152" y="104"/>
                  </a:cubicBezTo>
                  <a:cubicBezTo>
                    <a:pt x="152" y="103"/>
                    <a:pt x="153" y="103"/>
                    <a:pt x="153" y="102"/>
                  </a:cubicBezTo>
                  <a:cubicBezTo>
                    <a:pt x="154" y="102"/>
                    <a:pt x="154" y="102"/>
                    <a:pt x="155" y="102"/>
                  </a:cubicBezTo>
                  <a:cubicBezTo>
                    <a:pt x="155" y="101"/>
                    <a:pt x="155" y="100"/>
                    <a:pt x="155" y="100"/>
                  </a:cubicBezTo>
                  <a:cubicBezTo>
                    <a:pt x="155" y="99"/>
                    <a:pt x="156" y="99"/>
                    <a:pt x="156" y="98"/>
                  </a:cubicBezTo>
                  <a:cubicBezTo>
                    <a:pt x="156" y="97"/>
                    <a:pt x="156" y="95"/>
                    <a:pt x="157" y="95"/>
                  </a:cubicBezTo>
                  <a:cubicBezTo>
                    <a:pt x="158" y="94"/>
                    <a:pt x="158" y="92"/>
                    <a:pt x="158" y="91"/>
                  </a:cubicBezTo>
                  <a:cubicBezTo>
                    <a:pt x="158" y="90"/>
                    <a:pt x="158" y="90"/>
                    <a:pt x="158" y="89"/>
                  </a:cubicBezTo>
                  <a:cubicBezTo>
                    <a:pt x="158" y="89"/>
                    <a:pt x="158" y="89"/>
                    <a:pt x="158" y="88"/>
                  </a:cubicBezTo>
                  <a:cubicBezTo>
                    <a:pt x="158" y="88"/>
                    <a:pt x="158" y="88"/>
                    <a:pt x="158" y="87"/>
                  </a:cubicBezTo>
                  <a:cubicBezTo>
                    <a:pt x="159" y="87"/>
                    <a:pt x="158" y="86"/>
                    <a:pt x="158" y="85"/>
                  </a:cubicBezTo>
                  <a:cubicBezTo>
                    <a:pt x="158" y="84"/>
                    <a:pt x="158" y="83"/>
                    <a:pt x="158" y="8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37" name="Maldives">
              <a:extLst>
                <a:ext uri="{FF2B5EF4-FFF2-40B4-BE49-F238E27FC236}">
                  <a16:creationId xmlns:a16="http://schemas.microsoft.com/office/drawing/2014/main" id="{066FAAA1-3486-C11C-7F90-1C2A320F1AD5}"/>
                </a:ext>
              </a:extLst>
            </p:cNvPr>
            <p:cNvSpPr>
              <a:spLocks noEditPoints="1"/>
            </p:cNvSpPr>
            <p:nvPr/>
          </p:nvSpPr>
          <p:spPr bwMode="auto">
            <a:xfrm>
              <a:off x="8190221" y="3767943"/>
              <a:ext cx="42147" cy="304832"/>
            </a:xfrm>
            <a:custGeom>
              <a:avLst/>
              <a:gdLst/>
              <a:ahLst/>
              <a:cxnLst>
                <a:cxn ang="0">
                  <a:pos x="4" y="5"/>
                </a:cxn>
                <a:cxn ang="0">
                  <a:pos x="7" y="15"/>
                </a:cxn>
                <a:cxn ang="0">
                  <a:pos x="3" y="8"/>
                </a:cxn>
                <a:cxn ang="0">
                  <a:pos x="5" y="76"/>
                </a:cxn>
                <a:cxn ang="0">
                  <a:pos x="2" y="1"/>
                </a:cxn>
                <a:cxn ang="0">
                  <a:pos x="4" y="2"/>
                </a:cxn>
                <a:cxn ang="0">
                  <a:pos x="7" y="13"/>
                </a:cxn>
                <a:cxn ang="0">
                  <a:pos x="2" y="46"/>
                </a:cxn>
                <a:cxn ang="0">
                  <a:pos x="8" y="48"/>
                </a:cxn>
                <a:cxn ang="0">
                  <a:pos x="6" y="85"/>
                </a:cxn>
                <a:cxn ang="0">
                  <a:pos x="3" y="14"/>
                </a:cxn>
                <a:cxn ang="0">
                  <a:pos x="8" y="58"/>
                </a:cxn>
                <a:cxn ang="0">
                  <a:pos x="8" y="32"/>
                </a:cxn>
                <a:cxn ang="0">
                  <a:pos x="6" y="86"/>
                </a:cxn>
                <a:cxn ang="0">
                  <a:pos x="8" y="59"/>
                </a:cxn>
                <a:cxn ang="0">
                  <a:pos x="8" y="82"/>
                </a:cxn>
                <a:cxn ang="0">
                  <a:pos x="3" y="44"/>
                </a:cxn>
                <a:cxn ang="0">
                  <a:pos x="6" y="10"/>
                </a:cxn>
                <a:cxn ang="0">
                  <a:pos x="5" y="69"/>
                </a:cxn>
                <a:cxn ang="0">
                  <a:pos x="3" y="8"/>
                </a:cxn>
                <a:cxn ang="0">
                  <a:pos x="5" y="11"/>
                </a:cxn>
                <a:cxn ang="0">
                  <a:pos x="8" y="75"/>
                </a:cxn>
                <a:cxn ang="0">
                  <a:pos x="7" y="48"/>
                </a:cxn>
                <a:cxn ang="0">
                  <a:pos x="9" y="55"/>
                </a:cxn>
                <a:cxn ang="0">
                  <a:pos x="7" y="56"/>
                </a:cxn>
                <a:cxn ang="0">
                  <a:pos x="5" y="50"/>
                </a:cxn>
                <a:cxn ang="0">
                  <a:pos x="7" y="56"/>
                </a:cxn>
                <a:cxn ang="0">
                  <a:pos x="9" y="58"/>
                </a:cxn>
                <a:cxn ang="0">
                  <a:pos x="9" y="20"/>
                </a:cxn>
                <a:cxn ang="0">
                  <a:pos x="4" y="46"/>
                </a:cxn>
                <a:cxn ang="0">
                  <a:pos x="2" y="4"/>
                </a:cxn>
                <a:cxn ang="0">
                  <a:pos x="2" y="24"/>
                </a:cxn>
                <a:cxn ang="0">
                  <a:pos x="7" y="29"/>
                </a:cxn>
                <a:cxn ang="0">
                  <a:pos x="4" y="16"/>
                </a:cxn>
                <a:cxn ang="0">
                  <a:pos x="2" y="17"/>
                </a:cxn>
                <a:cxn ang="0">
                  <a:pos x="3" y="38"/>
                </a:cxn>
                <a:cxn ang="0">
                  <a:pos x="8" y="40"/>
                </a:cxn>
                <a:cxn ang="0">
                  <a:pos x="2" y="6"/>
                </a:cxn>
                <a:cxn ang="0">
                  <a:pos x="8" y="18"/>
                </a:cxn>
                <a:cxn ang="0">
                  <a:pos x="7" y="18"/>
                </a:cxn>
                <a:cxn ang="0">
                  <a:pos x="8" y="36"/>
                </a:cxn>
                <a:cxn ang="0">
                  <a:pos x="2" y="36"/>
                </a:cxn>
                <a:cxn ang="0">
                  <a:pos x="4" y="21"/>
                </a:cxn>
                <a:cxn ang="0">
                  <a:pos x="1" y="1"/>
                </a:cxn>
                <a:cxn ang="0">
                  <a:pos x="8" y="15"/>
                </a:cxn>
                <a:cxn ang="0">
                  <a:pos x="4" y="22"/>
                </a:cxn>
                <a:cxn ang="0">
                  <a:pos x="7" y="24"/>
                </a:cxn>
                <a:cxn ang="0">
                  <a:pos x="9" y="19"/>
                </a:cxn>
                <a:cxn ang="0">
                  <a:pos x="2" y="3"/>
                </a:cxn>
                <a:cxn ang="0">
                  <a:pos x="2" y="44"/>
                </a:cxn>
                <a:cxn ang="0">
                  <a:pos x="8" y="46"/>
                </a:cxn>
                <a:cxn ang="0">
                  <a:pos x="4" y="8"/>
                </a:cxn>
                <a:cxn ang="0">
                  <a:pos x="6" y="69"/>
                </a:cxn>
                <a:cxn ang="0">
                  <a:pos x="3" y="30"/>
                </a:cxn>
                <a:cxn ang="0">
                  <a:pos x="9" y="31"/>
                </a:cxn>
                <a:cxn ang="0">
                  <a:pos x="8" y="32"/>
                </a:cxn>
                <a:cxn ang="0">
                  <a:pos x="7" y="53"/>
                </a:cxn>
                <a:cxn ang="0">
                  <a:pos x="3" y="73"/>
                </a:cxn>
                <a:cxn ang="0">
                  <a:pos x="3" y="42"/>
                </a:cxn>
                <a:cxn ang="0">
                  <a:pos x="5" y="54"/>
                </a:cxn>
              </a:cxnLst>
              <a:rect l="0" t="0" r="r" b="b"/>
              <a:pathLst>
                <a:path w="12" h="86">
                  <a:moveTo>
                    <a:pt x="4" y="4"/>
                  </a:moveTo>
                  <a:cubicBezTo>
                    <a:pt x="4" y="4"/>
                    <a:pt x="4" y="4"/>
                    <a:pt x="4" y="4"/>
                  </a:cubicBezTo>
                  <a:cubicBezTo>
                    <a:pt x="4" y="4"/>
                    <a:pt x="4" y="4"/>
                    <a:pt x="4" y="4"/>
                  </a:cubicBezTo>
                  <a:cubicBezTo>
                    <a:pt x="4" y="4"/>
                    <a:pt x="4" y="4"/>
                    <a:pt x="4" y="4"/>
                  </a:cubicBezTo>
                  <a:cubicBezTo>
                    <a:pt x="4" y="4"/>
                    <a:pt x="4" y="4"/>
                    <a:pt x="4" y="4"/>
                  </a:cubicBezTo>
                  <a:close/>
                  <a:moveTo>
                    <a:pt x="4" y="5"/>
                  </a:moveTo>
                  <a:cubicBezTo>
                    <a:pt x="4" y="5"/>
                    <a:pt x="4" y="5"/>
                    <a:pt x="4" y="5"/>
                  </a:cubicBezTo>
                  <a:cubicBezTo>
                    <a:pt x="4" y="5"/>
                    <a:pt x="4" y="5"/>
                    <a:pt x="4" y="5"/>
                  </a:cubicBezTo>
                  <a:cubicBezTo>
                    <a:pt x="4" y="5"/>
                    <a:pt x="4" y="5"/>
                    <a:pt x="4" y="5"/>
                  </a:cubicBezTo>
                  <a:cubicBezTo>
                    <a:pt x="4" y="5"/>
                    <a:pt x="4" y="5"/>
                    <a:pt x="4" y="5"/>
                  </a:cubicBezTo>
                  <a:close/>
                  <a:moveTo>
                    <a:pt x="3" y="25"/>
                  </a:moveTo>
                  <a:cubicBezTo>
                    <a:pt x="3" y="25"/>
                    <a:pt x="3" y="25"/>
                    <a:pt x="3" y="25"/>
                  </a:cubicBezTo>
                  <a:cubicBezTo>
                    <a:pt x="3" y="24"/>
                    <a:pt x="3" y="24"/>
                    <a:pt x="3" y="24"/>
                  </a:cubicBezTo>
                  <a:cubicBezTo>
                    <a:pt x="3" y="24"/>
                    <a:pt x="3" y="24"/>
                    <a:pt x="3" y="24"/>
                  </a:cubicBezTo>
                  <a:cubicBezTo>
                    <a:pt x="3" y="24"/>
                    <a:pt x="3" y="25"/>
                    <a:pt x="3" y="25"/>
                  </a:cubicBezTo>
                  <a:close/>
                  <a:moveTo>
                    <a:pt x="7" y="15"/>
                  </a:moveTo>
                  <a:cubicBezTo>
                    <a:pt x="7" y="15"/>
                    <a:pt x="7" y="15"/>
                    <a:pt x="7" y="15"/>
                  </a:cubicBezTo>
                  <a:cubicBezTo>
                    <a:pt x="7" y="15"/>
                    <a:pt x="7" y="15"/>
                    <a:pt x="7" y="15"/>
                  </a:cubicBezTo>
                  <a:cubicBezTo>
                    <a:pt x="7" y="15"/>
                    <a:pt x="7" y="15"/>
                    <a:pt x="7" y="15"/>
                  </a:cubicBezTo>
                  <a:cubicBezTo>
                    <a:pt x="7" y="15"/>
                    <a:pt x="7" y="15"/>
                    <a:pt x="7" y="15"/>
                  </a:cubicBezTo>
                  <a:close/>
                  <a:moveTo>
                    <a:pt x="3" y="39"/>
                  </a:moveTo>
                  <a:cubicBezTo>
                    <a:pt x="3" y="39"/>
                    <a:pt x="3" y="39"/>
                    <a:pt x="3" y="39"/>
                  </a:cubicBezTo>
                  <a:cubicBezTo>
                    <a:pt x="3" y="39"/>
                    <a:pt x="3" y="39"/>
                    <a:pt x="3" y="39"/>
                  </a:cubicBezTo>
                  <a:cubicBezTo>
                    <a:pt x="3" y="39"/>
                    <a:pt x="3" y="39"/>
                    <a:pt x="3" y="39"/>
                  </a:cubicBezTo>
                  <a:cubicBezTo>
                    <a:pt x="3" y="39"/>
                    <a:pt x="3" y="39"/>
                    <a:pt x="3" y="39"/>
                  </a:cubicBezTo>
                  <a:close/>
                  <a:moveTo>
                    <a:pt x="3" y="8"/>
                  </a:moveTo>
                  <a:cubicBezTo>
                    <a:pt x="3" y="8"/>
                    <a:pt x="3" y="8"/>
                    <a:pt x="3" y="8"/>
                  </a:cubicBezTo>
                  <a:cubicBezTo>
                    <a:pt x="3" y="8"/>
                    <a:pt x="3" y="7"/>
                    <a:pt x="3" y="7"/>
                  </a:cubicBezTo>
                  <a:cubicBezTo>
                    <a:pt x="3" y="7"/>
                    <a:pt x="3" y="7"/>
                    <a:pt x="3" y="7"/>
                  </a:cubicBezTo>
                  <a:cubicBezTo>
                    <a:pt x="3" y="7"/>
                    <a:pt x="3" y="8"/>
                    <a:pt x="3" y="8"/>
                  </a:cubicBezTo>
                  <a:close/>
                  <a:moveTo>
                    <a:pt x="9" y="19"/>
                  </a:moveTo>
                  <a:cubicBezTo>
                    <a:pt x="9" y="19"/>
                    <a:pt x="9" y="19"/>
                    <a:pt x="9" y="19"/>
                  </a:cubicBezTo>
                  <a:cubicBezTo>
                    <a:pt x="9" y="19"/>
                    <a:pt x="9" y="19"/>
                    <a:pt x="9" y="19"/>
                  </a:cubicBezTo>
                  <a:cubicBezTo>
                    <a:pt x="9" y="19"/>
                    <a:pt x="9" y="19"/>
                    <a:pt x="9" y="19"/>
                  </a:cubicBezTo>
                  <a:cubicBezTo>
                    <a:pt x="9" y="19"/>
                    <a:pt x="9" y="19"/>
                    <a:pt x="9" y="19"/>
                  </a:cubicBezTo>
                  <a:close/>
                  <a:moveTo>
                    <a:pt x="5" y="76"/>
                  </a:moveTo>
                  <a:cubicBezTo>
                    <a:pt x="5" y="76"/>
                    <a:pt x="5" y="76"/>
                    <a:pt x="5" y="76"/>
                  </a:cubicBezTo>
                  <a:cubicBezTo>
                    <a:pt x="5" y="76"/>
                    <a:pt x="5" y="76"/>
                    <a:pt x="5" y="76"/>
                  </a:cubicBezTo>
                  <a:cubicBezTo>
                    <a:pt x="5" y="76"/>
                    <a:pt x="5" y="76"/>
                    <a:pt x="5" y="76"/>
                  </a:cubicBezTo>
                  <a:cubicBezTo>
                    <a:pt x="5" y="76"/>
                    <a:pt x="5" y="76"/>
                    <a:pt x="5" y="76"/>
                  </a:cubicBezTo>
                  <a:close/>
                  <a:moveTo>
                    <a:pt x="1" y="37"/>
                  </a:moveTo>
                  <a:cubicBezTo>
                    <a:pt x="1" y="37"/>
                    <a:pt x="1" y="37"/>
                    <a:pt x="1" y="37"/>
                  </a:cubicBezTo>
                  <a:cubicBezTo>
                    <a:pt x="1" y="37"/>
                    <a:pt x="1" y="37"/>
                    <a:pt x="1" y="37"/>
                  </a:cubicBezTo>
                  <a:cubicBezTo>
                    <a:pt x="1" y="37"/>
                    <a:pt x="1" y="37"/>
                    <a:pt x="1" y="37"/>
                  </a:cubicBezTo>
                  <a:cubicBezTo>
                    <a:pt x="1" y="37"/>
                    <a:pt x="1" y="37"/>
                    <a:pt x="1" y="37"/>
                  </a:cubicBezTo>
                  <a:close/>
                  <a:moveTo>
                    <a:pt x="2" y="1"/>
                  </a:moveTo>
                  <a:cubicBezTo>
                    <a:pt x="2" y="1"/>
                    <a:pt x="2" y="1"/>
                    <a:pt x="2" y="1"/>
                  </a:cubicBezTo>
                  <a:cubicBezTo>
                    <a:pt x="2" y="1"/>
                    <a:pt x="2" y="1"/>
                    <a:pt x="2" y="1"/>
                  </a:cubicBezTo>
                  <a:cubicBezTo>
                    <a:pt x="2" y="1"/>
                    <a:pt x="2" y="1"/>
                    <a:pt x="2" y="1"/>
                  </a:cubicBezTo>
                  <a:cubicBezTo>
                    <a:pt x="2" y="1"/>
                    <a:pt x="2" y="1"/>
                    <a:pt x="2" y="1"/>
                  </a:cubicBezTo>
                  <a:close/>
                  <a:moveTo>
                    <a:pt x="7" y="14"/>
                  </a:moveTo>
                  <a:cubicBezTo>
                    <a:pt x="7" y="14"/>
                    <a:pt x="7" y="14"/>
                    <a:pt x="7" y="14"/>
                  </a:cubicBezTo>
                  <a:cubicBezTo>
                    <a:pt x="7" y="14"/>
                    <a:pt x="7" y="14"/>
                    <a:pt x="7" y="14"/>
                  </a:cubicBezTo>
                  <a:cubicBezTo>
                    <a:pt x="7" y="14"/>
                    <a:pt x="7" y="14"/>
                    <a:pt x="7" y="14"/>
                  </a:cubicBezTo>
                  <a:cubicBezTo>
                    <a:pt x="7" y="14"/>
                    <a:pt x="7" y="14"/>
                    <a:pt x="7" y="14"/>
                  </a:cubicBezTo>
                  <a:close/>
                  <a:moveTo>
                    <a:pt x="4" y="2"/>
                  </a:moveTo>
                  <a:cubicBezTo>
                    <a:pt x="4" y="2"/>
                    <a:pt x="4" y="2"/>
                    <a:pt x="4" y="2"/>
                  </a:cubicBezTo>
                  <a:cubicBezTo>
                    <a:pt x="4" y="2"/>
                    <a:pt x="4" y="2"/>
                    <a:pt x="4" y="2"/>
                  </a:cubicBezTo>
                  <a:cubicBezTo>
                    <a:pt x="4" y="2"/>
                    <a:pt x="4" y="2"/>
                    <a:pt x="4" y="2"/>
                  </a:cubicBezTo>
                  <a:cubicBezTo>
                    <a:pt x="4" y="2"/>
                    <a:pt x="4" y="2"/>
                    <a:pt x="4" y="2"/>
                  </a:cubicBezTo>
                  <a:close/>
                  <a:moveTo>
                    <a:pt x="5" y="3"/>
                  </a:moveTo>
                  <a:cubicBezTo>
                    <a:pt x="5" y="3"/>
                    <a:pt x="5" y="3"/>
                    <a:pt x="5" y="2"/>
                  </a:cubicBezTo>
                  <a:cubicBezTo>
                    <a:pt x="5" y="2"/>
                    <a:pt x="5" y="2"/>
                    <a:pt x="5" y="2"/>
                  </a:cubicBezTo>
                  <a:cubicBezTo>
                    <a:pt x="5" y="2"/>
                    <a:pt x="5" y="2"/>
                    <a:pt x="5" y="2"/>
                  </a:cubicBezTo>
                  <a:cubicBezTo>
                    <a:pt x="5" y="2"/>
                    <a:pt x="5" y="3"/>
                    <a:pt x="5" y="3"/>
                  </a:cubicBezTo>
                  <a:close/>
                  <a:moveTo>
                    <a:pt x="7" y="13"/>
                  </a:moveTo>
                  <a:cubicBezTo>
                    <a:pt x="7" y="13"/>
                    <a:pt x="7" y="13"/>
                    <a:pt x="7" y="13"/>
                  </a:cubicBezTo>
                  <a:cubicBezTo>
                    <a:pt x="7" y="13"/>
                    <a:pt x="7" y="13"/>
                    <a:pt x="7" y="13"/>
                  </a:cubicBezTo>
                  <a:cubicBezTo>
                    <a:pt x="7" y="13"/>
                    <a:pt x="7" y="13"/>
                    <a:pt x="7" y="13"/>
                  </a:cubicBezTo>
                  <a:cubicBezTo>
                    <a:pt x="7" y="13"/>
                    <a:pt x="7" y="13"/>
                    <a:pt x="7" y="13"/>
                  </a:cubicBezTo>
                  <a:close/>
                  <a:moveTo>
                    <a:pt x="2" y="13"/>
                  </a:moveTo>
                  <a:cubicBezTo>
                    <a:pt x="2" y="13"/>
                    <a:pt x="2" y="13"/>
                    <a:pt x="2" y="13"/>
                  </a:cubicBezTo>
                  <a:cubicBezTo>
                    <a:pt x="2" y="13"/>
                    <a:pt x="2" y="13"/>
                    <a:pt x="2" y="13"/>
                  </a:cubicBezTo>
                  <a:cubicBezTo>
                    <a:pt x="2" y="13"/>
                    <a:pt x="2" y="13"/>
                    <a:pt x="2" y="13"/>
                  </a:cubicBezTo>
                  <a:cubicBezTo>
                    <a:pt x="2" y="13"/>
                    <a:pt x="2" y="13"/>
                    <a:pt x="2" y="13"/>
                  </a:cubicBezTo>
                  <a:close/>
                  <a:moveTo>
                    <a:pt x="2" y="46"/>
                  </a:moveTo>
                  <a:cubicBezTo>
                    <a:pt x="2" y="46"/>
                    <a:pt x="2" y="46"/>
                    <a:pt x="2" y="46"/>
                  </a:cubicBezTo>
                  <a:cubicBezTo>
                    <a:pt x="2" y="46"/>
                    <a:pt x="2" y="46"/>
                    <a:pt x="2" y="46"/>
                  </a:cubicBezTo>
                  <a:cubicBezTo>
                    <a:pt x="2" y="46"/>
                    <a:pt x="2" y="46"/>
                    <a:pt x="2" y="46"/>
                  </a:cubicBezTo>
                  <a:cubicBezTo>
                    <a:pt x="2" y="46"/>
                    <a:pt x="2" y="46"/>
                    <a:pt x="2" y="46"/>
                  </a:cubicBezTo>
                  <a:close/>
                  <a:moveTo>
                    <a:pt x="3" y="15"/>
                  </a:moveTo>
                  <a:cubicBezTo>
                    <a:pt x="3" y="15"/>
                    <a:pt x="3" y="15"/>
                    <a:pt x="3" y="15"/>
                  </a:cubicBezTo>
                  <a:cubicBezTo>
                    <a:pt x="3" y="15"/>
                    <a:pt x="3" y="15"/>
                    <a:pt x="3" y="15"/>
                  </a:cubicBezTo>
                  <a:cubicBezTo>
                    <a:pt x="3" y="15"/>
                    <a:pt x="3" y="15"/>
                    <a:pt x="3" y="15"/>
                  </a:cubicBezTo>
                  <a:cubicBezTo>
                    <a:pt x="3" y="15"/>
                    <a:pt x="3" y="15"/>
                    <a:pt x="3" y="15"/>
                  </a:cubicBezTo>
                  <a:close/>
                  <a:moveTo>
                    <a:pt x="8" y="48"/>
                  </a:moveTo>
                  <a:cubicBezTo>
                    <a:pt x="8" y="48"/>
                    <a:pt x="8" y="48"/>
                    <a:pt x="8" y="48"/>
                  </a:cubicBezTo>
                  <a:cubicBezTo>
                    <a:pt x="8" y="48"/>
                    <a:pt x="8" y="48"/>
                    <a:pt x="8" y="48"/>
                  </a:cubicBezTo>
                  <a:cubicBezTo>
                    <a:pt x="8" y="48"/>
                    <a:pt x="8" y="48"/>
                    <a:pt x="8" y="48"/>
                  </a:cubicBezTo>
                  <a:cubicBezTo>
                    <a:pt x="8" y="48"/>
                    <a:pt x="8" y="48"/>
                    <a:pt x="8" y="48"/>
                  </a:cubicBezTo>
                  <a:close/>
                  <a:moveTo>
                    <a:pt x="5" y="85"/>
                  </a:moveTo>
                  <a:cubicBezTo>
                    <a:pt x="5" y="85"/>
                    <a:pt x="5" y="85"/>
                    <a:pt x="5" y="85"/>
                  </a:cubicBezTo>
                  <a:cubicBezTo>
                    <a:pt x="5" y="85"/>
                    <a:pt x="5" y="85"/>
                    <a:pt x="5" y="85"/>
                  </a:cubicBezTo>
                  <a:cubicBezTo>
                    <a:pt x="5" y="85"/>
                    <a:pt x="5" y="85"/>
                    <a:pt x="5" y="85"/>
                  </a:cubicBezTo>
                  <a:cubicBezTo>
                    <a:pt x="5" y="85"/>
                    <a:pt x="5" y="85"/>
                    <a:pt x="5" y="85"/>
                  </a:cubicBezTo>
                  <a:cubicBezTo>
                    <a:pt x="5" y="85"/>
                    <a:pt x="5" y="85"/>
                    <a:pt x="5" y="85"/>
                  </a:cubicBezTo>
                  <a:cubicBezTo>
                    <a:pt x="5" y="85"/>
                    <a:pt x="5" y="85"/>
                    <a:pt x="5" y="85"/>
                  </a:cubicBezTo>
                  <a:close/>
                  <a:moveTo>
                    <a:pt x="6" y="85"/>
                  </a:moveTo>
                  <a:cubicBezTo>
                    <a:pt x="6" y="85"/>
                    <a:pt x="6" y="85"/>
                    <a:pt x="6" y="85"/>
                  </a:cubicBezTo>
                  <a:cubicBezTo>
                    <a:pt x="6" y="85"/>
                    <a:pt x="6" y="85"/>
                    <a:pt x="6" y="85"/>
                  </a:cubicBezTo>
                  <a:cubicBezTo>
                    <a:pt x="6" y="85"/>
                    <a:pt x="6" y="85"/>
                    <a:pt x="6" y="85"/>
                  </a:cubicBezTo>
                  <a:cubicBezTo>
                    <a:pt x="6" y="85"/>
                    <a:pt x="6" y="85"/>
                    <a:pt x="6" y="85"/>
                  </a:cubicBezTo>
                  <a:close/>
                  <a:moveTo>
                    <a:pt x="5" y="9"/>
                  </a:moveTo>
                  <a:cubicBezTo>
                    <a:pt x="5" y="9"/>
                    <a:pt x="5" y="9"/>
                    <a:pt x="5" y="9"/>
                  </a:cubicBezTo>
                  <a:cubicBezTo>
                    <a:pt x="5" y="9"/>
                    <a:pt x="5" y="9"/>
                    <a:pt x="5" y="9"/>
                  </a:cubicBezTo>
                  <a:cubicBezTo>
                    <a:pt x="5" y="9"/>
                    <a:pt x="5" y="9"/>
                    <a:pt x="5" y="9"/>
                  </a:cubicBezTo>
                  <a:cubicBezTo>
                    <a:pt x="5" y="9"/>
                    <a:pt x="5" y="9"/>
                    <a:pt x="5" y="9"/>
                  </a:cubicBezTo>
                  <a:close/>
                  <a:moveTo>
                    <a:pt x="3" y="14"/>
                  </a:moveTo>
                  <a:cubicBezTo>
                    <a:pt x="3" y="14"/>
                    <a:pt x="3" y="14"/>
                    <a:pt x="3" y="14"/>
                  </a:cubicBezTo>
                  <a:cubicBezTo>
                    <a:pt x="3" y="14"/>
                    <a:pt x="3" y="14"/>
                    <a:pt x="3" y="14"/>
                  </a:cubicBezTo>
                  <a:cubicBezTo>
                    <a:pt x="3" y="14"/>
                    <a:pt x="3" y="14"/>
                    <a:pt x="3" y="14"/>
                  </a:cubicBezTo>
                  <a:cubicBezTo>
                    <a:pt x="3" y="14"/>
                    <a:pt x="3" y="14"/>
                    <a:pt x="3" y="14"/>
                  </a:cubicBezTo>
                  <a:close/>
                  <a:moveTo>
                    <a:pt x="9" y="58"/>
                  </a:moveTo>
                  <a:cubicBezTo>
                    <a:pt x="9" y="58"/>
                    <a:pt x="9" y="58"/>
                    <a:pt x="9" y="58"/>
                  </a:cubicBezTo>
                  <a:cubicBezTo>
                    <a:pt x="9" y="58"/>
                    <a:pt x="9" y="58"/>
                    <a:pt x="9" y="58"/>
                  </a:cubicBezTo>
                  <a:cubicBezTo>
                    <a:pt x="9" y="58"/>
                    <a:pt x="9" y="58"/>
                    <a:pt x="9" y="58"/>
                  </a:cubicBezTo>
                  <a:cubicBezTo>
                    <a:pt x="9" y="58"/>
                    <a:pt x="9" y="58"/>
                    <a:pt x="9" y="58"/>
                  </a:cubicBezTo>
                  <a:close/>
                  <a:moveTo>
                    <a:pt x="8" y="58"/>
                  </a:moveTo>
                  <a:cubicBezTo>
                    <a:pt x="8" y="58"/>
                    <a:pt x="8" y="59"/>
                    <a:pt x="8" y="59"/>
                  </a:cubicBezTo>
                  <a:cubicBezTo>
                    <a:pt x="8" y="59"/>
                    <a:pt x="8" y="58"/>
                    <a:pt x="8" y="58"/>
                  </a:cubicBezTo>
                  <a:cubicBezTo>
                    <a:pt x="8" y="58"/>
                    <a:pt x="8" y="58"/>
                    <a:pt x="8" y="58"/>
                  </a:cubicBezTo>
                  <a:cubicBezTo>
                    <a:pt x="8" y="58"/>
                    <a:pt x="8" y="58"/>
                    <a:pt x="8" y="58"/>
                  </a:cubicBezTo>
                  <a:close/>
                  <a:moveTo>
                    <a:pt x="7" y="52"/>
                  </a:moveTo>
                  <a:cubicBezTo>
                    <a:pt x="7" y="52"/>
                    <a:pt x="7" y="52"/>
                    <a:pt x="7" y="52"/>
                  </a:cubicBezTo>
                  <a:cubicBezTo>
                    <a:pt x="7" y="52"/>
                    <a:pt x="7" y="52"/>
                    <a:pt x="7" y="52"/>
                  </a:cubicBezTo>
                  <a:cubicBezTo>
                    <a:pt x="7" y="52"/>
                    <a:pt x="7" y="52"/>
                    <a:pt x="7" y="51"/>
                  </a:cubicBezTo>
                  <a:cubicBezTo>
                    <a:pt x="7" y="51"/>
                    <a:pt x="7" y="52"/>
                    <a:pt x="7" y="52"/>
                  </a:cubicBezTo>
                  <a:close/>
                  <a:moveTo>
                    <a:pt x="8" y="32"/>
                  </a:moveTo>
                  <a:cubicBezTo>
                    <a:pt x="8" y="32"/>
                    <a:pt x="8" y="32"/>
                    <a:pt x="8" y="32"/>
                  </a:cubicBezTo>
                  <a:cubicBezTo>
                    <a:pt x="8" y="32"/>
                    <a:pt x="8" y="32"/>
                    <a:pt x="8" y="32"/>
                  </a:cubicBezTo>
                  <a:cubicBezTo>
                    <a:pt x="8" y="32"/>
                    <a:pt x="8" y="32"/>
                    <a:pt x="8" y="32"/>
                  </a:cubicBezTo>
                  <a:cubicBezTo>
                    <a:pt x="8" y="32"/>
                    <a:pt x="8" y="32"/>
                    <a:pt x="8" y="32"/>
                  </a:cubicBezTo>
                  <a:close/>
                  <a:moveTo>
                    <a:pt x="6" y="85"/>
                  </a:moveTo>
                  <a:cubicBezTo>
                    <a:pt x="6" y="85"/>
                    <a:pt x="6" y="85"/>
                    <a:pt x="6" y="85"/>
                  </a:cubicBezTo>
                  <a:cubicBezTo>
                    <a:pt x="6" y="85"/>
                    <a:pt x="6" y="85"/>
                    <a:pt x="6" y="85"/>
                  </a:cubicBezTo>
                  <a:cubicBezTo>
                    <a:pt x="6" y="85"/>
                    <a:pt x="6" y="85"/>
                    <a:pt x="6" y="85"/>
                  </a:cubicBezTo>
                  <a:cubicBezTo>
                    <a:pt x="6" y="85"/>
                    <a:pt x="6" y="85"/>
                    <a:pt x="6" y="85"/>
                  </a:cubicBezTo>
                  <a:close/>
                  <a:moveTo>
                    <a:pt x="6" y="86"/>
                  </a:moveTo>
                  <a:cubicBezTo>
                    <a:pt x="6" y="86"/>
                    <a:pt x="6" y="86"/>
                    <a:pt x="6" y="86"/>
                  </a:cubicBezTo>
                  <a:cubicBezTo>
                    <a:pt x="6" y="86"/>
                    <a:pt x="6" y="86"/>
                    <a:pt x="6" y="86"/>
                  </a:cubicBezTo>
                  <a:cubicBezTo>
                    <a:pt x="6" y="86"/>
                    <a:pt x="6" y="86"/>
                    <a:pt x="6" y="86"/>
                  </a:cubicBezTo>
                  <a:cubicBezTo>
                    <a:pt x="6" y="86"/>
                    <a:pt x="6" y="86"/>
                    <a:pt x="6" y="86"/>
                  </a:cubicBezTo>
                  <a:close/>
                  <a:moveTo>
                    <a:pt x="6" y="86"/>
                  </a:moveTo>
                  <a:cubicBezTo>
                    <a:pt x="6" y="86"/>
                    <a:pt x="6" y="86"/>
                    <a:pt x="6" y="86"/>
                  </a:cubicBezTo>
                  <a:cubicBezTo>
                    <a:pt x="6" y="86"/>
                    <a:pt x="6" y="86"/>
                    <a:pt x="6" y="86"/>
                  </a:cubicBezTo>
                  <a:cubicBezTo>
                    <a:pt x="6" y="86"/>
                    <a:pt x="6" y="86"/>
                    <a:pt x="6" y="86"/>
                  </a:cubicBezTo>
                  <a:cubicBezTo>
                    <a:pt x="6" y="86"/>
                    <a:pt x="6" y="86"/>
                    <a:pt x="6" y="86"/>
                  </a:cubicBezTo>
                  <a:close/>
                  <a:moveTo>
                    <a:pt x="7" y="59"/>
                  </a:moveTo>
                  <a:cubicBezTo>
                    <a:pt x="7" y="59"/>
                    <a:pt x="7" y="59"/>
                    <a:pt x="7" y="59"/>
                  </a:cubicBezTo>
                  <a:cubicBezTo>
                    <a:pt x="7" y="59"/>
                    <a:pt x="8" y="59"/>
                    <a:pt x="8" y="59"/>
                  </a:cubicBezTo>
                  <a:cubicBezTo>
                    <a:pt x="8" y="59"/>
                    <a:pt x="8" y="59"/>
                    <a:pt x="8" y="59"/>
                  </a:cubicBezTo>
                  <a:cubicBezTo>
                    <a:pt x="8" y="59"/>
                    <a:pt x="8" y="59"/>
                    <a:pt x="7" y="59"/>
                  </a:cubicBezTo>
                  <a:close/>
                  <a:moveTo>
                    <a:pt x="8" y="33"/>
                  </a:moveTo>
                  <a:cubicBezTo>
                    <a:pt x="8" y="33"/>
                    <a:pt x="8" y="33"/>
                    <a:pt x="8" y="33"/>
                  </a:cubicBezTo>
                  <a:cubicBezTo>
                    <a:pt x="8" y="33"/>
                    <a:pt x="8" y="33"/>
                    <a:pt x="8" y="33"/>
                  </a:cubicBezTo>
                  <a:cubicBezTo>
                    <a:pt x="8" y="33"/>
                    <a:pt x="8" y="33"/>
                    <a:pt x="8" y="33"/>
                  </a:cubicBezTo>
                  <a:cubicBezTo>
                    <a:pt x="8" y="33"/>
                    <a:pt x="8" y="33"/>
                    <a:pt x="8" y="33"/>
                  </a:cubicBezTo>
                  <a:close/>
                  <a:moveTo>
                    <a:pt x="8" y="81"/>
                  </a:moveTo>
                  <a:cubicBezTo>
                    <a:pt x="8" y="81"/>
                    <a:pt x="8" y="81"/>
                    <a:pt x="8" y="81"/>
                  </a:cubicBezTo>
                  <a:cubicBezTo>
                    <a:pt x="8" y="82"/>
                    <a:pt x="8" y="82"/>
                    <a:pt x="8" y="82"/>
                  </a:cubicBezTo>
                  <a:cubicBezTo>
                    <a:pt x="8" y="82"/>
                    <a:pt x="8" y="82"/>
                    <a:pt x="8" y="81"/>
                  </a:cubicBezTo>
                  <a:cubicBezTo>
                    <a:pt x="8" y="81"/>
                    <a:pt x="8" y="81"/>
                    <a:pt x="8" y="81"/>
                  </a:cubicBezTo>
                  <a:close/>
                  <a:moveTo>
                    <a:pt x="9" y="56"/>
                  </a:moveTo>
                  <a:cubicBezTo>
                    <a:pt x="9" y="57"/>
                    <a:pt x="9" y="57"/>
                    <a:pt x="9" y="57"/>
                  </a:cubicBezTo>
                  <a:cubicBezTo>
                    <a:pt x="9" y="57"/>
                    <a:pt x="9" y="57"/>
                    <a:pt x="9" y="56"/>
                  </a:cubicBezTo>
                  <a:close/>
                  <a:moveTo>
                    <a:pt x="4" y="43"/>
                  </a:moveTo>
                  <a:cubicBezTo>
                    <a:pt x="4" y="43"/>
                    <a:pt x="4" y="43"/>
                    <a:pt x="4" y="43"/>
                  </a:cubicBezTo>
                  <a:cubicBezTo>
                    <a:pt x="4" y="43"/>
                    <a:pt x="4" y="43"/>
                    <a:pt x="4" y="43"/>
                  </a:cubicBezTo>
                  <a:close/>
                  <a:moveTo>
                    <a:pt x="3" y="44"/>
                  </a:moveTo>
                  <a:cubicBezTo>
                    <a:pt x="3" y="44"/>
                    <a:pt x="3" y="44"/>
                    <a:pt x="3" y="44"/>
                  </a:cubicBezTo>
                  <a:cubicBezTo>
                    <a:pt x="3" y="44"/>
                    <a:pt x="3" y="44"/>
                    <a:pt x="3" y="44"/>
                  </a:cubicBezTo>
                  <a:close/>
                  <a:moveTo>
                    <a:pt x="5" y="10"/>
                  </a:moveTo>
                  <a:cubicBezTo>
                    <a:pt x="5" y="10"/>
                    <a:pt x="5" y="10"/>
                    <a:pt x="5" y="10"/>
                  </a:cubicBezTo>
                  <a:cubicBezTo>
                    <a:pt x="5" y="10"/>
                    <a:pt x="5" y="10"/>
                    <a:pt x="5" y="10"/>
                  </a:cubicBezTo>
                  <a:close/>
                  <a:moveTo>
                    <a:pt x="3" y="10"/>
                  </a:moveTo>
                  <a:cubicBezTo>
                    <a:pt x="3" y="10"/>
                    <a:pt x="3" y="10"/>
                    <a:pt x="3" y="10"/>
                  </a:cubicBezTo>
                  <a:cubicBezTo>
                    <a:pt x="3" y="10"/>
                    <a:pt x="3" y="10"/>
                    <a:pt x="3" y="10"/>
                  </a:cubicBezTo>
                  <a:close/>
                  <a:moveTo>
                    <a:pt x="6" y="10"/>
                  </a:moveTo>
                  <a:cubicBezTo>
                    <a:pt x="6" y="10"/>
                    <a:pt x="6" y="10"/>
                    <a:pt x="6" y="10"/>
                  </a:cubicBezTo>
                  <a:cubicBezTo>
                    <a:pt x="6" y="10"/>
                    <a:pt x="6" y="10"/>
                    <a:pt x="6" y="10"/>
                  </a:cubicBezTo>
                  <a:close/>
                  <a:moveTo>
                    <a:pt x="5" y="10"/>
                  </a:moveTo>
                  <a:cubicBezTo>
                    <a:pt x="5" y="10"/>
                    <a:pt x="5" y="10"/>
                    <a:pt x="5" y="10"/>
                  </a:cubicBezTo>
                  <a:cubicBezTo>
                    <a:pt x="5" y="10"/>
                    <a:pt x="5" y="10"/>
                    <a:pt x="5" y="10"/>
                  </a:cubicBezTo>
                  <a:close/>
                  <a:moveTo>
                    <a:pt x="6" y="11"/>
                  </a:moveTo>
                  <a:cubicBezTo>
                    <a:pt x="6" y="11"/>
                    <a:pt x="6" y="11"/>
                    <a:pt x="6" y="11"/>
                  </a:cubicBezTo>
                  <a:cubicBezTo>
                    <a:pt x="6" y="11"/>
                    <a:pt x="6" y="11"/>
                    <a:pt x="6" y="11"/>
                  </a:cubicBezTo>
                  <a:close/>
                  <a:moveTo>
                    <a:pt x="8" y="69"/>
                  </a:moveTo>
                  <a:cubicBezTo>
                    <a:pt x="8" y="69"/>
                    <a:pt x="8" y="69"/>
                    <a:pt x="8" y="69"/>
                  </a:cubicBezTo>
                  <a:cubicBezTo>
                    <a:pt x="8" y="69"/>
                    <a:pt x="8" y="69"/>
                    <a:pt x="8" y="69"/>
                  </a:cubicBezTo>
                  <a:close/>
                  <a:moveTo>
                    <a:pt x="5" y="69"/>
                  </a:moveTo>
                  <a:cubicBezTo>
                    <a:pt x="5" y="69"/>
                    <a:pt x="5" y="69"/>
                    <a:pt x="5" y="69"/>
                  </a:cubicBezTo>
                  <a:cubicBezTo>
                    <a:pt x="5" y="69"/>
                    <a:pt x="5" y="69"/>
                    <a:pt x="5" y="69"/>
                  </a:cubicBezTo>
                  <a:close/>
                  <a:moveTo>
                    <a:pt x="6" y="76"/>
                  </a:moveTo>
                  <a:cubicBezTo>
                    <a:pt x="6" y="76"/>
                    <a:pt x="6" y="76"/>
                    <a:pt x="6" y="76"/>
                  </a:cubicBezTo>
                  <a:cubicBezTo>
                    <a:pt x="6" y="76"/>
                    <a:pt x="6" y="76"/>
                    <a:pt x="6" y="76"/>
                  </a:cubicBezTo>
                  <a:close/>
                  <a:moveTo>
                    <a:pt x="0" y="8"/>
                  </a:moveTo>
                  <a:cubicBezTo>
                    <a:pt x="0" y="8"/>
                    <a:pt x="0" y="8"/>
                    <a:pt x="0" y="8"/>
                  </a:cubicBezTo>
                  <a:cubicBezTo>
                    <a:pt x="0" y="8"/>
                    <a:pt x="0" y="8"/>
                    <a:pt x="0" y="8"/>
                  </a:cubicBezTo>
                  <a:cubicBezTo>
                    <a:pt x="0" y="8"/>
                    <a:pt x="0" y="8"/>
                    <a:pt x="0" y="8"/>
                  </a:cubicBezTo>
                  <a:close/>
                  <a:moveTo>
                    <a:pt x="3" y="8"/>
                  </a:moveTo>
                  <a:cubicBezTo>
                    <a:pt x="3" y="8"/>
                    <a:pt x="3" y="8"/>
                    <a:pt x="3" y="8"/>
                  </a:cubicBezTo>
                  <a:cubicBezTo>
                    <a:pt x="3" y="8"/>
                    <a:pt x="3" y="8"/>
                    <a:pt x="3" y="8"/>
                  </a:cubicBezTo>
                  <a:close/>
                  <a:moveTo>
                    <a:pt x="2" y="9"/>
                  </a:moveTo>
                  <a:cubicBezTo>
                    <a:pt x="2" y="9"/>
                    <a:pt x="2" y="9"/>
                    <a:pt x="2" y="9"/>
                  </a:cubicBezTo>
                  <a:cubicBezTo>
                    <a:pt x="2" y="9"/>
                    <a:pt x="2" y="9"/>
                    <a:pt x="2" y="9"/>
                  </a:cubicBezTo>
                  <a:close/>
                  <a:moveTo>
                    <a:pt x="5" y="11"/>
                  </a:moveTo>
                  <a:cubicBezTo>
                    <a:pt x="5" y="11"/>
                    <a:pt x="5" y="11"/>
                    <a:pt x="5" y="11"/>
                  </a:cubicBezTo>
                  <a:cubicBezTo>
                    <a:pt x="5" y="11"/>
                    <a:pt x="5" y="11"/>
                    <a:pt x="5" y="11"/>
                  </a:cubicBezTo>
                  <a:close/>
                  <a:moveTo>
                    <a:pt x="5" y="11"/>
                  </a:moveTo>
                  <a:cubicBezTo>
                    <a:pt x="5" y="11"/>
                    <a:pt x="5" y="11"/>
                    <a:pt x="5" y="11"/>
                  </a:cubicBezTo>
                  <a:cubicBezTo>
                    <a:pt x="5" y="11"/>
                    <a:pt x="5" y="11"/>
                    <a:pt x="5" y="11"/>
                  </a:cubicBezTo>
                  <a:close/>
                  <a:moveTo>
                    <a:pt x="2" y="13"/>
                  </a:moveTo>
                  <a:cubicBezTo>
                    <a:pt x="2" y="13"/>
                    <a:pt x="2" y="13"/>
                    <a:pt x="2" y="13"/>
                  </a:cubicBezTo>
                  <a:cubicBezTo>
                    <a:pt x="2" y="13"/>
                    <a:pt x="2" y="13"/>
                    <a:pt x="2" y="13"/>
                  </a:cubicBezTo>
                  <a:close/>
                  <a:moveTo>
                    <a:pt x="4" y="75"/>
                  </a:moveTo>
                  <a:cubicBezTo>
                    <a:pt x="4" y="75"/>
                    <a:pt x="4" y="75"/>
                    <a:pt x="4" y="75"/>
                  </a:cubicBezTo>
                  <a:cubicBezTo>
                    <a:pt x="4" y="75"/>
                    <a:pt x="4" y="75"/>
                    <a:pt x="4" y="75"/>
                  </a:cubicBezTo>
                  <a:close/>
                  <a:moveTo>
                    <a:pt x="8" y="75"/>
                  </a:moveTo>
                  <a:cubicBezTo>
                    <a:pt x="8" y="75"/>
                    <a:pt x="8" y="75"/>
                    <a:pt x="8" y="75"/>
                  </a:cubicBezTo>
                  <a:cubicBezTo>
                    <a:pt x="8" y="75"/>
                    <a:pt x="8" y="75"/>
                    <a:pt x="8" y="75"/>
                  </a:cubicBezTo>
                  <a:cubicBezTo>
                    <a:pt x="8" y="75"/>
                    <a:pt x="8" y="75"/>
                    <a:pt x="8" y="75"/>
                  </a:cubicBezTo>
                  <a:cubicBezTo>
                    <a:pt x="8" y="75"/>
                    <a:pt x="8" y="75"/>
                    <a:pt x="8" y="75"/>
                  </a:cubicBezTo>
                  <a:close/>
                  <a:moveTo>
                    <a:pt x="5" y="75"/>
                  </a:moveTo>
                  <a:cubicBezTo>
                    <a:pt x="5" y="75"/>
                    <a:pt x="5" y="75"/>
                    <a:pt x="5" y="75"/>
                  </a:cubicBezTo>
                  <a:cubicBezTo>
                    <a:pt x="5" y="75"/>
                    <a:pt x="5" y="75"/>
                    <a:pt x="5" y="75"/>
                  </a:cubicBezTo>
                  <a:close/>
                  <a:moveTo>
                    <a:pt x="4" y="9"/>
                  </a:moveTo>
                  <a:cubicBezTo>
                    <a:pt x="4" y="9"/>
                    <a:pt x="4" y="9"/>
                    <a:pt x="4" y="9"/>
                  </a:cubicBezTo>
                  <a:cubicBezTo>
                    <a:pt x="4" y="9"/>
                    <a:pt x="4" y="9"/>
                    <a:pt x="4" y="9"/>
                  </a:cubicBezTo>
                  <a:close/>
                  <a:moveTo>
                    <a:pt x="7" y="48"/>
                  </a:moveTo>
                  <a:cubicBezTo>
                    <a:pt x="7" y="48"/>
                    <a:pt x="7" y="48"/>
                    <a:pt x="7" y="48"/>
                  </a:cubicBezTo>
                  <a:cubicBezTo>
                    <a:pt x="7" y="48"/>
                    <a:pt x="7" y="48"/>
                    <a:pt x="7" y="48"/>
                  </a:cubicBezTo>
                  <a:close/>
                  <a:moveTo>
                    <a:pt x="4" y="48"/>
                  </a:moveTo>
                  <a:cubicBezTo>
                    <a:pt x="4" y="48"/>
                    <a:pt x="4" y="48"/>
                    <a:pt x="4" y="48"/>
                  </a:cubicBezTo>
                  <a:cubicBezTo>
                    <a:pt x="4" y="48"/>
                    <a:pt x="4" y="48"/>
                    <a:pt x="4" y="48"/>
                  </a:cubicBezTo>
                  <a:close/>
                  <a:moveTo>
                    <a:pt x="4" y="54"/>
                  </a:moveTo>
                  <a:cubicBezTo>
                    <a:pt x="4" y="54"/>
                    <a:pt x="4" y="54"/>
                    <a:pt x="4" y="54"/>
                  </a:cubicBezTo>
                  <a:cubicBezTo>
                    <a:pt x="4" y="54"/>
                    <a:pt x="4" y="54"/>
                    <a:pt x="4" y="54"/>
                  </a:cubicBezTo>
                  <a:close/>
                  <a:moveTo>
                    <a:pt x="9" y="55"/>
                  </a:moveTo>
                  <a:cubicBezTo>
                    <a:pt x="9" y="55"/>
                    <a:pt x="9" y="55"/>
                    <a:pt x="9" y="55"/>
                  </a:cubicBezTo>
                  <a:cubicBezTo>
                    <a:pt x="9" y="55"/>
                    <a:pt x="9" y="55"/>
                    <a:pt x="9" y="55"/>
                  </a:cubicBezTo>
                  <a:cubicBezTo>
                    <a:pt x="9" y="55"/>
                    <a:pt x="9" y="55"/>
                    <a:pt x="9" y="55"/>
                  </a:cubicBezTo>
                  <a:cubicBezTo>
                    <a:pt x="9" y="55"/>
                    <a:pt x="10" y="55"/>
                    <a:pt x="10" y="55"/>
                  </a:cubicBezTo>
                  <a:cubicBezTo>
                    <a:pt x="10" y="55"/>
                    <a:pt x="10" y="55"/>
                    <a:pt x="9" y="55"/>
                  </a:cubicBezTo>
                  <a:cubicBezTo>
                    <a:pt x="9" y="55"/>
                    <a:pt x="9" y="55"/>
                    <a:pt x="9" y="55"/>
                  </a:cubicBezTo>
                  <a:close/>
                  <a:moveTo>
                    <a:pt x="9" y="55"/>
                  </a:moveTo>
                  <a:cubicBezTo>
                    <a:pt x="9" y="55"/>
                    <a:pt x="9" y="55"/>
                    <a:pt x="9" y="55"/>
                  </a:cubicBezTo>
                  <a:cubicBezTo>
                    <a:pt x="9" y="55"/>
                    <a:pt x="9" y="55"/>
                    <a:pt x="9" y="55"/>
                  </a:cubicBezTo>
                  <a:close/>
                  <a:moveTo>
                    <a:pt x="7" y="56"/>
                  </a:moveTo>
                  <a:cubicBezTo>
                    <a:pt x="7" y="56"/>
                    <a:pt x="7" y="56"/>
                    <a:pt x="7" y="56"/>
                  </a:cubicBezTo>
                  <a:cubicBezTo>
                    <a:pt x="7" y="56"/>
                    <a:pt x="7" y="56"/>
                    <a:pt x="7" y="56"/>
                  </a:cubicBezTo>
                  <a:close/>
                  <a:moveTo>
                    <a:pt x="2" y="49"/>
                  </a:moveTo>
                  <a:cubicBezTo>
                    <a:pt x="2" y="49"/>
                    <a:pt x="2" y="49"/>
                    <a:pt x="3" y="49"/>
                  </a:cubicBezTo>
                  <a:cubicBezTo>
                    <a:pt x="3" y="49"/>
                    <a:pt x="3" y="49"/>
                    <a:pt x="3" y="49"/>
                  </a:cubicBezTo>
                  <a:cubicBezTo>
                    <a:pt x="3" y="49"/>
                    <a:pt x="3" y="49"/>
                    <a:pt x="3" y="49"/>
                  </a:cubicBezTo>
                  <a:cubicBezTo>
                    <a:pt x="3" y="49"/>
                    <a:pt x="3" y="49"/>
                    <a:pt x="2" y="49"/>
                  </a:cubicBezTo>
                  <a:close/>
                  <a:moveTo>
                    <a:pt x="3" y="49"/>
                  </a:moveTo>
                  <a:cubicBezTo>
                    <a:pt x="3" y="49"/>
                    <a:pt x="3" y="49"/>
                    <a:pt x="3" y="49"/>
                  </a:cubicBezTo>
                  <a:cubicBezTo>
                    <a:pt x="3" y="49"/>
                    <a:pt x="3" y="49"/>
                    <a:pt x="3" y="49"/>
                  </a:cubicBezTo>
                  <a:close/>
                  <a:moveTo>
                    <a:pt x="5" y="50"/>
                  </a:moveTo>
                  <a:cubicBezTo>
                    <a:pt x="5" y="50"/>
                    <a:pt x="5" y="50"/>
                    <a:pt x="5" y="50"/>
                  </a:cubicBezTo>
                  <a:cubicBezTo>
                    <a:pt x="5" y="50"/>
                    <a:pt x="5" y="50"/>
                    <a:pt x="5" y="50"/>
                  </a:cubicBezTo>
                  <a:close/>
                  <a:moveTo>
                    <a:pt x="7" y="51"/>
                  </a:moveTo>
                  <a:cubicBezTo>
                    <a:pt x="7" y="51"/>
                    <a:pt x="7" y="51"/>
                    <a:pt x="7" y="51"/>
                  </a:cubicBezTo>
                  <a:cubicBezTo>
                    <a:pt x="7" y="51"/>
                    <a:pt x="7" y="51"/>
                    <a:pt x="7" y="51"/>
                  </a:cubicBezTo>
                  <a:close/>
                  <a:moveTo>
                    <a:pt x="9" y="56"/>
                  </a:moveTo>
                  <a:cubicBezTo>
                    <a:pt x="9" y="56"/>
                    <a:pt x="9" y="56"/>
                    <a:pt x="9" y="56"/>
                  </a:cubicBezTo>
                  <a:cubicBezTo>
                    <a:pt x="9" y="56"/>
                    <a:pt x="9" y="56"/>
                    <a:pt x="9" y="56"/>
                  </a:cubicBezTo>
                  <a:close/>
                  <a:moveTo>
                    <a:pt x="7" y="56"/>
                  </a:moveTo>
                  <a:cubicBezTo>
                    <a:pt x="7" y="56"/>
                    <a:pt x="7" y="56"/>
                    <a:pt x="7" y="56"/>
                  </a:cubicBezTo>
                  <a:cubicBezTo>
                    <a:pt x="7" y="56"/>
                    <a:pt x="7" y="56"/>
                    <a:pt x="7" y="56"/>
                  </a:cubicBezTo>
                  <a:close/>
                  <a:moveTo>
                    <a:pt x="9" y="57"/>
                  </a:moveTo>
                  <a:cubicBezTo>
                    <a:pt x="9" y="57"/>
                    <a:pt x="9" y="57"/>
                    <a:pt x="9" y="57"/>
                  </a:cubicBezTo>
                  <a:cubicBezTo>
                    <a:pt x="9" y="57"/>
                    <a:pt x="9" y="57"/>
                    <a:pt x="9" y="57"/>
                  </a:cubicBezTo>
                  <a:cubicBezTo>
                    <a:pt x="9" y="57"/>
                    <a:pt x="9" y="57"/>
                    <a:pt x="9" y="57"/>
                  </a:cubicBezTo>
                  <a:cubicBezTo>
                    <a:pt x="9" y="57"/>
                    <a:pt x="9" y="57"/>
                    <a:pt x="9" y="57"/>
                  </a:cubicBezTo>
                  <a:close/>
                  <a:moveTo>
                    <a:pt x="6" y="57"/>
                  </a:moveTo>
                  <a:cubicBezTo>
                    <a:pt x="6" y="57"/>
                    <a:pt x="6" y="57"/>
                    <a:pt x="6" y="57"/>
                  </a:cubicBezTo>
                  <a:cubicBezTo>
                    <a:pt x="6" y="57"/>
                    <a:pt x="6" y="57"/>
                    <a:pt x="6" y="57"/>
                  </a:cubicBezTo>
                  <a:close/>
                  <a:moveTo>
                    <a:pt x="9" y="58"/>
                  </a:moveTo>
                  <a:cubicBezTo>
                    <a:pt x="9" y="58"/>
                    <a:pt x="9" y="58"/>
                    <a:pt x="9" y="58"/>
                  </a:cubicBezTo>
                  <a:cubicBezTo>
                    <a:pt x="9" y="58"/>
                    <a:pt x="9" y="58"/>
                    <a:pt x="9" y="58"/>
                  </a:cubicBezTo>
                  <a:close/>
                  <a:moveTo>
                    <a:pt x="6" y="19"/>
                  </a:moveTo>
                  <a:cubicBezTo>
                    <a:pt x="6" y="19"/>
                    <a:pt x="6" y="19"/>
                    <a:pt x="6" y="19"/>
                  </a:cubicBezTo>
                  <a:cubicBezTo>
                    <a:pt x="6" y="19"/>
                    <a:pt x="6" y="19"/>
                    <a:pt x="6" y="19"/>
                  </a:cubicBezTo>
                  <a:close/>
                  <a:moveTo>
                    <a:pt x="7" y="19"/>
                  </a:moveTo>
                  <a:cubicBezTo>
                    <a:pt x="7" y="19"/>
                    <a:pt x="7" y="19"/>
                    <a:pt x="7" y="19"/>
                  </a:cubicBezTo>
                  <a:cubicBezTo>
                    <a:pt x="7" y="19"/>
                    <a:pt x="7" y="19"/>
                    <a:pt x="7" y="19"/>
                  </a:cubicBezTo>
                  <a:close/>
                  <a:moveTo>
                    <a:pt x="9" y="20"/>
                  </a:moveTo>
                  <a:cubicBezTo>
                    <a:pt x="9" y="20"/>
                    <a:pt x="9" y="20"/>
                    <a:pt x="9" y="20"/>
                  </a:cubicBezTo>
                  <a:cubicBezTo>
                    <a:pt x="9" y="20"/>
                    <a:pt x="9" y="20"/>
                    <a:pt x="9" y="20"/>
                  </a:cubicBezTo>
                  <a:cubicBezTo>
                    <a:pt x="9" y="20"/>
                    <a:pt x="9" y="20"/>
                    <a:pt x="9" y="20"/>
                  </a:cubicBezTo>
                  <a:cubicBezTo>
                    <a:pt x="9" y="20"/>
                    <a:pt x="9" y="20"/>
                    <a:pt x="9" y="20"/>
                  </a:cubicBezTo>
                  <a:close/>
                  <a:moveTo>
                    <a:pt x="5" y="3"/>
                  </a:moveTo>
                  <a:cubicBezTo>
                    <a:pt x="4" y="3"/>
                    <a:pt x="4" y="3"/>
                    <a:pt x="4" y="3"/>
                  </a:cubicBezTo>
                  <a:cubicBezTo>
                    <a:pt x="4" y="3"/>
                    <a:pt x="4" y="3"/>
                    <a:pt x="4" y="3"/>
                  </a:cubicBezTo>
                  <a:cubicBezTo>
                    <a:pt x="4" y="3"/>
                    <a:pt x="4" y="3"/>
                    <a:pt x="4" y="3"/>
                  </a:cubicBezTo>
                  <a:cubicBezTo>
                    <a:pt x="4" y="3"/>
                    <a:pt x="4" y="3"/>
                    <a:pt x="5" y="3"/>
                  </a:cubicBezTo>
                  <a:close/>
                  <a:moveTo>
                    <a:pt x="4" y="46"/>
                  </a:moveTo>
                  <a:cubicBezTo>
                    <a:pt x="4" y="46"/>
                    <a:pt x="4" y="46"/>
                    <a:pt x="4" y="46"/>
                  </a:cubicBezTo>
                  <a:cubicBezTo>
                    <a:pt x="4" y="46"/>
                    <a:pt x="4" y="46"/>
                    <a:pt x="4" y="46"/>
                  </a:cubicBezTo>
                  <a:close/>
                  <a:moveTo>
                    <a:pt x="9" y="46"/>
                  </a:moveTo>
                  <a:cubicBezTo>
                    <a:pt x="9" y="46"/>
                    <a:pt x="9" y="46"/>
                    <a:pt x="9" y="46"/>
                  </a:cubicBezTo>
                  <a:cubicBezTo>
                    <a:pt x="9" y="46"/>
                    <a:pt x="9" y="46"/>
                    <a:pt x="9" y="46"/>
                  </a:cubicBezTo>
                  <a:cubicBezTo>
                    <a:pt x="9" y="46"/>
                    <a:pt x="9" y="46"/>
                    <a:pt x="9" y="46"/>
                  </a:cubicBezTo>
                  <a:cubicBezTo>
                    <a:pt x="9" y="46"/>
                    <a:pt x="9" y="46"/>
                    <a:pt x="9" y="46"/>
                  </a:cubicBezTo>
                  <a:close/>
                  <a:moveTo>
                    <a:pt x="3" y="15"/>
                  </a:moveTo>
                  <a:cubicBezTo>
                    <a:pt x="3" y="15"/>
                    <a:pt x="3" y="15"/>
                    <a:pt x="3" y="15"/>
                  </a:cubicBezTo>
                  <a:cubicBezTo>
                    <a:pt x="3" y="15"/>
                    <a:pt x="3" y="15"/>
                    <a:pt x="3" y="15"/>
                  </a:cubicBezTo>
                  <a:close/>
                  <a:moveTo>
                    <a:pt x="2" y="4"/>
                  </a:moveTo>
                  <a:cubicBezTo>
                    <a:pt x="2" y="4"/>
                    <a:pt x="2" y="4"/>
                    <a:pt x="2" y="4"/>
                  </a:cubicBezTo>
                  <a:cubicBezTo>
                    <a:pt x="2" y="4"/>
                    <a:pt x="2" y="4"/>
                    <a:pt x="2" y="4"/>
                  </a:cubicBezTo>
                  <a:close/>
                  <a:moveTo>
                    <a:pt x="4" y="3"/>
                  </a:moveTo>
                  <a:cubicBezTo>
                    <a:pt x="4" y="3"/>
                    <a:pt x="4" y="3"/>
                    <a:pt x="4" y="3"/>
                  </a:cubicBezTo>
                  <a:cubicBezTo>
                    <a:pt x="4" y="3"/>
                    <a:pt x="4" y="3"/>
                    <a:pt x="4" y="3"/>
                  </a:cubicBezTo>
                  <a:close/>
                  <a:moveTo>
                    <a:pt x="4" y="5"/>
                  </a:moveTo>
                  <a:cubicBezTo>
                    <a:pt x="4" y="5"/>
                    <a:pt x="4" y="5"/>
                    <a:pt x="4" y="5"/>
                  </a:cubicBezTo>
                  <a:cubicBezTo>
                    <a:pt x="4" y="5"/>
                    <a:pt x="4" y="5"/>
                    <a:pt x="4" y="5"/>
                  </a:cubicBezTo>
                  <a:close/>
                  <a:moveTo>
                    <a:pt x="2" y="24"/>
                  </a:moveTo>
                  <a:cubicBezTo>
                    <a:pt x="2" y="24"/>
                    <a:pt x="2" y="24"/>
                    <a:pt x="2" y="24"/>
                  </a:cubicBezTo>
                  <a:cubicBezTo>
                    <a:pt x="2" y="24"/>
                    <a:pt x="2" y="24"/>
                    <a:pt x="2" y="24"/>
                  </a:cubicBezTo>
                  <a:close/>
                  <a:moveTo>
                    <a:pt x="7" y="26"/>
                  </a:moveTo>
                  <a:cubicBezTo>
                    <a:pt x="7" y="26"/>
                    <a:pt x="7" y="26"/>
                    <a:pt x="7" y="26"/>
                  </a:cubicBezTo>
                  <a:cubicBezTo>
                    <a:pt x="7" y="26"/>
                    <a:pt x="7" y="26"/>
                    <a:pt x="7" y="26"/>
                  </a:cubicBezTo>
                  <a:close/>
                  <a:moveTo>
                    <a:pt x="8" y="27"/>
                  </a:moveTo>
                  <a:cubicBezTo>
                    <a:pt x="8" y="27"/>
                    <a:pt x="8" y="27"/>
                    <a:pt x="8" y="27"/>
                  </a:cubicBezTo>
                  <a:cubicBezTo>
                    <a:pt x="8" y="27"/>
                    <a:pt x="8" y="27"/>
                    <a:pt x="8" y="27"/>
                  </a:cubicBezTo>
                  <a:close/>
                  <a:moveTo>
                    <a:pt x="9" y="27"/>
                  </a:moveTo>
                  <a:cubicBezTo>
                    <a:pt x="9" y="27"/>
                    <a:pt x="10" y="27"/>
                    <a:pt x="10" y="27"/>
                  </a:cubicBezTo>
                  <a:cubicBezTo>
                    <a:pt x="9" y="27"/>
                    <a:pt x="9" y="27"/>
                    <a:pt x="9" y="27"/>
                  </a:cubicBezTo>
                  <a:close/>
                  <a:moveTo>
                    <a:pt x="7" y="29"/>
                  </a:moveTo>
                  <a:cubicBezTo>
                    <a:pt x="7" y="29"/>
                    <a:pt x="7" y="29"/>
                    <a:pt x="7" y="29"/>
                  </a:cubicBezTo>
                  <a:cubicBezTo>
                    <a:pt x="7" y="29"/>
                    <a:pt x="7" y="29"/>
                    <a:pt x="7" y="29"/>
                  </a:cubicBezTo>
                  <a:close/>
                  <a:moveTo>
                    <a:pt x="10" y="29"/>
                  </a:moveTo>
                  <a:cubicBezTo>
                    <a:pt x="10" y="29"/>
                    <a:pt x="10" y="29"/>
                    <a:pt x="10" y="29"/>
                  </a:cubicBezTo>
                  <a:cubicBezTo>
                    <a:pt x="10" y="29"/>
                    <a:pt x="10" y="29"/>
                    <a:pt x="10" y="29"/>
                  </a:cubicBezTo>
                  <a:close/>
                  <a:moveTo>
                    <a:pt x="11" y="29"/>
                  </a:moveTo>
                  <a:cubicBezTo>
                    <a:pt x="11" y="29"/>
                    <a:pt x="12" y="29"/>
                    <a:pt x="11" y="29"/>
                  </a:cubicBezTo>
                  <a:cubicBezTo>
                    <a:pt x="11" y="29"/>
                    <a:pt x="11" y="29"/>
                    <a:pt x="11" y="29"/>
                  </a:cubicBezTo>
                  <a:close/>
                  <a:moveTo>
                    <a:pt x="4" y="16"/>
                  </a:moveTo>
                  <a:cubicBezTo>
                    <a:pt x="4" y="16"/>
                    <a:pt x="4" y="16"/>
                    <a:pt x="4" y="16"/>
                  </a:cubicBezTo>
                  <a:cubicBezTo>
                    <a:pt x="4" y="16"/>
                    <a:pt x="4" y="16"/>
                    <a:pt x="4" y="16"/>
                  </a:cubicBezTo>
                  <a:close/>
                  <a:moveTo>
                    <a:pt x="3" y="16"/>
                  </a:moveTo>
                  <a:cubicBezTo>
                    <a:pt x="3" y="16"/>
                    <a:pt x="3" y="17"/>
                    <a:pt x="3" y="17"/>
                  </a:cubicBezTo>
                  <a:cubicBezTo>
                    <a:pt x="3" y="17"/>
                    <a:pt x="3" y="16"/>
                    <a:pt x="3" y="16"/>
                  </a:cubicBezTo>
                  <a:close/>
                  <a:moveTo>
                    <a:pt x="8" y="17"/>
                  </a:moveTo>
                  <a:cubicBezTo>
                    <a:pt x="8" y="17"/>
                    <a:pt x="8" y="17"/>
                    <a:pt x="8" y="17"/>
                  </a:cubicBezTo>
                  <a:cubicBezTo>
                    <a:pt x="8" y="17"/>
                    <a:pt x="8" y="17"/>
                    <a:pt x="8" y="17"/>
                  </a:cubicBezTo>
                  <a:close/>
                  <a:moveTo>
                    <a:pt x="2" y="17"/>
                  </a:moveTo>
                  <a:cubicBezTo>
                    <a:pt x="2" y="17"/>
                    <a:pt x="2" y="17"/>
                    <a:pt x="2" y="17"/>
                  </a:cubicBezTo>
                  <a:cubicBezTo>
                    <a:pt x="2" y="17"/>
                    <a:pt x="2" y="17"/>
                    <a:pt x="2" y="17"/>
                  </a:cubicBezTo>
                  <a:close/>
                  <a:moveTo>
                    <a:pt x="4" y="18"/>
                  </a:moveTo>
                  <a:cubicBezTo>
                    <a:pt x="3" y="18"/>
                    <a:pt x="3" y="18"/>
                    <a:pt x="3" y="18"/>
                  </a:cubicBezTo>
                  <a:cubicBezTo>
                    <a:pt x="3" y="18"/>
                    <a:pt x="4" y="18"/>
                    <a:pt x="4" y="18"/>
                  </a:cubicBezTo>
                  <a:close/>
                  <a:moveTo>
                    <a:pt x="3" y="17"/>
                  </a:moveTo>
                  <a:cubicBezTo>
                    <a:pt x="3" y="17"/>
                    <a:pt x="3" y="17"/>
                    <a:pt x="3" y="17"/>
                  </a:cubicBezTo>
                  <a:cubicBezTo>
                    <a:pt x="3" y="17"/>
                    <a:pt x="3" y="17"/>
                    <a:pt x="3" y="17"/>
                  </a:cubicBezTo>
                  <a:close/>
                  <a:moveTo>
                    <a:pt x="2" y="21"/>
                  </a:moveTo>
                  <a:cubicBezTo>
                    <a:pt x="2" y="21"/>
                    <a:pt x="2" y="21"/>
                    <a:pt x="2" y="21"/>
                  </a:cubicBezTo>
                  <a:cubicBezTo>
                    <a:pt x="2" y="21"/>
                    <a:pt x="2" y="21"/>
                    <a:pt x="2" y="21"/>
                  </a:cubicBezTo>
                  <a:close/>
                  <a:moveTo>
                    <a:pt x="3" y="38"/>
                  </a:moveTo>
                  <a:cubicBezTo>
                    <a:pt x="3" y="38"/>
                    <a:pt x="3" y="39"/>
                    <a:pt x="3" y="39"/>
                  </a:cubicBezTo>
                  <a:cubicBezTo>
                    <a:pt x="3" y="39"/>
                    <a:pt x="3" y="38"/>
                    <a:pt x="3" y="38"/>
                  </a:cubicBezTo>
                  <a:close/>
                  <a:moveTo>
                    <a:pt x="1" y="40"/>
                  </a:moveTo>
                  <a:cubicBezTo>
                    <a:pt x="1" y="40"/>
                    <a:pt x="1" y="40"/>
                    <a:pt x="1" y="40"/>
                  </a:cubicBezTo>
                  <a:cubicBezTo>
                    <a:pt x="1" y="40"/>
                    <a:pt x="1" y="40"/>
                    <a:pt x="1" y="40"/>
                  </a:cubicBezTo>
                  <a:close/>
                  <a:moveTo>
                    <a:pt x="2" y="40"/>
                  </a:moveTo>
                  <a:cubicBezTo>
                    <a:pt x="2" y="40"/>
                    <a:pt x="2" y="40"/>
                    <a:pt x="2" y="40"/>
                  </a:cubicBezTo>
                  <a:cubicBezTo>
                    <a:pt x="2" y="40"/>
                    <a:pt x="2" y="40"/>
                    <a:pt x="2" y="40"/>
                  </a:cubicBezTo>
                  <a:close/>
                  <a:moveTo>
                    <a:pt x="9" y="40"/>
                  </a:moveTo>
                  <a:cubicBezTo>
                    <a:pt x="9" y="40"/>
                    <a:pt x="8" y="40"/>
                    <a:pt x="8" y="40"/>
                  </a:cubicBezTo>
                  <a:cubicBezTo>
                    <a:pt x="8" y="40"/>
                    <a:pt x="9" y="40"/>
                    <a:pt x="9" y="40"/>
                  </a:cubicBezTo>
                  <a:close/>
                  <a:moveTo>
                    <a:pt x="3" y="5"/>
                  </a:moveTo>
                  <a:cubicBezTo>
                    <a:pt x="3" y="5"/>
                    <a:pt x="3" y="5"/>
                    <a:pt x="3" y="5"/>
                  </a:cubicBezTo>
                  <a:cubicBezTo>
                    <a:pt x="3" y="5"/>
                    <a:pt x="3" y="5"/>
                    <a:pt x="3" y="5"/>
                  </a:cubicBezTo>
                  <a:close/>
                  <a:moveTo>
                    <a:pt x="9" y="41"/>
                  </a:moveTo>
                  <a:cubicBezTo>
                    <a:pt x="9" y="41"/>
                    <a:pt x="9" y="41"/>
                    <a:pt x="9" y="41"/>
                  </a:cubicBezTo>
                  <a:cubicBezTo>
                    <a:pt x="9" y="41"/>
                    <a:pt x="9" y="41"/>
                    <a:pt x="9" y="41"/>
                  </a:cubicBezTo>
                  <a:close/>
                  <a:moveTo>
                    <a:pt x="2" y="6"/>
                  </a:moveTo>
                  <a:cubicBezTo>
                    <a:pt x="2" y="6"/>
                    <a:pt x="2" y="6"/>
                    <a:pt x="2" y="6"/>
                  </a:cubicBezTo>
                  <a:cubicBezTo>
                    <a:pt x="2" y="6"/>
                    <a:pt x="2" y="6"/>
                    <a:pt x="2" y="6"/>
                  </a:cubicBezTo>
                  <a:close/>
                  <a:moveTo>
                    <a:pt x="4" y="5"/>
                  </a:moveTo>
                  <a:cubicBezTo>
                    <a:pt x="4" y="5"/>
                    <a:pt x="4" y="5"/>
                    <a:pt x="4" y="5"/>
                  </a:cubicBezTo>
                  <a:cubicBezTo>
                    <a:pt x="4" y="5"/>
                    <a:pt x="4" y="5"/>
                    <a:pt x="4" y="5"/>
                  </a:cubicBezTo>
                  <a:close/>
                  <a:moveTo>
                    <a:pt x="2" y="7"/>
                  </a:moveTo>
                  <a:cubicBezTo>
                    <a:pt x="2" y="7"/>
                    <a:pt x="2" y="7"/>
                    <a:pt x="2" y="7"/>
                  </a:cubicBezTo>
                  <a:cubicBezTo>
                    <a:pt x="2" y="7"/>
                    <a:pt x="2" y="7"/>
                    <a:pt x="2" y="7"/>
                  </a:cubicBezTo>
                  <a:close/>
                  <a:moveTo>
                    <a:pt x="2" y="8"/>
                  </a:moveTo>
                  <a:cubicBezTo>
                    <a:pt x="2" y="8"/>
                    <a:pt x="2" y="8"/>
                    <a:pt x="2" y="8"/>
                  </a:cubicBezTo>
                  <a:cubicBezTo>
                    <a:pt x="2" y="8"/>
                    <a:pt x="2" y="8"/>
                    <a:pt x="2" y="8"/>
                  </a:cubicBezTo>
                  <a:close/>
                  <a:moveTo>
                    <a:pt x="8" y="18"/>
                  </a:moveTo>
                  <a:cubicBezTo>
                    <a:pt x="8" y="18"/>
                    <a:pt x="8" y="18"/>
                    <a:pt x="8" y="18"/>
                  </a:cubicBezTo>
                  <a:cubicBezTo>
                    <a:pt x="8" y="18"/>
                    <a:pt x="8" y="18"/>
                    <a:pt x="8" y="18"/>
                  </a:cubicBezTo>
                  <a:close/>
                  <a:moveTo>
                    <a:pt x="9" y="18"/>
                  </a:moveTo>
                  <a:cubicBezTo>
                    <a:pt x="9" y="18"/>
                    <a:pt x="9" y="18"/>
                    <a:pt x="9" y="18"/>
                  </a:cubicBezTo>
                  <a:cubicBezTo>
                    <a:pt x="9" y="18"/>
                    <a:pt x="9" y="18"/>
                    <a:pt x="9" y="18"/>
                  </a:cubicBezTo>
                  <a:close/>
                  <a:moveTo>
                    <a:pt x="7" y="18"/>
                  </a:moveTo>
                  <a:cubicBezTo>
                    <a:pt x="7" y="18"/>
                    <a:pt x="7" y="18"/>
                    <a:pt x="7" y="18"/>
                  </a:cubicBezTo>
                  <a:cubicBezTo>
                    <a:pt x="7" y="18"/>
                    <a:pt x="7" y="18"/>
                    <a:pt x="7" y="18"/>
                  </a:cubicBezTo>
                  <a:cubicBezTo>
                    <a:pt x="7" y="18"/>
                    <a:pt x="7" y="18"/>
                    <a:pt x="7" y="18"/>
                  </a:cubicBezTo>
                  <a:cubicBezTo>
                    <a:pt x="7" y="18"/>
                    <a:pt x="7" y="18"/>
                    <a:pt x="7" y="18"/>
                  </a:cubicBezTo>
                  <a:close/>
                  <a:moveTo>
                    <a:pt x="7" y="34"/>
                  </a:moveTo>
                  <a:cubicBezTo>
                    <a:pt x="7" y="34"/>
                    <a:pt x="7" y="34"/>
                    <a:pt x="7" y="34"/>
                  </a:cubicBezTo>
                  <a:cubicBezTo>
                    <a:pt x="7" y="34"/>
                    <a:pt x="7" y="34"/>
                    <a:pt x="7" y="34"/>
                  </a:cubicBezTo>
                  <a:close/>
                  <a:moveTo>
                    <a:pt x="8" y="34"/>
                  </a:moveTo>
                  <a:cubicBezTo>
                    <a:pt x="8" y="34"/>
                    <a:pt x="8" y="34"/>
                    <a:pt x="8" y="34"/>
                  </a:cubicBezTo>
                  <a:cubicBezTo>
                    <a:pt x="8" y="34"/>
                    <a:pt x="8" y="34"/>
                    <a:pt x="8" y="34"/>
                  </a:cubicBezTo>
                  <a:close/>
                  <a:moveTo>
                    <a:pt x="8" y="35"/>
                  </a:moveTo>
                  <a:cubicBezTo>
                    <a:pt x="8" y="35"/>
                    <a:pt x="8" y="35"/>
                    <a:pt x="8" y="35"/>
                  </a:cubicBezTo>
                  <a:cubicBezTo>
                    <a:pt x="8" y="35"/>
                    <a:pt x="8" y="35"/>
                    <a:pt x="8" y="35"/>
                  </a:cubicBezTo>
                  <a:close/>
                  <a:moveTo>
                    <a:pt x="8" y="36"/>
                  </a:moveTo>
                  <a:cubicBezTo>
                    <a:pt x="8" y="36"/>
                    <a:pt x="8" y="36"/>
                    <a:pt x="8" y="36"/>
                  </a:cubicBezTo>
                  <a:cubicBezTo>
                    <a:pt x="8" y="36"/>
                    <a:pt x="8" y="36"/>
                    <a:pt x="8" y="36"/>
                  </a:cubicBezTo>
                  <a:close/>
                  <a:moveTo>
                    <a:pt x="5" y="86"/>
                  </a:moveTo>
                  <a:cubicBezTo>
                    <a:pt x="5" y="86"/>
                    <a:pt x="5" y="85"/>
                    <a:pt x="5" y="85"/>
                  </a:cubicBezTo>
                  <a:cubicBezTo>
                    <a:pt x="5" y="85"/>
                    <a:pt x="5" y="86"/>
                    <a:pt x="5" y="86"/>
                  </a:cubicBezTo>
                  <a:close/>
                  <a:moveTo>
                    <a:pt x="8" y="21"/>
                  </a:moveTo>
                  <a:cubicBezTo>
                    <a:pt x="8" y="21"/>
                    <a:pt x="8" y="21"/>
                    <a:pt x="8" y="21"/>
                  </a:cubicBezTo>
                  <a:cubicBezTo>
                    <a:pt x="8" y="21"/>
                    <a:pt x="8" y="21"/>
                    <a:pt x="8" y="21"/>
                  </a:cubicBezTo>
                  <a:cubicBezTo>
                    <a:pt x="8" y="21"/>
                    <a:pt x="8" y="21"/>
                    <a:pt x="8" y="21"/>
                  </a:cubicBezTo>
                  <a:close/>
                  <a:moveTo>
                    <a:pt x="2" y="36"/>
                  </a:moveTo>
                  <a:cubicBezTo>
                    <a:pt x="2" y="36"/>
                    <a:pt x="2" y="36"/>
                    <a:pt x="2" y="36"/>
                  </a:cubicBezTo>
                  <a:cubicBezTo>
                    <a:pt x="2" y="36"/>
                    <a:pt x="2" y="36"/>
                    <a:pt x="2" y="36"/>
                  </a:cubicBezTo>
                  <a:close/>
                  <a:moveTo>
                    <a:pt x="3" y="37"/>
                  </a:moveTo>
                  <a:cubicBezTo>
                    <a:pt x="3" y="37"/>
                    <a:pt x="3" y="37"/>
                    <a:pt x="3" y="37"/>
                  </a:cubicBezTo>
                  <a:cubicBezTo>
                    <a:pt x="3" y="37"/>
                    <a:pt x="3" y="37"/>
                    <a:pt x="3" y="37"/>
                  </a:cubicBezTo>
                  <a:close/>
                  <a:moveTo>
                    <a:pt x="2" y="0"/>
                  </a:moveTo>
                  <a:cubicBezTo>
                    <a:pt x="2" y="0"/>
                    <a:pt x="2" y="0"/>
                    <a:pt x="2" y="0"/>
                  </a:cubicBezTo>
                  <a:cubicBezTo>
                    <a:pt x="2" y="0"/>
                    <a:pt x="2" y="0"/>
                    <a:pt x="2" y="0"/>
                  </a:cubicBezTo>
                  <a:close/>
                  <a:moveTo>
                    <a:pt x="4" y="21"/>
                  </a:moveTo>
                  <a:cubicBezTo>
                    <a:pt x="4" y="21"/>
                    <a:pt x="4" y="21"/>
                    <a:pt x="4" y="21"/>
                  </a:cubicBezTo>
                  <a:cubicBezTo>
                    <a:pt x="4" y="21"/>
                    <a:pt x="4" y="21"/>
                    <a:pt x="4" y="21"/>
                  </a:cubicBezTo>
                  <a:close/>
                  <a:moveTo>
                    <a:pt x="3" y="37"/>
                  </a:moveTo>
                  <a:cubicBezTo>
                    <a:pt x="3" y="37"/>
                    <a:pt x="3" y="37"/>
                    <a:pt x="3" y="37"/>
                  </a:cubicBezTo>
                  <a:cubicBezTo>
                    <a:pt x="3" y="37"/>
                    <a:pt x="3" y="37"/>
                    <a:pt x="3" y="37"/>
                  </a:cubicBezTo>
                  <a:close/>
                  <a:moveTo>
                    <a:pt x="2" y="0"/>
                  </a:moveTo>
                  <a:cubicBezTo>
                    <a:pt x="2" y="0"/>
                    <a:pt x="2" y="0"/>
                    <a:pt x="2" y="0"/>
                  </a:cubicBezTo>
                  <a:cubicBezTo>
                    <a:pt x="2" y="0"/>
                    <a:pt x="2" y="0"/>
                    <a:pt x="2" y="0"/>
                  </a:cubicBezTo>
                  <a:close/>
                  <a:moveTo>
                    <a:pt x="1" y="1"/>
                  </a:moveTo>
                  <a:cubicBezTo>
                    <a:pt x="1" y="1"/>
                    <a:pt x="1" y="1"/>
                    <a:pt x="1" y="1"/>
                  </a:cubicBezTo>
                  <a:cubicBezTo>
                    <a:pt x="1" y="1"/>
                    <a:pt x="1" y="1"/>
                    <a:pt x="1" y="1"/>
                  </a:cubicBezTo>
                  <a:close/>
                  <a:moveTo>
                    <a:pt x="2" y="2"/>
                  </a:moveTo>
                  <a:cubicBezTo>
                    <a:pt x="2" y="2"/>
                    <a:pt x="2" y="1"/>
                    <a:pt x="2" y="1"/>
                  </a:cubicBezTo>
                  <a:cubicBezTo>
                    <a:pt x="2" y="2"/>
                    <a:pt x="2" y="2"/>
                    <a:pt x="2" y="2"/>
                  </a:cubicBezTo>
                  <a:close/>
                  <a:moveTo>
                    <a:pt x="1" y="2"/>
                  </a:moveTo>
                  <a:cubicBezTo>
                    <a:pt x="1" y="2"/>
                    <a:pt x="1" y="2"/>
                    <a:pt x="1" y="2"/>
                  </a:cubicBezTo>
                  <a:cubicBezTo>
                    <a:pt x="1" y="2"/>
                    <a:pt x="1" y="2"/>
                    <a:pt x="1" y="2"/>
                  </a:cubicBezTo>
                  <a:close/>
                  <a:moveTo>
                    <a:pt x="3" y="14"/>
                  </a:moveTo>
                  <a:cubicBezTo>
                    <a:pt x="2" y="14"/>
                    <a:pt x="2" y="14"/>
                    <a:pt x="2" y="14"/>
                  </a:cubicBezTo>
                  <a:cubicBezTo>
                    <a:pt x="2" y="14"/>
                    <a:pt x="3" y="14"/>
                    <a:pt x="3" y="14"/>
                  </a:cubicBezTo>
                  <a:close/>
                  <a:moveTo>
                    <a:pt x="8" y="15"/>
                  </a:moveTo>
                  <a:cubicBezTo>
                    <a:pt x="8" y="15"/>
                    <a:pt x="8" y="15"/>
                    <a:pt x="8" y="15"/>
                  </a:cubicBezTo>
                  <a:cubicBezTo>
                    <a:pt x="8" y="15"/>
                    <a:pt x="8" y="15"/>
                    <a:pt x="8" y="15"/>
                  </a:cubicBezTo>
                  <a:close/>
                  <a:moveTo>
                    <a:pt x="3" y="2"/>
                  </a:moveTo>
                  <a:cubicBezTo>
                    <a:pt x="3" y="2"/>
                    <a:pt x="3" y="2"/>
                    <a:pt x="3" y="2"/>
                  </a:cubicBezTo>
                  <a:cubicBezTo>
                    <a:pt x="3" y="2"/>
                    <a:pt x="3" y="2"/>
                    <a:pt x="3" y="2"/>
                  </a:cubicBezTo>
                  <a:close/>
                  <a:moveTo>
                    <a:pt x="2" y="2"/>
                  </a:moveTo>
                  <a:cubicBezTo>
                    <a:pt x="2" y="2"/>
                    <a:pt x="2" y="2"/>
                    <a:pt x="2" y="2"/>
                  </a:cubicBezTo>
                  <a:cubicBezTo>
                    <a:pt x="2" y="2"/>
                    <a:pt x="2" y="2"/>
                    <a:pt x="2" y="2"/>
                  </a:cubicBezTo>
                  <a:close/>
                  <a:moveTo>
                    <a:pt x="4" y="22"/>
                  </a:moveTo>
                  <a:cubicBezTo>
                    <a:pt x="4" y="22"/>
                    <a:pt x="5" y="22"/>
                    <a:pt x="4" y="22"/>
                  </a:cubicBezTo>
                  <a:cubicBezTo>
                    <a:pt x="4" y="22"/>
                    <a:pt x="4" y="22"/>
                    <a:pt x="4" y="22"/>
                  </a:cubicBezTo>
                  <a:close/>
                  <a:moveTo>
                    <a:pt x="4" y="21"/>
                  </a:moveTo>
                  <a:cubicBezTo>
                    <a:pt x="4" y="21"/>
                    <a:pt x="4" y="21"/>
                    <a:pt x="4" y="21"/>
                  </a:cubicBezTo>
                  <a:cubicBezTo>
                    <a:pt x="4" y="21"/>
                    <a:pt x="4" y="21"/>
                    <a:pt x="4" y="21"/>
                  </a:cubicBezTo>
                  <a:close/>
                  <a:moveTo>
                    <a:pt x="3" y="23"/>
                  </a:moveTo>
                  <a:cubicBezTo>
                    <a:pt x="3" y="22"/>
                    <a:pt x="3" y="23"/>
                    <a:pt x="3" y="23"/>
                  </a:cubicBezTo>
                  <a:cubicBezTo>
                    <a:pt x="3" y="23"/>
                    <a:pt x="3" y="23"/>
                    <a:pt x="3" y="23"/>
                  </a:cubicBezTo>
                  <a:close/>
                  <a:moveTo>
                    <a:pt x="7" y="24"/>
                  </a:moveTo>
                  <a:cubicBezTo>
                    <a:pt x="7" y="24"/>
                    <a:pt x="7" y="24"/>
                    <a:pt x="7" y="24"/>
                  </a:cubicBezTo>
                  <a:cubicBezTo>
                    <a:pt x="7" y="24"/>
                    <a:pt x="7" y="24"/>
                    <a:pt x="7" y="24"/>
                  </a:cubicBezTo>
                  <a:cubicBezTo>
                    <a:pt x="7" y="24"/>
                    <a:pt x="7" y="24"/>
                    <a:pt x="7" y="24"/>
                  </a:cubicBezTo>
                  <a:close/>
                  <a:moveTo>
                    <a:pt x="4" y="1"/>
                  </a:moveTo>
                  <a:cubicBezTo>
                    <a:pt x="4" y="1"/>
                    <a:pt x="4" y="1"/>
                    <a:pt x="4" y="1"/>
                  </a:cubicBezTo>
                  <a:cubicBezTo>
                    <a:pt x="4" y="1"/>
                    <a:pt x="4" y="1"/>
                    <a:pt x="4" y="1"/>
                  </a:cubicBezTo>
                  <a:close/>
                  <a:moveTo>
                    <a:pt x="3" y="20"/>
                  </a:moveTo>
                  <a:cubicBezTo>
                    <a:pt x="3" y="20"/>
                    <a:pt x="3" y="19"/>
                    <a:pt x="3" y="19"/>
                  </a:cubicBezTo>
                  <a:cubicBezTo>
                    <a:pt x="3" y="19"/>
                    <a:pt x="3" y="20"/>
                    <a:pt x="3" y="20"/>
                  </a:cubicBezTo>
                  <a:close/>
                  <a:moveTo>
                    <a:pt x="9" y="19"/>
                  </a:moveTo>
                  <a:cubicBezTo>
                    <a:pt x="9" y="19"/>
                    <a:pt x="9" y="19"/>
                    <a:pt x="9" y="19"/>
                  </a:cubicBezTo>
                  <a:cubicBezTo>
                    <a:pt x="9" y="19"/>
                    <a:pt x="9" y="19"/>
                    <a:pt x="9" y="19"/>
                  </a:cubicBezTo>
                  <a:close/>
                  <a:moveTo>
                    <a:pt x="10" y="18"/>
                  </a:moveTo>
                  <a:cubicBezTo>
                    <a:pt x="10" y="18"/>
                    <a:pt x="10" y="18"/>
                    <a:pt x="10" y="18"/>
                  </a:cubicBezTo>
                  <a:cubicBezTo>
                    <a:pt x="10" y="18"/>
                    <a:pt x="10" y="19"/>
                    <a:pt x="10" y="18"/>
                  </a:cubicBezTo>
                  <a:close/>
                  <a:moveTo>
                    <a:pt x="8" y="20"/>
                  </a:moveTo>
                  <a:cubicBezTo>
                    <a:pt x="8" y="20"/>
                    <a:pt x="8" y="20"/>
                    <a:pt x="8" y="20"/>
                  </a:cubicBezTo>
                  <a:cubicBezTo>
                    <a:pt x="8" y="20"/>
                    <a:pt x="8" y="20"/>
                    <a:pt x="8" y="20"/>
                  </a:cubicBezTo>
                  <a:close/>
                  <a:moveTo>
                    <a:pt x="4" y="20"/>
                  </a:moveTo>
                  <a:cubicBezTo>
                    <a:pt x="4" y="20"/>
                    <a:pt x="4" y="20"/>
                    <a:pt x="4" y="20"/>
                  </a:cubicBezTo>
                  <a:cubicBezTo>
                    <a:pt x="4" y="20"/>
                    <a:pt x="4" y="20"/>
                    <a:pt x="4" y="20"/>
                  </a:cubicBezTo>
                  <a:close/>
                  <a:moveTo>
                    <a:pt x="2" y="3"/>
                  </a:moveTo>
                  <a:cubicBezTo>
                    <a:pt x="2" y="3"/>
                    <a:pt x="2" y="3"/>
                    <a:pt x="2" y="3"/>
                  </a:cubicBezTo>
                  <a:cubicBezTo>
                    <a:pt x="2" y="3"/>
                    <a:pt x="2" y="3"/>
                    <a:pt x="2" y="3"/>
                  </a:cubicBezTo>
                  <a:close/>
                  <a:moveTo>
                    <a:pt x="4" y="3"/>
                  </a:moveTo>
                  <a:cubicBezTo>
                    <a:pt x="4" y="3"/>
                    <a:pt x="4" y="3"/>
                    <a:pt x="4" y="3"/>
                  </a:cubicBezTo>
                  <a:cubicBezTo>
                    <a:pt x="4" y="3"/>
                    <a:pt x="4" y="3"/>
                    <a:pt x="4" y="3"/>
                  </a:cubicBezTo>
                  <a:close/>
                  <a:moveTo>
                    <a:pt x="3" y="4"/>
                  </a:moveTo>
                  <a:cubicBezTo>
                    <a:pt x="3" y="4"/>
                    <a:pt x="3" y="4"/>
                    <a:pt x="3" y="4"/>
                  </a:cubicBezTo>
                  <a:cubicBezTo>
                    <a:pt x="3" y="4"/>
                    <a:pt x="3" y="4"/>
                    <a:pt x="3" y="4"/>
                  </a:cubicBezTo>
                  <a:close/>
                  <a:moveTo>
                    <a:pt x="3" y="44"/>
                  </a:moveTo>
                  <a:cubicBezTo>
                    <a:pt x="3" y="44"/>
                    <a:pt x="3" y="44"/>
                    <a:pt x="2" y="44"/>
                  </a:cubicBezTo>
                  <a:cubicBezTo>
                    <a:pt x="2" y="44"/>
                    <a:pt x="3" y="44"/>
                    <a:pt x="3" y="44"/>
                  </a:cubicBezTo>
                  <a:close/>
                  <a:moveTo>
                    <a:pt x="8" y="13"/>
                  </a:moveTo>
                  <a:cubicBezTo>
                    <a:pt x="8" y="13"/>
                    <a:pt x="8" y="13"/>
                    <a:pt x="8" y="13"/>
                  </a:cubicBezTo>
                  <a:cubicBezTo>
                    <a:pt x="8" y="13"/>
                    <a:pt x="8" y="13"/>
                    <a:pt x="8" y="13"/>
                  </a:cubicBezTo>
                  <a:close/>
                  <a:moveTo>
                    <a:pt x="10" y="46"/>
                  </a:moveTo>
                  <a:cubicBezTo>
                    <a:pt x="10" y="45"/>
                    <a:pt x="10" y="46"/>
                    <a:pt x="10" y="46"/>
                  </a:cubicBezTo>
                  <a:cubicBezTo>
                    <a:pt x="10" y="46"/>
                    <a:pt x="10" y="46"/>
                    <a:pt x="10" y="46"/>
                  </a:cubicBezTo>
                  <a:close/>
                  <a:moveTo>
                    <a:pt x="8" y="46"/>
                  </a:moveTo>
                  <a:cubicBezTo>
                    <a:pt x="8" y="46"/>
                    <a:pt x="8" y="46"/>
                    <a:pt x="8" y="46"/>
                  </a:cubicBezTo>
                  <a:cubicBezTo>
                    <a:pt x="8" y="46"/>
                    <a:pt x="8" y="46"/>
                    <a:pt x="8" y="46"/>
                  </a:cubicBezTo>
                  <a:close/>
                  <a:moveTo>
                    <a:pt x="10" y="46"/>
                  </a:moveTo>
                  <a:cubicBezTo>
                    <a:pt x="10" y="47"/>
                    <a:pt x="10" y="47"/>
                    <a:pt x="10" y="47"/>
                  </a:cubicBezTo>
                  <a:cubicBezTo>
                    <a:pt x="10" y="47"/>
                    <a:pt x="10" y="47"/>
                    <a:pt x="10" y="46"/>
                  </a:cubicBezTo>
                  <a:close/>
                  <a:moveTo>
                    <a:pt x="4" y="7"/>
                  </a:moveTo>
                  <a:cubicBezTo>
                    <a:pt x="4" y="7"/>
                    <a:pt x="4" y="7"/>
                    <a:pt x="4" y="7"/>
                  </a:cubicBezTo>
                  <a:cubicBezTo>
                    <a:pt x="4" y="7"/>
                    <a:pt x="4" y="7"/>
                    <a:pt x="4" y="7"/>
                  </a:cubicBezTo>
                  <a:close/>
                  <a:moveTo>
                    <a:pt x="4" y="9"/>
                  </a:moveTo>
                  <a:cubicBezTo>
                    <a:pt x="4" y="9"/>
                    <a:pt x="4" y="9"/>
                    <a:pt x="4" y="9"/>
                  </a:cubicBezTo>
                  <a:cubicBezTo>
                    <a:pt x="4" y="9"/>
                    <a:pt x="4" y="9"/>
                    <a:pt x="4" y="9"/>
                  </a:cubicBezTo>
                  <a:close/>
                  <a:moveTo>
                    <a:pt x="4" y="8"/>
                  </a:moveTo>
                  <a:cubicBezTo>
                    <a:pt x="4" y="8"/>
                    <a:pt x="4" y="8"/>
                    <a:pt x="4" y="8"/>
                  </a:cubicBezTo>
                  <a:cubicBezTo>
                    <a:pt x="4" y="8"/>
                    <a:pt x="4" y="8"/>
                    <a:pt x="4" y="8"/>
                  </a:cubicBezTo>
                  <a:close/>
                  <a:moveTo>
                    <a:pt x="4" y="9"/>
                  </a:moveTo>
                  <a:cubicBezTo>
                    <a:pt x="4" y="9"/>
                    <a:pt x="4" y="9"/>
                    <a:pt x="4" y="9"/>
                  </a:cubicBezTo>
                  <a:cubicBezTo>
                    <a:pt x="4" y="9"/>
                    <a:pt x="4" y="9"/>
                    <a:pt x="4" y="9"/>
                  </a:cubicBezTo>
                  <a:close/>
                  <a:moveTo>
                    <a:pt x="9" y="70"/>
                  </a:moveTo>
                  <a:cubicBezTo>
                    <a:pt x="9" y="70"/>
                    <a:pt x="9" y="70"/>
                    <a:pt x="9" y="70"/>
                  </a:cubicBezTo>
                  <a:cubicBezTo>
                    <a:pt x="9" y="70"/>
                    <a:pt x="9" y="70"/>
                    <a:pt x="9" y="70"/>
                  </a:cubicBezTo>
                  <a:close/>
                  <a:moveTo>
                    <a:pt x="6" y="69"/>
                  </a:moveTo>
                  <a:cubicBezTo>
                    <a:pt x="6" y="69"/>
                    <a:pt x="6" y="69"/>
                    <a:pt x="6" y="69"/>
                  </a:cubicBezTo>
                  <a:cubicBezTo>
                    <a:pt x="6" y="69"/>
                    <a:pt x="6" y="69"/>
                    <a:pt x="6" y="69"/>
                  </a:cubicBezTo>
                  <a:close/>
                  <a:moveTo>
                    <a:pt x="9" y="58"/>
                  </a:moveTo>
                  <a:cubicBezTo>
                    <a:pt x="9" y="58"/>
                    <a:pt x="9" y="58"/>
                    <a:pt x="9" y="58"/>
                  </a:cubicBezTo>
                  <a:cubicBezTo>
                    <a:pt x="9" y="58"/>
                    <a:pt x="9" y="58"/>
                    <a:pt x="9" y="58"/>
                  </a:cubicBezTo>
                  <a:close/>
                  <a:moveTo>
                    <a:pt x="9" y="71"/>
                  </a:moveTo>
                  <a:cubicBezTo>
                    <a:pt x="9" y="71"/>
                    <a:pt x="10" y="71"/>
                    <a:pt x="9" y="71"/>
                  </a:cubicBezTo>
                  <a:cubicBezTo>
                    <a:pt x="9" y="71"/>
                    <a:pt x="9" y="71"/>
                    <a:pt x="9" y="71"/>
                  </a:cubicBezTo>
                  <a:close/>
                  <a:moveTo>
                    <a:pt x="3" y="30"/>
                  </a:moveTo>
                  <a:cubicBezTo>
                    <a:pt x="3" y="30"/>
                    <a:pt x="3" y="30"/>
                    <a:pt x="3" y="30"/>
                  </a:cubicBezTo>
                  <a:cubicBezTo>
                    <a:pt x="3" y="30"/>
                    <a:pt x="3" y="30"/>
                    <a:pt x="3" y="30"/>
                  </a:cubicBezTo>
                  <a:close/>
                  <a:moveTo>
                    <a:pt x="11" y="29"/>
                  </a:moveTo>
                  <a:cubicBezTo>
                    <a:pt x="11" y="29"/>
                    <a:pt x="11" y="29"/>
                    <a:pt x="11" y="29"/>
                  </a:cubicBezTo>
                  <a:cubicBezTo>
                    <a:pt x="11" y="29"/>
                    <a:pt x="11" y="29"/>
                    <a:pt x="11" y="29"/>
                  </a:cubicBezTo>
                  <a:close/>
                  <a:moveTo>
                    <a:pt x="10" y="30"/>
                  </a:moveTo>
                  <a:cubicBezTo>
                    <a:pt x="10" y="30"/>
                    <a:pt x="10" y="30"/>
                    <a:pt x="10" y="30"/>
                  </a:cubicBezTo>
                  <a:cubicBezTo>
                    <a:pt x="10" y="30"/>
                    <a:pt x="10" y="30"/>
                    <a:pt x="10" y="30"/>
                  </a:cubicBezTo>
                  <a:close/>
                  <a:moveTo>
                    <a:pt x="9" y="30"/>
                  </a:moveTo>
                  <a:cubicBezTo>
                    <a:pt x="9" y="30"/>
                    <a:pt x="9" y="30"/>
                    <a:pt x="9" y="30"/>
                  </a:cubicBezTo>
                  <a:cubicBezTo>
                    <a:pt x="9" y="30"/>
                    <a:pt x="9" y="30"/>
                    <a:pt x="9" y="30"/>
                  </a:cubicBezTo>
                  <a:close/>
                  <a:moveTo>
                    <a:pt x="9" y="31"/>
                  </a:moveTo>
                  <a:cubicBezTo>
                    <a:pt x="9" y="31"/>
                    <a:pt x="9" y="31"/>
                    <a:pt x="9" y="31"/>
                  </a:cubicBezTo>
                  <a:cubicBezTo>
                    <a:pt x="9" y="31"/>
                    <a:pt x="9" y="31"/>
                    <a:pt x="9" y="31"/>
                  </a:cubicBezTo>
                  <a:close/>
                  <a:moveTo>
                    <a:pt x="3" y="31"/>
                  </a:moveTo>
                  <a:cubicBezTo>
                    <a:pt x="3" y="31"/>
                    <a:pt x="3" y="31"/>
                    <a:pt x="3" y="31"/>
                  </a:cubicBezTo>
                  <a:cubicBezTo>
                    <a:pt x="3" y="31"/>
                    <a:pt x="3" y="31"/>
                    <a:pt x="3" y="31"/>
                  </a:cubicBezTo>
                  <a:close/>
                  <a:moveTo>
                    <a:pt x="3" y="31"/>
                  </a:moveTo>
                  <a:cubicBezTo>
                    <a:pt x="3" y="31"/>
                    <a:pt x="3" y="31"/>
                    <a:pt x="3" y="31"/>
                  </a:cubicBezTo>
                  <a:cubicBezTo>
                    <a:pt x="3" y="31"/>
                    <a:pt x="3" y="31"/>
                    <a:pt x="3" y="31"/>
                  </a:cubicBezTo>
                  <a:cubicBezTo>
                    <a:pt x="3" y="31"/>
                    <a:pt x="3" y="31"/>
                    <a:pt x="3" y="31"/>
                  </a:cubicBezTo>
                  <a:close/>
                  <a:moveTo>
                    <a:pt x="8" y="32"/>
                  </a:moveTo>
                  <a:cubicBezTo>
                    <a:pt x="8" y="32"/>
                    <a:pt x="8" y="32"/>
                    <a:pt x="8" y="32"/>
                  </a:cubicBezTo>
                  <a:cubicBezTo>
                    <a:pt x="8" y="32"/>
                    <a:pt x="8" y="32"/>
                    <a:pt x="8" y="32"/>
                  </a:cubicBezTo>
                  <a:close/>
                  <a:moveTo>
                    <a:pt x="8" y="32"/>
                  </a:moveTo>
                  <a:cubicBezTo>
                    <a:pt x="8" y="32"/>
                    <a:pt x="8" y="32"/>
                    <a:pt x="8" y="32"/>
                  </a:cubicBezTo>
                  <a:cubicBezTo>
                    <a:pt x="8" y="32"/>
                    <a:pt x="8" y="32"/>
                    <a:pt x="8" y="32"/>
                  </a:cubicBezTo>
                  <a:close/>
                  <a:moveTo>
                    <a:pt x="8" y="33"/>
                  </a:moveTo>
                  <a:cubicBezTo>
                    <a:pt x="8" y="33"/>
                    <a:pt x="8" y="33"/>
                    <a:pt x="8" y="33"/>
                  </a:cubicBezTo>
                  <a:cubicBezTo>
                    <a:pt x="8" y="33"/>
                    <a:pt x="8" y="33"/>
                    <a:pt x="8" y="33"/>
                  </a:cubicBezTo>
                  <a:close/>
                  <a:moveTo>
                    <a:pt x="7" y="52"/>
                  </a:moveTo>
                  <a:cubicBezTo>
                    <a:pt x="7" y="53"/>
                    <a:pt x="7" y="53"/>
                    <a:pt x="7" y="53"/>
                  </a:cubicBezTo>
                  <a:cubicBezTo>
                    <a:pt x="7" y="53"/>
                    <a:pt x="7" y="53"/>
                    <a:pt x="7" y="52"/>
                  </a:cubicBezTo>
                  <a:close/>
                  <a:moveTo>
                    <a:pt x="3" y="53"/>
                  </a:moveTo>
                  <a:cubicBezTo>
                    <a:pt x="3" y="53"/>
                    <a:pt x="3" y="53"/>
                    <a:pt x="3" y="53"/>
                  </a:cubicBezTo>
                  <a:cubicBezTo>
                    <a:pt x="3" y="53"/>
                    <a:pt x="3" y="53"/>
                    <a:pt x="3" y="53"/>
                  </a:cubicBezTo>
                  <a:close/>
                  <a:moveTo>
                    <a:pt x="9" y="73"/>
                  </a:moveTo>
                  <a:cubicBezTo>
                    <a:pt x="9" y="73"/>
                    <a:pt x="9" y="73"/>
                    <a:pt x="9" y="73"/>
                  </a:cubicBezTo>
                  <a:cubicBezTo>
                    <a:pt x="9" y="73"/>
                    <a:pt x="9" y="73"/>
                    <a:pt x="9" y="73"/>
                  </a:cubicBezTo>
                  <a:close/>
                  <a:moveTo>
                    <a:pt x="3" y="73"/>
                  </a:moveTo>
                  <a:cubicBezTo>
                    <a:pt x="3" y="73"/>
                    <a:pt x="3" y="73"/>
                    <a:pt x="4" y="73"/>
                  </a:cubicBezTo>
                  <a:cubicBezTo>
                    <a:pt x="3" y="73"/>
                    <a:pt x="3" y="73"/>
                    <a:pt x="3" y="73"/>
                  </a:cubicBezTo>
                  <a:close/>
                  <a:moveTo>
                    <a:pt x="3" y="74"/>
                  </a:moveTo>
                  <a:cubicBezTo>
                    <a:pt x="3" y="74"/>
                    <a:pt x="3" y="74"/>
                    <a:pt x="3" y="74"/>
                  </a:cubicBezTo>
                  <a:cubicBezTo>
                    <a:pt x="3" y="74"/>
                    <a:pt x="3" y="74"/>
                    <a:pt x="3" y="74"/>
                  </a:cubicBezTo>
                  <a:close/>
                  <a:moveTo>
                    <a:pt x="9" y="74"/>
                  </a:moveTo>
                  <a:cubicBezTo>
                    <a:pt x="9" y="74"/>
                    <a:pt x="9" y="74"/>
                    <a:pt x="9" y="74"/>
                  </a:cubicBezTo>
                  <a:cubicBezTo>
                    <a:pt x="9" y="74"/>
                    <a:pt x="9" y="74"/>
                    <a:pt x="9" y="74"/>
                  </a:cubicBezTo>
                  <a:close/>
                  <a:moveTo>
                    <a:pt x="0" y="34"/>
                  </a:moveTo>
                  <a:cubicBezTo>
                    <a:pt x="0" y="34"/>
                    <a:pt x="0" y="34"/>
                    <a:pt x="0" y="34"/>
                  </a:cubicBezTo>
                  <a:cubicBezTo>
                    <a:pt x="0" y="34"/>
                    <a:pt x="0" y="34"/>
                    <a:pt x="0" y="34"/>
                  </a:cubicBezTo>
                  <a:close/>
                  <a:moveTo>
                    <a:pt x="3" y="42"/>
                  </a:moveTo>
                  <a:cubicBezTo>
                    <a:pt x="3" y="42"/>
                    <a:pt x="3" y="42"/>
                    <a:pt x="3" y="42"/>
                  </a:cubicBezTo>
                  <a:cubicBezTo>
                    <a:pt x="3" y="42"/>
                    <a:pt x="3" y="42"/>
                    <a:pt x="3" y="42"/>
                  </a:cubicBezTo>
                  <a:close/>
                  <a:moveTo>
                    <a:pt x="4" y="42"/>
                  </a:moveTo>
                  <a:cubicBezTo>
                    <a:pt x="4" y="42"/>
                    <a:pt x="4" y="42"/>
                    <a:pt x="4" y="42"/>
                  </a:cubicBezTo>
                  <a:cubicBezTo>
                    <a:pt x="4" y="42"/>
                    <a:pt x="4" y="42"/>
                    <a:pt x="4" y="42"/>
                  </a:cubicBezTo>
                  <a:close/>
                  <a:moveTo>
                    <a:pt x="3" y="53"/>
                  </a:moveTo>
                  <a:cubicBezTo>
                    <a:pt x="3" y="53"/>
                    <a:pt x="3" y="53"/>
                    <a:pt x="3" y="53"/>
                  </a:cubicBezTo>
                  <a:cubicBezTo>
                    <a:pt x="3" y="53"/>
                    <a:pt x="3" y="53"/>
                    <a:pt x="3" y="53"/>
                  </a:cubicBezTo>
                  <a:close/>
                  <a:moveTo>
                    <a:pt x="5" y="54"/>
                  </a:moveTo>
                  <a:cubicBezTo>
                    <a:pt x="5" y="54"/>
                    <a:pt x="5" y="54"/>
                    <a:pt x="5" y="54"/>
                  </a:cubicBezTo>
                  <a:cubicBezTo>
                    <a:pt x="5" y="54"/>
                    <a:pt x="5" y="54"/>
                    <a:pt x="5" y="54"/>
                  </a:cubicBezTo>
                  <a:close/>
                  <a:moveTo>
                    <a:pt x="5" y="54"/>
                  </a:moveTo>
                  <a:cubicBezTo>
                    <a:pt x="5" y="54"/>
                    <a:pt x="5" y="54"/>
                    <a:pt x="5" y="54"/>
                  </a:cubicBezTo>
                  <a:cubicBezTo>
                    <a:pt x="5" y="54"/>
                    <a:pt x="5" y="54"/>
                    <a:pt x="5" y="5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38" name="Malaysia">
              <a:extLst>
                <a:ext uri="{FF2B5EF4-FFF2-40B4-BE49-F238E27FC236}">
                  <a16:creationId xmlns:a16="http://schemas.microsoft.com/office/drawing/2014/main" id="{8624603F-7F4E-5CCA-89FC-44D068B2BEED}"/>
                </a:ext>
              </a:extLst>
            </p:cNvPr>
            <p:cNvSpPr>
              <a:spLocks noEditPoints="1"/>
            </p:cNvSpPr>
            <p:nvPr/>
          </p:nvSpPr>
          <p:spPr bwMode="auto">
            <a:xfrm>
              <a:off x="9114515" y="3757161"/>
              <a:ext cx="675334" cy="254844"/>
            </a:xfrm>
            <a:custGeom>
              <a:avLst/>
              <a:gdLst/>
              <a:ahLst/>
              <a:cxnLst>
                <a:cxn ang="0">
                  <a:pos x="181" y="26"/>
                </a:cxn>
                <a:cxn ang="0">
                  <a:pos x="185" y="33"/>
                </a:cxn>
                <a:cxn ang="0">
                  <a:pos x="175" y="34"/>
                </a:cxn>
                <a:cxn ang="0">
                  <a:pos x="164" y="34"/>
                </a:cxn>
                <a:cxn ang="0">
                  <a:pos x="157" y="35"/>
                </a:cxn>
                <a:cxn ang="0">
                  <a:pos x="156" y="44"/>
                </a:cxn>
                <a:cxn ang="0">
                  <a:pos x="153" y="48"/>
                </a:cxn>
                <a:cxn ang="0">
                  <a:pos x="149" y="56"/>
                </a:cxn>
                <a:cxn ang="0">
                  <a:pos x="144" y="65"/>
                </a:cxn>
                <a:cxn ang="0">
                  <a:pos x="133" y="66"/>
                </a:cxn>
                <a:cxn ang="0">
                  <a:pos x="124" y="65"/>
                </a:cxn>
                <a:cxn ang="0">
                  <a:pos x="117" y="71"/>
                </a:cxn>
                <a:cxn ang="0">
                  <a:pos x="107" y="71"/>
                </a:cxn>
                <a:cxn ang="0">
                  <a:pos x="99" y="64"/>
                </a:cxn>
                <a:cxn ang="0">
                  <a:pos x="103" y="63"/>
                </a:cxn>
                <a:cxn ang="0">
                  <a:pos x="107" y="64"/>
                </a:cxn>
                <a:cxn ang="0">
                  <a:pos x="115" y="66"/>
                </a:cxn>
                <a:cxn ang="0">
                  <a:pos x="113" y="62"/>
                </a:cxn>
                <a:cxn ang="0">
                  <a:pos x="114" y="58"/>
                </a:cxn>
                <a:cxn ang="0">
                  <a:pos x="116" y="54"/>
                </a:cxn>
                <a:cxn ang="0">
                  <a:pos x="131" y="46"/>
                </a:cxn>
                <a:cxn ang="0">
                  <a:pos x="140" y="31"/>
                </a:cxn>
                <a:cxn ang="0">
                  <a:pos x="148" y="34"/>
                </a:cxn>
                <a:cxn ang="0">
                  <a:pos x="150" y="32"/>
                </a:cxn>
                <a:cxn ang="0">
                  <a:pos x="151" y="27"/>
                </a:cxn>
                <a:cxn ang="0">
                  <a:pos x="153" y="23"/>
                </a:cxn>
                <a:cxn ang="0">
                  <a:pos x="159" y="17"/>
                </a:cxn>
                <a:cxn ang="0">
                  <a:pos x="163" y="9"/>
                </a:cxn>
                <a:cxn ang="0">
                  <a:pos x="168" y="6"/>
                </a:cxn>
                <a:cxn ang="0">
                  <a:pos x="173" y="8"/>
                </a:cxn>
                <a:cxn ang="0">
                  <a:pos x="174" y="15"/>
                </a:cxn>
                <a:cxn ang="0">
                  <a:pos x="179" y="19"/>
                </a:cxn>
                <a:cxn ang="0">
                  <a:pos x="185" y="20"/>
                </a:cxn>
                <a:cxn ang="0">
                  <a:pos x="45" y="61"/>
                </a:cxn>
                <a:cxn ang="0">
                  <a:pos x="37" y="40"/>
                </a:cxn>
                <a:cxn ang="0">
                  <a:pos x="36" y="26"/>
                </a:cxn>
                <a:cxn ang="0">
                  <a:pos x="27" y="15"/>
                </a:cxn>
                <a:cxn ang="0">
                  <a:pos x="21" y="18"/>
                </a:cxn>
                <a:cxn ang="0">
                  <a:pos x="14" y="18"/>
                </a:cxn>
                <a:cxn ang="0">
                  <a:pos x="11" y="11"/>
                </a:cxn>
                <a:cxn ang="0">
                  <a:pos x="6" y="8"/>
                </a:cxn>
                <a:cxn ang="0">
                  <a:pos x="7" y="21"/>
                </a:cxn>
                <a:cxn ang="0">
                  <a:pos x="9" y="28"/>
                </a:cxn>
                <a:cxn ang="0">
                  <a:pos x="10" y="35"/>
                </a:cxn>
                <a:cxn ang="0">
                  <a:pos x="13" y="40"/>
                </a:cxn>
                <a:cxn ang="0">
                  <a:pos x="17" y="50"/>
                </a:cxn>
                <a:cxn ang="0">
                  <a:pos x="27" y="57"/>
                </a:cxn>
                <a:cxn ang="0">
                  <a:pos x="37" y="64"/>
                </a:cxn>
                <a:cxn ang="0">
                  <a:pos x="45" y="64"/>
                </a:cxn>
                <a:cxn ang="0">
                  <a:pos x="2" y="12"/>
                </a:cxn>
                <a:cxn ang="0">
                  <a:pos x="1" y="11"/>
                </a:cxn>
                <a:cxn ang="0">
                  <a:pos x="1" y="11"/>
                </a:cxn>
                <a:cxn ang="0">
                  <a:pos x="151" y="23"/>
                </a:cxn>
                <a:cxn ang="0">
                  <a:pos x="170" y="2"/>
                </a:cxn>
                <a:cxn ang="0">
                  <a:pos x="172" y="7"/>
                </a:cxn>
                <a:cxn ang="0">
                  <a:pos x="6" y="21"/>
                </a:cxn>
                <a:cxn ang="0">
                  <a:pos x="115" y="53"/>
                </a:cxn>
              </a:cxnLst>
              <a:rect l="0" t="0" r="r" b="b"/>
              <a:pathLst>
                <a:path w="191" h="72">
                  <a:moveTo>
                    <a:pt x="190" y="24"/>
                  </a:moveTo>
                  <a:cubicBezTo>
                    <a:pt x="190" y="25"/>
                    <a:pt x="190" y="25"/>
                    <a:pt x="189" y="25"/>
                  </a:cubicBezTo>
                  <a:cubicBezTo>
                    <a:pt x="188" y="26"/>
                    <a:pt x="187" y="26"/>
                    <a:pt x="187" y="26"/>
                  </a:cubicBezTo>
                  <a:cubicBezTo>
                    <a:pt x="186" y="27"/>
                    <a:pt x="185" y="27"/>
                    <a:pt x="185" y="27"/>
                  </a:cubicBezTo>
                  <a:cubicBezTo>
                    <a:pt x="184" y="27"/>
                    <a:pt x="183" y="27"/>
                    <a:pt x="183" y="27"/>
                  </a:cubicBezTo>
                  <a:cubicBezTo>
                    <a:pt x="183" y="26"/>
                    <a:pt x="183" y="26"/>
                    <a:pt x="182" y="26"/>
                  </a:cubicBezTo>
                  <a:cubicBezTo>
                    <a:pt x="182" y="26"/>
                    <a:pt x="181" y="26"/>
                    <a:pt x="181" y="26"/>
                  </a:cubicBezTo>
                  <a:cubicBezTo>
                    <a:pt x="181" y="27"/>
                    <a:pt x="181" y="26"/>
                    <a:pt x="181" y="27"/>
                  </a:cubicBezTo>
                  <a:cubicBezTo>
                    <a:pt x="180" y="27"/>
                    <a:pt x="180" y="28"/>
                    <a:pt x="180" y="28"/>
                  </a:cubicBezTo>
                  <a:cubicBezTo>
                    <a:pt x="180" y="29"/>
                    <a:pt x="181" y="29"/>
                    <a:pt x="181" y="30"/>
                  </a:cubicBezTo>
                  <a:cubicBezTo>
                    <a:pt x="182" y="30"/>
                    <a:pt x="182" y="31"/>
                    <a:pt x="183" y="31"/>
                  </a:cubicBezTo>
                  <a:cubicBezTo>
                    <a:pt x="183" y="31"/>
                    <a:pt x="183" y="31"/>
                    <a:pt x="183" y="31"/>
                  </a:cubicBezTo>
                  <a:cubicBezTo>
                    <a:pt x="183" y="32"/>
                    <a:pt x="184" y="32"/>
                    <a:pt x="184" y="32"/>
                  </a:cubicBezTo>
                  <a:cubicBezTo>
                    <a:pt x="184" y="32"/>
                    <a:pt x="185" y="32"/>
                    <a:pt x="185" y="33"/>
                  </a:cubicBezTo>
                  <a:cubicBezTo>
                    <a:pt x="185" y="33"/>
                    <a:pt x="185" y="33"/>
                    <a:pt x="185" y="33"/>
                  </a:cubicBezTo>
                  <a:cubicBezTo>
                    <a:pt x="184" y="33"/>
                    <a:pt x="184" y="33"/>
                    <a:pt x="184" y="33"/>
                  </a:cubicBezTo>
                  <a:cubicBezTo>
                    <a:pt x="183" y="34"/>
                    <a:pt x="182" y="33"/>
                    <a:pt x="181" y="34"/>
                  </a:cubicBezTo>
                  <a:cubicBezTo>
                    <a:pt x="180" y="34"/>
                    <a:pt x="179" y="35"/>
                    <a:pt x="177" y="34"/>
                  </a:cubicBezTo>
                  <a:cubicBezTo>
                    <a:pt x="177" y="34"/>
                    <a:pt x="176" y="34"/>
                    <a:pt x="176" y="33"/>
                  </a:cubicBezTo>
                  <a:cubicBezTo>
                    <a:pt x="175" y="33"/>
                    <a:pt x="175" y="32"/>
                    <a:pt x="175" y="33"/>
                  </a:cubicBezTo>
                  <a:cubicBezTo>
                    <a:pt x="175" y="34"/>
                    <a:pt x="176" y="34"/>
                    <a:pt x="175" y="34"/>
                  </a:cubicBezTo>
                  <a:cubicBezTo>
                    <a:pt x="175" y="34"/>
                    <a:pt x="175" y="35"/>
                    <a:pt x="175" y="35"/>
                  </a:cubicBezTo>
                  <a:cubicBezTo>
                    <a:pt x="174" y="36"/>
                    <a:pt x="174" y="35"/>
                    <a:pt x="173" y="35"/>
                  </a:cubicBezTo>
                  <a:cubicBezTo>
                    <a:pt x="172" y="34"/>
                    <a:pt x="171" y="33"/>
                    <a:pt x="171" y="33"/>
                  </a:cubicBezTo>
                  <a:cubicBezTo>
                    <a:pt x="170" y="34"/>
                    <a:pt x="169" y="34"/>
                    <a:pt x="168" y="34"/>
                  </a:cubicBezTo>
                  <a:cubicBezTo>
                    <a:pt x="167" y="34"/>
                    <a:pt x="167" y="33"/>
                    <a:pt x="166" y="33"/>
                  </a:cubicBezTo>
                  <a:cubicBezTo>
                    <a:pt x="166" y="33"/>
                    <a:pt x="166" y="34"/>
                    <a:pt x="165" y="33"/>
                  </a:cubicBezTo>
                  <a:cubicBezTo>
                    <a:pt x="164" y="33"/>
                    <a:pt x="165" y="34"/>
                    <a:pt x="164" y="34"/>
                  </a:cubicBezTo>
                  <a:cubicBezTo>
                    <a:pt x="163" y="34"/>
                    <a:pt x="163" y="33"/>
                    <a:pt x="163" y="33"/>
                  </a:cubicBezTo>
                  <a:cubicBezTo>
                    <a:pt x="163" y="33"/>
                    <a:pt x="162" y="33"/>
                    <a:pt x="162" y="33"/>
                  </a:cubicBezTo>
                  <a:cubicBezTo>
                    <a:pt x="161" y="33"/>
                    <a:pt x="161" y="33"/>
                    <a:pt x="160" y="34"/>
                  </a:cubicBezTo>
                  <a:cubicBezTo>
                    <a:pt x="160" y="34"/>
                    <a:pt x="160" y="34"/>
                    <a:pt x="159" y="34"/>
                  </a:cubicBezTo>
                  <a:cubicBezTo>
                    <a:pt x="159" y="34"/>
                    <a:pt x="159" y="34"/>
                    <a:pt x="158" y="33"/>
                  </a:cubicBezTo>
                  <a:cubicBezTo>
                    <a:pt x="158" y="33"/>
                    <a:pt x="158" y="34"/>
                    <a:pt x="158" y="34"/>
                  </a:cubicBezTo>
                  <a:cubicBezTo>
                    <a:pt x="157" y="35"/>
                    <a:pt x="157" y="34"/>
                    <a:pt x="157" y="35"/>
                  </a:cubicBezTo>
                  <a:cubicBezTo>
                    <a:pt x="157" y="35"/>
                    <a:pt x="156" y="36"/>
                    <a:pt x="156" y="36"/>
                  </a:cubicBezTo>
                  <a:cubicBezTo>
                    <a:pt x="156" y="36"/>
                    <a:pt x="156" y="37"/>
                    <a:pt x="156" y="37"/>
                  </a:cubicBezTo>
                  <a:cubicBezTo>
                    <a:pt x="156" y="38"/>
                    <a:pt x="155" y="38"/>
                    <a:pt x="155" y="38"/>
                  </a:cubicBezTo>
                  <a:cubicBezTo>
                    <a:pt x="156" y="39"/>
                    <a:pt x="156" y="39"/>
                    <a:pt x="156" y="39"/>
                  </a:cubicBezTo>
                  <a:cubicBezTo>
                    <a:pt x="156" y="40"/>
                    <a:pt x="156" y="40"/>
                    <a:pt x="156" y="41"/>
                  </a:cubicBezTo>
                  <a:cubicBezTo>
                    <a:pt x="156" y="41"/>
                    <a:pt x="156" y="43"/>
                    <a:pt x="156" y="44"/>
                  </a:cubicBezTo>
                  <a:cubicBezTo>
                    <a:pt x="156" y="44"/>
                    <a:pt x="156" y="44"/>
                    <a:pt x="156" y="44"/>
                  </a:cubicBezTo>
                  <a:cubicBezTo>
                    <a:pt x="156" y="44"/>
                    <a:pt x="155" y="44"/>
                    <a:pt x="155" y="44"/>
                  </a:cubicBezTo>
                  <a:cubicBezTo>
                    <a:pt x="155" y="45"/>
                    <a:pt x="155" y="45"/>
                    <a:pt x="155" y="46"/>
                  </a:cubicBezTo>
                  <a:cubicBezTo>
                    <a:pt x="155" y="46"/>
                    <a:pt x="155" y="46"/>
                    <a:pt x="155" y="46"/>
                  </a:cubicBezTo>
                  <a:cubicBezTo>
                    <a:pt x="155" y="46"/>
                    <a:pt x="155" y="46"/>
                    <a:pt x="155" y="46"/>
                  </a:cubicBezTo>
                  <a:cubicBezTo>
                    <a:pt x="155" y="47"/>
                    <a:pt x="155" y="47"/>
                    <a:pt x="155" y="48"/>
                  </a:cubicBezTo>
                  <a:cubicBezTo>
                    <a:pt x="155" y="48"/>
                    <a:pt x="154" y="48"/>
                    <a:pt x="154" y="48"/>
                  </a:cubicBezTo>
                  <a:cubicBezTo>
                    <a:pt x="154" y="48"/>
                    <a:pt x="153" y="48"/>
                    <a:pt x="153" y="48"/>
                  </a:cubicBezTo>
                  <a:cubicBezTo>
                    <a:pt x="152" y="48"/>
                    <a:pt x="152" y="50"/>
                    <a:pt x="151" y="50"/>
                  </a:cubicBezTo>
                  <a:cubicBezTo>
                    <a:pt x="152" y="51"/>
                    <a:pt x="150" y="52"/>
                    <a:pt x="151" y="53"/>
                  </a:cubicBezTo>
                  <a:cubicBezTo>
                    <a:pt x="152" y="53"/>
                    <a:pt x="152" y="53"/>
                    <a:pt x="152" y="53"/>
                  </a:cubicBezTo>
                  <a:cubicBezTo>
                    <a:pt x="152" y="53"/>
                    <a:pt x="152" y="53"/>
                    <a:pt x="153" y="53"/>
                  </a:cubicBezTo>
                  <a:cubicBezTo>
                    <a:pt x="153" y="54"/>
                    <a:pt x="151" y="54"/>
                    <a:pt x="151" y="55"/>
                  </a:cubicBezTo>
                  <a:cubicBezTo>
                    <a:pt x="151" y="55"/>
                    <a:pt x="150" y="55"/>
                    <a:pt x="150" y="55"/>
                  </a:cubicBezTo>
                  <a:cubicBezTo>
                    <a:pt x="150" y="56"/>
                    <a:pt x="150" y="56"/>
                    <a:pt x="149" y="56"/>
                  </a:cubicBezTo>
                  <a:cubicBezTo>
                    <a:pt x="149" y="56"/>
                    <a:pt x="148" y="57"/>
                    <a:pt x="148" y="57"/>
                  </a:cubicBezTo>
                  <a:cubicBezTo>
                    <a:pt x="148" y="58"/>
                    <a:pt x="148" y="59"/>
                    <a:pt x="149" y="59"/>
                  </a:cubicBezTo>
                  <a:cubicBezTo>
                    <a:pt x="150" y="58"/>
                    <a:pt x="149" y="61"/>
                    <a:pt x="148" y="61"/>
                  </a:cubicBezTo>
                  <a:cubicBezTo>
                    <a:pt x="148" y="61"/>
                    <a:pt x="148" y="61"/>
                    <a:pt x="148" y="62"/>
                  </a:cubicBezTo>
                  <a:cubicBezTo>
                    <a:pt x="148" y="63"/>
                    <a:pt x="147" y="63"/>
                    <a:pt x="147" y="64"/>
                  </a:cubicBezTo>
                  <a:cubicBezTo>
                    <a:pt x="146" y="64"/>
                    <a:pt x="147" y="66"/>
                    <a:pt x="146" y="65"/>
                  </a:cubicBezTo>
                  <a:cubicBezTo>
                    <a:pt x="145" y="65"/>
                    <a:pt x="145" y="65"/>
                    <a:pt x="144" y="65"/>
                  </a:cubicBezTo>
                  <a:cubicBezTo>
                    <a:pt x="144" y="65"/>
                    <a:pt x="143" y="66"/>
                    <a:pt x="142" y="65"/>
                  </a:cubicBezTo>
                  <a:cubicBezTo>
                    <a:pt x="142" y="65"/>
                    <a:pt x="141" y="65"/>
                    <a:pt x="141" y="65"/>
                  </a:cubicBezTo>
                  <a:cubicBezTo>
                    <a:pt x="140" y="65"/>
                    <a:pt x="140" y="66"/>
                    <a:pt x="139" y="66"/>
                  </a:cubicBezTo>
                  <a:cubicBezTo>
                    <a:pt x="139" y="67"/>
                    <a:pt x="138" y="68"/>
                    <a:pt x="138" y="68"/>
                  </a:cubicBezTo>
                  <a:cubicBezTo>
                    <a:pt x="137" y="68"/>
                    <a:pt x="137" y="67"/>
                    <a:pt x="136" y="67"/>
                  </a:cubicBezTo>
                  <a:cubicBezTo>
                    <a:pt x="136" y="67"/>
                    <a:pt x="136" y="67"/>
                    <a:pt x="135" y="67"/>
                  </a:cubicBezTo>
                  <a:cubicBezTo>
                    <a:pt x="134" y="66"/>
                    <a:pt x="134" y="66"/>
                    <a:pt x="133" y="66"/>
                  </a:cubicBezTo>
                  <a:cubicBezTo>
                    <a:pt x="133" y="66"/>
                    <a:pt x="132" y="66"/>
                    <a:pt x="132" y="66"/>
                  </a:cubicBezTo>
                  <a:cubicBezTo>
                    <a:pt x="132" y="66"/>
                    <a:pt x="131" y="66"/>
                    <a:pt x="131" y="65"/>
                  </a:cubicBezTo>
                  <a:cubicBezTo>
                    <a:pt x="132" y="65"/>
                    <a:pt x="132" y="64"/>
                    <a:pt x="131" y="64"/>
                  </a:cubicBezTo>
                  <a:cubicBezTo>
                    <a:pt x="130" y="64"/>
                    <a:pt x="130" y="64"/>
                    <a:pt x="130" y="64"/>
                  </a:cubicBezTo>
                  <a:cubicBezTo>
                    <a:pt x="129" y="64"/>
                    <a:pt x="128" y="64"/>
                    <a:pt x="128" y="64"/>
                  </a:cubicBezTo>
                  <a:cubicBezTo>
                    <a:pt x="127" y="64"/>
                    <a:pt x="126" y="64"/>
                    <a:pt x="125" y="65"/>
                  </a:cubicBezTo>
                  <a:cubicBezTo>
                    <a:pt x="125" y="65"/>
                    <a:pt x="124" y="65"/>
                    <a:pt x="124" y="65"/>
                  </a:cubicBezTo>
                  <a:cubicBezTo>
                    <a:pt x="123" y="66"/>
                    <a:pt x="124" y="66"/>
                    <a:pt x="124" y="66"/>
                  </a:cubicBezTo>
                  <a:cubicBezTo>
                    <a:pt x="124" y="67"/>
                    <a:pt x="123" y="67"/>
                    <a:pt x="123" y="67"/>
                  </a:cubicBezTo>
                  <a:cubicBezTo>
                    <a:pt x="123" y="68"/>
                    <a:pt x="123" y="68"/>
                    <a:pt x="123" y="68"/>
                  </a:cubicBezTo>
                  <a:cubicBezTo>
                    <a:pt x="123" y="69"/>
                    <a:pt x="122" y="69"/>
                    <a:pt x="121" y="69"/>
                  </a:cubicBezTo>
                  <a:cubicBezTo>
                    <a:pt x="121" y="69"/>
                    <a:pt x="121" y="70"/>
                    <a:pt x="120" y="70"/>
                  </a:cubicBezTo>
                  <a:cubicBezTo>
                    <a:pt x="119" y="71"/>
                    <a:pt x="119" y="70"/>
                    <a:pt x="118" y="70"/>
                  </a:cubicBezTo>
                  <a:cubicBezTo>
                    <a:pt x="118" y="70"/>
                    <a:pt x="117" y="70"/>
                    <a:pt x="117" y="71"/>
                  </a:cubicBezTo>
                  <a:cubicBezTo>
                    <a:pt x="117" y="71"/>
                    <a:pt x="117" y="70"/>
                    <a:pt x="117" y="70"/>
                  </a:cubicBezTo>
                  <a:cubicBezTo>
                    <a:pt x="116" y="70"/>
                    <a:pt x="115" y="70"/>
                    <a:pt x="114" y="69"/>
                  </a:cubicBezTo>
                  <a:cubicBezTo>
                    <a:pt x="113" y="69"/>
                    <a:pt x="112" y="70"/>
                    <a:pt x="112" y="70"/>
                  </a:cubicBezTo>
                  <a:cubicBezTo>
                    <a:pt x="111" y="70"/>
                    <a:pt x="111" y="71"/>
                    <a:pt x="110" y="71"/>
                  </a:cubicBezTo>
                  <a:cubicBezTo>
                    <a:pt x="110" y="71"/>
                    <a:pt x="109" y="72"/>
                    <a:pt x="109" y="72"/>
                  </a:cubicBezTo>
                  <a:cubicBezTo>
                    <a:pt x="108" y="71"/>
                    <a:pt x="108" y="72"/>
                    <a:pt x="108" y="72"/>
                  </a:cubicBezTo>
                  <a:cubicBezTo>
                    <a:pt x="108" y="72"/>
                    <a:pt x="107" y="72"/>
                    <a:pt x="107" y="71"/>
                  </a:cubicBezTo>
                  <a:cubicBezTo>
                    <a:pt x="106" y="71"/>
                    <a:pt x="106" y="70"/>
                    <a:pt x="105" y="70"/>
                  </a:cubicBezTo>
                  <a:cubicBezTo>
                    <a:pt x="105" y="70"/>
                    <a:pt x="104" y="69"/>
                    <a:pt x="104" y="68"/>
                  </a:cubicBezTo>
                  <a:cubicBezTo>
                    <a:pt x="104" y="68"/>
                    <a:pt x="104" y="68"/>
                    <a:pt x="103" y="68"/>
                  </a:cubicBezTo>
                  <a:cubicBezTo>
                    <a:pt x="103" y="68"/>
                    <a:pt x="102" y="67"/>
                    <a:pt x="102" y="67"/>
                  </a:cubicBezTo>
                  <a:cubicBezTo>
                    <a:pt x="102" y="67"/>
                    <a:pt x="102" y="66"/>
                    <a:pt x="102" y="66"/>
                  </a:cubicBezTo>
                  <a:cubicBezTo>
                    <a:pt x="101" y="66"/>
                    <a:pt x="101" y="66"/>
                    <a:pt x="101" y="66"/>
                  </a:cubicBezTo>
                  <a:cubicBezTo>
                    <a:pt x="100" y="65"/>
                    <a:pt x="100" y="65"/>
                    <a:pt x="99" y="64"/>
                  </a:cubicBezTo>
                  <a:cubicBezTo>
                    <a:pt x="99" y="63"/>
                    <a:pt x="99" y="63"/>
                    <a:pt x="99" y="62"/>
                  </a:cubicBezTo>
                  <a:cubicBezTo>
                    <a:pt x="99" y="61"/>
                    <a:pt x="98" y="62"/>
                    <a:pt x="98" y="61"/>
                  </a:cubicBezTo>
                  <a:cubicBezTo>
                    <a:pt x="98" y="60"/>
                    <a:pt x="98" y="60"/>
                    <a:pt x="98" y="60"/>
                  </a:cubicBezTo>
                  <a:cubicBezTo>
                    <a:pt x="98" y="59"/>
                    <a:pt x="98" y="59"/>
                    <a:pt x="99" y="58"/>
                  </a:cubicBezTo>
                  <a:cubicBezTo>
                    <a:pt x="99" y="59"/>
                    <a:pt x="99" y="60"/>
                    <a:pt x="99" y="60"/>
                  </a:cubicBezTo>
                  <a:cubicBezTo>
                    <a:pt x="99" y="61"/>
                    <a:pt x="100" y="61"/>
                    <a:pt x="101" y="62"/>
                  </a:cubicBezTo>
                  <a:cubicBezTo>
                    <a:pt x="101" y="63"/>
                    <a:pt x="102" y="63"/>
                    <a:pt x="103" y="63"/>
                  </a:cubicBezTo>
                  <a:cubicBezTo>
                    <a:pt x="103" y="63"/>
                    <a:pt x="104" y="63"/>
                    <a:pt x="104" y="63"/>
                  </a:cubicBezTo>
                  <a:cubicBezTo>
                    <a:pt x="104" y="63"/>
                    <a:pt x="104" y="62"/>
                    <a:pt x="105" y="63"/>
                  </a:cubicBezTo>
                  <a:cubicBezTo>
                    <a:pt x="105" y="63"/>
                    <a:pt x="105" y="63"/>
                    <a:pt x="105" y="62"/>
                  </a:cubicBezTo>
                  <a:cubicBezTo>
                    <a:pt x="105" y="62"/>
                    <a:pt x="105" y="61"/>
                    <a:pt x="106" y="62"/>
                  </a:cubicBezTo>
                  <a:cubicBezTo>
                    <a:pt x="106" y="63"/>
                    <a:pt x="106" y="62"/>
                    <a:pt x="107" y="62"/>
                  </a:cubicBezTo>
                  <a:cubicBezTo>
                    <a:pt x="107" y="62"/>
                    <a:pt x="107" y="63"/>
                    <a:pt x="107" y="63"/>
                  </a:cubicBezTo>
                  <a:cubicBezTo>
                    <a:pt x="107" y="63"/>
                    <a:pt x="107" y="63"/>
                    <a:pt x="107" y="64"/>
                  </a:cubicBezTo>
                  <a:cubicBezTo>
                    <a:pt x="107" y="64"/>
                    <a:pt x="108" y="64"/>
                    <a:pt x="108" y="64"/>
                  </a:cubicBezTo>
                  <a:cubicBezTo>
                    <a:pt x="109" y="64"/>
                    <a:pt x="109" y="64"/>
                    <a:pt x="109" y="65"/>
                  </a:cubicBezTo>
                  <a:cubicBezTo>
                    <a:pt x="110" y="66"/>
                    <a:pt x="109" y="65"/>
                    <a:pt x="110" y="64"/>
                  </a:cubicBezTo>
                  <a:cubicBezTo>
                    <a:pt x="110" y="64"/>
                    <a:pt x="111" y="65"/>
                    <a:pt x="111" y="65"/>
                  </a:cubicBezTo>
                  <a:cubicBezTo>
                    <a:pt x="112" y="65"/>
                    <a:pt x="113" y="66"/>
                    <a:pt x="113" y="66"/>
                  </a:cubicBezTo>
                  <a:cubicBezTo>
                    <a:pt x="114" y="66"/>
                    <a:pt x="114" y="66"/>
                    <a:pt x="114" y="66"/>
                  </a:cubicBezTo>
                  <a:cubicBezTo>
                    <a:pt x="115" y="66"/>
                    <a:pt x="115" y="67"/>
                    <a:pt x="115" y="66"/>
                  </a:cubicBezTo>
                  <a:cubicBezTo>
                    <a:pt x="115" y="66"/>
                    <a:pt x="115" y="65"/>
                    <a:pt x="114" y="66"/>
                  </a:cubicBezTo>
                  <a:cubicBezTo>
                    <a:pt x="113" y="66"/>
                    <a:pt x="112" y="65"/>
                    <a:pt x="112" y="65"/>
                  </a:cubicBezTo>
                  <a:cubicBezTo>
                    <a:pt x="112" y="64"/>
                    <a:pt x="112" y="63"/>
                    <a:pt x="112" y="63"/>
                  </a:cubicBezTo>
                  <a:cubicBezTo>
                    <a:pt x="113" y="63"/>
                    <a:pt x="114" y="63"/>
                    <a:pt x="114" y="63"/>
                  </a:cubicBezTo>
                  <a:cubicBezTo>
                    <a:pt x="114" y="63"/>
                    <a:pt x="113" y="63"/>
                    <a:pt x="113" y="63"/>
                  </a:cubicBezTo>
                  <a:cubicBezTo>
                    <a:pt x="113" y="62"/>
                    <a:pt x="113" y="62"/>
                    <a:pt x="113" y="62"/>
                  </a:cubicBezTo>
                  <a:cubicBezTo>
                    <a:pt x="113" y="62"/>
                    <a:pt x="113" y="62"/>
                    <a:pt x="113" y="62"/>
                  </a:cubicBezTo>
                  <a:cubicBezTo>
                    <a:pt x="113" y="61"/>
                    <a:pt x="113" y="61"/>
                    <a:pt x="113" y="61"/>
                  </a:cubicBezTo>
                  <a:cubicBezTo>
                    <a:pt x="113" y="60"/>
                    <a:pt x="113" y="60"/>
                    <a:pt x="113" y="60"/>
                  </a:cubicBezTo>
                  <a:cubicBezTo>
                    <a:pt x="114" y="59"/>
                    <a:pt x="114" y="58"/>
                    <a:pt x="114" y="59"/>
                  </a:cubicBezTo>
                  <a:cubicBezTo>
                    <a:pt x="114" y="58"/>
                    <a:pt x="114" y="58"/>
                    <a:pt x="115" y="58"/>
                  </a:cubicBezTo>
                  <a:cubicBezTo>
                    <a:pt x="115" y="58"/>
                    <a:pt x="115" y="58"/>
                    <a:pt x="115" y="57"/>
                  </a:cubicBezTo>
                  <a:cubicBezTo>
                    <a:pt x="115" y="57"/>
                    <a:pt x="115" y="58"/>
                    <a:pt x="115" y="58"/>
                  </a:cubicBezTo>
                  <a:cubicBezTo>
                    <a:pt x="115" y="58"/>
                    <a:pt x="115" y="58"/>
                    <a:pt x="114" y="58"/>
                  </a:cubicBezTo>
                  <a:cubicBezTo>
                    <a:pt x="114" y="58"/>
                    <a:pt x="114" y="58"/>
                    <a:pt x="114" y="58"/>
                  </a:cubicBezTo>
                  <a:cubicBezTo>
                    <a:pt x="113" y="58"/>
                    <a:pt x="114" y="57"/>
                    <a:pt x="114" y="57"/>
                  </a:cubicBezTo>
                  <a:cubicBezTo>
                    <a:pt x="114" y="56"/>
                    <a:pt x="113" y="57"/>
                    <a:pt x="113" y="56"/>
                  </a:cubicBezTo>
                  <a:cubicBezTo>
                    <a:pt x="114" y="56"/>
                    <a:pt x="114" y="55"/>
                    <a:pt x="114" y="55"/>
                  </a:cubicBezTo>
                  <a:cubicBezTo>
                    <a:pt x="114" y="55"/>
                    <a:pt x="115" y="55"/>
                    <a:pt x="115" y="55"/>
                  </a:cubicBezTo>
                  <a:cubicBezTo>
                    <a:pt x="115" y="56"/>
                    <a:pt x="116" y="55"/>
                    <a:pt x="116" y="55"/>
                  </a:cubicBezTo>
                  <a:cubicBezTo>
                    <a:pt x="116" y="55"/>
                    <a:pt x="116" y="55"/>
                    <a:pt x="116" y="54"/>
                  </a:cubicBezTo>
                  <a:cubicBezTo>
                    <a:pt x="116" y="54"/>
                    <a:pt x="116" y="54"/>
                    <a:pt x="117" y="54"/>
                  </a:cubicBezTo>
                  <a:cubicBezTo>
                    <a:pt x="114" y="53"/>
                    <a:pt x="117" y="50"/>
                    <a:pt x="118" y="50"/>
                  </a:cubicBezTo>
                  <a:cubicBezTo>
                    <a:pt x="119" y="49"/>
                    <a:pt x="121" y="50"/>
                    <a:pt x="122" y="49"/>
                  </a:cubicBezTo>
                  <a:cubicBezTo>
                    <a:pt x="122" y="49"/>
                    <a:pt x="123" y="49"/>
                    <a:pt x="123" y="49"/>
                  </a:cubicBezTo>
                  <a:cubicBezTo>
                    <a:pt x="124" y="49"/>
                    <a:pt x="125" y="48"/>
                    <a:pt x="127" y="48"/>
                  </a:cubicBezTo>
                  <a:cubicBezTo>
                    <a:pt x="128" y="48"/>
                    <a:pt x="129" y="47"/>
                    <a:pt x="130" y="47"/>
                  </a:cubicBezTo>
                  <a:cubicBezTo>
                    <a:pt x="130" y="47"/>
                    <a:pt x="131" y="47"/>
                    <a:pt x="131" y="46"/>
                  </a:cubicBezTo>
                  <a:cubicBezTo>
                    <a:pt x="131" y="46"/>
                    <a:pt x="131" y="46"/>
                    <a:pt x="131" y="45"/>
                  </a:cubicBezTo>
                  <a:cubicBezTo>
                    <a:pt x="132" y="45"/>
                    <a:pt x="132" y="44"/>
                    <a:pt x="133" y="44"/>
                  </a:cubicBezTo>
                  <a:cubicBezTo>
                    <a:pt x="133" y="43"/>
                    <a:pt x="133" y="43"/>
                    <a:pt x="134" y="42"/>
                  </a:cubicBezTo>
                  <a:cubicBezTo>
                    <a:pt x="134" y="41"/>
                    <a:pt x="134" y="41"/>
                    <a:pt x="135" y="40"/>
                  </a:cubicBezTo>
                  <a:cubicBezTo>
                    <a:pt x="135" y="40"/>
                    <a:pt x="135" y="39"/>
                    <a:pt x="136" y="39"/>
                  </a:cubicBezTo>
                  <a:cubicBezTo>
                    <a:pt x="137" y="37"/>
                    <a:pt x="140" y="35"/>
                    <a:pt x="140" y="33"/>
                  </a:cubicBezTo>
                  <a:cubicBezTo>
                    <a:pt x="140" y="32"/>
                    <a:pt x="139" y="31"/>
                    <a:pt x="140" y="31"/>
                  </a:cubicBezTo>
                  <a:cubicBezTo>
                    <a:pt x="141" y="31"/>
                    <a:pt x="142" y="31"/>
                    <a:pt x="142" y="32"/>
                  </a:cubicBezTo>
                  <a:cubicBezTo>
                    <a:pt x="143" y="33"/>
                    <a:pt x="143" y="33"/>
                    <a:pt x="143" y="34"/>
                  </a:cubicBezTo>
                  <a:cubicBezTo>
                    <a:pt x="143" y="34"/>
                    <a:pt x="144" y="34"/>
                    <a:pt x="144" y="34"/>
                  </a:cubicBezTo>
                  <a:cubicBezTo>
                    <a:pt x="144" y="35"/>
                    <a:pt x="145" y="35"/>
                    <a:pt x="145" y="35"/>
                  </a:cubicBezTo>
                  <a:cubicBezTo>
                    <a:pt x="145" y="36"/>
                    <a:pt x="146" y="37"/>
                    <a:pt x="147" y="37"/>
                  </a:cubicBezTo>
                  <a:cubicBezTo>
                    <a:pt x="148" y="36"/>
                    <a:pt x="148" y="35"/>
                    <a:pt x="148" y="34"/>
                  </a:cubicBezTo>
                  <a:cubicBezTo>
                    <a:pt x="148" y="34"/>
                    <a:pt x="148" y="34"/>
                    <a:pt x="148" y="34"/>
                  </a:cubicBezTo>
                  <a:cubicBezTo>
                    <a:pt x="148" y="34"/>
                    <a:pt x="149" y="33"/>
                    <a:pt x="148" y="32"/>
                  </a:cubicBezTo>
                  <a:cubicBezTo>
                    <a:pt x="148" y="31"/>
                    <a:pt x="148" y="30"/>
                    <a:pt x="147" y="29"/>
                  </a:cubicBezTo>
                  <a:cubicBezTo>
                    <a:pt x="147" y="29"/>
                    <a:pt x="148" y="29"/>
                    <a:pt x="148" y="29"/>
                  </a:cubicBezTo>
                  <a:cubicBezTo>
                    <a:pt x="148" y="28"/>
                    <a:pt x="149" y="28"/>
                    <a:pt x="149" y="28"/>
                  </a:cubicBezTo>
                  <a:cubicBezTo>
                    <a:pt x="149" y="28"/>
                    <a:pt x="149" y="28"/>
                    <a:pt x="150" y="27"/>
                  </a:cubicBezTo>
                  <a:cubicBezTo>
                    <a:pt x="150" y="28"/>
                    <a:pt x="150" y="29"/>
                    <a:pt x="150" y="30"/>
                  </a:cubicBezTo>
                  <a:cubicBezTo>
                    <a:pt x="150" y="31"/>
                    <a:pt x="150" y="31"/>
                    <a:pt x="150" y="32"/>
                  </a:cubicBezTo>
                  <a:cubicBezTo>
                    <a:pt x="150" y="33"/>
                    <a:pt x="151" y="33"/>
                    <a:pt x="152" y="33"/>
                  </a:cubicBezTo>
                  <a:cubicBezTo>
                    <a:pt x="152" y="33"/>
                    <a:pt x="152" y="34"/>
                    <a:pt x="153" y="34"/>
                  </a:cubicBezTo>
                  <a:cubicBezTo>
                    <a:pt x="154" y="34"/>
                    <a:pt x="153" y="33"/>
                    <a:pt x="153" y="33"/>
                  </a:cubicBezTo>
                  <a:cubicBezTo>
                    <a:pt x="152" y="32"/>
                    <a:pt x="152" y="32"/>
                    <a:pt x="152" y="31"/>
                  </a:cubicBezTo>
                  <a:cubicBezTo>
                    <a:pt x="152" y="30"/>
                    <a:pt x="152" y="30"/>
                    <a:pt x="152" y="29"/>
                  </a:cubicBezTo>
                  <a:cubicBezTo>
                    <a:pt x="152" y="29"/>
                    <a:pt x="151" y="28"/>
                    <a:pt x="151" y="28"/>
                  </a:cubicBezTo>
                  <a:cubicBezTo>
                    <a:pt x="151" y="28"/>
                    <a:pt x="151" y="28"/>
                    <a:pt x="151" y="27"/>
                  </a:cubicBezTo>
                  <a:cubicBezTo>
                    <a:pt x="151" y="27"/>
                    <a:pt x="151" y="27"/>
                    <a:pt x="152" y="27"/>
                  </a:cubicBezTo>
                  <a:cubicBezTo>
                    <a:pt x="152" y="27"/>
                    <a:pt x="153" y="28"/>
                    <a:pt x="153" y="27"/>
                  </a:cubicBezTo>
                  <a:cubicBezTo>
                    <a:pt x="154" y="27"/>
                    <a:pt x="154" y="26"/>
                    <a:pt x="154" y="26"/>
                  </a:cubicBezTo>
                  <a:cubicBezTo>
                    <a:pt x="155" y="26"/>
                    <a:pt x="155" y="24"/>
                    <a:pt x="155" y="24"/>
                  </a:cubicBezTo>
                  <a:cubicBezTo>
                    <a:pt x="155" y="24"/>
                    <a:pt x="154" y="24"/>
                    <a:pt x="154" y="24"/>
                  </a:cubicBezTo>
                  <a:cubicBezTo>
                    <a:pt x="154" y="24"/>
                    <a:pt x="153" y="23"/>
                    <a:pt x="153" y="23"/>
                  </a:cubicBezTo>
                  <a:cubicBezTo>
                    <a:pt x="153" y="23"/>
                    <a:pt x="153" y="23"/>
                    <a:pt x="153" y="23"/>
                  </a:cubicBezTo>
                  <a:cubicBezTo>
                    <a:pt x="153" y="22"/>
                    <a:pt x="153" y="22"/>
                    <a:pt x="153" y="21"/>
                  </a:cubicBezTo>
                  <a:cubicBezTo>
                    <a:pt x="153" y="21"/>
                    <a:pt x="155" y="20"/>
                    <a:pt x="155" y="20"/>
                  </a:cubicBezTo>
                  <a:cubicBezTo>
                    <a:pt x="155" y="20"/>
                    <a:pt x="155" y="21"/>
                    <a:pt x="155" y="21"/>
                  </a:cubicBezTo>
                  <a:cubicBezTo>
                    <a:pt x="155" y="21"/>
                    <a:pt x="155" y="20"/>
                    <a:pt x="155" y="20"/>
                  </a:cubicBezTo>
                  <a:cubicBezTo>
                    <a:pt x="156" y="20"/>
                    <a:pt x="157" y="21"/>
                    <a:pt x="158" y="20"/>
                  </a:cubicBezTo>
                  <a:cubicBezTo>
                    <a:pt x="158" y="19"/>
                    <a:pt x="158" y="19"/>
                    <a:pt x="158" y="18"/>
                  </a:cubicBezTo>
                  <a:cubicBezTo>
                    <a:pt x="158" y="17"/>
                    <a:pt x="159" y="17"/>
                    <a:pt x="159" y="17"/>
                  </a:cubicBezTo>
                  <a:cubicBezTo>
                    <a:pt x="159" y="16"/>
                    <a:pt x="160" y="15"/>
                    <a:pt x="160" y="15"/>
                  </a:cubicBezTo>
                  <a:cubicBezTo>
                    <a:pt x="160" y="14"/>
                    <a:pt x="160" y="14"/>
                    <a:pt x="159" y="14"/>
                  </a:cubicBezTo>
                  <a:cubicBezTo>
                    <a:pt x="159" y="14"/>
                    <a:pt x="160" y="14"/>
                    <a:pt x="160" y="14"/>
                  </a:cubicBezTo>
                  <a:cubicBezTo>
                    <a:pt x="160" y="13"/>
                    <a:pt x="160" y="13"/>
                    <a:pt x="161" y="13"/>
                  </a:cubicBezTo>
                  <a:cubicBezTo>
                    <a:pt x="162" y="13"/>
                    <a:pt x="161" y="12"/>
                    <a:pt x="161" y="12"/>
                  </a:cubicBezTo>
                  <a:cubicBezTo>
                    <a:pt x="161" y="12"/>
                    <a:pt x="162" y="11"/>
                    <a:pt x="162" y="11"/>
                  </a:cubicBezTo>
                  <a:cubicBezTo>
                    <a:pt x="163" y="10"/>
                    <a:pt x="163" y="10"/>
                    <a:pt x="163" y="9"/>
                  </a:cubicBezTo>
                  <a:cubicBezTo>
                    <a:pt x="164" y="8"/>
                    <a:pt x="164" y="8"/>
                    <a:pt x="164" y="7"/>
                  </a:cubicBezTo>
                  <a:cubicBezTo>
                    <a:pt x="164" y="6"/>
                    <a:pt x="165" y="5"/>
                    <a:pt x="165" y="4"/>
                  </a:cubicBezTo>
                  <a:cubicBezTo>
                    <a:pt x="166" y="4"/>
                    <a:pt x="166" y="5"/>
                    <a:pt x="166" y="6"/>
                  </a:cubicBezTo>
                  <a:cubicBezTo>
                    <a:pt x="166" y="5"/>
                    <a:pt x="166" y="7"/>
                    <a:pt x="166" y="7"/>
                  </a:cubicBezTo>
                  <a:cubicBezTo>
                    <a:pt x="166" y="7"/>
                    <a:pt x="165" y="9"/>
                    <a:pt x="166" y="9"/>
                  </a:cubicBezTo>
                  <a:cubicBezTo>
                    <a:pt x="166" y="9"/>
                    <a:pt x="167" y="8"/>
                    <a:pt x="168" y="7"/>
                  </a:cubicBezTo>
                  <a:cubicBezTo>
                    <a:pt x="168" y="7"/>
                    <a:pt x="168" y="7"/>
                    <a:pt x="168" y="6"/>
                  </a:cubicBezTo>
                  <a:cubicBezTo>
                    <a:pt x="168" y="6"/>
                    <a:pt x="168" y="6"/>
                    <a:pt x="168" y="5"/>
                  </a:cubicBezTo>
                  <a:cubicBezTo>
                    <a:pt x="168" y="5"/>
                    <a:pt x="168" y="5"/>
                    <a:pt x="168" y="5"/>
                  </a:cubicBezTo>
                  <a:cubicBezTo>
                    <a:pt x="168" y="4"/>
                    <a:pt x="169" y="4"/>
                    <a:pt x="169" y="4"/>
                  </a:cubicBezTo>
                  <a:cubicBezTo>
                    <a:pt x="170" y="4"/>
                    <a:pt x="170" y="5"/>
                    <a:pt x="170" y="6"/>
                  </a:cubicBezTo>
                  <a:cubicBezTo>
                    <a:pt x="170" y="7"/>
                    <a:pt x="171" y="8"/>
                    <a:pt x="171" y="9"/>
                  </a:cubicBezTo>
                  <a:cubicBezTo>
                    <a:pt x="172" y="9"/>
                    <a:pt x="172" y="9"/>
                    <a:pt x="172" y="9"/>
                  </a:cubicBezTo>
                  <a:cubicBezTo>
                    <a:pt x="173" y="9"/>
                    <a:pt x="173" y="9"/>
                    <a:pt x="173" y="8"/>
                  </a:cubicBezTo>
                  <a:cubicBezTo>
                    <a:pt x="173" y="9"/>
                    <a:pt x="173" y="9"/>
                    <a:pt x="174" y="10"/>
                  </a:cubicBezTo>
                  <a:cubicBezTo>
                    <a:pt x="174" y="10"/>
                    <a:pt x="175" y="10"/>
                    <a:pt x="175" y="10"/>
                  </a:cubicBezTo>
                  <a:cubicBezTo>
                    <a:pt x="175" y="10"/>
                    <a:pt x="175" y="12"/>
                    <a:pt x="175" y="12"/>
                  </a:cubicBezTo>
                  <a:cubicBezTo>
                    <a:pt x="175" y="13"/>
                    <a:pt x="175" y="12"/>
                    <a:pt x="174" y="13"/>
                  </a:cubicBezTo>
                  <a:cubicBezTo>
                    <a:pt x="174" y="13"/>
                    <a:pt x="174" y="13"/>
                    <a:pt x="174" y="14"/>
                  </a:cubicBezTo>
                  <a:cubicBezTo>
                    <a:pt x="174" y="14"/>
                    <a:pt x="175" y="14"/>
                    <a:pt x="175" y="14"/>
                  </a:cubicBezTo>
                  <a:cubicBezTo>
                    <a:pt x="174" y="15"/>
                    <a:pt x="174" y="15"/>
                    <a:pt x="174" y="15"/>
                  </a:cubicBezTo>
                  <a:cubicBezTo>
                    <a:pt x="175" y="16"/>
                    <a:pt x="173" y="16"/>
                    <a:pt x="173" y="17"/>
                  </a:cubicBezTo>
                  <a:cubicBezTo>
                    <a:pt x="173" y="17"/>
                    <a:pt x="176" y="16"/>
                    <a:pt x="176" y="16"/>
                  </a:cubicBezTo>
                  <a:cubicBezTo>
                    <a:pt x="176" y="16"/>
                    <a:pt x="176" y="16"/>
                    <a:pt x="176" y="16"/>
                  </a:cubicBezTo>
                  <a:cubicBezTo>
                    <a:pt x="177" y="16"/>
                    <a:pt x="177" y="15"/>
                    <a:pt x="177" y="15"/>
                  </a:cubicBezTo>
                  <a:cubicBezTo>
                    <a:pt x="178" y="14"/>
                    <a:pt x="179" y="16"/>
                    <a:pt x="179" y="17"/>
                  </a:cubicBezTo>
                  <a:cubicBezTo>
                    <a:pt x="180" y="18"/>
                    <a:pt x="177" y="17"/>
                    <a:pt x="177" y="18"/>
                  </a:cubicBezTo>
                  <a:cubicBezTo>
                    <a:pt x="177" y="19"/>
                    <a:pt x="178" y="19"/>
                    <a:pt x="179" y="19"/>
                  </a:cubicBezTo>
                  <a:cubicBezTo>
                    <a:pt x="179" y="18"/>
                    <a:pt x="179" y="19"/>
                    <a:pt x="180" y="18"/>
                  </a:cubicBezTo>
                  <a:cubicBezTo>
                    <a:pt x="180" y="18"/>
                    <a:pt x="179" y="18"/>
                    <a:pt x="180" y="17"/>
                  </a:cubicBezTo>
                  <a:cubicBezTo>
                    <a:pt x="181" y="17"/>
                    <a:pt x="182" y="18"/>
                    <a:pt x="183" y="18"/>
                  </a:cubicBezTo>
                  <a:cubicBezTo>
                    <a:pt x="183" y="18"/>
                    <a:pt x="184" y="18"/>
                    <a:pt x="184" y="19"/>
                  </a:cubicBezTo>
                  <a:cubicBezTo>
                    <a:pt x="184" y="19"/>
                    <a:pt x="183" y="20"/>
                    <a:pt x="184" y="21"/>
                  </a:cubicBezTo>
                  <a:cubicBezTo>
                    <a:pt x="184" y="20"/>
                    <a:pt x="184" y="19"/>
                    <a:pt x="184" y="19"/>
                  </a:cubicBezTo>
                  <a:cubicBezTo>
                    <a:pt x="185" y="20"/>
                    <a:pt x="185" y="20"/>
                    <a:pt x="185" y="20"/>
                  </a:cubicBezTo>
                  <a:cubicBezTo>
                    <a:pt x="186" y="21"/>
                    <a:pt x="186" y="21"/>
                    <a:pt x="186" y="21"/>
                  </a:cubicBezTo>
                  <a:cubicBezTo>
                    <a:pt x="186" y="21"/>
                    <a:pt x="188" y="21"/>
                    <a:pt x="187" y="22"/>
                  </a:cubicBezTo>
                  <a:cubicBezTo>
                    <a:pt x="188" y="22"/>
                    <a:pt x="187" y="21"/>
                    <a:pt x="188" y="22"/>
                  </a:cubicBezTo>
                  <a:cubicBezTo>
                    <a:pt x="189" y="22"/>
                    <a:pt x="189" y="21"/>
                    <a:pt x="190" y="21"/>
                  </a:cubicBezTo>
                  <a:cubicBezTo>
                    <a:pt x="191" y="22"/>
                    <a:pt x="191" y="23"/>
                    <a:pt x="190" y="24"/>
                  </a:cubicBezTo>
                  <a:close/>
                  <a:moveTo>
                    <a:pt x="45" y="61"/>
                  </a:moveTo>
                  <a:cubicBezTo>
                    <a:pt x="45" y="61"/>
                    <a:pt x="45" y="61"/>
                    <a:pt x="45" y="61"/>
                  </a:cubicBezTo>
                  <a:cubicBezTo>
                    <a:pt x="45" y="60"/>
                    <a:pt x="45" y="59"/>
                    <a:pt x="44" y="59"/>
                  </a:cubicBezTo>
                  <a:cubicBezTo>
                    <a:pt x="44" y="57"/>
                    <a:pt x="43" y="56"/>
                    <a:pt x="42" y="55"/>
                  </a:cubicBezTo>
                  <a:cubicBezTo>
                    <a:pt x="42" y="54"/>
                    <a:pt x="42" y="52"/>
                    <a:pt x="41" y="52"/>
                  </a:cubicBezTo>
                  <a:cubicBezTo>
                    <a:pt x="40" y="52"/>
                    <a:pt x="39" y="51"/>
                    <a:pt x="38" y="50"/>
                  </a:cubicBezTo>
                  <a:cubicBezTo>
                    <a:pt x="38" y="48"/>
                    <a:pt x="38" y="47"/>
                    <a:pt x="38" y="45"/>
                  </a:cubicBezTo>
                  <a:cubicBezTo>
                    <a:pt x="38" y="44"/>
                    <a:pt x="39" y="43"/>
                    <a:pt x="38" y="42"/>
                  </a:cubicBezTo>
                  <a:cubicBezTo>
                    <a:pt x="37" y="41"/>
                    <a:pt x="37" y="41"/>
                    <a:pt x="37" y="40"/>
                  </a:cubicBezTo>
                  <a:cubicBezTo>
                    <a:pt x="37" y="39"/>
                    <a:pt x="37" y="39"/>
                    <a:pt x="37" y="38"/>
                  </a:cubicBezTo>
                  <a:cubicBezTo>
                    <a:pt x="37" y="38"/>
                    <a:pt x="38" y="38"/>
                    <a:pt x="38" y="37"/>
                  </a:cubicBezTo>
                  <a:cubicBezTo>
                    <a:pt x="37" y="36"/>
                    <a:pt x="37" y="36"/>
                    <a:pt x="38" y="35"/>
                  </a:cubicBezTo>
                  <a:cubicBezTo>
                    <a:pt x="38" y="34"/>
                    <a:pt x="38" y="34"/>
                    <a:pt x="38" y="33"/>
                  </a:cubicBezTo>
                  <a:cubicBezTo>
                    <a:pt x="38" y="32"/>
                    <a:pt x="38" y="31"/>
                    <a:pt x="38" y="30"/>
                  </a:cubicBezTo>
                  <a:cubicBezTo>
                    <a:pt x="38" y="30"/>
                    <a:pt x="38" y="29"/>
                    <a:pt x="37" y="28"/>
                  </a:cubicBezTo>
                  <a:cubicBezTo>
                    <a:pt x="37" y="28"/>
                    <a:pt x="36" y="27"/>
                    <a:pt x="36" y="26"/>
                  </a:cubicBezTo>
                  <a:cubicBezTo>
                    <a:pt x="35" y="25"/>
                    <a:pt x="35" y="24"/>
                    <a:pt x="34" y="23"/>
                  </a:cubicBezTo>
                  <a:cubicBezTo>
                    <a:pt x="34" y="22"/>
                    <a:pt x="34" y="22"/>
                    <a:pt x="33" y="21"/>
                  </a:cubicBezTo>
                  <a:cubicBezTo>
                    <a:pt x="33" y="21"/>
                    <a:pt x="32" y="20"/>
                    <a:pt x="31" y="20"/>
                  </a:cubicBezTo>
                  <a:cubicBezTo>
                    <a:pt x="31" y="20"/>
                    <a:pt x="30" y="19"/>
                    <a:pt x="29" y="18"/>
                  </a:cubicBezTo>
                  <a:cubicBezTo>
                    <a:pt x="29" y="18"/>
                    <a:pt x="29" y="18"/>
                    <a:pt x="29" y="17"/>
                  </a:cubicBezTo>
                  <a:cubicBezTo>
                    <a:pt x="29" y="17"/>
                    <a:pt x="28" y="17"/>
                    <a:pt x="28" y="17"/>
                  </a:cubicBezTo>
                  <a:cubicBezTo>
                    <a:pt x="27" y="16"/>
                    <a:pt x="27" y="15"/>
                    <a:pt x="27" y="15"/>
                  </a:cubicBezTo>
                  <a:cubicBezTo>
                    <a:pt x="27" y="14"/>
                    <a:pt x="25" y="12"/>
                    <a:pt x="24" y="13"/>
                  </a:cubicBezTo>
                  <a:cubicBezTo>
                    <a:pt x="25" y="13"/>
                    <a:pt x="25" y="13"/>
                    <a:pt x="25" y="13"/>
                  </a:cubicBezTo>
                  <a:cubicBezTo>
                    <a:pt x="25" y="13"/>
                    <a:pt x="24" y="13"/>
                    <a:pt x="24" y="13"/>
                  </a:cubicBezTo>
                  <a:cubicBezTo>
                    <a:pt x="24" y="13"/>
                    <a:pt x="24" y="14"/>
                    <a:pt x="24" y="14"/>
                  </a:cubicBezTo>
                  <a:cubicBezTo>
                    <a:pt x="23" y="15"/>
                    <a:pt x="23" y="15"/>
                    <a:pt x="23" y="15"/>
                  </a:cubicBezTo>
                  <a:cubicBezTo>
                    <a:pt x="22" y="16"/>
                    <a:pt x="23" y="17"/>
                    <a:pt x="22" y="17"/>
                  </a:cubicBezTo>
                  <a:cubicBezTo>
                    <a:pt x="22" y="18"/>
                    <a:pt x="21" y="18"/>
                    <a:pt x="21" y="18"/>
                  </a:cubicBezTo>
                  <a:cubicBezTo>
                    <a:pt x="21" y="17"/>
                    <a:pt x="20" y="18"/>
                    <a:pt x="20" y="18"/>
                  </a:cubicBezTo>
                  <a:cubicBezTo>
                    <a:pt x="20" y="18"/>
                    <a:pt x="20" y="17"/>
                    <a:pt x="20" y="17"/>
                  </a:cubicBezTo>
                  <a:cubicBezTo>
                    <a:pt x="19" y="16"/>
                    <a:pt x="18" y="17"/>
                    <a:pt x="17" y="17"/>
                  </a:cubicBezTo>
                  <a:cubicBezTo>
                    <a:pt x="17" y="17"/>
                    <a:pt x="17" y="17"/>
                    <a:pt x="17" y="17"/>
                  </a:cubicBezTo>
                  <a:cubicBezTo>
                    <a:pt x="16" y="17"/>
                    <a:pt x="16" y="17"/>
                    <a:pt x="16" y="18"/>
                  </a:cubicBezTo>
                  <a:cubicBezTo>
                    <a:pt x="16" y="18"/>
                    <a:pt x="16" y="19"/>
                    <a:pt x="15" y="19"/>
                  </a:cubicBezTo>
                  <a:cubicBezTo>
                    <a:pt x="15" y="19"/>
                    <a:pt x="14" y="19"/>
                    <a:pt x="14" y="18"/>
                  </a:cubicBezTo>
                  <a:cubicBezTo>
                    <a:pt x="13" y="18"/>
                    <a:pt x="13" y="18"/>
                    <a:pt x="14" y="17"/>
                  </a:cubicBezTo>
                  <a:cubicBezTo>
                    <a:pt x="14" y="16"/>
                    <a:pt x="14" y="16"/>
                    <a:pt x="14" y="16"/>
                  </a:cubicBezTo>
                  <a:cubicBezTo>
                    <a:pt x="14" y="15"/>
                    <a:pt x="14" y="15"/>
                    <a:pt x="14" y="15"/>
                  </a:cubicBezTo>
                  <a:cubicBezTo>
                    <a:pt x="14" y="14"/>
                    <a:pt x="14" y="14"/>
                    <a:pt x="14" y="14"/>
                  </a:cubicBezTo>
                  <a:cubicBezTo>
                    <a:pt x="14" y="13"/>
                    <a:pt x="14" y="13"/>
                    <a:pt x="14" y="13"/>
                  </a:cubicBezTo>
                  <a:cubicBezTo>
                    <a:pt x="14" y="12"/>
                    <a:pt x="12" y="12"/>
                    <a:pt x="12" y="13"/>
                  </a:cubicBezTo>
                  <a:cubicBezTo>
                    <a:pt x="11" y="13"/>
                    <a:pt x="12" y="12"/>
                    <a:pt x="11" y="11"/>
                  </a:cubicBezTo>
                  <a:cubicBezTo>
                    <a:pt x="11" y="11"/>
                    <a:pt x="11" y="10"/>
                    <a:pt x="11" y="10"/>
                  </a:cubicBezTo>
                  <a:cubicBezTo>
                    <a:pt x="10" y="10"/>
                    <a:pt x="10" y="10"/>
                    <a:pt x="10" y="10"/>
                  </a:cubicBezTo>
                  <a:cubicBezTo>
                    <a:pt x="10" y="10"/>
                    <a:pt x="9" y="10"/>
                    <a:pt x="9" y="10"/>
                  </a:cubicBezTo>
                  <a:cubicBezTo>
                    <a:pt x="9" y="10"/>
                    <a:pt x="8" y="10"/>
                    <a:pt x="8" y="10"/>
                  </a:cubicBezTo>
                  <a:cubicBezTo>
                    <a:pt x="8" y="10"/>
                    <a:pt x="8" y="10"/>
                    <a:pt x="7" y="10"/>
                  </a:cubicBezTo>
                  <a:cubicBezTo>
                    <a:pt x="7" y="9"/>
                    <a:pt x="7" y="9"/>
                    <a:pt x="7" y="9"/>
                  </a:cubicBezTo>
                  <a:cubicBezTo>
                    <a:pt x="6" y="9"/>
                    <a:pt x="6" y="8"/>
                    <a:pt x="6" y="8"/>
                  </a:cubicBezTo>
                  <a:cubicBezTo>
                    <a:pt x="6" y="8"/>
                    <a:pt x="5" y="8"/>
                    <a:pt x="5" y="8"/>
                  </a:cubicBezTo>
                  <a:cubicBezTo>
                    <a:pt x="5" y="8"/>
                    <a:pt x="5" y="9"/>
                    <a:pt x="5" y="9"/>
                  </a:cubicBezTo>
                  <a:cubicBezTo>
                    <a:pt x="5" y="10"/>
                    <a:pt x="5" y="10"/>
                    <a:pt x="5" y="11"/>
                  </a:cubicBezTo>
                  <a:cubicBezTo>
                    <a:pt x="4" y="11"/>
                    <a:pt x="5" y="12"/>
                    <a:pt x="6" y="13"/>
                  </a:cubicBezTo>
                  <a:cubicBezTo>
                    <a:pt x="7" y="14"/>
                    <a:pt x="7" y="16"/>
                    <a:pt x="7" y="18"/>
                  </a:cubicBezTo>
                  <a:cubicBezTo>
                    <a:pt x="7" y="19"/>
                    <a:pt x="7" y="19"/>
                    <a:pt x="7" y="19"/>
                  </a:cubicBezTo>
                  <a:cubicBezTo>
                    <a:pt x="7" y="20"/>
                    <a:pt x="7" y="20"/>
                    <a:pt x="7" y="21"/>
                  </a:cubicBezTo>
                  <a:cubicBezTo>
                    <a:pt x="7" y="21"/>
                    <a:pt x="7" y="22"/>
                    <a:pt x="8" y="22"/>
                  </a:cubicBezTo>
                  <a:cubicBezTo>
                    <a:pt x="8" y="23"/>
                    <a:pt x="8" y="23"/>
                    <a:pt x="8" y="23"/>
                  </a:cubicBezTo>
                  <a:cubicBezTo>
                    <a:pt x="8" y="24"/>
                    <a:pt x="8" y="25"/>
                    <a:pt x="8" y="25"/>
                  </a:cubicBezTo>
                  <a:cubicBezTo>
                    <a:pt x="8" y="25"/>
                    <a:pt x="8" y="25"/>
                    <a:pt x="8" y="26"/>
                  </a:cubicBezTo>
                  <a:cubicBezTo>
                    <a:pt x="8" y="26"/>
                    <a:pt x="8" y="26"/>
                    <a:pt x="8" y="27"/>
                  </a:cubicBezTo>
                  <a:cubicBezTo>
                    <a:pt x="8" y="27"/>
                    <a:pt x="9" y="27"/>
                    <a:pt x="9" y="27"/>
                  </a:cubicBezTo>
                  <a:cubicBezTo>
                    <a:pt x="9" y="27"/>
                    <a:pt x="9" y="28"/>
                    <a:pt x="9" y="28"/>
                  </a:cubicBezTo>
                  <a:cubicBezTo>
                    <a:pt x="9" y="28"/>
                    <a:pt x="9" y="28"/>
                    <a:pt x="9" y="28"/>
                  </a:cubicBezTo>
                  <a:cubicBezTo>
                    <a:pt x="9" y="28"/>
                    <a:pt x="10" y="28"/>
                    <a:pt x="10" y="29"/>
                  </a:cubicBezTo>
                  <a:cubicBezTo>
                    <a:pt x="10" y="29"/>
                    <a:pt x="9" y="31"/>
                    <a:pt x="10" y="30"/>
                  </a:cubicBezTo>
                  <a:cubicBezTo>
                    <a:pt x="10" y="30"/>
                    <a:pt x="9" y="31"/>
                    <a:pt x="10" y="31"/>
                  </a:cubicBezTo>
                  <a:cubicBezTo>
                    <a:pt x="10" y="32"/>
                    <a:pt x="10" y="33"/>
                    <a:pt x="10" y="34"/>
                  </a:cubicBezTo>
                  <a:cubicBezTo>
                    <a:pt x="10" y="34"/>
                    <a:pt x="10" y="34"/>
                    <a:pt x="10" y="35"/>
                  </a:cubicBezTo>
                  <a:cubicBezTo>
                    <a:pt x="10" y="35"/>
                    <a:pt x="10" y="35"/>
                    <a:pt x="10" y="35"/>
                  </a:cubicBezTo>
                  <a:cubicBezTo>
                    <a:pt x="11" y="36"/>
                    <a:pt x="11" y="36"/>
                    <a:pt x="12" y="36"/>
                  </a:cubicBezTo>
                  <a:cubicBezTo>
                    <a:pt x="12" y="36"/>
                    <a:pt x="12" y="37"/>
                    <a:pt x="12" y="37"/>
                  </a:cubicBezTo>
                  <a:cubicBezTo>
                    <a:pt x="12" y="37"/>
                    <a:pt x="12" y="37"/>
                    <a:pt x="13" y="37"/>
                  </a:cubicBezTo>
                  <a:cubicBezTo>
                    <a:pt x="13" y="37"/>
                    <a:pt x="11" y="38"/>
                    <a:pt x="11" y="38"/>
                  </a:cubicBezTo>
                  <a:cubicBezTo>
                    <a:pt x="11" y="38"/>
                    <a:pt x="11" y="38"/>
                    <a:pt x="11" y="39"/>
                  </a:cubicBezTo>
                  <a:cubicBezTo>
                    <a:pt x="12" y="39"/>
                    <a:pt x="12" y="39"/>
                    <a:pt x="13" y="39"/>
                  </a:cubicBezTo>
                  <a:cubicBezTo>
                    <a:pt x="12" y="39"/>
                    <a:pt x="12" y="40"/>
                    <a:pt x="13" y="40"/>
                  </a:cubicBezTo>
                  <a:cubicBezTo>
                    <a:pt x="13" y="40"/>
                    <a:pt x="13" y="41"/>
                    <a:pt x="14" y="41"/>
                  </a:cubicBezTo>
                  <a:cubicBezTo>
                    <a:pt x="15" y="42"/>
                    <a:pt x="15" y="43"/>
                    <a:pt x="16" y="44"/>
                  </a:cubicBezTo>
                  <a:cubicBezTo>
                    <a:pt x="16" y="44"/>
                    <a:pt x="17" y="45"/>
                    <a:pt x="17" y="45"/>
                  </a:cubicBezTo>
                  <a:cubicBezTo>
                    <a:pt x="17" y="46"/>
                    <a:pt x="17" y="46"/>
                    <a:pt x="17" y="47"/>
                  </a:cubicBezTo>
                  <a:cubicBezTo>
                    <a:pt x="18" y="47"/>
                    <a:pt x="18" y="48"/>
                    <a:pt x="18" y="48"/>
                  </a:cubicBezTo>
                  <a:cubicBezTo>
                    <a:pt x="18" y="48"/>
                    <a:pt x="18" y="49"/>
                    <a:pt x="17" y="49"/>
                  </a:cubicBezTo>
                  <a:cubicBezTo>
                    <a:pt x="17" y="49"/>
                    <a:pt x="17" y="50"/>
                    <a:pt x="17" y="50"/>
                  </a:cubicBezTo>
                  <a:cubicBezTo>
                    <a:pt x="19" y="50"/>
                    <a:pt x="19" y="51"/>
                    <a:pt x="19" y="52"/>
                  </a:cubicBezTo>
                  <a:cubicBezTo>
                    <a:pt x="20" y="52"/>
                    <a:pt x="20" y="52"/>
                    <a:pt x="21" y="53"/>
                  </a:cubicBezTo>
                  <a:cubicBezTo>
                    <a:pt x="21" y="53"/>
                    <a:pt x="22" y="53"/>
                    <a:pt x="22" y="53"/>
                  </a:cubicBezTo>
                  <a:cubicBezTo>
                    <a:pt x="22" y="53"/>
                    <a:pt x="23" y="55"/>
                    <a:pt x="23" y="55"/>
                  </a:cubicBezTo>
                  <a:cubicBezTo>
                    <a:pt x="23" y="55"/>
                    <a:pt x="24" y="55"/>
                    <a:pt x="24" y="55"/>
                  </a:cubicBezTo>
                  <a:cubicBezTo>
                    <a:pt x="24" y="55"/>
                    <a:pt x="25" y="55"/>
                    <a:pt x="25" y="56"/>
                  </a:cubicBezTo>
                  <a:cubicBezTo>
                    <a:pt x="26" y="57"/>
                    <a:pt x="26" y="57"/>
                    <a:pt x="27" y="57"/>
                  </a:cubicBezTo>
                  <a:cubicBezTo>
                    <a:pt x="28" y="58"/>
                    <a:pt x="29" y="58"/>
                    <a:pt x="29" y="58"/>
                  </a:cubicBezTo>
                  <a:cubicBezTo>
                    <a:pt x="30" y="59"/>
                    <a:pt x="30" y="59"/>
                    <a:pt x="30" y="59"/>
                  </a:cubicBezTo>
                  <a:cubicBezTo>
                    <a:pt x="30" y="60"/>
                    <a:pt x="31" y="60"/>
                    <a:pt x="31" y="60"/>
                  </a:cubicBezTo>
                  <a:cubicBezTo>
                    <a:pt x="31" y="61"/>
                    <a:pt x="31" y="61"/>
                    <a:pt x="32" y="61"/>
                  </a:cubicBezTo>
                  <a:cubicBezTo>
                    <a:pt x="33" y="61"/>
                    <a:pt x="33" y="62"/>
                    <a:pt x="34" y="62"/>
                  </a:cubicBezTo>
                  <a:cubicBezTo>
                    <a:pt x="35" y="63"/>
                    <a:pt x="35" y="63"/>
                    <a:pt x="36" y="64"/>
                  </a:cubicBezTo>
                  <a:cubicBezTo>
                    <a:pt x="36" y="64"/>
                    <a:pt x="37" y="64"/>
                    <a:pt x="37" y="64"/>
                  </a:cubicBezTo>
                  <a:cubicBezTo>
                    <a:pt x="38" y="65"/>
                    <a:pt x="38" y="66"/>
                    <a:pt x="39" y="66"/>
                  </a:cubicBezTo>
                  <a:cubicBezTo>
                    <a:pt x="39" y="68"/>
                    <a:pt x="39" y="67"/>
                    <a:pt x="40" y="66"/>
                  </a:cubicBezTo>
                  <a:cubicBezTo>
                    <a:pt x="40" y="67"/>
                    <a:pt x="40" y="66"/>
                    <a:pt x="41" y="65"/>
                  </a:cubicBezTo>
                  <a:cubicBezTo>
                    <a:pt x="41" y="65"/>
                    <a:pt x="42" y="65"/>
                    <a:pt x="43" y="65"/>
                  </a:cubicBezTo>
                  <a:cubicBezTo>
                    <a:pt x="45" y="66"/>
                    <a:pt x="44" y="64"/>
                    <a:pt x="43" y="63"/>
                  </a:cubicBezTo>
                  <a:cubicBezTo>
                    <a:pt x="44" y="63"/>
                    <a:pt x="44" y="65"/>
                    <a:pt x="44" y="65"/>
                  </a:cubicBezTo>
                  <a:cubicBezTo>
                    <a:pt x="44" y="65"/>
                    <a:pt x="45" y="64"/>
                    <a:pt x="45" y="64"/>
                  </a:cubicBezTo>
                  <a:cubicBezTo>
                    <a:pt x="45" y="64"/>
                    <a:pt x="45" y="65"/>
                    <a:pt x="45" y="65"/>
                  </a:cubicBezTo>
                  <a:cubicBezTo>
                    <a:pt x="44" y="65"/>
                    <a:pt x="45" y="67"/>
                    <a:pt x="46" y="66"/>
                  </a:cubicBezTo>
                  <a:cubicBezTo>
                    <a:pt x="47" y="66"/>
                    <a:pt x="46" y="63"/>
                    <a:pt x="46" y="62"/>
                  </a:cubicBezTo>
                  <a:cubicBezTo>
                    <a:pt x="46" y="62"/>
                    <a:pt x="46" y="61"/>
                    <a:pt x="45" y="61"/>
                  </a:cubicBezTo>
                  <a:close/>
                  <a:moveTo>
                    <a:pt x="2" y="14"/>
                  </a:moveTo>
                  <a:cubicBezTo>
                    <a:pt x="2" y="13"/>
                    <a:pt x="2" y="13"/>
                    <a:pt x="2" y="12"/>
                  </a:cubicBezTo>
                  <a:cubicBezTo>
                    <a:pt x="2" y="12"/>
                    <a:pt x="2" y="12"/>
                    <a:pt x="2" y="12"/>
                  </a:cubicBezTo>
                  <a:cubicBezTo>
                    <a:pt x="1" y="12"/>
                    <a:pt x="1" y="14"/>
                    <a:pt x="2" y="14"/>
                  </a:cubicBezTo>
                  <a:close/>
                  <a:moveTo>
                    <a:pt x="45" y="50"/>
                  </a:moveTo>
                  <a:cubicBezTo>
                    <a:pt x="45" y="50"/>
                    <a:pt x="45" y="50"/>
                    <a:pt x="45" y="49"/>
                  </a:cubicBezTo>
                  <a:cubicBezTo>
                    <a:pt x="45" y="50"/>
                    <a:pt x="45" y="50"/>
                    <a:pt x="45" y="50"/>
                  </a:cubicBezTo>
                  <a:cubicBezTo>
                    <a:pt x="45" y="51"/>
                    <a:pt x="45" y="51"/>
                    <a:pt x="45" y="51"/>
                  </a:cubicBezTo>
                  <a:cubicBezTo>
                    <a:pt x="46" y="52"/>
                    <a:pt x="45" y="50"/>
                    <a:pt x="45" y="50"/>
                  </a:cubicBezTo>
                  <a:close/>
                  <a:moveTo>
                    <a:pt x="1" y="11"/>
                  </a:moveTo>
                  <a:cubicBezTo>
                    <a:pt x="0" y="11"/>
                    <a:pt x="0" y="11"/>
                    <a:pt x="0" y="11"/>
                  </a:cubicBezTo>
                  <a:cubicBezTo>
                    <a:pt x="0" y="11"/>
                    <a:pt x="1" y="12"/>
                    <a:pt x="1" y="12"/>
                  </a:cubicBezTo>
                  <a:cubicBezTo>
                    <a:pt x="1" y="13"/>
                    <a:pt x="1" y="13"/>
                    <a:pt x="2" y="12"/>
                  </a:cubicBezTo>
                  <a:cubicBezTo>
                    <a:pt x="2" y="12"/>
                    <a:pt x="2" y="12"/>
                    <a:pt x="2" y="12"/>
                  </a:cubicBezTo>
                  <a:cubicBezTo>
                    <a:pt x="2" y="12"/>
                    <a:pt x="3" y="12"/>
                    <a:pt x="3" y="11"/>
                  </a:cubicBezTo>
                  <a:cubicBezTo>
                    <a:pt x="3" y="11"/>
                    <a:pt x="2" y="11"/>
                    <a:pt x="2" y="10"/>
                  </a:cubicBezTo>
                  <a:cubicBezTo>
                    <a:pt x="1" y="10"/>
                    <a:pt x="1" y="11"/>
                    <a:pt x="1" y="11"/>
                  </a:cubicBezTo>
                  <a:close/>
                  <a:moveTo>
                    <a:pt x="185" y="32"/>
                  </a:moveTo>
                  <a:cubicBezTo>
                    <a:pt x="185" y="32"/>
                    <a:pt x="185" y="32"/>
                    <a:pt x="185" y="32"/>
                  </a:cubicBezTo>
                  <a:cubicBezTo>
                    <a:pt x="185" y="32"/>
                    <a:pt x="185" y="32"/>
                    <a:pt x="185" y="32"/>
                  </a:cubicBezTo>
                  <a:cubicBezTo>
                    <a:pt x="185" y="32"/>
                    <a:pt x="186" y="32"/>
                    <a:pt x="186" y="32"/>
                  </a:cubicBezTo>
                  <a:cubicBezTo>
                    <a:pt x="186" y="32"/>
                    <a:pt x="185" y="32"/>
                    <a:pt x="185" y="32"/>
                  </a:cubicBezTo>
                  <a:close/>
                  <a:moveTo>
                    <a:pt x="152" y="22"/>
                  </a:moveTo>
                  <a:cubicBezTo>
                    <a:pt x="151" y="22"/>
                    <a:pt x="151" y="23"/>
                    <a:pt x="151" y="23"/>
                  </a:cubicBezTo>
                  <a:cubicBezTo>
                    <a:pt x="151" y="23"/>
                    <a:pt x="151" y="23"/>
                    <a:pt x="151" y="24"/>
                  </a:cubicBezTo>
                  <a:cubicBezTo>
                    <a:pt x="151" y="23"/>
                    <a:pt x="152" y="23"/>
                    <a:pt x="152" y="22"/>
                  </a:cubicBezTo>
                  <a:close/>
                  <a:moveTo>
                    <a:pt x="170" y="2"/>
                  </a:moveTo>
                  <a:cubicBezTo>
                    <a:pt x="170" y="2"/>
                    <a:pt x="170" y="2"/>
                    <a:pt x="170" y="1"/>
                  </a:cubicBezTo>
                  <a:cubicBezTo>
                    <a:pt x="170" y="0"/>
                    <a:pt x="169" y="1"/>
                    <a:pt x="168" y="1"/>
                  </a:cubicBezTo>
                  <a:cubicBezTo>
                    <a:pt x="167" y="1"/>
                    <a:pt x="168" y="3"/>
                    <a:pt x="168" y="3"/>
                  </a:cubicBezTo>
                  <a:cubicBezTo>
                    <a:pt x="168" y="3"/>
                    <a:pt x="169" y="2"/>
                    <a:pt x="170" y="2"/>
                  </a:cubicBezTo>
                  <a:close/>
                  <a:moveTo>
                    <a:pt x="176" y="34"/>
                  </a:moveTo>
                  <a:cubicBezTo>
                    <a:pt x="175" y="34"/>
                    <a:pt x="175" y="35"/>
                    <a:pt x="176" y="35"/>
                  </a:cubicBezTo>
                  <a:cubicBezTo>
                    <a:pt x="177" y="36"/>
                    <a:pt x="177" y="35"/>
                    <a:pt x="178" y="35"/>
                  </a:cubicBezTo>
                  <a:cubicBezTo>
                    <a:pt x="178" y="35"/>
                    <a:pt x="177" y="35"/>
                    <a:pt x="177" y="35"/>
                  </a:cubicBezTo>
                  <a:cubicBezTo>
                    <a:pt x="177" y="35"/>
                    <a:pt x="177" y="34"/>
                    <a:pt x="176" y="34"/>
                  </a:cubicBezTo>
                  <a:close/>
                  <a:moveTo>
                    <a:pt x="173" y="7"/>
                  </a:moveTo>
                  <a:cubicBezTo>
                    <a:pt x="172" y="7"/>
                    <a:pt x="172" y="7"/>
                    <a:pt x="172" y="7"/>
                  </a:cubicBezTo>
                  <a:cubicBezTo>
                    <a:pt x="173" y="8"/>
                    <a:pt x="171" y="8"/>
                    <a:pt x="171" y="8"/>
                  </a:cubicBezTo>
                  <a:cubicBezTo>
                    <a:pt x="171" y="8"/>
                    <a:pt x="173" y="9"/>
                    <a:pt x="173" y="7"/>
                  </a:cubicBezTo>
                  <a:close/>
                  <a:moveTo>
                    <a:pt x="182" y="30"/>
                  </a:moveTo>
                  <a:cubicBezTo>
                    <a:pt x="182" y="30"/>
                    <a:pt x="184" y="30"/>
                    <a:pt x="184" y="31"/>
                  </a:cubicBezTo>
                  <a:cubicBezTo>
                    <a:pt x="184" y="30"/>
                    <a:pt x="183" y="30"/>
                    <a:pt x="182" y="30"/>
                  </a:cubicBezTo>
                  <a:cubicBezTo>
                    <a:pt x="182" y="30"/>
                    <a:pt x="182" y="30"/>
                    <a:pt x="182" y="30"/>
                  </a:cubicBezTo>
                  <a:close/>
                  <a:moveTo>
                    <a:pt x="6" y="21"/>
                  </a:moveTo>
                  <a:cubicBezTo>
                    <a:pt x="5" y="22"/>
                    <a:pt x="6" y="22"/>
                    <a:pt x="6" y="22"/>
                  </a:cubicBezTo>
                  <a:cubicBezTo>
                    <a:pt x="6" y="23"/>
                    <a:pt x="6" y="23"/>
                    <a:pt x="6" y="23"/>
                  </a:cubicBezTo>
                  <a:cubicBezTo>
                    <a:pt x="6" y="23"/>
                    <a:pt x="6" y="23"/>
                    <a:pt x="6" y="23"/>
                  </a:cubicBezTo>
                  <a:cubicBezTo>
                    <a:pt x="7" y="24"/>
                    <a:pt x="7" y="22"/>
                    <a:pt x="7" y="21"/>
                  </a:cubicBezTo>
                  <a:cubicBezTo>
                    <a:pt x="6" y="21"/>
                    <a:pt x="6" y="22"/>
                    <a:pt x="6" y="21"/>
                  </a:cubicBezTo>
                  <a:close/>
                  <a:moveTo>
                    <a:pt x="115" y="55"/>
                  </a:moveTo>
                  <a:cubicBezTo>
                    <a:pt x="116" y="55"/>
                    <a:pt x="115" y="54"/>
                    <a:pt x="115" y="53"/>
                  </a:cubicBezTo>
                  <a:cubicBezTo>
                    <a:pt x="115" y="53"/>
                    <a:pt x="115" y="51"/>
                    <a:pt x="115" y="51"/>
                  </a:cubicBezTo>
                  <a:cubicBezTo>
                    <a:pt x="114" y="50"/>
                    <a:pt x="115" y="53"/>
                    <a:pt x="115" y="54"/>
                  </a:cubicBezTo>
                  <a:cubicBezTo>
                    <a:pt x="114" y="54"/>
                    <a:pt x="115" y="55"/>
                    <a:pt x="115" y="5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39" name="Malawi">
              <a:extLst>
                <a:ext uri="{FF2B5EF4-FFF2-40B4-BE49-F238E27FC236}">
                  <a16:creationId xmlns:a16="http://schemas.microsoft.com/office/drawing/2014/main" id="{C6F99A43-9D64-4718-FF44-3BCB16F03D59}"/>
                </a:ext>
              </a:extLst>
            </p:cNvPr>
            <p:cNvSpPr>
              <a:spLocks noEditPoints="1"/>
            </p:cNvSpPr>
            <p:nvPr/>
          </p:nvSpPr>
          <p:spPr bwMode="auto">
            <a:xfrm>
              <a:off x="6812111" y="4408970"/>
              <a:ext cx="109779" cy="304832"/>
            </a:xfrm>
            <a:custGeom>
              <a:avLst/>
              <a:gdLst/>
              <a:ahLst/>
              <a:cxnLst>
                <a:cxn ang="0">
                  <a:pos x="27" y="75"/>
                </a:cxn>
                <a:cxn ang="0">
                  <a:pos x="26" y="75"/>
                </a:cxn>
                <a:cxn ang="0">
                  <a:pos x="23" y="79"/>
                </a:cxn>
                <a:cxn ang="0">
                  <a:pos x="24" y="85"/>
                </a:cxn>
                <a:cxn ang="0">
                  <a:pos x="22" y="82"/>
                </a:cxn>
                <a:cxn ang="0">
                  <a:pos x="18" y="78"/>
                </a:cxn>
                <a:cxn ang="0">
                  <a:pos x="16" y="76"/>
                </a:cxn>
                <a:cxn ang="0">
                  <a:pos x="16" y="69"/>
                </a:cxn>
                <a:cxn ang="0">
                  <a:pos x="18" y="63"/>
                </a:cxn>
                <a:cxn ang="0">
                  <a:pos x="17" y="58"/>
                </a:cxn>
                <a:cxn ang="0">
                  <a:pos x="15" y="56"/>
                </a:cxn>
                <a:cxn ang="0">
                  <a:pos x="10" y="56"/>
                </a:cxn>
                <a:cxn ang="0">
                  <a:pos x="7" y="55"/>
                </a:cxn>
                <a:cxn ang="0">
                  <a:pos x="5" y="51"/>
                </a:cxn>
                <a:cxn ang="0">
                  <a:pos x="3" y="51"/>
                </a:cxn>
                <a:cxn ang="0">
                  <a:pos x="0" y="47"/>
                </a:cxn>
                <a:cxn ang="0">
                  <a:pos x="2" y="45"/>
                </a:cxn>
                <a:cxn ang="0">
                  <a:pos x="3" y="39"/>
                </a:cxn>
                <a:cxn ang="0">
                  <a:pos x="4" y="36"/>
                </a:cxn>
                <a:cxn ang="0">
                  <a:pos x="8" y="33"/>
                </a:cxn>
                <a:cxn ang="0">
                  <a:pos x="6" y="28"/>
                </a:cxn>
                <a:cxn ang="0">
                  <a:pos x="6" y="23"/>
                </a:cxn>
                <a:cxn ang="0">
                  <a:pos x="7" y="18"/>
                </a:cxn>
                <a:cxn ang="0">
                  <a:pos x="7" y="16"/>
                </a:cxn>
                <a:cxn ang="0">
                  <a:pos x="9" y="11"/>
                </a:cxn>
                <a:cxn ang="0">
                  <a:pos x="7" y="6"/>
                </a:cxn>
                <a:cxn ang="0">
                  <a:pos x="5" y="3"/>
                </a:cxn>
                <a:cxn ang="0">
                  <a:pos x="3" y="1"/>
                </a:cxn>
                <a:cxn ang="0">
                  <a:pos x="7" y="2"/>
                </a:cxn>
                <a:cxn ang="0">
                  <a:pos x="11" y="3"/>
                </a:cxn>
                <a:cxn ang="0">
                  <a:pos x="16" y="11"/>
                </a:cxn>
                <a:cxn ang="0">
                  <a:pos x="15" y="13"/>
                </a:cxn>
                <a:cxn ang="0">
                  <a:pos x="15" y="19"/>
                </a:cxn>
                <a:cxn ang="0">
                  <a:pos x="16" y="26"/>
                </a:cxn>
                <a:cxn ang="0">
                  <a:pos x="13" y="32"/>
                </a:cxn>
                <a:cxn ang="0">
                  <a:pos x="15" y="36"/>
                </a:cxn>
                <a:cxn ang="0">
                  <a:pos x="16" y="43"/>
                </a:cxn>
                <a:cxn ang="0">
                  <a:pos x="17" y="46"/>
                </a:cxn>
                <a:cxn ang="0">
                  <a:pos x="18" y="49"/>
                </a:cxn>
                <a:cxn ang="0">
                  <a:pos x="19" y="54"/>
                </a:cxn>
                <a:cxn ang="0">
                  <a:pos x="21" y="51"/>
                </a:cxn>
                <a:cxn ang="0">
                  <a:pos x="23" y="54"/>
                </a:cxn>
                <a:cxn ang="0">
                  <a:pos x="24" y="51"/>
                </a:cxn>
                <a:cxn ang="0">
                  <a:pos x="21" y="46"/>
                </a:cxn>
                <a:cxn ang="0">
                  <a:pos x="30" y="58"/>
                </a:cxn>
                <a:cxn ang="0">
                  <a:pos x="30" y="61"/>
                </a:cxn>
                <a:cxn ang="0">
                  <a:pos x="20" y="30"/>
                </a:cxn>
                <a:cxn ang="0">
                  <a:pos x="19" y="30"/>
                </a:cxn>
              </a:cxnLst>
              <a:rect l="0" t="0" r="r" b="b"/>
              <a:pathLst>
                <a:path w="31" h="86">
                  <a:moveTo>
                    <a:pt x="30" y="66"/>
                  </a:moveTo>
                  <a:cubicBezTo>
                    <a:pt x="30" y="68"/>
                    <a:pt x="30" y="70"/>
                    <a:pt x="29" y="72"/>
                  </a:cubicBezTo>
                  <a:cubicBezTo>
                    <a:pt x="29" y="73"/>
                    <a:pt x="29" y="74"/>
                    <a:pt x="27" y="75"/>
                  </a:cubicBezTo>
                  <a:cubicBezTo>
                    <a:pt x="27" y="75"/>
                    <a:pt x="27" y="75"/>
                    <a:pt x="27" y="75"/>
                  </a:cubicBezTo>
                  <a:cubicBezTo>
                    <a:pt x="27" y="75"/>
                    <a:pt x="26" y="75"/>
                    <a:pt x="26" y="75"/>
                  </a:cubicBezTo>
                  <a:cubicBezTo>
                    <a:pt x="26" y="75"/>
                    <a:pt x="26" y="75"/>
                    <a:pt x="26" y="75"/>
                  </a:cubicBezTo>
                  <a:cubicBezTo>
                    <a:pt x="26" y="75"/>
                    <a:pt x="25" y="75"/>
                    <a:pt x="25" y="75"/>
                  </a:cubicBezTo>
                  <a:cubicBezTo>
                    <a:pt x="24" y="76"/>
                    <a:pt x="24" y="77"/>
                    <a:pt x="24" y="78"/>
                  </a:cubicBezTo>
                  <a:cubicBezTo>
                    <a:pt x="23" y="79"/>
                    <a:pt x="22" y="79"/>
                    <a:pt x="23" y="79"/>
                  </a:cubicBezTo>
                  <a:cubicBezTo>
                    <a:pt x="23" y="80"/>
                    <a:pt x="24" y="80"/>
                    <a:pt x="24" y="81"/>
                  </a:cubicBezTo>
                  <a:cubicBezTo>
                    <a:pt x="24" y="82"/>
                    <a:pt x="24" y="82"/>
                    <a:pt x="24" y="83"/>
                  </a:cubicBezTo>
                  <a:cubicBezTo>
                    <a:pt x="24" y="84"/>
                    <a:pt x="24" y="84"/>
                    <a:pt x="24" y="85"/>
                  </a:cubicBezTo>
                  <a:cubicBezTo>
                    <a:pt x="24" y="85"/>
                    <a:pt x="24" y="86"/>
                    <a:pt x="23" y="86"/>
                  </a:cubicBezTo>
                  <a:cubicBezTo>
                    <a:pt x="23" y="85"/>
                    <a:pt x="22" y="86"/>
                    <a:pt x="22" y="85"/>
                  </a:cubicBezTo>
                  <a:cubicBezTo>
                    <a:pt x="21" y="84"/>
                    <a:pt x="23" y="84"/>
                    <a:pt x="22" y="82"/>
                  </a:cubicBezTo>
                  <a:cubicBezTo>
                    <a:pt x="22" y="82"/>
                    <a:pt x="22" y="82"/>
                    <a:pt x="21" y="82"/>
                  </a:cubicBezTo>
                  <a:cubicBezTo>
                    <a:pt x="21" y="82"/>
                    <a:pt x="20" y="81"/>
                    <a:pt x="20" y="80"/>
                  </a:cubicBezTo>
                  <a:cubicBezTo>
                    <a:pt x="19" y="80"/>
                    <a:pt x="19" y="79"/>
                    <a:pt x="18" y="78"/>
                  </a:cubicBezTo>
                  <a:cubicBezTo>
                    <a:pt x="18" y="78"/>
                    <a:pt x="18" y="78"/>
                    <a:pt x="17" y="77"/>
                  </a:cubicBezTo>
                  <a:cubicBezTo>
                    <a:pt x="17" y="77"/>
                    <a:pt x="17" y="77"/>
                    <a:pt x="17" y="76"/>
                  </a:cubicBezTo>
                  <a:cubicBezTo>
                    <a:pt x="16" y="76"/>
                    <a:pt x="16" y="76"/>
                    <a:pt x="16" y="76"/>
                  </a:cubicBezTo>
                  <a:cubicBezTo>
                    <a:pt x="16" y="75"/>
                    <a:pt x="16" y="74"/>
                    <a:pt x="16" y="74"/>
                  </a:cubicBezTo>
                  <a:cubicBezTo>
                    <a:pt x="15" y="73"/>
                    <a:pt x="13" y="72"/>
                    <a:pt x="15" y="71"/>
                  </a:cubicBezTo>
                  <a:cubicBezTo>
                    <a:pt x="15" y="70"/>
                    <a:pt x="16" y="70"/>
                    <a:pt x="16" y="69"/>
                  </a:cubicBezTo>
                  <a:cubicBezTo>
                    <a:pt x="16" y="69"/>
                    <a:pt x="16" y="68"/>
                    <a:pt x="16" y="67"/>
                  </a:cubicBezTo>
                  <a:cubicBezTo>
                    <a:pt x="17" y="67"/>
                    <a:pt x="17" y="66"/>
                    <a:pt x="17" y="66"/>
                  </a:cubicBezTo>
                  <a:cubicBezTo>
                    <a:pt x="18" y="65"/>
                    <a:pt x="17" y="64"/>
                    <a:pt x="18" y="63"/>
                  </a:cubicBezTo>
                  <a:cubicBezTo>
                    <a:pt x="18" y="63"/>
                    <a:pt x="18" y="62"/>
                    <a:pt x="18" y="61"/>
                  </a:cubicBezTo>
                  <a:cubicBezTo>
                    <a:pt x="18" y="61"/>
                    <a:pt x="18" y="60"/>
                    <a:pt x="18" y="60"/>
                  </a:cubicBezTo>
                  <a:cubicBezTo>
                    <a:pt x="18" y="59"/>
                    <a:pt x="17" y="59"/>
                    <a:pt x="17" y="58"/>
                  </a:cubicBezTo>
                  <a:cubicBezTo>
                    <a:pt x="17" y="58"/>
                    <a:pt x="17" y="58"/>
                    <a:pt x="17" y="57"/>
                  </a:cubicBezTo>
                  <a:cubicBezTo>
                    <a:pt x="17" y="57"/>
                    <a:pt x="16" y="56"/>
                    <a:pt x="16" y="55"/>
                  </a:cubicBezTo>
                  <a:cubicBezTo>
                    <a:pt x="16" y="55"/>
                    <a:pt x="15" y="56"/>
                    <a:pt x="15" y="56"/>
                  </a:cubicBezTo>
                  <a:cubicBezTo>
                    <a:pt x="14" y="56"/>
                    <a:pt x="13" y="56"/>
                    <a:pt x="13" y="56"/>
                  </a:cubicBezTo>
                  <a:cubicBezTo>
                    <a:pt x="12" y="57"/>
                    <a:pt x="12" y="56"/>
                    <a:pt x="11" y="57"/>
                  </a:cubicBezTo>
                  <a:cubicBezTo>
                    <a:pt x="10" y="57"/>
                    <a:pt x="10" y="56"/>
                    <a:pt x="10" y="56"/>
                  </a:cubicBezTo>
                  <a:cubicBezTo>
                    <a:pt x="9" y="57"/>
                    <a:pt x="9" y="57"/>
                    <a:pt x="9" y="57"/>
                  </a:cubicBezTo>
                  <a:cubicBezTo>
                    <a:pt x="9" y="58"/>
                    <a:pt x="8" y="57"/>
                    <a:pt x="8" y="57"/>
                  </a:cubicBezTo>
                  <a:cubicBezTo>
                    <a:pt x="8" y="56"/>
                    <a:pt x="8" y="56"/>
                    <a:pt x="7" y="55"/>
                  </a:cubicBezTo>
                  <a:cubicBezTo>
                    <a:pt x="7" y="55"/>
                    <a:pt x="7" y="54"/>
                    <a:pt x="6" y="53"/>
                  </a:cubicBezTo>
                  <a:cubicBezTo>
                    <a:pt x="6" y="53"/>
                    <a:pt x="6" y="52"/>
                    <a:pt x="6" y="52"/>
                  </a:cubicBezTo>
                  <a:cubicBezTo>
                    <a:pt x="5" y="52"/>
                    <a:pt x="5" y="51"/>
                    <a:pt x="5" y="51"/>
                  </a:cubicBezTo>
                  <a:cubicBezTo>
                    <a:pt x="5" y="51"/>
                    <a:pt x="5" y="51"/>
                    <a:pt x="4" y="50"/>
                  </a:cubicBezTo>
                  <a:cubicBezTo>
                    <a:pt x="4" y="50"/>
                    <a:pt x="3" y="51"/>
                    <a:pt x="3" y="51"/>
                  </a:cubicBezTo>
                  <a:cubicBezTo>
                    <a:pt x="3" y="52"/>
                    <a:pt x="3" y="52"/>
                    <a:pt x="3" y="51"/>
                  </a:cubicBezTo>
                  <a:cubicBezTo>
                    <a:pt x="2" y="50"/>
                    <a:pt x="2" y="50"/>
                    <a:pt x="2" y="49"/>
                  </a:cubicBezTo>
                  <a:cubicBezTo>
                    <a:pt x="2" y="49"/>
                    <a:pt x="1" y="49"/>
                    <a:pt x="1" y="48"/>
                  </a:cubicBezTo>
                  <a:cubicBezTo>
                    <a:pt x="2" y="47"/>
                    <a:pt x="0" y="47"/>
                    <a:pt x="0" y="47"/>
                  </a:cubicBezTo>
                  <a:cubicBezTo>
                    <a:pt x="0" y="46"/>
                    <a:pt x="1" y="46"/>
                    <a:pt x="1" y="46"/>
                  </a:cubicBezTo>
                  <a:cubicBezTo>
                    <a:pt x="1" y="46"/>
                    <a:pt x="1" y="46"/>
                    <a:pt x="1" y="46"/>
                  </a:cubicBezTo>
                  <a:cubicBezTo>
                    <a:pt x="1" y="45"/>
                    <a:pt x="2" y="45"/>
                    <a:pt x="2" y="45"/>
                  </a:cubicBezTo>
                  <a:cubicBezTo>
                    <a:pt x="2" y="44"/>
                    <a:pt x="2" y="43"/>
                    <a:pt x="3" y="43"/>
                  </a:cubicBezTo>
                  <a:cubicBezTo>
                    <a:pt x="3" y="42"/>
                    <a:pt x="3" y="42"/>
                    <a:pt x="3" y="41"/>
                  </a:cubicBezTo>
                  <a:cubicBezTo>
                    <a:pt x="3" y="41"/>
                    <a:pt x="3" y="40"/>
                    <a:pt x="3" y="39"/>
                  </a:cubicBezTo>
                  <a:cubicBezTo>
                    <a:pt x="4" y="38"/>
                    <a:pt x="2" y="38"/>
                    <a:pt x="3" y="37"/>
                  </a:cubicBezTo>
                  <a:cubicBezTo>
                    <a:pt x="3" y="37"/>
                    <a:pt x="3" y="36"/>
                    <a:pt x="4" y="36"/>
                  </a:cubicBezTo>
                  <a:cubicBezTo>
                    <a:pt x="4" y="35"/>
                    <a:pt x="4" y="36"/>
                    <a:pt x="4" y="36"/>
                  </a:cubicBezTo>
                  <a:cubicBezTo>
                    <a:pt x="5" y="35"/>
                    <a:pt x="5" y="36"/>
                    <a:pt x="5" y="36"/>
                  </a:cubicBezTo>
                  <a:cubicBezTo>
                    <a:pt x="6" y="35"/>
                    <a:pt x="6" y="35"/>
                    <a:pt x="6" y="35"/>
                  </a:cubicBezTo>
                  <a:cubicBezTo>
                    <a:pt x="7" y="35"/>
                    <a:pt x="8" y="33"/>
                    <a:pt x="8" y="33"/>
                  </a:cubicBezTo>
                  <a:cubicBezTo>
                    <a:pt x="8" y="32"/>
                    <a:pt x="7" y="33"/>
                    <a:pt x="7" y="32"/>
                  </a:cubicBezTo>
                  <a:cubicBezTo>
                    <a:pt x="6" y="32"/>
                    <a:pt x="6" y="31"/>
                    <a:pt x="6" y="30"/>
                  </a:cubicBezTo>
                  <a:cubicBezTo>
                    <a:pt x="6" y="30"/>
                    <a:pt x="6" y="29"/>
                    <a:pt x="6" y="28"/>
                  </a:cubicBezTo>
                  <a:cubicBezTo>
                    <a:pt x="6" y="28"/>
                    <a:pt x="7" y="25"/>
                    <a:pt x="6" y="25"/>
                  </a:cubicBezTo>
                  <a:cubicBezTo>
                    <a:pt x="5" y="24"/>
                    <a:pt x="6" y="24"/>
                    <a:pt x="6" y="23"/>
                  </a:cubicBezTo>
                  <a:cubicBezTo>
                    <a:pt x="6" y="23"/>
                    <a:pt x="6" y="23"/>
                    <a:pt x="6" y="23"/>
                  </a:cubicBezTo>
                  <a:cubicBezTo>
                    <a:pt x="6" y="23"/>
                    <a:pt x="6" y="23"/>
                    <a:pt x="6" y="22"/>
                  </a:cubicBezTo>
                  <a:cubicBezTo>
                    <a:pt x="6" y="22"/>
                    <a:pt x="7" y="21"/>
                    <a:pt x="7" y="20"/>
                  </a:cubicBezTo>
                  <a:cubicBezTo>
                    <a:pt x="8" y="20"/>
                    <a:pt x="7" y="19"/>
                    <a:pt x="7" y="18"/>
                  </a:cubicBezTo>
                  <a:cubicBezTo>
                    <a:pt x="7" y="18"/>
                    <a:pt x="7" y="18"/>
                    <a:pt x="6" y="17"/>
                  </a:cubicBezTo>
                  <a:cubicBezTo>
                    <a:pt x="6" y="17"/>
                    <a:pt x="6" y="17"/>
                    <a:pt x="6" y="17"/>
                  </a:cubicBezTo>
                  <a:cubicBezTo>
                    <a:pt x="6" y="17"/>
                    <a:pt x="7" y="16"/>
                    <a:pt x="7" y="16"/>
                  </a:cubicBezTo>
                  <a:cubicBezTo>
                    <a:pt x="8" y="16"/>
                    <a:pt x="8" y="16"/>
                    <a:pt x="9" y="15"/>
                  </a:cubicBezTo>
                  <a:cubicBezTo>
                    <a:pt x="9" y="15"/>
                    <a:pt x="9" y="14"/>
                    <a:pt x="10" y="14"/>
                  </a:cubicBezTo>
                  <a:cubicBezTo>
                    <a:pt x="11" y="13"/>
                    <a:pt x="9" y="12"/>
                    <a:pt x="9" y="11"/>
                  </a:cubicBezTo>
                  <a:cubicBezTo>
                    <a:pt x="9" y="10"/>
                    <a:pt x="9" y="10"/>
                    <a:pt x="9" y="9"/>
                  </a:cubicBezTo>
                  <a:cubicBezTo>
                    <a:pt x="8" y="9"/>
                    <a:pt x="8" y="9"/>
                    <a:pt x="8" y="8"/>
                  </a:cubicBezTo>
                  <a:cubicBezTo>
                    <a:pt x="6" y="7"/>
                    <a:pt x="8" y="7"/>
                    <a:pt x="7" y="6"/>
                  </a:cubicBezTo>
                  <a:cubicBezTo>
                    <a:pt x="7" y="5"/>
                    <a:pt x="6" y="5"/>
                    <a:pt x="6" y="4"/>
                  </a:cubicBezTo>
                  <a:cubicBezTo>
                    <a:pt x="6" y="4"/>
                    <a:pt x="6" y="3"/>
                    <a:pt x="6" y="3"/>
                  </a:cubicBezTo>
                  <a:cubicBezTo>
                    <a:pt x="5" y="3"/>
                    <a:pt x="5" y="3"/>
                    <a:pt x="5" y="3"/>
                  </a:cubicBezTo>
                  <a:cubicBezTo>
                    <a:pt x="5" y="4"/>
                    <a:pt x="4" y="3"/>
                    <a:pt x="4" y="3"/>
                  </a:cubicBezTo>
                  <a:cubicBezTo>
                    <a:pt x="4" y="3"/>
                    <a:pt x="4" y="2"/>
                    <a:pt x="4" y="2"/>
                  </a:cubicBezTo>
                  <a:cubicBezTo>
                    <a:pt x="4" y="2"/>
                    <a:pt x="4" y="1"/>
                    <a:pt x="3" y="1"/>
                  </a:cubicBezTo>
                  <a:cubicBezTo>
                    <a:pt x="3" y="1"/>
                    <a:pt x="3" y="1"/>
                    <a:pt x="3" y="1"/>
                  </a:cubicBezTo>
                  <a:cubicBezTo>
                    <a:pt x="4" y="0"/>
                    <a:pt x="5" y="2"/>
                    <a:pt x="6" y="2"/>
                  </a:cubicBezTo>
                  <a:cubicBezTo>
                    <a:pt x="6" y="2"/>
                    <a:pt x="7" y="1"/>
                    <a:pt x="7" y="2"/>
                  </a:cubicBezTo>
                  <a:cubicBezTo>
                    <a:pt x="8" y="2"/>
                    <a:pt x="8" y="3"/>
                    <a:pt x="8" y="3"/>
                  </a:cubicBezTo>
                  <a:cubicBezTo>
                    <a:pt x="9" y="3"/>
                    <a:pt x="9" y="3"/>
                    <a:pt x="9" y="3"/>
                  </a:cubicBezTo>
                  <a:cubicBezTo>
                    <a:pt x="10" y="3"/>
                    <a:pt x="10" y="3"/>
                    <a:pt x="11" y="3"/>
                  </a:cubicBezTo>
                  <a:cubicBezTo>
                    <a:pt x="11" y="2"/>
                    <a:pt x="13" y="3"/>
                    <a:pt x="13" y="4"/>
                  </a:cubicBezTo>
                  <a:cubicBezTo>
                    <a:pt x="13" y="6"/>
                    <a:pt x="13" y="8"/>
                    <a:pt x="15" y="10"/>
                  </a:cubicBezTo>
                  <a:cubicBezTo>
                    <a:pt x="15" y="10"/>
                    <a:pt x="16" y="11"/>
                    <a:pt x="16" y="11"/>
                  </a:cubicBezTo>
                  <a:cubicBezTo>
                    <a:pt x="16" y="11"/>
                    <a:pt x="16" y="12"/>
                    <a:pt x="16" y="12"/>
                  </a:cubicBezTo>
                  <a:cubicBezTo>
                    <a:pt x="16" y="12"/>
                    <a:pt x="16" y="12"/>
                    <a:pt x="15" y="12"/>
                  </a:cubicBezTo>
                  <a:cubicBezTo>
                    <a:pt x="15" y="13"/>
                    <a:pt x="15" y="13"/>
                    <a:pt x="15" y="13"/>
                  </a:cubicBezTo>
                  <a:cubicBezTo>
                    <a:pt x="15" y="13"/>
                    <a:pt x="15" y="13"/>
                    <a:pt x="15" y="14"/>
                  </a:cubicBezTo>
                  <a:cubicBezTo>
                    <a:pt x="15" y="14"/>
                    <a:pt x="15" y="15"/>
                    <a:pt x="15" y="15"/>
                  </a:cubicBezTo>
                  <a:cubicBezTo>
                    <a:pt x="15" y="17"/>
                    <a:pt x="16" y="18"/>
                    <a:pt x="15" y="19"/>
                  </a:cubicBezTo>
                  <a:cubicBezTo>
                    <a:pt x="15" y="20"/>
                    <a:pt x="15" y="20"/>
                    <a:pt x="15" y="21"/>
                  </a:cubicBezTo>
                  <a:cubicBezTo>
                    <a:pt x="16" y="22"/>
                    <a:pt x="16" y="22"/>
                    <a:pt x="16" y="23"/>
                  </a:cubicBezTo>
                  <a:cubicBezTo>
                    <a:pt x="16" y="24"/>
                    <a:pt x="17" y="25"/>
                    <a:pt x="16" y="26"/>
                  </a:cubicBezTo>
                  <a:cubicBezTo>
                    <a:pt x="15" y="27"/>
                    <a:pt x="15" y="27"/>
                    <a:pt x="15" y="27"/>
                  </a:cubicBezTo>
                  <a:cubicBezTo>
                    <a:pt x="15" y="28"/>
                    <a:pt x="15" y="28"/>
                    <a:pt x="14" y="29"/>
                  </a:cubicBezTo>
                  <a:cubicBezTo>
                    <a:pt x="13" y="29"/>
                    <a:pt x="13" y="31"/>
                    <a:pt x="13" y="32"/>
                  </a:cubicBezTo>
                  <a:cubicBezTo>
                    <a:pt x="13" y="32"/>
                    <a:pt x="13" y="33"/>
                    <a:pt x="14" y="33"/>
                  </a:cubicBezTo>
                  <a:cubicBezTo>
                    <a:pt x="14" y="33"/>
                    <a:pt x="15" y="34"/>
                    <a:pt x="15" y="35"/>
                  </a:cubicBezTo>
                  <a:cubicBezTo>
                    <a:pt x="15" y="35"/>
                    <a:pt x="14" y="35"/>
                    <a:pt x="15" y="36"/>
                  </a:cubicBezTo>
                  <a:cubicBezTo>
                    <a:pt x="15" y="36"/>
                    <a:pt x="15" y="37"/>
                    <a:pt x="15" y="37"/>
                  </a:cubicBezTo>
                  <a:cubicBezTo>
                    <a:pt x="15" y="38"/>
                    <a:pt x="16" y="39"/>
                    <a:pt x="16" y="39"/>
                  </a:cubicBezTo>
                  <a:cubicBezTo>
                    <a:pt x="16" y="40"/>
                    <a:pt x="16" y="41"/>
                    <a:pt x="16" y="43"/>
                  </a:cubicBezTo>
                  <a:cubicBezTo>
                    <a:pt x="16" y="43"/>
                    <a:pt x="16" y="43"/>
                    <a:pt x="16" y="44"/>
                  </a:cubicBezTo>
                  <a:cubicBezTo>
                    <a:pt x="16" y="44"/>
                    <a:pt x="16" y="45"/>
                    <a:pt x="16" y="45"/>
                  </a:cubicBezTo>
                  <a:cubicBezTo>
                    <a:pt x="16" y="46"/>
                    <a:pt x="16" y="46"/>
                    <a:pt x="17" y="46"/>
                  </a:cubicBezTo>
                  <a:cubicBezTo>
                    <a:pt x="17" y="47"/>
                    <a:pt x="17" y="46"/>
                    <a:pt x="18" y="46"/>
                  </a:cubicBezTo>
                  <a:cubicBezTo>
                    <a:pt x="18" y="47"/>
                    <a:pt x="18" y="47"/>
                    <a:pt x="18" y="48"/>
                  </a:cubicBezTo>
                  <a:cubicBezTo>
                    <a:pt x="19" y="48"/>
                    <a:pt x="18" y="49"/>
                    <a:pt x="18" y="49"/>
                  </a:cubicBezTo>
                  <a:cubicBezTo>
                    <a:pt x="18" y="50"/>
                    <a:pt x="17" y="51"/>
                    <a:pt x="18" y="52"/>
                  </a:cubicBezTo>
                  <a:cubicBezTo>
                    <a:pt x="18" y="52"/>
                    <a:pt x="18" y="52"/>
                    <a:pt x="18" y="53"/>
                  </a:cubicBezTo>
                  <a:cubicBezTo>
                    <a:pt x="18" y="53"/>
                    <a:pt x="19" y="53"/>
                    <a:pt x="19" y="54"/>
                  </a:cubicBezTo>
                  <a:cubicBezTo>
                    <a:pt x="19" y="55"/>
                    <a:pt x="20" y="54"/>
                    <a:pt x="20" y="53"/>
                  </a:cubicBezTo>
                  <a:cubicBezTo>
                    <a:pt x="20" y="53"/>
                    <a:pt x="21" y="52"/>
                    <a:pt x="21" y="52"/>
                  </a:cubicBezTo>
                  <a:cubicBezTo>
                    <a:pt x="21" y="52"/>
                    <a:pt x="20" y="51"/>
                    <a:pt x="21" y="51"/>
                  </a:cubicBezTo>
                  <a:cubicBezTo>
                    <a:pt x="21" y="51"/>
                    <a:pt x="21" y="53"/>
                    <a:pt x="22" y="53"/>
                  </a:cubicBezTo>
                  <a:cubicBezTo>
                    <a:pt x="22" y="53"/>
                    <a:pt x="22" y="53"/>
                    <a:pt x="23" y="53"/>
                  </a:cubicBezTo>
                  <a:cubicBezTo>
                    <a:pt x="23" y="53"/>
                    <a:pt x="23" y="54"/>
                    <a:pt x="23" y="54"/>
                  </a:cubicBezTo>
                  <a:cubicBezTo>
                    <a:pt x="23" y="54"/>
                    <a:pt x="24" y="56"/>
                    <a:pt x="25" y="55"/>
                  </a:cubicBezTo>
                  <a:cubicBezTo>
                    <a:pt x="25" y="55"/>
                    <a:pt x="24" y="54"/>
                    <a:pt x="24" y="54"/>
                  </a:cubicBezTo>
                  <a:cubicBezTo>
                    <a:pt x="24" y="53"/>
                    <a:pt x="24" y="52"/>
                    <a:pt x="24" y="51"/>
                  </a:cubicBezTo>
                  <a:cubicBezTo>
                    <a:pt x="23" y="50"/>
                    <a:pt x="23" y="48"/>
                    <a:pt x="23" y="48"/>
                  </a:cubicBezTo>
                  <a:cubicBezTo>
                    <a:pt x="22" y="48"/>
                    <a:pt x="22" y="48"/>
                    <a:pt x="21" y="48"/>
                  </a:cubicBezTo>
                  <a:cubicBezTo>
                    <a:pt x="20" y="48"/>
                    <a:pt x="21" y="46"/>
                    <a:pt x="21" y="46"/>
                  </a:cubicBezTo>
                  <a:cubicBezTo>
                    <a:pt x="22" y="46"/>
                    <a:pt x="23" y="48"/>
                    <a:pt x="24" y="49"/>
                  </a:cubicBezTo>
                  <a:cubicBezTo>
                    <a:pt x="25" y="50"/>
                    <a:pt x="26" y="52"/>
                    <a:pt x="27" y="53"/>
                  </a:cubicBezTo>
                  <a:cubicBezTo>
                    <a:pt x="28" y="55"/>
                    <a:pt x="29" y="56"/>
                    <a:pt x="30" y="58"/>
                  </a:cubicBezTo>
                  <a:cubicBezTo>
                    <a:pt x="30" y="58"/>
                    <a:pt x="30" y="59"/>
                    <a:pt x="30" y="59"/>
                  </a:cubicBezTo>
                  <a:cubicBezTo>
                    <a:pt x="30" y="60"/>
                    <a:pt x="30" y="60"/>
                    <a:pt x="30" y="60"/>
                  </a:cubicBezTo>
                  <a:cubicBezTo>
                    <a:pt x="30" y="61"/>
                    <a:pt x="31" y="61"/>
                    <a:pt x="30" y="61"/>
                  </a:cubicBezTo>
                  <a:cubicBezTo>
                    <a:pt x="30" y="62"/>
                    <a:pt x="30" y="63"/>
                    <a:pt x="30" y="64"/>
                  </a:cubicBezTo>
                  <a:cubicBezTo>
                    <a:pt x="29" y="64"/>
                    <a:pt x="30" y="65"/>
                    <a:pt x="30" y="66"/>
                  </a:cubicBezTo>
                  <a:close/>
                  <a:moveTo>
                    <a:pt x="20" y="30"/>
                  </a:moveTo>
                  <a:cubicBezTo>
                    <a:pt x="21" y="30"/>
                    <a:pt x="20" y="29"/>
                    <a:pt x="20" y="29"/>
                  </a:cubicBezTo>
                  <a:cubicBezTo>
                    <a:pt x="20" y="30"/>
                    <a:pt x="19" y="31"/>
                    <a:pt x="20" y="30"/>
                  </a:cubicBezTo>
                  <a:close/>
                  <a:moveTo>
                    <a:pt x="19" y="30"/>
                  </a:moveTo>
                  <a:cubicBezTo>
                    <a:pt x="20" y="29"/>
                    <a:pt x="19" y="29"/>
                    <a:pt x="19" y="29"/>
                  </a:cubicBezTo>
                  <a:cubicBezTo>
                    <a:pt x="18" y="29"/>
                    <a:pt x="19" y="30"/>
                    <a:pt x="19" y="3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40" name="Madagascar">
              <a:extLst>
                <a:ext uri="{FF2B5EF4-FFF2-40B4-BE49-F238E27FC236}">
                  <a16:creationId xmlns:a16="http://schemas.microsoft.com/office/drawing/2014/main" id="{ECCF00D8-F239-6CB8-4A1E-473FCF515999}"/>
                </a:ext>
              </a:extLst>
            </p:cNvPr>
            <p:cNvSpPr>
              <a:spLocks noEditPoints="1"/>
            </p:cNvSpPr>
            <p:nvPr/>
          </p:nvSpPr>
          <p:spPr bwMode="auto">
            <a:xfrm>
              <a:off x="7148893" y="4511888"/>
              <a:ext cx="261704" cy="532231"/>
            </a:xfrm>
            <a:custGeom>
              <a:avLst/>
              <a:gdLst/>
              <a:ahLst/>
              <a:cxnLst>
                <a:cxn ang="0">
                  <a:pos x="70" y="44"/>
                </a:cxn>
                <a:cxn ang="0">
                  <a:pos x="67" y="38"/>
                </a:cxn>
                <a:cxn ang="0">
                  <a:pos x="67" y="48"/>
                </a:cxn>
                <a:cxn ang="0">
                  <a:pos x="64" y="55"/>
                </a:cxn>
                <a:cxn ang="0">
                  <a:pos x="61" y="68"/>
                </a:cxn>
                <a:cxn ang="0">
                  <a:pos x="56" y="83"/>
                </a:cxn>
                <a:cxn ang="0">
                  <a:pos x="54" y="90"/>
                </a:cxn>
                <a:cxn ang="0">
                  <a:pos x="50" y="99"/>
                </a:cxn>
                <a:cxn ang="0">
                  <a:pos x="41" y="126"/>
                </a:cxn>
                <a:cxn ang="0">
                  <a:pos x="40" y="131"/>
                </a:cxn>
                <a:cxn ang="0">
                  <a:pos x="37" y="138"/>
                </a:cxn>
                <a:cxn ang="0">
                  <a:pos x="35" y="142"/>
                </a:cxn>
                <a:cxn ang="0">
                  <a:pos x="32" y="144"/>
                </a:cxn>
                <a:cxn ang="0">
                  <a:pos x="22" y="148"/>
                </a:cxn>
                <a:cxn ang="0">
                  <a:pos x="12" y="146"/>
                </a:cxn>
                <a:cxn ang="0">
                  <a:pos x="8" y="144"/>
                </a:cxn>
                <a:cxn ang="0">
                  <a:pos x="5" y="140"/>
                </a:cxn>
                <a:cxn ang="0">
                  <a:pos x="3" y="128"/>
                </a:cxn>
                <a:cxn ang="0">
                  <a:pos x="1" y="120"/>
                </a:cxn>
                <a:cxn ang="0">
                  <a:pos x="1" y="112"/>
                </a:cxn>
                <a:cxn ang="0">
                  <a:pos x="1" y="109"/>
                </a:cxn>
                <a:cxn ang="0">
                  <a:pos x="4" y="102"/>
                </a:cxn>
                <a:cxn ang="0">
                  <a:pos x="10" y="93"/>
                </a:cxn>
                <a:cxn ang="0">
                  <a:pos x="13" y="88"/>
                </a:cxn>
                <a:cxn ang="0">
                  <a:pos x="12" y="75"/>
                </a:cxn>
                <a:cxn ang="0">
                  <a:pos x="10" y="65"/>
                </a:cxn>
                <a:cxn ang="0">
                  <a:pos x="15" y="52"/>
                </a:cxn>
                <a:cxn ang="0">
                  <a:pos x="16" y="46"/>
                </a:cxn>
                <a:cxn ang="0">
                  <a:pos x="21" y="45"/>
                </a:cxn>
                <a:cxn ang="0">
                  <a:pos x="24" y="44"/>
                </a:cxn>
                <a:cxn ang="0">
                  <a:pos x="27" y="43"/>
                </a:cxn>
                <a:cxn ang="0">
                  <a:pos x="30" y="43"/>
                </a:cxn>
                <a:cxn ang="0">
                  <a:pos x="33" y="44"/>
                </a:cxn>
                <a:cxn ang="0">
                  <a:pos x="33" y="42"/>
                </a:cxn>
                <a:cxn ang="0">
                  <a:pos x="40" y="36"/>
                </a:cxn>
                <a:cxn ang="0">
                  <a:pos x="40" y="39"/>
                </a:cxn>
                <a:cxn ang="0">
                  <a:pos x="41" y="36"/>
                </a:cxn>
                <a:cxn ang="0">
                  <a:pos x="44" y="32"/>
                </a:cxn>
                <a:cxn ang="0">
                  <a:pos x="44" y="33"/>
                </a:cxn>
                <a:cxn ang="0">
                  <a:pos x="49" y="30"/>
                </a:cxn>
                <a:cxn ang="0">
                  <a:pos x="48" y="29"/>
                </a:cxn>
                <a:cxn ang="0">
                  <a:pos x="47" y="26"/>
                </a:cxn>
                <a:cxn ang="0">
                  <a:pos x="50" y="26"/>
                </a:cxn>
                <a:cxn ang="0">
                  <a:pos x="50" y="21"/>
                </a:cxn>
                <a:cxn ang="0">
                  <a:pos x="51" y="17"/>
                </a:cxn>
                <a:cxn ang="0">
                  <a:pos x="53" y="20"/>
                </a:cxn>
                <a:cxn ang="0">
                  <a:pos x="55" y="17"/>
                </a:cxn>
                <a:cxn ang="0">
                  <a:pos x="59" y="14"/>
                </a:cxn>
                <a:cxn ang="0">
                  <a:pos x="59" y="6"/>
                </a:cxn>
                <a:cxn ang="0">
                  <a:pos x="60" y="5"/>
                </a:cxn>
                <a:cxn ang="0">
                  <a:pos x="62" y="2"/>
                </a:cxn>
                <a:cxn ang="0">
                  <a:pos x="63" y="1"/>
                </a:cxn>
                <a:cxn ang="0">
                  <a:pos x="63" y="3"/>
                </a:cxn>
                <a:cxn ang="0">
                  <a:pos x="64" y="3"/>
                </a:cxn>
                <a:cxn ang="0">
                  <a:pos x="66" y="6"/>
                </a:cxn>
                <a:cxn ang="0">
                  <a:pos x="67" y="8"/>
                </a:cxn>
                <a:cxn ang="0">
                  <a:pos x="69" y="13"/>
                </a:cxn>
                <a:cxn ang="0">
                  <a:pos x="71" y="18"/>
                </a:cxn>
                <a:cxn ang="0">
                  <a:pos x="71" y="26"/>
                </a:cxn>
                <a:cxn ang="0">
                  <a:pos x="73" y="40"/>
                </a:cxn>
                <a:cxn ang="0">
                  <a:pos x="67" y="54"/>
                </a:cxn>
                <a:cxn ang="0">
                  <a:pos x="54" y="14"/>
                </a:cxn>
                <a:cxn ang="0">
                  <a:pos x="52" y="15"/>
                </a:cxn>
              </a:cxnLst>
              <a:rect l="0" t="0" r="r" b="b"/>
              <a:pathLst>
                <a:path w="74" h="150">
                  <a:moveTo>
                    <a:pt x="73" y="40"/>
                  </a:moveTo>
                  <a:cubicBezTo>
                    <a:pt x="72" y="40"/>
                    <a:pt x="72" y="41"/>
                    <a:pt x="72" y="42"/>
                  </a:cubicBezTo>
                  <a:cubicBezTo>
                    <a:pt x="71" y="42"/>
                    <a:pt x="71" y="43"/>
                    <a:pt x="71" y="43"/>
                  </a:cubicBezTo>
                  <a:cubicBezTo>
                    <a:pt x="71" y="44"/>
                    <a:pt x="70" y="44"/>
                    <a:pt x="70" y="44"/>
                  </a:cubicBezTo>
                  <a:cubicBezTo>
                    <a:pt x="70" y="43"/>
                    <a:pt x="69" y="43"/>
                    <a:pt x="69" y="42"/>
                  </a:cubicBezTo>
                  <a:cubicBezTo>
                    <a:pt x="69" y="41"/>
                    <a:pt x="68" y="41"/>
                    <a:pt x="68" y="40"/>
                  </a:cubicBezTo>
                  <a:cubicBezTo>
                    <a:pt x="68" y="40"/>
                    <a:pt x="68" y="39"/>
                    <a:pt x="68" y="39"/>
                  </a:cubicBezTo>
                  <a:cubicBezTo>
                    <a:pt x="68" y="38"/>
                    <a:pt x="68" y="38"/>
                    <a:pt x="67" y="38"/>
                  </a:cubicBezTo>
                  <a:cubicBezTo>
                    <a:pt x="66" y="38"/>
                    <a:pt x="66" y="38"/>
                    <a:pt x="65" y="39"/>
                  </a:cubicBezTo>
                  <a:cubicBezTo>
                    <a:pt x="65" y="40"/>
                    <a:pt x="66" y="42"/>
                    <a:pt x="66" y="43"/>
                  </a:cubicBezTo>
                  <a:cubicBezTo>
                    <a:pt x="66" y="44"/>
                    <a:pt x="65" y="45"/>
                    <a:pt x="66" y="46"/>
                  </a:cubicBezTo>
                  <a:cubicBezTo>
                    <a:pt x="67" y="46"/>
                    <a:pt x="66" y="48"/>
                    <a:pt x="67" y="48"/>
                  </a:cubicBezTo>
                  <a:cubicBezTo>
                    <a:pt x="67" y="49"/>
                    <a:pt x="67" y="50"/>
                    <a:pt x="66" y="50"/>
                  </a:cubicBezTo>
                  <a:cubicBezTo>
                    <a:pt x="66" y="51"/>
                    <a:pt x="65" y="52"/>
                    <a:pt x="65" y="53"/>
                  </a:cubicBezTo>
                  <a:cubicBezTo>
                    <a:pt x="65" y="53"/>
                    <a:pt x="66" y="53"/>
                    <a:pt x="66" y="53"/>
                  </a:cubicBezTo>
                  <a:cubicBezTo>
                    <a:pt x="65" y="54"/>
                    <a:pt x="64" y="53"/>
                    <a:pt x="64" y="55"/>
                  </a:cubicBezTo>
                  <a:cubicBezTo>
                    <a:pt x="63" y="56"/>
                    <a:pt x="62" y="58"/>
                    <a:pt x="62" y="59"/>
                  </a:cubicBezTo>
                  <a:cubicBezTo>
                    <a:pt x="63" y="61"/>
                    <a:pt x="63" y="63"/>
                    <a:pt x="62" y="64"/>
                  </a:cubicBezTo>
                  <a:cubicBezTo>
                    <a:pt x="62" y="65"/>
                    <a:pt x="62" y="66"/>
                    <a:pt x="62" y="66"/>
                  </a:cubicBezTo>
                  <a:cubicBezTo>
                    <a:pt x="61" y="67"/>
                    <a:pt x="62" y="68"/>
                    <a:pt x="61" y="68"/>
                  </a:cubicBezTo>
                  <a:cubicBezTo>
                    <a:pt x="61" y="69"/>
                    <a:pt x="61" y="70"/>
                    <a:pt x="61" y="71"/>
                  </a:cubicBezTo>
                  <a:cubicBezTo>
                    <a:pt x="61" y="71"/>
                    <a:pt x="60" y="72"/>
                    <a:pt x="60" y="73"/>
                  </a:cubicBezTo>
                  <a:cubicBezTo>
                    <a:pt x="59" y="75"/>
                    <a:pt x="58" y="77"/>
                    <a:pt x="57" y="78"/>
                  </a:cubicBezTo>
                  <a:cubicBezTo>
                    <a:pt x="57" y="80"/>
                    <a:pt x="56" y="82"/>
                    <a:pt x="56" y="83"/>
                  </a:cubicBezTo>
                  <a:cubicBezTo>
                    <a:pt x="55" y="84"/>
                    <a:pt x="55" y="85"/>
                    <a:pt x="55" y="86"/>
                  </a:cubicBezTo>
                  <a:cubicBezTo>
                    <a:pt x="55" y="86"/>
                    <a:pt x="55" y="87"/>
                    <a:pt x="54" y="88"/>
                  </a:cubicBezTo>
                  <a:cubicBezTo>
                    <a:pt x="54" y="88"/>
                    <a:pt x="54" y="88"/>
                    <a:pt x="54" y="88"/>
                  </a:cubicBezTo>
                  <a:cubicBezTo>
                    <a:pt x="54" y="89"/>
                    <a:pt x="54" y="89"/>
                    <a:pt x="54" y="90"/>
                  </a:cubicBezTo>
                  <a:cubicBezTo>
                    <a:pt x="53" y="92"/>
                    <a:pt x="52" y="94"/>
                    <a:pt x="51" y="95"/>
                  </a:cubicBezTo>
                  <a:cubicBezTo>
                    <a:pt x="51" y="96"/>
                    <a:pt x="51" y="97"/>
                    <a:pt x="51" y="98"/>
                  </a:cubicBezTo>
                  <a:cubicBezTo>
                    <a:pt x="51" y="98"/>
                    <a:pt x="50" y="99"/>
                    <a:pt x="50" y="99"/>
                  </a:cubicBezTo>
                  <a:cubicBezTo>
                    <a:pt x="50" y="99"/>
                    <a:pt x="50" y="99"/>
                    <a:pt x="50" y="99"/>
                  </a:cubicBezTo>
                  <a:cubicBezTo>
                    <a:pt x="50" y="100"/>
                    <a:pt x="50" y="101"/>
                    <a:pt x="49" y="103"/>
                  </a:cubicBezTo>
                  <a:cubicBezTo>
                    <a:pt x="48" y="106"/>
                    <a:pt x="47" y="109"/>
                    <a:pt x="45" y="113"/>
                  </a:cubicBezTo>
                  <a:cubicBezTo>
                    <a:pt x="44" y="116"/>
                    <a:pt x="43" y="120"/>
                    <a:pt x="42" y="124"/>
                  </a:cubicBezTo>
                  <a:cubicBezTo>
                    <a:pt x="42" y="125"/>
                    <a:pt x="42" y="125"/>
                    <a:pt x="41" y="126"/>
                  </a:cubicBezTo>
                  <a:cubicBezTo>
                    <a:pt x="41" y="127"/>
                    <a:pt x="41" y="127"/>
                    <a:pt x="41" y="127"/>
                  </a:cubicBezTo>
                  <a:cubicBezTo>
                    <a:pt x="41" y="128"/>
                    <a:pt x="41" y="127"/>
                    <a:pt x="41" y="127"/>
                  </a:cubicBezTo>
                  <a:cubicBezTo>
                    <a:pt x="40" y="128"/>
                    <a:pt x="41" y="128"/>
                    <a:pt x="41" y="129"/>
                  </a:cubicBezTo>
                  <a:cubicBezTo>
                    <a:pt x="40" y="130"/>
                    <a:pt x="40" y="130"/>
                    <a:pt x="40" y="131"/>
                  </a:cubicBezTo>
                  <a:cubicBezTo>
                    <a:pt x="40" y="131"/>
                    <a:pt x="39" y="132"/>
                    <a:pt x="39" y="133"/>
                  </a:cubicBezTo>
                  <a:cubicBezTo>
                    <a:pt x="39" y="133"/>
                    <a:pt x="39" y="134"/>
                    <a:pt x="38" y="134"/>
                  </a:cubicBezTo>
                  <a:cubicBezTo>
                    <a:pt x="38" y="135"/>
                    <a:pt x="38" y="135"/>
                    <a:pt x="38" y="135"/>
                  </a:cubicBezTo>
                  <a:cubicBezTo>
                    <a:pt x="37" y="136"/>
                    <a:pt x="37" y="137"/>
                    <a:pt x="37" y="138"/>
                  </a:cubicBezTo>
                  <a:cubicBezTo>
                    <a:pt x="37" y="138"/>
                    <a:pt x="36" y="139"/>
                    <a:pt x="36" y="140"/>
                  </a:cubicBezTo>
                  <a:cubicBezTo>
                    <a:pt x="36" y="140"/>
                    <a:pt x="36" y="141"/>
                    <a:pt x="36" y="141"/>
                  </a:cubicBezTo>
                  <a:cubicBezTo>
                    <a:pt x="35" y="141"/>
                    <a:pt x="35" y="142"/>
                    <a:pt x="35" y="142"/>
                  </a:cubicBezTo>
                  <a:cubicBezTo>
                    <a:pt x="35" y="142"/>
                    <a:pt x="35" y="142"/>
                    <a:pt x="35" y="142"/>
                  </a:cubicBezTo>
                  <a:cubicBezTo>
                    <a:pt x="35" y="143"/>
                    <a:pt x="35" y="143"/>
                    <a:pt x="34" y="143"/>
                  </a:cubicBezTo>
                  <a:cubicBezTo>
                    <a:pt x="34" y="143"/>
                    <a:pt x="34" y="144"/>
                    <a:pt x="34" y="144"/>
                  </a:cubicBezTo>
                  <a:cubicBezTo>
                    <a:pt x="33" y="144"/>
                    <a:pt x="33" y="143"/>
                    <a:pt x="33" y="144"/>
                  </a:cubicBezTo>
                  <a:cubicBezTo>
                    <a:pt x="33" y="144"/>
                    <a:pt x="33" y="144"/>
                    <a:pt x="32" y="144"/>
                  </a:cubicBezTo>
                  <a:cubicBezTo>
                    <a:pt x="32" y="145"/>
                    <a:pt x="31" y="145"/>
                    <a:pt x="31" y="145"/>
                  </a:cubicBezTo>
                  <a:cubicBezTo>
                    <a:pt x="30" y="145"/>
                    <a:pt x="30" y="145"/>
                    <a:pt x="29" y="145"/>
                  </a:cubicBezTo>
                  <a:cubicBezTo>
                    <a:pt x="28" y="145"/>
                    <a:pt x="27" y="145"/>
                    <a:pt x="26" y="145"/>
                  </a:cubicBezTo>
                  <a:cubicBezTo>
                    <a:pt x="25" y="146"/>
                    <a:pt x="23" y="147"/>
                    <a:pt x="22" y="148"/>
                  </a:cubicBezTo>
                  <a:cubicBezTo>
                    <a:pt x="21" y="149"/>
                    <a:pt x="20" y="149"/>
                    <a:pt x="18" y="149"/>
                  </a:cubicBezTo>
                  <a:cubicBezTo>
                    <a:pt x="17" y="149"/>
                    <a:pt x="17" y="150"/>
                    <a:pt x="16" y="150"/>
                  </a:cubicBezTo>
                  <a:cubicBezTo>
                    <a:pt x="16" y="149"/>
                    <a:pt x="16" y="149"/>
                    <a:pt x="15" y="149"/>
                  </a:cubicBezTo>
                  <a:cubicBezTo>
                    <a:pt x="14" y="148"/>
                    <a:pt x="13" y="147"/>
                    <a:pt x="12" y="146"/>
                  </a:cubicBezTo>
                  <a:cubicBezTo>
                    <a:pt x="10" y="146"/>
                    <a:pt x="9" y="146"/>
                    <a:pt x="8" y="145"/>
                  </a:cubicBezTo>
                  <a:cubicBezTo>
                    <a:pt x="9" y="145"/>
                    <a:pt x="9" y="145"/>
                    <a:pt x="9" y="145"/>
                  </a:cubicBezTo>
                  <a:cubicBezTo>
                    <a:pt x="10" y="146"/>
                    <a:pt x="9" y="145"/>
                    <a:pt x="9" y="145"/>
                  </a:cubicBezTo>
                  <a:cubicBezTo>
                    <a:pt x="9" y="145"/>
                    <a:pt x="8" y="145"/>
                    <a:pt x="8" y="144"/>
                  </a:cubicBezTo>
                  <a:cubicBezTo>
                    <a:pt x="8" y="144"/>
                    <a:pt x="7" y="144"/>
                    <a:pt x="7" y="144"/>
                  </a:cubicBezTo>
                  <a:cubicBezTo>
                    <a:pt x="7" y="143"/>
                    <a:pt x="6" y="143"/>
                    <a:pt x="6" y="143"/>
                  </a:cubicBezTo>
                  <a:cubicBezTo>
                    <a:pt x="6" y="143"/>
                    <a:pt x="6" y="142"/>
                    <a:pt x="6" y="142"/>
                  </a:cubicBezTo>
                  <a:cubicBezTo>
                    <a:pt x="6" y="141"/>
                    <a:pt x="5" y="141"/>
                    <a:pt x="5" y="140"/>
                  </a:cubicBezTo>
                  <a:cubicBezTo>
                    <a:pt x="5" y="140"/>
                    <a:pt x="5" y="140"/>
                    <a:pt x="5" y="139"/>
                  </a:cubicBezTo>
                  <a:cubicBezTo>
                    <a:pt x="5" y="137"/>
                    <a:pt x="3" y="137"/>
                    <a:pt x="3" y="135"/>
                  </a:cubicBezTo>
                  <a:cubicBezTo>
                    <a:pt x="3" y="133"/>
                    <a:pt x="3" y="131"/>
                    <a:pt x="3" y="129"/>
                  </a:cubicBezTo>
                  <a:cubicBezTo>
                    <a:pt x="3" y="129"/>
                    <a:pt x="3" y="128"/>
                    <a:pt x="3" y="128"/>
                  </a:cubicBezTo>
                  <a:cubicBezTo>
                    <a:pt x="4" y="128"/>
                    <a:pt x="4" y="127"/>
                    <a:pt x="4" y="126"/>
                  </a:cubicBezTo>
                  <a:cubicBezTo>
                    <a:pt x="4" y="125"/>
                    <a:pt x="3" y="125"/>
                    <a:pt x="3" y="124"/>
                  </a:cubicBezTo>
                  <a:cubicBezTo>
                    <a:pt x="3" y="123"/>
                    <a:pt x="3" y="122"/>
                    <a:pt x="3" y="122"/>
                  </a:cubicBezTo>
                  <a:cubicBezTo>
                    <a:pt x="2" y="121"/>
                    <a:pt x="1" y="120"/>
                    <a:pt x="1" y="120"/>
                  </a:cubicBezTo>
                  <a:cubicBezTo>
                    <a:pt x="1" y="119"/>
                    <a:pt x="1" y="117"/>
                    <a:pt x="1" y="116"/>
                  </a:cubicBezTo>
                  <a:cubicBezTo>
                    <a:pt x="0" y="116"/>
                    <a:pt x="0" y="115"/>
                    <a:pt x="0" y="114"/>
                  </a:cubicBezTo>
                  <a:cubicBezTo>
                    <a:pt x="0" y="113"/>
                    <a:pt x="0" y="113"/>
                    <a:pt x="0" y="113"/>
                  </a:cubicBezTo>
                  <a:cubicBezTo>
                    <a:pt x="0" y="112"/>
                    <a:pt x="1" y="113"/>
                    <a:pt x="1" y="112"/>
                  </a:cubicBezTo>
                  <a:cubicBezTo>
                    <a:pt x="1" y="112"/>
                    <a:pt x="0" y="111"/>
                    <a:pt x="0" y="111"/>
                  </a:cubicBezTo>
                  <a:cubicBezTo>
                    <a:pt x="0" y="110"/>
                    <a:pt x="1" y="110"/>
                    <a:pt x="1" y="109"/>
                  </a:cubicBezTo>
                  <a:cubicBezTo>
                    <a:pt x="1" y="109"/>
                    <a:pt x="1" y="108"/>
                    <a:pt x="1" y="109"/>
                  </a:cubicBezTo>
                  <a:cubicBezTo>
                    <a:pt x="1" y="109"/>
                    <a:pt x="1" y="109"/>
                    <a:pt x="1" y="109"/>
                  </a:cubicBezTo>
                  <a:cubicBezTo>
                    <a:pt x="2" y="109"/>
                    <a:pt x="1" y="108"/>
                    <a:pt x="1" y="107"/>
                  </a:cubicBezTo>
                  <a:cubicBezTo>
                    <a:pt x="2" y="107"/>
                    <a:pt x="3" y="107"/>
                    <a:pt x="3" y="106"/>
                  </a:cubicBezTo>
                  <a:cubicBezTo>
                    <a:pt x="3" y="104"/>
                    <a:pt x="3" y="104"/>
                    <a:pt x="3" y="103"/>
                  </a:cubicBezTo>
                  <a:cubicBezTo>
                    <a:pt x="3" y="103"/>
                    <a:pt x="4" y="102"/>
                    <a:pt x="4" y="102"/>
                  </a:cubicBezTo>
                  <a:cubicBezTo>
                    <a:pt x="5" y="102"/>
                    <a:pt x="5" y="102"/>
                    <a:pt x="5" y="102"/>
                  </a:cubicBezTo>
                  <a:cubicBezTo>
                    <a:pt x="7" y="102"/>
                    <a:pt x="7" y="99"/>
                    <a:pt x="7" y="98"/>
                  </a:cubicBezTo>
                  <a:cubicBezTo>
                    <a:pt x="8" y="97"/>
                    <a:pt x="9" y="96"/>
                    <a:pt x="9" y="95"/>
                  </a:cubicBezTo>
                  <a:cubicBezTo>
                    <a:pt x="9" y="95"/>
                    <a:pt x="10" y="93"/>
                    <a:pt x="10" y="93"/>
                  </a:cubicBezTo>
                  <a:cubicBezTo>
                    <a:pt x="10" y="93"/>
                    <a:pt x="10" y="93"/>
                    <a:pt x="11" y="92"/>
                  </a:cubicBezTo>
                  <a:cubicBezTo>
                    <a:pt x="11" y="92"/>
                    <a:pt x="11" y="92"/>
                    <a:pt x="11" y="91"/>
                  </a:cubicBezTo>
                  <a:cubicBezTo>
                    <a:pt x="11" y="91"/>
                    <a:pt x="12" y="90"/>
                    <a:pt x="12" y="90"/>
                  </a:cubicBezTo>
                  <a:cubicBezTo>
                    <a:pt x="12" y="89"/>
                    <a:pt x="13" y="89"/>
                    <a:pt x="13" y="88"/>
                  </a:cubicBezTo>
                  <a:cubicBezTo>
                    <a:pt x="13" y="87"/>
                    <a:pt x="13" y="87"/>
                    <a:pt x="13" y="86"/>
                  </a:cubicBezTo>
                  <a:cubicBezTo>
                    <a:pt x="12" y="86"/>
                    <a:pt x="13" y="84"/>
                    <a:pt x="13" y="83"/>
                  </a:cubicBezTo>
                  <a:cubicBezTo>
                    <a:pt x="14" y="81"/>
                    <a:pt x="12" y="80"/>
                    <a:pt x="11" y="78"/>
                  </a:cubicBezTo>
                  <a:cubicBezTo>
                    <a:pt x="11" y="77"/>
                    <a:pt x="12" y="76"/>
                    <a:pt x="12" y="75"/>
                  </a:cubicBezTo>
                  <a:cubicBezTo>
                    <a:pt x="12" y="74"/>
                    <a:pt x="11" y="73"/>
                    <a:pt x="11" y="72"/>
                  </a:cubicBezTo>
                  <a:cubicBezTo>
                    <a:pt x="10" y="72"/>
                    <a:pt x="10" y="71"/>
                    <a:pt x="10" y="71"/>
                  </a:cubicBezTo>
                  <a:cubicBezTo>
                    <a:pt x="10" y="70"/>
                    <a:pt x="10" y="69"/>
                    <a:pt x="10" y="69"/>
                  </a:cubicBezTo>
                  <a:cubicBezTo>
                    <a:pt x="10" y="68"/>
                    <a:pt x="10" y="66"/>
                    <a:pt x="10" y="65"/>
                  </a:cubicBezTo>
                  <a:cubicBezTo>
                    <a:pt x="10" y="64"/>
                    <a:pt x="10" y="63"/>
                    <a:pt x="10" y="62"/>
                  </a:cubicBezTo>
                  <a:cubicBezTo>
                    <a:pt x="9" y="61"/>
                    <a:pt x="9" y="60"/>
                    <a:pt x="10" y="59"/>
                  </a:cubicBezTo>
                  <a:cubicBezTo>
                    <a:pt x="11" y="58"/>
                    <a:pt x="12" y="56"/>
                    <a:pt x="13" y="54"/>
                  </a:cubicBezTo>
                  <a:cubicBezTo>
                    <a:pt x="14" y="53"/>
                    <a:pt x="14" y="52"/>
                    <a:pt x="15" y="52"/>
                  </a:cubicBezTo>
                  <a:cubicBezTo>
                    <a:pt x="15" y="51"/>
                    <a:pt x="14" y="50"/>
                    <a:pt x="15" y="50"/>
                  </a:cubicBezTo>
                  <a:cubicBezTo>
                    <a:pt x="15" y="50"/>
                    <a:pt x="15" y="50"/>
                    <a:pt x="15" y="50"/>
                  </a:cubicBezTo>
                  <a:cubicBezTo>
                    <a:pt x="15" y="49"/>
                    <a:pt x="14" y="49"/>
                    <a:pt x="15" y="48"/>
                  </a:cubicBezTo>
                  <a:cubicBezTo>
                    <a:pt x="15" y="47"/>
                    <a:pt x="15" y="46"/>
                    <a:pt x="16" y="46"/>
                  </a:cubicBezTo>
                  <a:cubicBezTo>
                    <a:pt x="16" y="46"/>
                    <a:pt x="17" y="46"/>
                    <a:pt x="17" y="46"/>
                  </a:cubicBezTo>
                  <a:cubicBezTo>
                    <a:pt x="18" y="46"/>
                    <a:pt x="18" y="46"/>
                    <a:pt x="18" y="46"/>
                  </a:cubicBezTo>
                  <a:cubicBezTo>
                    <a:pt x="19" y="47"/>
                    <a:pt x="19" y="47"/>
                    <a:pt x="19" y="46"/>
                  </a:cubicBezTo>
                  <a:cubicBezTo>
                    <a:pt x="20" y="46"/>
                    <a:pt x="20" y="46"/>
                    <a:pt x="21" y="45"/>
                  </a:cubicBezTo>
                  <a:cubicBezTo>
                    <a:pt x="21" y="45"/>
                    <a:pt x="22" y="44"/>
                    <a:pt x="23" y="43"/>
                  </a:cubicBezTo>
                  <a:cubicBezTo>
                    <a:pt x="24" y="43"/>
                    <a:pt x="22" y="46"/>
                    <a:pt x="24" y="45"/>
                  </a:cubicBezTo>
                  <a:cubicBezTo>
                    <a:pt x="24" y="45"/>
                    <a:pt x="24" y="45"/>
                    <a:pt x="24" y="45"/>
                  </a:cubicBezTo>
                  <a:cubicBezTo>
                    <a:pt x="24" y="44"/>
                    <a:pt x="24" y="44"/>
                    <a:pt x="24" y="44"/>
                  </a:cubicBezTo>
                  <a:cubicBezTo>
                    <a:pt x="24" y="44"/>
                    <a:pt x="25" y="44"/>
                    <a:pt x="26" y="44"/>
                  </a:cubicBezTo>
                  <a:cubicBezTo>
                    <a:pt x="26" y="44"/>
                    <a:pt x="26" y="44"/>
                    <a:pt x="26" y="45"/>
                  </a:cubicBezTo>
                  <a:cubicBezTo>
                    <a:pt x="26" y="45"/>
                    <a:pt x="26" y="44"/>
                    <a:pt x="26" y="44"/>
                  </a:cubicBezTo>
                  <a:cubicBezTo>
                    <a:pt x="26" y="44"/>
                    <a:pt x="27" y="43"/>
                    <a:pt x="27" y="43"/>
                  </a:cubicBezTo>
                  <a:cubicBezTo>
                    <a:pt x="27" y="43"/>
                    <a:pt x="26" y="42"/>
                    <a:pt x="27" y="42"/>
                  </a:cubicBezTo>
                  <a:cubicBezTo>
                    <a:pt x="28" y="42"/>
                    <a:pt x="28" y="42"/>
                    <a:pt x="28" y="42"/>
                  </a:cubicBezTo>
                  <a:cubicBezTo>
                    <a:pt x="29" y="42"/>
                    <a:pt x="29" y="42"/>
                    <a:pt x="29" y="42"/>
                  </a:cubicBezTo>
                  <a:cubicBezTo>
                    <a:pt x="30" y="42"/>
                    <a:pt x="30" y="42"/>
                    <a:pt x="30" y="43"/>
                  </a:cubicBezTo>
                  <a:cubicBezTo>
                    <a:pt x="31" y="43"/>
                    <a:pt x="31" y="42"/>
                    <a:pt x="30" y="42"/>
                  </a:cubicBezTo>
                  <a:cubicBezTo>
                    <a:pt x="30" y="41"/>
                    <a:pt x="32" y="40"/>
                    <a:pt x="32" y="41"/>
                  </a:cubicBezTo>
                  <a:cubicBezTo>
                    <a:pt x="33" y="41"/>
                    <a:pt x="32" y="42"/>
                    <a:pt x="32" y="43"/>
                  </a:cubicBezTo>
                  <a:cubicBezTo>
                    <a:pt x="33" y="43"/>
                    <a:pt x="33" y="43"/>
                    <a:pt x="33" y="44"/>
                  </a:cubicBezTo>
                  <a:cubicBezTo>
                    <a:pt x="33" y="44"/>
                    <a:pt x="33" y="43"/>
                    <a:pt x="33" y="44"/>
                  </a:cubicBezTo>
                  <a:cubicBezTo>
                    <a:pt x="34" y="44"/>
                    <a:pt x="34" y="44"/>
                    <a:pt x="34" y="43"/>
                  </a:cubicBezTo>
                  <a:cubicBezTo>
                    <a:pt x="34" y="43"/>
                    <a:pt x="34" y="44"/>
                    <a:pt x="35" y="44"/>
                  </a:cubicBezTo>
                  <a:cubicBezTo>
                    <a:pt x="34" y="43"/>
                    <a:pt x="34" y="42"/>
                    <a:pt x="33" y="42"/>
                  </a:cubicBezTo>
                  <a:cubicBezTo>
                    <a:pt x="33" y="42"/>
                    <a:pt x="34" y="41"/>
                    <a:pt x="33" y="41"/>
                  </a:cubicBezTo>
                  <a:cubicBezTo>
                    <a:pt x="32" y="40"/>
                    <a:pt x="36" y="38"/>
                    <a:pt x="37" y="38"/>
                  </a:cubicBezTo>
                  <a:cubicBezTo>
                    <a:pt x="36" y="37"/>
                    <a:pt x="38" y="37"/>
                    <a:pt x="38" y="36"/>
                  </a:cubicBezTo>
                  <a:cubicBezTo>
                    <a:pt x="38" y="36"/>
                    <a:pt x="40" y="35"/>
                    <a:pt x="40" y="36"/>
                  </a:cubicBezTo>
                  <a:cubicBezTo>
                    <a:pt x="40" y="36"/>
                    <a:pt x="40" y="36"/>
                    <a:pt x="40" y="36"/>
                  </a:cubicBezTo>
                  <a:cubicBezTo>
                    <a:pt x="40" y="37"/>
                    <a:pt x="41" y="37"/>
                    <a:pt x="40" y="37"/>
                  </a:cubicBezTo>
                  <a:cubicBezTo>
                    <a:pt x="40" y="38"/>
                    <a:pt x="39" y="38"/>
                    <a:pt x="39" y="39"/>
                  </a:cubicBezTo>
                  <a:cubicBezTo>
                    <a:pt x="40" y="39"/>
                    <a:pt x="40" y="39"/>
                    <a:pt x="40" y="39"/>
                  </a:cubicBezTo>
                  <a:cubicBezTo>
                    <a:pt x="40" y="38"/>
                    <a:pt x="40" y="39"/>
                    <a:pt x="41" y="38"/>
                  </a:cubicBezTo>
                  <a:cubicBezTo>
                    <a:pt x="41" y="38"/>
                    <a:pt x="41" y="38"/>
                    <a:pt x="41" y="38"/>
                  </a:cubicBezTo>
                  <a:cubicBezTo>
                    <a:pt x="41" y="38"/>
                    <a:pt x="42" y="38"/>
                    <a:pt x="42" y="38"/>
                  </a:cubicBezTo>
                  <a:cubicBezTo>
                    <a:pt x="42" y="38"/>
                    <a:pt x="41" y="36"/>
                    <a:pt x="41" y="36"/>
                  </a:cubicBezTo>
                  <a:cubicBezTo>
                    <a:pt x="41" y="36"/>
                    <a:pt x="41" y="36"/>
                    <a:pt x="41" y="36"/>
                  </a:cubicBezTo>
                  <a:cubicBezTo>
                    <a:pt x="41" y="35"/>
                    <a:pt x="41" y="35"/>
                    <a:pt x="41" y="34"/>
                  </a:cubicBezTo>
                  <a:cubicBezTo>
                    <a:pt x="42" y="34"/>
                    <a:pt x="42" y="33"/>
                    <a:pt x="43" y="32"/>
                  </a:cubicBezTo>
                  <a:cubicBezTo>
                    <a:pt x="43" y="32"/>
                    <a:pt x="44" y="32"/>
                    <a:pt x="44" y="32"/>
                  </a:cubicBezTo>
                  <a:cubicBezTo>
                    <a:pt x="44" y="31"/>
                    <a:pt x="43" y="32"/>
                    <a:pt x="43" y="31"/>
                  </a:cubicBezTo>
                  <a:cubicBezTo>
                    <a:pt x="43" y="31"/>
                    <a:pt x="45" y="29"/>
                    <a:pt x="45" y="30"/>
                  </a:cubicBezTo>
                  <a:cubicBezTo>
                    <a:pt x="45" y="31"/>
                    <a:pt x="45" y="31"/>
                    <a:pt x="45" y="32"/>
                  </a:cubicBezTo>
                  <a:cubicBezTo>
                    <a:pt x="44" y="32"/>
                    <a:pt x="44" y="33"/>
                    <a:pt x="44" y="33"/>
                  </a:cubicBezTo>
                  <a:cubicBezTo>
                    <a:pt x="44" y="34"/>
                    <a:pt x="44" y="34"/>
                    <a:pt x="44" y="34"/>
                  </a:cubicBezTo>
                  <a:cubicBezTo>
                    <a:pt x="45" y="34"/>
                    <a:pt x="45" y="33"/>
                    <a:pt x="45" y="33"/>
                  </a:cubicBezTo>
                  <a:cubicBezTo>
                    <a:pt x="46" y="32"/>
                    <a:pt x="47" y="30"/>
                    <a:pt x="48" y="28"/>
                  </a:cubicBezTo>
                  <a:cubicBezTo>
                    <a:pt x="48" y="29"/>
                    <a:pt x="49" y="29"/>
                    <a:pt x="49" y="30"/>
                  </a:cubicBezTo>
                  <a:cubicBezTo>
                    <a:pt x="49" y="30"/>
                    <a:pt x="49" y="29"/>
                    <a:pt x="50" y="29"/>
                  </a:cubicBezTo>
                  <a:cubicBezTo>
                    <a:pt x="50" y="29"/>
                    <a:pt x="50" y="30"/>
                    <a:pt x="50" y="30"/>
                  </a:cubicBezTo>
                  <a:cubicBezTo>
                    <a:pt x="50" y="30"/>
                    <a:pt x="50" y="28"/>
                    <a:pt x="49" y="28"/>
                  </a:cubicBezTo>
                  <a:cubicBezTo>
                    <a:pt x="49" y="28"/>
                    <a:pt x="49" y="29"/>
                    <a:pt x="48" y="29"/>
                  </a:cubicBezTo>
                  <a:cubicBezTo>
                    <a:pt x="48" y="28"/>
                    <a:pt x="48" y="28"/>
                    <a:pt x="48" y="28"/>
                  </a:cubicBezTo>
                  <a:cubicBezTo>
                    <a:pt x="48" y="28"/>
                    <a:pt x="48" y="29"/>
                    <a:pt x="48" y="29"/>
                  </a:cubicBezTo>
                  <a:cubicBezTo>
                    <a:pt x="47" y="29"/>
                    <a:pt x="47" y="28"/>
                    <a:pt x="47" y="28"/>
                  </a:cubicBezTo>
                  <a:cubicBezTo>
                    <a:pt x="47" y="27"/>
                    <a:pt x="47" y="27"/>
                    <a:pt x="47" y="26"/>
                  </a:cubicBezTo>
                  <a:cubicBezTo>
                    <a:pt x="48" y="26"/>
                    <a:pt x="48" y="25"/>
                    <a:pt x="48" y="25"/>
                  </a:cubicBezTo>
                  <a:cubicBezTo>
                    <a:pt x="49" y="25"/>
                    <a:pt x="49" y="25"/>
                    <a:pt x="49" y="25"/>
                  </a:cubicBezTo>
                  <a:cubicBezTo>
                    <a:pt x="50" y="24"/>
                    <a:pt x="49" y="24"/>
                    <a:pt x="49" y="23"/>
                  </a:cubicBezTo>
                  <a:cubicBezTo>
                    <a:pt x="51" y="23"/>
                    <a:pt x="50" y="26"/>
                    <a:pt x="50" y="26"/>
                  </a:cubicBezTo>
                  <a:cubicBezTo>
                    <a:pt x="50" y="26"/>
                    <a:pt x="50" y="24"/>
                    <a:pt x="50" y="24"/>
                  </a:cubicBezTo>
                  <a:cubicBezTo>
                    <a:pt x="51" y="23"/>
                    <a:pt x="51" y="23"/>
                    <a:pt x="50" y="23"/>
                  </a:cubicBezTo>
                  <a:cubicBezTo>
                    <a:pt x="50" y="23"/>
                    <a:pt x="49" y="22"/>
                    <a:pt x="50" y="22"/>
                  </a:cubicBezTo>
                  <a:cubicBezTo>
                    <a:pt x="50" y="22"/>
                    <a:pt x="50" y="22"/>
                    <a:pt x="50" y="21"/>
                  </a:cubicBezTo>
                  <a:cubicBezTo>
                    <a:pt x="49" y="21"/>
                    <a:pt x="49" y="19"/>
                    <a:pt x="50" y="19"/>
                  </a:cubicBezTo>
                  <a:cubicBezTo>
                    <a:pt x="49" y="18"/>
                    <a:pt x="49" y="18"/>
                    <a:pt x="50" y="18"/>
                  </a:cubicBezTo>
                  <a:cubicBezTo>
                    <a:pt x="50" y="17"/>
                    <a:pt x="50" y="17"/>
                    <a:pt x="50" y="17"/>
                  </a:cubicBezTo>
                  <a:cubicBezTo>
                    <a:pt x="50" y="17"/>
                    <a:pt x="50" y="17"/>
                    <a:pt x="51" y="17"/>
                  </a:cubicBezTo>
                  <a:cubicBezTo>
                    <a:pt x="51" y="17"/>
                    <a:pt x="51" y="17"/>
                    <a:pt x="51" y="17"/>
                  </a:cubicBezTo>
                  <a:cubicBezTo>
                    <a:pt x="51" y="17"/>
                    <a:pt x="51" y="18"/>
                    <a:pt x="51" y="18"/>
                  </a:cubicBezTo>
                  <a:cubicBezTo>
                    <a:pt x="52" y="18"/>
                    <a:pt x="52" y="18"/>
                    <a:pt x="52" y="19"/>
                  </a:cubicBezTo>
                  <a:cubicBezTo>
                    <a:pt x="52" y="19"/>
                    <a:pt x="53" y="20"/>
                    <a:pt x="53" y="20"/>
                  </a:cubicBezTo>
                  <a:cubicBezTo>
                    <a:pt x="54" y="20"/>
                    <a:pt x="54" y="19"/>
                    <a:pt x="54" y="18"/>
                  </a:cubicBezTo>
                  <a:cubicBezTo>
                    <a:pt x="54" y="18"/>
                    <a:pt x="54" y="17"/>
                    <a:pt x="54" y="17"/>
                  </a:cubicBezTo>
                  <a:cubicBezTo>
                    <a:pt x="54" y="17"/>
                    <a:pt x="54" y="17"/>
                    <a:pt x="54" y="17"/>
                  </a:cubicBezTo>
                  <a:cubicBezTo>
                    <a:pt x="55" y="17"/>
                    <a:pt x="55" y="17"/>
                    <a:pt x="55" y="17"/>
                  </a:cubicBezTo>
                  <a:cubicBezTo>
                    <a:pt x="56" y="17"/>
                    <a:pt x="55" y="15"/>
                    <a:pt x="55" y="15"/>
                  </a:cubicBezTo>
                  <a:cubicBezTo>
                    <a:pt x="55" y="15"/>
                    <a:pt x="56" y="16"/>
                    <a:pt x="56" y="16"/>
                  </a:cubicBezTo>
                  <a:cubicBezTo>
                    <a:pt x="56" y="16"/>
                    <a:pt x="57" y="16"/>
                    <a:pt x="58" y="15"/>
                  </a:cubicBezTo>
                  <a:cubicBezTo>
                    <a:pt x="58" y="15"/>
                    <a:pt x="58" y="14"/>
                    <a:pt x="59" y="14"/>
                  </a:cubicBezTo>
                  <a:cubicBezTo>
                    <a:pt x="59" y="13"/>
                    <a:pt x="58" y="13"/>
                    <a:pt x="59" y="12"/>
                  </a:cubicBezTo>
                  <a:cubicBezTo>
                    <a:pt x="59" y="11"/>
                    <a:pt x="60" y="10"/>
                    <a:pt x="59" y="8"/>
                  </a:cubicBezTo>
                  <a:cubicBezTo>
                    <a:pt x="59" y="7"/>
                    <a:pt x="59" y="7"/>
                    <a:pt x="59" y="7"/>
                  </a:cubicBezTo>
                  <a:cubicBezTo>
                    <a:pt x="59" y="6"/>
                    <a:pt x="59" y="6"/>
                    <a:pt x="59" y="6"/>
                  </a:cubicBezTo>
                  <a:cubicBezTo>
                    <a:pt x="59" y="6"/>
                    <a:pt x="58" y="5"/>
                    <a:pt x="58" y="5"/>
                  </a:cubicBezTo>
                  <a:cubicBezTo>
                    <a:pt x="58" y="5"/>
                    <a:pt x="58" y="4"/>
                    <a:pt x="59" y="5"/>
                  </a:cubicBezTo>
                  <a:cubicBezTo>
                    <a:pt x="59" y="5"/>
                    <a:pt x="59" y="6"/>
                    <a:pt x="60" y="6"/>
                  </a:cubicBezTo>
                  <a:cubicBezTo>
                    <a:pt x="60" y="5"/>
                    <a:pt x="60" y="5"/>
                    <a:pt x="60" y="5"/>
                  </a:cubicBezTo>
                  <a:cubicBezTo>
                    <a:pt x="60" y="4"/>
                    <a:pt x="60" y="4"/>
                    <a:pt x="60" y="4"/>
                  </a:cubicBezTo>
                  <a:cubicBezTo>
                    <a:pt x="60" y="4"/>
                    <a:pt x="61" y="4"/>
                    <a:pt x="61" y="4"/>
                  </a:cubicBezTo>
                  <a:cubicBezTo>
                    <a:pt x="61" y="3"/>
                    <a:pt x="62" y="3"/>
                    <a:pt x="62" y="3"/>
                  </a:cubicBezTo>
                  <a:cubicBezTo>
                    <a:pt x="62" y="3"/>
                    <a:pt x="62" y="2"/>
                    <a:pt x="62" y="2"/>
                  </a:cubicBezTo>
                  <a:cubicBezTo>
                    <a:pt x="63" y="1"/>
                    <a:pt x="62" y="1"/>
                    <a:pt x="62" y="1"/>
                  </a:cubicBezTo>
                  <a:cubicBezTo>
                    <a:pt x="62" y="1"/>
                    <a:pt x="62" y="1"/>
                    <a:pt x="62" y="1"/>
                  </a:cubicBezTo>
                  <a:cubicBezTo>
                    <a:pt x="62" y="1"/>
                    <a:pt x="63" y="1"/>
                    <a:pt x="63" y="1"/>
                  </a:cubicBezTo>
                  <a:cubicBezTo>
                    <a:pt x="63" y="1"/>
                    <a:pt x="63" y="1"/>
                    <a:pt x="63" y="1"/>
                  </a:cubicBezTo>
                  <a:cubicBezTo>
                    <a:pt x="62" y="0"/>
                    <a:pt x="63" y="0"/>
                    <a:pt x="63" y="0"/>
                  </a:cubicBezTo>
                  <a:cubicBezTo>
                    <a:pt x="64" y="0"/>
                    <a:pt x="64" y="2"/>
                    <a:pt x="64" y="2"/>
                  </a:cubicBezTo>
                  <a:cubicBezTo>
                    <a:pt x="64" y="2"/>
                    <a:pt x="63" y="2"/>
                    <a:pt x="63" y="2"/>
                  </a:cubicBezTo>
                  <a:cubicBezTo>
                    <a:pt x="63" y="2"/>
                    <a:pt x="63" y="3"/>
                    <a:pt x="63" y="3"/>
                  </a:cubicBezTo>
                  <a:cubicBezTo>
                    <a:pt x="64" y="3"/>
                    <a:pt x="63" y="3"/>
                    <a:pt x="63" y="3"/>
                  </a:cubicBezTo>
                  <a:cubicBezTo>
                    <a:pt x="62" y="4"/>
                    <a:pt x="63" y="3"/>
                    <a:pt x="64" y="3"/>
                  </a:cubicBezTo>
                  <a:cubicBezTo>
                    <a:pt x="64" y="3"/>
                    <a:pt x="64" y="4"/>
                    <a:pt x="64" y="3"/>
                  </a:cubicBezTo>
                  <a:cubicBezTo>
                    <a:pt x="64" y="3"/>
                    <a:pt x="64" y="3"/>
                    <a:pt x="64" y="3"/>
                  </a:cubicBezTo>
                  <a:cubicBezTo>
                    <a:pt x="65" y="3"/>
                    <a:pt x="65" y="4"/>
                    <a:pt x="65" y="4"/>
                  </a:cubicBezTo>
                  <a:cubicBezTo>
                    <a:pt x="65" y="4"/>
                    <a:pt x="66" y="5"/>
                    <a:pt x="66" y="5"/>
                  </a:cubicBezTo>
                  <a:cubicBezTo>
                    <a:pt x="65" y="5"/>
                    <a:pt x="66" y="5"/>
                    <a:pt x="66" y="5"/>
                  </a:cubicBezTo>
                  <a:cubicBezTo>
                    <a:pt x="66" y="5"/>
                    <a:pt x="66" y="5"/>
                    <a:pt x="66" y="6"/>
                  </a:cubicBezTo>
                  <a:cubicBezTo>
                    <a:pt x="66" y="6"/>
                    <a:pt x="66" y="6"/>
                    <a:pt x="66" y="6"/>
                  </a:cubicBezTo>
                  <a:cubicBezTo>
                    <a:pt x="66" y="6"/>
                    <a:pt x="66" y="7"/>
                    <a:pt x="66" y="7"/>
                  </a:cubicBezTo>
                  <a:cubicBezTo>
                    <a:pt x="66" y="8"/>
                    <a:pt x="67" y="8"/>
                    <a:pt x="67" y="9"/>
                  </a:cubicBezTo>
                  <a:cubicBezTo>
                    <a:pt x="67" y="9"/>
                    <a:pt x="67" y="9"/>
                    <a:pt x="67" y="8"/>
                  </a:cubicBezTo>
                  <a:cubicBezTo>
                    <a:pt x="68" y="8"/>
                    <a:pt x="68" y="9"/>
                    <a:pt x="68" y="9"/>
                  </a:cubicBezTo>
                  <a:cubicBezTo>
                    <a:pt x="68" y="10"/>
                    <a:pt x="68" y="10"/>
                    <a:pt x="69" y="10"/>
                  </a:cubicBezTo>
                  <a:cubicBezTo>
                    <a:pt x="69" y="10"/>
                    <a:pt x="68" y="10"/>
                    <a:pt x="69" y="10"/>
                  </a:cubicBezTo>
                  <a:cubicBezTo>
                    <a:pt x="69" y="11"/>
                    <a:pt x="69" y="12"/>
                    <a:pt x="69" y="13"/>
                  </a:cubicBezTo>
                  <a:cubicBezTo>
                    <a:pt x="69" y="13"/>
                    <a:pt x="69" y="15"/>
                    <a:pt x="70" y="15"/>
                  </a:cubicBezTo>
                  <a:cubicBezTo>
                    <a:pt x="70" y="15"/>
                    <a:pt x="70" y="15"/>
                    <a:pt x="70" y="15"/>
                  </a:cubicBezTo>
                  <a:cubicBezTo>
                    <a:pt x="70" y="15"/>
                    <a:pt x="70" y="16"/>
                    <a:pt x="70" y="16"/>
                  </a:cubicBezTo>
                  <a:cubicBezTo>
                    <a:pt x="70" y="17"/>
                    <a:pt x="70" y="18"/>
                    <a:pt x="71" y="18"/>
                  </a:cubicBezTo>
                  <a:cubicBezTo>
                    <a:pt x="71" y="19"/>
                    <a:pt x="71" y="20"/>
                    <a:pt x="71" y="21"/>
                  </a:cubicBezTo>
                  <a:cubicBezTo>
                    <a:pt x="71" y="22"/>
                    <a:pt x="71" y="23"/>
                    <a:pt x="71" y="24"/>
                  </a:cubicBezTo>
                  <a:cubicBezTo>
                    <a:pt x="71" y="24"/>
                    <a:pt x="71" y="24"/>
                    <a:pt x="71" y="25"/>
                  </a:cubicBezTo>
                  <a:cubicBezTo>
                    <a:pt x="71" y="25"/>
                    <a:pt x="71" y="25"/>
                    <a:pt x="71" y="26"/>
                  </a:cubicBezTo>
                  <a:cubicBezTo>
                    <a:pt x="71" y="26"/>
                    <a:pt x="71" y="27"/>
                    <a:pt x="71" y="28"/>
                  </a:cubicBezTo>
                  <a:cubicBezTo>
                    <a:pt x="71" y="29"/>
                    <a:pt x="71" y="30"/>
                    <a:pt x="71" y="31"/>
                  </a:cubicBezTo>
                  <a:cubicBezTo>
                    <a:pt x="72" y="32"/>
                    <a:pt x="72" y="34"/>
                    <a:pt x="73" y="35"/>
                  </a:cubicBezTo>
                  <a:cubicBezTo>
                    <a:pt x="74" y="36"/>
                    <a:pt x="73" y="38"/>
                    <a:pt x="73" y="40"/>
                  </a:cubicBezTo>
                  <a:close/>
                  <a:moveTo>
                    <a:pt x="67" y="54"/>
                  </a:moveTo>
                  <a:cubicBezTo>
                    <a:pt x="66" y="54"/>
                    <a:pt x="66" y="55"/>
                    <a:pt x="66" y="56"/>
                  </a:cubicBezTo>
                  <a:cubicBezTo>
                    <a:pt x="67" y="55"/>
                    <a:pt x="68" y="53"/>
                    <a:pt x="68" y="52"/>
                  </a:cubicBezTo>
                  <a:cubicBezTo>
                    <a:pt x="67" y="52"/>
                    <a:pt x="67" y="53"/>
                    <a:pt x="67" y="54"/>
                  </a:cubicBezTo>
                  <a:close/>
                  <a:moveTo>
                    <a:pt x="54" y="16"/>
                  </a:moveTo>
                  <a:cubicBezTo>
                    <a:pt x="54" y="16"/>
                    <a:pt x="54" y="15"/>
                    <a:pt x="54" y="15"/>
                  </a:cubicBezTo>
                  <a:cubicBezTo>
                    <a:pt x="54" y="15"/>
                    <a:pt x="54" y="15"/>
                    <a:pt x="54" y="15"/>
                  </a:cubicBezTo>
                  <a:cubicBezTo>
                    <a:pt x="54" y="14"/>
                    <a:pt x="54" y="14"/>
                    <a:pt x="54" y="14"/>
                  </a:cubicBezTo>
                  <a:cubicBezTo>
                    <a:pt x="53" y="14"/>
                    <a:pt x="54" y="14"/>
                    <a:pt x="54" y="14"/>
                  </a:cubicBezTo>
                  <a:cubicBezTo>
                    <a:pt x="53" y="13"/>
                    <a:pt x="53" y="14"/>
                    <a:pt x="53" y="14"/>
                  </a:cubicBezTo>
                  <a:cubicBezTo>
                    <a:pt x="53" y="14"/>
                    <a:pt x="52" y="14"/>
                    <a:pt x="52" y="14"/>
                  </a:cubicBezTo>
                  <a:cubicBezTo>
                    <a:pt x="52" y="14"/>
                    <a:pt x="52" y="15"/>
                    <a:pt x="52" y="15"/>
                  </a:cubicBezTo>
                  <a:cubicBezTo>
                    <a:pt x="53" y="16"/>
                    <a:pt x="53" y="15"/>
                    <a:pt x="54" y="1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41" name="Luxembourg">
              <a:extLst>
                <a:ext uri="{FF2B5EF4-FFF2-40B4-BE49-F238E27FC236}">
                  <a16:creationId xmlns:a16="http://schemas.microsoft.com/office/drawing/2014/main" id="{49D7D6ED-F8D8-6870-87AB-5215996C912C}"/>
                </a:ext>
              </a:extLst>
            </p:cNvPr>
            <p:cNvSpPr>
              <a:spLocks/>
            </p:cNvSpPr>
            <p:nvPr/>
          </p:nvSpPr>
          <p:spPr bwMode="auto">
            <a:xfrm>
              <a:off x="5909379" y="2097744"/>
              <a:ext cx="25484" cy="28425"/>
            </a:xfrm>
            <a:custGeom>
              <a:avLst/>
              <a:gdLst/>
              <a:ahLst/>
              <a:cxnLst>
                <a:cxn ang="0">
                  <a:pos x="7" y="4"/>
                </a:cxn>
                <a:cxn ang="0">
                  <a:pos x="7" y="4"/>
                </a:cxn>
                <a:cxn ang="0">
                  <a:pos x="6" y="4"/>
                </a:cxn>
                <a:cxn ang="0">
                  <a:pos x="5" y="3"/>
                </a:cxn>
                <a:cxn ang="0">
                  <a:pos x="4" y="2"/>
                </a:cxn>
                <a:cxn ang="0">
                  <a:pos x="4" y="2"/>
                </a:cxn>
                <a:cxn ang="0">
                  <a:pos x="4" y="1"/>
                </a:cxn>
                <a:cxn ang="0">
                  <a:pos x="4" y="0"/>
                </a:cxn>
                <a:cxn ang="0">
                  <a:pos x="3" y="0"/>
                </a:cxn>
                <a:cxn ang="0">
                  <a:pos x="2" y="0"/>
                </a:cxn>
                <a:cxn ang="0">
                  <a:pos x="2" y="1"/>
                </a:cxn>
                <a:cxn ang="0">
                  <a:pos x="1" y="2"/>
                </a:cxn>
                <a:cxn ang="0">
                  <a:pos x="1" y="2"/>
                </a:cxn>
                <a:cxn ang="0">
                  <a:pos x="1" y="2"/>
                </a:cxn>
                <a:cxn ang="0">
                  <a:pos x="1" y="3"/>
                </a:cxn>
                <a:cxn ang="0">
                  <a:pos x="1" y="4"/>
                </a:cxn>
                <a:cxn ang="0">
                  <a:pos x="1" y="4"/>
                </a:cxn>
                <a:cxn ang="0">
                  <a:pos x="1" y="5"/>
                </a:cxn>
                <a:cxn ang="0">
                  <a:pos x="2" y="5"/>
                </a:cxn>
                <a:cxn ang="0">
                  <a:pos x="2" y="5"/>
                </a:cxn>
                <a:cxn ang="0">
                  <a:pos x="2" y="6"/>
                </a:cxn>
                <a:cxn ang="0">
                  <a:pos x="1" y="6"/>
                </a:cxn>
                <a:cxn ang="0">
                  <a:pos x="1" y="7"/>
                </a:cxn>
                <a:cxn ang="0">
                  <a:pos x="2" y="7"/>
                </a:cxn>
                <a:cxn ang="0">
                  <a:pos x="3" y="8"/>
                </a:cxn>
                <a:cxn ang="0">
                  <a:pos x="4" y="7"/>
                </a:cxn>
                <a:cxn ang="0">
                  <a:pos x="4" y="7"/>
                </a:cxn>
                <a:cxn ang="0">
                  <a:pos x="6" y="8"/>
                </a:cxn>
                <a:cxn ang="0">
                  <a:pos x="6" y="6"/>
                </a:cxn>
                <a:cxn ang="0">
                  <a:pos x="6" y="6"/>
                </a:cxn>
                <a:cxn ang="0">
                  <a:pos x="6" y="5"/>
                </a:cxn>
                <a:cxn ang="0">
                  <a:pos x="7" y="5"/>
                </a:cxn>
                <a:cxn ang="0">
                  <a:pos x="7" y="4"/>
                </a:cxn>
              </a:cxnLst>
              <a:rect l="0" t="0" r="r" b="b"/>
              <a:pathLst>
                <a:path w="7" h="8">
                  <a:moveTo>
                    <a:pt x="7" y="4"/>
                  </a:moveTo>
                  <a:cubicBezTo>
                    <a:pt x="7" y="4"/>
                    <a:pt x="7" y="4"/>
                    <a:pt x="7" y="4"/>
                  </a:cubicBezTo>
                  <a:cubicBezTo>
                    <a:pt x="7" y="4"/>
                    <a:pt x="7" y="4"/>
                    <a:pt x="6" y="4"/>
                  </a:cubicBezTo>
                  <a:cubicBezTo>
                    <a:pt x="6" y="4"/>
                    <a:pt x="6" y="3"/>
                    <a:pt x="5" y="3"/>
                  </a:cubicBezTo>
                  <a:cubicBezTo>
                    <a:pt x="5" y="3"/>
                    <a:pt x="5" y="3"/>
                    <a:pt x="4" y="2"/>
                  </a:cubicBezTo>
                  <a:cubicBezTo>
                    <a:pt x="4" y="2"/>
                    <a:pt x="4" y="2"/>
                    <a:pt x="4" y="2"/>
                  </a:cubicBezTo>
                  <a:cubicBezTo>
                    <a:pt x="4" y="2"/>
                    <a:pt x="4" y="1"/>
                    <a:pt x="4" y="1"/>
                  </a:cubicBezTo>
                  <a:cubicBezTo>
                    <a:pt x="4" y="1"/>
                    <a:pt x="4" y="0"/>
                    <a:pt x="4" y="0"/>
                  </a:cubicBezTo>
                  <a:cubicBezTo>
                    <a:pt x="3" y="0"/>
                    <a:pt x="3" y="0"/>
                    <a:pt x="3" y="0"/>
                  </a:cubicBezTo>
                  <a:cubicBezTo>
                    <a:pt x="3" y="0"/>
                    <a:pt x="3" y="0"/>
                    <a:pt x="2" y="0"/>
                  </a:cubicBezTo>
                  <a:cubicBezTo>
                    <a:pt x="2" y="0"/>
                    <a:pt x="2" y="1"/>
                    <a:pt x="2" y="1"/>
                  </a:cubicBezTo>
                  <a:cubicBezTo>
                    <a:pt x="2" y="1"/>
                    <a:pt x="1" y="1"/>
                    <a:pt x="1" y="2"/>
                  </a:cubicBezTo>
                  <a:cubicBezTo>
                    <a:pt x="1" y="2"/>
                    <a:pt x="1" y="2"/>
                    <a:pt x="1" y="2"/>
                  </a:cubicBezTo>
                  <a:cubicBezTo>
                    <a:pt x="1" y="2"/>
                    <a:pt x="1" y="2"/>
                    <a:pt x="1" y="2"/>
                  </a:cubicBezTo>
                  <a:cubicBezTo>
                    <a:pt x="1" y="3"/>
                    <a:pt x="0" y="3"/>
                    <a:pt x="1" y="3"/>
                  </a:cubicBezTo>
                  <a:cubicBezTo>
                    <a:pt x="1" y="3"/>
                    <a:pt x="1" y="3"/>
                    <a:pt x="1" y="4"/>
                  </a:cubicBezTo>
                  <a:cubicBezTo>
                    <a:pt x="0" y="4"/>
                    <a:pt x="1" y="4"/>
                    <a:pt x="1" y="4"/>
                  </a:cubicBezTo>
                  <a:cubicBezTo>
                    <a:pt x="1" y="4"/>
                    <a:pt x="1" y="5"/>
                    <a:pt x="1" y="5"/>
                  </a:cubicBezTo>
                  <a:cubicBezTo>
                    <a:pt x="1" y="5"/>
                    <a:pt x="1" y="5"/>
                    <a:pt x="2" y="5"/>
                  </a:cubicBezTo>
                  <a:cubicBezTo>
                    <a:pt x="2" y="5"/>
                    <a:pt x="2" y="6"/>
                    <a:pt x="2" y="5"/>
                  </a:cubicBezTo>
                  <a:cubicBezTo>
                    <a:pt x="2" y="6"/>
                    <a:pt x="2" y="6"/>
                    <a:pt x="2" y="6"/>
                  </a:cubicBezTo>
                  <a:cubicBezTo>
                    <a:pt x="2" y="6"/>
                    <a:pt x="2" y="6"/>
                    <a:pt x="1" y="6"/>
                  </a:cubicBezTo>
                  <a:cubicBezTo>
                    <a:pt x="1" y="7"/>
                    <a:pt x="1" y="7"/>
                    <a:pt x="1" y="7"/>
                  </a:cubicBezTo>
                  <a:cubicBezTo>
                    <a:pt x="1" y="7"/>
                    <a:pt x="1" y="7"/>
                    <a:pt x="2" y="7"/>
                  </a:cubicBezTo>
                  <a:cubicBezTo>
                    <a:pt x="3" y="7"/>
                    <a:pt x="2" y="8"/>
                    <a:pt x="3" y="8"/>
                  </a:cubicBezTo>
                  <a:cubicBezTo>
                    <a:pt x="3" y="8"/>
                    <a:pt x="3" y="8"/>
                    <a:pt x="4" y="7"/>
                  </a:cubicBezTo>
                  <a:cubicBezTo>
                    <a:pt x="4" y="7"/>
                    <a:pt x="4" y="7"/>
                    <a:pt x="4" y="7"/>
                  </a:cubicBezTo>
                  <a:cubicBezTo>
                    <a:pt x="5" y="7"/>
                    <a:pt x="5" y="7"/>
                    <a:pt x="6" y="8"/>
                  </a:cubicBezTo>
                  <a:cubicBezTo>
                    <a:pt x="6" y="7"/>
                    <a:pt x="6" y="7"/>
                    <a:pt x="6" y="6"/>
                  </a:cubicBezTo>
                  <a:cubicBezTo>
                    <a:pt x="6" y="6"/>
                    <a:pt x="6" y="6"/>
                    <a:pt x="6" y="6"/>
                  </a:cubicBezTo>
                  <a:cubicBezTo>
                    <a:pt x="6" y="6"/>
                    <a:pt x="6" y="5"/>
                    <a:pt x="6" y="5"/>
                  </a:cubicBezTo>
                  <a:cubicBezTo>
                    <a:pt x="6" y="5"/>
                    <a:pt x="7" y="5"/>
                    <a:pt x="7" y="5"/>
                  </a:cubicBezTo>
                  <a:cubicBezTo>
                    <a:pt x="7" y="5"/>
                    <a:pt x="7" y="4"/>
                    <a:pt x="7" y="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42" name="Lithuania">
              <a:extLst>
                <a:ext uri="{FF2B5EF4-FFF2-40B4-BE49-F238E27FC236}">
                  <a16:creationId xmlns:a16="http://schemas.microsoft.com/office/drawing/2014/main" id="{65B50A1E-E849-858B-35C4-0A39B979AB67}"/>
                </a:ext>
              </a:extLst>
            </p:cNvPr>
            <p:cNvSpPr>
              <a:spLocks noEditPoints="1"/>
            </p:cNvSpPr>
            <p:nvPr/>
          </p:nvSpPr>
          <p:spPr bwMode="auto">
            <a:xfrm>
              <a:off x="6352414" y="1863483"/>
              <a:ext cx="169569" cy="96056"/>
            </a:xfrm>
            <a:custGeom>
              <a:avLst/>
              <a:gdLst/>
              <a:ahLst/>
              <a:cxnLst>
                <a:cxn ang="0">
                  <a:pos x="46" y="14"/>
                </a:cxn>
                <a:cxn ang="0">
                  <a:pos x="44" y="14"/>
                </a:cxn>
                <a:cxn ang="0">
                  <a:pos x="40" y="16"/>
                </a:cxn>
                <a:cxn ang="0">
                  <a:pos x="40" y="17"/>
                </a:cxn>
                <a:cxn ang="0">
                  <a:pos x="40" y="20"/>
                </a:cxn>
                <a:cxn ang="0">
                  <a:pos x="38" y="22"/>
                </a:cxn>
                <a:cxn ang="0">
                  <a:pos x="40" y="24"/>
                </a:cxn>
                <a:cxn ang="0">
                  <a:pos x="38" y="23"/>
                </a:cxn>
                <a:cxn ang="0">
                  <a:pos x="39" y="23"/>
                </a:cxn>
                <a:cxn ang="0">
                  <a:pos x="36" y="23"/>
                </a:cxn>
                <a:cxn ang="0">
                  <a:pos x="33" y="24"/>
                </a:cxn>
                <a:cxn ang="0">
                  <a:pos x="31" y="26"/>
                </a:cxn>
                <a:cxn ang="0">
                  <a:pos x="27" y="26"/>
                </a:cxn>
                <a:cxn ang="0">
                  <a:pos x="22" y="26"/>
                </a:cxn>
                <a:cxn ang="0">
                  <a:pos x="20" y="23"/>
                </a:cxn>
                <a:cxn ang="0">
                  <a:pos x="17" y="22"/>
                </a:cxn>
                <a:cxn ang="0">
                  <a:pos x="15" y="20"/>
                </a:cxn>
                <a:cxn ang="0">
                  <a:pos x="15" y="16"/>
                </a:cxn>
                <a:cxn ang="0">
                  <a:pos x="13" y="15"/>
                </a:cxn>
                <a:cxn ang="0">
                  <a:pos x="10" y="15"/>
                </a:cxn>
                <a:cxn ang="0">
                  <a:pos x="8" y="14"/>
                </a:cxn>
                <a:cxn ang="0">
                  <a:pos x="5" y="13"/>
                </a:cxn>
                <a:cxn ang="0">
                  <a:pos x="2" y="12"/>
                </a:cxn>
                <a:cxn ang="0">
                  <a:pos x="2" y="9"/>
                </a:cxn>
                <a:cxn ang="0">
                  <a:pos x="0" y="4"/>
                </a:cxn>
                <a:cxn ang="0">
                  <a:pos x="3" y="2"/>
                </a:cxn>
                <a:cxn ang="0">
                  <a:pos x="8" y="1"/>
                </a:cxn>
                <a:cxn ang="0">
                  <a:pos x="13" y="1"/>
                </a:cxn>
                <a:cxn ang="0">
                  <a:pos x="16" y="2"/>
                </a:cxn>
                <a:cxn ang="0">
                  <a:pos x="20" y="2"/>
                </a:cxn>
                <a:cxn ang="0">
                  <a:pos x="22" y="1"/>
                </a:cxn>
                <a:cxn ang="0">
                  <a:pos x="26" y="2"/>
                </a:cxn>
                <a:cxn ang="0">
                  <a:pos x="29" y="1"/>
                </a:cxn>
                <a:cxn ang="0">
                  <a:pos x="32" y="2"/>
                </a:cxn>
                <a:cxn ang="0">
                  <a:pos x="37" y="3"/>
                </a:cxn>
                <a:cxn ang="0">
                  <a:pos x="40" y="5"/>
                </a:cxn>
                <a:cxn ang="0">
                  <a:pos x="43" y="7"/>
                </a:cxn>
                <a:cxn ang="0">
                  <a:pos x="45" y="10"/>
                </a:cxn>
                <a:cxn ang="0">
                  <a:pos x="47" y="12"/>
                </a:cxn>
                <a:cxn ang="0">
                  <a:pos x="0" y="12"/>
                </a:cxn>
                <a:cxn ang="0">
                  <a:pos x="1" y="8"/>
                </a:cxn>
              </a:cxnLst>
              <a:rect l="0" t="0" r="r" b="b"/>
              <a:pathLst>
                <a:path w="48" h="27">
                  <a:moveTo>
                    <a:pt x="47" y="13"/>
                  </a:moveTo>
                  <a:cubicBezTo>
                    <a:pt x="46" y="13"/>
                    <a:pt x="46" y="13"/>
                    <a:pt x="46" y="14"/>
                  </a:cubicBezTo>
                  <a:cubicBezTo>
                    <a:pt x="46" y="14"/>
                    <a:pt x="45" y="14"/>
                    <a:pt x="45" y="14"/>
                  </a:cubicBezTo>
                  <a:cubicBezTo>
                    <a:pt x="44" y="14"/>
                    <a:pt x="44" y="14"/>
                    <a:pt x="44" y="14"/>
                  </a:cubicBezTo>
                  <a:cubicBezTo>
                    <a:pt x="43" y="14"/>
                    <a:pt x="43" y="15"/>
                    <a:pt x="43" y="15"/>
                  </a:cubicBezTo>
                  <a:cubicBezTo>
                    <a:pt x="42" y="16"/>
                    <a:pt x="41" y="15"/>
                    <a:pt x="40" y="16"/>
                  </a:cubicBezTo>
                  <a:cubicBezTo>
                    <a:pt x="40" y="16"/>
                    <a:pt x="40" y="17"/>
                    <a:pt x="40" y="17"/>
                  </a:cubicBezTo>
                  <a:cubicBezTo>
                    <a:pt x="40" y="17"/>
                    <a:pt x="40" y="17"/>
                    <a:pt x="40" y="17"/>
                  </a:cubicBezTo>
                  <a:cubicBezTo>
                    <a:pt x="39" y="18"/>
                    <a:pt x="39" y="18"/>
                    <a:pt x="39" y="18"/>
                  </a:cubicBezTo>
                  <a:cubicBezTo>
                    <a:pt x="39" y="19"/>
                    <a:pt x="40" y="19"/>
                    <a:pt x="40" y="20"/>
                  </a:cubicBezTo>
                  <a:cubicBezTo>
                    <a:pt x="39" y="20"/>
                    <a:pt x="39" y="20"/>
                    <a:pt x="39" y="21"/>
                  </a:cubicBezTo>
                  <a:cubicBezTo>
                    <a:pt x="39" y="21"/>
                    <a:pt x="38" y="22"/>
                    <a:pt x="38" y="22"/>
                  </a:cubicBezTo>
                  <a:cubicBezTo>
                    <a:pt x="38" y="23"/>
                    <a:pt x="39" y="22"/>
                    <a:pt x="39" y="22"/>
                  </a:cubicBezTo>
                  <a:cubicBezTo>
                    <a:pt x="40" y="22"/>
                    <a:pt x="40" y="23"/>
                    <a:pt x="40" y="24"/>
                  </a:cubicBezTo>
                  <a:cubicBezTo>
                    <a:pt x="40" y="24"/>
                    <a:pt x="38" y="25"/>
                    <a:pt x="38" y="24"/>
                  </a:cubicBezTo>
                  <a:cubicBezTo>
                    <a:pt x="38" y="24"/>
                    <a:pt x="38" y="24"/>
                    <a:pt x="38" y="23"/>
                  </a:cubicBezTo>
                  <a:cubicBezTo>
                    <a:pt x="38" y="24"/>
                    <a:pt x="38" y="23"/>
                    <a:pt x="38" y="23"/>
                  </a:cubicBezTo>
                  <a:cubicBezTo>
                    <a:pt x="38" y="23"/>
                    <a:pt x="39" y="23"/>
                    <a:pt x="39" y="23"/>
                  </a:cubicBezTo>
                  <a:cubicBezTo>
                    <a:pt x="39" y="23"/>
                    <a:pt x="38" y="23"/>
                    <a:pt x="38" y="23"/>
                  </a:cubicBezTo>
                  <a:cubicBezTo>
                    <a:pt x="37" y="22"/>
                    <a:pt x="37" y="23"/>
                    <a:pt x="36" y="23"/>
                  </a:cubicBezTo>
                  <a:cubicBezTo>
                    <a:pt x="35" y="23"/>
                    <a:pt x="36" y="23"/>
                    <a:pt x="35" y="24"/>
                  </a:cubicBezTo>
                  <a:cubicBezTo>
                    <a:pt x="34" y="25"/>
                    <a:pt x="34" y="24"/>
                    <a:pt x="33" y="24"/>
                  </a:cubicBezTo>
                  <a:cubicBezTo>
                    <a:pt x="31" y="24"/>
                    <a:pt x="33" y="25"/>
                    <a:pt x="33" y="26"/>
                  </a:cubicBezTo>
                  <a:cubicBezTo>
                    <a:pt x="32" y="26"/>
                    <a:pt x="32" y="26"/>
                    <a:pt x="31" y="26"/>
                  </a:cubicBezTo>
                  <a:cubicBezTo>
                    <a:pt x="30" y="26"/>
                    <a:pt x="29" y="27"/>
                    <a:pt x="28" y="27"/>
                  </a:cubicBezTo>
                  <a:cubicBezTo>
                    <a:pt x="28" y="27"/>
                    <a:pt x="28" y="26"/>
                    <a:pt x="27" y="26"/>
                  </a:cubicBezTo>
                  <a:cubicBezTo>
                    <a:pt x="26" y="27"/>
                    <a:pt x="25" y="26"/>
                    <a:pt x="25" y="26"/>
                  </a:cubicBezTo>
                  <a:cubicBezTo>
                    <a:pt x="24" y="27"/>
                    <a:pt x="23" y="27"/>
                    <a:pt x="22" y="26"/>
                  </a:cubicBezTo>
                  <a:cubicBezTo>
                    <a:pt x="21" y="26"/>
                    <a:pt x="22" y="26"/>
                    <a:pt x="22" y="25"/>
                  </a:cubicBezTo>
                  <a:cubicBezTo>
                    <a:pt x="22" y="24"/>
                    <a:pt x="21" y="24"/>
                    <a:pt x="20" y="23"/>
                  </a:cubicBezTo>
                  <a:cubicBezTo>
                    <a:pt x="20" y="23"/>
                    <a:pt x="19" y="23"/>
                    <a:pt x="18" y="22"/>
                  </a:cubicBezTo>
                  <a:cubicBezTo>
                    <a:pt x="18" y="22"/>
                    <a:pt x="18" y="22"/>
                    <a:pt x="17" y="22"/>
                  </a:cubicBezTo>
                  <a:cubicBezTo>
                    <a:pt x="17" y="21"/>
                    <a:pt x="16" y="21"/>
                    <a:pt x="16" y="22"/>
                  </a:cubicBezTo>
                  <a:cubicBezTo>
                    <a:pt x="15" y="21"/>
                    <a:pt x="15" y="21"/>
                    <a:pt x="15" y="20"/>
                  </a:cubicBezTo>
                  <a:cubicBezTo>
                    <a:pt x="15" y="19"/>
                    <a:pt x="15" y="18"/>
                    <a:pt x="16" y="18"/>
                  </a:cubicBezTo>
                  <a:cubicBezTo>
                    <a:pt x="16" y="17"/>
                    <a:pt x="15" y="16"/>
                    <a:pt x="15" y="16"/>
                  </a:cubicBezTo>
                  <a:cubicBezTo>
                    <a:pt x="15" y="16"/>
                    <a:pt x="14" y="16"/>
                    <a:pt x="14" y="15"/>
                  </a:cubicBezTo>
                  <a:cubicBezTo>
                    <a:pt x="14" y="15"/>
                    <a:pt x="14" y="15"/>
                    <a:pt x="13" y="15"/>
                  </a:cubicBezTo>
                  <a:cubicBezTo>
                    <a:pt x="13" y="15"/>
                    <a:pt x="12" y="15"/>
                    <a:pt x="11" y="15"/>
                  </a:cubicBezTo>
                  <a:cubicBezTo>
                    <a:pt x="11" y="15"/>
                    <a:pt x="10" y="15"/>
                    <a:pt x="10" y="15"/>
                  </a:cubicBezTo>
                  <a:cubicBezTo>
                    <a:pt x="10" y="15"/>
                    <a:pt x="9" y="15"/>
                    <a:pt x="9" y="15"/>
                  </a:cubicBezTo>
                  <a:cubicBezTo>
                    <a:pt x="9" y="14"/>
                    <a:pt x="8" y="15"/>
                    <a:pt x="8" y="14"/>
                  </a:cubicBezTo>
                  <a:cubicBezTo>
                    <a:pt x="7" y="14"/>
                    <a:pt x="7" y="14"/>
                    <a:pt x="6" y="14"/>
                  </a:cubicBezTo>
                  <a:cubicBezTo>
                    <a:pt x="6" y="14"/>
                    <a:pt x="5" y="13"/>
                    <a:pt x="5" y="13"/>
                  </a:cubicBezTo>
                  <a:cubicBezTo>
                    <a:pt x="4" y="13"/>
                    <a:pt x="4" y="12"/>
                    <a:pt x="3" y="13"/>
                  </a:cubicBezTo>
                  <a:cubicBezTo>
                    <a:pt x="3" y="12"/>
                    <a:pt x="3" y="11"/>
                    <a:pt x="2" y="12"/>
                  </a:cubicBezTo>
                  <a:cubicBezTo>
                    <a:pt x="2" y="12"/>
                    <a:pt x="2" y="11"/>
                    <a:pt x="2" y="11"/>
                  </a:cubicBezTo>
                  <a:cubicBezTo>
                    <a:pt x="2" y="10"/>
                    <a:pt x="2" y="9"/>
                    <a:pt x="2" y="9"/>
                  </a:cubicBezTo>
                  <a:cubicBezTo>
                    <a:pt x="1" y="8"/>
                    <a:pt x="1" y="8"/>
                    <a:pt x="0" y="7"/>
                  </a:cubicBezTo>
                  <a:cubicBezTo>
                    <a:pt x="0" y="6"/>
                    <a:pt x="1" y="5"/>
                    <a:pt x="0" y="4"/>
                  </a:cubicBezTo>
                  <a:cubicBezTo>
                    <a:pt x="1" y="4"/>
                    <a:pt x="2" y="4"/>
                    <a:pt x="2" y="3"/>
                  </a:cubicBezTo>
                  <a:cubicBezTo>
                    <a:pt x="2" y="3"/>
                    <a:pt x="3" y="2"/>
                    <a:pt x="3" y="2"/>
                  </a:cubicBezTo>
                  <a:cubicBezTo>
                    <a:pt x="4" y="2"/>
                    <a:pt x="5" y="2"/>
                    <a:pt x="6" y="2"/>
                  </a:cubicBezTo>
                  <a:cubicBezTo>
                    <a:pt x="7" y="1"/>
                    <a:pt x="7" y="1"/>
                    <a:pt x="8" y="1"/>
                  </a:cubicBezTo>
                  <a:cubicBezTo>
                    <a:pt x="9" y="1"/>
                    <a:pt x="10" y="1"/>
                    <a:pt x="11" y="1"/>
                  </a:cubicBezTo>
                  <a:cubicBezTo>
                    <a:pt x="12" y="1"/>
                    <a:pt x="13" y="1"/>
                    <a:pt x="13" y="1"/>
                  </a:cubicBezTo>
                  <a:cubicBezTo>
                    <a:pt x="14" y="1"/>
                    <a:pt x="14" y="1"/>
                    <a:pt x="15" y="1"/>
                  </a:cubicBezTo>
                  <a:cubicBezTo>
                    <a:pt x="16" y="1"/>
                    <a:pt x="16" y="2"/>
                    <a:pt x="16" y="2"/>
                  </a:cubicBezTo>
                  <a:cubicBezTo>
                    <a:pt x="17" y="2"/>
                    <a:pt x="17" y="1"/>
                    <a:pt x="18" y="1"/>
                  </a:cubicBezTo>
                  <a:cubicBezTo>
                    <a:pt x="19" y="1"/>
                    <a:pt x="19" y="1"/>
                    <a:pt x="20" y="2"/>
                  </a:cubicBezTo>
                  <a:cubicBezTo>
                    <a:pt x="20" y="2"/>
                    <a:pt x="20" y="1"/>
                    <a:pt x="21" y="1"/>
                  </a:cubicBezTo>
                  <a:cubicBezTo>
                    <a:pt x="21" y="1"/>
                    <a:pt x="21" y="1"/>
                    <a:pt x="22" y="1"/>
                  </a:cubicBezTo>
                  <a:cubicBezTo>
                    <a:pt x="22" y="2"/>
                    <a:pt x="23" y="1"/>
                    <a:pt x="24" y="2"/>
                  </a:cubicBezTo>
                  <a:cubicBezTo>
                    <a:pt x="25" y="2"/>
                    <a:pt x="25" y="2"/>
                    <a:pt x="26" y="2"/>
                  </a:cubicBezTo>
                  <a:cubicBezTo>
                    <a:pt x="27" y="2"/>
                    <a:pt x="27" y="2"/>
                    <a:pt x="28" y="2"/>
                  </a:cubicBezTo>
                  <a:cubicBezTo>
                    <a:pt x="28" y="2"/>
                    <a:pt x="29" y="1"/>
                    <a:pt x="29" y="1"/>
                  </a:cubicBezTo>
                  <a:cubicBezTo>
                    <a:pt x="29" y="1"/>
                    <a:pt x="30" y="1"/>
                    <a:pt x="31" y="0"/>
                  </a:cubicBezTo>
                  <a:cubicBezTo>
                    <a:pt x="31" y="0"/>
                    <a:pt x="32" y="2"/>
                    <a:pt x="32" y="2"/>
                  </a:cubicBezTo>
                  <a:cubicBezTo>
                    <a:pt x="33" y="3"/>
                    <a:pt x="34" y="3"/>
                    <a:pt x="35" y="3"/>
                  </a:cubicBezTo>
                  <a:cubicBezTo>
                    <a:pt x="36" y="3"/>
                    <a:pt x="37" y="3"/>
                    <a:pt x="37" y="3"/>
                  </a:cubicBezTo>
                  <a:cubicBezTo>
                    <a:pt x="38" y="4"/>
                    <a:pt x="38" y="4"/>
                    <a:pt x="38" y="4"/>
                  </a:cubicBezTo>
                  <a:cubicBezTo>
                    <a:pt x="39" y="4"/>
                    <a:pt x="39" y="5"/>
                    <a:pt x="40" y="5"/>
                  </a:cubicBezTo>
                  <a:cubicBezTo>
                    <a:pt x="40" y="6"/>
                    <a:pt x="41" y="6"/>
                    <a:pt x="42" y="6"/>
                  </a:cubicBezTo>
                  <a:cubicBezTo>
                    <a:pt x="42" y="7"/>
                    <a:pt x="42" y="7"/>
                    <a:pt x="43" y="7"/>
                  </a:cubicBezTo>
                  <a:cubicBezTo>
                    <a:pt x="43" y="8"/>
                    <a:pt x="44" y="8"/>
                    <a:pt x="45" y="8"/>
                  </a:cubicBezTo>
                  <a:cubicBezTo>
                    <a:pt x="46" y="9"/>
                    <a:pt x="45" y="9"/>
                    <a:pt x="45" y="10"/>
                  </a:cubicBezTo>
                  <a:cubicBezTo>
                    <a:pt x="45" y="11"/>
                    <a:pt x="44" y="12"/>
                    <a:pt x="45" y="12"/>
                  </a:cubicBezTo>
                  <a:cubicBezTo>
                    <a:pt x="46" y="12"/>
                    <a:pt x="46" y="12"/>
                    <a:pt x="47" y="12"/>
                  </a:cubicBezTo>
                  <a:cubicBezTo>
                    <a:pt x="48" y="12"/>
                    <a:pt x="47" y="13"/>
                    <a:pt x="47" y="13"/>
                  </a:cubicBezTo>
                  <a:close/>
                  <a:moveTo>
                    <a:pt x="0" y="12"/>
                  </a:moveTo>
                  <a:cubicBezTo>
                    <a:pt x="0" y="12"/>
                    <a:pt x="0" y="12"/>
                    <a:pt x="0" y="12"/>
                  </a:cubicBezTo>
                  <a:cubicBezTo>
                    <a:pt x="1" y="13"/>
                    <a:pt x="2" y="9"/>
                    <a:pt x="1" y="8"/>
                  </a:cubicBezTo>
                  <a:cubicBezTo>
                    <a:pt x="1" y="9"/>
                    <a:pt x="1" y="10"/>
                    <a:pt x="0" y="1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43" name="Liechtenstein">
              <a:extLst>
                <a:ext uri="{FF2B5EF4-FFF2-40B4-BE49-F238E27FC236}">
                  <a16:creationId xmlns:a16="http://schemas.microsoft.com/office/drawing/2014/main" id="{4FEFE38A-6587-3A76-6047-BC63FBC7F238}"/>
                </a:ext>
              </a:extLst>
            </p:cNvPr>
            <p:cNvSpPr>
              <a:spLocks/>
            </p:cNvSpPr>
            <p:nvPr/>
          </p:nvSpPr>
          <p:spPr bwMode="auto">
            <a:xfrm>
              <a:off x="6023078" y="2207522"/>
              <a:ext cx="3921" cy="10781"/>
            </a:xfrm>
            <a:custGeom>
              <a:avLst/>
              <a:gdLst/>
              <a:ahLst/>
              <a:cxnLst>
                <a:cxn ang="0">
                  <a:pos x="1" y="1"/>
                </a:cxn>
                <a:cxn ang="0">
                  <a:pos x="1" y="1"/>
                </a:cxn>
                <a:cxn ang="0">
                  <a:pos x="0" y="0"/>
                </a:cxn>
                <a:cxn ang="0">
                  <a:pos x="0" y="1"/>
                </a:cxn>
                <a:cxn ang="0">
                  <a:pos x="0" y="2"/>
                </a:cxn>
                <a:cxn ang="0">
                  <a:pos x="0" y="2"/>
                </a:cxn>
                <a:cxn ang="0">
                  <a:pos x="1" y="2"/>
                </a:cxn>
                <a:cxn ang="0">
                  <a:pos x="1" y="1"/>
                </a:cxn>
              </a:cxnLst>
              <a:rect l="0" t="0" r="r" b="b"/>
              <a:pathLst>
                <a:path w="1" h="3">
                  <a:moveTo>
                    <a:pt x="1" y="1"/>
                  </a:moveTo>
                  <a:cubicBezTo>
                    <a:pt x="1" y="1"/>
                    <a:pt x="1" y="1"/>
                    <a:pt x="1" y="1"/>
                  </a:cubicBezTo>
                  <a:cubicBezTo>
                    <a:pt x="0" y="0"/>
                    <a:pt x="0" y="0"/>
                    <a:pt x="0" y="0"/>
                  </a:cubicBezTo>
                  <a:cubicBezTo>
                    <a:pt x="0" y="0"/>
                    <a:pt x="0" y="0"/>
                    <a:pt x="0" y="1"/>
                  </a:cubicBezTo>
                  <a:cubicBezTo>
                    <a:pt x="0" y="1"/>
                    <a:pt x="0" y="1"/>
                    <a:pt x="0" y="2"/>
                  </a:cubicBezTo>
                  <a:cubicBezTo>
                    <a:pt x="0" y="2"/>
                    <a:pt x="0" y="2"/>
                    <a:pt x="0" y="2"/>
                  </a:cubicBezTo>
                  <a:cubicBezTo>
                    <a:pt x="0" y="2"/>
                    <a:pt x="1" y="3"/>
                    <a:pt x="1" y="2"/>
                  </a:cubicBezTo>
                  <a:cubicBezTo>
                    <a:pt x="1" y="2"/>
                    <a:pt x="1" y="1"/>
                    <a:pt x="1"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44" name="Libya">
              <a:extLst>
                <a:ext uri="{FF2B5EF4-FFF2-40B4-BE49-F238E27FC236}">
                  <a16:creationId xmlns:a16="http://schemas.microsoft.com/office/drawing/2014/main" id="{1538617F-3805-B6C2-7F07-E54EBDB7D149}"/>
                </a:ext>
              </a:extLst>
            </p:cNvPr>
            <p:cNvSpPr>
              <a:spLocks/>
            </p:cNvSpPr>
            <p:nvPr/>
          </p:nvSpPr>
          <p:spPr bwMode="auto">
            <a:xfrm>
              <a:off x="6016217" y="2753474"/>
              <a:ext cx="531248" cy="532231"/>
            </a:xfrm>
            <a:custGeom>
              <a:avLst/>
              <a:gdLst/>
              <a:ahLst/>
              <a:cxnLst>
                <a:cxn ang="0">
                  <a:pos x="145" y="39"/>
                </a:cxn>
                <a:cxn ang="0">
                  <a:pos x="144" y="33"/>
                </a:cxn>
                <a:cxn ang="0">
                  <a:pos x="145" y="22"/>
                </a:cxn>
                <a:cxn ang="0">
                  <a:pos x="147" y="17"/>
                </a:cxn>
                <a:cxn ang="0">
                  <a:pos x="144" y="13"/>
                </a:cxn>
                <a:cxn ang="0">
                  <a:pos x="137" y="12"/>
                </a:cxn>
                <a:cxn ang="0">
                  <a:pos x="132" y="11"/>
                </a:cxn>
                <a:cxn ang="0">
                  <a:pos x="128" y="9"/>
                </a:cxn>
                <a:cxn ang="0">
                  <a:pos x="128" y="6"/>
                </a:cxn>
                <a:cxn ang="0">
                  <a:pos x="120" y="3"/>
                </a:cxn>
                <a:cxn ang="0">
                  <a:pos x="117" y="3"/>
                </a:cxn>
                <a:cxn ang="0">
                  <a:pos x="111" y="4"/>
                </a:cxn>
                <a:cxn ang="0">
                  <a:pos x="98" y="14"/>
                </a:cxn>
                <a:cxn ang="0">
                  <a:pos x="99" y="26"/>
                </a:cxn>
                <a:cxn ang="0">
                  <a:pos x="88" y="31"/>
                </a:cxn>
                <a:cxn ang="0">
                  <a:pos x="82" y="26"/>
                </a:cxn>
                <a:cxn ang="0">
                  <a:pos x="78" y="24"/>
                </a:cxn>
                <a:cxn ang="0">
                  <a:pos x="61" y="20"/>
                </a:cxn>
                <a:cxn ang="0">
                  <a:pos x="54" y="8"/>
                </a:cxn>
                <a:cxn ang="0">
                  <a:pos x="46" y="5"/>
                </a:cxn>
                <a:cxn ang="0">
                  <a:pos x="39" y="3"/>
                </a:cxn>
                <a:cxn ang="0">
                  <a:pos x="27" y="3"/>
                </a:cxn>
                <a:cxn ang="0">
                  <a:pos x="22" y="0"/>
                </a:cxn>
                <a:cxn ang="0">
                  <a:pos x="21" y="6"/>
                </a:cxn>
                <a:cxn ang="0">
                  <a:pos x="15" y="11"/>
                </a:cxn>
                <a:cxn ang="0">
                  <a:pos x="12" y="14"/>
                </a:cxn>
                <a:cxn ang="0">
                  <a:pos x="9" y="17"/>
                </a:cxn>
                <a:cxn ang="0">
                  <a:pos x="9" y="23"/>
                </a:cxn>
                <a:cxn ang="0">
                  <a:pos x="2" y="32"/>
                </a:cxn>
                <a:cxn ang="0">
                  <a:pos x="3" y="38"/>
                </a:cxn>
                <a:cxn ang="0">
                  <a:pos x="6" y="58"/>
                </a:cxn>
                <a:cxn ang="0">
                  <a:pos x="4" y="63"/>
                </a:cxn>
                <a:cxn ang="0">
                  <a:pos x="5" y="69"/>
                </a:cxn>
                <a:cxn ang="0">
                  <a:pos x="3" y="74"/>
                </a:cxn>
                <a:cxn ang="0">
                  <a:pos x="4" y="82"/>
                </a:cxn>
                <a:cxn ang="0">
                  <a:pos x="8" y="92"/>
                </a:cxn>
                <a:cxn ang="0">
                  <a:pos x="14" y="95"/>
                </a:cxn>
                <a:cxn ang="0">
                  <a:pos x="23" y="101"/>
                </a:cxn>
                <a:cxn ang="0">
                  <a:pos x="34" y="108"/>
                </a:cxn>
                <a:cxn ang="0">
                  <a:pos x="47" y="115"/>
                </a:cxn>
                <a:cxn ang="0">
                  <a:pos x="66" y="108"/>
                </a:cxn>
                <a:cxn ang="0">
                  <a:pos x="140" y="150"/>
                </a:cxn>
                <a:cxn ang="0">
                  <a:pos x="145" y="144"/>
                </a:cxn>
              </a:cxnLst>
              <a:rect l="0" t="0" r="r" b="b"/>
              <a:pathLst>
                <a:path w="150" h="150">
                  <a:moveTo>
                    <a:pt x="148" y="70"/>
                  </a:moveTo>
                  <a:cubicBezTo>
                    <a:pt x="147" y="61"/>
                    <a:pt x="147" y="53"/>
                    <a:pt x="147" y="44"/>
                  </a:cubicBezTo>
                  <a:cubicBezTo>
                    <a:pt x="147" y="43"/>
                    <a:pt x="145" y="41"/>
                    <a:pt x="145" y="39"/>
                  </a:cubicBezTo>
                  <a:cubicBezTo>
                    <a:pt x="145" y="38"/>
                    <a:pt x="145" y="38"/>
                    <a:pt x="145" y="37"/>
                  </a:cubicBezTo>
                  <a:cubicBezTo>
                    <a:pt x="144" y="37"/>
                    <a:pt x="145" y="36"/>
                    <a:pt x="145" y="35"/>
                  </a:cubicBezTo>
                  <a:cubicBezTo>
                    <a:pt x="144" y="34"/>
                    <a:pt x="143" y="34"/>
                    <a:pt x="144" y="33"/>
                  </a:cubicBezTo>
                  <a:cubicBezTo>
                    <a:pt x="144" y="32"/>
                    <a:pt x="144" y="31"/>
                    <a:pt x="144" y="31"/>
                  </a:cubicBezTo>
                  <a:cubicBezTo>
                    <a:pt x="145" y="29"/>
                    <a:pt x="146" y="28"/>
                    <a:pt x="146" y="27"/>
                  </a:cubicBezTo>
                  <a:cubicBezTo>
                    <a:pt x="146" y="25"/>
                    <a:pt x="145" y="23"/>
                    <a:pt x="145" y="22"/>
                  </a:cubicBezTo>
                  <a:cubicBezTo>
                    <a:pt x="144" y="21"/>
                    <a:pt x="144" y="20"/>
                    <a:pt x="145" y="19"/>
                  </a:cubicBezTo>
                  <a:cubicBezTo>
                    <a:pt x="145" y="19"/>
                    <a:pt x="145" y="19"/>
                    <a:pt x="146" y="18"/>
                  </a:cubicBezTo>
                  <a:cubicBezTo>
                    <a:pt x="146" y="18"/>
                    <a:pt x="147" y="17"/>
                    <a:pt x="147" y="17"/>
                  </a:cubicBezTo>
                  <a:cubicBezTo>
                    <a:pt x="147" y="16"/>
                    <a:pt x="146" y="15"/>
                    <a:pt x="146" y="15"/>
                  </a:cubicBezTo>
                  <a:cubicBezTo>
                    <a:pt x="146" y="14"/>
                    <a:pt x="146" y="14"/>
                    <a:pt x="146" y="13"/>
                  </a:cubicBezTo>
                  <a:cubicBezTo>
                    <a:pt x="145" y="13"/>
                    <a:pt x="144" y="13"/>
                    <a:pt x="144" y="13"/>
                  </a:cubicBezTo>
                  <a:cubicBezTo>
                    <a:pt x="143" y="12"/>
                    <a:pt x="142" y="12"/>
                    <a:pt x="141" y="13"/>
                  </a:cubicBezTo>
                  <a:cubicBezTo>
                    <a:pt x="141" y="13"/>
                    <a:pt x="140" y="13"/>
                    <a:pt x="139" y="13"/>
                  </a:cubicBezTo>
                  <a:cubicBezTo>
                    <a:pt x="138" y="13"/>
                    <a:pt x="137" y="13"/>
                    <a:pt x="137" y="12"/>
                  </a:cubicBezTo>
                  <a:cubicBezTo>
                    <a:pt x="136" y="12"/>
                    <a:pt x="136" y="12"/>
                    <a:pt x="136" y="12"/>
                  </a:cubicBezTo>
                  <a:cubicBezTo>
                    <a:pt x="136" y="11"/>
                    <a:pt x="134" y="11"/>
                    <a:pt x="134" y="11"/>
                  </a:cubicBezTo>
                  <a:cubicBezTo>
                    <a:pt x="134" y="11"/>
                    <a:pt x="133" y="11"/>
                    <a:pt x="132" y="11"/>
                  </a:cubicBezTo>
                  <a:cubicBezTo>
                    <a:pt x="132" y="11"/>
                    <a:pt x="131" y="11"/>
                    <a:pt x="130" y="10"/>
                  </a:cubicBezTo>
                  <a:cubicBezTo>
                    <a:pt x="130" y="10"/>
                    <a:pt x="130" y="10"/>
                    <a:pt x="130" y="11"/>
                  </a:cubicBezTo>
                  <a:cubicBezTo>
                    <a:pt x="129" y="10"/>
                    <a:pt x="129" y="10"/>
                    <a:pt x="128" y="9"/>
                  </a:cubicBezTo>
                  <a:cubicBezTo>
                    <a:pt x="127" y="9"/>
                    <a:pt x="127" y="9"/>
                    <a:pt x="128" y="8"/>
                  </a:cubicBezTo>
                  <a:cubicBezTo>
                    <a:pt x="128" y="9"/>
                    <a:pt x="128" y="8"/>
                    <a:pt x="128" y="7"/>
                  </a:cubicBezTo>
                  <a:cubicBezTo>
                    <a:pt x="128" y="7"/>
                    <a:pt x="127" y="6"/>
                    <a:pt x="128" y="6"/>
                  </a:cubicBezTo>
                  <a:cubicBezTo>
                    <a:pt x="128" y="5"/>
                    <a:pt x="125" y="5"/>
                    <a:pt x="124" y="5"/>
                  </a:cubicBezTo>
                  <a:cubicBezTo>
                    <a:pt x="123" y="4"/>
                    <a:pt x="123" y="4"/>
                    <a:pt x="122" y="4"/>
                  </a:cubicBezTo>
                  <a:cubicBezTo>
                    <a:pt x="121" y="4"/>
                    <a:pt x="121" y="3"/>
                    <a:pt x="120" y="3"/>
                  </a:cubicBezTo>
                  <a:cubicBezTo>
                    <a:pt x="120" y="3"/>
                    <a:pt x="119" y="3"/>
                    <a:pt x="119" y="3"/>
                  </a:cubicBezTo>
                  <a:cubicBezTo>
                    <a:pt x="119" y="3"/>
                    <a:pt x="119" y="2"/>
                    <a:pt x="119" y="2"/>
                  </a:cubicBezTo>
                  <a:cubicBezTo>
                    <a:pt x="118" y="2"/>
                    <a:pt x="118" y="3"/>
                    <a:pt x="117" y="3"/>
                  </a:cubicBezTo>
                  <a:cubicBezTo>
                    <a:pt x="117" y="3"/>
                    <a:pt x="116" y="3"/>
                    <a:pt x="115" y="3"/>
                  </a:cubicBezTo>
                  <a:cubicBezTo>
                    <a:pt x="115" y="2"/>
                    <a:pt x="114" y="2"/>
                    <a:pt x="114" y="2"/>
                  </a:cubicBezTo>
                  <a:cubicBezTo>
                    <a:pt x="113" y="3"/>
                    <a:pt x="112" y="4"/>
                    <a:pt x="111" y="4"/>
                  </a:cubicBezTo>
                  <a:cubicBezTo>
                    <a:pt x="109" y="4"/>
                    <a:pt x="108" y="4"/>
                    <a:pt x="107" y="5"/>
                  </a:cubicBezTo>
                  <a:cubicBezTo>
                    <a:pt x="106" y="6"/>
                    <a:pt x="104" y="6"/>
                    <a:pt x="103" y="7"/>
                  </a:cubicBezTo>
                  <a:cubicBezTo>
                    <a:pt x="101" y="9"/>
                    <a:pt x="99" y="11"/>
                    <a:pt x="98" y="14"/>
                  </a:cubicBezTo>
                  <a:cubicBezTo>
                    <a:pt x="98" y="16"/>
                    <a:pt x="99" y="17"/>
                    <a:pt x="99" y="19"/>
                  </a:cubicBezTo>
                  <a:cubicBezTo>
                    <a:pt x="100" y="20"/>
                    <a:pt x="101" y="21"/>
                    <a:pt x="101" y="23"/>
                  </a:cubicBezTo>
                  <a:cubicBezTo>
                    <a:pt x="101" y="24"/>
                    <a:pt x="100" y="25"/>
                    <a:pt x="99" y="26"/>
                  </a:cubicBezTo>
                  <a:cubicBezTo>
                    <a:pt x="98" y="27"/>
                    <a:pt x="98" y="29"/>
                    <a:pt x="96" y="30"/>
                  </a:cubicBezTo>
                  <a:cubicBezTo>
                    <a:pt x="95" y="30"/>
                    <a:pt x="94" y="31"/>
                    <a:pt x="92" y="32"/>
                  </a:cubicBezTo>
                  <a:cubicBezTo>
                    <a:pt x="91" y="32"/>
                    <a:pt x="90" y="31"/>
                    <a:pt x="88" y="31"/>
                  </a:cubicBezTo>
                  <a:cubicBezTo>
                    <a:pt x="87" y="30"/>
                    <a:pt x="87" y="29"/>
                    <a:pt x="86" y="29"/>
                  </a:cubicBezTo>
                  <a:cubicBezTo>
                    <a:pt x="85" y="28"/>
                    <a:pt x="85" y="28"/>
                    <a:pt x="84" y="27"/>
                  </a:cubicBezTo>
                  <a:cubicBezTo>
                    <a:pt x="83" y="27"/>
                    <a:pt x="83" y="26"/>
                    <a:pt x="82" y="26"/>
                  </a:cubicBezTo>
                  <a:cubicBezTo>
                    <a:pt x="82" y="26"/>
                    <a:pt x="81" y="26"/>
                    <a:pt x="80" y="25"/>
                  </a:cubicBezTo>
                  <a:cubicBezTo>
                    <a:pt x="80" y="25"/>
                    <a:pt x="80" y="25"/>
                    <a:pt x="80" y="25"/>
                  </a:cubicBezTo>
                  <a:cubicBezTo>
                    <a:pt x="79" y="24"/>
                    <a:pt x="79" y="24"/>
                    <a:pt x="78" y="24"/>
                  </a:cubicBezTo>
                  <a:cubicBezTo>
                    <a:pt x="78" y="24"/>
                    <a:pt x="77" y="24"/>
                    <a:pt x="76" y="23"/>
                  </a:cubicBezTo>
                  <a:cubicBezTo>
                    <a:pt x="74" y="23"/>
                    <a:pt x="72" y="22"/>
                    <a:pt x="71" y="22"/>
                  </a:cubicBezTo>
                  <a:cubicBezTo>
                    <a:pt x="67" y="21"/>
                    <a:pt x="64" y="22"/>
                    <a:pt x="61" y="20"/>
                  </a:cubicBezTo>
                  <a:cubicBezTo>
                    <a:pt x="60" y="19"/>
                    <a:pt x="58" y="18"/>
                    <a:pt x="58" y="17"/>
                  </a:cubicBezTo>
                  <a:cubicBezTo>
                    <a:pt x="57" y="16"/>
                    <a:pt x="56" y="14"/>
                    <a:pt x="56" y="12"/>
                  </a:cubicBezTo>
                  <a:cubicBezTo>
                    <a:pt x="56" y="11"/>
                    <a:pt x="56" y="9"/>
                    <a:pt x="54" y="8"/>
                  </a:cubicBezTo>
                  <a:cubicBezTo>
                    <a:pt x="53" y="8"/>
                    <a:pt x="51" y="8"/>
                    <a:pt x="50" y="8"/>
                  </a:cubicBezTo>
                  <a:cubicBezTo>
                    <a:pt x="49" y="7"/>
                    <a:pt x="48" y="7"/>
                    <a:pt x="47" y="7"/>
                  </a:cubicBezTo>
                  <a:cubicBezTo>
                    <a:pt x="47" y="6"/>
                    <a:pt x="46" y="6"/>
                    <a:pt x="46" y="5"/>
                  </a:cubicBezTo>
                  <a:cubicBezTo>
                    <a:pt x="45" y="5"/>
                    <a:pt x="44" y="5"/>
                    <a:pt x="44" y="4"/>
                  </a:cubicBezTo>
                  <a:cubicBezTo>
                    <a:pt x="43" y="4"/>
                    <a:pt x="42" y="4"/>
                    <a:pt x="41" y="4"/>
                  </a:cubicBezTo>
                  <a:cubicBezTo>
                    <a:pt x="40" y="4"/>
                    <a:pt x="40" y="4"/>
                    <a:pt x="39" y="3"/>
                  </a:cubicBezTo>
                  <a:cubicBezTo>
                    <a:pt x="38" y="3"/>
                    <a:pt x="37" y="3"/>
                    <a:pt x="37" y="3"/>
                  </a:cubicBezTo>
                  <a:cubicBezTo>
                    <a:pt x="35" y="2"/>
                    <a:pt x="34" y="4"/>
                    <a:pt x="32" y="4"/>
                  </a:cubicBezTo>
                  <a:cubicBezTo>
                    <a:pt x="30" y="4"/>
                    <a:pt x="28" y="4"/>
                    <a:pt x="27" y="3"/>
                  </a:cubicBezTo>
                  <a:cubicBezTo>
                    <a:pt x="25" y="2"/>
                    <a:pt x="24" y="1"/>
                    <a:pt x="22" y="0"/>
                  </a:cubicBezTo>
                  <a:cubicBezTo>
                    <a:pt x="22" y="0"/>
                    <a:pt x="23" y="0"/>
                    <a:pt x="23" y="1"/>
                  </a:cubicBezTo>
                  <a:cubicBezTo>
                    <a:pt x="23" y="1"/>
                    <a:pt x="22" y="1"/>
                    <a:pt x="22" y="0"/>
                  </a:cubicBezTo>
                  <a:cubicBezTo>
                    <a:pt x="21" y="0"/>
                    <a:pt x="21" y="0"/>
                    <a:pt x="21" y="0"/>
                  </a:cubicBezTo>
                  <a:cubicBezTo>
                    <a:pt x="20" y="1"/>
                    <a:pt x="20" y="3"/>
                    <a:pt x="20" y="5"/>
                  </a:cubicBezTo>
                  <a:cubicBezTo>
                    <a:pt x="20" y="6"/>
                    <a:pt x="20" y="6"/>
                    <a:pt x="21" y="6"/>
                  </a:cubicBezTo>
                  <a:cubicBezTo>
                    <a:pt x="21" y="7"/>
                    <a:pt x="21" y="7"/>
                    <a:pt x="21" y="8"/>
                  </a:cubicBezTo>
                  <a:cubicBezTo>
                    <a:pt x="20" y="9"/>
                    <a:pt x="17" y="10"/>
                    <a:pt x="16" y="10"/>
                  </a:cubicBezTo>
                  <a:cubicBezTo>
                    <a:pt x="15" y="11"/>
                    <a:pt x="15" y="11"/>
                    <a:pt x="15" y="11"/>
                  </a:cubicBezTo>
                  <a:cubicBezTo>
                    <a:pt x="14" y="12"/>
                    <a:pt x="14" y="12"/>
                    <a:pt x="14" y="12"/>
                  </a:cubicBezTo>
                  <a:cubicBezTo>
                    <a:pt x="13" y="13"/>
                    <a:pt x="13" y="13"/>
                    <a:pt x="12" y="13"/>
                  </a:cubicBezTo>
                  <a:cubicBezTo>
                    <a:pt x="12" y="13"/>
                    <a:pt x="12" y="14"/>
                    <a:pt x="12" y="14"/>
                  </a:cubicBezTo>
                  <a:cubicBezTo>
                    <a:pt x="12" y="14"/>
                    <a:pt x="12" y="15"/>
                    <a:pt x="11" y="15"/>
                  </a:cubicBezTo>
                  <a:cubicBezTo>
                    <a:pt x="11" y="16"/>
                    <a:pt x="10" y="15"/>
                    <a:pt x="10" y="16"/>
                  </a:cubicBezTo>
                  <a:cubicBezTo>
                    <a:pt x="9" y="16"/>
                    <a:pt x="9" y="16"/>
                    <a:pt x="9" y="17"/>
                  </a:cubicBezTo>
                  <a:cubicBezTo>
                    <a:pt x="8" y="17"/>
                    <a:pt x="8" y="18"/>
                    <a:pt x="8" y="18"/>
                  </a:cubicBezTo>
                  <a:cubicBezTo>
                    <a:pt x="7" y="19"/>
                    <a:pt x="8" y="20"/>
                    <a:pt x="8" y="21"/>
                  </a:cubicBezTo>
                  <a:cubicBezTo>
                    <a:pt x="9" y="22"/>
                    <a:pt x="9" y="23"/>
                    <a:pt x="9" y="23"/>
                  </a:cubicBezTo>
                  <a:cubicBezTo>
                    <a:pt x="9" y="25"/>
                    <a:pt x="8" y="26"/>
                    <a:pt x="8" y="28"/>
                  </a:cubicBezTo>
                  <a:cubicBezTo>
                    <a:pt x="7" y="28"/>
                    <a:pt x="6" y="31"/>
                    <a:pt x="5" y="31"/>
                  </a:cubicBezTo>
                  <a:cubicBezTo>
                    <a:pt x="4" y="31"/>
                    <a:pt x="3" y="32"/>
                    <a:pt x="2" y="32"/>
                  </a:cubicBezTo>
                  <a:cubicBezTo>
                    <a:pt x="1" y="32"/>
                    <a:pt x="1" y="33"/>
                    <a:pt x="0" y="33"/>
                  </a:cubicBezTo>
                  <a:cubicBezTo>
                    <a:pt x="0" y="33"/>
                    <a:pt x="0" y="34"/>
                    <a:pt x="1" y="34"/>
                  </a:cubicBezTo>
                  <a:cubicBezTo>
                    <a:pt x="2" y="35"/>
                    <a:pt x="2" y="37"/>
                    <a:pt x="3" y="38"/>
                  </a:cubicBezTo>
                  <a:cubicBezTo>
                    <a:pt x="4" y="41"/>
                    <a:pt x="5" y="44"/>
                    <a:pt x="5" y="47"/>
                  </a:cubicBezTo>
                  <a:cubicBezTo>
                    <a:pt x="5" y="49"/>
                    <a:pt x="5" y="51"/>
                    <a:pt x="5" y="53"/>
                  </a:cubicBezTo>
                  <a:cubicBezTo>
                    <a:pt x="5" y="55"/>
                    <a:pt x="6" y="56"/>
                    <a:pt x="6" y="58"/>
                  </a:cubicBezTo>
                  <a:cubicBezTo>
                    <a:pt x="6" y="59"/>
                    <a:pt x="6" y="60"/>
                    <a:pt x="5" y="60"/>
                  </a:cubicBezTo>
                  <a:cubicBezTo>
                    <a:pt x="5" y="61"/>
                    <a:pt x="5" y="61"/>
                    <a:pt x="5" y="62"/>
                  </a:cubicBezTo>
                  <a:cubicBezTo>
                    <a:pt x="5" y="62"/>
                    <a:pt x="4" y="62"/>
                    <a:pt x="4" y="63"/>
                  </a:cubicBezTo>
                  <a:cubicBezTo>
                    <a:pt x="4" y="64"/>
                    <a:pt x="4" y="64"/>
                    <a:pt x="4" y="65"/>
                  </a:cubicBezTo>
                  <a:cubicBezTo>
                    <a:pt x="4" y="66"/>
                    <a:pt x="5" y="67"/>
                    <a:pt x="5" y="68"/>
                  </a:cubicBezTo>
                  <a:cubicBezTo>
                    <a:pt x="5" y="68"/>
                    <a:pt x="5" y="69"/>
                    <a:pt x="5" y="69"/>
                  </a:cubicBezTo>
                  <a:cubicBezTo>
                    <a:pt x="6" y="69"/>
                    <a:pt x="6" y="70"/>
                    <a:pt x="6" y="70"/>
                  </a:cubicBezTo>
                  <a:cubicBezTo>
                    <a:pt x="5" y="71"/>
                    <a:pt x="6" y="72"/>
                    <a:pt x="5" y="73"/>
                  </a:cubicBezTo>
                  <a:cubicBezTo>
                    <a:pt x="4" y="74"/>
                    <a:pt x="3" y="74"/>
                    <a:pt x="3" y="74"/>
                  </a:cubicBezTo>
                  <a:cubicBezTo>
                    <a:pt x="2" y="74"/>
                    <a:pt x="2" y="75"/>
                    <a:pt x="1" y="75"/>
                  </a:cubicBezTo>
                  <a:cubicBezTo>
                    <a:pt x="1" y="76"/>
                    <a:pt x="1" y="77"/>
                    <a:pt x="2" y="78"/>
                  </a:cubicBezTo>
                  <a:cubicBezTo>
                    <a:pt x="2" y="79"/>
                    <a:pt x="3" y="81"/>
                    <a:pt x="4" y="82"/>
                  </a:cubicBezTo>
                  <a:cubicBezTo>
                    <a:pt x="5" y="83"/>
                    <a:pt x="6" y="85"/>
                    <a:pt x="7" y="86"/>
                  </a:cubicBezTo>
                  <a:cubicBezTo>
                    <a:pt x="7" y="88"/>
                    <a:pt x="7" y="89"/>
                    <a:pt x="7" y="90"/>
                  </a:cubicBezTo>
                  <a:cubicBezTo>
                    <a:pt x="7" y="91"/>
                    <a:pt x="7" y="92"/>
                    <a:pt x="8" y="92"/>
                  </a:cubicBezTo>
                  <a:cubicBezTo>
                    <a:pt x="8" y="92"/>
                    <a:pt x="9" y="93"/>
                    <a:pt x="9" y="93"/>
                  </a:cubicBezTo>
                  <a:cubicBezTo>
                    <a:pt x="9" y="95"/>
                    <a:pt x="10" y="96"/>
                    <a:pt x="12" y="95"/>
                  </a:cubicBezTo>
                  <a:cubicBezTo>
                    <a:pt x="13" y="94"/>
                    <a:pt x="13" y="94"/>
                    <a:pt x="14" y="95"/>
                  </a:cubicBezTo>
                  <a:cubicBezTo>
                    <a:pt x="15" y="95"/>
                    <a:pt x="16" y="95"/>
                    <a:pt x="16" y="96"/>
                  </a:cubicBezTo>
                  <a:cubicBezTo>
                    <a:pt x="18" y="96"/>
                    <a:pt x="19" y="96"/>
                    <a:pt x="20" y="97"/>
                  </a:cubicBezTo>
                  <a:cubicBezTo>
                    <a:pt x="22" y="98"/>
                    <a:pt x="22" y="99"/>
                    <a:pt x="23" y="101"/>
                  </a:cubicBezTo>
                  <a:cubicBezTo>
                    <a:pt x="24" y="102"/>
                    <a:pt x="24" y="103"/>
                    <a:pt x="25" y="105"/>
                  </a:cubicBezTo>
                  <a:cubicBezTo>
                    <a:pt x="25" y="106"/>
                    <a:pt x="27" y="106"/>
                    <a:pt x="28" y="106"/>
                  </a:cubicBezTo>
                  <a:cubicBezTo>
                    <a:pt x="30" y="107"/>
                    <a:pt x="32" y="107"/>
                    <a:pt x="34" y="108"/>
                  </a:cubicBezTo>
                  <a:cubicBezTo>
                    <a:pt x="36" y="108"/>
                    <a:pt x="38" y="109"/>
                    <a:pt x="40" y="110"/>
                  </a:cubicBezTo>
                  <a:cubicBezTo>
                    <a:pt x="41" y="110"/>
                    <a:pt x="43" y="112"/>
                    <a:pt x="44" y="113"/>
                  </a:cubicBezTo>
                  <a:cubicBezTo>
                    <a:pt x="45" y="114"/>
                    <a:pt x="46" y="116"/>
                    <a:pt x="47" y="115"/>
                  </a:cubicBezTo>
                  <a:cubicBezTo>
                    <a:pt x="51" y="113"/>
                    <a:pt x="54" y="111"/>
                    <a:pt x="58" y="109"/>
                  </a:cubicBezTo>
                  <a:cubicBezTo>
                    <a:pt x="60" y="109"/>
                    <a:pt x="61" y="108"/>
                    <a:pt x="63" y="107"/>
                  </a:cubicBezTo>
                  <a:cubicBezTo>
                    <a:pt x="64" y="106"/>
                    <a:pt x="65" y="107"/>
                    <a:pt x="66" y="108"/>
                  </a:cubicBezTo>
                  <a:cubicBezTo>
                    <a:pt x="69" y="109"/>
                    <a:pt x="72" y="111"/>
                    <a:pt x="75" y="113"/>
                  </a:cubicBezTo>
                  <a:cubicBezTo>
                    <a:pt x="82" y="117"/>
                    <a:pt x="90" y="121"/>
                    <a:pt x="97" y="125"/>
                  </a:cubicBezTo>
                  <a:cubicBezTo>
                    <a:pt x="111" y="133"/>
                    <a:pt x="126" y="141"/>
                    <a:pt x="140" y="150"/>
                  </a:cubicBezTo>
                  <a:cubicBezTo>
                    <a:pt x="140" y="149"/>
                    <a:pt x="140" y="148"/>
                    <a:pt x="140" y="146"/>
                  </a:cubicBezTo>
                  <a:cubicBezTo>
                    <a:pt x="140" y="145"/>
                    <a:pt x="140" y="145"/>
                    <a:pt x="141" y="145"/>
                  </a:cubicBezTo>
                  <a:cubicBezTo>
                    <a:pt x="142" y="144"/>
                    <a:pt x="144" y="144"/>
                    <a:pt x="145" y="144"/>
                  </a:cubicBezTo>
                  <a:cubicBezTo>
                    <a:pt x="147" y="144"/>
                    <a:pt x="148" y="144"/>
                    <a:pt x="150" y="144"/>
                  </a:cubicBezTo>
                  <a:cubicBezTo>
                    <a:pt x="149" y="120"/>
                    <a:pt x="148" y="95"/>
                    <a:pt x="148" y="7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45" name="Liberia">
              <a:extLst>
                <a:ext uri="{FF2B5EF4-FFF2-40B4-BE49-F238E27FC236}">
                  <a16:creationId xmlns:a16="http://schemas.microsoft.com/office/drawing/2014/main" id="{B6FD4CAC-829D-8D51-D596-6C1FC5C53881}"/>
                </a:ext>
              </a:extLst>
            </p:cNvPr>
            <p:cNvSpPr>
              <a:spLocks/>
            </p:cNvSpPr>
            <p:nvPr/>
          </p:nvSpPr>
          <p:spPr bwMode="auto">
            <a:xfrm>
              <a:off x="5300695" y="3711093"/>
              <a:ext cx="141144" cy="162707"/>
            </a:xfrm>
            <a:custGeom>
              <a:avLst/>
              <a:gdLst/>
              <a:ahLst/>
              <a:cxnLst>
                <a:cxn ang="0">
                  <a:pos x="40" y="33"/>
                </a:cxn>
                <a:cxn ang="0">
                  <a:pos x="39" y="30"/>
                </a:cxn>
                <a:cxn ang="0">
                  <a:pos x="38" y="30"/>
                </a:cxn>
                <a:cxn ang="0">
                  <a:pos x="36" y="27"/>
                </a:cxn>
                <a:cxn ang="0">
                  <a:pos x="33" y="25"/>
                </a:cxn>
                <a:cxn ang="0">
                  <a:pos x="30" y="24"/>
                </a:cxn>
                <a:cxn ang="0">
                  <a:pos x="29" y="23"/>
                </a:cxn>
                <a:cxn ang="0">
                  <a:pos x="29" y="22"/>
                </a:cxn>
                <a:cxn ang="0">
                  <a:pos x="31" y="20"/>
                </a:cxn>
                <a:cxn ang="0">
                  <a:pos x="31" y="17"/>
                </a:cxn>
                <a:cxn ang="0">
                  <a:pos x="31" y="16"/>
                </a:cxn>
                <a:cxn ang="0">
                  <a:pos x="31" y="14"/>
                </a:cxn>
                <a:cxn ang="0">
                  <a:pos x="29" y="11"/>
                </a:cxn>
                <a:cxn ang="0">
                  <a:pos x="27" y="11"/>
                </a:cxn>
                <a:cxn ang="0">
                  <a:pos x="26" y="14"/>
                </a:cxn>
                <a:cxn ang="0">
                  <a:pos x="23" y="15"/>
                </a:cxn>
                <a:cxn ang="0">
                  <a:pos x="22" y="13"/>
                </a:cxn>
                <a:cxn ang="0">
                  <a:pos x="21" y="13"/>
                </a:cxn>
                <a:cxn ang="0">
                  <a:pos x="20" y="13"/>
                </a:cxn>
                <a:cxn ang="0">
                  <a:pos x="21" y="7"/>
                </a:cxn>
                <a:cxn ang="0">
                  <a:pos x="20" y="4"/>
                </a:cxn>
                <a:cxn ang="0">
                  <a:pos x="19" y="2"/>
                </a:cxn>
                <a:cxn ang="0">
                  <a:pos x="18" y="1"/>
                </a:cxn>
                <a:cxn ang="0">
                  <a:pos x="17" y="0"/>
                </a:cxn>
                <a:cxn ang="0">
                  <a:pos x="15" y="2"/>
                </a:cxn>
                <a:cxn ang="0">
                  <a:pos x="13" y="1"/>
                </a:cxn>
                <a:cxn ang="0">
                  <a:pos x="12" y="4"/>
                </a:cxn>
                <a:cxn ang="0">
                  <a:pos x="9" y="8"/>
                </a:cxn>
                <a:cxn ang="0">
                  <a:pos x="7" y="10"/>
                </a:cxn>
                <a:cxn ang="0">
                  <a:pos x="3" y="15"/>
                </a:cxn>
                <a:cxn ang="0">
                  <a:pos x="1" y="17"/>
                </a:cxn>
                <a:cxn ang="0">
                  <a:pos x="2" y="20"/>
                </a:cxn>
                <a:cxn ang="0">
                  <a:pos x="4" y="22"/>
                </a:cxn>
                <a:cxn ang="0">
                  <a:pos x="7" y="24"/>
                </a:cxn>
                <a:cxn ang="0">
                  <a:pos x="7" y="25"/>
                </a:cxn>
                <a:cxn ang="0">
                  <a:pos x="10" y="26"/>
                </a:cxn>
                <a:cxn ang="0">
                  <a:pos x="11" y="27"/>
                </a:cxn>
                <a:cxn ang="0">
                  <a:pos x="14" y="29"/>
                </a:cxn>
                <a:cxn ang="0">
                  <a:pos x="17" y="32"/>
                </a:cxn>
                <a:cxn ang="0">
                  <a:pos x="19" y="35"/>
                </a:cxn>
                <a:cxn ang="0">
                  <a:pos x="23" y="39"/>
                </a:cxn>
                <a:cxn ang="0">
                  <a:pos x="27" y="41"/>
                </a:cxn>
                <a:cxn ang="0">
                  <a:pos x="31" y="43"/>
                </a:cxn>
                <a:cxn ang="0">
                  <a:pos x="36" y="45"/>
                </a:cxn>
                <a:cxn ang="0">
                  <a:pos x="38" y="44"/>
                </a:cxn>
                <a:cxn ang="0">
                  <a:pos x="38" y="40"/>
                </a:cxn>
                <a:cxn ang="0">
                  <a:pos x="38" y="40"/>
                </a:cxn>
                <a:cxn ang="0">
                  <a:pos x="40" y="36"/>
                </a:cxn>
                <a:cxn ang="0">
                  <a:pos x="40" y="35"/>
                </a:cxn>
              </a:cxnLst>
              <a:rect l="0" t="0" r="r" b="b"/>
              <a:pathLst>
                <a:path w="40" h="46">
                  <a:moveTo>
                    <a:pt x="40" y="35"/>
                  </a:moveTo>
                  <a:cubicBezTo>
                    <a:pt x="40" y="35"/>
                    <a:pt x="40" y="34"/>
                    <a:pt x="40" y="33"/>
                  </a:cubicBezTo>
                  <a:cubicBezTo>
                    <a:pt x="40" y="33"/>
                    <a:pt x="39" y="30"/>
                    <a:pt x="39" y="30"/>
                  </a:cubicBezTo>
                  <a:cubicBezTo>
                    <a:pt x="39" y="30"/>
                    <a:pt x="39" y="30"/>
                    <a:pt x="39" y="30"/>
                  </a:cubicBezTo>
                  <a:cubicBezTo>
                    <a:pt x="39" y="30"/>
                    <a:pt x="39" y="30"/>
                    <a:pt x="39" y="30"/>
                  </a:cubicBezTo>
                  <a:cubicBezTo>
                    <a:pt x="39" y="30"/>
                    <a:pt x="38" y="30"/>
                    <a:pt x="38" y="30"/>
                  </a:cubicBezTo>
                  <a:cubicBezTo>
                    <a:pt x="38" y="30"/>
                    <a:pt x="37" y="29"/>
                    <a:pt x="37" y="29"/>
                  </a:cubicBezTo>
                  <a:cubicBezTo>
                    <a:pt x="37" y="30"/>
                    <a:pt x="36" y="27"/>
                    <a:pt x="36" y="27"/>
                  </a:cubicBezTo>
                  <a:cubicBezTo>
                    <a:pt x="35" y="27"/>
                    <a:pt x="36" y="26"/>
                    <a:pt x="35" y="25"/>
                  </a:cubicBezTo>
                  <a:cubicBezTo>
                    <a:pt x="34" y="25"/>
                    <a:pt x="34" y="25"/>
                    <a:pt x="33" y="25"/>
                  </a:cubicBezTo>
                  <a:cubicBezTo>
                    <a:pt x="32" y="26"/>
                    <a:pt x="31" y="24"/>
                    <a:pt x="30" y="24"/>
                  </a:cubicBezTo>
                  <a:cubicBezTo>
                    <a:pt x="30" y="24"/>
                    <a:pt x="30" y="24"/>
                    <a:pt x="30" y="24"/>
                  </a:cubicBezTo>
                  <a:cubicBezTo>
                    <a:pt x="31" y="23"/>
                    <a:pt x="30" y="23"/>
                    <a:pt x="30" y="23"/>
                  </a:cubicBezTo>
                  <a:cubicBezTo>
                    <a:pt x="30" y="24"/>
                    <a:pt x="29" y="23"/>
                    <a:pt x="29" y="23"/>
                  </a:cubicBezTo>
                  <a:cubicBezTo>
                    <a:pt x="28" y="23"/>
                    <a:pt x="28" y="23"/>
                    <a:pt x="29" y="22"/>
                  </a:cubicBezTo>
                  <a:cubicBezTo>
                    <a:pt x="29" y="22"/>
                    <a:pt x="29" y="22"/>
                    <a:pt x="29" y="22"/>
                  </a:cubicBezTo>
                  <a:cubicBezTo>
                    <a:pt x="29" y="22"/>
                    <a:pt x="29" y="22"/>
                    <a:pt x="30" y="21"/>
                  </a:cubicBezTo>
                  <a:cubicBezTo>
                    <a:pt x="30" y="21"/>
                    <a:pt x="30" y="21"/>
                    <a:pt x="31" y="20"/>
                  </a:cubicBezTo>
                  <a:cubicBezTo>
                    <a:pt x="31" y="20"/>
                    <a:pt x="31" y="19"/>
                    <a:pt x="31" y="19"/>
                  </a:cubicBezTo>
                  <a:cubicBezTo>
                    <a:pt x="31" y="18"/>
                    <a:pt x="31" y="18"/>
                    <a:pt x="31" y="17"/>
                  </a:cubicBezTo>
                  <a:cubicBezTo>
                    <a:pt x="32" y="17"/>
                    <a:pt x="31" y="17"/>
                    <a:pt x="31" y="16"/>
                  </a:cubicBezTo>
                  <a:cubicBezTo>
                    <a:pt x="31" y="16"/>
                    <a:pt x="31" y="16"/>
                    <a:pt x="31" y="16"/>
                  </a:cubicBezTo>
                  <a:cubicBezTo>
                    <a:pt x="31" y="15"/>
                    <a:pt x="31" y="15"/>
                    <a:pt x="31" y="15"/>
                  </a:cubicBezTo>
                  <a:cubicBezTo>
                    <a:pt x="31" y="15"/>
                    <a:pt x="31" y="15"/>
                    <a:pt x="31" y="14"/>
                  </a:cubicBezTo>
                  <a:cubicBezTo>
                    <a:pt x="30" y="14"/>
                    <a:pt x="30" y="13"/>
                    <a:pt x="30" y="12"/>
                  </a:cubicBezTo>
                  <a:cubicBezTo>
                    <a:pt x="30" y="11"/>
                    <a:pt x="30" y="11"/>
                    <a:pt x="29" y="11"/>
                  </a:cubicBezTo>
                  <a:cubicBezTo>
                    <a:pt x="29" y="10"/>
                    <a:pt x="29" y="10"/>
                    <a:pt x="28" y="10"/>
                  </a:cubicBezTo>
                  <a:cubicBezTo>
                    <a:pt x="28" y="10"/>
                    <a:pt x="27" y="10"/>
                    <a:pt x="27" y="11"/>
                  </a:cubicBezTo>
                  <a:cubicBezTo>
                    <a:pt x="27" y="12"/>
                    <a:pt x="27" y="12"/>
                    <a:pt x="26" y="13"/>
                  </a:cubicBezTo>
                  <a:cubicBezTo>
                    <a:pt x="26" y="13"/>
                    <a:pt x="26" y="14"/>
                    <a:pt x="26" y="14"/>
                  </a:cubicBezTo>
                  <a:cubicBezTo>
                    <a:pt x="26" y="15"/>
                    <a:pt x="25" y="14"/>
                    <a:pt x="25" y="14"/>
                  </a:cubicBezTo>
                  <a:cubicBezTo>
                    <a:pt x="25" y="14"/>
                    <a:pt x="24" y="15"/>
                    <a:pt x="23" y="15"/>
                  </a:cubicBezTo>
                  <a:cubicBezTo>
                    <a:pt x="24" y="15"/>
                    <a:pt x="23" y="14"/>
                    <a:pt x="23" y="14"/>
                  </a:cubicBezTo>
                  <a:cubicBezTo>
                    <a:pt x="23" y="14"/>
                    <a:pt x="23" y="13"/>
                    <a:pt x="22" y="13"/>
                  </a:cubicBezTo>
                  <a:cubicBezTo>
                    <a:pt x="22" y="13"/>
                    <a:pt x="22" y="13"/>
                    <a:pt x="21" y="13"/>
                  </a:cubicBezTo>
                  <a:cubicBezTo>
                    <a:pt x="21" y="12"/>
                    <a:pt x="21" y="13"/>
                    <a:pt x="21" y="13"/>
                  </a:cubicBezTo>
                  <a:cubicBezTo>
                    <a:pt x="20" y="13"/>
                    <a:pt x="21" y="13"/>
                    <a:pt x="20" y="13"/>
                  </a:cubicBezTo>
                  <a:cubicBezTo>
                    <a:pt x="20" y="13"/>
                    <a:pt x="20" y="13"/>
                    <a:pt x="20" y="13"/>
                  </a:cubicBezTo>
                  <a:cubicBezTo>
                    <a:pt x="20" y="12"/>
                    <a:pt x="22" y="10"/>
                    <a:pt x="21" y="9"/>
                  </a:cubicBezTo>
                  <a:cubicBezTo>
                    <a:pt x="21" y="8"/>
                    <a:pt x="20" y="8"/>
                    <a:pt x="21" y="7"/>
                  </a:cubicBezTo>
                  <a:cubicBezTo>
                    <a:pt x="21" y="6"/>
                    <a:pt x="21" y="5"/>
                    <a:pt x="20" y="6"/>
                  </a:cubicBezTo>
                  <a:cubicBezTo>
                    <a:pt x="21" y="5"/>
                    <a:pt x="20" y="5"/>
                    <a:pt x="20" y="4"/>
                  </a:cubicBezTo>
                  <a:cubicBezTo>
                    <a:pt x="20" y="4"/>
                    <a:pt x="20" y="2"/>
                    <a:pt x="20" y="2"/>
                  </a:cubicBezTo>
                  <a:cubicBezTo>
                    <a:pt x="20" y="2"/>
                    <a:pt x="19" y="2"/>
                    <a:pt x="19" y="2"/>
                  </a:cubicBezTo>
                  <a:cubicBezTo>
                    <a:pt x="19" y="2"/>
                    <a:pt x="18" y="2"/>
                    <a:pt x="18" y="2"/>
                  </a:cubicBezTo>
                  <a:cubicBezTo>
                    <a:pt x="18" y="2"/>
                    <a:pt x="19" y="1"/>
                    <a:pt x="18" y="1"/>
                  </a:cubicBezTo>
                  <a:cubicBezTo>
                    <a:pt x="18" y="1"/>
                    <a:pt x="18" y="1"/>
                    <a:pt x="18" y="2"/>
                  </a:cubicBezTo>
                  <a:cubicBezTo>
                    <a:pt x="17" y="1"/>
                    <a:pt x="18" y="1"/>
                    <a:pt x="17" y="0"/>
                  </a:cubicBezTo>
                  <a:cubicBezTo>
                    <a:pt x="17" y="0"/>
                    <a:pt x="16" y="1"/>
                    <a:pt x="16" y="1"/>
                  </a:cubicBezTo>
                  <a:cubicBezTo>
                    <a:pt x="16" y="1"/>
                    <a:pt x="15" y="1"/>
                    <a:pt x="15" y="2"/>
                  </a:cubicBezTo>
                  <a:cubicBezTo>
                    <a:pt x="14" y="2"/>
                    <a:pt x="15" y="1"/>
                    <a:pt x="14" y="1"/>
                  </a:cubicBezTo>
                  <a:cubicBezTo>
                    <a:pt x="14" y="0"/>
                    <a:pt x="13" y="1"/>
                    <a:pt x="13" y="1"/>
                  </a:cubicBezTo>
                  <a:cubicBezTo>
                    <a:pt x="12" y="1"/>
                    <a:pt x="12" y="2"/>
                    <a:pt x="12" y="2"/>
                  </a:cubicBezTo>
                  <a:cubicBezTo>
                    <a:pt x="12" y="3"/>
                    <a:pt x="12" y="3"/>
                    <a:pt x="12" y="4"/>
                  </a:cubicBezTo>
                  <a:cubicBezTo>
                    <a:pt x="12" y="4"/>
                    <a:pt x="12" y="5"/>
                    <a:pt x="11" y="5"/>
                  </a:cubicBezTo>
                  <a:cubicBezTo>
                    <a:pt x="9" y="5"/>
                    <a:pt x="9" y="6"/>
                    <a:pt x="9" y="8"/>
                  </a:cubicBezTo>
                  <a:cubicBezTo>
                    <a:pt x="9" y="8"/>
                    <a:pt x="9" y="9"/>
                    <a:pt x="9" y="9"/>
                  </a:cubicBezTo>
                  <a:cubicBezTo>
                    <a:pt x="8" y="9"/>
                    <a:pt x="8" y="10"/>
                    <a:pt x="7" y="10"/>
                  </a:cubicBezTo>
                  <a:cubicBezTo>
                    <a:pt x="7" y="12"/>
                    <a:pt x="5" y="12"/>
                    <a:pt x="4" y="13"/>
                  </a:cubicBezTo>
                  <a:cubicBezTo>
                    <a:pt x="4" y="14"/>
                    <a:pt x="3" y="14"/>
                    <a:pt x="3" y="15"/>
                  </a:cubicBezTo>
                  <a:cubicBezTo>
                    <a:pt x="2" y="15"/>
                    <a:pt x="2" y="15"/>
                    <a:pt x="2" y="16"/>
                  </a:cubicBezTo>
                  <a:cubicBezTo>
                    <a:pt x="2" y="16"/>
                    <a:pt x="1" y="17"/>
                    <a:pt x="1" y="17"/>
                  </a:cubicBezTo>
                  <a:cubicBezTo>
                    <a:pt x="1" y="17"/>
                    <a:pt x="1" y="18"/>
                    <a:pt x="0" y="18"/>
                  </a:cubicBezTo>
                  <a:cubicBezTo>
                    <a:pt x="1" y="19"/>
                    <a:pt x="1" y="19"/>
                    <a:pt x="2" y="20"/>
                  </a:cubicBezTo>
                  <a:cubicBezTo>
                    <a:pt x="1" y="20"/>
                    <a:pt x="2" y="21"/>
                    <a:pt x="2" y="21"/>
                  </a:cubicBezTo>
                  <a:cubicBezTo>
                    <a:pt x="2" y="21"/>
                    <a:pt x="3" y="21"/>
                    <a:pt x="4" y="22"/>
                  </a:cubicBezTo>
                  <a:cubicBezTo>
                    <a:pt x="5" y="22"/>
                    <a:pt x="5" y="22"/>
                    <a:pt x="6" y="23"/>
                  </a:cubicBezTo>
                  <a:cubicBezTo>
                    <a:pt x="6" y="23"/>
                    <a:pt x="7" y="24"/>
                    <a:pt x="7" y="24"/>
                  </a:cubicBezTo>
                  <a:cubicBezTo>
                    <a:pt x="7" y="24"/>
                    <a:pt x="7" y="25"/>
                    <a:pt x="7" y="25"/>
                  </a:cubicBezTo>
                  <a:cubicBezTo>
                    <a:pt x="7" y="25"/>
                    <a:pt x="7" y="25"/>
                    <a:pt x="7" y="25"/>
                  </a:cubicBezTo>
                  <a:cubicBezTo>
                    <a:pt x="7" y="26"/>
                    <a:pt x="10" y="26"/>
                    <a:pt x="11" y="27"/>
                  </a:cubicBezTo>
                  <a:cubicBezTo>
                    <a:pt x="11" y="27"/>
                    <a:pt x="10" y="26"/>
                    <a:pt x="10" y="26"/>
                  </a:cubicBezTo>
                  <a:cubicBezTo>
                    <a:pt x="10" y="26"/>
                    <a:pt x="11" y="27"/>
                    <a:pt x="11" y="27"/>
                  </a:cubicBezTo>
                  <a:cubicBezTo>
                    <a:pt x="12" y="27"/>
                    <a:pt x="11" y="27"/>
                    <a:pt x="11" y="27"/>
                  </a:cubicBezTo>
                  <a:cubicBezTo>
                    <a:pt x="11" y="27"/>
                    <a:pt x="12" y="28"/>
                    <a:pt x="12" y="28"/>
                  </a:cubicBezTo>
                  <a:cubicBezTo>
                    <a:pt x="13" y="28"/>
                    <a:pt x="13" y="29"/>
                    <a:pt x="14" y="29"/>
                  </a:cubicBezTo>
                  <a:cubicBezTo>
                    <a:pt x="14" y="30"/>
                    <a:pt x="15" y="30"/>
                    <a:pt x="15" y="31"/>
                  </a:cubicBezTo>
                  <a:cubicBezTo>
                    <a:pt x="16" y="31"/>
                    <a:pt x="16" y="32"/>
                    <a:pt x="17" y="32"/>
                  </a:cubicBezTo>
                  <a:cubicBezTo>
                    <a:pt x="17" y="33"/>
                    <a:pt x="18" y="33"/>
                    <a:pt x="18" y="34"/>
                  </a:cubicBezTo>
                  <a:cubicBezTo>
                    <a:pt x="19" y="35"/>
                    <a:pt x="18" y="34"/>
                    <a:pt x="19" y="35"/>
                  </a:cubicBezTo>
                  <a:cubicBezTo>
                    <a:pt x="19" y="35"/>
                    <a:pt x="19" y="35"/>
                    <a:pt x="19" y="35"/>
                  </a:cubicBezTo>
                  <a:cubicBezTo>
                    <a:pt x="20" y="36"/>
                    <a:pt x="21" y="38"/>
                    <a:pt x="23" y="39"/>
                  </a:cubicBezTo>
                  <a:cubicBezTo>
                    <a:pt x="24" y="39"/>
                    <a:pt x="24" y="40"/>
                    <a:pt x="25" y="40"/>
                  </a:cubicBezTo>
                  <a:cubicBezTo>
                    <a:pt x="26" y="40"/>
                    <a:pt x="26" y="41"/>
                    <a:pt x="27" y="41"/>
                  </a:cubicBezTo>
                  <a:cubicBezTo>
                    <a:pt x="28" y="42"/>
                    <a:pt x="28" y="42"/>
                    <a:pt x="29" y="42"/>
                  </a:cubicBezTo>
                  <a:cubicBezTo>
                    <a:pt x="30" y="43"/>
                    <a:pt x="30" y="43"/>
                    <a:pt x="31" y="43"/>
                  </a:cubicBezTo>
                  <a:cubicBezTo>
                    <a:pt x="32" y="44"/>
                    <a:pt x="32" y="44"/>
                    <a:pt x="33" y="45"/>
                  </a:cubicBezTo>
                  <a:cubicBezTo>
                    <a:pt x="34" y="45"/>
                    <a:pt x="35" y="45"/>
                    <a:pt x="36" y="45"/>
                  </a:cubicBezTo>
                  <a:cubicBezTo>
                    <a:pt x="36" y="46"/>
                    <a:pt x="37" y="46"/>
                    <a:pt x="39" y="46"/>
                  </a:cubicBezTo>
                  <a:cubicBezTo>
                    <a:pt x="38" y="46"/>
                    <a:pt x="38" y="44"/>
                    <a:pt x="38" y="44"/>
                  </a:cubicBezTo>
                  <a:cubicBezTo>
                    <a:pt x="38" y="43"/>
                    <a:pt x="38" y="42"/>
                    <a:pt x="38" y="42"/>
                  </a:cubicBezTo>
                  <a:cubicBezTo>
                    <a:pt x="38" y="41"/>
                    <a:pt x="38" y="41"/>
                    <a:pt x="38" y="40"/>
                  </a:cubicBezTo>
                  <a:cubicBezTo>
                    <a:pt x="38" y="40"/>
                    <a:pt x="38" y="40"/>
                    <a:pt x="39" y="40"/>
                  </a:cubicBezTo>
                  <a:cubicBezTo>
                    <a:pt x="39" y="40"/>
                    <a:pt x="38" y="40"/>
                    <a:pt x="38" y="40"/>
                  </a:cubicBezTo>
                  <a:cubicBezTo>
                    <a:pt x="38" y="39"/>
                    <a:pt x="38" y="38"/>
                    <a:pt x="39" y="38"/>
                  </a:cubicBezTo>
                  <a:cubicBezTo>
                    <a:pt x="40" y="38"/>
                    <a:pt x="39" y="36"/>
                    <a:pt x="40" y="36"/>
                  </a:cubicBezTo>
                  <a:cubicBezTo>
                    <a:pt x="40" y="36"/>
                    <a:pt x="40" y="36"/>
                    <a:pt x="40" y="36"/>
                  </a:cubicBezTo>
                  <a:cubicBezTo>
                    <a:pt x="40" y="36"/>
                    <a:pt x="40" y="36"/>
                    <a:pt x="40" y="35"/>
                  </a:cubicBezTo>
                  <a:cubicBezTo>
                    <a:pt x="40" y="35"/>
                    <a:pt x="40" y="35"/>
                    <a:pt x="40" y="3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46" name="Lesotho">
              <a:extLst>
                <a:ext uri="{FF2B5EF4-FFF2-40B4-BE49-F238E27FC236}">
                  <a16:creationId xmlns:a16="http://schemas.microsoft.com/office/drawing/2014/main" id="{207B7918-6058-EBA3-D929-E6F72EA1D4E8}"/>
                </a:ext>
              </a:extLst>
            </p:cNvPr>
            <p:cNvSpPr>
              <a:spLocks/>
            </p:cNvSpPr>
            <p:nvPr/>
          </p:nvSpPr>
          <p:spPr bwMode="auto">
            <a:xfrm>
              <a:off x="6600397" y="5156836"/>
              <a:ext cx="81353" cy="82333"/>
            </a:xfrm>
            <a:custGeom>
              <a:avLst/>
              <a:gdLst/>
              <a:ahLst/>
              <a:cxnLst>
                <a:cxn ang="0">
                  <a:pos x="22" y="7"/>
                </a:cxn>
                <a:cxn ang="0">
                  <a:pos x="22" y="6"/>
                </a:cxn>
                <a:cxn ang="0">
                  <a:pos x="21" y="5"/>
                </a:cxn>
                <a:cxn ang="0">
                  <a:pos x="20" y="4"/>
                </a:cxn>
                <a:cxn ang="0">
                  <a:pos x="19" y="3"/>
                </a:cxn>
                <a:cxn ang="0">
                  <a:pos x="18" y="2"/>
                </a:cxn>
                <a:cxn ang="0">
                  <a:pos x="17" y="2"/>
                </a:cxn>
                <a:cxn ang="0">
                  <a:pos x="17" y="2"/>
                </a:cxn>
                <a:cxn ang="0">
                  <a:pos x="17" y="1"/>
                </a:cxn>
                <a:cxn ang="0">
                  <a:pos x="16" y="0"/>
                </a:cxn>
                <a:cxn ang="0">
                  <a:pos x="13" y="1"/>
                </a:cxn>
                <a:cxn ang="0">
                  <a:pos x="13" y="2"/>
                </a:cxn>
                <a:cxn ang="0">
                  <a:pos x="12" y="2"/>
                </a:cxn>
                <a:cxn ang="0">
                  <a:pos x="9" y="4"/>
                </a:cxn>
                <a:cxn ang="0">
                  <a:pos x="9" y="4"/>
                </a:cxn>
                <a:cxn ang="0">
                  <a:pos x="8" y="4"/>
                </a:cxn>
                <a:cxn ang="0">
                  <a:pos x="7" y="5"/>
                </a:cxn>
                <a:cxn ang="0">
                  <a:pos x="6" y="6"/>
                </a:cxn>
                <a:cxn ang="0">
                  <a:pos x="5" y="8"/>
                </a:cxn>
                <a:cxn ang="0">
                  <a:pos x="4" y="8"/>
                </a:cxn>
                <a:cxn ang="0">
                  <a:pos x="4" y="9"/>
                </a:cxn>
                <a:cxn ang="0">
                  <a:pos x="3" y="11"/>
                </a:cxn>
                <a:cxn ang="0">
                  <a:pos x="0" y="12"/>
                </a:cxn>
                <a:cxn ang="0">
                  <a:pos x="2" y="15"/>
                </a:cxn>
                <a:cxn ang="0">
                  <a:pos x="2" y="16"/>
                </a:cxn>
                <a:cxn ang="0">
                  <a:pos x="3" y="17"/>
                </a:cxn>
                <a:cxn ang="0">
                  <a:pos x="3" y="18"/>
                </a:cxn>
                <a:cxn ang="0">
                  <a:pos x="3" y="19"/>
                </a:cxn>
                <a:cxn ang="0">
                  <a:pos x="4" y="20"/>
                </a:cxn>
                <a:cxn ang="0">
                  <a:pos x="5" y="21"/>
                </a:cxn>
                <a:cxn ang="0">
                  <a:pos x="8" y="23"/>
                </a:cxn>
                <a:cxn ang="0">
                  <a:pos x="9" y="23"/>
                </a:cxn>
                <a:cxn ang="0">
                  <a:pos x="10" y="22"/>
                </a:cxn>
                <a:cxn ang="0">
                  <a:pos x="10" y="21"/>
                </a:cxn>
                <a:cxn ang="0">
                  <a:pos x="11" y="20"/>
                </a:cxn>
                <a:cxn ang="0">
                  <a:pos x="11" y="19"/>
                </a:cxn>
                <a:cxn ang="0">
                  <a:pos x="12" y="19"/>
                </a:cxn>
                <a:cxn ang="0">
                  <a:pos x="13" y="18"/>
                </a:cxn>
                <a:cxn ang="0">
                  <a:pos x="14" y="17"/>
                </a:cxn>
                <a:cxn ang="0">
                  <a:pos x="14" y="17"/>
                </a:cxn>
                <a:cxn ang="0">
                  <a:pos x="16" y="17"/>
                </a:cxn>
                <a:cxn ang="0">
                  <a:pos x="18" y="17"/>
                </a:cxn>
                <a:cxn ang="0">
                  <a:pos x="20" y="15"/>
                </a:cxn>
                <a:cxn ang="0">
                  <a:pos x="20" y="14"/>
                </a:cxn>
                <a:cxn ang="0">
                  <a:pos x="20" y="12"/>
                </a:cxn>
                <a:cxn ang="0">
                  <a:pos x="21" y="12"/>
                </a:cxn>
                <a:cxn ang="0">
                  <a:pos x="22" y="10"/>
                </a:cxn>
                <a:cxn ang="0">
                  <a:pos x="23" y="9"/>
                </a:cxn>
                <a:cxn ang="0">
                  <a:pos x="22" y="7"/>
                </a:cxn>
              </a:cxnLst>
              <a:rect l="0" t="0" r="r" b="b"/>
              <a:pathLst>
                <a:path w="23" h="23">
                  <a:moveTo>
                    <a:pt x="22" y="7"/>
                  </a:moveTo>
                  <a:cubicBezTo>
                    <a:pt x="22" y="7"/>
                    <a:pt x="22" y="6"/>
                    <a:pt x="22" y="6"/>
                  </a:cubicBezTo>
                  <a:cubicBezTo>
                    <a:pt x="22" y="6"/>
                    <a:pt x="21" y="6"/>
                    <a:pt x="21" y="5"/>
                  </a:cubicBezTo>
                  <a:cubicBezTo>
                    <a:pt x="21" y="5"/>
                    <a:pt x="20" y="5"/>
                    <a:pt x="20" y="4"/>
                  </a:cubicBezTo>
                  <a:cubicBezTo>
                    <a:pt x="20" y="4"/>
                    <a:pt x="19" y="4"/>
                    <a:pt x="19" y="3"/>
                  </a:cubicBezTo>
                  <a:cubicBezTo>
                    <a:pt x="18" y="3"/>
                    <a:pt x="18" y="3"/>
                    <a:pt x="18" y="2"/>
                  </a:cubicBezTo>
                  <a:cubicBezTo>
                    <a:pt x="18" y="2"/>
                    <a:pt x="17" y="2"/>
                    <a:pt x="17" y="2"/>
                  </a:cubicBezTo>
                  <a:cubicBezTo>
                    <a:pt x="17" y="2"/>
                    <a:pt x="17" y="2"/>
                    <a:pt x="17" y="2"/>
                  </a:cubicBezTo>
                  <a:cubicBezTo>
                    <a:pt x="17" y="2"/>
                    <a:pt x="17" y="1"/>
                    <a:pt x="17" y="1"/>
                  </a:cubicBezTo>
                  <a:cubicBezTo>
                    <a:pt x="17" y="1"/>
                    <a:pt x="16" y="0"/>
                    <a:pt x="16" y="0"/>
                  </a:cubicBezTo>
                  <a:cubicBezTo>
                    <a:pt x="15" y="1"/>
                    <a:pt x="14" y="1"/>
                    <a:pt x="13" y="1"/>
                  </a:cubicBezTo>
                  <a:cubicBezTo>
                    <a:pt x="13" y="1"/>
                    <a:pt x="13" y="2"/>
                    <a:pt x="13" y="2"/>
                  </a:cubicBezTo>
                  <a:cubicBezTo>
                    <a:pt x="12" y="2"/>
                    <a:pt x="12" y="2"/>
                    <a:pt x="12" y="2"/>
                  </a:cubicBezTo>
                  <a:cubicBezTo>
                    <a:pt x="11" y="2"/>
                    <a:pt x="10" y="4"/>
                    <a:pt x="9" y="4"/>
                  </a:cubicBezTo>
                  <a:cubicBezTo>
                    <a:pt x="9" y="3"/>
                    <a:pt x="9" y="4"/>
                    <a:pt x="9" y="4"/>
                  </a:cubicBezTo>
                  <a:cubicBezTo>
                    <a:pt x="8" y="4"/>
                    <a:pt x="8" y="4"/>
                    <a:pt x="8" y="4"/>
                  </a:cubicBezTo>
                  <a:cubicBezTo>
                    <a:pt x="7" y="4"/>
                    <a:pt x="7" y="5"/>
                    <a:pt x="7" y="5"/>
                  </a:cubicBezTo>
                  <a:cubicBezTo>
                    <a:pt x="6" y="5"/>
                    <a:pt x="6" y="6"/>
                    <a:pt x="6" y="6"/>
                  </a:cubicBezTo>
                  <a:cubicBezTo>
                    <a:pt x="6" y="7"/>
                    <a:pt x="5" y="7"/>
                    <a:pt x="5" y="8"/>
                  </a:cubicBezTo>
                  <a:cubicBezTo>
                    <a:pt x="5" y="8"/>
                    <a:pt x="5" y="8"/>
                    <a:pt x="4" y="8"/>
                  </a:cubicBezTo>
                  <a:cubicBezTo>
                    <a:pt x="4" y="8"/>
                    <a:pt x="4" y="9"/>
                    <a:pt x="4" y="9"/>
                  </a:cubicBezTo>
                  <a:cubicBezTo>
                    <a:pt x="4" y="10"/>
                    <a:pt x="3" y="10"/>
                    <a:pt x="3" y="11"/>
                  </a:cubicBezTo>
                  <a:cubicBezTo>
                    <a:pt x="2" y="11"/>
                    <a:pt x="0" y="12"/>
                    <a:pt x="0" y="12"/>
                  </a:cubicBezTo>
                  <a:cubicBezTo>
                    <a:pt x="1" y="13"/>
                    <a:pt x="1" y="14"/>
                    <a:pt x="2" y="15"/>
                  </a:cubicBezTo>
                  <a:cubicBezTo>
                    <a:pt x="2" y="15"/>
                    <a:pt x="2" y="16"/>
                    <a:pt x="2" y="16"/>
                  </a:cubicBezTo>
                  <a:cubicBezTo>
                    <a:pt x="3" y="17"/>
                    <a:pt x="3" y="17"/>
                    <a:pt x="3" y="17"/>
                  </a:cubicBezTo>
                  <a:cubicBezTo>
                    <a:pt x="3" y="17"/>
                    <a:pt x="4" y="17"/>
                    <a:pt x="3" y="18"/>
                  </a:cubicBezTo>
                  <a:cubicBezTo>
                    <a:pt x="3" y="18"/>
                    <a:pt x="4" y="19"/>
                    <a:pt x="3" y="19"/>
                  </a:cubicBezTo>
                  <a:cubicBezTo>
                    <a:pt x="4" y="20"/>
                    <a:pt x="4" y="19"/>
                    <a:pt x="4" y="20"/>
                  </a:cubicBezTo>
                  <a:cubicBezTo>
                    <a:pt x="5" y="20"/>
                    <a:pt x="5" y="20"/>
                    <a:pt x="5" y="21"/>
                  </a:cubicBezTo>
                  <a:cubicBezTo>
                    <a:pt x="6" y="22"/>
                    <a:pt x="7" y="22"/>
                    <a:pt x="8" y="23"/>
                  </a:cubicBezTo>
                  <a:cubicBezTo>
                    <a:pt x="8" y="23"/>
                    <a:pt x="9" y="23"/>
                    <a:pt x="9" y="23"/>
                  </a:cubicBezTo>
                  <a:cubicBezTo>
                    <a:pt x="10" y="23"/>
                    <a:pt x="10" y="23"/>
                    <a:pt x="10" y="22"/>
                  </a:cubicBezTo>
                  <a:cubicBezTo>
                    <a:pt x="10" y="22"/>
                    <a:pt x="10" y="22"/>
                    <a:pt x="10" y="21"/>
                  </a:cubicBezTo>
                  <a:cubicBezTo>
                    <a:pt x="10" y="21"/>
                    <a:pt x="11" y="21"/>
                    <a:pt x="11" y="20"/>
                  </a:cubicBezTo>
                  <a:cubicBezTo>
                    <a:pt x="12" y="20"/>
                    <a:pt x="11" y="20"/>
                    <a:pt x="11" y="19"/>
                  </a:cubicBezTo>
                  <a:cubicBezTo>
                    <a:pt x="11" y="19"/>
                    <a:pt x="12" y="19"/>
                    <a:pt x="12" y="19"/>
                  </a:cubicBezTo>
                  <a:cubicBezTo>
                    <a:pt x="12" y="18"/>
                    <a:pt x="13" y="18"/>
                    <a:pt x="13" y="18"/>
                  </a:cubicBezTo>
                  <a:cubicBezTo>
                    <a:pt x="13" y="17"/>
                    <a:pt x="14" y="18"/>
                    <a:pt x="14" y="17"/>
                  </a:cubicBezTo>
                  <a:cubicBezTo>
                    <a:pt x="14" y="17"/>
                    <a:pt x="14" y="17"/>
                    <a:pt x="14" y="17"/>
                  </a:cubicBezTo>
                  <a:cubicBezTo>
                    <a:pt x="15" y="17"/>
                    <a:pt x="15" y="17"/>
                    <a:pt x="16" y="17"/>
                  </a:cubicBezTo>
                  <a:cubicBezTo>
                    <a:pt x="17" y="17"/>
                    <a:pt x="17" y="17"/>
                    <a:pt x="18" y="17"/>
                  </a:cubicBezTo>
                  <a:cubicBezTo>
                    <a:pt x="18" y="16"/>
                    <a:pt x="19" y="16"/>
                    <a:pt x="20" y="15"/>
                  </a:cubicBezTo>
                  <a:cubicBezTo>
                    <a:pt x="20" y="15"/>
                    <a:pt x="20" y="14"/>
                    <a:pt x="20" y="14"/>
                  </a:cubicBezTo>
                  <a:cubicBezTo>
                    <a:pt x="20" y="13"/>
                    <a:pt x="20" y="13"/>
                    <a:pt x="20" y="12"/>
                  </a:cubicBezTo>
                  <a:cubicBezTo>
                    <a:pt x="21" y="12"/>
                    <a:pt x="21" y="12"/>
                    <a:pt x="21" y="12"/>
                  </a:cubicBezTo>
                  <a:cubicBezTo>
                    <a:pt x="22" y="11"/>
                    <a:pt x="22" y="11"/>
                    <a:pt x="22" y="10"/>
                  </a:cubicBezTo>
                  <a:cubicBezTo>
                    <a:pt x="22" y="10"/>
                    <a:pt x="23" y="10"/>
                    <a:pt x="23" y="9"/>
                  </a:cubicBezTo>
                  <a:cubicBezTo>
                    <a:pt x="23" y="8"/>
                    <a:pt x="23" y="7"/>
                    <a:pt x="22" y="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47" name="Lebanon">
              <a:extLst>
                <a:ext uri="{FF2B5EF4-FFF2-40B4-BE49-F238E27FC236}">
                  <a16:creationId xmlns:a16="http://schemas.microsoft.com/office/drawing/2014/main" id="{BC831A98-2053-F2D4-7DE6-319898BD0EB8}"/>
                </a:ext>
              </a:extLst>
            </p:cNvPr>
            <p:cNvSpPr>
              <a:spLocks/>
            </p:cNvSpPr>
            <p:nvPr/>
          </p:nvSpPr>
          <p:spPr bwMode="auto">
            <a:xfrm>
              <a:off x="6858179" y="2693683"/>
              <a:ext cx="46068" cy="63711"/>
            </a:xfrm>
            <a:custGeom>
              <a:avLst/>
              <a:gdLst/>
              <a:ahLst/>
              <a:cxnLst>
                <a:cxn ang="0">
                  <a:pos x="13" y="5"/>
                </a:cxn>
                <a:cxn ang="0">
                  <a:pos x="13" y="4"/>
                </a:cxn>
                <a:cxn ang="0">
                  <a:pos x="12" y="4"/>
                </a:cxn>
                <a:cxn ang="0">
                  <a:pos x="12" y="3"/>
                </a:cxn>
                <a:cxn ang="0">
                  <a:pos x="11" y="2"/>
                </a:cxn>
                <a:cxn ang="0">
                  <a:pos x="10" y="2"/>
                </a:cxn>
                <a:cxn ang="0">
                  <a:pos x="10" y="1"/>
                </a:cxn>
                <a:cxn ang="0">
                  <a:pos x="11" y="1"/>
                </a:cxn>
                <a:cxn ang="0">
                  <a:pos x="11" y="1"/>
                </a:cxn>
                <a:cxn ang="0">
                  <a:pos x="10" y="0"/>
                </a:cxn>
                <a:cxn ang="0">
                  <a:pos x="10" y="0"/>
                </a:cxn>
                <a:cxn ang="0">
                  <a:pos x="9" y="1"/>
                </a:cxn>
                <a:cxn ang="0">
                  <a:pos x="8" y="1"/>
                </a:cxn>
                <a:cxn ang="0">
                  <a:pos x="7" y="1"/>
                </a:cxn>
                <a:cxn ang="0">
                  <a:pos x="5" y="3"/>
                </a:cxn>
                <a:cxn ang="0">
                  <a:pos x="4" y="4"/>
                </a:cxn>
                <a:cxn ang="0">
                  <a:pos x="4" y="6"/>
                </a:cxn>
                <a:cxn ang="0">
                  <a:pos x="3" y="9"/>
                </a:cxn>
                <a:cxn ang="0">
                  <a:pos x="3" y="10"/>
                </a:cxn>
                <a:cxn ang="0">
                  <a:pos x="2" y="12"/>
                </a:cxn>
                <a:cxn ang="0">
                  <a:pos x="2" y="13"/>
                </a:cxn>
                <a:cxn ang="0">
                  <a:pos x="1" y="14"/>
                </a:cxn>
                <a:cxn ang="0">
                  <a:pos x="1" y="16"/>
                </a:cxn>
                <a:cxn ang="0">
                  <a:pos x="0" y="18"/>
                </a:cxn>
                <a:cxn ang="0">
                  <a:pos x="2" y="17"/>
                </a:cxn>
                <a:cxn ang="0">
                  <a:pos x="3" y="18"/>
                </a:cxn>
                <a:cxn ang="0">
                  <a:pos x="4" y="16"/>
                </a:cxn>
                <a:cxn ang="0">
                  <a:pos x="5" y="16"/>
                </a:cxn>
                <a:cxn ang="0">
                  <a:pos x="6" y="15"/>
                </a:cxn>
                <a:cxn ang="0">
                  <a:pos x="7" y="14"/>
                </a:cxn>
                <a:cxn ang="0">
                  <a:pos x="8" y="13"/>
                </a:cxn>
                <a:cxn ang="0">
                  <a:pos x="8" y="12"/>
                </a:cxn>
                <a:cxn ang="0">
                  <a:pos x="7" y="12"/>
                </a:cxn>
                <a:cxn ang="0">
                  <a:pos x="7" y="11"/>
                </a:cxn>
                <a:cxn ang="0">
                  <a:pos x="8" y="10"/>
                </a:cxn>
                <a:cxn ang="0">
                  <a:pos x="9" y="9"/>
                </a:cxn>
                <a:cxn ang="0">
                  <a:pos x="10" y="9"/>
                </a:cxn>
                <a:cxn ang="0">
                  <a:pos x="11" y="9"/>
                </a:cxn>
                <a:cxn ang="0">
                  <a:pos x="10" y="8"/>
                </a:cxn>
                <a:cxn ang="0">
                  <a:pos x="12" y="7"/>
                </a:cxn>
                <a:cxn ang="0">
                  <a:pos x="12" y="6"/>
                </a:cxn>
                <a:cxn ang="0">
                  <a:pos x="13" y="6"/>
                </a:cxn>
                <a:cxn ang="0">
                  <a:pos x="13" y="5"/>
                </a:cxn>
              </a:cxnLst>
              <a:rect l="0" t="0" r="r" b="b"/>
              <a:pathLst>
                <a:path w="13" h="18">
                  <a:moveTo>
                    <a:pt x="13" y="5"/>
                  </a:moveTo>
                  <a:cubicBezTo>
                    <a:pt x="12" y="4"/>
                    <a:pt x="13" y="4"/>
                    <a:pt x="13" y="4"/>
                  </a:cubicBezTo>
                  <a:cubicBezTo>
                    <a:pt x="13" y="4"/>
                    <a:pt x="12" y="4"/>
                    <a:pt x="12" y="4"/>
                  </a:cubicBezTo>
                  <a:cubicBezTo>
                    <a:pt x="12" y="4"/>
                    <a:pt x="12" y="3"/>
                    <a:pt x="12" y="3"/>
                  </a:cubicBezTo>
                  <a:cubicBezTo>
                    <a:pt x="12" y="3"/>
                    <a:pt x="12" y="3"/>
                    <a:pt x="11" y="2"/>
                  </a:cubicBezTo>
                  <a:cubicBezTo>
                    <a:pt x="11" y="2"/>
                    <a:pt x="11" y="2"/>
                    <a:pt x="10" y="2"/>
                  </a:cubicBezTo>
                  <a:cubicBezTo>
                    <a:pt x="10" y="2"/>
                    <a:pt x="10" y="2"/>
                    <a:pt x="10" y="1"/>
                  </a:cubicBezTo>
                  <a:cubicBezTo>
                    <a:pt x="11" y="1"/>
                    <a:pt x="11" y="1"/>
                    <a:pt x="11" y="1"/>
                  </a:cubicBezTo>
                  <a:cubicBezTo>
                    <a:pt x="11" y="1"/>
                    <a:pt x="11" y="1"/>
                    <a:pt x="11" y="1"/>
                  </a:cubicBezTo>
                  <a:cubicBezTo>
                    <a:pt x="10" y="1"/>
                    <a:pt x="10" y="1"/>
                    <a:pt x="10" y="0"/>
                  </a:cubicBezTo>
                  <a:cubicBezTo>
                    <a:pt x="10" y="0"/>
                    <a:pt x="10" y="0"/>
                    <a:pt x="10" y="0"/>
                  </a:cubicBezTo>
                  <a:cubicBezTo>
                    <a:pt x="9" y="0"/>
                    <a:pt x="10" y="1"/>
                    <a:pt x="9" y="1"/>
                  </a:cubicBezTo>
                  <a:cubicBezTo>
                    <a:pt x="9" y="1"/>
                    <a:pt x="8" y="1"/>
                    <a:pt x="8" y="1"/>
                  </a:cubicBezTo>
                  <a:cubicBezTo>
                    <a:pt x="7" y="1"/>
                    <a:pt x="6" y="0"/>
                    <a:pt x="7" y="1"/>
                  </a:cubicBezTo>
                  <a:cubicBezTo>
                    <a:pt x="7" y="2"/>
                    <a:pt x="6" y="3"/>
                    <a:pt x="5" y="3"/>
                  </a:cubicBezTo>
                  <a:cubicBezTo>
                    <a:pt x="5" y="3"/>
                    <a:pt x="4" y="4"/>
                    <a:pt x="4" y="4"/>
                  </a:cubicBezTo>
                  <a:cubicBezTo>
                    <a:pt x="4" y="4"/>
                    <a:pt x="4" y="6"/>
                    <a:pt x="4" y="6"/>
                  </a:cubicBezTo>
                  <a:cubicBezTo>
                    <a:pt x="4" y="7"/>
                    <a:pt x="4" y="9"/>
                    <a:pt x="3" y="9"/>
                  </a:cubicBezTo>
                  <a:cubicBezTo>
                    <a:pt x="2" y="9"/>
                    <a:pt x="3" y="9"/>
                    <a:pt x="3" y="10"/>
                  </a:cubicBezTo>
                  <a:cubicBezTo>
                    <a:pt x="3" y="10"/>
                    <a:pt x="2" y="11"/>
                    <a:pt x="2" y="12"/>
                  </a:cubicBezTo>
                  <a:cubicBezTo>
                    <a:pt x="2" y="12"/>
                    <a:pt x="2" y="13"/>
                    <a:pt x="2" y="13"/>
                  </a:cubicBezTo>
                  <a:cubicBezTo>
                    <a:pt x="1" y="13"/>
                    <a:pt x="1" y="14"/>
                    <a:pt x="1" y="14"/>
                  </a:cubicBezTo>
                  <a:cubicBezTo>
                    <a:pt x="1" y="14"/>
                    <a:pt x="1" y="15"/>
                    <a:pt x="1" y="16"/>
                  </a:cubicBezTo>
                  <a:cubicBezTo>
                    <a:pt x="1" y="16"/>
                    <a:pt x="0" y="17"/>
                    <a:pt x="0" y="18"/>
                  </a:cubicBezTo>
                  <a:cubicBezTo>
                    <a:pt x="0" y="18"/>
                    <a:pt x="1" y="18"/>
                    <a:pt x="2" y="17"/>
                  </a:cubicBezTo>
                  <a:cubicBezTo>
                    <a:pt x="2" y="17"/>
                    <a:pt x="2" y="18"/>
                    <a:pt x="3" y="18"/>
                  </a:cubicBezTo>
                  <a:cubicBezTo>
                    <a:pt x="4" y="17"/>
                    <a:pt x="4" y="17"/>
                    <a:pt x="4" y="16"/>
                  </a:cubicBezTo>
                  <a:cubicBezTo>
                    <a:pt x="4" y="15"/>
                    <a:pt x="4" y="16"/>
                    <a:pt x="5" y="16"/>
                  </a:cubicBezTo>
                  <a:cubicBezTo>
                    <a:pt x="4" y="15"/>
                    <a:pt x="5" y="15"/>
                    <a:pt x="6" y="15"/>
                  </a:cubicBezTo>
                  <a:cubicBezTo>
                    <a:pt x="6" y="15"/>
                    <a:pt x="6" y="14"/>
                    <a:pt x="7" y="14"/>
                  </a:cubicBezTo>
                  <a:cubicBezTo>
                    <a:pt x="7" y="13"/>
                    <a:pt x="7" y="13"/>
                    <a:pt x="8" y="13"/>
                  </a:cubicBezTo>
                  <a:cubicBezTo>
                    <a:pt x="8" y="13"/>
                    <a:pt x="9" y="12"/>
                    <a:pt x="8" y="12"/>
                  </a:cubicBezTo>
                  <a:cubicBezTo>
                    <a:pt x="8" y="12"/>
                    <a:pt x="8" y="12"/>
                    <a:pt x="7" y="12"/>
                  </a:cubicBezTo>
                  <a:cubicBezTo>
                    <a:pt x="7" y="12"/>
                    <a:pt x="7" y="12"/>
                    <a:pt x="7" y="11"/>
                  </a:cubicBezTo>
                  <a:cubicBezTo>
                    <a:pt x="7" y="11"/>
                    <a:pt x="8" y="10"/>
                    <a:pt x="8" y="10"/>
                  </a:cubicBezTo>
                  <a:cubicBezTo>
                    <a:pt x="8" y="10"/>
                    <a:pt x="8" y="9"/>
                    <a:pt x="9" y="9"/>
                  </a:cubicBezTo>
                  <a:cubicBezTo>
                    <a:pt x="9" y="9"/>
                    <a:pt x="9" y="9"/>
                    <a:pt x="10" y="9"/>
                  </a:cubicBezTo>
                  <a:cubicBezTo>
                    <a:pt x="10" y="9"/>
                    <a:pt x="11" y="10"/>
                    <a:pt x="11" y="9"/>
                  </a:cubicBezTo>
                  <a:cubicBezTo>
                    <a:pt x="11" y="9"/>
                    <a:pt x="10" y="9"/>
                    <a:pt x="10" y="8"/>
                  </a:cubicBezTo>
                  <a:cubicBezTo>
                    <a:pt x="10" y="7"/>
                    <a:pt x="11" y="7"/>
                    <a:pt x="12" y="7"/>
                  </a:cubicBezTo>
                  <a:cubicBezTo>
                    <a:pt x="12" y="7"/>
                    <a:pt x="12" y="7"/>
                    <a:pt x="12" y="6"/>
                  </a:cubicBezTo>
                  <a:cubicBezTo>
                    <a:pt x="12" y="6"/>
                    <a:pt x="13" y="6"/>
                    <a:pt x="13" y="6"/>
                  </a:cubicBezTo>
                  <a:cubicBezTo>
                    <a:pt x="13" y="5"/>
                    <a:pt x="13" y="5"/>
                    <a:pt x="13" y="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48" name="Latvia">
              <a:extLst>
                <a:ext uri="{FF2B5EF4-FFF2-40B4-BE49-F238E27FC236}">
                  <a16:creationId xmlns:a16="http://schemas.microsoft.com/office/drawing/2014/main" id="{19F77A9E-FA43-EE5A-FAB5-4022DA635E08}"/>
                </a:ext>
              </a:extLst>
            </p:cNvPr>
            <p:cNvSpPr>
              <a:spLocks/>
            </p:cNvSpPr>
            <p:nvPr/>
          </p:nvSpPr>
          <p:spPr bwMode="auto">
            <a:xfrm>
              <a:off x="6348493" y="1807615"/>
              <a:ext cx="208775" cy="84295"/>
            </a:xfrm>
            <a:custGeom>
              <a:avLst/>
              <a:gdLst/>
              <a:ahLst/>
              <a:cxnLst>
                <a:cxn ang="0">
                  <a:pos x="57" y="15"/>
                </a:cxn>
                <a:cxn ang="0">
                  <a:pos x="55" y="13"/>
                </a:cxn>
                <a:cxn ang="0">
                  <a:pos x="53" y="12"/>
                </a:cxn>
                <a:cxn ang="0">
                  <a:pos x="54" y="10"/>
                </a:cxn>
                <a:cxn ang="0">
                  <a:pos x="54" y="8"/>
                </a:cxn>
                <a:cxn ang="0">
                  <a:pos x="52" y="6"/>
                </a:cxn>
                <a:cxn ang="0">
                  <a:pos x="50" y="5"/>
                </a:cxn>
                <a:cxn ang="0">
                  <a:pos x="46" y="5"/>
                </a:cxn>
                <a:cxn ang="0">
                  <a:pos x="42" y="5"/>
                </a:cxn>
                <a:cxn ang="0">
                  <a:pos x="39" y="2"/>
                </a:cxn>
                <a:cxn ang="0">
                  <a:pos x="37" y="1"/>
                </a:cxn>
                <a:cxn ang="0">
                  <a:pos x="35" y="1"/>
                </a:cxn>
                <a:cxn ang="0">
                  <a:pos x="33" y="0"/>
                </a:cxn>
                <a:cxn ang="0">
                  <a:pos x="32" y="0"/>
                </a:cxn>
                <a:cxn ang="0">
                  <a:pos x="30" y="1"/>
                </a:cxn>
                <a:cxn ang="0">
                  <a:pos x="27" y="1"/>
                </a:cxn>
                <a:cxn ang="0">
                  <a:pos x="26" y="2"/>
                </a:cxn>
                <a:cxn ang="0">
                  <a:pos x="26" y="5"/>
                </a:cxn>
                <a:cxn ang="0">
                  <a:pos x="26" y="9"/>
                </a:cxn>
                <a:cxn ang="0">
                  <a:pos x="22" y="11"/>
                </a:cxn>
                <a:cxn ang="0">
                  <a:pos x="18" y="10"/>
                </a:cxn>
                <a:cxn ang="0">
                  <a:pos x="14" y="6"/>
                </a:cxn>
                <a:cxn ang="0">
                  <a:pos x="12" y="3"/>
                </a:cxn>
                <a:cxn ang="0">
                  <a:pos x="8" y="4"/>
                </a:cxn>
                <a:cxn ang="0">
                  <a:pos x="4" y="7"/>
                </a:cxn>
                <a:cxn ang="0">
                  <a:pos x="1" y="13"/>
                </a:cxn>
                <a:cxn ang="0">
                  <a:pos x="1" y="16"/>
                </a:cxn>
                <a:cxn ang="0">
                  <a:pos x="1" y="16"/>
                </a:cxn>
                <a:cxn ang="0">
                  <a:pos x="1" y="19"/>
                </a:cxn>
                <a:cxn ang="0">
                  <a:pos x="2" y="20"/>
                </a:cxn>
                <a:cxn ang="0">
                  <a:pos x="5" y="18"/>
                </a:cxn>
                <a:cxn ang="0">
                  <a:pos x="9" y="17"/>
                </a:cxn>
                <a:cxn ang="0">
                  <a:pos x="14" y="17"/>
                </a:cxn>
                <a:cxn ang="0">
                  <a:pos x="18" y="17"/>
                </a:cxn>
                <a:cxn ang="0">
                  <a:pos x="22" y="17"/>
                </a:cxn>
                <a:cxn ang="0">
                  <a:pos x="26" y="18"/>
                </a:cxn>
                <a:cxn ang="0">
                  <a:pos x="29" y="18"/>
                </a:cxn>
                <a:cxn ang="0">
                  <a:pos x="32" y="17"/>
                </a:cxn>
                <a:cxn ang="0">
                  <a:pos x="38" y="20"/>
                </a:cxn>
                <a:cxn ang="0">
                  <a:pos x="42" y="22"/>
                </a:cxn>
                <a:cxn ang="0">
                  <a:pos x="46" y="24"/>
                </a:cxn>
                <a:cxn ang="0">
                  <a:pos x="49" y="23"/>
                </a:cxn>
                <a:cxn ang="0">
                  <a:pos x="52" y="23"/>
                </a:cxn>
                <a:cxn ang="0">
                  <a:pos x="54" y="23"/>
                </a:cxn>
                <a:cxn ang="0">
                  <a:pos x="55" y="21"/>
                </a:cxn>
                <a:cxn ang="0">
                  <a:pos x="59" y="18"/>
                </a:cxn>
              </a:cxnLst>
              <a:rect l="0" t="0" r="r" b="b"/>
              <a:pathLst>
                <a:path w="59" h="24">
                  <a:moveTo>
                    <a:pt x="58" y="16"/>
                  </a:moveTo>
                  <a:cubicBezTo>
                    <a:pt x="57" y="16"/>
                    <a:pt x="58" y="15"/>
                    <a:pt x="57" y="15"/>
                  </a:cubicBezTo>
                  <a:cubicBezTo>
                    <a:pt x="57" y="15"/>
                    <a:pt x="57" y="15"/>
                    <a:pt x="57" y="14"/>
                  </a:cubicBezTo>
                  <a:cubicBezTo>
                    <a:pt x="56" y="14"/>
                    <a:pt x="56" y="14"/>
                    <a:pt x="55" y="13"/>
                  </a:cubicBezTo>
                  <a:cubicBezTo>
                    <a:pt x="55" y="13"/>
                    <a:pt x="56" y="13"/>
                    <a:pt x="55" y="12"/>
                  </a:cubicBezTo>
                  <a:cubicBezTo>
                    <a:pt x="55" y="12"/>
                    <a:pt x="54" y="12"/>
                    <a:pt x="53" y="12"/>
                  </a:cubicBezTo>
                  <a:cubicBezTo>
                    <a:pt x="53" y="12"/>
                    <a:pt x="54" y="11"/>
                    <a:pt x="54" y="11"/>
                  </a:cubicBezTo>
                  <a:cubicBezTo>
                    <a:pt x="54" y="11"/>
                    <a:pt x="54" y="11"/>
                    <a:pt x="54" y="10"/>
                  </a:cubicBezTo>
                  <a:cubicBezTo>
                    <a:pt x="54" y="10"/>
                    <a:pt x="53" y="9"/>
                    <a:pt x="54" y="9"/>
                  </a:cubicBezTo>
                  <a:cubicBezTo>
                    <a:pt x="54" y="9"/>
                    <a:pt x="55" y="9"/>
                    <a:pt x="54" y="8"/>
                  </a:cubicBezTo>
                  <a:cubicBezTo>
                    <a:pt x="54" y="7"/>
                    <a:pt x="54" y="7"/>
                    <a:pt x="53" y="7"/>
                  </a:cubicBezTo>
                  <a:cubicBezTo>
                    <a:pt x="53" y="7"/>
                    <a:pt x="52" y="7"/>
                    <a:pt x="52" y="6"/>
                  </a:cubicBezTo>
                  <a:cubicBezTo>
                    <a:pt x="51" y="6"/>
                    <a:pt x="52" y="5"/>
                    <a:pt x="51" y="5"/>
                  </a:cubicBezTo>
                  <a:cubicBezTo>
                    <a:pt x="51" y="5"/>
                    <a:pt x="50" y="5"/>
                    <a:pt x="50" y="5"/>
                  </a:cubicBezTo>
                  <a:cubicBezTo>
                    <a:pt x="49" y="5"/>
                    <a:pt x="48" y="5"/>
                    <a:pt x="47" y="4"/>
                  </a:cubicBezTo>
                  <a:cubicBezTo>
                    <a:pt x="47" y="4"/>
                    <a:pt x="46" y="4"/>
                    <a:pt x="46" y="5"/>
                  </a:cubicBezTo>
                  <a:cubicBezTo>
                    <a:pt x="46" y="5"/>
                    <a:pt x="45" y="5"/>
                    <a:pt x="44" y="5"/>
                  </a:cubicBezTo>
                  <a:cubicBezTo>
                    <a:pt x="44" y="6"/>
                    <a:pt x="43" y="5"/>
                    <a:pt x="42" y="5"/>
                  </a:cubicBezTo>
                  <a:cubicBezTo>
                    <a:pt x="41" y="4"/>
                    <a:pt x="41" y="4"/>
                    <a:pt x="41" y="3"/>
                  </a:cubicBezTo>
                  <a:cubicBezTo>
                    <a:pt x="40" y="3"/>
                    <a:pt x="39" y="3"/>
                    <a:pt x="39" y="2"/>
                  </a:cubicBezTo>
                  <a:cubicBezTo>
                    <a:pt x="39" y="2"/>
                    <a:pt x="39" y="2"/>
                    <a:pt x="38" y="2"/>
                  </a:cubicBezTo>
                  <a:cubicBezTo>
                    <a:pt x="38" y="2"/>
                    <a:pt x="37" y="1"/>
                    <a:pt x="37" y="1"/>
                  </a:cubicBezTo>
                  <a:cubicBezTo>
                    <a:pt x="36" y="1"/>
                    <a:pt x="36" y="1"/>
                    <a:pt x="35" y="1"/>
                  </a:cubicBezTo>
                  <a:cubicBezTo>
                    <a:pt x="35" y="1"/>
                    <a:pt x="35" y="1"/>
                    <a:pt x="35" y="1"/>
                  </a:cubicBezTo>
                  <a:cubicBezTo>
                    <a:pt x="34" y="0"/>
                    <a:pt x="34" y="0"/>
                    <a:pt x="34" y="0"/>
                  </a:cubicBezTo>
                  <a:cubicBezTo>
                    <a:pt x="34" y="0"/>
                    <a:pt x="33" y="0"/>
                    <a:pt x="33" y="0"/>
                  </a:cubicBezTo>
                  <a:cubicBezTo>
                    <a:pt x="33" y="0"/>
                    <a:pt x="33" y="0"/>
                    <a:pt x="33" y="0"/>
                  </a:cubicBezTo>
                  <a:cubicBezTo>
                    <a:pt x="33" y="1"/>
                    <a:pt x="32" y="0"/>
                    <a:pt x="32" y="0"/>
                  </a:cubicBezTo>
                  <a:cubicBezTo>
                    <a:pt x="31" y="0"/>
                    <a:pt x="31" y="0"/>
                    <a:pt x="30" y="0"/>
                  </a:cubicBezTo>
                  <a:cubicBezTo>
                    <a:pt x="30" y="0"/>
                    <a:pt x="30" y="1"/>
                    <a:pt x="30" y="1"/>
                  </a:cubicBezTo>
                  <a:cubicBezTo>
                    <a:pt x="29" y="1"/>
                    <a:pt x="29" y="0"/>
                    <a:pt x="29" y="1"/>
                  </a:cubicBezTo>
                  <a:cubicBezTo>
                    <a:pt x="29" y="1"/>
                    <a:pt x="27" y="1"/>
                    <a:pt x="27" y="1"/>
                  </a:cubicBezTo>
                  <a:cubicBezTo>
                    <a:pt x="27" y="1"/>
                    <a:pt x="26" y="2"/>
                    <a:pt x="26" y="2"/>
                  </a:cubicBezTo>
                  <a:cubicBezTo>
                    <a:pt x="26" y="2"/>
                    <a:pt x="26" y="2"/>
                    <a:pt x="26" y="2"/>
                  </a:cubicBezTo>
                  <a:cubicBezTo>
                    <a:pt x="25" y="2"/>
                    <a:pt x="26" y="3"/>
                    <a:pt x="26" y="3"/>
                  </a:cubicBezTo>
                  <a:cubicBezTo>
                    <a:pt x="26" y="4"/>
                    <a:pt x="26" y="4"/>
                    <a:pt x="26" y="5"/>
                  </a:cubicBezTo>
                  <a:cubicBezTo>
                    <a:pt x="26" y="5"/>
                    <a:pt x="27" y="6"/>
                    <a:pt x="27" y="7"/>
                  </a:cubicBezTo>
                  <a:cubicBezTo>
                    <a:pt x="27" y="8"/>
                    <a:pt x="27" y="8"/>
                    <a:pt x="26" y="9"/>
                  </a:cubicBezTo>
                  <a:cubicBezTo>
                    <a:pt x="25" y="10"/>
                    <a:pt x="24" y="10"/>
                    <a:pt x="24" y="10"/>
                  </a:cubicBezTo>
                  <a:cubicBezTo>
                    <a:pt x="24" y="11"/>
                    <a:pt x="23" y="11"/>
                    <a:pt x="22" y="11"/>
                  </a:cubicBezTo>
                  <a:cubicBezTo>
                    <a:pt x="21" y="11"/>
                    <a:pt x="21" y="11"/>
                    <a:pt x="20" y="10"/>
                  </a:cubicBezTo>
                  <a:cubicBezTo>
                    <a:pt x="19" y="10"/>
                    <a:pt x="18" y="10"/>
                    <a:pt x="18" y="10"/>
                  </a:cubicBezTo>
                  <a:cubicBezTo>
                    <a:pt x="17" y="9"/>
                    <a:pt x="17" y="7"/>
                    <a:pt x="16" y="7"/>
                  </a:cubicBezTo>
                  <a:cubicBezTo>
                    <a:pt x="15" y="6"/>
                    <a:pt x="15" y="6"/>
                    <a:pt x="14" y="6"/>
                  </a:cubicBezTo>
                  <a:cubicBezTo>
                    <a:pt x="14" y="5"/>
                    <a:pt x="13" y="5"/>
                    <a:pt x="12" y="4"/>
                  </a:cubicBezTo>
                  <a:cubicBezTo>
                    <a:pt x="12" y="4"/>
                    <a:pt x="12" y="3"/>
                    <a:pt x="12" y="3"/>
                  </a:cubicBezTo>
                  <a:cubicBezTo>
                    <a:pt x="12" y="3"/>
                    <a:pt x="11" y="3"/>
                    <a:pt x="11" y="3"/>
                  </a:cubicBezTo>
                  <a:cubicBezTo>
                    <a:pt x="10" y="4"/>
                    <a:pt x="9" y="4"/>
                    <a:pt x="8" y="4"/>
                  </a:cubicBezTo>
                  <a:cubicBezTo>
                    <a:pt x="8" y="5"/>
                    <a:pt x="7" y="4"/>
                    <a:pt x="6" y="5"/>
                  </a:cubicBezTo>
                  <a:cubicBezTo>
                    <a:pt x="5" y="5"/>
                    <a:pt x="4" y="7"/>
                    <a:pt x="4" y="7"/>
                  </a:cubicBezTo>
                  <a:cubicBezTo>
                    <a:pt x="3" y="9"/>
                    <a:pt x="4" y="10"/>
                    <a:pt x="3" y="11"/>
                  </a:cubicBezTo>
                  <a:cubicBezTo>
                    <a:pt x="2" y="12"/>
                    <a:pt x="1" y="12"/>
                    <a:pt x="1" y="13"/>
                  </a:cubicBezTo>
                  <a:cubicBezTo>
                    <a:pt x="1" y="14"/>
                    <a:pt x="0" y="15"/>
                    <a:pt x="0" y="15"/>
                  </a:cubicBezTo>
                  <a:cubicBezTo>
                    <a:pt x="0" y="16"/>
                    <a:pt x="1" y="16"/>
                    <a:pt x="1" y="16"/>
                  </a:cubicBezTo>
                  <a:cubicBezTo>
                    <a:pt x="1" y="17"/>
                    <a:pt x="1" y="17"/>
                    <a:pt x="1" y="17"/>
                  </a:cubicBezTo>
                  <a:cubicBezTo>
                    <a:pt x="1" y="17"/>
                    <a:pt x="1" y="16"/>
                    <a:pt x="1" y="16"/>
                  </a:cubicBezTo>
                  <a:cubicBezTo>
                    <a:pt x="0" y="16"/>
                    <a:pt x="1" y="16"/>
                    <a:pt x="1" y="16"/>
                  </a:cubicBezTo>
                  <a:cubicBezTo>
                    <a:pt x="0" y="17"/>
                    <a:pt x="0" y="18"/>
                    <a:pt x="1" y="19"/>
                  </a:cubicBezTo>
                  <a:cubicBezTo>
                    <a:pt x="1" y="19"/>
                    <a:pt x="1" y="20"/>
                    <a:pt x="1" y="20"/>
                  </a:cubicBezTo>
                  <a:cubicBezTo>
                    <a:pt x="1" y="20"/>
                    <a:pt x="2" y="20"/>
                    <a:pt x="2" y="20"/>
                  </a:cubicBezTo>
                  <a:cubicBezTo>
                    <a:pt x="3" y="20"/>
                    <a:pt x="3" y="19"/>
                    <a:pt x="3" y="19"/>
                  </a:cubicBezTo>
                  <a:cubicBezTo>
                    <a:pt x="3" y="19"/>
                    <a:pt x="4" y="18"/>
                    <a:pt x="5" y="18"/>
                  </a:cubicBezTo>
                  <a:cubicBezTo>
                    <a:pt x="5" y="18"/>
                    <a:pt x="6" y="18"/>
                    <a:pt x="7" y="18"/>
                  </a:cubicBezTo>
                  <a:cubicBezTo>
                    <a:pt x="7" y="17"/>
                    <a:pt x="8" y="17"/>
                    <a:pt x="9" y="17"/>
                  </a:cubicBezTo>
                  <a:cubicBezTo>
                    <a:pt x="9" y="17"/>
                    <a:pt x="10" y="17"/>
                    <a:pt x="11" y="17"/>
                  </a:cubicBezTo>
                  <a:cubicBezTo>
                    <a:pt x="12" y="17"/>
                    <a:pt x="13" y="17"/>
                    <a:pt x="14" y="17"/>
                  </a:cubicBezTo>
                  <a:cubicBezTo>
                    <a:pt x="14" y="17"/>
                    <a:pt x="15" y="17"/>
                    <a:pt x="15" y="17"/>
                  </a:cubicBezTo>
                  <a:cubicBezTo>
                    <a:pt x="17" y="16"/>
                    <a:pt x="16" y="19"/>
                    <a:pt x="18" y="17"/>
                  </a:cubicBezTo>
                  <a:cubicBezTo>
                    <a:pt x="19" y="17"/>
                    <a:pt x="19" y="17"/>
                    <a:pt x="20" y="17"/>
                  </a:cubicBezTo>
                  <a:cubicBezTo>
                    <a:pt x="21" y="18"/>
                    <a:pt x="21" y="17"/>
                    <a:pt x="22" y="17"/>
                  </a:cubicBezTo>
                  <a:cubicBezTo>
                    <a:pt x="23" y="18"/>
                    <a:pt x="23" y="17"/>
                    <a:pt x="24" y="17"/>
                  </a:cubicBezTo>
                  <a:cubicBezTo>
                    <a:pt x="25" y="18"/>
                    <a:pt x="25" y="18"/>
                    <a:pt x="26" y="18"/>
                  </a:cubicBezTo>
                  <a:cubicBezTo>
                    <a:pt x="27" y="18"/>
                    <a:pt x="27" y="18"/>
                    <a:pt x="28" y="18"/>
                  </a:cubicBezTo>
                  <a:cubicBezTo>
                    <a:pt x="29" y="18"/>
                    <a:pt x="29" y="18"/>
                    <a:pt x="29" y="18"/>
                  </a:cubicBezTo>
                  <a:cubicBezTo>
                    <a:pt x="30" y="17"/>
                    <a:pt x="31" y="17"/>
                    <a:pt x="31" y="17"/>
                  </a:cubicBezTo>
                  <a:cubicBezTo>
                    <a:pt x="32" y="16"/>
                    <a:pt x="32" y="16"/>
                    <a:pt x="32" y="17"/>
                  </a:cubicBezTo>
                  <a:cubicBezTo>
                    <a:pt x="33" y="18"/>
                    <a:pt x="33" y="19"/>
                    <a:pt x="35" y="19"/>
                  </a:cubicBezTo>
                  <a:cubicBezTo>
                    <a:pt x="36" y="19"/>
                    <a:pt x="38" y="19"/>
                    <a:pt x="38" y="20"/>
                  </a:cubicBezTo>
                  <a:cubicBezTo>
                    <a:pt x="39" y="20"/>
                    <a:pt x="40" y="21"/>
                    <a:pt x="40" y="21"/>
                  </a:cubicBezTo>
                  <a:cubicBezTo>
                    <a:pt x="41" y="21"/>
                    <a:pt x="42" y="22"/>
                    <a:pt x="42" y="22"/>
                  </a:cubicBezTo>
                  <a:cubicBezTo>
                    <a:pt x="43" y="23"/>
                    <a:pt x="43" y="23"/>
                    <a:pt x="44" y="24"/>
                  </a:cubicBezTo>
                  <a:cubicBezTo>
                    <a:pt x="44" y="24"/>
                    <a:pt x="45" y="24"/>
                    <a:pt x="46" y="24"/>
                  </a:cubicBezTo>
                  <a:cubicBezTo>
                    <a:pt x="46" y="24"/>
                    <a:pt x="47" y="24"/>
                    <a:pt x="47" y="24"/>
                  </a:cubicBezTo>
                  <a:cubicBezTo>
                    <a:pt x="48" y="24"/>
                    <a:pt x="48" y="24"/>
                    <a:pt x="49" y="23"/>
                  </a:cubicBezTo>
                  <a:cubicBezTo>
                    <a:pt x="49" y="23"/>
                    <a:pt x="50" y="23"/>
                    <a:pt x="50" y="23"/>
                  </a:cubicBezTo>
                  <a:cubicBezTo>
                    <a:pt x="51" y="23"/>
                    <a:pt x="51" y="23"/>
                    <a:pt x="52" y="23"/>
                  </a:cubicBezTo>
                  <a:cubicBezTo>
                    <a:pt x="52" y="23"/>
                    <a:pt x="52" y="23"/>
                    <a:pt x="53" y="23"/>
                  </a:cubicBezTo>
                  <a:cubicBezTo>
                    <a:pt x="53" y="23"/>
                    <a:pt x="54" y="23"/>
                    <a:pt x="54" y="23"/>
                  </a:cubicBezTo>
                  <a:cubicBezTo>
                    <a:pt x="54" y="23"/>
                    <a:pt x="54" y="22"/>
                    <a:pt x="54" y="22"/>
                  </a:cubicBezTo>
                  <a:cubicBezTo>
                    <a:pt x="55" y="21"/>
                    <a:pt x="55" y="21"/>
                    <a:pt x="55" y="21"/>
                  </a:cubicBezTo>
                  <a:cubicBezTo>
                    <a:pt x="55" y="20"/>
                    <a:pt x="58" y="19"/>
                    <a:pt x="58" y="19"/>
                  </a:cubicBezTo>
                  <a:cubicBezTo>
                    <a:pt x="59" y="20"/>
                    <a:pt x="59" y="18"/>
                    <a:pt x="59" y="18"/>
                  </a:cubicBezTo>
                  <a:cubicBezTo>
                    <a:pt x="59" y="18"/>
                    <a:pt x="58" y="17"/>
                    <a:pt x="58" y="1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49" name="Laos">
              <a:extLst>
                <a:ext uri="{FF2B5EF4-FFF2-40B4-BE49-F238E27FC236}">
                  <a16:creationId xmlns:a16="http://schemas.microsoft.com/office/drawing/2014/main" id="{9E29AE07-4148-8237-9066-2FCB09D16435}"/>
                </a:ext>
              </a:extLst>
            </p:cNvPr>
            <p:cNvSpPr>
              <a:spLocks/>
            </p:cNvSpPr>
            <p:nvPr/>
          </p:nvSpPr>
          <p:spPr bwMode="auto">
            <a:xfrm>
              <a:off x="9078251" y="3168081"/>
              <a:ext cx="283268" cy="333256"/>
            </a:xfrm>
            <a:custGeom>
              <a:avLst/>
              <a:gdLst/>
              <a:ahLst/>
              <a:cxnLst>
                <a:cxn ang="0">
                  <a:pos x="77" y="77"/>
                </a:cxn>
                <a:cxn ang="0">
                  <a:pos x="75" y="74"/>
                </a:cxn>
                <a:cxn ang="0">
                  <a:pos x="75" y="71"/>
                </a:cxn>
                <a:cxn ang="0">
                  <a:pos x="71" y="66"/>
                </a:cxn>
                <a:cxn ang="0">
                  <a:pos x="67" y="64"/>
                </a:cxn>
                <a:cxn ang="0">
                  <a:pos x="64" y="58"/>
                </a:cxn>
                <a:cxn ang="0">
                  <a:pos x="58" y="52"/>
                </a:cxn>
                <a:cxn ang="0">
                  <a:pos x="55" y="47"/>
                </a:cxn>
                <a:cxn ang="0">
                  <a:pos x="52" y="46"/>
                </a:cxn>
                <a:cxn ang="0">
                  <a:pos x="51" y="43"/>
                </a:cxn>
                <a:cxn ang="0">
                  <a:pos x="44" y="39"/>
                </a:cxn>
                <a:cxn ang="0">
                  <a:pos x="38" y="35"/>
                </a:cxn>
                <a:cxn ang="0">
                  <a:pos x="39" y="31"/>
                </a:cxn>
                <a:cxn ang="0">
                  <a:pos x="43" y="31"/>
                </a:cxn>
                <a:cxn ang="0">
                  <a:pos x="46" y="28"/>
                </a:cxn>
                <a:cxn ang="0">
                  <a:pos x="46" y="25"/>
                </a:cxn>
                <a:cxn ang="0">
                  <a:pos x="41" y="23"/>
                </a:cxn>
                <a:cxn ang="0">
                  <a:pos x="42" y="20"/>
                </a:cxn>
                <a:cxn ang="0">
                  <a:pos x="37" y="17"/>
                </a:cxn>
                <a:cxn ang="0">
                  <a:pos x="34" y="20"/>
                </a:cxn>
                <a:cxn ang="0">
                  <a:pos x="28" y="18"/>
                </a:cxn>
                <a:cxn ang="0">
                  <a:pos x="25" y="14"/>
                </a:cxn>
                <a:cxn ang="0">
                  <a:pos x="26" y="10"/>
                </a:cxn>
                <a:cxn ang="0">
                  <a:pos x="24" y="8"/>
                </a:cxn>
                <a:cxn ang="0">
                  <a:pos x="19" y="4"/>
                </a:cxn>
                <a:cxn ang="0">
                  <a:pos x="14" y="1"/>
                </a:cxn>
                <a:cxn ang="0">
                  <a:pos x="11" y="3"/>
                </a:cxn>
                <a:cxn ang="0">
                  <a:pos x="13" y="6"/>
                </a:cxn>
                <a:cxn ang="0">
                  <a:pos x="14" y="12"/>
                </a:cxn>
                <a:cxn ang="0">
                  <a:pos x="13" y="14"/>
                </a:cxn>
                <a:cxn ang="0">
                  <a:pos x="9" y="11"/>
                </a:cxn>
                <a:cxn ang="0">
                  <a:pos x="5" y="13"/>
                </a:cxn>
                <a:cxn ang="0">
                  <a:pos x="4" y="18"/>
                </a:cxn>
                <a:cxn ang="0">
                  <a:pos x="1" y="25"/>
                </a:cxn>
                <a:cxn ang="0">
                  <a:pos x="4" y="26"/>
                </a:cxn>
                <a:cxn ang="0">
                  <a:pos x="6" y="33"/>
                </a:cxn>
                <a:cxn ang="0">
                  <a:pos x="12" y="33"/>
                </a:cxn>
                <a:cxn ang="0">
                  <a:pos x="14" y="38"/>
                </a:cxn>
                <a:cxn ang="0">
                  <a:pos x="13" y="43"/>
                </a:cxn>
                <a:cxn ang="0">
                  <a:pos x="13" y="47"/>
                </a:cxn>
                <a:cxn ang="0">
                  <a:pos x="13" y="50"/>
                </a:cxn>
                <a:cxn ang="0">
                  <a:pos x="13" y="55"/>
                </a:cxn>
                <a:cxn ang="0">
                  <a:pos x="16" y="52"/>
                </a:cxn>
                <a:cxn ang="0">
                  <a:pos x="19" y="50"/>
                </a:cxn>
                <a:cxn ang="0">
                  <a:pos x="25" y="49"/>
                </a:cxn>
                <a:cxn ang="0">
                  <a:pos x="29" y="51"/>
                </a:cxn>
                <a:cxn ang="0">
                  <a:pos x="33" y="47"/>
                </a:cxn>
                <a:cxn ang="0">
                  <a:pos x="39" y="46"/>
                </a:cxn>
                <a:cxn ang="0">
                  <a:pos x="44" y="51"/>
                </a:cxn>
                <a:cxn ang="0">
                  <a:pos x="49" y="60"/>
                </a:cxn>
                <a:cxn ang="0">
                  <a:pos x="53" y="68"/>
                </a:cxn>
                <a:cxn ang="0">
                  <a:pos x="57" y="73"/>
                </a:cxn>
                <a:cxn ang="0">
                  <a:pos x="60" y="79"/>
                </a:cxn>
                <a:cxn ang="0">
                  <a:pos x="60" y="85"/>
                </a:cxn>
                <a:cxn ang="0">
                  <a:pos x="61" y="92"/>
                </a:cxn>
                <a:cxn ang="0">
                  <a:pos x="65" y="94"/>
                </a:cxn>
                <a:cxn ang="0">
                  <a:pos x="65" y="89"/>
                </a:cxn>
                <a:cxn ang="0">
                  <a:pos x="69" y="88"/>
                </a:cxn>
                <a:cxn ang="0">
                  <a:pos x="72" y="89"/>
                </a:cxn>
                <a:cxn ang="0">
                  <a:pos x="76" y="89"/>
                </a:cxn>
                <a:cxn ang="0">
                  <a:pos x="79" y="85"/>
                </a:cxn>
                <a:cxn ang="0">
                  <a:pos x="79" y="82"/>
                </a:cxn>
              </a:cxnLst>
              <a:rect l="0" t="0" r="r" b="b"/>
              <a:pathLst>
                <a:path w="80" h="94">
                  <a:moveTo>
                    <a:pt x="79" y="78"/>
                  </a:moveTo>
                  <a:cubicBezTo>
                    <a:pt x="79" y="78"/>
                    <a:pt x="79" y="78"/>
                    <a:pt x="78" y="78"/>
                  </a:cubicBezTo>
                  <a:cubicBezTo>
                    <a:pt x="78" y="78"/>
                    <a:pt x="78" y="77"/>
                    <a:pt x="78" y="77"/>
                  </a:cubicBezTo>
                  <a:cubicBezTo>
                    <a:pt x="78" y="77"/>
                    <a:pt x="78" y="77"/>
                    <a:pt x="77" y="77"/>
                  </a:cubicBezTo>
                  <a:cubicBezTo>
                    <a:pt x="77" y="77"/>
                    <a:pt x="77" y="77"/>
                    <a:pt x="77" y="77"/>
                  </a:cubicBezTo>
                  <a:cubicBezTo>
                    <a:pt x="77" y="77"/>
                    <a:pt x="77" y="76"/>
                    <a:pt x="76" y="76"/>
                  </a:cubicBezTo>
                  <a:cubicBezTo>
                    <a:pt x="76" y="76"/>
                    <a:pt x="76" y="76"/>
                    <a:pt x="76" y="75"/>
                  </a:cubicBezTo>
                  <a:cubicBezTo>
                    <a:pt x="75" y="75"/>
                    <a:pt x="75" y="74"/>
                    <a:pt x="75" y="74"/>
                  </a:cubicBezTo>
                  <a:cubicBezTo>
                    <a:pt x="74" y="73"/>
                    <a:pt x="75" y="73"/>
                    <a:pt x="75" y="73"/>
                  </a:cubicBezTo>
                  <a:cubicBezTo>
                    <a:pt x="76" y="72"/>
                    <a:pt x="77" y="72"/>
                    <a:pt x="77" y="71"/>
                  </a:cubicBezTo>
                  <a:cubicBezTo>
                    <a:pt x="77" y="71"/>
                    <a:pt x="77" y="71"/>
                    <a:pt x="77" y="71"/>
                  </a:cubicBezTo>
                  <a:cubicBezTo>
                    <a:pt x="76" y="71"/>
                    <a:pt x="76" y="71"/>
                    <a:pt x="75" y="71"/>
                  </a:cubicBezTo>
                  <a:cubicBezTo>
                    <a:pt x="75" y="71"/>
                    <a:pt x="75" y="70"/>
                    <a:pt x="74" y="70"/>
                  </a:cubicBezTo>
                  <a:cubicBezTo>
                    <a:pt x="73" y="69"/>
                    <a:pt x="73" y="68"/>
                    <a:pt x="72" y="68"/>
                  </a:cubicBezTo>
                  <a:cubicBezTo>
                    <a:pt x="72" y="67"/>
                    <a:pt x="71" y="67"/>
                    <a:pt x="71" y="67"/>
                  </a:cubicBezTo>
                  <a:cubicBezTo>
                    <a:pt x="71" y="67"/>
                    <a:pt x="71" y="66"/>
                    <a:pt x="71" y="66"/>
                  </a:cubicBezTo>
                  <a:cubicBezTo>
                    <a:pt x="70" y="65"/>
                    <a:pt x="70" y="66"/>
                    <a:pt x="70" y="66"/>
                  </a:cubicBezTo>
                  <a:cubicBezTo>
                    <a:pt x="70" y="67"/>
                    <a:pt x="69" y="67"/>
                    <a:pt x="69" y="67"/>
                  </a:cubicBezTo>
                  <a:cubicBezTo>
                    <a:pt x="68" y="66"/>
                    <a:pt x="69" y="66"/>
                    <a:pt x="68" y="65"/>
                  </a:cubicBezTo>
                  <a:cubicBezTo>
                    <a:pt x="68" y="65"/>
                    <a:pt x="68" y="65"/>
                    <a:pt x="67" y="64"/>
                  </a:cubicBezTo>
                  <a:cubicBezTo>
                    <a:pt x="67" y="64"/>
                    <a:pt x="67" y="63"/>
                    <a:pt x="67" y="62"/>
                  </a:cubicBezTo>
                  <a:cubicBezTo>
                    <a:pt x="67" y="62"/>
                    <a:pt x="67" y="61"/>
                    <a:pt x="67" y="60"/>
                  </a:cubicBezTo>
                  <a:cubicBezTo>
                    <a:pt x="66" y="62"/>
                    <a:pt x="65" y="60"/>
                    <a:pt x="65" y="59"/>
                  </a:cubicBezTo>
                  <a:cubicBezTo>
                    <a:pt x="65" y="59"/>
                    <a:pt x="64" y="59"/>
                    <a:pt x="64" y="58"/>
                  </a:cubicBezTo>
                  <a:cubicBezTo>
                    <a:pt x="64" y="58"/>
                    <a:pt x="64" y="57"/>
                    <a:pt x="64" y="57"/>
                  </a:cubicBezTo>
                  <a:cubicBezTo>
                    <a:pt x="63" y="58"/>
                    <a:pt x="62" y="57"/>
                    <a:pt x="62" y="57"/>
                  </a:cubicBezTo>
                  <a:cubicBezTo>
                    <a:pt x="61" y="56"/>
                    <a:pt x="60" y="54"/>
                    <a:pt x="59" y="53"/>
                  </a:cubicBezTo>
                  <a:cubicBezTo>
                    <a:pt x="58" y="53"/>
                    <a:pt x="58" y="53"/>
                    <a:pt x="58" y="52"/>
                  </a:cubicBezTo>
                  <a:cubicBezTo>
                    <a:pt x="57" y="52"/>
                    <a:pt x="57" y="51"/>
                    <a:pt x="57" y="51"/>
                  </a:cubicBezTo>
                  <a:cubicBezTo>
                    <a:pt x="56" y="51"/>
                    <a:pt x="56" y="50"/>
                    <a:pt x="56" y="50"/>
                  </a:cubicBezTo>
                  <a:cubicBezTo>
                    <a:pt x="56" y="49"/>
                    <a:pt x="56" y="49"/>
                    <a:pt x="55" y="48"/>
                  </a:cubicBezTo>
                  <a:cubicBezTo>
                    <a:pt x="55" y="48"/>
                    <a:pt x="55" y="47"/>
                    <a:pt x="55" y="47"/>
                  </a:cubicBezTo>
                  <a:cubicBezTo>
                    <a:pt x="54" y="47"/>
                    <a:pt x="54" y="47"/>
                    <a:pt x="54" y="48"/>
                  </a:cubicBezTo>
                  <a:cubicBezTo>
                    <a:pt x="53" y="48"/>
                    <a:pt x="53" y="47"/>
                    <a:pt x="53" y="47"/>
                  </a:cubicBezTo>
                  <a:cubicBezTo>
                    <a:pt x="53" y="47"/>
                    <a:pt x="52" y="46"/>
                    <a:pt x="52" y="46"/>
                  </a:cubicBezTo>
                  <a:cubicBezTo>
                    <a:pt x="52" y="46"/>
                    <a:pt x="52" y="46"/>
                    <a:pt x="52" y="46"/>
                  </a:cubicBezTo>
                  <a:cubicBezTo>
                    <a:pt x="52" y="46"/>
                    <a:pt x="52" y="46"/>
                    <a:pt x="52" y="46"/>
                  </a:cubicBezTo>
                  <a:cubicBezTo>
                    <a:pt x="51" y="45"/>
                    <a:pt x="51" y="45"/>
                    <a:pt x="51" y="44"/>
                  </a:cubicBezTo>
                  <a:cubicBezTo>
                    <a:pt x="50" y="44"/>
                    <a:pt x="51" y="43"/>
                    <a:pt x="51" y="43"/>
                  </a:cubicBezTo>
                  <a:cubicBezTo>
                    <a:pt x="51" y="43"/>
                    <a:pt x="51" y="43"/>
                    <a:pt x="51" y="43"/>
                  </a:cubicBezTo>
                  <a:cubicBezTo>
                    <a:pt x="51" y="42"/>
                    <a:pt x="50" y="42"/>
                    <a:pt x="49" y="41"/>
                  </a:cubicBezTo>
                  <a:cubicBezTo>
                    <a:pt x="49" y="41"/>
                    <a:pt x="48" y="41"/>
                    <a:pt x="46" y="41"/>
                  </a:cubicBezTo>
                  <a:cubicBezTo>
                    <a:pt x="46" y="40"/>
                    <a:pt x="45" y="40"/>
                    <a:pt x="45" y="39"/>
                  </a:cubicBezTo>
                  <a:cubicBezTo>
                    <a:pt x="45" y="39"/>
                    <a:pt x="44" y="38"/>
                    <a:pt x="44" y="39"/>
                  </a:cubicBezTo>
                  <a:cubicBezTo>
                    <a:pt x="44" y="39"/>
                    <a:pt x="42" y="37"/>
                    <a:pt x="41" y="37"/>
                  </a:cubicBezTo>
                  <a:cubicBezTo>
                    <a:pt x="41" y="37"/>
                    <a:pt x="41" y="37"/>
                    <a:pt x="41" y="36"/>
                  </a:cubicBezTo>
                  <a:cubicBezTo>
                    <a:pt x="40" y="36"/>
                    <a:pt x="40" y="36"/>
                    <a:pt x="39" y="36"/>
                  </a:cubicBezTo>
                  <a:cubicBezTo>
                    <a:pt x="39" y="36"/>
                    <a:pt x="38" y="35"/>
                    <a:pt x="38" y="35"/>
                  </a:cubicBezTo>
                  <a:cubicBezTo>
                    <a:pt x="38" y="35"/>
                    <a:pt x="39" y="34"/>
                    <a:pt x="39" y="34"/>
                  </a:cubicBezTo>
                  <a:cubicBezTo>
                    <a:pt x="39" y="34"/>
                    <a:pt x="39" y="34"/>
                    <a:pt x="39" y="33"/>
                  </a:cubicBezTo>
                  <a:cubicBezTo>
                    <a:pt x="40" y="32"/>
                    <a:pt x="39" y="32"/>
                    <a:pt x="38" y="31"/>
                  </a:cubicBezTo>
                  <a:cubicBezTo>
                    <a:pt x="38" y="31"/>
                    <a:pt x="39" y="31"/>
                    <a:pt x="39" y="31"/>
                  </a:cubicBezTo>
                  <a:cubicBezTo>
                    <a:pt x="40" y="31"/>
                    <a:pt x="40" y="31"/>
                    <a:pt x="40" y="31"/>
                  </a:cubicBezTo>
                  <a:cubicBezTo>
                    <a:pt x="41" y="31"/>
                    <a:pt x="41" y="31"/>
                    <a:pt x="42" y="31"/>
                  </a:cubicBezTo>
                  <a:cubicBezTo>
                    <a:pt x="42" y="31"/>
                    <a:pt x="42" y="31"/>
                    <a:pt x="42" y="31"/>
                  </a:cubicBezTo>
                  <a:cubicBezTo>
                    <a:pt x="43" y="31"/>
                    <a:pt x="43" y="31"/>
                    <a:pt x="43" y="31"/>
                  </a:cubicBezTo>
                  <a:cubicBezTo>
                    <a:pt x="43" y="32"/>
                    <a:pt x="44" y="32"/>
                    <a:pt x="44" y="32"/>
                  </a:cubicBezTo>
                  <a:cubicBezTo>
                    <a:pt x="45" y="32"/>
                    <a:pt x="45" y="31"/>
                    <a:pt x="45" y="31"/>
                  </a:cubicBezTo>
                  <a:cubicBezTo>
                    <a:pt x="45" y="31"/>
                    <a:pt x="47" y="29"/>
                    <a:pt x="46" y="29"/>
                  </a:cubicBezTo>
                  <a:cubicBezTo>
                    <a:pt x="45" y="29"/>
                    <a:pt x="46" y="28"/>
                    <a:pt x="46" y="28"/>
                  </a:cubicBezTo>
                  <a:cubicBezTo>
                    <a:pt x="46" y="28"/>
                    <a:pt x="46" y="27"/>
                    <a:pt x="47" y="28"/>
                  </a:cubicBezTo>
                  <a:cubicBezTo>
                    <a:pt x="47" y="28"/>
                    <a:pt x="47" y="28"/>
                    <a:pt x="47" y="27"/>
                  </a:cubicBezTo>
                  <a:cubicBezTo>
                    <a:pt x="47" y="27"/>
                    <a:pt x="47" y="26"/>
                    <a:pt x="47" y="26"/>
                  </a:cubicBezTo>
                  <a:cubicBezTo>
                    <a:pt x="46" y="26"/>
                    <a:pt x="46" y="25"/>
                    <a:pt x="46" y="25"/>
                  </a:cubicBezTo>
                  <a:cubicBezTo>
                    <a:pt x="45" y="25"/>
                    <a:pt x="44" y="25"/>
                    <a:pt x="44" y="25"/>
                  </a:cubicBezTo>
                  <a:cubicBezTo>
                    <a:pt x="44" y="24"/>
                    <a:pt x="44" y="24"/>
                    <a:pt x="44" y="24"/>
                  </a:cubicBezTo>
                  <a:cubicBezTo>
                    <a:pt x="44" y="24"/>
                    <a:pt x="43" y="23"/>
                    <a:pt x="43" y="23"/>
                  </a:cubicBezTo>
                  <a:cubicBezTo>
                    <a:pt x="42" y="23"/>
                    <a:pt x="42" y="23"/>
                    <a:pt x="41" y="23"/>
                  </a:cubicBezTo>
                  <a:cubicBezTo>
                    <a:pt x="40" y="22"/>
                    <a:pt x="41" y="22"/>
                    <a:pt x="41" y="22"/>
                  </a:cubicBezTo>
                  <a:cubicBezTo>
                    <a:pt x="41" y="22"/>
                    <a:pt x="42" y="22"/>
                    <a:pt x="42" y="21"/>
                  </a:cubicBezTo>
                  <a:cubicBezTo>
                    <a:pt x="43" y="21"/>
                    <a:pt x="43" y="21"/>
                    <a:pt x="43" y="20"/>
                  </a:cubicBezTo>
                  <a:cubicBezTo>
                    <a:pt x="43" y="20"/>
                    <a:pt x="42" y="20"/>
                    <a:pt x="42" y="20"/>
                  </a:cubicBezTo>
                  <a:cubicBezTo>
                    <a:pt x="41" y="19"/>
                    <a:pt x="41" y="19"/>
                    <a:pt x="41" y="19"/>
                  </a:cubicBezTo>
                  <a:cubicBezTo>
                    <a:pt x="41" y="19"/>
                    <a:pt x="40" y="19"/>
                    <a:pt x="40" y="19"/>
                  </a:cubicBezTo>
                  <a:cubicBezTo>
                    <a:pt x="40" y="18"/>
                    <a:pt x="39" y="18"/>
                    <a:pt x="39" y="17"/>
                  </a:cubicBezTo>
                  <a:cubicBezTo>
                    <a:pt x="38" y="17"/>
                    <a:pt x="38" y="17"/>
                    <a:pt x="37" y="17"/>
                  </a:cubicBezTo>
                  <a:cubicBezTo>
                    <a:pt x="37" y="17"/>
                    <a:pt x="37" y="17"/>
                    <a:pt x="36" y="17"/>
                  </a:cubicBezTo>
                  <a:cubicBezTo>
                    <a:pt x="36" y="18"/>
                    <a:pt x="35" y="18"/>
                    <a:pt x="35" y="18"/>
                  </a:cubicBezTo>
                  <a:cubicBezTo>
                    <a:pt x="34" y="19"/>
                    <a:pt x="35" y="19"/>
                    <a:pt x="34" y="19"/>
                  </a:cubicBezTo>
                  <a:cubicBezTo>
                    <a:pt x="34" y="20"/>
                    <a:pt x="34" y="20"/>
                    <a:pt x="34" y="20"/>
                  </a:cubicBezTo>
                  <a:cubicBezTo>
                    <a:pt x="34" y="20"/>
                    <a:pt x="33" y="20"/>
                    <a:pt x="33" y="19"/>
                  </a:cubicBezTo>
                  <a:cubicBezTo>
                    <a:pt x="32" y="19"/>
                    <a:pt x="31" y="18"/>
                    <a:pt x="31" y="19"/>
                  </a:cubicBezTo>
                  <a:cubicBezTo>
                    <a:pt x="31" y="19"/>
                    <a:pt x="30" y="18"/>
                    <a:pt x="30" y="18"/>
                  </a:cubicBezTo>
                  <a:cubicBezTo>
                    <a:pt x="29" y="18"/>
                    <a:pt x="28" y="18"/>
                    <a:pt x="28" y="18"/>
                  </a:cubicBezTo>
                  <a:cubicBezTo>
                    <a:pt x="28" y="17"/>
                    <a:pt x="27" y="16"/>
                    <a:pt x="27" y="16"/>
                  </a:cubicBezTo>
                  <a:cubicBezTo>
                    <a:pt x="26" y="16"/>
                    <a:pt x="26" y="16"/>
                    <a:pt x="26" y="15"/>
                  </a:cubicBezTo>
                  <a:cubicBezTo>
                    <a:pt x="26" y="15"/>
                    <a:pt x="26" y="15"/>
                    <a:pt x="26" y="15"/>
                  </a:cubicBezTo>
                  <a:cubicBezTo>
                    <a:pt x="25" y="14"/>
                    <a:pt x="26" y="14"/>
                    <a:pt x="25" y="14"/>
                  </a:cubicBezTo>
                  <a:cubicBezTo>
                    <a:pt x="24" y="14"/>
                    <a:pt x="25" y="13"/>
                    <a:pt x="25" y="13"/>
                  </a:cubicBezTo>
                  <a:cubicBezTo>
                    <a:pt x="25" y="13"/>
                    <a:pt x="25" y="11"/>
                    <a:pt x="25" y="11"/>
                  </a:cubicBezTo>
                  <a:cubicBezTo>
                    <a:pt x="25" y="12"/>
                    <a:pt x="25" y="12"/>
                    <a:pt x="25" y="12"/>
                  </a:cubicBezTo>
                  <a:cubicBezTo>
                    <a:pt x="25" y="11"/>
                    <a:pt x="26" y="11"/>
                    <a:pt x="26" y="10"/>
                  </a:cubicBezTo>
                  <a:cubicBezTo>
                    <a:pt x="26" y="10"/>
                    <a:pt x="26" y="9"/>
                    <a:pt x="25" y="9"/>
                  </a:cubicBezTo>
                  <a:cubicBezTo>
                    <a:pt x="25" y="8"/>
                    <a:pt x="25" y="9"/>
                    <a:pt x="24" y="8"/>
                  </a:cubicBezTo>
                  <a:cubicBezTo>
                    <a:pt x="24" y="8"/>
                    <a:pt x="24" y="8"/>
                    <a:pt x="24" y="7"/>
                  </a:cubicBezTo>
                  <a:cubicBezTo>
                    <a:pt x="23" y="7"/>
                    <a:pt x="24" y="8"/>
                    <a:pt x="24" y="8"/>
                  </a:cubicBezTo>
                  <a:cubicBezTo>
                    <a:pt x="24" y="9"/>
                    <a:pt x="23" y="10"/>
                    <a:pt x="23" y="9"/>
                  </a:cubicBezTo>
                  <a:cubicBezTo>
                    <a:pt x="22" y="8"/>
                    <a:pt x="22" y="6"/>
                    <a:pt x="21" y="6"/>
                  </a:cubicBezTo>
                  <a:cubicBezTo>
                    <a:pt x="20" y="6"/>
                    <a:pt x="21" y="5"/>
                    <a:pt x="20" y="5"/>
                  </a:cubicBezTo>
                  <a:cubicBezTo>
                    <a:pt x="20" y="5"/>
                    <a:pt x="19" y="4"/>
                    <a:pt x="19" y="4"/>
                  </a:cubicBezTo>
                  <a:cubicBezTo>
                    <a:pt x="18" y="3"/>
                    <a:pt x="18" y="3"/>
                    <a:pt x="17" y="2"/>
                  </a:cubicBezTo>
                  <a:cubicBezTo>
                    <a:pt x="17" y="2"/>
                    <a:pt x="17" y="1"/>
                    <a:pt x="16" y="1"/>
                  </a:cubicBezTo>
                  <a:cubicBezTo>
                    <a:pt x="16" y="0"/>
                    <a:pt x="15" y="1"/>
                    <a:pt x="14" y="1"/>
                  </a:cubicBezTo>
                  <a:cubicBezTo>
                    <a:pt x="14" y="1"/>
                    <a:pt x="14" y="2"/>
                    <a:pt x="14" y="1"/>
                  </a:cubicBezTo>
                  <a:cubicBezTo>
                    <a:pt x="13" y="1"/>
                    <a:pt x="13" y="0"/>
                    <a:pt x="12" y="0"/>
                  </a:cubicBezTo>
                  <a:cubicBezTo>
                    <a:pt x="11" y="0"/>
                    <a:pt x="12" y="1"/>
                    <a:pt x="12" y="2"/>
                  </a:cubicBezTo>
                  <a:cubicBezTo>
                    <a:pt x="12" y="2"/>
                    <a:pt x="12" y="3"/>
                    <a:pt x="11" y="2"/>
                  </a:cubicBezTo>
                  <a:cubicBezTo>
                    <a:pt x="11" y="2"/>
                    <a:pt x="11" y="2"/>
                    <a:pt x="11" y="3"/>
                  </a:cubicBezTo>
                  <a:cubicBezTo>
                    <a:pt x="11" y="3"/>
                    <a:pt x="11" y="3"/>
                    <a:pt x="11" y="4"/>
                  </a:cubicBezTo>
                  <a:cubicBezTo>
                    <a:pt x="12" y="4"/>
                    <a:pt x="11" y="4"/>
                    <a:pt x="12" y="4"/>
                  </a:cubicBezTo>
                  <a:cubicBezTo>
                    <a:pt x="12" y="5"/>
                    <a:pt x="12" y="5"/>
                    <a:pt x="12" y="6"/>
                  </a:cubicBezTo>
                  <a:cubicBezTo>
                    <a:pt x="12" y="6"/>
                    <a:pt x="13" y="6"/>
                    <a:pt x="13" y="6"/>
                  </a:cubicBezTo>
                  <a:cubicBezTo>
                    <a:pt x="13" y="7"/>
                    <a:pt x="14" y="7"/>
                    <a:pt x="14" y="8"/>
                  </a:cubicBezTo>
                  <a:cubicBezTo>
                    <a:pt x="14" y="8"/>
                    <a:pt x="14" y="9"/>
                    <a:pt x="15" y="10"/>
                  </a:cubicBezTo>
                  <a:cubicBezTo>
                    <a:pt x="15" y="10"/>
                    <a:pt x="14" y="10"/>
                    <a:pt x="14" y="10"/>
                  </a:cubicBezTo>
                  <a:cubicBezTo>
                    <a:pt x="14" y="11"/>
                    <a:pt x="14" y="12"/>
                    <a:pt x="14" y="12"/>
                  </a:cubicBezTo>
                  <a:cubicBezTo>
                    <a:pt x="14" y="13"/>
                    <a:pt x="15" y="13"/>
                    <a:pt x="15" y="14"/>
                  </a:cubicBezTo>
                  <a:cubicBezTo>
                    <a:pt x="16" y="14"/>
                    <a:pt x="15" y="14"/>
                    <a:pt x="15" y="14"/>
                  </a:cubicBezTo>
                  <a:cubicBezTo>
                    <a:pt x="15" y="15"/>
                    <a:pt x="14" y="15"/>
                    <a:pt x="14" y="14"/>
                  </a:cubicBezTo>
                  <a:cubicBezTo>
                    <a:pt x="14" y="14"/>
                    <a:pt x="13" y="14"/>
                    <a:pt x="13" y="14"/>
                  </a:cubicBezTo>
                  <a:cubicBezTo>
                    <a:pt x="13" y="14"/>
                    <a:pt x="13" y="14"/>
                    <a:pt x="13" y="14"/>
                  </a:cubicBezTo>
                  <a:cubicBezTo>
                    <a:pt x="12" y="14"/>
                    <a:pt x="11" y="14"/>
                    <a:pt x="11" y="14"/>
                  </a:cubicBezTo>
                  <a:cubicBezTo>
                    <a:pt x="10" y="15"/>
                    <a:pt x="9" y="13"/>
                    <a:pt x="10" y="13"/>
                  </a:cubicBezTo>
                  <a:cubicBezTo>
                    <a:pt x="10" y="12"/>
                    <a:pt x="9" y="12"/>
                    <a:pt x="9" y="11"/>
                  </a:cubicBezTo>
                  <a:cubicBezTo>
                    <a:pt x="9" y="11"/>
                    <a:pt x="9" y="10"/>
                    <a:pt x="8" y="10"/>
                  </a:cubicBezTo>
                  <a:cubicBezTo>
                    <a:pt x="9" y="11"/>
                    <a:pt x="7" y="12"/>
                    <a:pt x="6" y="12"/>
                  </a:cubicBezTo>
                  <a:cubicBezTo>
                    <a:pt x="6" y="13"/>
                    <a:pt x="6" y="13"/>
                    <a:pt x="5" y="13"/>
                  </a:cubicBezTo>
                  <a:cubicBezTo>
                    <a:pt x="5" y="13"/>
                    <a:pt x="5" y="13"/>
                    <a:pt x="5" y="13"/>
                  </a:cubicBezTo>
                  <a:cubicBezTo>
                    <a:pt x="4" y="14"/>
                    <a:pt x="5" y="14"/>
                    <a:pt x="4" y="15"/>
                  </a:cubicBezTo>
                  <a:cubicBezTo>
                    <a:pt x="4" y="15"/>
                    <a:pt x="4" y="16"/>
                    <a:pt x="4" y="16"/>
                  </a:cubicBezTo>
                  <a:cubicBezTo>
                    <a:pt x="3" y="16"/>
                    <a:pt x="3" y="18"/>
                    <a:pt x="4" y="18"/>
                  </a:cubicBezTo>
                  <a:cubicBezTo>
                    <a:pt x="4" y="18"/>
                    <a:pt x="5" y="18"/>
                    <a:pt x="4" y="18"/>
                  </a:cubicBezTo>
                  <a:cubicBezTo>
                    <a:pt x="3" y="19"/>
                    <a:pt x="2" y="18"/>
                    <a:pt x="1" y="19"/>
                  </a:cubicBezTo>
                  <a:cubicBezTo>
                    <a:pt x="0" y="20"/>
                    <a:pt x="0" y="21"/>
                    <a:pt x="0" y="22"/>
                  </a:cubicBezTo>
                  <a:cubicBezTo>
                    <a:pt x="0" y="23"/>
                    <a:pt x="0" y="24"/>
                    <a:pt x="0" y="24"/>
                  </a:cubicBezTo>
                  <a:cubicBezTo>
                    <a:pt x="0" y="25"/>
                    <a:pt x="1" y="25"/>
                    <a:pt x="1" y="25"/>
                  </a:cubicBezTo>
                  <a:cubicBezTo>
                    <a:pt x="1" y="25"/>
                    <a:pt x="1" y="25"/>
                    <a:pt x="1" y="24"/>
                  </a:cubicBezTo>
                  <a:cubicBezTo>
                    <a:pt x="1" y="24"/>
                    <a:pt x="1" y="24"/>
                    <a:pt x="1" y="24"/>
                  </a:cubicBezTo>
                  <a:cubicBezTo>
                    <a:pt x="2" y="22"/>
                    <a:pt x="3" y="24"/>
                    <a:pt x="3" y="25"/>
                  </a:cubicBezTo>
                  <a:cubicBezTo>
                    <a:pt x="4" y="25"/>
                    <a:pt x="4" y="26"/>
                    <a:pt x="4" y="26"/>
                  </a:cubicBezTo>
                  <a:cubicBezTo>
                    <a:pt x="5" y="26"/>
                    <a:pt x="5" y="27"/>
                    <a:pt x="5" y="27"/>
                  </a:cubicBezTo>
                  <a:cubicBezTo>
                    <a:pt x="5" y="28"/>
                    <a:pt x="5" y="28"/>
                    <a:pt x="4" y="29"/>
                  </a:cubicBezTo>
                  <a:cubicBezTo>
                    <a:pt x="4" y="30"/>
                    <a:pt x="4" y="30"/>
                    <a:pt x="4" y="31"/>
                  </a:cubicBezTo>
                  <a:cubicBezTo>
                    <a:pt x="4" y="31"/>
                    <a:pt x="5" y="33"/>
                    <a:pt x="6" y="33"/>
                  </a:cubicBezTo>
                  <a:cubicBezTo>
                    <a:pt x="6" y="32"/>
                    <a:pt x="6" y="32"/>
                    <a:pt x="7" y="33"/>
                  </a:cubicBezTo>
                  <a:cubicBezTo>
                    <a:pt x="8" y="33"/>
                    <a:pt x="8" y="33"/>
                    <a:pt x="8" y="32"/>
                  </a:cubicBezTo>
                  <a:cubicBezTo>
                    <a:pt x="9" y="30"/>
                    <a:pt x="11" y="33"/>
                    <a:pt x="12" y="32"/>
                  </a:cubicBezTo>
                  <a:cubicBezTo>
                    <a:pt x="12" y="32"/>
                    <a:pt x="13" y="33"/>
                    <a:pt x="12" y="33"/>
                  </a:cubicBezTo>
                  <a:cubicBezTo>
                    <a:pt x="12" y="33"/>
                    <a:pt x="12" y="34"/>
                    <a:pt x="12" y="34"/>
                  </a:cubicBezTo>
                  <a:cubicBezTo>
                    <a:pt x="12" y="34"/>
                    <a:pt x="12" y="35"/>
                    <a:pt x="12" y="35"/>
                  </a:cubicBezTo>
                  <a:cubicBezTo>
                    <a:pt x="12" y="35"/>
                    <a:pt x="13" y="37"/>
                    <a:pt x="13" y="37"/>
                  </a:cubicBezTo>
                  <a:cubicBezTo>
                    <a:pt x="13" y="37"/>
                    <a:pt x="14" y="38"/>
                    <a:pt x="14" y="38"/>
                  </a:cubicBezTo>
                  <a:cubicBezTo>
                    <a:pt x="14" y="39"/>
                    <a:pt x="13" y="39"/>
                    <a:pt x="13" y="40"/>
                  </a:cubicBezTo>
                  <a:cubicBezTo>
                    <a:pt x="13" y="40"/>
                    <a:pt x="13" y="41"/>
                    <a:pt x="13" y="41"/>
                  </a:cubicBezTo>
                  <a:cubicBezTo>
                    <a:pt x="13" y="42"/>
                    <a:pt x="14" y="42"/>
                    <a:pt x="14" y="42"/>
                  </a:cubicBezTo>
                  <a:cubicBezTo>
                    <a:pt x="14" y="42"/>
                    <a:pt x="13" y="43"/>
                    <a:pt x="13" y="43"/>
                  </a:cubicBezTo>
                  <a:cubicBezTo>
                    <a:pt x="13" y="44"/>
                    <a:pt x="12" y="44"/>
                    <a:pt x="12" y="45"/>
                  </a:cubicBezTo>
                  <a:cubicBezTo>
                    <a:pt x="12" y="45"/>
                    <a:pt x="13" y="45"/>
                    <a:pt x="13" y="46"/>
                  </a:cubicBezTo>
                  <a:cubicBezTo>
                    <a:pt x="13" y="46"/>
                    <a:pt x="13" y="46"/>
                    <a:pt x="13" y="46"/>
                  </a:cubicBezTo>
                  <a:cubicBezTo>
                    <a:pt x="13" y="47"/>
                    <a:pt x="13" y="47"/>
                    <a:pt x="13" y="47"/>
                  </a:cubicBezTo>
                  <a:cubicBezTo>
                    <a:pt x="14" y="47"/>
                    <a:pt x="14" y="48"/>
                    <a:pt x="14" y="48"/>
                  </a:cubicBezTo>
                  <a:cubicBezTo>
                    <a:pt x="14" y="48"/>
                    <a:pt x="14" y="49"/>
                    <a:pt x="14" y="49"/>
                  </a:cubicBezTo>
                  <a:cubicBezTo>
                    <a:pt x="14" y="49"/>
                    <a:pt x="13" y="50"/>
                    <a:pt x="13" y="50"/>
                  </a:cubicBezTo>
                  <a:cubicBezTo>
                    <a:pt x="13" y="50"/>
                    <a:pt x="13" y="50"/>
                    <a:pt x="13" y="50"/>
                  </a:cubicBezTo>
                  <a:cubicBezTo>
                    <a:pt x="12" y="51"/>
                    <a:pt x="12" y="51"/>
                    <a:pt x="13" y="51"/>
                  </a:cubicBezTo>
                  <a:cubicBezTo>
                    <a:pt x="13" y="51"/>
                    <a:pt x="12" y="51"/>
                    <a:pt x="12" y="51"/>
                  </a:cubicBezTo>
                  <a:cubicBezTo>
                    <a:pt x="12" y="52"/>
                    <a:pt x="13" y="52"/>
                    <a:pt x="12" y="54"/>
                  </a:cubicBezTo>
                  <a:cubicBezTo>
                    <a:pt x="12" y="54"/>
                    <a:pt x="13" y="54"/>
                    <a:pt x="13" y="55"/>
                  </a:cubicBezTo>
                  <a:cubicBezTo>
                    <a:pt x="13" y="55"/>
                    <a:pt x="14" y="55"/>
                    <a:pt x="14" y="55"/>
                  </a:cubicBezTo>
                  <a:cubicBezTo>
                    <a:pt x="15" y="55"/>
                    <a:pt x="15" y="54"/>
                    <a:pt x="15" y="54"/>
                  </a:cubicBezTo>
                  <a:cubicBezTo>
                    <a:pt x="16" y="53"/>
                    <a:pt x="16" y="53"/>
                    <a:pt x="17" y="53"/>
                  </a:cubicBezTo>
                  <a:cubicBezTo>
                    <a:pt x="17" y="53"/>
                    <a:pt x="17" y="53"/>
                    <a:pt x="16" y="52"/>
                  </a:cubicBezTo>
                  <a:cubicBezTo>
                    <a:pt x="16" y="53"/>
                    <a:pt x="17" y="52"/>
                    <a:pt x="17" y="52"/>
                  </a:cubicBezTo>
                  <a:cubicBezTo>
                    <a:pt x="17" y="52"/>
                    <a:pt x="18" y="52"/>
                    <a:pt x="18" y="52"/>
                  </a:cubicBezTo>
                  <a:cubicBezTo>
                    <a:pt x="18" y="51"/>
                    <a:pt x="18" y="51"/>
                    <a:pt x="18" y="51"/>
                  </a:cubicBezTo>
                  <a:cubicBezTo>
                    <a:pt x="18" y="51"/>
                    <a:pt x="19" y="50"/>
                    <a:pt x="19" y="50"/>
                  </a:cubicBezTo>
                  <a:cubicBezTo>
                    <a:pt x="19" y="49"/>
                    <a:pt x="19" y="48"/>
                    <a:pt x="20" y="49"/>
                  </a:cubicBezTo>
                  <a:cubicBezTo>
                    <a:pt x="21" y="49"/>
                    <a:pt x="21" y="48"/>
                    <a:pt x="22" y="48"/>
                  </a:cubicBezTo>
                  <a:cubicBezTo>
                    <a:pt x="22" y="47"/>
                    <a:pt x="23" y="47"/>
                    <a:pt x="23" y="48"/>
                  </a:cubicBezTo>
                  <a:cubicBezTo>
                    <a:pt x="24" y="48"/>
                    <a:pt x="25" y="49"/>
                    <a:pt x="25" y="49"/>
                  </a:cubicBezTo>
                  <a:cubicBezTo>
                    <a:pt x="26" y="50"/>
                    <a:pt x="28" y="50"/>
                    <a:pt x="28" y="50"/>
                  </a:cubicBezTo>
                  <a:cubicBezTo>
                    <a:pt x="28" y="51"/>
                    <a:pt x="28" y="52"/>
                    <a:pt x="28" y="52"/>
                  </a:cubicBezTo>
                  <a:cubicBezTo>
                    <a:pt x="29" y="52"/>
                    <a:pt x="28" y="51"/>
                    <a:pt x="28" y="51"/>
                  </a:cubicBezTo>
                  <a:cubicBezTo>
                    <a:pt x="28" y="51"/>
                    <a:pt x="29" y="51"/>
                    <a:pt x="29" y="51"/>
                  </a:cubicBezTo>
                  <a:cubicBezTo>
                    <a:pt x="30" y="50"/>
                    <a:pt x="30" y="49"/>
                    <a:pt x="31" y="49"/>
                  </a:cubicBezTo>
                  <a:cubicBezTo>
                    <a:pt x="32" y="50"/>
                    <a:pt x="31" y="49"/>
                    <a:pt x="32" y="48"/>
                  </a:cubicBezTo>
                  <a:cubicBezTo>
                    <a:pt x="32" y="48"/>
                    <a:pt x="32" y="48"/>
                    <a:pt x="32" y="47"/>
                  </a:cubicBezTo>
                  <a:cubicBezTo>
                    <a:pt x="32" y="47"/>
                    <a:pt x="32" y="47"/>
                    <a:pt x="33" y="47"/>
                  </a:cubicBezTo>
                  <a:cubicBezTo>
                    <a:pt x="33" y="46"/>
                    <a:pt x="33" y="46"/>
                    <a:pt x="33" y="46"/>
                  </a:cubicBezTo>
                  <a:cubicBezTo>
                    <a:pt x="33" y="45"/>
                    <a:pt x="34" y="45"/>
                    <a:pt x="34" y="45"/>
                  </a:cubicBezTo>
                  <a:cubicBezTo>
                    <a:pt x="35" y="45"/>
                    <a:pt x="36" y="45"/>
                    <a:pt x="37" y="46"/>
                  </a:cubicBezTo>
                  <a:cubicBezTo>
                    <a:pt x="38" y="46"/>
                    <a:pt x="38" y="46"/>
                    <a:pt x="39" y="46"/>
                  </a:cubicBezTo>
                  <a:cubicBezTo>
                    <a:pt x="39" y="47"/>
                    <a:pt x="40" y="45"/>
                    <a:pt x="40" y="46"/>
                  </a:cubicBezTo>
                  <a:cubicBezTo>
                    <a:pt x="41" y="47"/>
                    <a:pt x="41" y="47"/>
                    <a:pt x="41" y="48"/>
                  </a:cubicBezTo>
                  <a:cubicBezTo>
                    <a:pt x="42" y="48"/>
                    <a:pt x="42" y="49"/>
                    <a:pt x="43" y="50"/>
                  </a:cubicBezTo>
                  <a:cubicBezTo>
                    <a:pt x="43" y="50"/>
                    <a:pt x="44" y="51"/>
                    <a:pt x="44" y="51"/>
                  </a:cubicBezTo>
                  <a:cubicBezTo>
                    <a:pt x="45" y="52"/>
                    <a:pt x="45" y="53"/>
                    <a:pt x="46" y="53"/>
                  </a:cubicBezTo>
                  <a:cubicBezTo>
                    <a:pt x="46" y="54"/>
                    <a:pt x="47" y="54"/>
                    <a:pt x="47" y="54"/>
                  </a:cubicBezTo>
                  <a:cubicBezTo>
                    <a:pt x="49" y="55"/>
                    <a:pt x="50" y="56"/>
                    <a:pt x="50" y="58"/>
                  </a:cubicBezTo>
                  <a:cubicBezTo>
                    <a:pt x="50" y="59"/>
                    <a:pt x="49" y="59"/>
                    <a:pt x="49" y="60"/>
                  </a:cubicBezTo>
                  <a:cubicBezTo>
                    <a:pt x="49" y="61"/>
                    <a:pt x="50" y="62"/>
                    <a:pt x="50" y="63"/>
                  </a:cubicBezTo>
                  <a:cubicBezTo>
                    <a:pt x="50" y="63"/>
                    <a:pt x="50" y="64"/>
                    <a:pt x="50" y="65"/>
                  </a:cubicBezTo>
                  <a:cubicBezTo>
                    <a:pt x="50" y="66"/>
                    <a:pt x="51" y="66"/>
                    <a:pt x="51" y="67"/>
                  </a:cubicBezTo>
                  <a:cubicBezTo>
                    <a:pt x="52" y="67"/>
                    <a:pt x="52" y="68"/>
                    <a:pt x="53" y="68"/>
                  </a:cubicBezTo>
                  <a:cubicBezTo>
                    <a:pt x="53" y="69"/>
                    <a:pt x="53" y="70"/>
                    <a:pt x="54" y="70"/>
                  </a:cubicBezTo>
                  <a:cubicBezTo>
                    <a:pt x="54" y="71"/>
                    <a:pt x="57" y="71"/>
                    <a:pt x="57" y="71"/>
                  </a:cubicBezTo>
                  <a:cubicBezTo>
                    <a:pt x="57" y="72"/>
                    <a:pt x="57" y="72"/>
                    <a:pt x="57" y="72"/>
                  </a:cubicBezTo>
                  <a:cubicBezTo>
                    <a:pt x="57" y="72"/>
                    <a:pt x="57" y="73"/>
                    <a:pt x="57" y="73"/>
                  </a:cubicBezTo>
                  <a:cubicBezTo>
                    <a:pt x="57" y="74"/>
                    <a:pt x="58" y="74"/>
                    <a:pt x="59" y="74"/>
                  </a:cubicBezTo>
                  <a:cubicBezTo>
                    <a:pt x="60" y="74"/>
                    <a:pt x="60" y="76"/>
                    <a:pt x="60" y="77"/>
                  </a:cubicBezTo>
                  <a:cubicBezTo>
                    <a:pt x="60" y="78"/>
                    <a:pt x="59" y="78"/>
                    <a:pt x="59" y="78"/>
                  </a:cubicBezTo>
                  <a:cubicBezTo>
                    <a:pt x="59" y="79"/>
                    <a:pt x="59" y="79"/>
                    <a:pt x="60" y="79"/>
                  </a:cubicBezTo>
                  <a:cubicBezTo>
                    <a:pt x="60" y="79"/>
                    <a:pt x="58" y="80"/>
                    <a:pt x="59" y="81"/>
                  </a:cubicBezTo>
                  <a:cubicBezTo>
                    <a:pt x="59" y="82"/>
                    <a:pt x="60" y="82"/>
                    <a:pt x="60" y="82"/>
                  </a:cubicBezTo>
                  <a:cubicBezTo>
                    <a:pt x="61" y="83"/>
                    <a:pt x="60" y="83"/>
                    <a:pt x="60" y="83"/>
                  </a:cubicBezTo>
                  <a:cubicBezTo>
                    <a:pt x="60" y="84"/>
                    <a:pt x="60" y="84"/>
                    <a:pt x="60" y="85"/>
                  </a:cubicBezTo>
                  <a:cubicBezTo>
                    <a:pt x="60" y="86"/>
                    <a:pt x="60" y="88"/>
                    <a:pt x="59" y="89"/>
                  </a:cubicBezTo>
                  <a:cubicBezTo>
                    <a:pt x="59" y="89"/>
                    <a:pt x="58" y="90"/>
                    <a:pt x="57" y="90"/>
                  </a:cubicBezTo>
                  <a:cubicBezTo>
                    <a:pt x="57" y="90"/>
                    <a:pt x="58" y="92"/>
                    <a:pt x="59" y="92"/>
                  </a:cubicBezTo>
                  <a:cubicBezTo>
                    <a:pt x="60" y="92"/>
                    <a:pt x="60" y="92"/>
                    <a:pt x="61" y="92"/>
                  </a:cubicBezTo>
                  <a:cubicBezTo>
                    <a:pt x="61" y="92"/>
                    <a:pt x="62" y="92"/>
                    <a:pt x="62" y="92"/>
                  </a:cubicBezTo>
                  <a:cubicBezTo>
                    <a:pt x="62" y="92"/>
                    <a:pt x="63" y="92"/>
                    <a:pt x="63" y="92"/>
                  </a:cubicBezTo>
                  <a:cubicBezTo>
                    <a:pt x="63" y="93"/>
                    <a:pt x="63" y="93"/>
                    <a:pt x="64" y="93"/>
                  </a:cubicBezTo>
                  <a:cubicBezTo>
                    <a:pt x="64" y="94"/>
                    <a:pt x="64" y="94"/>
                    <a:pt x="65" y="94"/>
                  </a:cubicBezTo>
                  <a:cubicBezTo>
                    <a:pt x="65" y="94"/>
                    <a:pt x="66" y="94"/>
                    <a:pt x="66" y="94"/>
                  </a:cubicBezTo>
                  <a:cubicBezTo>
                    <a:pt x="66" y="94"/>
                    <a:pt x="66" y="93"/>
                    <a:pt x="67" y="93"/>
                  </a:cubicBezTo>
                  <a:cubicBezTo>
                    <a:pt x="67" y="93"/>
                    <a:pt x="67" y="93"/>
                    <a:pt x="67" y="92"/>
                  </a:cubicBezTo>
                  <a:cubicBezTo>
                    <a:pt x="66" y="92"/>
                    <a:pt x="64" y="90"/>
                    <a:pt x="65" y="89"/>
                  </a:cubicBezTo>
                  <a:cubicBezTo>
                    <a:pt x="65" y="89"/>
                    <a:pt x="65" y="89"/>
                    <a:pt x="65" y="89"/>
                  </a:cubicBezTo>
                  <a:cubicBezTo>
                    <a:pt x="66" y="89"/>
                    <a:pt x="66" y="89"/>
                    <a:pt x="66" y="89"/>
                  </a:cubicBezTo>
                  <a:cubicBezTo>
                    <a:pt x="67" y="90"/>
                    <a:pt x="67" y="88"/>
                    <a:pt x="67" y="88"/>
                  </a:cubicBezTo>
                  <a:cubicBezTo>
                    <a:pt x="68" y="88"/>
                    <a:pt x="68" y="89"/>
                    <a:pt x="69" y="88"/>
                  </a:cubicBezTo>
                  <a:cubicBezTo>
                    <a:pt x="69" y="88"/>
                    <a:pt x="69" y="87"/>
                    <a:pt x="69" y="88"/>
                  </a:cubicBezTo>
                  <a:cubicBezTo>
                    <a:pt x="69" y="87"/>
                    <a:pt x="70" y="87"/>
                    <a:pt x="70" y="87"/>
                  </a:cubicBezTo>
                  <a:cubicBezTo>
                    <a:pt x="70" y="87"/>
                    <a:pt x="70" y="88"/>
                    <a:pt x="71" y="88"/>
                  </a:cubicBezTo>
                  <a:cubicBezTo>
                    <a:pt x="71" y="88"/>
                    <a:pt x="72" y="88"/>
                    <a:pt x="72" y="89"/>
                  </a:cubicBezTo>
                  <a:cubicBezTo>
                    <a:pt x="72" y="89"/>
                    <a:pt x="73" y="90"/>
                    <a:pt x="73" y="90"/>
                  </a:cubicBezTo>
                  <a:cubicBezTo>
                    <a:pt x="73" y="90"/>
                    <a:pt x="74" y="90"/>
                    <a:pt x="74" y="90"/>
                  </a:cubicBezTo>
                  <a:cubicBezTo>
                    <a:pt x="75" y="89"/>
                    <a:pt x="75" y="89"/>
                    <a:pt x="75" y="89"/>
                  </a:cubicBezTo>
                  <a:cubicBezTo>
                    <a:pt x="75" y="88"/>
                    <a:pt x="75" y="89"/>
                    <a:pt x="76" y="89"/>
                  </a:cubicBezTo>
                  <a:cubicBezTo>
                    <a:pt x="76" y="89"/>
                    <a:pt x="77" y="88"/>
                    <a:pt x="77" y="88"/>
                  </a:cubicBezTo>
                  <a:cubicBezTo>
                    <a:pt x="77" y="87"/>
                    <a:pt x="77" y="86"/>
                    <a:pt x="78" y="87"/>
                  </a:cubicBezTo>
                  <a:cubicBezTo>
                    <a:pt x="79" y="88"/>
                    <a:pt x="79" y="87"/>
                    <a:pt x="79" y="86"/>
                  </a:cubicBezTo>
                  <a:cubicBezTo>
                    <a:pt x="79" y="86"/>
                    <a:pt x="80" y="86"/>
                    <a:pt x="79" y="85"/>
                  </a:cubicBezTo>
                  <a:cubicBezTo>
                    <a:pt x="79" y="85"/>
                    <a:pt x="79" y="84"/>
                    <a:pt x="79" y="84"/>
                  </a:cubicBezTo>
                  <a:cubicBezTo>
                    <a:pt x="80" y="83"/>
                    <a:pt x="79" y="83"/>
                    <a:pt x="79" y="83"/>
                  </a:cubicBezTo>
                  <a:cubicBezTo>
                    <a:pt x="79" y="83"/>
                    <a:pt x="78" y="82"/>
                    <a:pt x="78" y="82"/>
                  </a:cubicBezTo>
                  <a:cubicBezTo>
                    <a:pt x="79" y="82"/>
                    <a:pt x="79" y="82"/>
                    <a:pt x="79" y="82"/>
                  </a:cubicBezTo>
                  <a:cubicBezTo>
                    <a:pt x="79" y="81"/>
                    <a:pt x="80" y="81"/>
                    <a:pt x="80" y="80"/>
                  </a:cubicBezTo>
                  <a:cubicBezTo>
                    <a:pt x="80" y="80"/>
                    <a:pt x="80" y="80"/>
                    <a:pt x="80" y="80"/>
                  </a:cubicBezTo>
                  <a:cubicBezTo>
                    <a:pt x="80" y="79"/>
                    <a:pt x="79" y="79"/>
                    <a:pt x="79" y="7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50" name="Kyrgyzstan">
              <a:extLst>
                <a:ext uri="{FF2B5EF4-FFF2-40B4-BE49-F238E27FC236}">
                  <a16:creationId xmlns:a16="http://schemas.microsoft.com/office/drawing/2014/main" id="{2F4328E8-83B3-E6AC-7F3D-1028C1E4E7C2}"/>
                </a:ext>
              </a:extLst>
            </p:cNvPr>
            <p:cNvSpPr>
              <a:spLocks noEditPoints="1"/>
            </p:cNvSpPr>
            <p:nvPr/>
          </p:nvSpPr>
          <p:spPr bwMode="auto">
            <a:xfrm>
              <a:off x="7917734" y="2360426"/>
              <a:ext cx="325416" cy="159768"/>
            </a:xfrm>
            <a:custGeom>
              <a:avLst/>
              <a:gdLst/>
              <a:ahLst/>
              <a:cxnLst>
                <a:cxn ang="0">
                  <a:pos x="81" y="8"/>
                </a:cxn>
                <a:cxn ang="0">
                  <a:pos x="73" y="4"/>
                </a:cxn>
                <a:cxn ang="0">
                  <a:pos x="67" y="4"/>
                </a:cxn>
                <a:cxn ang="0">
                  <a:pos x="56" y="4"/>
                </a:cxn>
                <a:cxn ang="0">
                  <a:pos x="49" y="4"/>
                </a:cxn>
                <a:cxn ang="0">
                  <a:pos x="40" y="3"/>
                </a:cxn>
                <a:cxn ang="0">
                  <a:pos x="33" y="1"/>
                </a:cxn>
                <a:cxn ang="0">
                  <a:pos x="29" y="5"/>
                </a:cxn>
                <a:cxn ang="0">
                  <a:pos x="28" y="9"/>
                </a:cxn>
                <a:cxn ang="0">
                  <a:pos x="23" y="7"/>
                </a:cxn>
                <a:cxn ang="0">
                  <a:pos x="14" y="5"/>
                </a:cxn>
                <a:cxn ang="0">
                  <a:pos x="10" y="6"/>
                </a:cxn>
                <a:cxn ang="0">
                  <a:pos x="9" y="9"/>
                </a:cxn>
                <a:cxn ang="0">
                  <a:pos x="9" y="11"/>
                </a:cxn>
                <a:cxn ang="0">
                  <a:pos x="8" y="15"/>
                </a:cxn>
                <a:cxn ang="0">
                  <a:pos x="4" y="19"/>
                </a:cxn>
                <a:cxn ang="0">
                  <a:pos x="10" y="22"/>
                </a:cxn>
                <a:cxn ang="0">
                  <a:pos x="14" y="23"/>
                </a:cxn>
                <a:cxn ang="0">
                  <a:pos x="17" y="20"/>
                </a:cxn>
                <a:cxn ang="0">
                  <a:pos x="19" y="22"/>
                </a:cxn>
                <a:cxn ang="0">
                  <a:pos x="23" y="25"/>
                </a:cxn>
                <a:cxn ang="0">
                  <a:pos x="27" y="26"/>
                </a:cxn>
                <a:cxn ang="0">
                  <a:pos x="32" y="27"/>
                </a:cxn>
                <a:cxn ang="0">
                  <a:pos x="26" y="29"/>
                </a:cxn>
                <a:cxn ang="0">
                  <a:pos x="25" y="31"/>
                </a:cxn>
                <a:cxn ang="0">
                  <a:pos x="24" y="33"/>
                </a:cxn>
                <a:cxn ang="0">
                  <a:pos x="19" y="33"/>
                </a:cxn>
                <a:cxn ang="0">
                  <a:pos x="12" y="35"/>
                </a:cxn>
                <a:cxn ang="0">
                  <a:pos x="9" y="35"/>
                </a:cxn>
                <a:cxn ang="0">
                  <a:pos x="4" y="34"/>
                </a:cxn>
                <a:cxn ang="0">
                  <a:pos x="0" y="36"/>
                </a:cxn>
                <a:cxn ang="0">
                  <a:pos x="2" y="41"/>
                </a:cxn>
                <a:cxn ang="0">
                  <a:pos x="9" y="41"/>
                </a:cxn>
                <a:cxn ang="0">
                  <a:pos x="14" y="41"/>
                </a:cxn>
                <a:cxn ang="0">
                  <a:pos x="17" y="42"/>
                </a:cxn>
                <a:cxn ang="0">
                  <a:pos x="22" y="42"/>
                </a:cxn>
                <a:cxn ang="0">
                  <a:pos x="28" y="44"/>
                </a:cxn>
                <a:cxn ang="0">
                  <a:pos x="34" y="43"/>
                </a:cxn>
                <a:cxn ang="0">
                  <a:pos x="40" y="42"/>
                </a:cxn>
                <a:cxn ang="0">
                  <a:pos x="41" y="38"/>
                </a:cxn>
                <a:cxn ang="0">
                  <a:pos x="45" y="35"/>
                </a:cxn>
                <a:cxn ang="0">
                  <a:pos x="48" y="30"/>
                </a:cxn>
                <a:cxn ang="0">
                  <a:pos x="55" y="29"/>
                </a:cxn>
                <a:cxn ang="0">
                  <a:pos x="60" y="32"/>
                </a:cxn>
                <a:cxn ang="0">
                  <a:pos x="64" y="29"/>
                </a:cxn>
                <a:cxn ang="0">
                  <a:pos x="67" y="25"/>
                </a:cxn>
                <a:cxn ang="0">
                  <a:pos x="76" y="24"/>
                </a:cxn>
                <a:cxn ang="0">
                  <a:pos x="79" y="19"/>
                </a:cxn>
                <a:cxn ang="0">
                  <a:pos x="84" y="16"/>
                </a:cxn>
                <a:cxn ang="0">
                  <a:pos x="88" y="14"/>
                </a:cxn>
                <a:cxn ang="0">
                  <a:pos x="12" y="38"/>
                </a:cxn>
                <a:cxn ang="0">
                  <a:pos x="16" y="37"/>
                </a:cxn>
                <a:cxn ang="0">
                  <a:pos x="15" y="34"/>
                </a:cxn>
                <a:cxn ang="0">
                  <a:pos x="22" y="37"/>
                </a:cxn>
              </a:cxnLst>
              <a:rect l="0" t="0" r="r" b="b"/>
              <a:pathLst>
                <a:path w="92" h="45">
                  <a:moveTo>
                    <a:pt x="89" y="11"/>
                  </a:moveTo>
                  <a:cubicBezTo>
                    <a:pt x="88" y="10"/>
                    <a:pt x="86" y="9"/>
                    <a:pt x="85" y="9"/>
                  </a:cubicBezTo>
                  <a:cubicBezTo>
                    <a:pt x="84" y="9"/>
                    <a:pt x="83" y="9"/>
                    <a:pt x="83" y="9"/>
                  </a:cubicBezTo>
                  <a:cubicBezTo>
                    <a:pt x="82" y="9"/>
                    <a:pt x="82" y="8"/>
                    <a:pt x="81" y="8"/>
                  </a:cubicBezTo>
                  <a:cubicBezTo>
                    <a:pt x="81" y="7"/>
                    <a:pt x="80" y="7"/>
                    <a:pt x="80" y="6"/>
                  </a:cubicBezTo>
                  <a:cubicBezTo>
                    <a:pt x="79" y="6"/>
                    <a:pt x="79" y="5"/>
                    <a:pt x="79" y="5"/>
                  </a:cubicBezTo>
                  <a:cubicBezTo>
                    <a:pt x="77" y="6"/>
                    <a:pt x="76" y="5"/>
                    <a:pt x="75" y="5"/>
                  </a:cubicBezTo>
                  <a:cubicBezTo>
                    <a:pt x="74" y="5"/>
                    <a:pt x="73" y="4"/>
                    <a:pt x="73" y="4"/>
                  </a:cubicBezTo>
                  <a:cubicBezTo>
                    <a:pt x="72" y="4"/>
                    <a:pt x="72" y="5"/>
                    <a:pt x="72" y="5"/>
                  </a:cubicBezTo>
                  <a:cubicBezTo>
                    <a:pt x="71" y="5"/>
                    <a:pt x="71" y="5"/>
                    <a:pt x="71" y="5"/>
                  </a:cubicBezTo>
                  <a:cubicBezTo>
                    <a:pt x="70" y="5"/>
                    <a:pt x="69" y="5"/>
                    <a:pt x="68" y="4"/>
                  </a:cubicBezTo>
                  <a:cubicBezTo>
                    <a:pt x="68" y="4"/>
                    <a:pt x="67" y="5"/>
                    <a:pt x="67" y="4"/>
                  </a:cubicBezTo>
                  <a:cubicBezTo>
                    <a:pt x="66" y="4"/>
                    <a:pt x="65" y="4"/>
                    <a:pt x="65" y="4"/>
                  </a:cubicBezTo>
                  <a:cubicBezTo>
                    <a:pt x="64" y="4"/>
                    <a:pt x="63" y="4"/>
                    <a:pt x="62" y="4"/>
                  </a:cubicBezTo>
                  <a:cubicBezTo>
                    <a:pt x="61" y="4"/>
                    <a:pt x="59" y="3"/>
                    <a:pt x="58" y="3"/>
                  </a:cubicBezTo>
                  <a:cubicBezTo>
                    <a:pt x="57" y="4"/>
                    <a:pt x="57" y="4"/>
                    <a:pt x="56" y="4"/>
                  </a:cubicBezTo>
                  <a:cubicBezTo>
                    <a:pt x="55" y="4"/>
                    <a:pt x="55" y="4"/>
                    <a:pt x="54" y="4"/>
                  </a:cubicBezTo>
                  <a:cubicBezTo>
                    <a:pt x="54" y="4"/>
                    <a:pt x="53" y="4"/>
                    <a:pt x="52" y="4"/>
                  </a:cubicBezTo>
                  <a:cubicBezTo>
                    <a:pt x="51" y="4"/>
                    <a:pt x="51" y="4"/>
                    <a:pt x="50" y="4"/>
                  </a:cubicBezTo>
                  <a:cubicBezTo>
                    <a:pt x="49" y="4"/>
                    <a:pt x="49" y="4"/>
                    <a:pt x="49" y="4"/>
                  </a:cubicBezTo>
                  <a:cubicBezTo>
                    <a:pt x="49" y="5"/>
                    <a:pt x="48" y="5"/>
                    <a:pt x="48" y="5"/>
                  </a:cubicBezTo>
                  <a:cubicBezTo>
                    <a:pt x="47" y="5"/>
                    <a:pt x="46" y="5"/>
                    <a:pt x="45" y="5"/>
                  </a:cubicBezTo>
                  <a:cubicBezTo>
                    <a:pt x="45" y="5"/>
                    <a:pt x="44" y="5"/>
                    <a:pt x="43" y="4"/>
                  </a:cubicBezTo>
                  <a:cubicBezTo>
                    <a:pt x="42" y="4"/>
                    <a:pt x="41" y="3"/>
                    <a:pt x="40" y="3"/>
                  </a:cubicBezTo>
                  <a:cubicBezTo>
                    <a:pt x="39" y="3"/>
                    <a:pt x="39" y="3"/>
                    <a:pt x="38" y="2"/>
                  </a:cubicBezTo>
                  <a:cubicBezTo>
                    <a:pt x="38" y="2"/>
                    <a:pt x="37" y="2"/>
                    <a:pt x="36" y="1"/>
                  </a:cubicBezTo>
                  <a:cubicBezTo>
                    <a:pt x="35" y="1"/>
                    <a:pt x="35" y="1"/>
                    <a:pt x="34" y="0"/>
                  </a:cubicBezTo>
                  <a:cubicBezTo>
                    <a:pt x="35" y="1"/>
                    <a:pt x="34" y="1"/>
                    <a:pt x="33" y="1"/>
                  </a:cubicBezTo>
                  <a:cubicBezTo>
                    <a:pt x="33" y="1"/>
                    <a:pt x="32" y="1"/>
                    <a:pt x="32" y="1"/>
                  </a:cubicBezTo>
                  <a:cubicBezTo>
                    <a:pt x="32" y="1"/>
                    <a:pt x="32" y="2"/>
                    <a:pt x="32" y="2"/>
                  </a:cubicBezTo>
                  <a:cubicBezTo>
                    <a:pt x="31" y="2"/>
                    <a:pt x="31" y="2"/>
                    <a:pt x="31" y="2"/>
                  </a:cubicBezTo>
                  <a:cubicBezTo>
                    <a:pt x="29" y="2"/>
                    <a:pt x="28" y="3"/>
                    <a:pt x="29" y="5"/>
                  </a:cubicBezTo>
                  <a:cubicBezTo>
                    <a:pt x="30" y="6"/>
                    <a:pt x="29" y="6"/>
                    <a:pt x="29" y="7"/>
                  </a:cubicBezTo>
                  <a:cubicBezTo>
                    <a:pt x="29" y="8"/>
                    <a:pt x="30" y="9"/>
                    <a:pt x="30" y="9"/>
                  </a:cubicBezTo>
                  <a:cubicBezTo>
                    <a:pt x="31" y="10"/>
                    <a:pt x="29" y="9"/>
                    <a:pt x="29" y="9"/>
                  </a:cubicBezTo>
                  <a:cubicBezTo>
                    <a:pt x="29" y="9"/>
                    <a:pt x="29" y="9"/>
                    <a:pt x="28" y="9"/>
                  </a:cubicBezTo>
                  <a:cubicBezTo>
                    <a:pt x="28" y="8"/>
                    <a:pt x="28" y="8"/>
                    <a:pt x="28" y="8"/>
                  </a:cubicBezTo>
                  <a:cubicBezTo>
                    <a:pt x="27" y="8"/>
                    <a:pt x="27" y="8"/>
                    <a:pt x="27" y="8"/>
                  </a:cubicBezTo>
                  <a:cubicBezTo>
                    <a:pt x="26" y="8"/>
                    <a:pt x="26" y="8"/>
                    <a:pt x="25" y="8"/>
                  </a:cubicBezTo>
                  <a:cubicBezTo>
                    <a:pt x="24" y="8"/>
                    <a:pt x="24" y="8"/>
                    <a:pt x="23" y="7"/>
                  </a:cubicBezTo>
                  <a:cubicBezTo>
                    <a:pt x="23" y="7"/>
                    <a:pt x="22" y="7"/>
                    <a:pt x="21" y="7"/>
                  </a:cubicBezTo>
                  <a:cubicBezTo>
                    <a:pt x="20" y="6"/>
                    <a:pt x="20" y="6"/>
                    <a:pt x="19" y="6"/>
                  </a:cubicBezTo>
                  <a:cubicBezTo>
                    <a:pt x="18" y="5"/>
                    <a:pt x="18" y="6"/>
                    <a:pt x="17" y="6"/>
                  </a:cubicBezTo>
                  <a:cubicBezTo>
                    <a:pt x="16" y="6"/>
                    <a:pt x="15" y="5"/>
                    <a:pt x="14" y="5"/>
                  </a:cubicBezTo>
                  <a:cubicBezTo>
                    <a:pt x="14" y="5"/>
                    <a:pt x="14" y="5"/>
                    <a:pt x="13" y="5"/>
                  </a:cubicBezTo>
                  <a:cubicBezTo>
                    <a:pt x="13" y="5"/>
                    <a:pt x="13" y="6"/>
                    <a:pt x="13" y="6"/>
                  </a:cubicBezTo>
                  <a:cubicBezTo>
                    <a:pt x="12" y="6"/>
                    <a:pt x="11" y="5"/>
                    <a:pt x="11" y="5"/>
                  </a:cubicBezTo>
                  <a:cubicBezTo>
                    <a:pt x="11" y="5"/>
                    <a:pt x="11" y="6"/>
                    <a:pt x="10" y="6"/>
                  </a:cubicBezTo>
                  <a:cubicBezTo>
                    <a:pt x="10" y="6"/>
                    <a:pt x="9" y="6"/>
                    <a:pt x="9" y="7"/>
                  </a:cubicBezTo>
                  <a:cubicBezTo>
                    <a:pt x="9" y="7"/>
                    <a:pt x="9" y="7"/>
                    <a:pt x="9" y="7"/>
                  </a:cubicBezTo>
                  <a:cubicBezTo>
                    <a:pt x="9" y="7"/>
                    <a:pt x="8" y="8"/>
                    <a:pt x="8" y="8"/>
                  </a:cubicBezTo>
                  <a:cubicBezTo>
                    <a:pt x="8" y="8"/>
                    <a:pt x="9" y="9"/>
                    <a:pt x="9" y="9"/>
                  </a:cubicBezTo>
                  <a:cubicBezTo>
                    <a:pt x="8" y="9"/>
                    <a:pt x="8" y="9"/>
                    <a:pt x="8" y="9"/>
                  </a:cubicBezTo>
                  <a:cubicBezTo>
                    <a:pt x="8" y="9"/>
                    <a:pt x="8" y="10"/>
                    <a:pt x="8" y="10"/>
                  </a:cubicBezTo>
                  <a:cubicBezTo>
                    <a:pt x="8" y="10"/>
                    <a:pt x="7" y="10"/>
                    <a:pt x="7" y="11"/>
                  </a:cubicBezTo>
                  <a:cubicBezTo>
                    <a:pt x="8" y="11"/>
                    <a:pt x="8" y="11"/>
                    <a:pt x="9" y="11"/>
                  </a:cubicBezTo>
                  <a:cubicBezTo>
                    <a:pt x="9" y="10"/>
                    <a:pt x="10" y="11"/>
                    <a:pt x="10" y="11"/>
                  </a:cubicBezTo>
                  <a:cubicBezTo>
                    <a:pt x="10" y="11"/>
                    <a:pt x="11" y="12"/>
                    <a:pt x="11" y="12"/>
                  </a:cubicBezTo>
                  <a:cubicBezTo>
                    <a:pt x="12" y="12"/>
                    <a:pt x="9" y="14"/>
                    <a:pt x="9" y="14"/>
                  </a:cubicBezTo>
                  <a:cubicBezTo>
                    <a:pt x="8" y="14"/>
                    <a:pt x="8" y="15"/>
                    <a:pt x="8" y="15"/>
                  </a:cubicBezTo>
                  <a:cubicBezTo>
                    <a:pt x="8" y="15"/>
                    <a:pt x="7" y="15"/>
                    <a:pt x="7" y="15"/>
                  </a:cubicBezTo>
                  <a:cubicBezTo>
                    <a:pt x="6" y="16"/>
                    <a:pt x="6" y="16"/>
                    <a:pt x="6" y="17"/>
                  </a:cubicBezTo>
                  <a:cubicBezTo>
                    <a:pt x="5" y="18"/>
                    <a:pt x="5" y="18"/>
                    <a:pt x="4" y="18"/>
                  </a:cubicBezTo>
                  <a:cubicBezTo>
                    <a:pt x="4" y="18"/>
                    <a:pt x="3" y="19"/>
                    <a:pt x="4" y="19"/>
                  </a:cubicBezTo>
                  <a:cubicBezTo>
                    <a:pt x="4" y="20"/>
                    <a:pt x="5" y="19"/>
                    <a:pt x="5" y="20"/>
                  </a:cubicBezTo>
                  <a:cubicBezTo>
                    <a:pt x="6" y="20"/>
                    <a:pt x="7" y="21"/>
                    <a:pt x="7" y="20"/>
                  </a:cubicBezTo>
                  <a:cubicBezTo>
                    <a:pt x="8" y="20"/>
                    <a:pt x="8" y="20"/>
                    <a:pt x="9" y="20"/>
                  </a:cubicBezTo>
                  <a:cubicBezTo>
                    <a:pt x="9" y="21"/>
                    <a:pt x="9" y="21"/>
                    <a:pt x="10" y="22"/>
                  </a:cubicBezTo>
                  <a:cubicBezTo>
                    <a:pt x="10" y="22"/>
                    <a:pt x="11" y="22"/>
                    <a:pt x="11" y="23"/>
                  </a:cubicBezTo>
                  <a:cubicBezTo>
                    <a:pt x="11" y="23"/>
                    <a:pt x="12" y="23"/>
                    <a:pt x="13" y="23"/>
                  </a:cubicBezTo>
                  <a:cubicBezTo>
                    <a:pt x="13" y="23"/>
                    <a:pt x="14" y="23"/>
                    <a:pt x="14" y="24"/>
                  </a:cubicBezTo>
                  <a:cubicBezTo>
                    <a:pt x="13" y="23"/>
                    <a:pt x="14" y="22"/>
                    <a:pt x="14" y="23"/>
                  </a:cubicBezTo>
                  <a:cubicBezTo>
                    <a:pt x="15" y="24"/>
                    <a:pt x="15" y="23"/>
                    <a:pt x="15" y="23"/>
                  </a:cubicBezTo>
                  <a:cubicBezTo>
                    <a:pt x="16" y="24"/>
                    <a:pt x="15" y="21"/>
                    <a:pt x="15" y="21"/>
                  </a:cubicBezTo>
                  <a:cubicBezTo>
                    <a:pt x="16" y="21"/>
                    <a:pt x="16" y="22"/>
                    <a:pt x="17" y="21"/>
                  </a:cubicBezTo>
                  <a:cubicBezTo>
                    <a:pt x="17" y="21"/>
                    <a:pt x="17" y="20"/>
                    <a:pt x="17" y="20"/>
                  </a:cubicBezTo>
                  <a:cubicBezTo>
                    <a:pt x="17" y="20"/>
                    <a:pt x="16" y="19"/>
                    <a:pt x="17" y="19"/>
                  </a:cubicBezTo>
                  <a:cubicBezTo>
                    <a:pt x="18" y="19"/>
                    <a:pt x="17" y="20"/>
                    <a:pt x="17" y="20"/>
                  </a:cubicBezTo>
                  <a:cubicBezTo>
                    <a:pt x="17" y="20"/>
                    <a:pt x="18" y="20"/>
                    <a:pt x="18" y="20"/>
                  </a:cubicBezTo>
                  <a:cubicBezTo>
                    <a:pt x="18" y="20"/>
                    <a:pt x="19" y="21"/>
                    <a:pt x="19" y="22"/>
                  </a:cubicBezTo>
                  <a:cubicBezTo>
                    <a:pt x="20" y="22"/>
                    <a:pt x="20" y="23"/>
                    <a:pt x="20" y="23"/>
                  </a:cubicBezTo>
                  <a:cubicBezTo>
                    <a:pt x="20" y="23"/>
                    <a:pt x="21" y="23"/>
                    <a:pt x="21" y="23"/>
                  </a:cubicBezTo>
                  <a:cubicBezTo>
                    <a:pt x="21" y="23"/>
                    <a:pt x="22" y="22"/>
                    <a:pt x="23" y="23"/>
                  </a:cubicBezTo>
                  <a:cubicBezTo>
                    <a:pt x="23" y="23"/>
                    <a:pt x="23" y="24"/>
                    <a:pt x="23" y="25"/>
                  </a:cubicBezTo>
                  <a:cubicBezTo>
                    <a:pt x="23" y="25"/>
                    <a:pt x="24" y="25"/>
                    <a:pt x="24" y="25"/>
                  </a:cubicBezTo>
                  <a:cubicBezTo>
                    <a:pt x="24" y="24"/>
                    <a:pt x="24" y="24"/>
                    <a:pt x="24" y="24"/>
                  </a:cubicBezTo>
                  <a:cubicBezTo>
                    <a:pt x="24" y="24"/>
                    <a:pt x="25" y="25"/>
                    <a:pt x="26" y="25"/>
                  </a:cubicBezTo>
                  <a:cubicBezTo>
                    <a:pt x="26" y="25"/>
                    <a:pt x="27" y="25"/>
                    <a:pt x="27" y="26"/>
                  </a:cubicBezTo>
                  <a:cubicBezTo>
                    <a:pt x="27" y="27"/>
                    <a:pt x="29" y="26"/>
                    <a:pt x="29" y="26"/>
                  </a:cubicBezTo>
                  <a:cubicBezTo>
                    <a:pt x="30" y="26"/>
                    <a:pt x="30" y="27"/>
                    <a:pt x="30" y="27"/>
                  </a:cubicBezTo>
                  <a:cubicBezTo>
                    <a:pt x="31" y="26"/>
                    <a:pt x="31" y="27"/>
                    <a:pt x="32" y="27"/>
                  </a:cubicBezTo>
                  <a:cubicBezTo>
                    <a:pt x="32" y="27"/>
                    <a:pt x="32" y="27"/>
                    <a:pt x="32" y="27"/>
                  </a:cubicBezTo>
                  <a:cubicBezTo>
                    <a:pt x="31" y="28"/>
                    <a:pt x="31" y="28"/>
                    <a:pt x="30" y="28"/>
                  </a:cubicBezTo>
                  <a:cubicBezTo>
                    <a:pt x="30" y="28"/>
                    <a:pt x="29" y="29"/>
                    <a:pt x="29" y="29"/>
                  </a:cubicBezTo>
                  <a:cubicBezTo>
                    <a:pt x="29" y="30"/>
                    <a:pt x="29" y="29"/>
                    <a:pt x="29" y="30"/>
                  </a:cubicBezTo>
                  <a:cubicBezTo>
                    <a:pt x="29" y="31"/>
                    <a:pt x="27" y="29"/>
                    <a:pt x="26" y="29"/>
                  </a:cubicBezTo>
                  <a:cubicBezTo>
                    <a:pt x="26" y="29"/>
                    <a:pt x="26" y="30"/>
                    <a:pt x="26" y="30"/>
                  </a:cubicBezTo>
                  <a:cubicBezTo>
                    <a:pt x="26" y="31"/>
                    <a:pt x="27" y="31"/>
                    <a:pt x="27" y="31"/>
                  </a:cubicBezTo>
                  <a:cubicBezTo>
                    <a:pt x="27" y="32"/>
                    <a:pt x="26" y="31"/>
                    <a:pt x="25" y="31"/>
                  </a:cubicBezTo>
                  <a:cubicBezTo>
                    <a:pt x="25" y="31"/>
                    <a:pt x="25" y="31"/>
                    <a:pt x="25" y="31"/>
                  </a:cubicBezTo>
                  <a:cubicBezTo>
                    <a:pt x="25" y="31"/>
                    <a:pt x="24" y="31"/>
                    <a:pt x="24" y="31"/>
                  </a:cubicBezTo>
                  <a:cubicBezTo>
                    <a:pt x="24" y="31"/>
                    <a:pt x="24" y="32"/>
                    <a:pt x="24" y="32"/>
                  </a:cubicBezTo>
                  <a:cubicBezTo>
                    <a:pt x="24" y="32"/>
                    <a:pt x="23" y="32"/>
                    <a:pt x="23" y="32"/>
                  </a:cubicBezTo>
                  <a:cubicBezTo>
                    <a:pt x="23" y="33"/>
                    <a:pt x="24" y="33"/>
                    <a:pt x="24" y="33"/>
                  </a:cubicBezTo>
                  <a:cubicBezTo>
                    <a:pt x="24" y="34"/>
                    <a:pt x="22" y="33"/>
                    <a:pt x="22" y="33"/>
                  </a:cubicBezTo>
                  <a:cubicBezTo>
                    <a:pt x="22" y="34"/>
                    <a:pt x="22" y="34"/>
                    <a:pt x="21" y="34"/>
                  </a:cubicBezTo>
                  <a:cubicBezTo>
                    <a:pt x="21" y="34"/>
                    <a:pt x="21" y="33"/>
                    <a:pt x="21" y="33"/>
                  </a:cubicBezTo>
                  <a:cubicBezTo>
                    <a:pt x="20" y="33"/>
                    <a:pt x="20" y="34"/>
                    <a:pt x="19" y="33"/>
                  </a:cubicBezTo>
                  <a:cubicBezTo>
                    <a:pt x="19" y="33"/>
                    <a:pt x="17" y="32"/>
                    <a:pt x="17" y="32"/>
                  </a:cubicBezTo>
                  <a:cubicBezTo>
                    <a:pt x="16" y="33"/>
                    <a:pt x="15" y="32"/>
                    <a:pt x="15" y="33"/>
                  </a:cubicBezTo>
                  <a:cubicBezTo>
                    <a:pt x="14" y="33"/>
                    <a:pt x="15" y="34"/>
                    <a:pt x="14" y="34"/>
                  </a:cubicBezTo>
                  <a:cubicBezTo>
                    <a:pt x="13" y="34"/>
                    <a:pt x="13" y="34"/>
                    <a:pt x="12" y="35"/>
                  </a:cubicBezTo>
                  <a:cubicBezTo>
                    <a:pt x="12" y="35"/>
                    <a:pt x="12" y="36"/>
                    <a:pt x="12" y="36"/>
                  </a:cubicBezTo>
                  <a:cubicBezTo>
                    <a:pt x="11" y="36"/>
                    <a:pt x="11" y="37"/>
                    <a:pt x="11" y="37"/>
                  </a:cubicBezTo>
                  <a:cubicBezTo>
                    <a:pt x="11" y="36"/>
                    <a:pt x="12" y="36"/>
                    <a:pt x="11" y="35"/>
                  </a:cubicBezTo>
                  <a:cubicBezTo>
                    <a:pt x="11" y="35"/>
                    <a:pt x="10" y="35"/>
                    <a:pt x="9" y="35"/>
                  </a:cubicBezTo>
                  <a:cubicBezTo>
                    <a:pt x="9" y="35"/>
                    <a:pt x="9" y="35"/>
                    <a:pt x="8" y="34"/>
                  </a:cubicBezTo>
                  <a:cubicBezTo>
                    <a:pt x="8" y="34"/>
                    <a:pt x="8" y="34"/>
                    <a:pt x="7" y="34"/>
                  </a:cubicBezTo>
                  <a:cubicBezTo>
                    <a:pt x="6" y="34"/>
                    <a:pt x="6" y="33"/>
                    <a:pt x="5" y="34"/>
                  </a:cubicBezTo>
                  <a:cubicBezTo>
                    <a:pt x="5" y="34"/>
                    <a:pt x="4" y="34"/>
                    <a:pt x="4" y="34"/>
                  </a:cubicBezTo>
                  <a:cubicBezTo>
                    <a:pt x="4" y="34"/>
                    <a:pt x="2" y="35"/>
                    <a:pt x="2" y="35"/>
                  </a:cubicBezTo>
                  <a:cubicBezTo>
                    <a:pt x="2" y="35"/>
                    <a:pt x="2" y="36"/>
                    <a:pt x="2" y="36"/>
                  </a:cubicBezTo>
                  <a:cubicBezTo>
                    <a:pt x="2" y="36"/>
                    <a:pt x="2" y="37"/>
                    <a:pt x="1" y="37"/>
                  </a:cubicBezTo>
                  <a:cubicBezTo>
                    <a:pt x="1" y="37"/>
                    <a:pt x="1" y="36"/>
                    <a:pt x="0" y="36"/>
                  </a:cubicBezTo>
                  <a:cubicBezTo>
                    <a:pt x="0" y="36"/>
                    <a:pt x="0" y="37"/>
                    <a:pt x="0" y="37"/>
                  </a:cubicBezTo>
                  <a:cubicBezTo>
                    <a:pt x="0" y="38"/>
                    <a:pt x="0" y="39"/>
                    <a:pt x="1" y="39"/>
                  </a:cubicBezTo>
                  <a:cubicBezTo>
                    <a:pt x="1" y="39"/>
                    <a:pt x="1" y="40"/>
                    <a:pt x="1" y="41"/>
                  </a:cubicBezTo>
                  <a:cubicBezTo>
                    <a:pt x="1" y="41"/>
                    <a:pt x="2" y="41"/>
                    <a:pt x="2" y="41"/>
                  </a:cubicBezTo>
                  <a:cubicBezTo>
                    <a:pt x="3" y="41"/>
                    <a:pt x="3" y="41"/>
                    <a:pt x="4" y="41"/>
                  </a:cubicBezTo>
                  <a:cubicBezTo>
                    <a:pt x="5" y="40"/>
                    <a:pt x="5" y="40"/>
                    <a:pt x="6" y="41"/>
                  </a:cubicBezTo>
                  <a:cubicBezTo>
                    <a:pt x="7" y="41"/>
                    <a:pt x="7" y="41"/>
                    <a:pt x="8" y="41"/>
                  </a:cubicBezTo>
                  <a:cubicBezTo>
                    <a:pt x="8" y="40"/>
                    <a:pt x="9" y="41"/>
                    <a:pt x="9" y="41"/>
                  </a:cubicBezTo>
                  <a:cubicBezTo>
                    <a:pt x="9" y="40"/>
                    <a:pt x="9" y="40"/>
                    <a:pt x="10" y="40"/>
                  </a:cubicBezTo>
                  <a:cubicBezTo>
                    <a:pt x="10" y="41"/>
                    <a:pt x="10" y="41"/>
                    <a:pt x="11" y="40"/>
                  </a:cubicBezTo>
                  <a:cubicBezTo>
                    <a:pt x="11" y="40"/>
                    <a:pt x="12" y="40"/>
                    <a:pt x="13" y="40"/>
                  </a:cubicBezTo>
                  <a:cubicBezTo>
                    <a:pt x="13" y="41"/>
                    <a:pt x="13" y="41"/>
                    <a:pt x="14" y="41"/>
                  </a:cubicBezTo>
                  <a:cubicBezTo>
                    <a:pt x="14" y="42"/>
                    <a:pt x="14" y="42"/>
                    <a:pt x="15" y="42"/>
                  </a:cubicBezTo>
                  <a:cubicBezTo>
                    <a:pt x="15" y="43"/>
                    <a:pt x="15" y="42"/>
                    <a:pt x="16" y="42"/>
                  </a:cubicBezTo>
                  <a:cubicBezTo>
                    <a:pt x="16" y="42"/>
                    <a:pt x="16" y="42"/>
                    <a:pt x="16" y="42"/>
                  </a:cubicBezTo>
                  <a:cubicBezTo>
                    <a:pt x="17" y="42"/>
                    <a:pt x="17" y="43"/>
                    <a:pt x="17" y="42"/>
                  </a:cubicBezTo>
                  <a:cubicBezTo>
                    <a:pt x="17" y="41"/>
                    <a:pt x="17" y="41"/>
                    <a:pt x="18" y="41"/>
                  </a:cubicBezTo>
                  <a:cubicBezTo>
                    <a:pt x="19" y="41"/>
                    <a:pt x="19" y="41"/>
                    <a:pt x="19" y="41"/>
                  </a:cubicBezTo>
                  <a:cubicBezTo>
                    <a:pt x="20" y="40"/>
                    <a:pt x="21" y="40"/>
                    <a:pt x="21" y="41"/>
                  </a:cubicBezTo>
                  <a:cubicBezTo>
                    <a:pt x="21" y="41"/>
                    <a:pt x="21" y="41"/>
                    <a:pt x="22" y="42"/>
                  </a:cubicBezTo>
                  <a:cubicBezTo>
                    <a:pt x="22" y="42"/>
                    <a:pt x="24" y="41"/>
                    <a:pt x="24" y="43"/>
                  </a:cubicBezTo>
                  <a:cubicBezTo>
                    <a:pt x="23" y="45"/>
                    <a:pt x="26" y="43"/>
                    <a:pt x="26" y="43"/>
                  </a:cubicBezTo>
                  <a:cubicBezTo>
                    <a:pt x="27" y="43"/>
                    <a:pt x="27" y="43"/>
                    <a:pt x="27" y="44"/>
                  </a:cubicBezTo>
                  <a:cubicBezTo>
                    <a:pt x="28" y="44"/>
                    <a:pt x="28" y="44"/>
                    <a:pt x="28" y="44"/>
                  </a:cubicBezTo>
                  <a:cubicBezTo>
                    <a:pt x="28" y="44"/>
                    <a:pt x="28" y="45"/>
                    <a:pt x="29" y="45"/>
                  </a:cubicBezTo>
                  <a:cubicBezTo>
                    <a:pt x="29" y="44"/>
                    <a:pt x="29" y="43"/>
                    <a:pt x="30" y="43"/>
                  </a:cubicBezTo>
                  <a:cubicBezTo>
                    <a:pt x="30" y="43"/>
                    <a:pt x="31" y="43"/>
                    <a:pt x="32" y="43"/>
                  </a:cubicBezTo>
                  <a:cubicBezTo>
                    <a:pt x="32" y="42"/>
                    <a:pt x="33" y="43"/>
                    <a:pt x="34" y="43"/>
                  </a:cubicBezTo>
                  <a:cubicBezTo>
                    <a:pt x="34" y="43"/>
                    <a:pt x="35" y="43"/>
                    <a:pt x="35" y="43"/>
                  </a:cubicBezTo>
                  <a:cubicBezTo>
                    <a:pt x="36" y="43"/>
                    <a:pt x="36" y="43"/>
                    <a:pt x="36" y="43"/>
                  </a:cubicBezTo>
                  <a:cubicBezTo>
                    <a:pt x="36" y="43"/>
                    <a:pt x="38" y="43"/>
                    <a:pt x="38" y="42"/>
                  </a:cubicBezTo>
                  <a:cubicBezTo>
                    <a:pt x="38" y="42"/>
                    <a:pt x="39" y="42"/>
                    <a:pt x="40" y="42"/>
                  </a:cubicBezTo>
                  <a:cubicBezTo>
                    <a:pt x="40" y="42"/>
                    <a:pt x="41" y="42"/>
                    <a:pt x="42" y="42"/>
                  </a:cubicBezTo>
                  <a:cubicBezTo>
                    <a:pt x="42" y="42"/>
                    <a:pt x="42" y="41"/>
                    <a:pt x="42" y="41"/>
                  </a:cubicBezTo>
                  <a:cubicBezTo>
                    <a:pt x="43" y="40"/>
                    <a:pt x="43" y="40"/>
                    <a:pt x="42" y="39"/>
                  </a:cubicBezTo>
                  <a:cubicBezTo>
                    <a:pt x="42" y="39"/>
                    <a:pt x="41" y="39"/>
                    <a:pt x="41" y="38"/>
                  </a:cubicBezTo>
                  <a:cubicBezTo>
                    <a:pt x="41" y="38"/>
                    <a:pt x="41" y="38"/>
                    <a:pt x="42" y="37"/>
                  </a:cubicBezTo>
                  <a:cubicBezTo>
                    <a:pt x="42" y="37"/>
                    <a:pt x="42" y="36"/>
                    <a:pt x="42" y="36"/>
                  </a:cubicBezTo>
                  <a:cubicBezTo>
                    <a:pt x="42" y="35"/>
                    <a:pt x="42" y="35"/>
                    <a:pt x="42" y="35"/>
                  </a:cubicBezTo>
                  <a:cubicBezTo>
                    <a:pt x="43" y="35"/>
                    <a:pt x="44" y="35"/>
                    <a:pt x="45" y="35"/>
                  </a:cubicBezTo>
                  <a:cubicBezTo>
                    <a:pt x="46" y="35"/>
                    <a:pt x="46" y="34"/>
                    <a:pt x="47" y="33"/>
                  </a:cubicBezTo>
                  <a:cubicBezTo>
                    <a:pt x="47" y="33"/>
                    <a:pt x="47" y="32"/>
                    <a:pt x="48" y="32"/>
                  </a:cubicBezTo>
                  <a:cubicBezTo>
                    <a:pt x="49" y="32"/>
                    <a:pt x="49" y="32"/>
                    <a:pt x="49" y="32"/>
                  </a:cubicBezTo>
                  <a:cubicBezTo>
                    <a:pt x="48" y="31"/>
                    <a:pt x="48" y="31"/>
                    <a:pt x="48" y="30"/>
                  </a:cubicBezTo>
                  <a:cubicBezTo>
                    <a:pt x="48" y="30"/>
                    <a:pt x="49" y="30"/>
                    <a:pt x="49" y="31"/>
                  </a:cubicBezTo>
                  <a:cubicBezTo>
                    <a:pt x="50" y="31"/>
                    <a:pt x="50" y="31"/>
                    <a:pt x="51" y="31"/>
                  </a:cubicBezTo>
                  <a:cubicBezTo>
                    <a:pt x="52" y="31"/>
                    <a:pt x="52" y="31"/>
                    <a:pt x="52" y="31"/>
                  </a:cubicBezTo>
                  <a:cubicBezTo>
                    <a:pt x="53" y="30"/>
                    <a:pt x="54" y="28"/>
                    <a:pt x="55" y="29"/>
                  </a:cubicBezTo>
                  <a:cubicBezTo>
                    <a:pt x="55" y="30"/>
                    <a:pt x="55" y="30"/>
                    <a:pt x="55" y="31"/>
                  </a:cubicBezTo>
                  <a:cubicBezTo>
                    <a:pt x="56" y="31"/>
                    <a:pt x="56" y="31"/>
                    <a:pt x="56" y="32"/>
                  </a:cubicBezTo>
                  <a:cubicBezTo>
                    <a:pt x="56" y="33"/>
                    <a:pt x="58" y="33"/>
                    <a:pt x="59" y="32"/>
                  </a:cubicBezTo>
                  <a:cubicBezTo>
                    <a:pt x="59" y="31"/>
                    <a:pt x="60" y="31"/>
                    <a:pt x="60" y="32"/>
                  </a:cubicBezTo>
                  <a:cubicBezTo>
                    <a:pt x="61" y="32"/>
                    <a:pt x="61" y="31"/>
                    <a:pt x="61" y="31"/>
                  </a:cubicBezTo>
                  <a:cubicBezTo>
                    <a:pt x="62" y="31"/>
                    <a:pt x="62" y="32"/>
                    <a:pt x="62" y="32"/>
                  </a:cubicBezTo>
                  <a:cubicBezTo>
                    <a:pt x="63" y="32"/>
                    <a:pt x="63" y="31"/>
                    <a:pt x="63" y="31"/>
                  </a:cubicBezTo>
                  <a:cubicBezTo>
                    <a:pt x="63" y="30"/>
                    <a:pt x="64" y="29"/>
                    <a:pt x="64" y="29"/>
                  </a:cubicBezTo>
                  <a:cubicBezTo>
                    <a:pt x="64" y="28"/>
                    <a:pt x="63" y="27"/>
                    <a:pt x="64" y="27"/>
                  </a:cubicBezTo>
                  <a:cubicBezTo>
                    <a:pt x="65" y="26"/>
                    <a:pt x="64" y="26"/>
                    <a:pt x="64" y="25"/>
                  </a:cubicBezTo>
                  <a:cubicBezTo>
                    <a:pt x="65" y="25"/>
                    <a:pt x="65" y="24"/>
                    <a:pt x="66" y="24"/>
                  </a:cubicBezTo>
                  <a:cubicBezTo>
                    <a:pt x="66" y="25"/>
                    <a:pt x="67" y="25"/>
                    <a:pt x="67" y="25"/>
                  </a:cubicBezTo>
                  <a:cubicBezTo>
                    <a:pt x="68" y="25"/>
                    <a:pt x="70" y="25"/>
                    <a:pt x="71" y="25"/>
                  </a:cubicBezTo>
                  <a:cubicBezTo>
                    <a:pt x="72" y="25"/>
                    <a:pt x="72" y="25"/>
                    <a:pt x="73" y="24"/>
                  </a:cubicBezTo>
                  <a:cubicBezTo>
                    <a:pt x="74" y="24"/>
                    <a:pt x="74" y="24"/>
                    <a:pt x="75" y="24"/>
                  </a:cubicBezTo>
                  <a:cubicBezTo>
                    <a:pt x="75" y="25"/>
                    <a:pt x="76" y="24"/>
                    <a:pt x="76" y="24"/>
                  </a:cubicBezTo>
                  <a:cubicBezTo>
                    <a:pt x="76" y="23"/>
                    <a:pt x="77" y="22"/>
                    <a:pt x="77" y="22"/>
                  </a:cubicBezTo>
                  <a:cubicBezTo>
                    <a:pt x="77" y="21"/>
                    <a:pt x="77" y="21"/>
                    <a:pt x="77" y="20"/>
                  </a:cubicBezTo>
                  <a:cubicBezTo>
                    <a:pt x="78" y="20"/>
                    <a:pt x="78" y="20"/>
                    <a:pt x="79" y="20"/>
                  </a:cubicBezTo>
                  <a:cubicBezTo>
                    <a:pt x="79" y="20"/>
                    <a:pt x="79" y="19"/>
                    <a:pt x="79" y="19"/>
                  </a:cubicBezTo>
                  <a:cubicBezTo>
                    <a:pt x="79" y="19"/>
                    <a:pt x="80" y="19"/>
                    <a:pt x="80" y="19"/>
                  </a:cubicBezTo>
                  <a:cubicBezTo>
                    <a:pt x="81" y="18"/>
                    <a:pt x="81" y="18"/>
                    <a:pt x="82" y="17"/>
                  </a:cubicBezTo>
                  <a:cubicBezTo>
                    <a:pt x="82" y="17"/>
                    <a:pt x="83" y="17"/>
                    <a:pt x="83" y="17"/>
                  </a:cubicBezTo>
                  <a:cubicBezTo>
                    <a:pt x="83" y="17"/>
                    <a:pt x="83" y="16"/>
                    <a:pt x="84" y="16"/>
                  </a:cubicBezTo>
                  <a:cubicBezTo>
                    <a:pt x="84" y="16"/>
                    <a:pt x="84" y="16"/>
                    <a:pt x="85" y="16"/>
                  </a:cubicBezTo>
                  <a:cubicBezTo>
                    <a:pt x="85" y="16"/>
                    <a:pt x="85" y="16"/>
                    <a:pt x="85" y="16"/>
                  </a:cubicBezTo>
                  <a:cubicBezTo>
                    <a:pt x="86" y="16"/>
                    <a:pt x="86" y="15"/>
                    <a:pt x="87" y="15"/>
                  </a:cubicBezTo>
                  <a:cubicBezTo>
                    <a:pt x="88" y="15"/>
                    <a:pt x="88" y="15"/>
                    <a:pt x="88" y="14"/>
                  </a:cubicBezTo>
                  <a:cubicBezTo>
                    <a:pt x="88" y="13"/>
                    <a:pt x="92" y="14"/>
                    <a:pt x="91" y="13"/>
                  </a:cubicBezTo>
                  <a:cubicBezTo>
                    <a:pt x="91" y="12"/>
                    <a:pt x="90" y="11"/>
                    <a:pt x="89" y="11"/>
                  </a:cubicBezTo>
                  <a:close/>
                  <a:moveTo>
                    <a:pt x="13" y="38"/>
                  </a:moveTo>
                  <a:cubicBezTo>
                    <a:pt x="12" y="38"/>
                    <a:pt x="12" y="38"/>
                    <a:pt x="12" y="38"/>
                  </a:cubicBezTo>
                  <a:cubicBezTo>
                    <a:pt x="12" y="38"/>
                    <a:pt x="11" y="37"/>
                    <a:pt x="11" y="37"/>
                  </a:cubicBezTo>
                  <a:cubicBezTo>
                    <a:pt x="12" y="37"/>
                    <a:pt x="14" y="37"/>
                    <a:pt x="13" y="38"/>
                  </a:cubicBezTo>
                  <a:close/>
                  <a:moveTo>
                    <a:pt x="17" y="37"/>
                  </a:moveTo>
                  <a:cubicBezTo>
                    <a:pt x="17" y="37"/>
                    <a:pt x="17" y="37"/>
                    <a:pt x="16" y="37"/>
                  </a:cubicBezTo>
                  <a:cubicBezTo>
                    <a:pt x="16" y="37"/>
                    <a:pt x="16" y="37"/>
                    <a:pt x="16" y="37"/>
                  </a:cubicBezTo>
                  <a:cubicBezTo>
                    <a:pt x="16" y="37"/>
                    <a:pt x="16" y="36"/>
                    <a:pt x="16" y="36"/>
                  </a:cubicBezTo>
                  <a:cubicBezTo>
                    <a:pt x="15" y="35"/>
                    <a:pt x="15" y="35"/>
                    <a:pt x="15" y="35"/>
                  </a:cubicBezTo>
                  <a:cubicBezTo>
                    <a:pt x="15" y="34"/>
                    <a:pt x="15" y="34"/>
                    <a:pt x="15" y="34"/>
                  </a:cubicBezTo>
                  <a:cubicBezTo>
                    <a:pt x="16" y="35"/>
                    <a:pt x="16" y="35"/>
                    <a:pt x="16" y="35"/>
                  </a:cubicBezTo>
                  <a:cubicBezTo>
                    <a:pt x="17" y="35"/>
                    <a:pt x="17" y="35"/>
                    <a:pt x="17" y="35"/>
                  </a:cubicBezTo>
                  <a:cubicBezTo>
                    <a:pt x="16" y="36"/>
                    <a:pt x="18" y="37"/>
                    <a:pt x="17" y="37"/>
                  </a:cubicBezTo>
                  <a:close/>
                  <a:moveTo>
                    <a:pt x="22" y="37"/>
                  </a:moveTo>
                  <a:cubicBezTo>
                    <a:pt x="22" y="37"/>
                    <a:pt x="21" y="37"/>
                    <a:pt x="22" y="36"/>
                  </a:cubicBezTo>
                  <a:cubicBezTo>
                    <a:pt x="22" y="36"/>
                    <a:pt x="23" y="36"/>
                    <a:pt x="22" y="3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51" name="Kuwait">
              <a:extLst>
                <a:ext uri="{FF2B5EF4-FFF2-40B4-BE49-F238E27FC236}">
                  <a16:creationId xmlns:a16="http://schemas.microsoft.com/office/drawing/2014/main" id="{842C5426-D03D-D089-4C3C-CF4BB15E6B4F}"/>
                </a:ext>
              </a:extLst>
            </p:cNvPr>
            <p:cNvSpPr>
              <a:spLocks noEditPoints="1"/>
            </p:cNvSpPr>
            <p:nvPr/>
          </p:nvSpPr>
          <p:spPr bwMode="auto">
            <a:xfrm>
              <a:off x="7248284" y="2871094"/>
              <a:ext cx="63711" cy="63711"/>
            </a:xfrm>
            <a:custGeom>
              <a:avLst/>
              <a:gdLst/>
              <a:ahLst/>
              <a:cxnLst>
                <a:cxn ang="0">
                  <a:pos x="14" y="3"/>
                </a:cxn>
                <a:cxn ang="0">
                  <a:pos x="14" y="2"/>
                </a:cxn>
                <a:cxn ang="0">
                  <a:pos x="15" y="2"/>
                </a:cxn>
                <a:cxn ang="0">
                  <a:pos x="16" y="4"/>
                </a:cxn>
                <a:cxn ang="0">
                  <a:pos x="16" y="5"/>
                </a:cxn>
                <a:cxn ang="0">
                  <a:pos x="15" y="6"/>
                </a:cxn>
                <a:cxn ang="0">
                  <a:pos x="14" y="4"/>
                </a:cxn>
                <a:cxn ang="0">
                  <a:pos x="14" y="3"/>
                </a:cxn>
                <a:cxn ang="0">
                  <a:pos x="18" y="16"/>
                </a:cxn>
                <a:cxn ang="0">
                  <a:pos x="17" y="16"/>
                </a:cxn>
                <a:cxn ang="0">
                  <a:pos x="18" y="16"/>
                </a:cxn>
                <a:cxn ang="0">
                  <a:pos x="17" y="15"/>
                </a:cxn>
                <a:cxn ang="0">
                  <a:pos x="16" y="14"/>
                </a:cxn>
                <a:cxn ang="0">
                  <a:pos x="15" y="13"/>
                </a:cxn>
                <a:cxn ang="0">
                  <a:pos x="15" y="12"/>
                </a:cxn>
                <a:cxn ang="0">
                  <a:pos x="14" y="10"/>
                </a:cxn>
                <a:cxn ang="0">
                  <a:pos x="14" y="9"/>
                </a:cxn>
                <a:cxn ang="0">
                  <a:pos x="13" y="9"/>
                </a:cxn>
                <a:cxn ang="0">
                  <a:pos x="13" y="9"/>
                </a:cxn>
                <a:cxn ang="0">
                  <a:pos x="12" y="9"/>
                </a:cxn>
                <a:cxn ang="0">
                  <a:pos x="12" y="8"/>
                </a:cxn>
                <a:cxn ang="0">
                  <a:pos x="10" y="8"/>
                </a:cxn>
                <a:cxn ang="0">
                  <a:pos x="12" y="7"/>
                </a:cxn>
                <a:cxn ang="0">
                  <a:pos x="13" y="6"/>
                </a:cxn>
                <a:cxn ang="0">
                  <a:pos x="15" y="6"/>
                </a:cxn>
                <a:cxn ang="0">
                  <a:pos x="14" y="5"/>
                </a:cxn>
                <a:cxn ang="0">
                  <a:pos x="13" y="3"/>
                </a:cxn>
                <a:cxn ang="0">
                  <a:pos x="12" y="1"/>
                </a:cxn>
                <a:cxn ang="0">
                  <a:pos x="10" y="0"/>
                </a:cxn>
                <a:cxn ang="0">
                  <a:pos x="8" y="0"/>
                </a:cxn>
                <a:cxn ang="0">
                  <a:pos x="5" y="1"/>
                </a:cxn>
                <a:cxn ang="0">
                  <a:pos x="4" y="4"/>
                </a:cxn>
                <a:cxn ang="0">
                  <a:pos x="3" y="6"/>
                </a:cxn>
                <a:cxn ang="0">
                  <a:pos x="2" y="9"/>
                </a:cxn>
                <a:cxn ang="0">
                  <a:pos x="0" y="11"/>
                </a:cxn>
                <a:cxn ang="0">
                  <a:pos x="6" y="12"/>
                </a:cxn>
                <a:cxn ang="0">
                  <a:pos x="8" y="13"/>
                </a:cxn>
                <a:cxn ang="0">
                  <a:pos x="10" y="14"/>
                </a:cxn>
                <a:cxn ang="0">
                  <a:pos x="12" y="18"/>
                </a:cxn>
                <a:cxn ang="0">
                  <a:pos x="16" y="18"/>
                </a:cxn>
                <a:cxn ang="0">
                  <a:pos x="18" y="18"/>
                </a:cxn>
                <a:cxn ang="0">
                  <a:pos x="18" y="16"/>
                </a:cxn>
              </a:cxnLst>
              <a:rect l="0" t="0" r="r" b="b"/>
              <a:pathLst>
                <a:path w="18" h="18">
                  <a:moveTo>
                    <a:pt x="14" y="3"/>
                  </a:moveTo>
                  <a:cubicBezTo>
                    <a:pt x="14" y="3"/>
                    <a:pt x="15" y="3"/>
                    <a:pt x="14" y="2"/>
                  </a:cubicBezTo>
                  <a:cubicBezTo>
                    <a:pt x="13" y="2"/>
                    <a:pt x="14" y="1"/>
                    <a:pt x="15" y="2"/>
                  </a:cubicBezTo>
                  <a:cubicBezTo>
                    <a:pt x="15" y="3"/>
                    <a:pt x="16" y="3"/>
                    <a:pt x="16" y="4"/>
                  </a:cubicBezTo>
                  <a:cubicBezTo>
                    <a:pt x="16" y="4"/>
                    <a:pt x="16" y="5"/>
                    <a:pt x="16" y="5"/>
                  </a:cubicBezTo>
                  <a:cubicBezTo>
                    <a:pt x="16" y="5"/>
                    <a:pt x="16" y="6"/>
                    <a:pt x="15" y="6"/>
                  </a:cubicBezTo>
                  <a:cubicBezTo>
                    <a:pt x="14" y="6"/>
                    <a:pt x="14" y="5"/>
                    <a:pt x="14" y="4"/>
                  </a:cubicBezTo>
                  <a:cubicBezTo>
                    <a:pt x="13" y="4"/>
                    <a:pt x="14" y="3"/>
                    <a:pt x="14" y="3"/>
                  </a:cubicBezTo>
                  <a:close/>
                  <a:moveTo>
                    <a:pt x="18" y="16"/>
                  </a:moveTo>
                  <a:cubicBezTo>
                    <a:pt x="18" y="17"/>
                    <a:pt x="17" y="17"/>
                    <a:pt x="17" y="16"/>
                  </a:cubicBezTo>
                  <a:cubicBezTo>
                    <a:pt x="17" y="16"/>
                    <a:pt x="18" y="16"/>
                    <a:pt x="18" y="16"/>
                  </a:cubicBezTo>
                  <a:cubicBezTo>
                    <a:pt x="17" y="15"/>
                    <a:pt x="17" y="15"/>
                    <a:pt x="17" y="15"/>
                  </a:cubicBezTo>
                  <a:cubicBezTo>
                    <a:pt x="17" y="15"/>
                    <a:pt x="17" y="14"/>
                    <a:pt x="16" y="14"/>
                  </a:cubicBezTo>
                  <a:cubicBezTo>
                    <a:pt x="16" y="13"/>
                    <a:pt x="16" y="13"/>
                    <a:pt x="15" y="13"/>
                  </a:cubicBezTo>
                  <a:cubicBezTo>
                    <a:pt x="15" y="12"/>
                    <a:pt x="15" y="12"/>
                    <a:pt x="15" y="12"/>
                  </a:cubicBezTo>
                  <a:cubicBezTo>
                    <a:pt x="15" y="11"/>
                    <a:pt x="14" y="11"/>
                    <a:pt x="14" y="10"/>
                  </a:cubicBezTo>
                  <a:cubicBezTo>
                    <a:pt x="14" y="10"/>
                    <a:pt x="14" y="9"/>
                    <a:pt x="14" y="9"/>
                  </a:cubicBezTo>
                  <a:cubicBezTo>
                    <a:pt x="14" y="9"/>
                    <a:pt x="13" y="8"/>
                    <a:pt x="13" y="9"/>
                  </a:cubicBezTo>
                  <a:cubicBezTo>
                    <a:pt x="13" y="8"/>
                    <a:pt x="13" y="8"/>
                    <a:pt x="13" y="9"/>
                  </a:cubicBezTo>
                  <a:cubicBezTo>
                    <a:pt x="12" y="9"/>
                    <a:pt x="12" y="9"/>
                    <a:pt x="12" y="9"/>
                  </a:cubicBezTo>
                  <a:cubicBezTo>
                    <a:pt x="11" y="9"/>
                    <a:pt x="12" y="8"/>
                    <a:pt x="12" y="8"/>
                  </a:cubicBezTo>
                  <a:cubicBezTo>
                    <a:pt x="12" y="8"/>
                    <a:pt x="10" y="8"/>
                    <a:pt x="10" y="8"/>
                  </a:cubicBezTo>
                  <a:cubicBezTo>
                    <a:pt x="11" y="8"/>
                    <a:pt x="11" y="7"/>
                    <a:pt x="12" y="7"/>
                  </a:cubicBezTo>
                  <a:cubicBezTo>
                    <a:pt x="12" y="6"/>
                    <a:pt x="13" y="5"/>
                    <a:pt x="13" y="6"/>
                  </a:cubicBezTo>
                  <a:cubicBezTo>
                    <a:pt x="13" y="6"/>
                    <a:pt x="14" y="7"/>
                    <a:pt x="15" y="6"/>
                  </a:cubicBezTo>
                  <a:cubicBezTo>
                    <a:pt x="15" y="6"/>
                    <a:pt x="14" y="5"/>
                    <a:pt x="14" y="5"/>
                  </a:cubicBezTo>
                  <a:cubicBezTo>
                    <a:pt x="13" y="4"/>
                    <a:pt x="13" y="4"/>
                    <a:pt x="13" y="3"/>
                  </a:cubicBezTo>
                  <a:cubicBezTo>
                    <a:pt x="13" y="3"/>
                    <a:pt x="13" y="2"/>
                    <a:pt x="12" y="1"/>
                  </a:cubicBezTo>
                  <a:cubicBezTo>
                    <a:pt x="11" y="1"/>
                    <a:pt x="10" y="1"/>
                    <a:pt x="10" y="0"/>
                  </a:cubicBezTo>
                  <a:cubicBezTo>
                    <a:pt x="9" y="0"/>
                    <a:pt x="8" y="0"/>
                    <a:pt x="8" y="0"/>
                  </a:cubicBezTo>
                  <a:cubicBezTo>
                    <a:pt x="7" y="0"/>
                    <a:pt x="6" y="1"/>
                    <a:pt x="5" y="1"/>
                  </a:cubicBezTo>
                  <a:cubicBezTo>
                    <a:pt x="4" y="2"/>
                    <a:pt x="4" y="3"/>
                    <a:pt x="4" y="4"/>
                  </a:cubicBezTo>
                  <a:cubicBezTo>
                    <a:pt x="4" y="5"/>
                    <a:pt x="3" y="6"/>
                    <a:pt x="3" y="6"/>
                  </a:cubicBezTo>
                  <a:cubicBezTo>
                    <a:pt x="3" y="7"/>
                    <a:pt x="2" y="8"/>
                    <a:pt x="2" y="9"/>
                  </a:cubicBezTo>
                  <a:cubicBezTo>
                    <a:pt x="1" y="10"/>
                    <a:pt x="1" y="11"/>
                    <a:pt x="0" y="11"/>
                  </a:cubicBezTo>
                  <a:cubicBezTo>
                    <a:pt x="2" y="12"/>
                    <a:pt x="4" y="12"/>
                    <a:pt x="6" y="12"/>
                  </a:cubicBezTo>
                  <a:cubicBezTo>
                    <a:pt x="7" y="12"/>
                    <a:pt x="8" y="12"/>
                    <a:pt x="8" y="13"/>
                  </a:cubicBezTo>
                  <a:cubicBezTo>
                    <a:pt x="9" y="13"/>
                    <a:pt x="9" y="14"/>
                    <a:pt x="10" y="14"/>
                  </a:cubicBezTo>
                  <a:cubicBezTo>
                    <a:pt x="10" y="15"/>
                    <a:pt x="10" y="17"/>
                    <a:pt x="12" y="18"/>
                  </a:cubicBezTo>
                  <a:cubicBezTo>
                    <a:pt x="13" y="18"/>
                    <a:pt x="15" y="18"/>
                    <a:pt x="16" y="18"/>
                  </a:cubicBezTo>
                  <a:cubicBezTo>
                    <a:pt x="17" y="18"/>
                    <a:pt x="18" y="18"/>
                    <a:pt x="18" y="18"/>
                  </a:cubicBezTo>
                  <a:cubicBezTo>
                    <a:pt x="18" y="17"/>
                    <a:pt x="18" y="17"/>
                    <a:pt x="18" y="1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52" name="Kosovo">
              <a:extLst>
                <a:ext uri="{FF2B5EF4-FFF2-40B4-BE49-F238E27FC236}">
                  <a16:creationId xmlns:a16="http://schemas.microsoft.com/office/drawing/2014/main" id="{BAB18C98-7D3C-15E5-4499-8F12A1D9DBDA}"/>
                </a:ext>
              </a:extLst>
            </p:cNvPr>
            <p:cNvSpPr>
              <a:spLocks/>
            </p:cNvSpPr>
            <p:nvPr/>
          </p:nvSpPr>
          <p:spPr bwMode="auto">
            <a:xfrm>
              <a:off x="6352413" y="2356505"/>
              <a:ext cx="52928" cy="60771"/>
            </a:xfrm>
            <a:custGeom>
              <a:avLst/>
              <a:gdLst/>
              <a:ahLst/>
              <a:cxnLst>
                <a:cxn ang="0">
                  <a:pos x="13" y="10"/>
                </a:cxn>
                <a:cxn ang="0">
                  <a:pos x="14" y="9"/>
                </a:cxn>
                <a:cxn ang="0">
                  <a:pos x="14" y="8"/>
                </a:cxn>
                <a:cxn ang="0">
                  <a:pos x="15" y="7"/>
                </a:cxn>
                <a:cxn ang="0">
                  <a:pos x="15" y="6"/>
                </a:cxn>
                <a:cxn ang="0">
                  <a:pos x="14" y="6"/>
                </a:cxn>
                <a:cxn ang="0">
                  <a:pos x="13" y="5"/>
                </a:cxn>
                <a:cxn ang="0">
                  <a:pos x="12" y="5"/>
                </a:cxn>
                <a:cxn ang="0">
                  <a:pos x="12" y="4"/>
                </a:cxn>
                <a:cxn ang="0">
                  <a:pos x="11" y="4"/>
                </a:cxn>
                <a:cxn ang="0">
                  <a:pos x="10" y="3"/>
                </a:cxn>
                <a:cxn ang="0">
                  <a:pos x="10" y="3"/>
                </a:cxn>
                <a:cxn ang="0">
                  <a:pos x="10" y="3"/>
                </a:cxn>
                <a:cxn ang="0">
                  <a:pos x="9" y="2"/>
                </a:cxn>
                <a:cxn ang="0">
                  <a:pos x="8" y="1"/>
                </a:cxn>
                <a:cxn ang="0">
                  <a:pos x="7" y="1"/>
                </a:cxn>
                <a:cxn ang="0">
                  <a:pos x="7" y="0"/>
                </a:cxn>
                <a:cxn ang="0">
                  <a:pos x="6" y="0"/>
                </a:cxn>
                <a:cxn ang="0">
                  <a:pos x="5" y="0"/>
                </a:cxn>
                <a:cxn ang="0">
                  <a:pos x="5" y="1"/>
                </a:cxn>
                <a:cxn ang="0">
                  <a:pos x="5" y="1"/>
                </a:cxn>
                <a:cxn ang="0">
                  <a:pos x="5" y="2"/>
                </a:cxn>
                <a:cxn ang="0">
                  <a:pos x="4" y="3"/>
                </a:cxn>
                <a:cxn ang="0">
                  <a:pos x="4" y="3"/>
                </a:cxn>
                <a:cxn ang="0">
                  <a:pos x="4" y="4"/>
                </a:cxn>
                <a:cxn ang="0">
                  <a:pos x="4" y="4"/>
                </a:cxn>
                <a:cxn ang="0">
                  <a:pos x="3" y="5"/>
                </a:cxn>
                <a:cxn ang="0">
                  <a:pos x="2" y="5"/>
                </a:cxn>
                <a:cxn ang="0">
                  <a:pos x="3" y="6"/>
                </a:cxn>
                <a:cxn ang="0">
                  <a:pos x="2" y="7"/>
                </a:cxn>
                <a:cxn ang="0">
                  <a:pos x="1" y="7"/>
                </a:cxn>
                <a:cxn ang="0">
                  <a:pos x="1" y="8"/>
                </a:cxn>
                <a:cxn ang="0">
                  <a:pos x="1" y="9"/>
                </a:cxn>
                <a:cxn ang="0">
                  <a:pos x="2" y="10"/>
                </a:cxn>
                <a:cxn ang="0">
                  <a:pos x="2" y="11"/>
                </a:cxn>
                <a:cxn ang="0">
                  <a:pos x="4" y="12"/>
                </a:cxn>
                <a:cxn ang="0">
                  <a:pos x="5" y="13"/>
                </a:cxn>
                <a:cxn ang="0">
                  <a:pos x="5" y="15"/>
                </a:cxn>
                <a:cxn ang="0">
                  <a:pos x="6" y="17"/>
                </a:cxn>
                <a:cxn ang="0">
                  <a:pos x="7" y="15"/>
                </a:cxn>
                <a:cxn ang="0">
                  <a:pos x="8" y="14"/>
                </a:cxn>
                <a:cxn ang="0">
                  <a:pos x="10" y="13"/>
                </a:cxn>
                <a:cxn ang="0">
                  <a:pos x="11" y="14"/>
                </a:cxn>
                <a:cxn ang="0">
                  <a:pos x="13" y="13"/>
                </a:cxn>
                <a:cxn ang="0">
                  <a:pos x="14" y="12"/>
                </a:cxn>
                <a:cxn ang="0">
                  <a:pos x="15" y="12"/>
                </a:cxn>
                <a:cxn ang="0">
                  <a:pos x="14" y="11"/>
                </a:cxn>
                <a:cxn ang="0">
                  <a:pos x="13" y="10"/>
                </a:cxn>
              </a:cxnLst>
              <a:rect l="0" t="0" r="r" b="b"/>
              <a:pathLst>
                <a:path w="15" h="17">
                  <a:moveTo>
                    <a:pt x="13" y="10"/>
                  </a:moveTo>
                  <a:cubicBezTo>
                    <a:pt x="14" y="9"/>
                    <a:pt x="14" y="9"/>
                    <a:pt x="14" y="9"/>
                  </a:cubicBezTo>
                  <a:cubicBezTo>
                    <a:pt x="14" y="8"/>
                    <a:pt x="14" y="8"/>
                    <a:pt x="14" y="8"/>
                  </a:cubicBezTo>
                  <a:cubicBezTo>
                    <a:pt x="15" y="7"/>
                    <a:pt x="15" y="7"/>
                    <a:pt x="15" y="7"/>
                  </a:cubicBezTo>
                  <a:cubicBezTo>
                    <a:pt x="15" y="6"/>
                    <a:pt x="15" y="6"/>
                    <a:pt x="15" y="6"/>
                  </a:cubicBezTo>
                  <a:cubicBezTo>
                    <a:pt x="14" y="6"/>
                    <a:pt x="14" y="6"/>
                    <a:pt x="14" y="6"/>
                  </a:cubicBezTo>
                  <a:cubicBezTo>
                    <a:pt x="13" y="5"/>
                    <a:pt x="13" y="5"/>
                    <a:pt x="13" y="5"/>
                  </a:cubicBezTo>
                  <a:cubicBezTo>
                    <a:pt x="12" y="5"/>
                    <a:pt x="12" y="5"/>
                    <a:pt x="12" y="5"/>
                  </a:cubicBezTo>
                  <a:cubicBezTo>
                    <a:pt x="12" y="4"/>
                    <a:pt x="12" y="4"/>
                    <a:pt x="12" y="4"/>
                  </a:cubicBezTo>
                  <a:cubicBezTo>
                    <a:pt x="11" y="4"/>
                    <a:pt x="11" y="4"/>
                    <a:pt x="11" y="4"/>
                  </a:cubicBezTo>
                  <a:cubicBezTo>
                    <a:pt x="10" y="3"/>
                    <a:pt x="10" y="3"/>
                    <a:pt x="10" y="3"/>
                  </a:cubicBezTo>
                  <a:cubicBezTo>
                    <a:pt x="10" y="3"/>
                    <a:pt x="10" y="3"/>
                    <a:pt x="10" y="3"/>
                  </a:cubicBezTo>
                  <a:cubicBezTo>
                    <a:pt x="10" y="3"/>
                    <a:pt x="10" y="3"/>
                    <a:pt x="10" y="3"/>
                  </a:cubicBezTo>
                  <a:cubicBezTo>
                    <a:pt x="9" y="2"/>
                    <a:pt x="9" y="2"/>
                    <a:pt x="9" y="2"/>
                  </a:cubicBezTo>
                  <a:cubicBezTo>
                    <a:pt x="8" y="1"/>
                    <a:pt x="8" y="1"/>
                    <a:pt x="8" y="1"/>
                  </a:cubicBezTo>
                  <a:cubicBezTo>
                    <a:pt x="7" y="1"/>
                    <a:pt x="7" y="1"/>
                    <a:pt x="7" y="1"/>
                  </a:cubicBezTo>
                  <a:cubicBezTo>
                    <a:pt x="7" y="0"/>
                    <a:pt x="7" y="0"/>
                    <a:pt x="7" y="0"/>
                  </a:cubicBezTo>
                  <a:cubicBezTo>
                    <a:pt x="6" y="0"/>
                    <a:pt x="6" y="0"/>
                    <a:pt x="6" y="0"/>
                  </a:cubicBezTo>
                  <a:cubicBezTo>
                    <a:pt x="5" y="0"/>
                    <a:pt x="5" y="0"/>
                    <a:pt x="5" y="0"/>
                  </a:cubicBezTo>
                  <a:cubicBezTo>
                    <a:pt x="5" y="1"/>
                    <a:pt x="5" y="1"/>
                    <a:pt x="5" y="1"/>
                  </a:cubicBezTo>
                  <a:cubicBezTo>
                    <a:pt x="5" y="1"/>
                    <a:pt x="5" y="1"/>
                    <a:pt x="5" y="1"/>
                  </a:cubicBezTo>
                  <a:cubicBezTo>
                    <a:pt x="5" y="2"/>
                    <a:pt x="5" y="2"/>
                    <a:pt x="5" y="2"/>
                  </a:cubicBezTo>
                  <a:cubicBezTo>
                    <a:pt x="4" y="3"/>
                    <a:pt x="4" y="3"/>
                    <a:pt x="4" y="3"/>
                  </a:cubicBezTo>
                  <a:cubicBezTo>
                    <a:pt x="4" y="3"/>
                    <a:pt x="4" y="3"/>
                    <a:pt x="4" y="3"/>
                  </a:cubicBezTo>
                  <a:cubicBezTo>
                    <a:pt x="4" y="4"/>
                    <a:pt x="4" y="4"/>
                    <a:pt x="4" y="4"/>
                  </a:cubicBezTo>
                  <a:cubicBezTo>
                    <a:pt x="4" y="4"/>
                    <a:pt x="4" y="4"/>
                    <a:pt x="4" y="4"/>
                  </a:cubicBezTo>
                  <a:cubicBezTo>
                    <a:pt x="3" y="5"/>
                    <a:pt x="3" y="5"/>
                    <a:pt x="3" y="5"/>
                  </a:cubicBezTo>
                  <a:cubicBezTo>
                    <a:pt x="2" y="5"/>
                    <a:pt x="2" y="5"/>
                    <a:pt x="2" y="5"/>
                  </a:cubicBezTo>
                  <a:cubicBezTo>
                    <a:pt x="3" y="5"/>
                    <a:pt x="3" y="6"/>
                    <a:pt x="3" y="6"/>
                  </a:cubicBezTo>
                  <a:cubicBezTo>
                    <a:pt x="2" y="6"/>
                    <a:pt x="2" y="6"/>
                    <a:pt x="2" y="7"/>
                  </a:cubicBezTo>
                  <a:cubicBezTo>
                    <a:pt x="2" y="7"/>
                    <a:pt x="1" y="7"/>
                    <a:pt x="1" y="7"/>
                  </a:cubicBezTo>
                  <a:cubicBezTo>
                    <a:pt x="0" y="6"/>
                    <a:pt x="1" y="8"/>
                    <a:pt x="1" y="8"/>
                  </a:cubicBezTo>
                  <a:cubicBezTo>
                    <a:pt x="1" y="8"/>
                    <a:pt x="0" y="9"/>
                    <a:pt x="1" y="9"/>
                  </a:cubicBezTo>
                  <a:cubicBezTo>
                    <a:pt x="1" y="10"/>
                    <a:pt x="1" y="10"/>
                    <a:pt x="2" y="10"/>
                  </a:cubicBezTo>
                  <a:cubicBezTo>
                    <a:pt x="2" y="11"/>
                    <a:pt x="2" y="11"/>
                    <a:pt x="2" y="11"/>
                  </a:cubicBezTo>
                  <a:cubicBezTo>
                    <a:pt x="3" y="12"/>
                    <a:pt x="3" y="12"/>
                    <a:pt x="4" y="12"/>
                  </a:cubicBezTo>
                  <a:cubicBezTo>
                    <a:pt x="4" y="12"/>
                    <a:pt x="5" y="13"/>
                    <a:pt x="5" y="13"/>
                  </a:cubicBezTo>
                  <a:cubicBezTo>
                    <a:pt x="5" y="14"/>
                    <a:pt x="5" y="14"/>
                    <a:pt x="5" y="15"/>
                  </a:cubicBezTo>
                  <a:cubicBezTo>
                    <a:pt x="6" y="15"/>
                    <a:pt x="5" y="16"/>
                    <a:pt x="6" y="17"/>
                  </a:cubicBezTo>
                  <a:cubicBezTo>
                    <a:pt x="6" y="17"/>
                    <a:pt x="7" y="16"/>
                    <a:pt x="7" y="15"/>
                  </a:cubicBezTo>
                  <a:cubicBezTo>
                    <a:pt x="7" y="14"/>
                    <a:pt x="7" y="14"/>
                    <a:pt x="8" y="14"/>
                  </a:cubicBezTo>
                  <a:cubicBezTo>
                    <a:pt x="9" y="13"/>
                    <a:pt x="9" y="13"/>
                    <a:pt x="10" y="13"/>
                  </a:cubicBezTo>
                  <a:cubicBezTo>
                    <a:pt x="11" y="13"/>
                    <a:pt x="11" y="14"/>
                    <a:pt x="11" y="14"/>
                  </a:cubicBezTo>
                  <a:cubicBezTo>
                    <a:pt x="12" y="14"/>
                    <a:pt x="12" y="12"/>
                    <a:pt x="13" y="13"/>
                  </a:cubicBezTo>
                  <a:cubicBezTo>
                    <a:pt x="12" y="12"/>
                    <a:pt x="14" y="12"/>
                    <a:pt x="14" y="12"/>
                  </a:cubicBezTo>
                  <a:cubicBezTo>
                    <a:pt x="14" y="12"/>
                    <a:pt x="15" y="12"/>
                    <a:pt x="15" y="12"/>
                  </a:cubicBezTo>
                  <a:cubicBezTo>
                    <a:pt x="14" y="11"/>
                    <a:pt x="14" y="11"/>
                    <a:pt x="14" y="11"/>
                  </a:cubicBezTo>
                  <a:lnTo>
                    <a:pt x="13" y="10"/>
                  </a:ln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53" name="Korea (South Korea)">
              <a:extLst>
                <a:ext uri="{FF2B5EF4-FFF2-40B4-BE49-F238E27FC236}">
                  <a16:creationId xmlns:a16="http://schemas.microsoft.com/office/drawing/2014/main" id="{84CF0D0B-D3B4-66B9-5A83-040EBA966789}"/>
                </a:ext>
              </a:extLst>
            </p:cNvPr>
            <p:cNvSpPr>
              <a:spLocks noEditPoints="1"/>
            </p:cNvSpPr>
            <p:nvPr/>
          </p:nvSpPr>
          <p:spPr bwMode="auto">
            <a:xfrm>
              <a:off x="9765343" y="2540777"/>
              <a:ext cx="184272" cy="212696"/>
            </a:xfrm>
            <a:custGeom>
              <a:avLst/>
              <a:gdLst/>
              <a:ahLst/>
              <a:cxnLst>
                <a:cxn ang="0">
                  <a:pos x="38" y="36"/>
                </a:cxn>
                <a:cxn ang="0">
                  <a:pos x="36" y="39"/>
                </a:cxn>
                <a:cxn ang="0">
                  <a:pos x="33" y="38"/>
                </a:cxn>
                <a:cxn ang="0">
                  <a:pos x="31" y="39"/>
                </a:cxn>
                <a:cxn ang="0">
                  <a:pos x="32" y="41"/>
                </a:cxn>
                <a:cxn ang="0">
                  <a:pos x="31" y="40"/>
                </a:cxn>
                <a:cxn ang="0">
                  <a:pos x="28" y="40"/>
                </a:cxn>
                <a:cxn ang="0">
                  <a:pos x="24" y="40"/>
                </a:cxn>
                <a:cxn ang="0">
                  <a:pos x="26" y="44"/>
                </a:cxn>
                <a:cxn ang="0">
                  <a:pos x="23" y="42"/>
                </a:cxn>
                <a:cxn ang="0">
                  <a:pos x="24" y="44"/>
                </a:cxn>
                <a:cxn ang="0">
                  <a:pos x="22" y="45"/>
                </a:cxn>
                <a:cxn ang="0">
                  <a:pos x="22" y="43"/>
                </a:cxn>
                <a:cxn ang="0">
                  <a:pos x="20" y="43"/>
                </a:cxn>
                <a:cxn ang="0">
                  <a:pos x="20" y="46"/>
                </a:cxn>
                <a:cxn ang="0">
                  <a:pos x="18" y="46"/>
                </a:cxn>
                <a:cxn ang="0">
                  <a:pos x="16" y="46"/>
                </a:cxn>
                <a:cxn ang="0">
                  <a:pos x="14" y="44"/>
                </a:cxn>
                <a:cxn ang="0">
                  <a:pos x="14" y="43"/>
                </a:cxn>
                <a:cxn ang="0">
                  <a:pos x="14" y="42"/>
                </a:cxn>
                <a:cxn ang="0">
                  <a:pos x="15" y="41"/>
                </a:cxn>
                <a:cxn ang="0">
                  <a:pos x="13" y="41"/>
                </a:cxn>
                <a:cxn ang="0">
                  <a:pos x="11" y="39"/>
                </a:cxn>
                <a:cxn ang="0">
                  <a:pos x="13" y="39"/>
                </a:cxn>
                <a:cxn ang="0">
                  <a:pos x="12" y="36"/>
                </a:cxn>
                <a:cxn ang="0">
                  <a:pos x="12" y="32"/>
                </a:cxn>
                <a:cxn ang="0">
                  <a:pos x="11" y="29"/>
                </a:cxn>
                <a:cxn ang="0">
                  <a:pos x="9" y="27"/>
                </a:cxn>
                <a:cxn ang="0">
                  <a:pos x="8" y="24"/>
                </a:cxn>
                <a:cxn ang="0">
                  <a:pos x="6" y="22"/>
                </a:cxn>
                <a:cxn ang="0">
                  <a:pos x="4" y="21"/>
                </a:cxn>
                <a:cxn ang="0">
                  <a:pos x="3" y="20"/>
                </a:cxn>
                <a:cxn ang="0">
                  <a:pos x="3" y="20"/>
                </a:cxn>
                <a:cxn ang="0">
                  <a:pos x="4" y="20"/>
                </a:cxn>
                <a:cxn ang="0">
                  <a:pos x="3" y="18"/>
                </a:cxn>
                <a:cxn ang="0">
                  <a:pos x="5" y="19"/>
                </a:cxn>
                <a:cxn ang="0">
                  <a:pos x="5" y="18"/>
                </a:cxn>
                <a:cxn ang="0">
                  <a:pos x="7" y="18"/>
                </a:cxn>
                <a:cxn ang="0">
                  <a:pos x="9" y="18"/>
                </a:cxn>
                <a:cxn ang="0">
                  <a:pos x="8" y="17"/>
                </a:cxn>
                <a:cxn ang="0">
                  <a:pos x="6" y="16"/>
                </a:cxn>
                <a:cxn ang="0">
                  <a:pos x="5" y="15"/>
                </a:cxn>
                <a:cxn ang="0">
                  <a:pos x="5" y="14"/>
                </a:cxn>
                <a:cxn ang="0">
                  <a:pos x="2" y="11"/>
                </a:cxn>
                <a:cxn ang="0">
                  <a:pos x="3" y="9"/>
                </a:cxn>
                <a:cxn ang="0">
                  <a:pos x="6" y="3"/>
                </a:cxn>
                <a:cxn ang="0">
                  <a:pos x="11" y="3"/>
                </a:cxn>
                <a:cxn ang="0">
                  <a:pos x="16" y="3"/>
                </a:cxn>
                <a:cxn ang="0">
                  <a:pos x="31" y="17"/>
                </a:cxn>
                <a:cxn ang="0">
                  <a:pos x="34" y="25"/>
                </a:cxn>
                <a:cxn ang="0">
                  <a:pos x="37" y="28"/>
                </a:cxn>
                <a:cxn ang="0">
                  <a:pos x="34" y="40"/>
                </a:cxn>
                <a:cxn ang="0">
                  <a:pos x="33" y="41"/>
                </a:cxn>
                <a:cxn ang="0">
                  <a:pos x="0" y="9"/>
                </a:cxn>
                <a:cxn ang="0">
                  <a:pos x="1" y="11"/>
                </a:cxn>
                <a:cxn ang="0">
                  <a:pos x="52" y="15"/>
                </a:cxn>
                <a:cxn ang="0">
                  <a:pos x="42" y="13"/>
                </a:cxn>
                <a:cxn ang="0">
                  <a:pos x="14" y="46"/>
                </a:cxn>
                <a:cxn ang="0">
                  <a:pos x="27" y="41"/>
                </a:cxn>
                <a:cxn ang="0">
                  <a:pos x="28" y="42"/>
                </a:cxn>
                <a:cxn ang="0">
                  <a:pos x="20" y="56"/>
                </a:cxn>
                <a:cxn ang="0">
                  <a:pos x="24" y="58"/>
                </a:cxn>
              </a:cxnLst>
              <a:rect l="0" t="0" r="r" b="b"/>
              <a:pathLst>
                <a:path w="52" h="60">
                  <a:moveTo>
                    <a:pt x="38" y="33"/>
                  </a:moveTo>
                  <a:cubicBezTo>
                    <a:pt x="38" y="34"/>
                    <a:pt x="39" y="34"/>
                    <a:pt x="38" y="34"/>
                  </a:cubicBezTo>
                  <a:cubicBezTo>
                    <a:pt x="38" y="34"/>
                    <a:pt x="38" y="34"/>
                    <a:pt x="37" y="34"/>
                  </a:cubicBezTo>
                  <a:cubicBezTo>
                    <a:pt x="38" y="35"/>
                    <a:pt x="38" y="35"/>
                    <a:pt x="38" y="36"/>
                  </a:cubicBezTo>
                  <a:cubicBezTo>
                    <a:pt x="38" y="37"/>
                    <a:pt x="38" y="37"/>
                    <a:pt x="38" y="38"/>
                  </a:cubicBezTo>
                  <a:cubicBezTo>
                    <a:pt x="38" y="38"/>
                    <a:pt x="37" y="38"/>
                    <a:pt x="37" y="38"/>
                  </a:cubicBezTo>
                  <a:cubicBezTo>
                    <a:pt x="37" y="38"/>
                    <a:pt x="37" y="38"/>
                    <a:pt x="36" y="39"/>
                  </a:cubicBezTo>
                  <a:cubicBezTo>
                    <a:pt x="36" y="39"/>
                    <a:pt x="36" y="39"/>
                    <a:pt x="36" y="39"/>
                  </a:cubicBezTo>
                  <a:cubicBezTo>
                    <a:pt x="36" y="39"/>
                    <a:pt x="36" y="38"/>
                    <a:pt x="36" y="38"/>
                  </a:cubicBezTo>
                  <a:cubicBezTo>
                    <a:pt x="36" y="38"/>
                    <a:pt x="35" y="39"/>
                    <a:pt x="35" y="38"/>
                  </a:cubicBezTo>
                  <a:cubicBezTo>
                    <a:pt x="35" y="39"/>
                    <a:pt x="34" y="38"/>
                    <a:pt x="34" y="38"/>
                  </a:cubicBezTo>
                  <a:cubicBezTo>
                    <a:pt x="34" y="39"/>
                    <a:pt x="34" y="39"/>
                    <a:pt x="33" y="38"/>
                  </a:cubicBezTo>
                  <a:cubicBezTo>
                    <a:pt x="33" y="38"/>
                    <a:pt x="33" y="38"/>
                    <a:pt x="33" y="38"/>
                  </a:cubicBezTo>
                  <a:cubicBezTo>
                    <a:pt x="33" y="38"/>
                    <a:pt x="32" y="37"/>
                    <a:pt x="32" y="37"/>
                  </a:cubicBezTo>
                  <a:cubicBezTo>
                    <a:pt x="31" y="37"/>
                    <a:pt x="33" y="39"/>
                    <a:pt x="33" y="39"/>
                  </a:cubicBezTo>
                  <a:cubicBezTo>
                    <a:pt x="32" y="39"/>
                    <a:pt x="32" y="38"/>
                    <a:pt x="31" y="39"/>
                  </a:cubicBezTo>
                  <a:cubicBezTo>
                    <a:pt x="31" y="39"/>
                    <a:pt x="31" y="39"/>
                    <a:pt x="31" y="40"/>
                  </a:cubicBezTo>
                  <a:cubicBezTo>
                    <a:pt x="31" y="39"/>
                    <a:pt x="31" y="39"/>
                    <a:pt x="32" y="39"/>
                  </a:cubicBezTo>
                  <a:cubicBezTo>
                    <a:pt x="32" y="40"/>
                    <a:pt x="31" y="40"/>
                    <a:pt x="31" y="40"/>
                  </a:cubicBezTo>
                  <a:cubicBezTo>
                    <a:pt x="31" y="40"/>
                    <a:pt x="32" y="41"/>
                    <a:pt x="32" y="41"/>
                  </a:cubicBezTo>
                  <a:cubicBezTo>
                    <a:pt x="32" y="41"/>
                    <a:pt x="32" y="41"/>
                    <a:pt x="32" y="41"/>
                  </a:cubicBezTo>
                  <a:cubicBezTo>
                    <a:pt x="32" y="42"/>
                    <a:pt x="31" y="41"/>
                    <a:pt x="32" y="41"/>
                  </a:cubicBezTo>
                  <a:cubicBezTo>
                    <a:pt x="32" y="41"/>
                    <a:pt x="31" y="41"/>
                    <a:pt x="31" y="41"/>
                  </a:cubicBezTo>
                  <a:cubicBezTo>
                    <a:pt x="31" y="41"/>
                    <a:pt x="31" y="40"/>
                    <a:pt x="31" y="40"/>
                  </a:cubicBezTo>
                  <a:cubicBezTo>
                    <a:pt x="31" y="40"/>
                    <a:pt x="30" y="41"/>
                    <a:pt x="30" y="41"/>
                  </a:cubicBezTo>
                  <a:cubicBezTo>
                    <a:pt x="30" y="41"/>
                    <a:pt x="30" y="40"/>
                    <a:pt x="30" y="41"/>
                  </a:cubicBezTo>
                  <a:cubicBezTo>
                    <a:pt x="29" y="41"/>
                    <a:pt x="27" y="39"/>
                    <a:pt x="28" y="39"/>
                  </a:cubicBezTo>
                  <a:cubicBezTo>
                    <a:pt x="27" y="39"/>
                    <a:pt x="27" y="40"/>
                    <a:pt x="28" y="40"/>
                  </a:cubicBezTo>
                  <a:cubicBezTo>
                    <a:pt x="27" y="40"/>
                    <a:pt x="27" y="40"/>
                    <a:pt x="27" y="39"/>
                  </a:cubicBezTo>
                  <a:cubicBezTo>
                    <a:pt x="27" y="41"/>
                    <a:pt x="25" y="40"/>
                    <a:pt x="25" y="40"/>
                  </a:cubicBezTo>
                  <a:cubicBezTo>
                    <a:pt x="25" y="40"/>
                    <a:pt x="25" y="41"/>
                    <a:pt x="24" y="41"/>
                  </a:cubicBezTo>
                  <a:cubicBezTo>
                    <a:pt x="24" y="41"/>
                    <a:pt x="24" y="40"/>
                    <a:pt x="24" y="40"/>
                  </a:cubicBezTo>
                  <a:cubicBezTo>
                    <a:pt x="23" y="41"/>
                    <a:pt x="25" y="42"/>
                    <a:pt x="25" y="42"/>
                  </a:cubicBezTo>
                  <a:cubicBezTo>
                    <a:pt x="26" y="42"/>
                    <a:pt x="26" y="41"/>
                    <a:pt x="26" y="42"/>
                  </a:cubicBezTo>
                  <a:cubicBezTo>
                    <a:pt x="26" y="42"/>
                    <a:pt x="26" y="43"/>
                    <a:pt x="26" y="43"/>
                  </a:cubicBezTo>
                  <a:cubicBezTo>
                    <a:pt x="25" y="42"/>
                    <a:pt x="26" y="44"/>
                    <a:pt x="26" y="44"/>
                  </a:cubicBezTo>
                  <a:cubicBezTo>
                    <a:pt x="25" y="44"/>
                    <a:pt x="24" y="43"/>
                    <a:pt x="25" y="43"/>
                  </a:cubicBezTo>
                  <a:cubicBezTo>
                    <a:pt x="25" y="42"/>
                    <a:pt x="23" y="41"/>
                    <a:pt x="24" y="41"/>
                  </a:cubicBezTo>
                  <a:cubicBezTo>
                    <a:pt x="23" y="41"/>
                    <a:pt x="23" y="42"/>
                    <a:pt x="22" y="42"/>
                  </a:cubicBezTo>
                  <a:cubicBezTo>
                    <a:pt x="22" y="42"/>
                    <a:pt x="23" y="42"/>
                    <a:pt x="23" y="42"/>
                  </a:cubicBezTo>
                  <a:cubicBezTo>
                    <a:pt x="23" y="42"/>
                    <a:pt x="22" y="42"/>
                    <a:pt x="22" y="42"/>
                  </a:cubicBezTo>
                  <a:cubicBezTo>
                    <a:pt x="23" y="42"/>
                    <a:pt x="23" y="42"/>
                    <a:pt x="23" y="43"/>
                  </a:cubicBezTo>
                  <a:cubicBezTo>
                    <a:pt x="23" y="43"/>
                    <a:pt x="24" y="44"/>
                    <a:pt x="24" y="44"/>
                  </a:cubicBezTo>
                  <a:cubicBezTo>
                    <a:pt x="24" y="44"/>
                    <a:pt x="25" y="44"/>
                    <a:pt x="24" y="44"/>
                  </a:cubicBezTo>
                  <a:cubicBezTo>
                    <a:pt x="24" y="44"/>
                    <a:pt x="23" y="44"/>
                    <a:pt x="23" y="44"/>
                  </a:cubicBezTo>
                  <a:cubicBezTo>
                    <a:pt x="23" y="45"/>
                    <a:pt x="24" y="44"/>
                    <a:pt x="24" y="45"/>
                  </a:cubicBezTo>
                  <a:cubicBezTo>
                    <a:pt x="24" y="45"/>
                    <a:pt x="24" y="45"/>
                    <a:pt x="24" y="46"/>
                  </a:cubicBezTo>
                  <a:cubicBezTo>
                    <a:pt x="23" y="46"/>
                    <a:pt x="22" y="44"/>
                    <a:pt x="22" y="45"/>
                  </a:cubicBezTo>
                  <a:cubicBezTo>
                    <a:pt x="21" y="46"/>
                    <a:pt x="21" y="44"/>
                    <a:pt x="22" y="44"/>
                  </a:cubicBezTo>
                  <a:cubicBezTo>
                    <a:pt x="22" y="44"/>
                    <a:pt x="22" y="45"/>
                    <a:pt x="22" y="44"/>
                  </a:cubicBezTo>
                  <a:cubicBezTo>
                    <a:pt x="22" y="44"/>
                    <a:pt x="22" y="43"/>
                    <a:pt x="22" y="43"/>
                  </a:cubicBezTo>
                  <a:cubicBezTo>
                    <a:pt x="22" y="43"/>
                    <a:pt x="22" y="43"/>
                    <a:pt x="22" y="43"/>
                  </a:cubicBezTo>
                  <a:cubicBezTo>
                    <a:pt x="23" y="44"/>
                    <a:pt x="23" y="43"/>
                    <a:pt x="22" y="43"/>
                  </a:cubicBezTo>
                  <a:cubicBezTo>
                    <a:pt x="22" y="42"/>
                    <a:pt x="22" y="43"/>
                    <a:pt x="22" y="43"/>
                  </a:cubicBezTo>
                  <a:cubicBezTo>
                    <a:pt x="22" y="42"/>
                    <a:pt x="21" y="42"/>
                    <a:pt x="21" y="42"/>
                  </a:cubicBezTo>
                  <a:cubicBezTo>
                    <a:pt x="21" y="43"/>
                    <a:pt x="21" y="43"/>
                    <a:pt x="20" y="43"/>
                  </a:cubicBezTo>
                  <a:cubicBezTo>
                    <a:pt x="20" y="44"/>
                    <a:pt x="20" y="44"/>
                    <a:pt x="20" y="44"/>
                  </a:cubicBezTo>
                  <a:cubicBezTo>
                    <a:pt x="20" y="45"/>
                    <a:pt x="20" y="45"/>
                    <a:pt x="20" y="45"/>
                  </a:cubicBezTo>
                  <a:cubicBezTo>
                    <a:pt x="20" y="45"/>
                    <a:pt x="20" y="46"/>
                    <a:pt x="20" y="46"/>
                  </a:cubicBezTo>
                  <a:cubicBezTo>
                    <a:pt x="20" y="46"/>
                    <a:pt x="19" y="46"/>
                    <a:pt x="20" y="46"/>
                  </a:cubicBezTo>
                  <a:cubicBezTo>
                    <a:pt x="19" y="46"/>
                    <a:pt x="19" y="45"/>
                    <a:pt x="18" y="45"/>
                  </a:cubicBezTo>
                  <a:cubicBezTo>
                    <a:pt x="18" y="44"/>
                    <a:pt x="18" y="44"/>
                    <a:pt x="18" y="44"/>
                  </a:cubicBezTo>
                  <a:cubicBezTo>
                    <a:pt x="18" y="45"/>
                    <a:pt x="18" y="45"/>
                    <a:pt x="18" y="45"/>
                  </a:cubicBezTo>
                  <a:cubicBezTo>
                    <a:pt x="18" y="45"/>
                    <a:pt x="18" y="46"/>
                    <a:pt x="18" y="46"/>
                  </a:cubicBezTo>
                  <a:cubicBezTo>
                    <a:pt x="17" y="46"/>
                    <a:pt x="18" y="49"/>
                    <a:pt x="16" y="47"/>
                  </a:cubicBezTo>
                  <a:cubicBezTo>
                    <a:pt x="16" y="47"/>
                    <a:pt x="16" y="47"/>
                    <a:pt x="16" y="46"/>
                  </a:cubicBezTo>
                  <a:cubicBezTo>
                    <a:pt x="16" y="46"/>
                    <a:pt x="16" y="46"/>
                    <a:pt x="16" y="46"/>
                  </a:cubicBezTo>
                  <a:cubicBezTo>
                    <a:pt x="16" y="46"/>
                    <a:pt x="16" y="46"/>
                    <a:pt x="16" y="46"/>
                  </a:cubicBezTo>
                  <a:cubicBezTo>
                    <a:pt x="16" y="46"/>
                    <a:pt x="15" y="45"/>
                    <a:pt x="16" y="45"/>
                  </a:cubicBezTo>
                  <a:cubicBezTo>
                    <a:pt x="16" y="45"/>
                    <a:pt x="16" y="45"/>
                    <a:pt x="15" y="44"/>
                  </a:cubicBezTo>
                  <a:cubicBezTo>
                    <a:pt x="15" y="44"/>
                    <a:pt x="15" y="45"/>
                    <a:pt x="15" y="45"/>
                  </a:cubicBezTo>
                  <a:cubicBezTo>
                    <a:pt x="15" y="45"/>
                    <a:pt x="13" y="44"/>
                    <a:pt x="14" y="44"/>
                  </a:cubicBezTo>
                  <a:cubicBezTo>
                    <a:pt x="13" y="44"/>
                    <a:pt x="13" y="44"/>
                    <a:pt x="13" y="43"/>
                  </a:cubicBezTo>
                  <a:cubicBezTo>
                    <a:pt x="13" y="43"/>
                    <a:pt x="13" y="42"/>
                    <a:pt x="13" y="43"/>
                  </a:cubicBezTo>
                  <a:cubicBezTo>
                    <a:pt x="13" y="43"/>
                    <a:pt x="15" y="45"/>
                    <a:pt x="15" y="44"/>
                  </a:cubicBezTo>
                  <a:cubicBezTo>
                    <a:pt x="15" y="44"/>
                    <a:pt x="14" y="43"/>
                    <a:pt x="14" y="43"/>
                  </a:cubicBezTo>
                  <a:cubicBezTo>
                    <a:pt x="14" y="43"/>
                    <a:pt x="16" y="44"/>
                    <a:pt x="16" y="44"/>
                  </a:cubicBezTo>
                  <a:cubicBezTo>
                    <a:pt x="16" y="44"/>
                    <a:pt x="16" y="44"/>
                    <a:pt x="16" y="44"/>
                  </a:cubicBezTo>
                  <a:cubicBezTo>
                    <a:pt x="16" y="44"/>
                    <a:pt x="15" y="43"/>
                    <a:pt x="15" y="43"/>
                  </a:cubicBezTo>
                  <a:cubicBezTo>
                    <a:pt x="15" y="43"/>
                    <a:pt x="14" y="42"/>
                    <a:pt x="14" y="42"/>
                  </a:cubicBezTo>
                  <a:cubicBezTo>
                    <a:pt x="14" y="42"/>
                    <a:pt x="15" y="42"/>
                    <a:pt x="15" y="42"/>
                  </a:cubicBezTo>
                  <a:cubicBezTo>
                    <a:pt x="14" y="42"/>
                    <a:pt x="16" y="42"/>
                    <a:pt x="16" y="42"/>
                  </a:cubicBezTo>
                  <a:cubicBezTo>
                    <a:pt x="16" y="42"/>
                    <a:pt x="16" y="42"/>
                    <a:pt x="15" y="42"/>
                  </a:cubicBezTo>
                  <a:cubicBezTo>
                    <a:pt x="15" y="42"/>
                    <a:pt x="15" y="41"/>
                    <a:pt x="15" y="41"/>
                  </a:cubicBezTo>
                  <a:cubicBezTo>
                    <a:pt x="15" y="41"/>
                    <a:pt x="15" y="42"/>
                    <a:pt x="15" y="42"/>
                  </a:cubicBezTo>
                  <a:cubicBezTo>
                    <a:pt x="14" y="42"/>
                    <a:pt x="14" y="42"/>
                    <a:pt x="14" y="42"/>
                  </a:cubicBezTo>
                  <a:cubicBezTo>
                    <a:pt x="14" y="42"/>
                    <a:pt x="13" y="42"/>
                    <a:pt x="13" y="42"/>
                  </a:cubicBezTo>
                  <a:cubicBezTo>
                    <a:pt x="14" y="41"/>
                    <a:pt x="13" y="41"/>
                    <a:pt x="13" y="41"/>
                  </a:cubicBezTo>
                  <a:cubicBezTo>
                    <a:pt x="13" y="40"/>
                    <a:pt x="13" y="40"/>
                    <a:pt x="13" y="40"/>
                  </a:cubicBezTo>
                  <a:cubicBezTo>
                    <a:pt x="12" y="40"/>
                    <a:pt x="13" y="40"/>
                    <a:pt x="13" y="40"/>
                  </a:cubicBezTo>
                  <a:cubicBezTo>
                    <a:pt x="12" y="41"/>
                    <a:pt x="12" y="40"/>
                    <a:pt x="12" y="40"/>
                  </a:cubicBezTo>
                  <a:cubicBezTo>
                    <a:pt x="13" y="40"/>
                    <a:pt x="12" y="39"/>
                    <a:pt x="11" y="39"/>
                  </a:cubicBezTo>
                  <a:cubicBezTo>
                    <a:pt x="12" y="39"/>
                    <a:pt x="12" y="39"/>
                    <a:pt x="12" y="39"/>
                  </a:cubicBezTo>
                  <a:cubicBezTo>
                    <a:pt x="11" y="39"/>
                    <a:pt x="11" y="38"/>
                    <a:pt x="11" y="38"/>
                  </a:cubicBezTo>
                  <a:cubicBezTo>
                    <a:pt x="11" y="38"/>
                    <a:pt x="12" y="39"/>
                    <a:pt x="12" y="38"/>
                  </a:cubicBezTo>
                  <a:cubicBezTo>
                    <a:pt x="12" y="39"/>
                    <a:pt x="12" y="39"/>
                    <a:pt x="13" y="39"/>
                  </a:cubicBezTo>
                  <a:cubicBezTo>
                    <a:pt x="13" y="39"/>
                    <a:pt x="12" y="38"/>
                    <a:pt x="12" y="38"/>
                  </a:cubicBezTo>
                  <a:cubicBezTo>
                    <a:pt x="12" y="38"/>
                    <a:pt x="12" y="37"/>
                    <a:pt x="11" y="37"/>
                  </a:cubicBezTo>
                  <a:cubicBezTo>
                    <a:pt x="11" y="37"/>
                    <a:pt x="11" y="37"/>
                    <a:pt x="11" y="36"/>
                  </a:cubicBezTo>
                  <a:cubicBezTo>
                    <a:pt x="11" y="36"/>
                    <a:pt x="11" y="35"/>
                    <a:pt x="12" y="36"/>
                  </a:cubicBezTo>
                  <a:cubicBezTo>
                    <a:pt x="11" y="35"/>
                    <a:pt x="11" y="35"/>
                    <a:pt x="11" y="34"/>
                  </a:cubicBezTo>
                  <a:cubicBezTo>
                    <a:pt x="11" y="34"/>
                    <a:pt x="12" y="33"/>
                    <a:pt x="13" y="34"/>
                  </a:cubicBezTo>
                  <a:cubicBezTo>
                    <a:pt x="13" y="33"/>
                    <a:pt x="11" y="34"/>
                    <a:pt x="11" y="33"/>
                  </a:cubicBezTo>
                  <a:cubicBezTo>
                    <a:pt x="10" y="33"/>
                    <a:pt x="12" y="31"/>
                    <a:pt x="12" y="32"/>
                  </a:cubicBezTo>
                  <a:cubicBezTo>
                    <a:pt x="12" y="31"/>
                    <a:pt x="13" y="31"/>
                    <a:pt x="13" y="31"/>
                  </a:cubicBezTo>
                  <a:cubicBezTo>
                    <a:pt x="13" y="31"/>
                    <a:pt x="12" y="31"/>
                    <a:pt x="12" y="30"/>
                  </a:cubicBezTo>
                  <a:cubicBezTo>
                    <a:pt x="12" y="30"/>
                    <a:pt x="13" y="30"/>
                    <a:pt x="13" y="30"/>
                  </a:cubicBezTo>
                  <a:cubicBezTo>
                    <a:pt x="13" y="30"/>
                    <a:pt x="10" y="30"/>
                    <a:pt x="11" y="29"/>
                  </a:cubicBezTo>
                  <a:cubicBezTo>
                    <a:pt x="11" y="29"/>
                    <a:pt x="13" y="29"/>
                    <a:pt x="12" y="28"/>
                  </a:cubicBezTo>
                  <a:cubicBezTo>
                    <a:pt x="12" y="28"/>
                    <a:pt x="11" y="29"/>
                    <a:pt x="11" y="28"/>
                  </a:cubicBezTo>
                  <a:cubicBezTo>
                    <a:pt x="10" y="28"/>
                    <a:pt x="9" y="27"/>
                    <a:pt x="9" y="27"/>
                  </a:cubicBezTo>
                  <a:cubicBezTo>
                    <a:pt x="9" y="27"/>
                    <a:pt x="9" y="27"/>
                    <a:pt x="9" y="27"/>
                  </a:cubicBezTo>
                  <a:cubicBezTo>
                    <a:pt x="9" y="26"/>
                    <a:pt x="9" y="27"/>
                    <a:pt x="9" y="26"/>
                  </a:cubicBezTo>
                  <a:cubicBezTo>
                    <a:pt x="8" y="26"/>
                    <a:pt x="9" y="26"/>
                    <a:pt x="9" y="26"/>
                  </a:cubicBezTo>
                  <a:cubicBezTo>
                    <a:pt x="8" y="25"/>
                    <a:pt x="8" y="25"/>
                    <a:pt x="8" y="25"/>
                  </a:cubicBezTo>
                  <a:cubicBezTo>
                    <a:pt x="9" y="25"/>
                    <a:pt x="8" y="24"/>
                    <a:pt x="8" y="24"/>
                  </a:cubicBezTo>
                  <a:cubicBezTo>
                    <a:pt x="7" y="24"/>
                    <a:pt x="8" y="24"/>
                    <a:pt x="8" y="24"/>
                  </a:cubicBezTo>
                  <a:cubicBezTo>
                    <a:pt x="9" y="23"/>
                    <a:pt x="7" y="24"/>
                    <a:pt x="7" y="24"/>
                  </a:cubicBezTo>
                  <a:cubicBezTo>
                    <a:pt x="7" y="24"/>
                    <a:pt x="7" y="23"/>
                    <a:pt x="7" y="23"/>
                  </a:cubicBezTo>
                  <a:cubicBezTo>
                    <a:pt x="7" y="23"/>
                    <a:pt x="6" y="23"/>
                    <a:pt x="6" y="22"/>
                  </a:cubicBezTo>
                  <a:cubicBezTo>
                    <a:pt x="7" y="22"/>
                    <a:pt x="6" y="21"/>
                    <a:pt x="6" y="21"/>
                  </a:cubicBezTo>
                  <a:cubicBezTo>
                    <a:pt x="6" y="21"/>
                    <a:pt x="6" y="20"/>
                    <a:pt x="6" y="21"/>
                  </a:cubicBezTo>
                  <a:cubicBezTo>
                    <a:pt x="5" y="21"/>
                    <a:pt x="5" y="21"/>
                    <a:pt x="5" y="21"/>
                  </a:cubicBezTo>
                  <a:cubicBezTo>
                    <a:pt x="5" y="22"/>
                    <a:pt x="5" y="20"/>
                    <a:pt x="4" y="21"/>
                  </a:cubicBezTo>
                  <a:cubicBezTo>
                    <a:pt x="4" y="21"/>
                    <a:pt x="5" y="22"/>
                    <a:pt x="5" y="22"/>
                  </a:cubicBezTo>
                  <a:cubicBezTo>
                    <a:pt x="5" y="23"/>
                    <a:pt x="4" y="21"/>
                    <a:pt x="4" y="21"/>
                  </a:cubicBezTo>
                  <a:cubicBezTo>
                    <a:pt x="3" y="22"/>
                    <a:pt x="3" y="21"/>
                    <a:pt x="3" y="21"/>
                  </a:cubicBezTo>
                  <a:cubicBezTo>
                    <a:pt x="3" y="21"/>
                    <a:pt x="3" y="20"/>
                    <a:pt x="3" y="20"/>
                  </a:cubicBezTo>
                  <a:cubicBezTo>
                    <a:pt x="3" y="20"/>
                    <a:pt x="3" y="21"/>
                    <a:pt x="3" y="21"/>
                  </a:cubicBezTo>
                  <a:cubicBezTo>
                    <a:pt x="2" y="21"/>
                    <a:pt x="2" y="20"/>
                    <a:pt x="2" y="19"/>
                  </a:cubicBezTo>
                  <a:cubicBezTo>
                    <a:pt x="3" y="20"/>
                    <a:pt x="3" y="20"/>
                    <a:pt x="3" y="20"/>
                  </a:cubicBezTo>
                  <a:cubicBezTo>
                    <a:pt x="3" y="20"/>
                    <a:pt x="3" y="20"/>
                    <a:pt x="3" y="20"/>
                  </a:cubicBezTo>
                  <a:cubicBezTo>
                    <a:pt x="2" y="20"/>
                    <a:pt x="3" y="19"/>
                    <a:pt x="3" y="19"/>
                  </a:cubicBezTo>
                  <a:cubicBezTo>
                    <a:pt x="3" y="20"/>
                    <a:pt x="3" y="18"/>
                    <a:pt x="3" y="18"/>
                  </a:cubicBezTo>
                  <a:cubicBezTo>
                    <a:pt x="3" y="18"/>
                    <a:pt x="3" y="19"/>
                    <a:pt x="4" y="19"/>
                  </a:cubicBezTo>
                  <a:cubicBezTo>
                    <a:pt x="4" y="20"/>
                    <a:pt x="4" y="20"/>
                    <a:pt x="4" y="20"/>
                  </a:cubicBezTo>
                  <a:cubicBezTo>
                    <a:pt x="4" y="20"/>
                    <a:pt x="4" y="19"/>
                    <a:pt x="4" y="19"/>
                  </a:cubicBezTo>
                  <a:cubicBezTo>
                    <a:pt x="4" y="19"/>
                    <a:pt x="5" y="19"/>
                    <a:pt x="4" y="19"/>
                  </a:cubicBezTo>
                  <a:cubicBezTo>
                    <a:pt x="5" y="19"/>
                    <a:pt x="4" y="18"/>
                    <a:pt x="3" y="18"/>
                  </a:cubicBezTo>
                  <a:cubicBezTo>
                    <a:pt x="4" y="18"/>
                    <a:pt x="3" y="18"/>
                    <a:pt x="3" y="18"/>
                  </a:cubicBezTo>
                  <a:cubicBezTo>
                    <a:pt x="4" y="18"/>
                    <a:pt x="4" y="18"/>
                    <a:pt x="4" y="18"/>
                  </a:cubicBezTo>
                  <a:cubicBezTo>
                    <a:pt x="4" y="18"/>
                    <a:pt x="4" y="18"/>
                    <a:pt x="5" y="18"/>
                  </a:cubicBezTo>
                  <a:cubicBezTo>
                    <a:pt x="5" y="18"/>
                    <a:pt x="5" y="19"/>
                    <a:pt x="5" y="19"/>
                  </a:cubicBezTo>
                  <a:cubicBezTo>
                    <a:pt x="5" y="19"/>
                    <a:pt x="5" y="19"/>
                    <a:pt x="5" y="19"/>
                  </a:cubicBezTo>
                  <a:cubicBezTo>
                    <a:pt x="5" y="19"/>
                    <a:pt x="5" y="19"/>
                    <a:pt x="5" y="19"/>
                  </a:cubicBezTo>
                  <a:cubicBezTo>
                    <a:pt x="5" y="18"/>
                    <a:pt x="6" y="19"/>
                    <a:pt x="6" y="19"/>
                  </a:cubicBezTo>
                  <a:cubicBezTo>
                    <a:pt x="6" y="18"/>
                    <a:pt x="5" y="18"/>
                    <a:pt x="5" y="18"/>
                  </a:cubicBezTo>
                  <a:cubicBezTo>
                    <a:pt x="5" y="18"/>
                    <a:pt x="5" y="18"/>
                    <a:pt x="5" y="18"/>
                  </a:cubicBezTo>
                  <a:cubicBezTo>
                    <a:pt x="5" y="18"/>
                    <a:pt x="5" y="17"/>
                    <a:pt x="4" y="17"/>
                  </a:cubicBezTo>
                  <a:cubicBezTo>
                    <a:pt x="5" y="17"/>
                    <a:pt x="6" y="18"/>
                    <a:pt x="6" y="19"/>
                  </a:cubicBezTo>
                  <a:cubicBezTo>
                    <a:pt x="6" y="18"/>
                    <a:pt x="6" y="18"/>
                    <a:pt x="6" y="18"/>
                  </a:cubicBezTo>
                  <a:cubicBezTo>
                    <a:pt x="7" y="18"/>
                    <a:pt x="7" y="18"/>
                    <a:pt x="7" y="18"/>
                  </a:cubicBezTo>
                  <a:cubicBezTo>
                    <a:pt x="7" y="18"/>
                    <a:pt x="8" y="19"/>
                    <a:pt x="8" y="19"/>
                  </a:cubicBezTo>
                  <a:cubicBezTo>
                    <a:pt x="8" y="18"/>
                    <a:pt x="9" y="20"/>
                    <a:pt x="9" y="20"/>
                  </a:cubicBezTo>
                  <a:cubicBezTo>
                    <a:pt x="9" y="20"/>
                    <a:pt x="8" y="19"/>
                    <a:pt x="9" y="20"/>
                  </a:cubicBezTo>
                  <a:cubicBezTo>
                    <a:pt x="8" y="19"/>
                    <a:pt x="10" y="19"/>
                    <a:pt x="9" y="18"/>
                  </a:cubicBezTo>
                  <a:cubicBezTo>
                    <a:pt x="10" y="18"/>
                    <a:pt x="10" y="18"/>
                    <a:pt x="10" y="18"/>
                  </a:cubicBezTo>
                  <a:cubicBezTo>
                    <a:pt x="9" y="17"/>
                    <a:pt x="9" y="19"/>
                    <a:pt x="9" y="19"/>
                  </a:cubicBezTo>
                  <a:cubicBezTo>
                    <a:pt x="8" y="19"/>
                    <a:pt x="7" y="18"/>
                    <a:pt x="8" y="17"/>
                  </a:cubicBezTo>
                  <a:cubicBezTo>
                    <a:pt x="8" y="17"/>
                    <a:pt x="8" y="17"/>
                    <a:pt x="8" y="17"/>
                  </a:cubicBezTo>
                  <a:cubicBezTo>
                    <a:pt x="8" y="17"/>
                    <a:pt x="8" y="17"/>
                    <a:pt x="8" y="17"/>
                  </a:cubicBezTo>
                  <a:cubicBezTo>
                    <a:pt x="7" y="17"/>
                    <a:pt x="7" y="17"/>
                    <a:pt x="7" y="16"/>
                  </a:cubicBezTo>
                  <a:cubicBezTo>
                    <a:pt x="7" y="16"/>
                    <a:pt x="8" y="16"/>
                    <a:pt x="7" y="16"/>
                  </a:cubicBezTo>
                  <a:cubicBezTo>
                    <a:pt x="7" y="16"/>
                    <a:pt x="6" y="16"/>
                    <a:pt x="6" y="16"/>
                  </a:cubicBezTo>
                  <a:cubicBezTo>
                    <a:pt x="6" y="16"/>
                    <a:pt x="6" y="16"/>
                    <a:pt x="6" y="16"/>
                  </a:cubicBezTo>
                  <a:cubicBezTo>
                    <a:pt x="6" y="16"/>
                    <a:pt x="6" y="16"/>
                    <a:pt x="6" y="16"/>
                  </a:cubicBezTo>
                  <a:cubicBezTo>
                    <a:pt x="6" y="16"/>
                    <a:pt x="5" y="16"/>
                    <a:pt x="6" y="16"/>
                  </a:cubicBezTo>
                  <a:cubicBezTo>
                    <a:pt x="6" y="15"/>
                    <a:pt x="5" y="15"/>
                    <a:pt x="5" y="15"/>
                  </a:cubicBezTo>
                  <a:cubicBezTo>
                    <a:pt x="5" y="15"/>
                    <a:pt x="6" y="15"/>
                    <a:pt x="6" y="15"/>
                  </a:cubicBezTo>
                  <a:cubicBezTo>
                    <a:pt x="6" y="15"/>
                    <a:pt x="6" y="14"/>
                    <a:pt x="7" y="15"/>
                  </a:cubicBezTo>
                  <a:cubicBezTo>
                    <a:pt x="6" y="14"/>
                    <a:pt x="5" y="15"/>
                    <a:pt x="5" y="14"/>
                  </a:cubicBezTo>
                  <a:cubicBezTo>
                    <a:pt x="5" y="14"/>
                    <a:pt x="5" y="14"/>
                    <a:pt x="5" y="14"/>
                  </a:cubicBezTo>
                  <a:cubicBezTo>
                    <a:pt x="5" y="13"/>
                    <a:pt x="4" y="13"/>
                    <a:pt x="4" y="13"/>
                  </a:cubicBezTo>
                  <a:cubicBezTo>
                    <a:pt x="4" y="13"/>
                    <a:pt x="3" y="12"/>
                    <a:pt x="4" y="12"/>
                  </a:cubicBezTo>
                  <a:cubicBezTo>
                    <a:pt x="4" y="12"/>
                    <a:pt x="4" y="12"/>
                    <a:pt x="3" y="12"/>
                  </a:cubicBezTo>
                  <a:cubicBezTo>
                    <a:pt x="3" y="11"/>
                    <a:pt x="3" y="11"/>
                    <a:pt x="2" y="11"/>
                  </a:cubicBezTo>
                  <a:cubicBezTo>
                    <a:pt x="2" y="11"/>
                    <a:pt x="1" y="10"/>
                    <a:pt x="1" y="9"/>
                  </a:cubicBezTo>
                  <a:cubicBezTo>
                    <a:pt x="2" y="9"/>
                    <a:pt x="3" y="9"/>
                    <a:pt x="3" y="10"/>
                  </a:cubicBezTo>
                  <a:cubicBezTo>
                    <a:pt x="3" y="10"/>
                    <a:pt x="3" y="11"/>
                    <a:pt x="4" y="11"/>
                  </a:cubicBezTo>
                  <a:cubicBezTo>
                    <a:pt x="4" y="11"/>
                    <a:pt x="3" y="9"/>
                    <a:pt x="3" y="9"/>
                  </a:cubicBezTo>
                  <a:cubicBezTo>
                    <a:pt x="2" y="8"/>
                    <a:pt x="2" y="8"/>
                    <a:pt x="2" y="7"/>
                  </a:cubicBezTo>
                  <a:cubicBezTo>
                    <a:pt x="3" y="7"/>
                    <a:pt x="3" y="6"/>
                    <a:pt x="3" y="6"/>
                  </a:cubicBezTo>
                  <a:cubicBezTo>
                    <a:pt x="3" y="5"/>
                    <a:pt x="3" y="5"/>
                    <a:pt x="3" y="4"/>
                  </a:cubicBezTo>
                  <a:cubicBezTo>
                    <a:pt x="3" y="3"/>
                    <a:pt x="5" y="3"/>
                    <a:pt x="6" y="3"/>
                  </a:cubicBezTo>
                  <a:cubicBezTo>
                    <a:pt x="6" y="3"/>
                    <a:pt x="7" y="3"/>
                    <a:pt x="7" y="3"/>
                  </a:cubicBezTo>
                  <a:cubicBezTo>
                    <a:pt x="8" y="3"/>
                    <a:pt x="8" y="3"/>
                    <a:pt x="9" y="3"/>
                  </a:cubicBezTo>
                  <a:cubicBezTo>
                    <a:pt x="9" y="3"/>
                    <a:pt x="9" y="3"/>
                    <a:pt x="10" y="3"/>
                  </a:cubicBezTo>
                  <a:cubicBezTo>
                    <a:pt x="10" y="3"/>
                    <a:pt x="10" y="3"/>
                    <a:pt x="11" y="3"/>
                  </a:cubicBezTo>
                  <a:cubicBezTo>
                    <a:pt x="12" y="3"/>
                    <a:pt x="13" y="4"/>
                    <a:pt x="14" y="3"/>
                  </a:cubicBezTo>
                  <a:cubicBezTo>
                    <a:pt x="14" y="2"/>
                    <a:pt x="14" y="2"/>
                    <a:pt x="14" y="1"/>
                  </a:cubicBezTo>
                  <a:cubicBezTo>
                    <a:pt x="13" y="1"/>
                    <a:pt x="13" y="0"/>
                    <a:pt x="14" y="0"/>
                  </a:cubicBezTo>
                  <a:cubicBezTo>
                    <a:pt x="15" y="1"/>
                    <a:pt x="15" y="2"/>
                    <a:pt x="16" y="3"/>
                  </a:cubicBezTo>
                  <a:cubicBezTo>
                    <a:pt x="17" y="4"/>
                    <a:pt x="18" y="4"/>
                    <a:pt x="19" y="5"/>
                  </a:cubicBezTo>
                  <a:cubicBezTo>
                    <a:pt x="20" y="7"/>
                    <a:pt x="22" y="8"/>
                    <a:pt x="24" y="10"/>
                  </a:cubicBezTo>
                  <a:cubicBezTo>
                    <a:pt x="26" y="11"/>
                    <a:pt x="28" y="13"/>
                    <a:pt x="29" y="15"/>
                  </a:cubicBezTo>
                  <a:cubicBezTo>
                    <a:pt x="30" y="15"/>
                    <a:pt x="30" y="16"/>
                    <a:pt x="31" y="17"/>
                  </a:cubicBezTo>
                  <a:cubicBezTo>
                    <a:pt x="31" y="18"/>
                    <a:pt x="32" y="19"/>
                    <a:pt x="32" y="20"/>
                  </a:cubicBezTo>
                  <a:cubicBezTo>
                    <a:pt x="33" y="20"/>
                    <a:pt x="33" y="21"/>
                    <a:pt x="33" y="21"/>
                  </a:cubicBezTo>
                  <a:cubicBezTo>
                    <a:pt x="33" y="22"/>
                    <a:pt x="33" y="22"/>
                    <a:pt x="33" y="22"/>
                  </a:cubicBezTo>
                  <a:cubicBezTo>
                    <a:pt x="34" y="23"/>
                    <a:pt x="34" y="24"/>
                    <a:pt x="34" y="25"/>
                  </a:cubicBezTo>
                  <a:cubicBezTo>
                    <a:pt x="34" y="26"/>
                    <a:pt x="35" y="27"/>
                    <a:pt x="35" y="27"/>
                  </a:cubicBezTo>
                  <a:cubicBezTo>
                    <a:pt x="35" y="28"/>
                    <a:pt x="36" y="28"/>
                    <a:pt x="35" y="28"/>
                  </a:cubicBezTo>
                  <a:cubicBezTo>
                    <a:pt x="35" y="28"/>
                    <a:pt x="36" y="29"/>
                    <a:pt x="36" y="29"/>
                  </a:cubicBezTo>
                  <a:cubicBezTo>
                    <a:pt x="36" y="28"/>
                    <a:pt x="37" y="27"/>
                    <a:pt x="37" y="28"/>
                  </a:cubicBezTo>
                  <a:cubicBezTo>
                    <a:pt x="37" y="29"/>
                    <a:pt x="38" y="30"/>
                    <a:pt x="38" y="31"/>
                  </a:cubicBezTo>
                  <a:cubicBezTo>
                    <a:pt x="38" y="32"/>
                    <a:pt x="38" y="33"/>
                    <a:pt x="38" y="33"/>
                  </a:cubicBezTo>
                  <a:close/>
                  <a:moveTo>
                    <a:pt x="35" y="42"/>
                  </a:moveTo>
                  <a:cubicBezTo>
                    <a:pt x="35" y="41"/>
                    <a:pt x="35" y="41"/>
                    <a:pt x="34" y="40"/>
                  </a:cubicBezTo>
                  <a:cubicBezTo>
                    <a:pt x="34" y="40"/>
                    <a:pt x="34" y="39"/>
                    <a:pt x="34" y="39"/>
                  </a:cubicBezTo>
                  <a:cubicBezTo>
                    <a:pt x="33" y="40"/>
                    <a:pt x="34" y="40"/>
                    <a:pt x="33" y="40"/>
                  </a:cubicBezTo>
                  <a:cubicBezTo>
                    <a:pt x="33" y="40"/>
                    <a:pt x="34" y="41"/>
                    <a:pt x="34" y="41"/>
                  </a:cubicBezTo>
                  <a:cubicBezTo>
                    <a:pt x="33" y="41"/>
                    <a:pt x="32" y="40"/>
                    <a:pt x="33" y="41"/>
                  </a:cubicBezTo>
                  <a:cubicBezTo>
                    <a:pt x="33" y="42"/>
                    <a:pt x="34" y="41"/>
                    <a:pt x="34" y="42"/>
                  </a:cubicBezTo>
                  <a:cubicBezTo>
                    <a:pt x="33" y="42"/>
                    <a:pt x="34" y="43"/>
                    <a:pt x="35" y="43"/>
                  </a:cubicBezTo>
                  <a:cubicBezTo>
                    <a:pt x="35" y="43"/>
                    <a:pt x="34" y="41"/>
                    <a:pt x="35" y="42"/>
                  </a:cubicBezTo>
                  <a:close/>
                  <a:moveTo>
                    <a:pt x="0" y="9"/>
                  </a:moveTo>
                  <a:cubicBezTo>
                    <a:pt x="0" y="8"/>
                    <a:pt x="0" y="10"/>
                    <a:pt x="0" y="10"/>
                  </a:cubicBezTo>
                  <a:cubicBezTo>
                    <a:pt x="0" y="10"/>
                    <a:pt x="1" y="10"/>
                    <a:pt x="1" y="11"/>
                  </a:cubicBezTo>
                  <a:cubicBezTo>
                    <a:pt x="1" y="11"/>
                    <a:pt x="1" y="11"/>
                    <a:pt x="1" y="11"/>
                  </a:cubicBezTo>
                  <a:cubicBezTo>
                    <a:pt x="1" y="11"/>
                    <a:pt x="1" y="11"/>
                    <a:pt x="1" y="11"/>
                  </a:cubicBezTo>
                  <a:cubicBezTo>
                    <a:pt x="2" y="11"/>
                    <a:pt x="2" y="11"/>
                    <a:pt x="2" y="11"/>
                  </a:cubicBezTo>
                  <a:cubicBezTo>
                    <a:pt x="2" y="10"/>
                    <a:pt x="1" y="9"/>
                    <a:pt x="0" y="9"/>
                  </a:cubicBezTo>
                  <a:close/>
                  <a:moveTo>
                    <a:pt x="52" y="15"/>
                  </a:moveTo>
                  <a:cubicBezTo>
                    <a:pt x="52" y="15"/>
                    <a:pt x="52" y="15"/>
                    <a:pt x="52" y="15"/>
                  </a:cubicBezTo>
                  <a:cubicBezTo>
                    <a:pt x="52" y="15"/>
                    <a:pt x="52" y="15"/>
                    <a:pt x="52" y="15"/>
                  </a:cubicBezTo>
                  <a:close/>
                  <a:moveTo>
                    <a:pt x="42" y="13"/>
                  </a:moveTo>
                  <a:cubicBezTo>
                    <a:pt x="42" y="13"/>
                    <a:pt x="43" y="13"/>
                    <a:pt x="42" y="12"/>
                  </a:cubicBezTo>
                  <a:cubicBezTo>
                    <a:pt x="42" y="11"/>
                    <a:pt x="41" y="12"/>
                    <a:pt x="42" y="13"/>
                  </a:cubicBezTo>
                  <a:close/>
                  <a:moveTo>
                    <a:pt x="13" y="44"/>
                  </a:moveTo>
                  <a:cubicBezTo>
                    <a:pt x="14" y="45"/>
                    <a:pt x="12" y="46"/>
                    <a:pt x="13" y="46"/>
                  </a:cubicBezTo>
                  <a:cubicBezTo>
                    <a:pt x="13" y="46"/>
                    <a:pt x="13" y="47"/>
                    <a:pt x="13" y="47"/>
                  </a:cubicBezTo>
                  <a:cubicBezTo>
                    <a:pt x="14" y="47"/>
                    <a:pt x="14" y="46"/>
                    <a:pt x="14" y="46"/>
                  </a:cubicBezTo>
                  <a:cubicBezTo>
                    <a:pt x="15" y="46"/>
                    <a:pt x="15" y="45"/>
                    <a:pt x="15" y="45"/>
                  </a:cubicBezTo>
                  <a:cubicBezTo>
                    <a:pt x="14" y="45"/>
                    <a:pt x="14" y="44"/>
                    <a:pt x="13" y="44"/>
                  </a:cubicBezTo>
                  <a:close/>
                  <a:moveTo>
                    <a:pt x="28" y="42"/>
                  </a:moveTo>
                  <a:cubicBezTo>
                    <a:pt x="28" y="42"/>
                    <a:pt x="27" y="41"/>
                    <a:pt x="27" y="41"/>
                  </a:cubicBezTo>
                  <a:cubicBezTo>
                    <a:pt x="27" y="40"/>
                    <a:pt x="27" y="40"/>
                    <a:pt x="26" y="41"/>
                  </a:cubicBezTo>
                  <a:cubicBezTo>
                    <a:pt x="26" y="41"/>
                    <a:pt x="27" y="42"/>
                    <a:pt x="27" y="42"/>
                  </a:cubicBezTo>
                  <a:cubicBezTo>
                    <a:pt x="27" y="42"/>
                    <a:pt x="27" y="43"/>
                    <a:pt x="28" y="43"/>
                  </a:cubicBezTo>
                  <a:cubicBezTo>
                    <a:pt x="28" y="43"/>
                    <a:pt x="28" y="42"/>
                    <a:pt x="28" y="42"/>
                  </a:cubicBezTo>
                  <a:cubicBezTo>
                    <a:pt x="28" y="42"/>
                    <a:pt x="29" y="43"/>
                    <a:pt x="29" y="43"/>
                  </a:cubicBezTo>
                  <a:cubicBezTo>
                    <a:pt x="30" y="43"/>
                    <a:pt x="29" y="42"/>
                    <a:pt x="28" y="42"/>
                  </a:cubicBezTo>
                  <a:close/>
                  <a:moveTo>
                    <a:pt x="23" y="56"/>
                  </a:moveTo>
                  <a:cubicBezTo>
                    <a:pt x="22" y="55"/>
                    <a:pt x="21" y="56"/>
                    <a:pt x="20" y="56"/>
                  </a:cubicBezTo>
                  <a:cubicBezTo>
                    <a:pt x="19" y="56"/>
                    <a:pt x="17" y="57"/>
                    <a:pt x="18" y="59"/>
                  </a:cubicBezTo>
                  <a:cubicBezTo>
                    <a:pt x="18" y="59"/>
                    <a:pt x="19" y="60"/>
                    <a:pt x="19" y="59"/>
                  </a:cubicBezTo>
                  <a:cubicBezTo>
                    <a:pt x="20" y="59"/>
                    <a:pt x="21" y="59"/>
                    <a:pt x="21" y="59"/>
                  </a:cubicBezTo>
                  <a:cubicBezTo>
                    <a:pt x="22" y="59"/>
                    <a:pt x="23" y="59"/>
                    <a:pt x="24" y="58"/>
                  </a:cubicBezTo>
                  <a:cubicBezTo>
                    <a:pt x="24" y="58"/>
                    <a:pt x="24" y="57"/>
                    <a:pt x="24" y="56"/>
                  </a:cubicBezTo>
                  <a:cubicBezTo>
                    <a:pt x="24" y="56"/>
                    <a:pt x="24" y="56"/>
                    <a:pt x="23" y="5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54" name="Kiribati">
              <a:extLst>
                <a:ext uri="{FF2B5EF4-FFF2-40B4-BE49-F238E27FC236}">
                  <a16:creationId xmlns:a16="http://schemas.microsoft.com/office/drawing/2014/main" id="{C1815D68-0222-9814-F4E8-E14A41EB8F69}"/>
                </a:ext>
              </a:extLst>
            </p:cNvPr>
            <p:cNvSpPr/>
            <p:nvPr/>
          </p:nvSpPr>
          <p:spPr>
            <a:xfrm>
              <a:off x="11189433" y="4154857"/>
              <a:ext cx="1000676" cy="369353"/>
            </a:xfrm>
            <a:custGeom>
              <a:avLst/>
              <a:gdLst>
                <a:gd name="connsiteX0" fmla="*/ 5224 w 1000676"/>
                <a:gd name="connsiteY0" fmla="*/ 99058 h 369353"/>
                <a:gd name="connsiteX1" fmla="*/ 6417 w 1000676"/>
                <a:gd name="connsiteY1" fmla="*/ 102638 h 369353"/>
                <a:gd name="connsiteX2" fmla="*/ 1644 w 1000676"/>
                <a:gd name="connsiteY2" fmla="*/ 107412 h 369353"/>
                <a:gd name="connsiteX3" fmla="*/ 2837 w 1000676"/>
                <a:gd name="connsiteY3" fmla="*/ 99853 h 369353"/>
                <a:gd name="connsiteX4" fmla="*/ 5224 w 1000676"/>
                <a:gd name="connsiteY4" fmla="*/ 99058 h 369353"/>
                <a:gd name="connsiteX5" fmla="*/ 848 w 1000676"/>
                <a:gd name="connsiteY5" fmla="*/ 59673 h 369353"/>
                <a:gd name="connsiteX6" fmla="*/ 848 w 1000676"/>
                <a:gd name="connsiteY6" fmla="*/ 63652 h 369353"/>
                <a:gd name="connsiteX7" fmla="*/ 4428 w 1000676"/>
                <a:gd name="connsiteY7" fmla="*/ 61663 h 369353"/>
                <a:gd name="connsiteX8" fmla="*/ 2837 w 1000676"/>
                <a:gd name="connsiteY8" fmla="*/ 56491 h 369353"/>
                <a:gd name="connsiteX9" fmla="*/ 848 w 1000676"/>
                <a:gd name="connsiteY9" fmla="*/ 59673 h 369353"/>
                <a:gd name="connsiteX10" fmla="*/ 87175 w 1000676"/>
                <a:gd name="connsiteY10" fmla="*/ 1591 h 369353"/>
                <a:gd name="connsiteX11" fmla="*/ 87971 w 1000676"/>
                <a:gd name="connsiteY11" fmla="*/ 3978 h 369353"/>
                <a:gd name="connsiteX12" fmla="*/ 87573 w 1000676"/>
                <a:gd name="connsiteY12" fmla="*/ 0 h 369353"/>
                <a:gd name="connsiteX13" fmla="*/ 87175 w 1000676"/>
                <a:gd name="connsiteY13" fmla="*/ 1591 h 369353"/>
                <a:gd name="connsiteX14" fmla="*/ 86778 w 1000676"/>
                <a:gd name="connsiteY14" fmla="*/ 5967 h 369353"/>
                <a:gd name="connsiteX15" fmla="*/ 83197 w 1000676"/>
                <a:gd name="connsiteY15" fmla="*/ 6763 h 369353"/>
                <a:gd name="connsiteX16" fmla="*/ 82004 w 1000676"/>
                <a:gd name="connsiteY16" fmla="*/ 9150 h 369353"/>
                <a:gd name="connsiteX17" fmla="*/ 84391 w 1000676"/>
                <a:gd name="connsiteY17" fmla="*/ 9548 h 369353"/>
                <a:gd name="connsiteX18" fmla="*/ 88369 w 1000676"/>
                <a:gd name="connsiteY18" fmla="*/ 6763 h 369353"/>
                <a:gd name="connsiteX19" fmla="*/ 86778 w 1000676"/>
                <a:gd name="connsiteY19" fmla="*/ 5967 h 369353"/>
                <a:gd name="connsiteX20" fmla="*/ 87971 w 1000676"/>
                <a:gd name="connsiteY20" fmla="*/ 38987 h 369353"/>
                <a:gd name="connsiteX21" fmla="*/ 85982 w 1000676"/>
                <a:gd name="connsiteY21" fmla="*/ 42965 h 369353"/>
                <a:gd name="connsiteX22" fmla="*/ 88767 w 1000676"/>
                <a:gd name="connsiteY22" fmla="*/ 46147 h 369353"/>
                <a:gd name="connsiteX23" fmla="*/ 88767 w 1000676"/>
                <a:gd name="connsiteY23" fmla="*/ 42169 h 369353"/>
                <a:gd name="connsiteX24" fmla="*/ 90756 w 1000676"/>
                <a:gd name="connsiteY24" fmla="*/ 38589 h 369353"/>
                <a:gd name="connsiteX25" fmla="*/ 88369 w 1000676"/>
                <a:gd name="connsiteY25" fmla="*/ 35406 h 369353"/>
                <a:gd name="connsiteX26" fmla="*/ 83595 w 1000676"/>
                <a:gd name="connsiteY26" fmla="*/ 35406 h 369353"/>
                <a:gd name="connsiteX27" fmla="*/ 86380 w 1000676"/>
                <a:gd name="connsiteY27" fmla="*/ 38191 h 369353"/>
                <a:gd name="connsiteX28" fmla="*/ 87971 w 1000676"/>
                <a:gd name="connsiteY28" fmla="*/ 38987 h 369353"/>
                <a:gd name="connsiteX29" fmla="*/ 87175 w 1000676"/>
                <a:gd name="connsiteY29" fmla="*/ 50126 h 369353"/>
                <a:gd name="connsiteX30" fmla="*/ 86778 w 1000676"/>
                <a:gd name="connsiteY30" fmla="*/ 55297 h 369353"/>
                <a:gd name="connsiteX31" fmla="*/ 88369 w 1000676"/>
                <a:gd name="connsiteY31" fmla="*/ 58082 h 369353"/>
                <a:gd name="connsiteX32" fmla="*/ 88369 w 1000676"/>
                <a:gd name="connsiteY32" fmla="*/ 62060 h 369353"/>
                <a:gd name="connsiteX33" fmla="*/ 91949 w 1000676"/>
                <a:gd name="connsiteY33" fmla="*/ 58480 h 369353"/>
                <a:gd name="connsiteX34" fmla="*/ 90756 w 1000676"/>
                <a:gd name="connsiteY34" fmla="*/ 49330 h 369353"/>
                <a:gd name="connsiteX35" fmla="*/ 87175 w 1000676"/>
                <a:gd name="connsiteY35" fmla="*/ 50126 h 369353"/>
                <a:gd name="connsiteX36" fmla="*/ 103088 w 1000676"/>
                <a:gd name="connsiteY36" fmla="*/ 75984 h 369353"/>
                <a:gd name="connsiteX37" fmla="*/ 100701 w 1000676"/>
                <a:gd name="connsiteY37" fmla="*/ 77973 h 369353"/>
                <a:gd name="connsiteX38" fmla="*/ 103884 w 1000676"/>
                <a:gd name="connsiteY38" fmla="*/ 78769 h 369353"/>
                <a:gd name="connsiteX39" fmla="*/ 105475 w 1000676"/>
                <a:gd name="connsiteY39" fmla="*/ 76382 h 369353"/>
                <a:gd name="connsiteX40" fmla="*/ 103088 w 1000676"/>
                <a:gd name="connsiteY40" fmla="*/ 75984 h 369353"/>
                <a:gd name="connsiteX41" fmla="*/ 109851 w 1000676"/>
                <a:gd name="connsiteY41" fmla="*/ 68028 h 369353"/>
                <a:gd name="connsiteX42" fmla="*/ 107464 w 1000676"/>
                <a:gd name="connsiteY42" fmla="*/ 69619 h 369353"/>
                <a:gd name="connsiteX43" fmla="*/ 108260 w 1000676"/>
                <a:gd name="connsiteY43" fmla="*/ 72006 h 369353"/>
                <a:gd name="connsiteX44" fmla="*/ 111045 w 1000676"/>
                <a:gd name="connsiteY44" fmla="*/ 72802 h 369353"/>
                <a:gd name="connsiteX45" fmla="*/ 111841 w 1000676"/>
                <a:gd name="connsiteY45" fmla="*/ 72006 h 369353"/>
                <a:gd name="connsiteX46" fmla="*/ 109056 w 1000676"/>
                <a:gd name="connsiteY46" fmla="*/ 69619 h 369353"/>
                <a:gd name="connsiteX47" fmla="*/ 110647 w 1000676"/>
                <a:gd name="connsiteY47" fmla="*/ 68028 h 369353"/>
                <a:gd name="connsiteX48" fmla="*/ 109851 w 1000676"/>
                <a:gd name="connsiteY48" fmla="*/ 68028 h 369353"/>
                <a:gd name="connsiteX49" fmla="*/ 119399 w 1000676"/>
                <a:gd name="connsiteY49" fmla="*/ 97864 h 369353"/>
                <a:gd name="connsiteX50" fmla="*/ 122582 w 1000676"/>
                <a:gd name="connsiteY50" fmla="*/ 98262 h 369353"/>
                <a:gd name="connsiteX51" fmla="*/ 122582 w 1000676"/>
                <a:gd name="connsiteY51" fmla="*/ 101843 h 369353"/>
                <a:gd name="connsiteX52" fmla="*/ 126162 w 1000676"/>
                <a:gd name="connsiteY52" fmla="*/ 102638 h 369353"/>
                <a:gd name="connsiteX53" fmla="*/ 126162 w 1000676"/>
                <a:gd name="connsiteY53" fmla="*/ 98660 h 369353"/>
                <a:gd name="connsiteX54" fmla="*/ 123377 w 1000676"/>
                <a:gd name="connsiteY54" fmla="*/ 96273 h 369353"/>
                <a:gd name="connsiteX55" fmla="*/ 119797 w 1000676"/>
                <a:gd name="connsiteY55" fmla="*/ 97069 h 369353"/>
                <a:gd name="connsiteX56" fmla="*/ 119399 w 1000676"/>
                <a:gd name="connsiteY56" fmla="*/ 97864 h 369353"/>
                <a:gd name="connsiteX57" fmla="*/ 132925 w 1000676"/>
                <a:gd name="connsiteY57" fmla="*/ 110595 h 369353"/>
                <a:gd name="connsiteX58" fmla="*/ 130140 w 1000676"/>
                <a:gd name="connsiteY58" fmla="*/ 111390 h 369353"/>
                <a:gd name="connsiteX59" fmla="*/ 131334 w 1000676"/>
                <a:gd name="connsiteY59" fmla="*/ 113777 h 369353"/>
                <a:gd name="connsiteX60" fmla="*/ 132925 w 1000676"/>
                <a:gd name="connsiteY60" fmla="*/ 115369 h 369353"/>
                <a:gd name="connsiteX61" fmla="*/ 134914 w 1000676"/>
                <a:gd name="connsiteY61" fmla="*/ 112186 h 369353"/>
                <a:gd name="connsiteX62" fmla="*/ 132925 w 1000676"/>
                <a:gd name="connsiteY62" fmla="*/ 110595 h 369353"/>
                <a:gd name="connsiteX63" fmla="*/ 135710 w 1000676"/>
                <a:gd name="connsiteY63" fmla="*/ 115766 h 369353"/>
                <a:gd name="connsiteX64" fmla="*/ 136506 w 1000676"/>
                <a:gd name="connsiteY64" fmla="*/ 118153 h 369353"/>
                <a:gd name="connsiteX65" fmla="*/ 134914 w 1000676"/>
                <a:gd name="connsiteY65" fmla="*/ 118153 h 369353"/>
                <a:gd name="connsiteX66" fmla="*/ 135312 w 1000676"/>
                <a:gd name="connsiteY66" fmla="*/ 119745 h 369353"/>
                <a:gd name="connsiteX67" fmla="*/ 136903 w 1000676"/>
                <a:gd name="connsiteY67" fmla="*/ 120540 h 369353"/>
                <a:gd name="connsiteX68" fmla="*/ 139290 w 1000676"/>
                <a:gd name="connsiteY68" fmla="*/ 120142 h 369353"/>
                <a:gd name="connsiteX69" fmla="*/ 139688 w 1000676"/>
                <a:gd name="connsiteY69" fmla="*/ 117755 h 369353"/>
                <a:gd name="connsiteX70" fmla="*/ 137699 w 1000676"/>
                <a:gd name="connsiteY70" fmla="*/ 116164 h 369353"/>
                <a:gd name="connsiteX71" fmla="*/ 135710 w 1000676"/>
                <a:gd name="connsiteY71" fmla="*/ 115766 h 369353"/>
                <a:gd name="connsiteX72" fmla="*/ 152418 w 1000676"/>
                <a:gd name="connsiteY72" fmla="*/ 124916 h 369353"/>
                <a:gd name="connsiteX73" fmla="*/ 148440 w 1000676"/>
                <a:gd name="connsiteY73" fmla="*/ 128099 h 369353"/>
                <a:gd name="connsiteX74" fmla="*/ 150827 w 1000676"/>
                <a:gd name="connsiteY74" fmla="*/ 131679 h 369353"/>
                <a:gd name="connsiteX75" fmla="*/ 154408 w 1000676"/>
                <a:gd name="connsiteY75" fmla="*/ 128895 h 369353"/>
                <a:gd name="connsiteX76" fmla="*/ 152418 w 1000676"/>
                <a:gd name="connsiteY76" fmla="*/ 124916 h 369353"/>
                <a:gd name="connsiteX77" fmla="*/ 162762 w 1000676"/>
                <a:gd name="connsiteY77" fmla="*/ 139636 h 369353"/>
                <a:gd name="connsiteX78" fmla="*/ 158784 w 1000676"/>
                <a:gd name="connsiteY78" fmla="*/ 143216 h 369353"/>
                <a:gd name="connsiteX79" fmla="*/ 162762 w 1000676"/>
                <a:gd name="connsiteY79" fmla="*/ 146001 h 369353"/>
                <a:gd name="connsiteX80" fmla="*/ 165547 w 1000676"/>
                <a:gd name="connsiteY80" fmla="*/ 141227 h 369353"/>
                <a:gd name="connsiteX81" fmla="*/ 162762 w 1000676"/>
                <a:gd name="connsiteY81" fmla="*/ 139636 h 369353"/>
                <a:gd name="connsiteX82" fmla="*/ 161568 w 1000676"/>
                <a:gd name="connsiteY82" fmla="*/ 111788 h 369353"/>
                <a:gd name="connsiteX83" fmla="*/ 159579 w 1000676"/>
                <a:gd name="connsiteY83" fmla="*/ 115369 h 369353"/>
                <a:gd name="connsiteX84" fmla="*/ 162762 w 1000676"/>
                <a:gd name="connsiteY84" fmla="*/ 115766 h 369353"/>
                <a:gd name="connsiteX85" fmla="*/ 165149 w 1000676"/>
                <a:gd name="connsiteY85" fmla="*/ 112982 h 369353"/>
                <a:gd name="connsiteX86" fmla="*/ 161568 w 1000676"/>
                <a:gd name="connsiteY86" fmla="*/ 111788 h 369353"/>
                <a:gd name="connsiteX87" fmla="*/ 174299 w 1000676"/>
                <a:gd name="connsiteY87" fmla="*/ 113379 h 369353"/>
                <a:gd name="connsiteX88" fmla="*/ 171116 w 1000676"/>
                <a:gd name="connsiteY88" fmla="*/ 115766 h 369353"/>
                <a:gd name="connsiteX89" fmla="*/ 174299 w 1000676"/>
                <a:gd name="connsiteY89" fmla="*/ 118551 h 369353"/>
                <a:gd name="connsiteX90" fmla="*/ 175890 w 1000676"/>
                <a:gd name="connsiteY90" fmla="*/ 114573 h 369353"/>
                <a:gd name="connsiteX91" fmla="*/ 174299 w 1000676"/>
                <a:gd name="connsiteY91" fmla="*/ 113379 h 369353"/>
                <a:gd name="connsiteX92" fmla="*/ 183449 w 1000676"/>
                <a:gd name="connsiteY92" fmla="*/ 143614 h 369353"/>
                <a:gd name="connsiteX93" fmla="*/ 179868 w 1000676"/>
                <a:gd name="connsiteY93" fmla="*/ 148786 h 369353"/>
                <a:gd name="connsiteX94" fmla="*/ 183846 w 1000676"/>
                <a:gd name="connsiteY94" fmla="*/ 146797 h 369353"/>
                <a:gd name="connsiteX95" fmla="*/ 187029 w 1000676"/>
                <a:gd name="connsiteY95" fmla="*/ 144410 h 369353"/>
                <a:gd name="connsiteX96" fmla="*/ 183449 w 1000676"/>
                <a:gd name="connsiteY96" fmla="*/ 143614 h 369353"/>
                <a:gd name="connsiteX97" fmla="*/ 394693 w 1000676"/>
                <a:gd name="connsiteY97" fmla="*/ 193740 h 369353"/>
                <a:gd name="connsiteX98" fmla="*/ 392704 w 1000676"/>
                <a:gd name="connsiteY98" fmla="*/ 197320 h 369353"/>
                <a:gd name="connsiteX99" fmla="*/ 397080 w 1000676"/>
                <a:gd name="connsiteY99" fmla="*/ 198513 h 369353"/>
                <a:gd name="connsiteX100" fmla="*/ 399864 w 1000676"/>
                <a:gd name="connsiteY100" fmla="*/ 194933 h 369353"/>
                <a:gd name="connsiteX101" fmla="*/ 394693 w 1000676"/>
                <a:gd name="connsiteY101" fmla="*/ 193740 h 369353"/>
                <a:gd name="connsiteX102" fmla="*/ 406230 w 1000676"/>
                <a:gd name="connsiteY102" fmla="*/ 168279 h 369353"/>
                <a:gd name="connsiteX103" fmla="*/ 401853 w 1000676"/>
                <a:gd name="connsiteY103" fmla="*/ 171859 h 369353"/>
                <a:gd name="connsiteX104" fmla="*/ 410606 w 1000676"/>
                <a:gd name="connsiteY104" fmla="*/ 170666 h 369353"/>
                <a:gd name="connsiteX105" fmla="*/ 406230 w 1000676"/>
                <a:gd name="connsiteY105" fmla="*/ 168279 h 369353"/>
                <a:gd name="connsiteX106" fmla="*/ 455560 w 1000676"/>
                <a:gd name="connsiteY106" fmla="*/ 189364 h 369353"/>
                <a:gd name="connsiteX107" fmla="*/ 449990 w 1000676"/>
                <a:gd name="connsiteY107" fmla="*/ 192148 h 369353"/>
                <a:gd name="connsiteX108" fmla="*/ 454366 w 1000676"/>
                <a:gd name="connsiteY108" fmla="*/ 193740 h 369353"/>
                <a:gd name="connsiteX109" fmla="*/ 459140 w 1000676"/>
                <a:gd name="connsiteY109" fmla="*/ 191353 h 369353"/>
                <a:gd name="connsiteX110" fmla="*/ 455560 w 1000676"/>
                <a:gd name="connsiteY110" fmla="*/ 189364 h 369353"/>
                <a:gd name="connsiteX111" fmla="*/ 470677 w 1000676"/>
                <a:gd name="connsiteY111" fmla="*/ 166290 h 369353"/>
                <a:gd name="connsiteX112" fmla="*/ 466699 w 1000676"/>
                <a:gd name="connsiteY112" fmla="*/ 169075 h 369353"/>
                <a:gd name="connsiteX113" fmla="*/ 470279 w 1000676"/>
                <a:gd name="connsiteY113" fmla="*/ 171462 h 369353"/>
                <a:gd name="connsiteX114" fmla="*/ 474257 w 1000676"/>
                <a:gd name="connsiteY114" fmla="*/ 169075 h 369353"/>
                <a:gd name="connsiteX115" fmla="*/ 470677 w 1000676"/>
                <a:gd name="connsiteY115" fmla="*/ 166290 h 369353"/>
                <a:gd name="connsiteX116" fmla="*/ 466301 w 1000676"/>
                <a:gd name="connsiteY116" fmla="*/ 150377 h 369353"/>
                <a:gd name="connsiteX117" fmla="*/ 465505 w 1000676"/>
                <a:gd name="connsiteY117" fmla="*/ 153560 h 369353"/>
                <a:gd name="connsiteX118" fmla="*/ 468290 w 1000676"/>
                <a:gd name="connsiteY118" fmla="*/ 153957 h 369353"/>
                <a:gd name="connsiteX119" fmla="*/ 468290 w 1000676"/>
                <a:gd name="connsiteY119" fmla="*/ 150775 h 369353"/>
                <a:gd name="connsiteX120" fmla="*/ 466301 w 1000676"/>
                <a:gd name="connsiteY120" fmla="*/ 150377 h 369353"/>
                <a:gd name="connsiteX121" fmla="*/ 481418 w 1000676"/>
                <a:gd name="connsiteY121" fmla="*/ 155946 h 369353"/>
                <a:gd name="connsiteX122" fmla="*/ 480225 w 1000676"/>
                <a:gd name="connsiteY122" fmla="*/ 161516 h 369353"/>
                <a:gd name="connsiteX123" fmla="*/ 484601 w 1000676"/>
                <a:gd name="connsiteY123" fmla="*/ 160720 h 369353"/>
                <a:gd name="connsiteX124" fmla="*/ 484999 w 1000676"/>
                <a:gd name="connsiteY124" fmla="*/ 155946 h 369353"/>
                <a:gd name="connsiteX125" fmla="*/ 481418 w 1000676"/>
                <a:gd name="connsiteY125" fmla="*/ 155946 h 369353"/>
                <a:gd name="connsiteX126" fmla="*/ 488977 w 1000676"/>
                <a:gd name="connsiteY126" fmla="*/ 173451 h 369353"/>
                <a:gd name="connsiteX127" fmla="*/ 486590 w 1000676"/>
                <a:gd name="connsiteY127" fmla="*/ 176633 h 369353"/>
                <a:gd name="connsiteX128" fmla="*/ 490966 w 1000676"/>
                <a:gd name="connsiteY128" fmla="*/ 178225 h 369353"/>
                <a:gd name="connsiteX129" fmla="*/ 494148 w 1000676"/>
                <a:gd name="connsiteY129" fmla="*/ 174644 h 369353"/>
                <a:gd name="connsiteX130" fmla="*/ 488977 w 1000676"/>
                <a:gd name="connsiteY130" fmla="*/ 173451 h 369353"/>
                <a:gd name="connsiteX131" fmla="*/ 476246 w 1000676"/>
                <a:gd name="connsiteY131" fmla="*/ 186977 h 369353"/>
                <a:gd name="connsiteX132" fmla="*/ 472666 w 1000676"/>
                <a:gd name="connsiteY132" fmla="*/ 191353 h 369353"/>
                <a:gd name="connsiteX133" fmla="*/ 473064 w 1000676"/>
                <a:gd name="connsiteY133" fmla="*/ 195729 h 369353"/>
                <a:gd name="connsiteX134" fmla="*/ 477838 w 1000676"/>
                <a:gd name="connsiteY134" fmla="*/ 191353 h 369353"/>
                <a:gd name="connsiteX135" fmla="*/ 481020 w 1000676"/>
                <a:gd name="connsiteY135" fmla="*/ 189761 h 369353"/>
                <a:gd name="connsiteX136" fmla="*/ 479429 w 1000676"/>
                <a:gd name="connsiteY136" fmla="*/ 185783 h 369353"/>
                <a:gd name="connsiteX137" fmla="*/ 476246 w 1000676"/>
                <a:gd name="connsiteY137" fmla="*/ 186977 h 369353"/>
                <a:gd name="connsiteX138" fmla="*/ 819568 w 1000676"/>
                <a:gd name="connsiteY138" fmla="*/ 33019 h 369353"/>
                <a:gd name="connsiteX139" fmla="*/ 814794 w 1000676"/>
                <a:gd name="connsiteY139" fmla="*/ 35008 h 369353"/>
                <a:gd name="connsiteX140" fmla="*/ 813202 w 1000676"/>
                <a:gd name="connsiteY140" fmla="*/ 37793 h 369353"/>
                <a:gd name="connsiteX141" fmla="*/ 823944 w 1000676"/>
                <a:gd name="connsiteY141" fmla="*/ 40180 h 369353"/>
                <a:gd name="connsiteX142" fmla="*/ 820363 w 1000676"/>
                <a:gd name="connsiteY142" fmla="*/ 37395 h 369353"/>
                <a:gd name="connsiteX143" fmla="*/ 820761 w 1000676"/>
                <a:gd name="connsiteY143" fmla="*/ 35406 h 369353"/>
                <a:gd name="connsiteX144" fmla="*/ 821159 w 1000676"/>
                <a:gd name="connsiteY144" fmla="*/ 33815 h 369353"/>
                <a:gd name="connsiteX145" fmla="*/ 819568 w 1000676"/>
                <a:gd name="connsiteY145" fmla="*/ 33019 h 369353"/>
                <a:gd name="connsiteX146" fmla="*/ 805644 w 1000676"/>
                <a:gd name="connsiteY146" fmla="*/ 300754 h 369353"/>
                <a:gd name="connsiteX147" fmla="*/ 801666 w 1000676"/>
                <a:gd name="connsiteY147" fmla="*/ 305130 h 369353"/>
                <a:gd name="connsiteX148" fmla="*/ 806042 w 1000676"/>
                <a:gd name="connsiteY148" fmla="*/ 305130 h 369353"/>
                <a:gd name="connsiteX149" fmla="*/ 811213 w 1000676"/>
                <a:gd name="connsiteY149" fmla="*/ 302345 h 369353"/>
                <a:gd name="connsiteX150" fmla="*/ 805644 w 1000676"/>
                <a:gd name="connsiteY150" fmla="*/ 300754 h 369353"/>
                <a:gd name="connsiteX151" fmla="*/ 854576 w 1000676"/>
                <a:gd name="connsiteY151" fmla="*/ 219598 h 369353"/>
                <a:gd name="connsiteX152" fmla="*/ 853383 w 1000676"/>
                <a:gd name="connsiteY152" fmla="*/ 222383 h 369353"/>
                <a:gd name="connsiteX153" fmla="*/ 858554 w 1000676"/>
                <a:gd name="connsiteY153" fmla="*/ 221189 h 369353"/>
                <a:gd name="connsiteX154" fmla="*/ 857361 w 1000676"/>
                <a:gd name="connsiteY154" fmla="*/ 217211 h 369353"/>
                <a:gd name="connsiteX155" fmla="*/ 854576 w 1000676"/>
                <a:gd name="connsiteY155" fmla="*/ 219598 h 369353"/>
                <a:gd name="connsiteX156" fmla="*/ 878048 w 1000676"/>
                <a:gd name="connsiteY156" fmla="*/ 180214 h 369353"/>
                <a:gd name="connsiteX157" fmla="*/ 876456 w 1000676"/>
                <a:gd name="connsiteY157" fmla="*/ 184590 h 369353"/>
                <a:gd name="connsiteX158" fmla="*/ 882424 w 1000676"/>
                <a:gd name="connsiteY158" fmla="*/ 182998 h 369353"/>
                <a:gd name="connsiteX159" fmla="*/ 878048 w 1000676"/>
                <a:gd name="connsiteY159" fmla="*/ 180214 h 369353"/>
                <a:gd name="connsiteX160" fmla="*/ 941302 w 1000676"/>
                <a:gd name="connsiteY160" fmla="*/ 327010 h 369353"/>
                <a:gd name="connsiteX161" fmla="*/ 937721 w 1000676"/>
                <a:gd name="connsiteY161" fmla="*/ 330988 h 369353"/>
                <a:gd name="connsiteX162" fmla="*/ 942097 w 1000676"/>
                <a:gd name="connsiteY162" fmla="*/ 332182 h 369353"/>
                <a:gd name="connsiteX163" fmla="*/ 946473 w 1000676"/>
                <a:gd name="connsiteY163" fmla="*/ 329397 h 369353"/>
                <a:gd name="connsiteX164" fmla="*/ 941302 w 1000676"/>
                <a:gd name="connsiteY164" fmla="*/ 327010 h 369353"/>
                <a:gd name="connsiteX165" fmla="*/ 954430 w 1000676"/>
                <a:gd name="connsiteY165" fmla="*/ 361223 h 369353"/>
                <a:gd name="connsiteX166" fmla="*/ 953236 w 1000676"/>
                <a:gd name="connsiteY166" fmla="*/ 365997 h 369353"/>
                <a:gd name="connsiteX167" fmla="*/ 956817 w 1000676"/>
                <a:gd name="connsiteY167" fmla="*/ 368384 h 369353"/>
                <a:gd name="connsiteX168" fmla="*/ 956817 w 1000676"/>
                <a:gd name="connsiteY168" fmla="*/ 364008 h 369353"/>
                <a:gd name="connsiteX169" fmla="*/ 959999 w 1000676"/>
                <a:gd name="connsiteY169" fmla="*/ 362814 h 369353"/>
                <a:gd name="connsiteX170" fmla="*/ 957214 w 1000676"/>
                <a:gd name="connsiteY170" fmla="*/ 359234 h 369353"/>
                <a:gd name="connsiteX171" fmla="*/ 954430 w 1000676"/>
                <a:gd name="connsiteY171" fmla="*/ 361223 h 369353"/>
                <a:gd name="connsiteX172" fmla="*/ 996599 w 1000676"/>
                <a:gd name="connsiteY172" fmla="*/ 323430 h 369353"/>
                <a:gd name="connsiteX173" fmla="*/ 992621 w 1000676"/>
                <a:gd name="connsiteY173" fmla="*/ 325021 h 369353"/>
                <a:gd name="connsiteX174" fmla="*/ 990632 w 1000676"/>
                <a:gd name="connsiteY174" fmla="*/ 328204 h 369353"/>
                <a:gd name="connsiteX175" fmla="*/ 994212 w 1000676"/>
                <a:gd name="connsiteY175" fmla="*/ 327408 h 369353"/>
                <a:gd name="connsiteX176" fmla="*/ 997395 w 1000676"/>
                <a:gd name="connsiteY176" fmla="*/ 329397 h 369353"/>
                <a:gd name="connsiteX177" fmla="*/ 1000179 w 1000676"/>
                <a:gd name="connsiteY177" fmla="*/ 326612 h 369353"/>
                <a:gd name="connsiteX178" fmla="*/ 999384 w 1000676"/>
                <a:gd name="connsiteY178" fmla="*/ 323430 h 369353"/>
                <a:gd name="connsiteX179" fmla="*/ 996599 w 1000676"/>
                <a:gd name="connsiteY179" fmla="*/ 323430 h 36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1000676" h="369353">
                  <a:moveTo>
                    <a:pt x="5224" y="99058"/>
                  </a:moveTo>
                  <a:cubicBezTo>
                    <a:pt x="6815" y="99456"/>
                    <a:pt x="9202" y="102240"/>
                    <a:pt x="6417" y="102638"/>
                  </a:cubicBezTo>
                  <a:cubicBezTo>
                    <a:pt x="4030" y="103434"/>
                    <a:pt x="3633" y="106219"/>
                    <a:pt x="1644" y="107412"/>
                  </a:cubicBezTo>
                  <a:cubicBezTo>
                    <a:pt x="-346" y="108606"/>
                    <a:pt x="-1141" y="101843"/>
                    <a:pt x="2837" y="99853"/>
                  </a:cubicBezTo>
                  <a:cubicBezTo>
                    <a:pt x="2837" y="99853"/>
                    <a:pt x="4030" y="98660"/>
                    <a:pt x="5224" y="99058"/>
                  </a:cubicBezTo>
                  <a:close/>
                  <a:moveTo>
                    <a:pt x="848" y="59673"/>
                  </a:moveTo>
                  <a:cubicBezTo>
                    <a:pt x="52" y="61663"/>
                    <a:pt x="-346" y="63254"/>
                    <a:pt x="848" y="63652"/>
                  </a:cubicBezTo>
                  <a:cubicBezTo>
                    <a:pt x="2041" y="64049"/>
                    <a:pt x="2837" y="63652"/>
                    <a:pt x="4428" y="61663"/>
                  </a:cubicBezTo>
                  <a:cubicBezTo>
                    <a:pt x="4428" y="59276"/>
                    <a:pt x="4030" y="56491"/>
                    <a:pt x="2837" y="56491"/>
                  </a:cubicBezTo>
                  <a:cubicBezTo>
                    <a:pt x="1644" y="56889"/>
                    <a:pt x="848" y="59673"/>
                    <a:pt x="848" y="59673"/>
                  </a:cubicBezTo>
                  <a:close/>
                  <a:moveTo>
                    <a:pt x="87175" y="1591"/>
                  </a:moveTo>
                  <a:cubicBezTo>
                    <a:pt x="86778" y="3183"/>
                    <a:pt x="86778" y="5172"/>
                    <a:pt x="87971" y="3978"/>
                  </a:cubicBezTo>
                  <a:cubicBezTo>
                    <a:pt x="89562" y="2387"/>
                    <a:pt x="87971" y="0"/>
                    <a:pt x="87573" y="0"/>
                  </a:cubicBezTo>
                  <a:cubicBezTo>
                    <a:pt x="87175" y="398"/>
                    <a:pt x="87175" y="1591"/>
                    <a:pt x="87175" y="1591"/>
                  </a:cubicBezTo>
                  <a:close/>
                  <a:moveTo>
                    <a:pt x="86778" y="5967"/>
                  </a:moveTo>
                  <a:cubicBezTo>
                    <a:pt x="85186" y="7161"/>
                    <a:pt x="84391" y="6763"/>
                    <a:pt x="83197" y="6763"/>
                  </a:cubicBezTo>
                  <a:cubicBezTo>
                    <a:pt x="82402" y="7161"/>
                    <a:pt x="81208" y="8752"/>
                    <a:pt x="82004" y="9150"/>
                  </a:cubicBezTo>
                  <a:cubicBezTo>
                    <a:pt x="82799" y="9946"/>
                    <a:pt x="83993" y="10741"/>
                    <a:pt x="84391" y="9548"/>
                  </a:cubicBezTo>
                  <a:cubicBezTo>
                    <a:pt x="85186" y="8354"/>
                    <a:pt x="88369" y="7559"/>
                    <a:pt x="88369" y="6763"/>
                  </a:cubicBezTo>
                  <a:cubicBezTo>
                    <a:pt x="88369" y="5967"/>
                    <a:pt x="86778" y="5967"/>
                    <a:pt x="86778" y="5967"/>
                  </a:cubicBezTo>
                  <a:close/>
                  <a:moveTo>
                    <a:pt x="87971" y="38987"/>
                  </a:moveTo>
                  <a:cubicBezTo>
                    <a:pt x="88369" y="39782"/>
                    <a:pt x="86380" y="41374"/>
                    <a:pt x="85982" y="42965"/>
                  </a:cubicBezTo>
                  <a:cubicBezTo>
                    <a:pt x="85584" y="44556"/>
                    <a:pt x="86778" y="45352"/>
                    <a:pt x="88767" y="46147"/>
                  </a:cubicBezTo>
                  <a:cubicBezTo>
                    <a:pt x="90756" y="47341"/>
                    <a:pt x="89165" y="44158"/>
                    <a:pt x="88767" y="42169"/>
                  </a:cubicBezTo>
                  <a:cubicBezTo>
                    <a:pt x="88369" y="40180"/>
                    <a:pt x="89960" y="40976"/>
                    <a:pt x="90756" y="38589"/>
                  </a:cubicBezTo>
                  <a:cubicBezTo>
                    <a:pt x="91552" y="36202"/>
                    <a:pt x="89562" y="36600"/>
                    <a:pt x="88369" y="35406"/>
                  </a:cubicBezTo>
                  <a:cubicBezTo>
                    <a:pt x="87175" y="34213"/>
                    <a:pt x="86380" y="33815"/>
                    <a:pt x="83595" y="35406"/>
                  </a:cubicBezTo>
                  <a:cubicBezTo>
                    <a:pt x="81208" y="36600"/>
                    <a:pt x="83993" y="37395"/>
                    <a:pt x="86380" y="38191"/>
                  </a:cubicBezTo>
                  <a:cubicBezTo>
                    <a:pt x="86778" y="38191"/>
                    <a:pt x="87971" y="38191"/>
                    <a:pt x="87971" y="38987"/>
                  </a:cubicBezTo>
                  <a:close/>
                  <a:moveTo>
                    <a:pt x="87175" y="50126"/>
                  </a:moveTo>
                  <a:cubicBezTo>
                    <a:pt x="85584" y="52513"/>
                    <a:pt x="85584" y="54104"/>
                    <a:pt x="86778" y="55297"/>
                  </a:cubicBezTo>
                  <a:cubicBezTo>
                    <a:pt x="87971" y="56491"/>
                    <a:pt x="89165" y="56491"/>
                    <a:pt x="88369" y="58082"/>
                  </a:cubicBezTo>
                  <a:cubicBezTo>
                    <a:pt x="87175" y="60071"/>
                    <a:pt x="86380" y="62856"/>
                    <a:pt x="88369" y="62060"/>
                  </a:cubicBezTo>
                  <a:cubicBezTo>
                    <a:pt x="90358" y="61265"/>
                    <a:pt x="91552" y="60469"/>
                    <a:pt x="91949" y="58480"/>
                  </a:cubicBezTo>
                  <a:cubicBezTo>
                    <a:pt x="92347" y="56491"/>
                    <a:pt x="92745" y="49728"/>
                    <a:pt x="90756" y="49330"/>
                  </a:cubicBezTo>
                  <a:cubicBezTo>
                    <a:pt x="89165" y="48534"/>
                    <a:pt x="87175" y="49728"/>
                    <a:pt x="87175" y="50126"/>
                  </a:cubicBezTo>
                  <a:close/>
                  <a:moveTo>
                    <a:pt x="103088" y="75984"/>
                  </a:moveTo>
                  <a:cubicBezTo>
                    <a:pt x="101497" y="75984"/>
                    <a:pt x="99906" y="76780"/>
                    <a:pt x="100701" y="77973"/>
                  </a:cubicBezTo>
                  <a:cubicBezTo>
                    <a:pt x="101497" y="79167"/>
                    <a:pt x="103088" y="79167"/>
                    <a:pt x="103884" y="78769"/>
                  </a:cubicBezTo>
                  <a:cubicBezTo>
                    <a:pt x="105078" y="78371"/>
                    <a:pt x="106271" y="76780"/>
                    <a:pt x="105475" y="76382"/>
                  </a:cubicBezTo>
                  <a:cubicBezTo>
                    <a:pt x="104680" y="75984"/>
                    <a:pt x="103088" y="75984"/>
                    <a:pt x="103088" y="75984"/>
                  </a:cubicBezTo>
                  <a:close/>
                  <a:moveTo>
                    <a:pt x="109851" y="68028"/>
                  </a:moveTo>
                  <a:cubicBezTo>
                    <a:pt x="108260" y="68028"/>
                    <a:pt x="107067" y="68425"/>
                    <a:pt x="107464" y="69619"/>
                  </a:cubicBezTo>
                  <a:cubicBezTo>
                    <a:pt x="107862" y="71210"/>
                    <a:pt x="106669" y="71210"/>
                    <a:pt x="108260" y="72006"/>
                  </a:cubicBezTo>
                  <a:cubicBezTo>
                    <a:pt x="109454" y="72802"/>
                    <a:pt x="110249" y="73597"/>
                    <a:pt x="111045" y="72802"/>
                  </a:cubicBezTo>
                  <a:cubicBezTo>
                    <a:pt x="112238" y="72006"/>
                    <a:pt x="113034" y="71210"/>
                    <a:pt x="111841" y="72006"/>
                  </a:cubicBezTo>
                  <a:cubicBezTo>
                    <a:pt x="111045" y="71608"/>
                    <a:pt x="108260" y="70017"/>
                    <a:pt x="109056" y="69619"/>
                  </a:cubicBezTo>
                  <a:cubicBezTo>
                    <a:pt x="110249" y="69221"/>
                    <a:pt x="111045" y="68425"/>
                    <a:pt x="110647" y="68028"/>
                  </a:cubicBezTo>
                  <a:cubicBezTo>
                    <a:pt x="110249" y="68425"/>
                    <a:pt x="109851" y="68028"/>
                    <a:pt x="109851" y="68028"/>
                  </a:cubicBezTo>
                  <a:close/>
                  <a:moveTo>
                    <a:pt x="119399" y="97864"/>
                  </a:moveTo>
                  <a:cubicBezTo>
                    <a:pt x="119797" y="98660"/>
                    <a:pt x="121388" y="97864"/>
                    <a:pt x="122582" y="98262"/>
                  </a:cubicBezTo>
                  <a:cubicBezTo>
                    <a:pt x="123775" y="98660"/>
                    <a:pt x="122582" y="100251"/>
                    <a:pt x="122582" y="101843"/>
                  </a:cubicBezTo>
                  <a:cubicBezTo>
                    <a:pt x="122582" y="103434"/>
                    <a:pt x="124571" y="103036"/>
                    <a:pt x="126162" y="102638"/>
                  </a:cubicBezTo>
                  <a:cubicBezTo>
                    <a:pt x="127753" y="102240"/>
                    <a:pt x="126560" y="100251"/>
                    <a:pt x="126162" y="98660"/>
                  </a:cubicBezTo>
                  <a:cubicBezTo>
                    <a:pt x="125764" y="96671"/>
                    <a:pt x="124969" y="97069"/>
                    <a:pt x="123377" y="96273"/>
                  </a:cubicBezTo>
                  <a:cubicBezTo>
                    <a:pt x="121786" y="95477"/>
                    <a:pt x="120990" y="95477"/>
                    <a:pt x="119797" y="97069"/>
                  </a:cubicBezTo>
                  <a:cubicBezTo>
                    <a:pt x="119797" y="97069"/>
                    <a:pt x="119001" y="97069"/>
                    <a:pt x="119399" y="97864"/>
                  </a:cubicBezTo>
                  <a:close/>
                  <a:moveTo>
                    <a:pt x="132925" y="110595"/>
                  </a:moveTo>
                  <a:cubicBezTo>
                    <a:pt x="130538" y="109799"/>
                    <a:pt x="129743" y="109401"/>
                    <a:pt x="130140" y="111390"/>
                  </a:cubicBezTo>
                  <a:cubicBezTo>
                    <a:pt x="130538" y="113379"/>
                    <a:pt x="130140" y="112982"/>
                    <a:pt x="131334" y="113777"/>
                  </a:cubicBezTo>
                  <a:cubicBezTo>
                    <a:pt x="132527" y="114573"/>
                    <a:pt x="131732" y="116164"/>
                    <a:pt x="132925" y="115369"/>
                  </a:cubicBezTo>
                  <a:cubicBezTo>
                    <a:pt x="134119" y="114573"/>
                    <a:pt x="135710" y="113379"/>
                    <a:pt x="134914" y="112186"/>
                  </a:cubicBezTo>
                  <a:cubicBezTo>
                    <a:pt x="134119" y="110993"/>
                    <a:pt x="132925" y="110595"/>
                    <a:pt x="132925" y="110595"/>
                  </a:cubicBezTo>
                  <a:close/>
                  <a:moveTo>
                    <a:pt x="135710" y="115766"/>
                  </a:moveTo>
                  <a:cubicBezTo>
                    <a:pt x="135312" y="115766"/>
                    <a:pt x="136506" y="117358"/>
                    <a:pt x="136506" y="118153"/>
                  </a:cubicBezTo>
                  <a:cubicBezTo>
                    <a:pt x="136108" y="118949"/>
                    <a:pt x="135312" y="118153"/>
                    <a:pt x="134914" y="118153"/>
                  </a:cubicBezTo>
                  <a:cubicBezTo>
                    <a:pt x="134516" y="118153"/>
                    <a:pt x="134914" y="118949"/>
                    <a:pt x="135312" y="119745"/>
                  </a:cubicBezTo>
                  <a:cubicBezTo>
                    <a:pt x="135710" y="120540"/>
                    <a:pt x="136506" y="120142"/>
                    <a:pt x="136903" y="120540"/>
                  </a:cubicBezTo>
                  <a:cubicBezTo>
                    <a:pt x="137301" y="120938"/>
                    <a:pt x="138495" y="120540"/>
                    <a:pt x="139290" y="120142"/>
                  </a:cubicBezTo>
                  <a:cubicBezTo>
                    <a:pt x="140086" y="119745"/>
                    <a:pt x="140086" y="118949"/>
                    <a:pt x="139688" y="117755"/>
                  </a:cubicBezTo>
                  <a:cubicBezTo>
                    <a:pt x="139290" y="116562"/>
                    <a:pt x="138892" y="116960"/>
                    <a:pt x="137699" y="116164"/>
                  </a:cubicBezTo>
                  <a:cubicBezTo>
                    <a:pt x="137699" y="116164"/>
                    <a:pt x="136506" y="115766"/>
                    <a:pt x="135710" y="115766"/>
                  </a:cubicBezTo>
                  <a:close/>
                  <a:moveTo>
                    <a:pt x="152418" y="124916"/>
                  </a:moveTo>
                  <a:cubicBezTo>
                    <a:pt x="149236" y="125314"/>
                    <a:pt x="148440" y="125712"/>
                    <a:pt x="148440" y="128099"/>
                  </a:cubicBezTo>
                  <a:cubicBezTo>
                    <a:pt x="148838" y="130486"/>
                    <a:pt x="150032" y="133271"/>
                    <a:pt x="150827" y="131679"/>
                  </a:cubicBezTo>
                  <a:cubicBezTo>
                    <a:pt x="151623" y="129690"/>
                    <a:pt x="152418" y="130486"/>
                    <a:pt x="154408" y="128895"/>
                  </a:cubicBezTo>
                  <a:cubicBezTo>
                    <a:pt x="156795" y="126905"/>
                    <a:pt x="152418" y="124916"/>
                    <a:pt x="152418" y="124916"/>
                  </a:cubicBezTo>
                  <a:close/>
                  <a:moveTo>
                    <a:pt x="162762" y="139636"/>
                  </a:moveTo>
                  <a:cubicBezTo>
                    <a:pt x="159181" y="140431"/>
                    <a:pt x="158386" y="141625"/>
                    <a:pt x="158784" y="143216"/>
                  </a:cubicBezTo>
                  <a:cubicBezTo>
                    <a:pt x="159181" y="144807"/>
                    <a:pt x="163160" y="147990"/>
                    <a:pt x="162762" y="146001"/>
                  </a:cubicBezTo>
                  <a:cubicBezTo>
                    <a:pt x="162364" y="143614"/>
                    <a:pt x="165944" y="143614"/>
                    <a:pt x="165547" y="141227"/>
                  </a:cubicBezTo>
                  <a:cubicBezTo>
                    <a:pt x="164751" y="139238"/>
                    <a:pt x="162762" y="140034"/>
                    <a:pt x="162762" y="139636"/>
                  </a:cubicBezTo>
                  <a:close/>
                  <a:moveTo>
                    <a:pt x="161568" y="111788"/>
                  </a:moveTo>
                  <a:cubicBezTo>
                    <a:pt x="159977" y="112982"/>
                    <a:pt x="158386" y="113777"/>
                    <a:pt x="159579" y="115369"/>
                  </a:cubicBezTo>
                  <a:cubicBezTo>
                    <a:pt x="161171" y="117358"/>
                    <a:pt x="162762" y="117358"/>
                    <a:pt x="162762" y="115766"/>
                  </a:cubicBezTo>
                  <a:cubicBezTo>
                    <a:pt x="163160" y="114175"/>
                    <a:pt x="165944" y="114573"/>
                    <a:pt x="165149" y="112982"/>
                  </a:cubicBezTo>
                  <a:cubicBezTo>
                    <a:pt x="164751" y="111788"/>
                    <a:pt x="161568" y="111788"/>
                    <a:pt x="161568" y="111788"/>
                  </a:cubicBezTo>
                  <a:close/>
                  <a:moveTo>
                    <a:pt x="174299" y="113379"/>
                  </a:moveTo>
                  <a:cubicBezTo>
                    <a:pt x="171514" y="113379"/>
                    <a:pt x="169923" y="114175"/>
                    <a:pt x="171116" y="115766"/>
                  </a:cubicBezTo>
                  <a:cubicBezTo>
                    <a:pt x="172310" y="117755"/>
                    <a:pt x="173105" y="119745"/>
                    <a:pt x="174299" y="118551"/>
                  </a:cubicBezTo>
                  <a:cubicBezTo>
                    <a:pt x="175492" y="117358"/>
                    <a:pt x="177083" y="115369"/>
                    <a:pt x="175890" y="114573"/>
                  </a:cubicBezTo>
                  <a:cubicBezTo>
                    <a:pt x="174697" y="114175"/>
                    <a:pt x="174299" y="113379"/>
                    <a:pt x="174299" y="113379"/>
                  </a:cubicBezTo>
                  <a:close/>
                  <a:moveTo>
                    <a:pt x="183449" y="143614"/>
                  </a:moveTo>
                  <a:cubicBezTo>
                    <a:pt x="180266" y="144807"/>
                    <a:pt x="177879" y="148786"/>
                    <a:pt x="179868" y="148786"/>
                  </a:cubicBezTo>
                  <a:cubicBezTo>
                    <a:pt x="181857" y="148388"/>
                    <a:pt x="182653" y="146399"/>
                    <a:pt x="183846" y="146797"/>
                  </a:cubicBezTo>
                  <a:cubicBezTo>
                    <a:pt x="185040" y="147592"/>
                    <a:pt x="188620" y="145603"/>
                    <a:pt x="187029" y="144410"/>
                  </a:cubicBezTo>
                  <a:cubicBezTo>
                    <a:pt x="185438" y="142818"/>
                    <a:pt x="183449" y="143614"/>
                    <a:pt x="183449" y="143614"/>
                  </a:cubicBezTo>
                  <a:close/>
                  <a:moveTo>
                    <a:pt x="394693" y="193740"/>
                  </a:moveTo>
                  <a:cubicBezTo>
                    <a:pt x="393897" y="193740"/>
                    <a:pt x="391510" y="195331"/>
                    <a:pt x="392704" y="197320"/>
                  </a:cubicBezTo>
                  <a:cubicBezTo>
                    <a:pt x="393897" y="199309"/>
                    <a:pt x="395488" y="199707"/>
                    <a:pt x="397080" y="198513"/>
                  </a:cubicBezTo>
                  <a:cubicBezTo>
                    <a:pt x="398671" y="197320"/>
                    <a:pt x="401456" y="196127"/>
                    <a:pt x="399864" y="194933"/>
                  </a:cubicBezTo>
                  <a:cubicBezTo>
                    <a:pt x="398273" y="193342"/>
                    <a:pt x="394693" y="193740"/>
                    <a:pt x="394693" y="193740"/>
                  </a:cubicBezTo>
                  <a:close/>
                  <a:moveTo>
                    <a:pt x="406230" y="168279"/>
                  </a:moveTo>
                  <a:cubicBezTo>
                    <a:pt x="402649" y="167881"/>
                    <a:pt x="400262" y="170268"/>
                    <a:pt x="401853" y="171859"/>
                  </a:cubicBezTo>
                  <a:cubicBezTo>
                    <a:pt x="403047" y="173451"/>
                    <a:pt x="411003" y="173053"/>
                    <a:pt x="410606" y="170666"/>
                  </a:cubicBezTo>
                  <a:cubicBezTo>
                    <a:pt x="409810" y="168279"/>
                    <a:pt x="406230" y="168279"/>
                    <a:pt x="406230" y="168279"/>
                  </a:cubicBezTo>
                  <a:close/>
                  <a:moveTo>
                    <a:pt x="455560" y="189364"/>
                  </a:moveTo>
                  <a:cubicBezTo>
                    <a:pt x="451581" y="188170"/>
                    <a:pt x="448797" y="190557"/>
                    <a:pt x="449990" y="192148"/>
                  </a:cubicBezTo>
                  <a:cubicBezTo>
                    <a:pt x="451184" y="193740"/>
                    <a:pt x="452775" y="192546"/>
                    <a:pt x="454366" y="193740"/>
                  </a:cubicBezTo>
                  <a:cubicBezTo>
                    <a:pt x="456355" y="194933"/>
                    <a:pt x="461129" y="193342"/>
                    <a:pt x="459140" y="191353"/>
                  </a:cubicBezTo>
                  <a:cubicBezTo>
                    <a:pt x="457549" y="188966"/>
                    <a:pt x="455560" y="189364"/>
                    <a:pt x="455560" y="189364"/>
                  </a:cubicBezTo>
                  <a:close/>
                  <a:moveTo>
                    <a:pt x="470677" y="166290"/>
                  </a:moveTo>
                  <a:cubicBezTo>
                    <a:pt x="467494" y="165494"/>
                    <a:pt x="465903" y="167483"/>
                    <a:pt x="466699" y="169075"/>
                  </a:cubicBezTo>
                  <a:cubicBezTo>
                    <a:pt x="467892" y="170666"/>
                    <a:pt x="469086" y="170666"/>
                    <a:pt x="470279" y="171462"/>
                  </a:cubicBezTo>
                  <a:cubicBezTo>
                    <a:pt x="471473" y="171859"/>
                    <a:pt x="475451" y="171462"/>
                    <a:pt x="474257" y="169075"/>
                  </a:cubicBezTo>
                  <a:cubicBezTo>
                    <a:pt x="472666" y="166688"/>
                    <a:pt x="470677" y="166688"/>
                    <a:pt x="470677" y="166290"/>
                  </a:cubicBezTo>
                  <a:close/>
                  <a:moveTo>
                    <a:pt x="466301" y="150377"/>
                  </a:moveTo>
                  <a:cubicBezTo>
                    <a:pt x="464312" y="151570"/>
                    <a:pt x="463914" y="153560"/>
                    <a:pt x="465505" y="153560"/>
                  </a:cubicBezTo>
                  <a:cubicBezTo>
                    <a:pt x="467096" y="153560"/>
                    <a:pt x="467892" y="155946"/>
                    <a:pt x="468290" y="153957"/>
                  </a:cubicBezTo>
                  <a:cubicBezTo>
                    <a:pt x="469086" y="152366"/>
                    <a:pt x="469086" y="151173"/>
                    <a:pt x="468290" y="150775"/>
                  </a:cubicBezTo>
                  <a:cubicBezTo>
                    <a:pt x="467494" y="150377"/>
                    <a:pt x="466301" y="150377"/>
                    <a:pt x="466301" y="150377"/>
                  </a:cubicBezTo>
                  <a:close/>
                  <a:moveTo>
                    <a:pt x="481418" y="155946"/>
                  </a:moveTo>
                  <a:cubicBezTo>
                    <a:pt x="478633" y="158731"/>
                    <a:pt x="478633" y="161914"/>
                    <a:pt x="480225" y="161516"/>
                  </a:cubicBezTo>
                  <a:cubicBezTo>
                    <a:pt x="482214" y="160720"/>
                    <a:pt x="483805" y="162312"/>
                    <a:pt x="484601" y="160720"/>
                  </a:cubicBezTo>
                  <a:cubicBezTo>
                    <a:pt x="485396" y="159129"/>
                    <a:pt x="486988" y="157140"/>
                    <a:pt x="484999" y="155946"/>
                  </a:cubicBezTo>
                  <a:cubicBezTo>
                    <a:pt x="482612" y="154753"/>
                    <a:pt x="481418" y="155946"/>
                    <a:pt x="481418" y="155946"/>
                  </a:cubicBezTo>
                  <a:close/>
                  <a:moveTo>
                    <a:pt x="488977" y="173451"/>
                  </a:moveTo>
                  <a:cubicBezTo>
                    <a:pt x="485794" y="174644"/>
                    <a:pt x="484601" y="175838"/>
                    <a:pt x="486590" y="176633"/>
                  </a:cubicBezTo>
                  <a:cubicBezTo>
                    <a:pt x="488181" y="177429"/>
                    <a:pt x="488977" y="178225"/>
                    <a:pt x="490966" y="178225"/>
                  </a:cubicBezTo>
                  <a:cubicBezTo>
                    <a:pt x="492955" y="178225"/>
                    <a:pt x="495740" y="176633"/>
                    <a:pt x="494148" y="174644"/>
                  </a:cubicBezTo>
                  <a:cubicBezTo>
                    <a:pt x="491761" y="172655"/>
                    <a:pt x="488977" y="173451"/>
                    <a:pt x="488977" y="173451"/>
                  </a:cubicBezTo>
                  <a:close/>
                  <a:moveTo>
                    <a:pt x="476246" y="186977"/>
                  </a:moveTo>
                  <a:cubicBezTo>
                    <a:pt x="472666" y="188568"/>
                    <a:pt x="473859" y="189364"/>
                    <a:pt x="472666" y="191353"/>
                  </a:cubicBezTo>
                  <a:cubicBezTo>
                    <a:pt x="471473" y="193342"/>
                    <a:pt x="469881" y="195729"/>
                    <a:pt x="473064" y="195729"/>
                  </a:cubicBezTo>
                  <a:cubicBezTo>
                    <a:pt x="476246" y="195729"/>
                    <a:pt x="476644" y="191353"/>
                    <a:pt x="477838" y="191353"/>
                  </a:cubicBezTo>
                  <a:cubicBezTo>
                    <a:pt x="479031" y="191750"/>
                    <a:pt x="480622" y="191353"/>
                    <a:pt x="481020" y="189761"/>
                  </a:cubicBezTo>
                  <a:cubicBezTo>
                    <a:pt x="481020" y="188170"/>
                    <a:pt x="481020" y="186181"/>
                    <a:pt x="479429" y="185783"/>
                  </a:cubicBezTo>
                  <a:cubicBezTo>
                    <a:pt x="478235" y="185385"/>
                    <a:pt x="476246" y="186977"/>
                    <a:pt x="476246" y="186977"/>
                  </a:cubicBezTo>
                  <a:close/>
                  <a:moveTo>
                    <a:pt x="819568" y="33019"/>
                  </a:moveTo>
                  <a:cubicBezTo>
                    <a:pt x="815589" y="32621"/>
                    <a:pt x="816783" y="34213"/>
                    <a:pt x="814794" y="35008"/>
                  </a:cubicBezTo>
                  <a:cubicBezTo>
                    <a:pt x="812805" y="35804"/>
                    <a:pt x="808826" y="36600"/>
                    <a:pt x="813202" y="37793"/>
                  </a:cubicBezTo>
                  <a:cubicBezTo>
                    <a:pt x="817181" y="39782"/>
                    <a:pt x="824739" y="43363"/>
                    <a:pt x="823944" y="40180"/>
                  </a:cubicBezTo>
                  <a:cubicBezTo>
                    <a:pt x="823148" y="36998"/>
                    <a:pt x="820363" y="38191"/>
                    <a:pt x="820363" y="37395"/>
                  </a:cubicBezTo>
                  <a:cubicBezTo>
                    <a:pt x="820363" y="36202"/>
                    <a:pt x="821159" y="36600"/>
                    <a:pt x="820761" y="35406"/>
                  </a:cubicBezTo>
                  <a:cubicBezTo>
                    <a:pt x="820363" y="34213"/>
                    <a:pt x="821557" y="33815"/>
                    <a:pt x="821159" y="33815"/>
                  </a:cubicBezTo>
                  <a:cubicBezTo>
                    <a:pt x="820363" y="33417"/>
                    <a:pt x="819568" y="33019"/>
                    <a:pt x="819568" y="33019"/>
                  </a:cubicBezTo>
                  <a:close/>
                  <a:moveTo>
                    <a:pt x="805644" y="300754"/>
                  </a:moveTo>
                  <a:cubicBezTo>
                    <a:pt x="802063" y="301152"/>
                    <a:pt x="799677" y="303141"/>
                    <a:pt x="801666" y="305130"/>
                  </a:cubicBezTo>
                  <a:cubicBezTo>
                    <a:pt x="803257" y="307119"/>
                    <a:pt x="804053" y="305926"/>
                    <a:pt x="806042" y="305130"/>
                  </a:cubicBezTo>
                  <a:cubicBezTo>
                    <a:pt x="808031" y="304334"/>
                    <a:pt x="813202" y="305130"/>
                    <a:pt x="811213" y="302345"/>
                  </a:cubicBezTo>
                  <a:cubicBezTo>
                    <a:pt x="808826" y="299560"/>
                    <a:pt x="805644" y="300356"/>
                    <a:pt x="805644" y="300754"/>
                  </a:cubicBezTo>
                  <a:close/>
                  <a:moveTo>
                    <a:pt x="854576" y="219598"/>
                  </a:moveTo>
                  <a:cubicBezTo>
                    <a:pt x="852587" y="219996"/>
                    <a:pt x="851791" y="222383"/>
                    <a:pt x="853383" y="222383"/>
                  </a:cubicBezTo>
                  <a:cubicBezTo>
                    <a:pt x="854974" y="222383"/>
                    <a:pt x="855770" y="221985"/>
                    <a:pt x="858554" y="221189"/>
                  </a:cubicBezTo>
                  <a:cubicBezTo>
                    <a:pt x="860146" y="220394"/>
                    <a:pt x="858952" y="216415"/>
                    <a:pt x="857361" y="217211"/>
                  </a:cubicBezTo>
                  <a:cubicBezTo>
                    <a:pt x="855372" y="217609"/>
                    <a:pt x="854576" y="219598"/>
                    <a:pt x="854576" y="219598"/>
                  </a:cubicBezTo>
                  <a:close/>
                  <a:moveTo>
                    <a:pt x="878048" y="180214"/>
                  </a:moveTo>
                  <a:cubicBezTo>
                    <a:pt x="874865" y="181009"/>
                    <a:pt x="874069" y="184988"/>
                    <a:pt x="876456" y="184590"/>
                  </a:cubicBezTo>
                  <a:cubicBezTo>
                    <a:pt x="878843" y="183794"/>
                    <a:pt x="882424" y="186181"/>
                    <a:pt x="882424" y="182998"/>
                  </a:cubicBezTo>
                  <a:cubicBezTo>
                    <a:pt x="882026" y="179816"/>
                    <a:pt x="878048" y="180611"/>
                    <a:pt x="878048" y="180214"/>
                  </a:cubicBezTo>
                  <a:close/>
                  <a:moveTo>
                    <a:pt x="941302" y="327010"/>
                  </a:moveTo>
                  <a:cubicBezTo>
                    <a:pt x="937721" y="327408"/>
                    <a:pt x="935732" y="328999"/>
                    <a:pt x="937721" y="330988"/>
                  </a:cubicBezTo>
                  <a:cubicBezTo>
                    <a:pt x="939710" y="332978"/>
                    <a:pt x="940108" y="331784"/>
                    <a:pt x="942097" y="332182"/>
                  </a:cubicBezTo>
                  <a:cubicBezTo>
                    <a:pt x="944086" y="332580"/>
                    <a:pt x="948860" y="331784"/>
                    <a:pt x="946473" y="329397"/>
                  </a:cubicBezTo>
                  <a:cubicBezTo>
                    <a:pt x="944086" y="327010"/>
                    <a:pt x="941302" y="327010"/>
                    <a:pt x="941302" y="327010"/>
                  </a:cubicBezTo>
                  <a:close/>
                  <a:moveTo>
                    <a:pt x="954430" y="361223"/>
                  </a:moveTo>
                  <a:cubicBezTo>
                    <a:pt x="952043" y="363610"/>
                    <a:pt x="951645" y="364405"/>
                    <a:pt x="953236" y="365997"/>
                  </a:cubicBezTo>
                  <a:cubicBezTo>
                    <a:pt x="954828" y="367190"/>
                    <a:pt x="956817" y="371168"/>
                    <a:pt x="956817" y="368384"/>
                  </a:cubicBezTo>
                  <a:cubicBezTo>
                    <a:pt x="956817" y="365599"/>
                    <a:pt x="955225" y="363610"/>
                    <a:pt x="956817" y="364008"/>
                  </a:cubicBezTo>
                  <a:cubicBezTo>
                    <a:pt x="958408" y="364405"/>
                    <a:pt x="960795" y="364803"/>
                    <a:pt x="959999" y="362814"/>
                  </a:cubicBezTo>
                  <a:cubicBezTo>
                    <a:pt x="959204" y="360825"/>
                    <a:pt x="959204" y="359234"/>
                    <a:pt x="957214" y="359234"/>
                  </a:cubicBezTo>
                  <a:cubicBezTo>
                    <a:pt x="955623" y="359234"/>
                    <a:pt x="954430" y="361223"/>
                    <a:pt x="954430" y="361223"/>
                  </a:cubicBezTo>
                  <a:close/>
                  <a:moveTo>
                    <a:pt x="996599" y="323430"/>
                  </a:moveTo>
                  <a:cubicBezTo>
                    <a:pt x="993416" y="323032"/>
                    <a:pt x="995008" y="324225"/>
                    <a:pt x="992621" y="325021"/>
                  </a:cubicBezTo>
                  <a:cubicBezTo>
                    <a:pt x="990234" y="325817"/>
                    <a:pt x="988245" y="328204"/>
                    <a:pt x="990632" y="328204"/>
                  </a:cubicBezTo>
                  <a:cubicBezTo>
                    <a:pt x="993019" y="328204"/>
                    <a:pt x="993019" y="325817"/>
                    <a:pt x="994212" y="327408"/>
                  </a:cubicBezTo>
                  <a:cubicBezTo>
                    <a:pt x="995405" y="328999"/>
                    <a:pt x="995803" y="330193"/>
                    <a:pt x="997395" y="329397"/>
                  </a:cubicBezTo>
                  <a:cubicBezTo>
                    <a:pt x="998588" y="328601"/>
                    <a:pt x="999782" y="328204"/>
                    <a:pt x="1000179" y="326612"/>
                  </a:cubicBezTo>
                  <a:cubicBezTo>
                    <a:pt x="1000577" y="325021"/>
                    <a:pt x="1001373" y="323828"/>
                    <a:pt x="999384" y="323430"/>
                  </a:cubicBezTo>
                  <a:cubicBezTo>
                    <a:pt x="998190" y="323430"/>
                    <a:pt x="996599" y="323430"/>
                    <a:pt x="996599" y="323430"/>
                  </a:cubicBezTo>
                  <a:close/>
                </a:path>
              </a:pathLst>
            </a:custGeom>
            <a:grpFill/>
            <a:ln w="1905" cap="flat">
              <a:noFill/>
              <a:prstDash val="solid"/>
              <a:miter/>
            </a:ln>
          </p:spPr>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801" b="0" i="0" u="none" strike="noStrike" kern="0" cap="none" spc="0" normalizeH="0" baseline="0" noProof="0">
                <a:ln>
                  <a:noFill/>
                </a:ln>
                <a:solidFill>
                  <a:srgbClr val="FFFFFF"/>
                </a:solidFill>
                <a:effectLst/>
                <a:uLnTx/>
                <a:uFillTx/>
                <a:latin typeface="Segoe UI"/>
                <a:ea typeface="+mn-ea"/>
                <a:cs typeface="+mn-cs"/>
              </a:endParaRPr>
            </a:p>
          </p:txBody>
        </p:sp>
        <p:sp>
          <p:nvSpPr>
            <p:cNvPr id="455" name="Kenya">
              <a:extLst>
                <a:ext uri="{FF2B5EF4-FFF2-40B4-BE49-F238E27FC236}">
                  <a16:creationId xmlns:a16="http://schemas.microsoft.com/office/drawing/2014/main" id="{1C47718A-7315-2E9C-5C0F-0BBBFA6151E8}"/>
                </a:ext>
              </a:extLst>
            </p:cNvPr>
            <p:cNvSpPr>
              <a:spLocks noEditPoints="1"/>
            </p:cNvSpPr>
            <p:nvPr/>
          </p:nvSpPr>
          <p:spPr bwMode="auto">
            <a:xfrm>
              <a:off x="6862099" y="3842436"/>
              <a:ext cx="272486" cy="386185"/>
            </a:xfrm>
            <a:custGeom>
              <a:avLst/>
              <a:gdLst/>
              <a:ahLst/>
              <a:cxnLst>
                <a:cxn ang="0">
                  <a:pos x="68" y="64"/>
                </a:cxn>
                <a:cxn ang="0">
                  <a:pos x="68" y="29"/>
                </a:cxn>
                <a:cxn ang="0">
                  <a:pos x="77" y="14"/>
                </a:cxn>
                <a:cxn ang="0">
                  <a:pos x="73" y="14"/>
                </a:cxn>
                <a:cxn ang="0">
                  <a:pos x="68" y="12"/>
                </a:cxn>
                <a:cxn ang="0">
                  <a:pos x="64" y="11"/>
                </a:cxn>
                <a:cxn ang="0">
                  <a:pos x="55" y="19"/>
                </a:cxn>
                <a:cxn ang="0">
                  <a:pos x="52" y="19"/>
                </a:cxn>
                <a:cxn ang="0">
                  <a:pos x="44" y="17"/>
                </a:cxn>
                <a:cxn ang="0">
                  <a:pos x="38" y="16"/>
                </a:cxn>
                <a:cxn ang="0">
                  <a:pos x="24" y="8"/>
                </a:cxn>
                <a:cxn ang="0">
                  <a:pos x="17" y="6"/>
                </a:cxn>
                <a:cxn ang="0">
                  <a:pos x="13" y="2"/>
                </a:cxn>
                <a:cxn ang="0">
                  <a:pos x="9" y="3"/>
                </a:cxn>
                <a:cxn ang="0">
                  <a:pos x="0" y="11"/>
                </a:cxn>
                <a:cxn ang="0">
                  <a:pos x="1" y="14"/>
                </a:cxn>
                <a:cxn ang="0">
                  <a:pos x="2" y="16"/>
                </a:cxn>
                <a:cxn ang="0">
                  <a:pos x="5" y="17"/>
                </a:cxn>
                <a:cxn ang="0">
                  <a:pos x="5" y="22"/>
                </a:cxn>
                <a:cxn ang="0">
                  <a:pos x="8" y="28"/>
                </a:cxn>
                <a:cxn ang="0">
                  <a:pos x="9" y="31"/>
                </a:cxn>
                <a:cxn ang="0">
                  <a:pos x="10" y="38"/>
                </a:cxn>
                <a:cxn ang="0">
                  <a:pos x="8" y="42"/>
                </a:cxn>
                <a:cxn ang="0">
                  <a:pos x="6" y="45"/>
                </a:cxn>
                <a:cxn ang="0">
                  <a:pos x="3" y="49"/>
                </a:cxn>
                <a:cxn ang="0">
                  <a:pos x="1" y="54"/>
                </a:cxn>
                <a:cxn ang="0">
                  <a:pos x="1" y="58"/>
                </a:cxn>
                <a:cxn ang="0">
                  <a:pos x="3" y="60"/>
                </a:cxn>
                <a:cxn ang="0">
                  <a:pos x="3" y="62"/>
                </a:cxn>
                <a:cxn ang="0">
                  <a:pos x="6" y="59"/>
                </a:cxn>
                <a:cxn ang="0">
                  <a:pos x="9" y="61"/>
                </a:cxn>
                <a:cxn ang="0">
                  <a:pos x="5" y="62"/>
                </a:cxn>
                <a:cxn ang="0">
                  <a:pos x="4" y="62"/>
                </a:cxn>
                <a:cxn ang="0">
                  <a:pos x="2" y="63"/>
                </a:cxn>
                <a:cxn ang="0">
                  <a:pos x="1" y="66"/>
                </a:cxn>
                <a:cxn ang="0">
                  <a:pos x="2" y="68"/>
                </a:cxn>
                <a:cxn ang="0">
                  <a:pos x="20" y="80"/>
                </a:cxn>
                <a:cxn ang="0">
                  <a:pos x="36" y="92"/>
                </a:cxn>
                <a:cxn ang="0">
                  <a:pos x="35" y="96"/>
                </a:cxn>
                <a:cxn ang="0">
                  <a:pos x="39" y="99"/>
                </a:cxn>
                <a:cxn ang="0">
                  <a:pos x="51" y="108"/>
                </a:cxn>
                <a:cxn ang="0">
                  <a:pos x="53" y="107"/>
                </a:cxn>
                <a:cxn ang="0">
                  <a:pos x="55" y="104"/>
                </a:cxn>
                <a:cxn ang="0">
                  <a:pos x="55" y="102"/>
                </a:cxn>
                <a:cxn ang="0">
                  <a:pos x="56" y="101"/>
                </a:cxn>
                <a:cxn ang="0">
                  <a:pos x="57" y="99"/>
                </a:cxn>
                <a:cxn ang="0">
                  <a:pos x="58" y="94"/>
                </a:cxn>
                <a:cxn ang="0">
                  <a:pos x="61" y="90"/>
                </a:cxn>
                <a:cxn ang="0">
                  <a:pos x="63" y="85"/>
                </a:cxn>
                <a:cxn ang="0">
                  <a:pos x="66" y="82"/>
                </a:cxn>
                <a:cxn ang="0">
                  <a:pos x="68" y="82"/>
                </a:cxn>
                <a:cxn ang="0">
                  <a:pos x="67" y="79"/>
                </a:cxn>
                <a:cxn ang="0">
                  <a:pos x="69" y="80"/>
                </a:cxn>
                <a:cxn ang="0">
                  <a:pos x="72" y="78"/>
                </a:cxn>
                <a:cxn ang="0">
                  <a:pos x="70" y="80"/>
                </a:cxn>
                <a:cxn ang="0">
                  <a:pos x="68" y="81"/>
                </a:cxn>
                <a:cxn ang="0">
                  <a:pos x="69" y="80"/>
                </a:cxn>
              </a:cxnLst>
              <a:rect l="0" t="0" r="r" b="b"/>
              <a:pathLst>
                <a:path w="77" h="109">
                  <a:moveTo>
                    <a:pt x="72" y="72"/>
                  </a:moveTo>
                  <a:cubicBezTo>
                    <a:pt x="71" y="70"/>
                    <a:pt x="70" y="69"/>
                    <a:pt x="69" y="68"/>
                  </a:cubicBezTo>
                  <a:cubicBezTo>
                    <a:pt x="68" y="67"/>
                    <a:pt x="68" y="66"/>
                    <a:pt x="68" y="64"/>
                  </a:cubicBezTo>
                  <a:cubicBezTo>
                    <a:pt x="68" y="63"/>
                    <a:pt x="68" y="61"/>
                    <a:pt x="68" y="59"/>
                  </a:cubicBezTo>
                  <a:cubicBezTo>
                    <a:pt x="68" y="56"/>
                    <a:pt x="68" y="53"/>
                    <a:pt x="68" y="49"/>
                  </a:cubicBezTo>
                  <a:cubicBezTo>
                    <a:pt x="68" y="42"/>
                    <a:pt x="68" y="36"/>
                    <a:pt x="68" y="29"/>
                  </a:cubicBezTo>
                  <a:cubicBezTo>
                    <a:pt x="68" y="27"/>
                    <a:pt x="68" y="26"/>
                    <a:pt x="69" y="25"/>
                  </a:cubicBezTo>
                  <a:cubicBezTo>
                    <a:pt x="70" y="24"/>
                    <a:pt x="71" y="23"/>
                    <a:pt x="72" y="22"/>
                  </a:cubicBezTo>
                  <a:cubicBezTo>
                    <a:pt x="74" y="19"/>
                    <a:pt x="75" y="16"/>
                    <a:pt x="77" y="14"/>
                  </a:cubicBezTo>
                  <a:cubicBezTo>
                    <a:pt x="76" y="14"/>
                    <a:pt x="76" y="13"/>
                    <a:pt x="75" y="13"/>
                  </a:cubicBezTo>
                  <a:cubicBezTo>
                    <a:pt x="75" y="14"/>
                    <a:pt x="74" y="13"/>
                    <a:pt x="74" y="14"/>
                  </a:cubicBezTo>
                  <a:cubicBezTo>
                    <a:pt x="73" y="14"/>
                    <a:pt x="73" y="14"/>
                    <a:pt x="73" y="14"/>
                  </a:cubicBezTo>
                  <a:cubicBezTo>
                    <a:pt x="72" y="14"/>
                    <a:pt x="72" y="14"/>
                    <a:pt x="71" y="14"/>
                  </a:cubicBezTo>
                  <a:cubicBezTo>
                    <a:pt x="70" y="14"/>
                    <a:pt x="70" y="14"/>
                    <a:pt x="69" y="14"/>
                  </a:cubicBezTo>
                  <a:cubicBezTo>
                    <a:pt x="69" y="13"/>
                    <a:pt x="69" y="13"/>
                    <a:pt x="68" y="12"/>
                  </a:cubicBezTo>
                  <a:cubicBezTo>
                    <a:pt x="68" y="12"/>
                    <a:pt x="67" y="12"/>
                    <a:pt x="67" y="11"/>
                  </a:cubicBezTo>
                  <a:cubicBezTo>
                    <a:pt x="67" y="11"/>
                    <a:pt x="66" y="11"/>
                    <a:pt x="66" y="10"/>
                  </a:cubicBezTo>
                  <a:cubicBezTo>
                    <a:pt x="65" y="11"/>
                    <a:pt x="65" y="11"/>
                    <a:pt x="64" y="11"/>
                  </a:cubicBezTo>
                  <a:cubicBezTo>
                    <a:pt x="63" y="11"/>
                    <a:pt x="63" y="12"/>
                    <a:pt x="62" y="12"/>
                  </a:cubicBezTo>
                  <a:cubicBezTo>
                    <a:pt x="61" y="13"/>
                    <a:pt x="60" y="13"/>
                    <a:pt x="59" y="14"/>
                  </a:cubicBezTo>
                  <a:cubicBezTo>
                    <a:pt x="57" y="15"/>
                    <a:pt x="56" y="17"/>
                    <a:pt x="55" y="19"/>
                  </a:cubicBezTo>
                  <a:cubicBezTo>
                    <a:pt x="54" y="19"/>
                    <a:pt x="54" y="20"/>
                    <a:pt x="54" y="20"/>
                  </a:cubicBezTo>
                  <a:cubicBezTo>
                    <a:pt x="54" y="19"/>
                    <a:pt x="53" y="19"/>
                    <a:pt x="52" y="19"/>
                  </a:cubicBezTo>
                  <a:cubicBezTo>
                    <a:pt x="52" y="19"/>
                    <a:pt x="52" y="19"/>
                    <a:pt x="52" y="19"/>
                  </a:cubicBezTo>
                  <a:cubicBezTo>
                    <a:pt x="51" y="19"/>
                    <a:pt x="51" y="19"/>
                    <a:pt x="51" y="19"/>
                  </a:cubicBezTo>
                  <a:cubicBezTo>
                    <a:pt x="49" y="18"/>
                    <a:pt x="48" y="19"/>
                    <a:pt x="47" y="18"/>
                  </a:cubicBezTo>
                  <a:cubicBezTo>
                    <a:pt x="46" y="18"/>
                    <a:pt x="45" y="17"/>
                    <a:pt x="44" y="17"/>
                  </a:cubicBezTo>
                  <a:cubicBezTo>
                    <a:pt x="44" y="17"/>
                    <a:pt x="43" y="18"/>
                    <a:pt x="43" y="18"/>
                  </a:cubicBezTo>
                  <a:cubicBezTo>
                    <a:pt x="42" y="18"/>
                    <a:pt x="41" y="18"/>
                    <a:pt x="41" y="17"/>
                  </a:cubicBezTo>
                  <a:cubicBezTo>
                    <a:pt x="40" y="17"/>
                    <a:pt x="39" y="16"/>
                    <a:pt x="38" y="16"/>
                  </a:cubicBezTo>
                  <a:cubicBezTo>
                    <a:pt x="36" y="14"/>
                    <a:pt x="33" y="12"/>
                    <a:pt x="31" y="11"/>
                  </a:cubicBezTo>
                  <a:cubicBezTo>
                    <a:pt x="30" y="10"/>
                    <a:pt x="29" y="9"/>
                    <a:pt x="28" y="9"/>
                  </a:cubicBezTo>
                  <a:cubicBezTo>
                    <a:pt x="27" y="8"/>
                    <a:pt x="25" y="8"/>
                    <a:pt x="24" y="8"/>
                  </a:cubicBezTo>
                  <a:cubicBezTo>
                    <a:pt x="23" y="8"/>
                    <a:pt x="22" y="8"/>
                    <a:pt x="21" y="8"/>
                  </a:cubicBezTo>
                  <a:cubicBezTo>
                    <a:pt x="20" y="8"/>
                    <a:pt x="19" y="7"/>
                    <a:pt x="19" y="6"/>
                  </a:cubicBezTo>
                  <a:cubicBezTo>
                    <a:pt x="18" y="6"/>
                    <a:pt x="17" y="6"/>
                    <a:pt x="17" y="6"/>
                  </a:cubicBezTo>
                  <a:cubicBezTo>
                    <a:pt x="16" y="6"/>
                    <a:pt x="15" y="5"/>
                    <a:pt x="15" y="5"/>
                  </a:cubicBezTo>
                  <a:cubicBezTo>
                    <a:pt x="15" y="4"/>
                    <a:pt x="15" y="4"/>
                    <a:pt x="15" y="3"/>
                  </a:cubicBezTo>
                  <a:cubicBezTo>
                    <a:pt x="14" y="2"/>
                    <a:pt x="14" y="3"/>
                    <a:pt x="13" y="2"/>
                  </a:cubicBezTo>
                  <a:cubicBezTo>
                    <a:pt x="13" y="2"/>
                    <a:pt x="14" y="0"/>
                    <a:pt x="13" y="2"/>
                  </a:cubicBezTo>
                  <a:cubicBezTo>
                    <a:pt x="12" y="2"/>
                    <a:pt x="12" y="2"/>
                    <a:pt x="12" y="2"/>
                  </a:cubicBezTo>
                  <a:cubicBezTo>
                    <a:pt x="11" y="2"/>
                    <a:pt x="10" y="3"/>
                    <a:pt x="9" y="3"/>
                  </a:cubicBezTo>
                  <a:cubicBezTo>
                    <a:pt x="7" y="4"/>
                    <a:pt x="5" y="5"/>
                    <a:pt x="4" y="7"/>
                  </a:cubicBezTo>
                  <a:cubicBezTo>
                    <a:pt x="4" y="7"/>
                    <a:pt x="4" y="7"/>
                    <a:pt x="4" y="7"/>
                  </a:cubicBezTo>
                  <a:cubicBezTo>
                    <a:pt x="3" y="8"/>
                    <a:pt x="1" y="9"/>
                    <a:pt x="0" y="11"/>
                  </a:cubicBezTo>
                  <a:cubicBezTo>
                    <a:pt x="1" y="11"/>
                    <a:pt x="1" y="12"/>
                    <a:pt x="1" y="12"/>
                  </a:cubicBezTo>
                  <a:cubicBezTo>
                    <a:pt x="1" y="13"/>
                    <a:pt x="1" y="13"/>
                    <a:pt x="1" y="14"/>
                  </a:cubicBezTo>
                  <a:cubicBezTo>
                    <a:pt x="1" y="14"/>
                    <a:pt x="2" y="14"/>
                    <a:pt x="1" y="14"/>
                  </a:cubicBezTo>
                  <a:cubicBezTo>
                    <a:pt x="1" y="15"/>
                    <a:pt x="2" y="14"/>
                    <a:pt x="2" y="15"/>
                  </a:cubicBezTo>
                  <a:cubicBezTo>
                    <a:pt x="3" y="15"/>
                    <a:pt x="2" y="15"/>
                    <a:pt x="2" y="15"/>
                  </a:cubicBezTo>
                  <a:cubicBezTo>
                    <a:pt x="2" y="15"/>
                    <a:pt x="2" y="16"/>
                    <a:pt x="2" y="16"/>
                  </a:cubicBezTo>
                  <a:cubicBezTo>
                    <a:pt x="2" y="16"/>
                    <a:pt x="3" y="16"/>
                    <a:pt x="3" y="16"/>
                  </a:cubicBezTo>
                  <a:cubicBezTo>
                    <a:pt x="3" y="16"/>
                    <a:pt x="3" y="17"/>
                    <a:pt x="3" y="16"/>
                  </a:cubicBezTo>
                  <a:cubicBezTo>
                    <a:pt x="4" y="16"/>
                    <a:pt x="4" y="17"/>
                    <a:pt x="5" y="17"/>
                  </a:cubicBezTo>
                  <a:cubicBezTo>
                    <a:pt x="5" y="17"/>
                    <a:pt x="5" y="18"/>
                    <a:pt x="5" y="18"/>
                  </a:cubicBezTo>
                  <a:cubicBezTo>
                    <a:pt x="5" y="18"/>
                    <a:pt x="5" y="18"/>
                    <a:pt x="4" y="19"/>
                  </a:cubicBezTo>
                  <a:cubicBezTo>
                    <a:pt x="4" y="20"/>
                    <a:pt x="5" y="21"/>
                    <a:pt x="5" y="22"/>
                  </a:cubicBezTo>
                  <a:cubicBezTo>
                    <a:pt x="5" y="23"/>
                    <a:pt x="6" y="23"/>
                    <a:pt x="6" y="23"/>
                  </a:cubicBezTo>
                  <a:cubicBezTo>
                    <a:pt x="6" y="24"/>
                    <a:pt x="6" y="26"/>
                    <a:pt x="7" y="26"/>
                  </a:cubicBezTo>
                  <a:cubicBezTo>
                    <a:pt x="8" y="26"/>
                    <a:pt x="8" y="27"/>
                    <a:pt x="8" y="28"/>
                  </a:cubicBezTo>
                  <a:cubicBezTo>
                    <a:pt x="8" y="28"/>
                    <a:pt x="8" y="28"/>
                    <a:pt x="8" y="29"/>
                  </a:cubicBezTo>
                  <a:cubicBezTo>
                    <a:pt x="9" y="29"/>
                    <a:pt x="9" y="29"/>
                    <a:pt x="9" y="29"/>
                  </a:cubicBezTo>
                  <a:cubicBezTo>
                    <a:pt x="9" y="29"/>
                    <a:pt x="10" y="30"/>
                    <a:pt x="9" y="31"/>
                  </a:cubicBezTo>
                  <a:cubicBezTo>
                    <a:pt x="9" y="31"/>
                    <a:pt x="9" y="33"/>
                    <a:pt x="10" y="33"/>
                  </a:cubicBezTo>
                  <a:cubicBezTo>
                    <a:pt x="10" y="34"/>
                    <a:pt x="10" y="35"/>
                    <a:pt x="10" y="36"/>
                  </a:cubicBezTo>
                  <a:cubicBezTo>
                    <a:pt x="10" y="36"/>
                    <a:pt x="10" y="38"/>
                    <a:pt x="10" y="38"/>
                  </a:cubicBezTo>
                  <a:cubicBezTo>
                    <a:pt x="10" y="39"/>
                    <a:pt x="10" y="39"/>
                    <a:pt x="10" y="40"/>
                  </a:cubicBezTo>
                  <a:cubicBezTo>
                    <a:pt x="9" y="40"/>
                    <a:pt x="9" y="40"/>
                    <a:pt x="9" y="41"/>
                  </a:cubicBezTo>
                  <a:cubicBezTo>
                    <a:pt x="9" y="41"/>
                    <a:pt x="9" y="42"/>
                    <a:pt x="8" y="42"/>
                  </a:cubicBezTo>
                  <a:cubicBezTo>
                    <a:pt x="8" y="42"/>
                    <a:pt x="8" y="42"/>
                    <a:pt x="8" y="42"/>
                  </a:cubicBezTo>
                  <a:cubicBezTo>
                    <a:pt x="9" y="43"/>
                    <a:pt x="9" y="44"/>
                    <a:pt x="8" y="44"/>
                  </a:cubicBezTo>
                  <a:cubicBezTo>
                    <a:pt x="7" y="44"/>
                    <a:pt x="6" y="45"/>
                    <a:pt x="6" y="45"/>
                  </a:cubicBezTo>
                  <a:cubicBezTo>
                    <a:pt x="5" y="45"/>
                    <a:pt x="5" y="47"/>
                    <a:pt x="5" y="47"/>
                  </a:cubicBezTo>
                  <a:cubicBezTo>
                    <a:pt x="5" y="48"/>
                    <a:pt x="4" y="48"/>
                    <a:pt x="4" y="49"/>
                  </a:cubicBezTo>
                  <a:cubicBezTo>
                    <a:pt x="4" y="49"/>
                    <a:pt x="3" y="49"/>
                    <a:pt x="3" y="49"/>
                  </a:cubicBezTo>
                  <a:cubicBezTo>
                    <a:pt x="3" y="50"/>
                    <a:pt x="3" y="50"/>
                    <a:pt x="2" y="50"/>
                  </a:cubicBezTo>
                  <a:cubicBezTo>
                    <a:pt x="2" y="51"/>
                    <a:pt x="2" y="52"/>
                    <a:pt x="1" y="53"/>
                  </a:cubicBezTo>
                  <a:cubicBezTo>
                    <a:pt x="1" y="53"/>
                    <a:pt x="2" y="53"/>
                    <a:pt x="1" y="54"/>
                  </a:cubicBezTo>
                  <a:cubicBezTo>
                    <a:pt x="1" y="54"/>
                    <a:pt x="1" y="54"/>
                    <a:pt x="1" y="55"/>
                  </a:cubicBezTo>
                  <a:cubicBezTo>
                    <a:pt x="0" y="55"/>
                    <a:pt x="0" y="56"/>
                    <a:pt x="0" y="57"/>
                  </a:cubicBezTo>
                  <a:cubicBezTo>
                    <a:pt x="0" y="57"/>
                    <a:pt x="1" y="58"/>
                    <a:pt x="1" y="58"/>
                  </a:cubicBezTo>
                  <a:cubicBezTo>
                    <a:pt x="1" y="58"/>
                    <a:pt x="1" y="58"/>
                    <a:pt x="2" y="58"/>
                  </a:cubicBezTo>
                  <a:cubicBezTo>
                    <a:pt x="2" y="58"/>
                    <a:pt x="1" y="58"/>
                    <a:pt x="2" y="59"/>
                  </a:cubicBezTo>
                  <a:cubicBezTo>
                    <a:pt x="1" y="59"/>
                    <a:pt x="2" y="59"/>
                    <a:pt x="3" y="60"/>
                  </a:cubicBezTo>
                  <a:cubicBezTo>
                    <a:pt x="3" y="60"/>
                    <a:pt x="3" y="60"/>
                    <a:pt x="3" y="60"/>
                  </a:cubicBezTo>
                  <a:cubicBezTo>
                    <a:pt x="3" y="60"/>
                    <a:pt x="3" y="61"/>
                    <a:pt x="3" y="61"/>
                  </a:cubicBezTo>
                  <a:cubicBezTo>
                    <a:pt x="3" y="61"/>
                    <a:pt x="3" y="62"/>
                    <a:pt x="3" y="62"/>
                  </a:cubicBezTo>
                  <a:cubicBezTo>
                    <a:pt x="3" y="62"/>
                    <a:pt x="4" y="61"/>
                    <a:pt x="4" y="61"/>
                  </a:cubicBezTo>
                  <a:cubicBezTo>
                    <a:pt x="4" y="60"/>
                    <a:pt x="4" y="60"/>
                    <a:pt x="4" y="59"/>
                  </a:cubicBezTo>
                  <a:cubicBezTo>
                    <a:pt x="4" y="59"/>
                    <a:pt x="5" y="59"/>
                    <a:pt x="6" y="59"/>
                  </a:cubicBezTo>
                  <a:cubicBezTo>
                    <a:pt x="6" y="59"/>
                    <a:pt x="6" y="59"/>
                    <a:pt x="7" y="59"/>
                  </a:cubicBezTo>
                  <a:cubicBezTo>
                    <a:pt x="7" y="58"/>
                    <a:pt x="7" y="58"/>
                    <a:pt x="8" y="58"/>
                  </a:cubicBezTo>
                  <a:cubicBezTo>
                    <a:pt x="7" y="59"/>
                    <a:pt x="9" y="60"/>
                    <a:pt x="9" y="61"/>
                  </a:cubicBezTo>
                  <a:cubicBezTo>
                    <a:pt x="8" y="61"/>
                    <a:pt x="8" y="60"/>
                    <a:pt x="8" y="61"/>
                  </a:cubicBezTo>
                  <a:cubicBezTo>
                    <a:pt x="8" y="61"/>
                    <a:pt x="7" y="61"/>
                    <a:pt x="7" y="61"/>
                  </a:cubicBezTo>
                  <a:cubicBezTo>
                    <a:pt x="6" y="61"/>
                    <a:pt x="4" y="60"/>
                    <a:pt x="5" y="62"/>
                  </a:cubicBezTo>
                  <a:cubicBezTo>
                    <a:pt x="5" y="62"/>
                    <a:pt x="5" y="62"/>
                    <a:pt x="5" y="63"/>
                  </a:cubicBezTo>
                  <a:cubicBezTo>
                    <a:pt x="5" y="63"/>
                    <a:pt x="4" y="63"/>
                    <a:pt x="4" y="63"/>
                  </a:cubicBezTo>
                  <a:cubicBezTo>
                    <a:pt x="4" y="63"/>
                    <a:pt x="4" y="62"/>
                    <a:pt x="4" y="62"/>
                  </a:cubicBezTo>
                  <a:cubicBezTo>
                    <a:pt x="4" y="62"/>
                    <a:pt x="4" y="63"/>
                    <a:pt x="3" y="62"/>
                  </a:cubicBezTo>
                  <a:cubicBezTo>
                    <a:pt x="3" y="63"/>
                    <a:pt x="2" y="61"/>
                    <a:pt x="2" y="63"/>
                  </a:cubicBezTo>
                  <a:cubicBezTo>
                    <a:pt x="2" y="63"/>
                    <a:pt x="2" y="63"/>
                    <a:pt x="2" y="63"/>
                  </a:cubicBezTo>
                  <a:cubicBezTo>
                    <a:pt x="1" y="63"/>
                    <a:pt x="1" y="63"/>
                    <a:pt x="1" y="64"/>
                  </a:cubicBezTo>
                  <a:cubicBezTo>
                    <a:pt x="1" y="64"/>
                    <a:pt x="1" y="64"/>
                    <a:pt x="1" y="65"/>
                  </a:cubicBezTo>
                  <a:cubicBezTo>
                    <a:pt x="1" y="65"/>
                    <a:pt x="1" y="66"/>
                    <a:pt x="1" y="66"/>
                  </a:cubicBezTo>
                  <a:cubicBezTo>
                    <a:pt x="2" y="66"/>
                    <a:pt x="2" y="66"/>
                    <a:pt x="2" y="67"/>
                  </a:cubicBezTo>
                  <a:cubicBezTo>
                    <a:pt x="2" y="67"/>
                    <a:pt x="2" y="67"/>
                    <a:pt x="2" y="67"/>
                  </a:cubicBezTo>
                  <a:cubicBezTo>
                    <a:pt x="2" y="68"/>
                    <a:pt x="2" y="68"/>
                    <a:pt x="2" y="68"/>
                  </a:cubicBezTo>
                  <a:cubicBezTo>
                    <a:pt x="1" y="68"/>
                    <a:pt x="1" y="68"/>
                    <a:pt x="1" y="68"/>
                  </a:cubicBezTo>
                  <a:cubicBezTo>
                    <a:pt x="1" y="68"/>
                    <a:pt x="2" y="68"/>
                    <a:pt x="1" y="69"/>
                  </a:cubicBezTo>
                  <a:cubicBezTo>
                    <a:pt x="7" y="73"/>
                    <a:pt x="13" y="76"/>
                    <a:pt x="20" y="80"/>
                  </a:cubicBezTo>
                  <a:cubicBezTo>
                    <a:pt x="23" y="82"/>
                    <a:pt x="26" y="84"/>
                    <a:pt x="29" y="86"/>
                  </a:cubicBezTo>
                  <a:cubicBezTo>
                    <a:pt x="30" y="87"/>
                    <a:pt x="32" y="88"/>
                    <a:pt x="34" y="89"/>
                  </a:cubicBezTo>
                  <a:cubicBezTo>
                    <a:pt x="35" y="90"/>
                    <a:pt x="36" y="90"/>
                    <a:pt x="36" y="92"/>
                  </a:cubicBezTo>
                  <a:cubicBezTo>
                    <a:pt x="36" y="92"/>
                    <a:pt x="36" y="93"/>
                    <a:pt x="36" y="94"/>
                  </a:cubicBezTo>
                  <a:cubicBezTo>
                    <a:pt x="36" y="94"/>
                    <a:pt x="36" y="94"/>
                    <a:pt x="35" y="95"/>
                  </a:cubicBezTo>
                  <a:cubicBezTo>
                    <a:pt x="35" y="95"/>
                    <a:pt x="35" y="96"/>
                    <a:pt x="35" y="96"/>
                  </a:cubicBezTo>
                  <a:cubicBezTo>
                    <a:pt x="36" y="96"/>
                    <a:pt x="36" y="96"/>
                    <a:pt x="36" y="96"/>
                  </a:cubicBezTo>
                  <a:cubicBezTo>
                    <a:pt x="37" y="96"/>
                    <a:pt x="37" y="97"/>
                    <a:pt x="37" y="97"/>
                  </a:cubicBezTo>
                  <a:cubicBezTo>
                    <a:pt x="38" y="98"/>
                    <a:pt x="38" y="98"/>
                    <a:pt x="39" y="99"/>
                  </a:cubicBezTo>
                  <a:cubicBezTo>
                    <a:pt x="40" y="100"/>
                    <a:pt x="42" y="101"/>
                    <a:pt x="43" y="102"/>
                  </a:cubicBezTo>
                  <a:cubicBezTo>
                    <a:pt x="45" y="104"/>
                    <a:pt x="47" y="106"/>
                    <a:pt x="50" y="108"/>
                  </a:cubicBezTo>
                  <a:cubicBezTo>
                    <a:pt x="50" y="108"/>
                    <a:pt x="50" y="108"/>
                    <a:pt x="51" y="108"/>
                  </a:cubicBezTo>
                  <a:cubicBezTo>
                    <a:pt x="51" y="108"/>
                    <a:pt x="51" y="108"/>
                    <a:pt x="52" y="108"/>
                  </a:cubicBezTo>
                  <a:cubicBezTo>
                    <a:pt x="52" y="108"/>
                    <a:pt x="53" y="109"/>
                    <a:pt x="52" y="108"/>
                  </a:cubicBezTo>
                  <a:cubicBezTo>
                    <a:pt x="52" y="107"/>
                    <a:pt x="53" y="107"/>
                    <a:pt x="53" y="107"/>
                  </a:cubicBezTo>
                  <a:cubicBezTo>
                    <a:pt x="53" y="107"/>
                    <a:pt x="53" y="107"/>
                    <a:pt x="53" y="108"/>
                  </a:cubicBezTo>
                  <a:cubicBezTo>
                    <a:pt x="53" y="107"/>
                    <a:pt x="54" y="106"/>
                    <a:pt x="54" y="105"/>
                  </a:cubicBezTo>
                  <a:cubicBezTo>
                    <a:pt x="54" y="105"/>
                    <a:pt x="54" y="104"/>
                    <a:pt x="55" y="104"/>
                  </a:cubicBezTo>
                  <a:cubicBezTo>
                    <a:pt x="55" y="104"/>
                    <a:pt x="55" y="103"/>
                    <a:pt x="55" y="102"/>
                  </a:cubicBezTo>
                  <a:cubicBezTo>
                    <a:pt x="55" y="102"/>
                    <a:pt x="55" y="102"/>
                    <a:pt x="54" y="102"/>
                  </a:cubicBezTo>
                  <a:cubicBezTo>
                    <a:pt x="54" y="102"/>
                    <a:pt x="54" y="102"/>
                    <a:pt x="55" y="102"/>
                  </a:cubicBezTo>
                  <a:cubicBezTo>
                    <a:pt x="55" y="102"/>
                    <a:pt x="55" y="101"/>
                    <a:pt x="55" y="101"/>
                  </a:cubicBezTo>
                  <a:cubicBezTo>
                    <a:pt x="55" y="101"/>
                    <a:pt x="55" y="101"/>
                    <a:pt x="55" y="101"/>
                  </a:cubicBezTo>
                  <a:cubicBezTo>
                    <a:pt x="55" y="102"/>
                    <a:pt x="56" y="101"/>
                    <a:pt x="56" y="101"/>
                  </a:cubicBezTo>
                  <a:cubicBezTo>
                    <a:pt x="56" y="101"/>
                    <a:pt x="55" y="101"/>
                    <a:pt x="56" y="100"/>
                  </a:cubicBezTo>
                  <a:cubicBezTo>
                    <a:pt x="56" y="101"/>
                    <a:pt x="56" y="101"/>
                    <a:pt x="56" y="100"/>
                  </a:cubicBezTo>
                  <a:cubicBezTo>
                    <a:pt x="57" y="100"/>
                    <a:pt x="57" y="99"/>
                    <a:pt x="57" y="99"/>
                  </a:cubicBezTo>
                  <a:cubicBezTo>
                    <a:pt x="57" y="98"/>
                    <a:pt x="57" y="98"/>
                    <a:pt x="57" y="97"/>
                  </a:cubicBezTo>
                  <a:cubicBezTo>
                    <a:pt x="57" y="97"/>
                    <a:pt x="56" y="97"/>
                    <a:pt x="56" y="97"/>
                  </a:cubicBezTo>
                  <a:cubicBezTo>
                    <a:pt x="58" y="98"/>
                    <a:pt x="58" y="94"/>
                    <a:pt x="58" y="94"/>
                  </a:cubicBezTo>
                  <a:cubicBezTo>
                    <a:pt x="58" y="95"/>
                    <a:pt x="59" y="94"/>
                    <a:pt x="60" y="93"/>
                  </a:cubicBezTo>
                  <a:cubicBezTo>
                    <a:pt x="60" y="93"/>
                    <a:pt x="60" y="92"/>
                    <a:pt x="60" y="91"/>
                  </a:cubicBezTo>
                  <a:cubicBezTo>
                    <a:pt x="60" y="91"/>
                    <a:pt x="61" y="90"/>
                    <a:pt x="61" y="90"/>
                  </a:cubicBezTo>
                  <a:cubicBezTo>
                    <a:pt x="60" y="91"/>
                    <a:pt x="60" y="89"/>
                    <a:pt x="60" y="88"/>
                  </a:cubicBezTo>
                  <a:cubicBezTo>
                    <a:pt x="60" y="88"/>
                    <a:pt x="60" y="87"/>
                    <a:pt x="61" y="86"/>
                  </a:cubicBezTo>
                  <a:cubicBezTo>
                    <a:pt x="62" y="86"/>
                    <a:pt x="62" y="85"/>
                    <a:pt x="63" y="85"/>
                  </a:cubicBezTo>
                  <a:cubicBezTo>
                    <a:pt x="64" y="85"/>
                    <a:pt x="64" y="86"/>
                    <a:pt x="65" y="85"/>
                  </a:cubicBezTo>
                  <a:cubicBezTo>
                    <a:pt x="65" y="85"/>
                    <a:pt x="66" y="84"/>
                    <a:pt x="66" y="84"/>
                  </a:cubicBezTo>
                  <a:cubicBezTo>
                    <a:pt x="67" y="83"/>
                    <a:pt x="66" y="83"/>
                    <a:pt x="66" y="82"/>
                  </a:cubicBezTo>
                  <a:cubicBezTo>
                    <a:pt x="67" y="82"/>
                    <a:pt x="67" y="82"/>
                    <a:pt x="68" y="82"/>
                  </a:cubicBezTo>
                  <a:cubicBezTo>
                    <a:pt x="68" y="82"/>
                    <a:pt x="68" y="83"/>
                    <a:pt x="68" y="83"/>
                  </a:cubicBezTo>
                  <a:cubicBezTo>
                    <a:pt x="68" y="83"/>
                    <a:pt x="68" y="82"/>
                    <a:pt x="68" y="82"/>
                  </a:cubicBezTo>
                  <a:cubicBezTo>
                    <a:pt x="68" y="82"/>
                    <a:pt x="67" y="82"/>
                    <a:pt x="67" y="81"/>
                  </a:cubicBezTo>
                  <a:cubicBezTo>
                    <a:pt x="67" y="81"/>
                    <a:pt x="67" y="80"/>
                    <a:pt x="67" y="79"/>
                  </a:cubicBezTo>
                  <a:cubicBezTo>
                    <a:pt x="67" y="79"/>
                    <a:pt x="67" y="79"/>
                    <a:pt x="67" y="79"/>
                  </a:cubicBezTo>
                  <a:cubicBezTo>
                    <a:pt x="67" y="79"/>
                    <a:pt x="68" y="80"/>
                    <a:pt x="68" y="80"/>
                  </a:cubicBezTo>
                  <a:cubicBezTo>
                    <a:pt x="68" y="80"/>
                    <a:pt x="68" y="78"/>
                    <a:pt x="68" y="78"/>
                  </a:cubicBezTo>
                  <a:cubicBezTo>
                    <a:pt x="68" y="78"/>
                    <a:pt x="68" y="80"/>
                    <a:pt x="69" y="80"/>
                  </a:cubicBezTo>
                  <a:cubicBezTo>
                    <a:pt x="69" y="79"/>
                    <a:pt x="69" y="79"/>
                    <a:pt x="70" y="79"/>
                  </a:cubicBezTo>
                  <a:cubicBezTo>
                    <a:pt x="70" y="79"/>
                    <a:pt x="70" y="79"/>
                    <a:pt x="70" y="79"/>
                  </a:cubicBezTo>
                  <a:cubicBezTo>
                    <a:pt x="71" y="80"/>
                    <a:pt x="72" y="78"/>
                    <a:pt x="72" y="78"/>
                  </a:cubicBezTo>
                  <a:cubicBezTo>
                    <a:pt x="73" y="77"/>
                    <a:pt x="74" y="76"/>
                    <a:pt x="74" y="75"/>
                  </a:cubicBezTo>
                  <a:cubicBezTo>
                    <a:pt x="74" y="74"/>
                    <a:pt x="72" y="73"/>
                    <a:pt x="72" y="72"/>
                  </a:cubicBezTo>
                  <a:close/>
                  <a:moveTo>
                    <a:pt x="70" y="80"/>
                  </a:moveTo>
                  <a:cubicBezTo>
                    <a:pt x="70" y="80"/>
                    <a:pt x="70" y="81"/>
                    <a:pt x="70" y="80"/>
                  </a:cubicBezTo>
                  <a:cubicBezTo>
                    <a:pt x="70" y="81"/>
                    <a:pt x="69" y="81"/>
                    <a:pt x="69" y="81"/>
                  </a:cubicBezTo>
                  <a:cubicBezTo>
                    <a:pt x="69" y="81"/>
                    <a:pt x="68" y="81"/>
                    <a:pt x="68" y="81"/>
                  </a:cubicBezTo>
                  <a:cubicBezTo>
                    <a:pt x="68" y="81"/>
                    <a:pt x="69" y="81"/>
                    <a:pt x="68" y="81"/>
                  </a:cubicBezTo>
                  <a:cubicBezTo>
                    <a:pt x="68" y="81"/>
                    <a:pt x="68" y="81"/>
                    <a:pt x="68" y="81"/>
                  </a:cubicBezTo>
                  <a:cubicBezTo>
                    <a:pt x="68" y="80"/>
                    <a:pt x="68" y="80"/>
                    <a:pt x="69" y="80"/>
                  </a:cubicBezTo>
                  <a:cubicBezTo>
                    <a:pt x="69" y="80"/>
                    <a:pt x="69" y="80"/>
                    <a:pt x="70" y="8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56" name="Kazakhstan">
              <a:extLst>
                <a:ext uri="{FF2B5EF4-FFF2-40B4-BE49-F238E27FC236}">
                  <a16:creationId xmlns:a16="http://schemas.microsoft.com/office/drawing/2014/main" id="{38BC3E43-A8DF-6721-2724-59ACA91E1854}"/>
                </a:ext>
              </a:extLst>
            </p:cNvPr>
            <p:cNvSpPr>
              <a:spLocks noEditPoints="1"/>
            </p:cNvSpPr>
            <p:nvPr/>
          </p:nvSpPr>
          <p:spPr bwMode="auto">
            <a:xfrm>
              <a:off x="7138504" y="1902690"/>
              <a:ext cx="1221285" cy="563595"/>
            </a:xfrm>
            <a:custGeom>
              <a:avLst/>
              <a:gdLst/>
              <a:ahLst/>
              <a:cxnLst>
                <a:cxn ang="0">
                  <a:pos x="119" y="108"/>
                </a:cxn>
                <a:cxn ang="0">
                  <a:pos x="335" y="78"/>
                </a:cxn>
                <a:cxn ang="0">
                  <a:pos x="316" y="98"/>
                </a:cxn>
                <a:cxn ang="0">
                  <a:pos x="300" y="113"/>
                </a:cxn>
                <a:cxn ang="0">
                  <a:pos x="311" y="133"/>
                </a:cxn>
                <a:cxn ang="0">
                  <a:pos x="299" y="135"/>
                </a:cxn>
                <a:cxn ang="0">
                  <a:pos x="269" y="134"/>
                </a:cxn>
                <a:cxn ang="0">
                  <a:pos x="248" y="137"/>
                </a:cxn>
                <a:cxn ang="0">
                  <a:pos x="227" y="140"/>
                </a:cxn>
                <a:cxn ang="0">
                  <a:pos x="212" y="153"/>
                </a:cxn>
                <a:cxn ang="0">
                  <a:pos x="191" y="146"/>
                </a:cxn>
                <a:cxn ang="0">
                  <a:pos x="152" y="126"/>
                </a:cxn>
                <a:cxn ang="0">
                  <a:pos x="120" y="101"/>
                </a:cxn>
                <a:cxn ang="0">
                  <a:pos x="120" y="98"/>
                </a:cxn>
                <a:cxn ang="0">
                  <a:pos x="113" y="101"/>
                </a:cxn>
                <a:cxn ang="0">
                  <a:pos x="91" y="148"/>
                </a:cxn>
                <a:cxn ang="0">
                  <a:pos x="66" y="136"/>
                </a:cxn>
                <a:cxn ang="0">
                  <a:pos x="41" y="115"/>
                </a:cxn>
                <a:cxn ang="0">
                  <a:pos x="47" y="110"/>
                </a:cxn>
                <a:cxn ang="0">
                  <a:pos x="71" y="110"/>
                </a:cxn>
                <a:cxn ang="0">
                  <a:pos x="71" y="106"/>
                </a:cxn>
                <a:cxn ang="0">
                  <a:pos x="51" y="90"/>
                </a:cxn>
                <a:cxn ang="0">
                  <a:pos x="38" y="91"/>
                </a:cxn>
                <a:cxn ang="0">
                  <a:pos x="29" y="94"/>
                </a:cxn>
                <a:cxn ang="0">
                  <a:pos x="23" y="89"/>
                </a:cxn>
                <a:cxn ang="0">
                  <a:pos x="1" y="71"/>
                </a:cxn>
                <a:cxn ang="0">
                  <a:pos x="16" y="58"/>
                </a:cxn>
                <a:cxn ang="0">
                  <a:pos x="23" y="44"/>
                </a:cxn>
                <a:cxn ang="0">
                  <a:pos x="36" y="41"/>
                </a:cxn>
                <a:cxn ang="0">
                  <a:pos x="52" y="41"/>
                </a:cxn>
                <a:cxn ang="0">
                  <a:pos x="67" y="47"/>
                </a:cxn>
                <a:cxn ang="0">
                  <a:pos x="84" y="46"/>
                </a:cxn>
                <a:cxn ang="0">
                  <a:pos x="104" y="50"/>
                </a:cxn>
                <a:cxn ang="0">
                  <a:pos x="113" y="40"/>
                </a:cxn>
                <a:cxn ang="0">
                  <a:pos x="109" y="29"/>
                </a:cxn>
                <a:cxn ang="0">
                  <a:pos x="110" y="20"/>
                </a:cxn>
                <a:cxn ang="0">
                  <a:pos x="110" y="14"/>
                </a:cxn>
                <a:cxn ang="0">
                  <a:pos x="128" y="12"/>
                </a:cxn>
                <a:cxn ang="0">
                  <a:pos x="151" y="7"/>
                </a:cxn>
                <a:cxn ang="0">
                  <a:pos x="164" y="1"/>
                </a:cxn>
                <a:cxn ang="0">
                  <a:pos x="179" y="1"/>
                </a:cxn>
                <a:cxn ang="0">
                  <a:pos x="191" y="13"/>
                </a:cxn>
                <a:cxn ang="0">
                  <a:pos x="200" y="16"/>
                </a:cxn>
                <a:cxn ang="0">
                  <a:pos x="210" y="16"/>
                </a:cxn>
                <a:cxn ang="0">
                  <a:pos x="219" y="18"/>
                </a:cxn>
                <a:cxn ang="0">
                  <a:pos x="234" y="13"/>
                </a:cxn>
                <a:cxn ang="0">
                  <a:pos x="279" y="47"/>
                </a:cxn>
                <a:cxn ang="0">
                  <a:pos x="295" y="49"/>
                </a:cxn>
                <a:cxn ang="0">
                  <a:pos x="316" y="55"/>
                </a:cxn>
                <a:cxn ang="0">
                  <a:pos x="332" y="62"/>
                </a:cxn>
                <a:cxn ang="0">
                  <a:pos x="132" y="94"/>
                </a:cxn>
                <a:cxn ang="0">
                  <a:pos x="122" y="93"/>
                </a:cxn>
                <a:cxn ang="0">
                  <a:pos x="132" y="94"/>
                </a:cxn>
                <a:cxn ang="0">
                  <a:pos x="279" y="95"/>
                </a:cxn>
                <a:cxn ang="0">
                  <a:pos x="261" y="93"/>
                </a:cxn>
                <a:cxn ang="0">
                  <a:pos x="245" y="92"/>
                </a:cxn>
                <a:cxn ang="0">
                  <a:pos x="240" y="103"/>
                </a:cxn>
                <a:cxn ang="0">
                  <a:pos x="247" y="108"/>
                </a:cxn>
                <a:cxn ang="0">
                  <a:pos x="251" y="95"/>
                </a:cxn>
                <a:cxn ang="0">
                  <a:pos x="258" y="94"/>
                </a:cxn>
                <a:cxn ang="0">
                  <a:pos x="274" y="95"/>
                </a:cxn>
              </a:cxnLst>
              <a:rect l="0" t="0" r="r" b="b"/>
              <a:pathLst>
                <a:path w="345" h="159">
                  <a:moveTo>
                    <a:pt x="119" y="109"/>
                  </a:moveTo>
                  <a:cubicBezTo>
                    <a:pt x="118" y="108"/>
                    <a:pt x="116" y="107"/>
                    <a:pt x="114" y="106"/>
                  </a:cubicBezTo>
                  <a:cubicBezTo>
                    <a:pt x="113" y="106"/>
                    <a:pt x="113" y="106"/>
                    <a:pt x="112" y="105"/>
                  </a:cubicBezTo>
                  <a:cubicBezTo>
                    <a:pt x="113" y="105"/>
                    <a:pt x="113" y="105"/>
                    <a:pt x="113" y="105"/>
                  </a:cubicBezTo>
                  <a:cubicBezTo>
                    <a:pt x="113" y="105"/>
                    <a:pt x="113" y="105"/>
                    <a:pt x="114" y="104"/>
                  </a:cubicBezTo>
                  <a:cubicBezTo>
                    <a:pt x="114" y="104"/>
                    <a:pt x="114" y="102"/>
                    <a:pt x="114" y="103"/>
                  </a:cubicBezTo>
                  <a:cubicBezTo>
                    <a:pt x="114" y="103"/>
                    <a:pt x="114" y="103"/>
                    <a:pt x="114" y="103"/>
                  </a:cubicBezTo>
                  <a:cubicBezTo>
                    <a:pt x="115" y="104"/>
                    <a:pt x="115" y="103"/>
                    <a:pt x="115" y="103"/>
                  </a:cubicBezTo>
                  <a:cubicBezTo>
                    <a:pt x="115" y="103"/>
                    <a:pt x="114" y="101"/>
                    <a:pt x="115" y="102"/>
                  </a:cubicBezTo>
                  <a:cubicBezTo>
                    <a:pt x="115" y="102"/>
                    <a:pt x="115" y="103"/>
                    <a:pt x="116" y="103"/>
                  </a:cubicBezTo>
                  <a:cubicBezTo>
                    <a:pt x="116" y="104"/>
                    <a:pt x="116" y="104"/>
                    <a:pt x="117" y="104"/>
                  </a:cubicBezTo>
                  <a:cubicBezTo>
                    <a:pt x="118" y="104"/>
                    <a:pt x="117" y="106"/>
                    <a:pt x="118" y="107"/>
                  </a:cubicBezTo>
                  <a:cubicBezTo>
                    <a:pt x="118" y="106"/>
                    <a:pt x="117" y="106"/>
                    <a:pt x="118" y="105"/>
                  </a:cubicBezTo>
                  <a:cubicBezTo>
                    <a:pt x="118" y="105"/>
                    <a:pt x="117" y="105"/>
                    <a:pt x="118" y="105"/>
                  </a:cubicBezTo>
                  <a:cubicBezTo>
                    <a:pt x="118" y="105"/>
                    <a:pt x="119" y="108"/>
                    <a:pt x="119" y="108"/>
                  </a:cubicBezTo>
                  <a:cubicBezTo>
                    <a:pt x="119" y="108"/>
                    <a:pt x="119" y="108"/>
                    <a:pt x="119" y="109"/>
                  </a:cubicBezTo>
                  <a:cubicBezTo>
                    <a:pt x="119" y="109"/>
                    <a:pt x="119" y="109"/>
                    <a:pt x="119" y="109"/>
                  </a:cubicBezTo>
                  <a:close/>
                  <a:moveTo>
                    <a:pt x="345" y="67"/>
                  </a:moveTo>
                  <a:cubicBezTo>
                    <a:pt x="344" y="66"/>
                    <a:pt x="344" y="66"/>
                    <a:pt x="343" y="66"/>
                  </a:cubicBezTo>
                  <a:cubicBezTo>
                    <a:pt x="343" y="66"/>
                    <a:pt x="342" y="66"/>
                    <a:pt x="342" y="66"/>
                  </a:cubicBezTo>
                  <a:cubicBezTo>
                    <a:pt x="342" y="66"/>
                    <a:pt x="342" y="66"/>
                    <a:pt x="341" y="66"/>
                  </a:cubicBezTo>
                  <a:cubicBezTo>
                    <a:pt x="341" y="66"/>
                    <a:pt x="341" y="68"/>
                    <a:pt x="341" y="68"/>
                  </a:cubicBezTo>
                  <a:cubicBezTo>
                    <a:pt x="341" y="69"/>
                    <a:pt x="341" y="69"/>
                    <a:pt x="342" y="69"/>
                  </a:cubicBezTo>
                  <a:cubicBezTo>
                    <a:pt x="342" y="70"/>
                    <a:pt x="342" y="70"/>
                    <a:pt x="342" y="70"/>
                  </a:cubicBezTo>
                  <a:cubicBezTo>
                    <a:pt x="342" y="71"/>
                    <a:pt x="341" y="72"/>
                    <a:pt x="341" y="72"/>
                  </a:cubicBezTo>
                  <a:cubicBezTo>
                    <a:pt x="341" y="73"/>
                    <a:pt x="341" y="73"/>
                    <a:pt x="340" y="73"/>
                  </a:cubicBezTo>
                  <a:cubicBezTo>
                    <a:pt x="340" y="73"/>
                    <a:pt x="340" y="73"/>
                    <a:pt x="340" y="73"/>
                  </a:cubicBezTo>
                  <a:cubicBezTo>
                    <a:pt x="339" y="73"/>
                    <a:pt x="339" y="73"/>
                    <a:pt x="339" y="74"/>
                  </a:cubicBezTo>
                  <a:cubicBezTo>
                    <a:pt x="338" y="74"/>
                    <a:pt x="336" y="73"/>
                    <a:pt x="335" y="74"/>
                  </a:cubicBezTo>
                  <a:cubicBezTo>
                    <a:pt x="334" y="74"/>
                    <a:pt x="335" y="77"/>
                    <a:pt x="335" y="78"/>
                  </a:cubicBezTo>
                  <a:cubicBezTo>
                    <a:pt x="335" y="80"/>
                    <a:pt x="336" y="81"/>
                    <a:pt x="337" y="82"/>
                  </a:cubicBezTo>
                  <a:cubicBezTo>
                    <a:pt x="337" y="83"/>
                    <a:pt x="337" y="83"/>
                    <a:pt x="338" y="84"/>
                  </a:cubicBezTo>
                  <a:cubicBezTo>
                    <a:pt x="338" y="85"/>
                    <a:pt x="339" y="85"/>
                    <a:pt x="339" y="86"/>
                  </a:cubicBezTo>
                  <a:cubicBezTo>
                    <a:pt x="339" y="86"/>
                    <a:pt x="339" y="87"/>
                    <a:pt x="339" y="87"/>
                  </a:cubicBezTo>
                  <a:cubicBezTo>
                    <a:pt x="338" y="87"/>
                    <a:pt x="338" y="88"/>
                    <a:pt x="338" y="88"/>
                  </a:cubicBezTo>
                  <a:cubicBezTo>
                    <a:pt x="338" y="89"/>
                    <a:pt x="336" y="88"/>
                    <a:pt x="336" y="89"/>
                  </a:cubicBezTo>
                  <a:cubicBezTo>
                    <a:pt x="335" y="89"/>
                    <a:pt x="334" y="91"/>
                    <a:pt x="333" y="91"/>
                  </a:cubicBezTo>
                  <a:cubicBezTo>
                    <a:pt x="332" y="91"/>
                    <a:pt x="333" y="90"/>
                    <a:pt x="332" y="90"/>
                  </a:cubicBezTo>
                  <a:cubicBezTo>
                    <a:pt x="332" y="89"/>
                    <a:pt x="331" y="89"/>
                    <a:pt x="331" y="89"/>
                  </a:cubicBezTo>
                  <a:cubicBezTo>
                    <a:pt x="329" y="89"/>
                    <a:pt x="328" y="89"/>
                    <a:pt x="327" y="89"/>
                  </a:cubicBezTo>
                  <a:cubicBezTo>
                    <a:pt x="325" y="89"/>
                    <a:pt x="323" y="89"/>
                    <a:pt x="322" y="88"/>
                  </a:cubicBezTo>
                  <a:cubicBezTo>
                    <a:pt x="320" y="88"/>
                    <a:pt x="319" y="87"/>
                    <a:pt x="317" y="87"/>
                  </a:cubicBezTo>
                  <a:cubicBezTo>
                    <a:pt x="316" y="86"/>
                    <a:pt x="317" y="89"/>
                    <a:pt x="317" y="90"/>
                  </a:cubicBezTo>
                  <a:cubicBezTo>
                    <a:pt x="317" y="92"/>
                    <a:pt x="317" y="94"/>
                    <a:pt x="317" y="96"/>
                  </a:cubicBezTo>
                  <a:cubicBezTo>
                    <a:pt x="317" y="96"/>
                    <a:pt x="316" y="97"/>
                    <a:pt x="316" y="98"/>
                  </a:cubicBezTo>
                  <a:cubicBezTo>
                    <a:pt x="317" y="99"/>
                    <a:pt x="317" y="100"/>
                    <a:pt x="317" y="101"/>
                  </a:cubicBezTo>
                  <a:cubicBezTo>
                    <a:pt x="317" y="102"/>
                    <a:pt x="316" y="105"/>
                    <a:pt x="317" y="105"/>
                  </a:cubicBezTo>
                  <a:cubicBezTo>
                    <a:pt x="318" y="106"/>
                    <a:pt x="320" y="105"/>
                    <a:pt x="320" y="107"/>
                  </a:cubicBezTo>
                  <a:cubicBezTo>
                    <a:pt x="320" y="107"/>
                    <a:pt x="321" y="109"/>
                    <a:pt x="320" y="109"/>
                  </a:cubicBezTo>
                  <a:cubicBezTo>
                    <a:pt x="319" y="109"/>
                    <a:pt x="319" y="108"/>
                    <a:pt x="318" y="108"/>
                  </a:cubicBezTo>
                  <a:cubicBezTo>
                    <a:pt x="317" y="108"/>
                    <a:pt x="316" y="108"/>
                    <a:pt x="316" y="109"/>
                  </a:cubicBezTo>
                  <a:cubicBezTo>
                    <a:pt x="314" y="109"/>
                    <a:pt x="314" y="108"/>
                    <a:pt x="313" y="107"/>
                  </a:cubicBezTo>
                  <a:cubicBezTo>
                    <a:pt x="313" y="107"/>
                    <a:pt x="312" y="107"/>
                    <a:pt x="311" y="107"/>
                  </a:cubicBezTo>
                  <a:cubicBezTo>
                    <a:pt x="311" y="107"/>
                    <a:pt x="310" y="108"/>
                    <a:pt x="309" y="108"/>
                  </a:cubicBezTo>
                  <a:cubicBezTo>
                    <a:pt x="308" y="108"/>
                    <a:pt x="308" y="109"/>
                    <a:pt x="307" y="109"/>
                  </a:cubicBezTo>
                  <a:cubicBezTo>
                    <a:pt x="306" y="109"/>
                    <a:pt x="305" y="109"/>
                    <a:pt x="304" y="109"/>
                  </a:cubicBezTo>
                  <a:cubicBezTo>
                    <a:pt x="303" y="109"/>
                    <a:pt x="303" y="109"/>
                    <a:pt x="302" y="109"/>
                  </a:cubicBezTo>
                  <a:cubicBezTo>
                    <a:pt x="302" y="109"/>
                    <a:pt x="302" y="110"/>
                    <a:pt x="301" y="110"/>
                  </a:cubicBezTo>
                  <a:cubicBezTo>
                    <a:pt x="300" y="110"/>
                    <a:pt x="299" y="110"/>
                    <a:pt x="298" y="111"/>
                  </a:cubicBezTo>
                  <a:cubicBezTo>
                    <a:pt x="297" y="112"/>
                    <a:pt x="299" y="113"/>
                    <a:pt x="300" y="113"/>
                  </a:cubicBezTo>
                  <a:cubicBezTo>
                    <a:pt x="301" y="113"/>
                    <a:pt x="301" y="112"/>
                    <a:pt x="302" y="113"/>
                  </a:cubicBezTo>
                  <a:cubicBezTo>
                    <a:pt x="302" y="113"/>
                    <a:pt x="303" y="113"/>
                    <a:pt x="303" y="113"/>
                  </a:cubicBezTo>
                  <a:cubicBezTo>
                    <a:pt x="305" y="114"/>
                    <a:pt x="303" y="114"/>
                    <a:pt x="303" y="114"/>
                  </a:cubicBezTo>
                  <a:cubicBezTo>
                    <a:pt x="304" y="115"/>
                    <a:pt x="303" y="116"/>
                    <a:pt x="304" y="117"/>
                  </a:cubicBezTo>
                  <a:cubicBezTo>
                    <a:pt x="304" y="117"/>
                    <a:pt x="305" y="118"/>
                    <a:pt x="305" y="119"/>
                  </a:cubicBezTo>
                  <a:cubicBezTo>
                    <a:pt x="305" y="120"/>
                    <a:pt x="305" y="120"/>
                    <a:pt x="305" y="121"/>
                  </a:cubicBezTo>
                  <a:cubicBezTo>
                    <a:pt x="306" y="121"/>
                    <a:pt x="306" y="121"/>
                    <a:pt x="306" y="121"/>
                  </a:cubicBezTo>
                  <a:cubicBezTo>
                    <a:pt x="306" y="122"/>
                    <a:pt x="307" y="122"/>
                    <a:pt x="307" y="122"/>
                  </a:cubicBezTo>
                  <a:cubicBezTo>
                    <a:pt x="308" y="124"/>
                    <a:pt x="309" y="125"/>
                    <a:pt x="310" y="126"/>
                  </a:cubicBezTo>
                  <a:cubicBezTo>
                    <a:pt x="310" y="127"/>
                    <a:pt x="311" y="127"/>
                    <a:pt x="310" y="128"/>
                  </a:cubicBezTo>
                  <a:cubicBezTo>
                    <a:pt x="310" y="129"/>
                    <a:pt x="311" y="129"/>
                    <a:pt x="311" y="129"/>
                  </a:cubicBezTo>
                  <a:cubicBezTo>
                    <a:pt x="312" y="129"/>
                    <a:pt x="312" y="130"/>
                    <a:pt x="312" y="131"/>
                  </a:cubicBezTo>
                  <a:cubicBezTo>
                    <a:pt x="312" y="131"/>
                    <a:pt x="311" y="131"/>
                    <a:pt x="311" y="131"/>
                  </a:cubicBezTo>
                  <a:cubicBezTo>
                    <a:pt x="311" y="131"/>
                    <a:pt x="308" y="132"/>
                    <a:pt x="309" y="132"/>
                  </a:cubicBezTo>
                  <a:cubicBezTo>
                    <a:pt x="309" y="133"/>
                    <a:pt x="311" y="133"/>
                    <a:pt x="311" y="133"/>
                  </a:cubicBezTo>
                  <a:cubicBezTo>
                    <a:pt x="311" y="134"/>
                    <a:pt x="310" y="134"/>
                    <a:pt x="310" y="134"/>
                  </a:cubicBezTo>
                  <a:cubicBezTo>
                    <a:pt x="309" y="134"/>
                    <a:pt x="309" y="134"/>
                    <a:pt x="309" y="134"/>
                  </a:cubicBezTo>
                  <a:cubicBezTo>
                    <a:pt x="309" y="135"/>
                    <a:pt x="309" y="135"/>
                    <a:pt x="309" y="135"/>
                  </a:cubicBezTo>
                  <a:cubicBezTo>
                    <a:pt x="309" y="136"/>
                    <a:pt x="308" y="136"/>
                    <a:pt x="308" y="136"/>
                  </a:cubicBezTo>
                  <a:cubicBezTo>
                    <a:pt x="309" y="137"/>
                    <a:pt x="309" y="137"/>
                    <a:pt x="310" y="138"/>
                  </a:cubicBezTo>
                  <a:cubicBezTo>
                    <a:pt x="310" y="138"/>
                    <a:pt x="309" y="138"/>
                    <a:pt x="310" y="138"/>
                  </a:cubicBezTo>
                  <a:cubicBezTo>
                    <a:pt x="310" y="139"/>
                    <a:pt x="310" y="139"/>
                    <a:pt x="310" y="139"/>
                  </a:cubicBezTo>
                  <a:cubicBezTo>
                    <a:pt x="310" y="139"/>
                    <a:pt x="311" y="141"/>
                    <a:pt x="311" y="141"/>
                  </a:cubicBezTo>
                  <a:cubicBezTo>
                    <a:pt x="310" y="141"/>
                    <a:pt x="310" y="141"/>
                    <a:pt x="310" y="140"/>
                  </a:cubicBezTo>
                  <a:cubicBezTo>
                    <a:pt x="309" y="140"/>
                    <a:pt x="308" y="139"/>
                    <a:pt x="308" y="139"/>
                  </a:cubicBezTo>
                  <a:cubicBezTo>
                    <a:pt x="307" y="138"/>
                    <a:pt x="307" y="138"/>
                    <a:pt x="306" y="138"/>
                  </a:cubicBezTo>
                  <a:cubicBezTo>
                    <a:pt x="305" y="138"/>
                    <a:pt x="304" y="138"/>
                    <a:pt x="303" y="138"/>
                  </a:cubicBezTo>
                  <a:cubicBezTo>
                    <a:pt x="302" y="138"/>
                    <a:pt x="302" y="137"/>
                    <a:pt x="302" y="137"/>
                  </a:cubicBezTo>
                  <a:cubicBezTo>
                    <a:pt x="301" y="136"/>
                    <a:pt x="301" y="136"/>
                    <a:pt x="300" y="136"/>
                  </a:cubicBezTo>
                  <a:cubicBezTo>
                    <a:pt x="300" y="136"/>
                    <a:pt x="300" y="135"/>
                    <a:pt x="299" y="135"/>
                  </a:cubicBezTo>
                  <a:cubicBezTo>
                    <a:pt x="299" y="134"/>
                    <a:pt x="298" y="135"/>
                    <a:pt x="298" y="135"/>
                  </a:cubicBezTo>
                  <a:cubicBezTo>
                    <a:pt x="297" y="134"/>
                    <a:pt x="296" y="134"/>
                    <a:pt x="296" y="134"/>
                  </a:cubicBezTo>
                  <a:cubicBezTo>
                    <a:pt x="295" y="134"/>
                    <a:pt x="294" y="134"/>
                    <a:pt x="294" y="134"/>
                  </a:cubicBezTo>
                  <a:cubicBezTo>
                    <a:pt x="293" y="133"/>
                    <a:pt x="293" y="133"/>
                    <a:pt x="292" y="134"/>
                  </a:cubicBezTo>
                  <a:cubicBezTo>
                    <a:pt x="291" y="134"/>
                    <a:pt x="290" y="134"/>
                    <a:pt x="289" y="134"/>
                  </a:cubicBezTo>
                  <a:cubicBezTo>
                    <a:pt x="289" y="134"/>
                    <a:pt x="288" y="133"/>
                    <a:pt x="287" y="133"/>
                  </a:cubicBezTo>
                  <a:cubicBezTo>
                    <a:pt x="286" y="134"/>
                    <a:pt x="286" y="133"/>
                    <a:pt x="285" y="133"/>
                  </a:cubicBezTo>
                  <a:cubicBezTo>
                    <a:pt x="285" y="134"/>
                    <a:pt x="284" y="133"/>
                    <a:pt x="283" y="133"/>
                  </a:cubicBezTo>
                  <a:cubicBezTo>
                    <a:pt x="282" y="133"/>
                    <a:pt x="281" y="133"/>
                    <a:pt x="281" y="133"/>
                  </a:cubicBezTo>
                  <a:cubicBezTo>
                    <a:pt x="280" y="132"/>
                    <a:pt x="278" y="132"/>
                    <a:pt x="277" y="133"/>
                  </a:cubicBezTo>
                  <a:cubicBezTo>
                    <a:pt x="277" y="133"/>
                    <a:pt x="276" y="133"/>
                    <a:pt x="276" y="133"/>
                  </a:cubicBezTo>
                  <a:cubicBezTo>
                    <a:pt x="276" y="133"/>
                    <a:pt x="275" y="133"/>
                    <a:pt x="275" y="133"/>
                  </a:cubicBezTo>
                  <a:cubicBezTo>
                    <a:pt x="275" y="133"/>
                    <a:pt x="275" y="133"/>
                    <a:pt x="275" y="133"/>
                  </a:cubicBezTo>
                  <a:cubicBezTo>
                    <a:pt x="274" y="133"/>
                    <a:pt x="273" y="133"/>
                    <a:pt x="272" y="133"/>
                  </a:cubicBezTo>
                  <a:cubicBezTo>
                    <a:pt x="270" y="133"/>
                    <a:pt x="269" y="132"/>
                    <a:pt x="269" y="134"/>
                  </a:cubicBezTo>
                  <a:cubicBezTo>
                    <a:pt x="268" y="135"/>
                    <a:pt x="267" y="134"/>
                    <a:pt x="266" y="134"/>
                  </a:cubicBezTo>
                  <a:cubicBezTo>
                    <a:pt x="265" y="134"/>
                    <a:pt x="263" y="134"/>
                    <a:pt x="262" y="133"/>
                  </a:cubicBezTo>
                  <a:cubicBezTo>
                    <a:pt x="261" y="132"/>
                    <a:pt x="259" y="132"/>
                    <a:pt x="258" y="131"/>
                  </a:cubicBezTo>
                  <a:cubicBezTo>
                    <a:pt x="257" y="130"/>
                    <a:pt x="255" y="130"/>
                    <a:pt x="254" y="129"/>
                  </a:cubicBezTo>
                  <a:cubicBezTo>
                    <a:pt x="255" y="130"/>
                    <a:pt x="253" y="130"/>
                    <a:pt x="253" y="130"/>
                  </a:cubicBezTo>
                  <a:cubicBezTo>
                    <a:pt x="252" y="130"/>
                    <a:pt x="252" y="130"/>
                    <a:pt x="252" y="130"/>
                  </a:cubicBezTo>
                  <a:cubicBezTo>
                    <a:pt x="252" y="130"/>
                    <a:pt x="252" y="131"/>
                    <a:pt x="252" y="131"/>
                  </a:cubicBezTo>
                  <a:cubicBezTo>
                    <a:pt x="252" y="131"/>
                    <a:pt x="251" y="131"/>
                    <a:pt x="250" y="131"/>
                  </a:cubicBezTo>
                  <a:cubicBezTo>
                    <a:pt x="250" y="131"/>
                    <a:pt x="249" y="131"/>
                    <a:pt x="249" y="132"/>
                  </a:cubicBezTo>
                  <a:cubicBezTo>
                    <a:pt x="249" y="132"/>
                    <a:pt x="249" y="133"/>
                    <a:pt x="249" y="133"/>
                  </a:cubicBezTo>
                  <a:cubicBezTo>
                    <a:pt x="249" y="134"/>
                    <a:pt x="249" y="134"/>
                    <a:pt x="249" y="135"/>
                  </a:cubicBezTo>
                  <a:cubicBezTo>
                    <a:pt x="249" y="136"/>
                    <a:pt x="249" y="137"/>
                    <a:pt x="250" y="137"/>
                  </a:cubicBezTo>
                  <a:cubicBezTo>
                    <a:pt x="250" y="138"/>
                    <a:pt x="251" y="139"/>
                    <a:pt x="250" y="138"/>
                  </a:cubicBezTo>
                  <a:cubicBezTo>
                    <a:pt x="249" y="138"/>
                    <a:pt x="249" y="138"/>
                    <a:pt x="249" y="138"/>
                  </a:cubicBezTo>
                  <a:cubicBezTo>
                    <a:pt x="249" y="138"/>
                    <a:pt x="248" y="137"/>
                    <a:pt x="248" y="137"/>
                  </a:cubicBezTo>
                  <a:cubicBezTo>
                    <a:pt x="248" y="137"/>
                    <a:pt x="247" y="137"/>
                    <a:pt x="247" y="137"/>
                  </a:cubicBezTo>
                  <a:cubicBezTo>
                    <a:pt x="246" y="137"/>
                    <a:pt x="246" y="137"/>
                    <a:pt x="245" y="137"/>
                  </a:cubicBezTo>
                  <a:cubicBezTo>
                    <a:pt x="244" y="137"/>
                    <a:pt x="244" y="136"/>
                    <a:pt x="243" y="136"/>
                  </a:cubicBezTo>
                  <a:cubicBezTo>
                    <a:pt x="242" y="136"/>
                    <a:pt x="242" y="136"/>
                    <a:pt x="241" y="136"/>
                  </a:cubicBezTo>
                  <a:cubicBezTo>
                    <a:pt x="240" y="135"/>
                    <a:pt x="240" y="135"/>
                    <a:pt x="239" y="135"/>
                  </a:cubicBezTo>
                  <a:cubicBezTo>
                    <a:pt x="238" y="135"/>
                    <a:pt x="238" y="134"/>
                    <a:pt x="237" y="135"/>
                  </a:cubicBezTo>
                  <a:cubicBezTo>
                    <a:pt x="237" y="135"/>
                    <a:pt x="237" y="135"/>
                    <a:pt x="237" y="135"/>
                  </a:cubicBezTo>
                  <a:cubicBezTo>
                    <a:pt x="235" y="134"/>
                    <a:pt x="234" y="134"/>
                    <a:pt x="233" y="134"/>
                  </a:cubicBezTo>
                  <a:cubicBezTo>
                    <a:pt x="232" y="135"/>
                    <a:pt x="231" y="134"/>
                    <a:pt x="231" y="135"/>
                  </a:cubicBezTo>
                  <a:cubicBezTo>
                    <a:pt x="230" y="135"/>
                    <a:pt x="230" y="135"/>
                    <a:pt x="230" y="135"/>
                  </a:cubicBezTo>
                  <a:cubicBezTo>
                    <a:pt x="229" y="135"/>
                    <a:pt x="230" y="135"/>
                    <a:pt x="229" y="135"/>
                  </a:cubicBezTo>
                  <a:cubicBezTo>
                    <a:pt x="229" y="136"/>
                    <a:pt x="230" y="137"/>
                    <a:pt x="229" y="137"/>
                  </a:cubicBezTo>
                  <a:cubicBezTo>
                    <a:pt x="227" y="137"/>
                    <a:pt x="229" y="138"/>
                    <a:pt x="229" y="138"/>
                  </a:cubicBezTo>
                  <a:cubicBezTo>
                    <a:pt x="228" y="138"/>
                    <a:pt x="228" y="137"/>
                    <a:pt x="228" y="138"/>
                  </a:cubicBezTo>
                  <a:cubicBezTo>
                    <a:pt x="228" y="139"/>
                    <a:pt x="227" y="139"/>
                    <a:pt x="227" y="140"/>
                  </a:cubicBezTo>
                  <a:cubicBezTo>
                    <a:pt x="227" y="140"/>
                    <a:pt x="228" y="140"/>
                    <a:pt x="228" y="140"/>
                  </a:cubicBezTo>
                  <a:cubicBezTo>
                    <a:pt x="228" y="140"/>
                    <a:pt x="228" y="141"/>
                    <a:pt x="228" y="141"/>
                  </a:cubicBezTo>
                  <a:cubicBezTo>
                    <a:pt x="227" y="141"/>
                    <a:pt x="227" y="141"/>
                    <a:pt x="227" y="141"/>
                  </a:cubicBezTo>
                  <a:cubicBezTo>
                    <a:pt x="226" y="141"/>
                    <a:pt x="226" y="142"/>
                    <a:pt x="226" y="143"/>
                  </a:cubicBezTo>
                  <a:cubicBezTo>
                    <a:pt x="226" y="143"/>
                    <a:pt x="225" y="142"/>
                    <a:pt x="225" y="142"/>
                  </a:cubicBezTo>
                  <a:cubicBezTo>
                    <a:pt x="224" y="142"/>
                    <a:pt x="224" y="142"/>
                    <a:pt x="223" y="143"/>
                  </a:cubicBezTo>
                  <a:cubicBezTo>
                    <a:pt x="223" y="144"/>
                    <a:pt x="222" y="146"/>
                    <a:pt x="220" y="146"/>
                  </a:cubicBezTo>
                  <a:cubicBezTo>
                    <a:pt x="219" y="146"/>
                    <a:pt x="219" y="146"/>
                    <a:pt x="218" y="147"/>
                  </a:cubicBezTo>
                  <a:cubicBezTo>
                    <a:pt x="217" y="148"/>
                    <a:pt x="217" y="148"/>
                    <a:pt x="217" y="149"/>
                  </a:cubicBezTo>
                  <a:cubicBezTo>
                    <a:pt x="217" y="149"/>
                    <a:pt x="216" y="149"/>
                    <a:pt x="215" y="149"/>
                  </a:cubicBezTo>
                  <a:cubicBezTo>
                    <a:pt x="215" y="149"/>
                    <a:pt x="215" y="149"/>
                    <a:pt x="215" y="149"/>
                  </a:cubicBezTo>
                  <a:cubicBezTo>
                    <a:pt x="215" y="150"/>
                    <a:pt x="215" y="149"/>
                    <a:pt x="214" y="150"/>
                  </a:cubicBezTo>
                  <a:cubicBezTo>
                    <a:pt x="214" y="150"/>
                    <a:pt x="215" y="151"/>
                    <a:pt x="214" y="152"/>
                  </a:cubicBezTo>
                  <a:cubicBezTo>
                    <a:pt x="214" y="152"/>
                    <a:pt x="213" y="152"/>
                    <a:pt x="213" y="152"/>
                  </a:cubicBezTo>
                  <a:cubicBezTo>
                    <a:pt x="213" y="153"/>
                    <a:pt x="213" y="153"/>
                    <a:pt x="212" y="153"/>
                  </a:cubicBezTo>
                  <a:cubicBezTo>
                    <a:pt x="212" y="154"/>
                    <a:pt x="212" y="154"/>
                    <a:pt x="212" y="154"/>
                  </a:cubicBezTo>
                  <a:cubicBezTo>
                    <a:pt x="211" y="155"/>
                    <a:pt x="211" y="156"/>
                    <a:pt x="211" y="156"/>
                  </a:cubicBezTo>
                  <a:cubicBezTo>
                    <a:pt x="212" y="157"/>
                    <a:pt x="213" y="159"/>
                    <a:pt x="212" y="158"/>
                  </a:cubicBezTo>
                  <a:cubicBezTo>
                    <a:pt x="211" y="158"/>
                    <a:pt x="211" y="158"/>
                    <a:pt x="211" y="158"/>
                  </a:cubicBezTo>
                  <a:cubicBezTo>
                    <a:pt x="210" y="158"/>
                    <a:pt x="210" y="158"/>
                    <a:pt x="209" y="157"/>
                  </a:cubicBezTo>
                  <a:cubicBezTo>
                    <a:pt x="208" y="157"/>
                    <a:pt x="207" y="156"/>
                    <a:pt x="206" y="156"/>
                  </a:cubicBezTo>
                  <a:cubicBezTo>
                    <a:pt x="207" y="156"/>
                    <a:pt x="208" y="154"/>
                    <a:pt x="207" y="154"/>
                  </a:cubicBezTo>
                  <a:cubicBezTo>
                    <a:pt x="207" y="153"/>
                    <a:pt x="207" y="153"/>
                    <a:pt x="206" y="153"/>
                  </a:cubicBezTo>
                  <a:cubicBezTo>
                    <a:pt x="206" y="153"/>
                    <a:pt x="206" y="153"/>
                    <a:pt x="205" y="153"/>
                  </a:cubicBezTo>
                  <a:cubicBezTo>
                    <a:pt x="205" y="153"/>
                    <a:pt x="205" y="152"/>
                    <a:pt x="204" y="152"/>
                  </a:cubicBezTo>
                  <a:cubicBezTo>
                    <a:pt x="204" y="152"/>
                    <a:pt x="203" y="152"/>
                    <a:pt x="203" y="152"/>
                  </a:cubicBezTo>
                  <a:cubicBezTo>
                    <a:pt x="201" y="152"/>
                    <a:pt x="199" y="152"/>
                    <a:pt x="197" y="152"/>
                  </a:cubicBezTo>
                  <a:cubicBezTo>
                    <a:pt x="196" y="152"/>
                    <a:pt x="195" y="152"/>
                    <a:pt x="195" y="152"/>
                  </a:cubicBezTo>
                  <a:cubicBezTo>
                    <a:pt x="194" y="152"/>
                    <a:pt x="194" y="151"/>
                    <a:pt x="193" y="151"/>
                  </a:cubicBezTo>
                  <a:cubicBezTo>
                    <a:pt x="192" y="149"/>
                    <a:pt x="191" y="147"/>
                    <a:pt x="191" y="146"/>
                  </a:cubicBezTo>
                  <a:cubicBezTo>
                    <a:pt x="190" y="144"/>
                    <a:pt x="190" y="143"/>
                    <a:pt x="189" y="143"/>
                  </a:cubicBezTo>
                  <a:cubicBezTo>
                    <a:pt x="188" y="143"/>
                    <a:pt x="186" y="143"/>
                    <a:pt x="186" y="143"/>
                  </a:cubicBezTo>
                  <a:cubicBezTo>
                    <a:pt x="185" y="142"/>
                    <a:pt x="185" y="141"/>
                    <a:pt x="185" y="140"/>
                  </a:cubicBezTo>
                  <a:cubicBezTo>
                    <a:pt x="184" y="140"/>
                    <a:pt x="184" y="139"/>
                    <a:pt x="184" y="139"/>
                  </a:cubicBezTo>
                  <a:cubicBezTo>
                    <a:pt x="184" y="138"/>
                    <a:pt x="185" y="139"/>
                    <a:pt x="185" y="138"/>
                  </a:cubicBezTo>
                  <a:cubicBezTo>
                    <a:pt x="185" y="138"/>
                    <a:pt x="185" y="137"/>
                    <a:pt x="184" y="137"/>
                  </a:cubicBezTo>
                  <a:cubicBezTo>
                    <a:pt x="184" y="136"/>
                    <a:pt x="184" y="135"/>
                    <a:pt x="184" y="133"/>
                  </a:cubicBezTo>
                  <a:cubicBezTo>
                    <a:pt x="184" y="132"/>
                    <a:pt x="183" y="132"/>
                    <a:pt x="182" y="133"/>
                  </a:cubicBezTo>
                  <a:cubicBezTo>
                    <a:pt x="181" y="134"/>
                    <a:pt x="180" y="132"/>
                    <a:pt x="179" y="131"/>
                  </a:cubicBezTo>
                  <a:cubicBezTo>
                    <a:pt x="178" y="130"/>
                    <a:pt x="177" y="129"/>
                    <a:pt x="176" y="128"/>
                  </a:cubicBezTo>
                  <a:cubicBezTo>
                    <a:pt x="174" y="127"/>
                    <a:pt x="173" y="126"/>
                    <a:pt x="172" y="125"/>
                  </a:cubicBezTo>
                  <a:cubicBezTo>
                    <a:pt x="171" y="124"/>
                    <a:pt x="170" y="124"/>
                    <a:pt x="169" y="125"/>
                  </a:cubicBezTo>
                  <a:cubicBezTo>
                    <a:pt x="168" y="126"/>
                    <a:pt x="166" y="126"/>
                    <a:pt x="164" y="126"/>
                  </a:cubicBezTo>
                  <a:cubicBezTo>
                    <a:pt x="163" y="126"/>
                    <a:pt x="161" y="126"/>
                    <a:pt x="159" y="125"/>
                  </a:cubicBezTo>
                  <a:cubicBezTo>
                    <a:pt x="157" y="125"/>
                    <a:pt x="155" y="126"/>
                    <a:pt x="152" y="126"/>
                  </a:cubicBezTo>
                  <a:cubicBezTo>
                    <a:pt x="151" y="126"/>
                    <a:pt x="149" y="126"/>
                    <a:pt x="147" y="127"/>
                  </a:cubicBezTo>
                  <a:cubicBezTo>
                    <a:pt x="146" y="127"/>
                    <a:pt x="146" y="127"/>
                    <a:pt x="145" y="126"/>
                  </a:cubicBezTo>
                  <a:cubicBezTo>
                    <a:pt x="144" y="125"/>
                    <a:pt x="143" y="125"/>
                    <a:pt x="143" y="124"/>
                  </a:cubicBezTo>
                  <a:cubicBezTo>
                    <a:pt x="141" y="123"/>
                    <a:pt x="140" y="121"/>
                    <a:pt x="138" y="120"/>
                  </a:cubicBezTo>
                  <a:cubicBezTo>
                    <a:pt x="137" y="120"/>
                    <a:pt x="137" y="119"/>
                    <a:pt x="136" y="119"/>
                  </a:cubicBezTo>
                  <a:cubicBezTo>
                    <a:pt x="136" y="118"/>
                    <a:pt x="136" y="117"/>
                    <a:pt x="135" y="117"/>
                  </a:cubicBezTo>
                  <a:cubicBezTo>
                    <a:pt x="134" y="116"/>
                    <a:pt x="133" y="116"/>
                    <a:pt x="132" y="115"/>
                  </a:cubicBezTo>
                  <a:cubicBezTo>
                    <a:pt x="130" y="114"/>
                    <a:pt x="128" y="113"/>
                    <a:pt x="126" y="112"/>
                  </a:cubicBezTo>
                  <a:cubicBezTo>
                    <a:pt x="126" y="111"/>
                    <a:pt x="125" y="109"/>
                    <a:pt x="125" y="108"/>
                  </a:cubicBezTo>
                  <a:cubicBezTo>
                    <a:pt x="125" y="107"/>
                    <a:pt x="125" y="106"/>
                    <a:pt x="124" y="105"/>
                  </a:cubicBezTo>
                  <a:cubicBezTo>
                    <a:pt x="123" y="104"/>
                    <a:pt x="121" y="105"/>
                    <a:pt x="121" y="104"/>
                  </a:cubicBezTo>
                  <a:cubicBezTo>
                    <a:pt x="120" y="103"/>
                    <a:pt x="121" y="103"/>
                    <a:pt x="121" y="102"/>
                  </a:cubicBezTo>
                  <a:cubicBezTo>
                    <a:pt x="121" y="103"/>
                    <a:pt x="120" y="102"/>
                    <a:pt x="120" y="102"/>
                  </a:cubicBezTo>
                  <a:cubicBezTo>
                    <a:pt x="121" y="102"/>
                    <a:pt x="121" y="102"/>
                    <a:pt x="121" y="102"/>
                  </a:cubicBezTo>
                  <a:cubicBezTo>
                    <a:pt x="121" y="102"/>
                    <a:pt x="121" y="101"/>
                    <a:pt x="120" y="101"/>
                  </a:cubicBezTo>
                  <a:cubicBezTo>
                    <a:pt x="121" y="101"/>
                    <a:pt x="121" y="101"/>
                    <a:pt x="120" y="101"/>
                  </a:cubicBezTo>
                  <a:cubicBezTo>
                    <a:pt x="120" y="101"/>
                    <a:pt x="121" y="101"/>
                    <a:pt x="121" y="101"/>
                  </a:cubicBezTo>
                  <a:cubicBezTo>
                    <a:pt x="121" y="101"/>
                    <a:pt x="122" y="101"/>
                    <a:pt x="122" y="101"/>
                  </a:cubicBezTo>
                  <a:cubicBezTo>
                    <a:pt x="122" y="101"/>
                    <a:pt x="123" y="101"/>
                    <a:pt x="123" y="101"/>
                  </a:cubicBezTo>
                  <a:cubicBezTo>
                    <a:pt x="123" y="101"/>
                    <a:pt x="124" y="101"/>
                    <a:pt x="124" y="101"/>
                  </a:cubicBezTo>
                  <a:cubicBezTo>
                    <a:pt x="125" y="102"/>
                    <a:pt x="125" y="102"/>
                    <a:pt x="125" y="102"/>
                  </a:cubicBezTo>
                  <a:cubicBezTo>
                    <a:pt x="126" y="102"/>
                    <a:pt x="126" y="102"/>
                    <a:pt x="127" y="101"/>
                  </a:cubicBezTo>
                  <a:cubicBezTo>
                    <a:pt x="127" y="100"/>
                    <a:pt x="127" y="100"/>
                    <a:pt x="128" y="100"/>
                  </a:cubicBezTo>
                  <a:cubicBezTo>
                    <a:pt x="128" y="100"/>
                    <a:pt x="127" y="99"/>
                    <a:pt x="127" y="99"/>
                  </a:cubicBezTo>
                  <a:cubicBezTo>
                    <a:pt x="126" y="99"/>
                    <a:pt x="126" y="99"/>
                    <a:pt x="125" y="99"/>
                  </a:cubicBezTo>
                  <a:cubicBezTo>
                    <a:pt x="124" y="99"/>
                    <a:pt x="123" y="99"/>
                    <a:pt x="123" y="99"/>
                  </a:cubicBezTo>
                  <a:cubicBezTo>
                    <a:pt x="122" y="99"/>
                    <a:pt x="122" y="99"/>
                    <a:pt x="122" y="99"/>
                  </a:cubicBezTo>
                  <a:cubicBezTo>
                    <a:pt x="121" y="99"/>
                    <a:pt x="121" y="99"/>
                    <a:pt x="121" y="100"/>
                  </a:cubicBezTo>
                  <a:cubicBezTo>
                    <a:pt x="120" y="100"/>
                    <a:pt x="119" y="100"/>
                    <a:pt x="120" y="99"/>
                  </a:cubicBezTo>
                  <a:cubicBezTo>
                    <a:pt x="120" y="99"/>
                    <a:pt x="120" y="99"/>
                    <a:pt x="120" y="98"/>
                  </a:cubicBezTo>
                  <a:cubicBezTo>
                    <a:pt x="120" y="98"/>
                    <a:pt x="120" y="97"/>
                    <a:pt x="119" y="97"/>
                  </a:cubicBezTo>
                  <a:cubicBezTo>
                    <a:pt x="119" y="97"/>
                    <a:pt x="119" y="97"/>
                    <a:pt x="118" y="97"/>
                  </a:cubicBezTo>
                  <a:cubicBezTo>
                    <a:pt x="118" y="97"/>
                    <a:pt x="118" y="97"/>
                    <a:pt x="117" y="97"/>
                  </a:cubicBezTo>
                  <a:cubicBezTo>
                    <a:pt x="117" y="97"/>
                    <a:pt x="117" y="97"/>
                    <a:pt x="117" y="97"/>
                  </a:cubicBezTo>
                  <a:cubicBezTo>
                    <a:pt x="117" y="97"/>
                    <a:pt x="118" y="98"/>
                    <a:pt x="118" y="98"/>
                  </a:cubicBezTo>
                  <a:cubicBezTo>
                    <a:pt x="119" y="98"/>
                    <a:pt x="120" y="99"/>
                    <a:pt x="119" y="100"/>
                  </a:cubicBezTo>
                  <a:cubicBezTo>
                    <a:pt x="119" y="101"/>
                    <a:pt x="119" y="101"/>
                    <a:pt x="119" y="102"/>
                  </a:cubicBezTo>
                  <a:cubicBezTo>
                    <a:pt x="119" y="103"/>
                    <a:pt x="120" y="103"/>
                    <a:pt x="119" y="103"/>
                  </a:cubicBezTo>
                  <a:cubicBezTo>
                    <a:pt x="118" y="102"/>
                    <a:pt x="118" y="104"/>
                    <a:pt x="118" y="104"/>
                  </a:cubicBezTo>
                  <a:cubicBezTo>
                    <a:pt x="118" y="103"/>
                    <a:pt x="118" y="103"/>
                    <a:pt x="117" y="103"/>
                  </a:cubicBezTo>
                  <a:cubicBezTo>
                    <a:pt x="117" y="103"/>
                    <a:pt x="117" y="103"/>
                    <a:pt x="117" y="103"/>
                  </a:cubicBezTo>
                  <a:cubicBezTo>
                    <a:pt x="116" y="103"/>
                    <a:pt x="116" y="103"/>
                    <a:pt x="116" y="103"/>
                  </a:cubicBezTo>
                  <a:cubicBezTo>
                    <a:pt x="115" y="102"/>
                    <a:pt x="116" y="101"/>
                    <a:pt x="116" y="101"/>
                  </a:cubicBezTo>
                  <a:cubicBezTo>
                    <a:pt x="116" y="100"/>
                    <a:pt x="116" y="100"/>
                    <a:pt x="115" y="101"/>
                  </a:cubicBezTo>
                  <a:cubicBezTo>
                    <a:pt x="115" y="101"/>
                    <a:pt x="114" y="100"/>
                    <a:pt x="113" y="101"/>
                  </a:cubicBezTo>
                  <a:cubicBezTo>
                    <a:pt x="114" y="101"/>
                    <a:pt x="112" y="101"/>
                    <a:pt x="112" y="101"/>
                  </a:cubicBezTo>
                  <a:cubicBezTo>
                    <a:pt x="112" y="101"/>
                    <a:pt x="112" y="101"/>
                    <a:pt x="112" y="101"/>
                  </a:cubicBezTo>
                  <a:cubicBezTo>
                    <a:pt x="112" y="102"/>
                    <a:pt x="111" y="102"/>
                    <a:pt x="111" y="102"/>
                  </a:cubicBezTo>
                  <a:cubicBezTo>
                    <a:pt x="111" y="103"/>
                    <a:pt x="112" y="104"/>
                    <a:pt x="111" y="105"/>
                  </a:cubicBezTo>
                  <a:cubicBezTo>
                    <a:pt x="111" y="105"/>
                    <a:pt x="111" y="105"/>
                    <a:pt x="111" y="105"/>
                  </a:cubicBezTo>
                  <a:cubicBezTo>
                    <a:pt x="110" y="105"/>
                    <a:pt x="110" y="105"/>
                    <a:pt x="109" y="105"/>
                  </a:cubicBezTo>
                  <a:cubicBezTo>
                    <a:pt x="107" y="105"/>
                    <a:pt x="105" y="106"/>
                    <a:pt x="103" y="106"/>
                  </a:cubicBezTo>
                  <a:cubicBezTo>
                    <a:pt x="99" y="107"/>
                    <a:pt x="96" y="109"/>
                    <a:pt x="92" y="110"/>
                  </a:cubicBezTo>
                  <a:cubicBezTo>
                    <a:pt x="91" y="110"/>
                    <a:pt x="90" y="110"/>
                    <a:pt x="90" y="110"/>
                  </a:cubicBezTo>
                  <a:cubicBezTo>
                    <a:pt x="89" y="111"/>
                    <a:pt x="90" y="112"/>
                    <a:pt x="90" y="112"/>
                  </a:cubicBezTo>
                  <a:cubicBezTo>
                    <a:pt x="90" y="114"/>
                    <a:pt x="91" y="116"/>
                    <a:pt x="91" y="119"/>
                  </a:cubicBezTo>
                  <a:cubicBezTo>
                    <a:pt x="94" y="129"/>
                    <a:pt x="96" y="140"/>
                    <a:pt x="98" y="150"/>
                  </a:cubicBezTo>
                  <a:cubicBezTo>
                    <a:pt x="97" y="150"/>
                    <a:pt x="95" y="152"/>
                    <a:pt x="94" y="151"/>
                  </a:cubicBezTo>
                  <a:cubicBezTo>
                    <a:pt x="93" y="151"/>
                    <a:pt x="93" y="150"/>
                    <a:pt x="93" y="150"/>
                  </a:cubicBezTo>
                  <a:cubicBezTo>
                    <a:pt x="92" y="149"/>
                    <a:pt x="91" y="149"/>
                    <a:pt x="91" y="148"/>
                  </a:cubicBezTo>
                  <a:cubicBezTo>
                    <a:pt x="90" y="148"/>
                    <a:pt x="90" y="147"/>
                    <a:pt x="89" y="147"/>
                  </a:cubicBezTo>
                  <a:cubicBezTo>
                    <a:pt x="89" y="146"/>
                    <a:pt x="88" y="145"/>
                    <a:pt x="88" y="145"/>
                  </a:cubicBezTo>
                  <a:cubicBezTo>
                    <a:pt x="88" y="143"/>
                    <a:pt x="85" y="142"/>
                    <a:pt x="84" y="142"/>
                  </a:cubicBezTo>
                  <a:cubicBezTo>
                    <a:pt x="83" y="141"/>
                    <a:pt x="81" y="140"/>
                    <a:pt x="80" y="139"/>
                  </a:cubicBezTo>
                  <a:cubicBezTo>
                    <a:pt x="78" y="139"/>
                    <a:pt x="76" y="140"/>
                    <a:pt x="74" y="140"/>
                  </a:cubicBezTo>
                  <a:cubicBezTo>
                    <a:pt x="73" y="140"/>
                    <a:pt x="71" y="141"/>
                    <a:pt x="70" y="142"/>
                  </a:cubicBezTo>
                  <a:cubicBezTo>
                    <a:pt x="68" y="143"/>
                    <a:pt x="67" y="144"/>
                    <a:pt x="66" y="146"/>
                  </a:cubicBezTo>
                  <a:cubicBezTo>
                    <a:pt x="65" y="146"/>
                    <a:pt x="66" y="145"/>
                    <a:pt x="66" y="145"/>
                  </a:cubicBezTo>
                  <a:cubicBezTo>
                    <a:pt x="66" y="144"/>
                    <a:pt x="66" y="144"/>
                    <a:pt x="65" y="143"/>
                  </a:cubicBezTo>
                  <a:cubicBezTo>
                    <a:pt x="64" y="142"/>
                    <a:pt x="65" y="141"/>
                    <a:pt x="65" y="140"/>
                  </a:cubicBezTo>
                  <a:cubicBezTo>
                    <a:pt x="66" y="139"/>
                    <a:pt x="66" y="138"/>
                    <a:pt x="66" y="137"/>
                  </a:cubicBezTo>
                  <a:cubicBezTo>
                    <a:pt x="66" y="136"/>
                    <a:pt x="65" y="136"/>
                    <a:pt x="65" y="135"/>
                  </a:cubicBezTo>
                  <a:cubicBezTo>
                    <a:pt x="65" y="135"/>
                    <a:pt x="65" y="136"/>
                    <a:pt x="66" y="136"/>
                  </a:cubicBezTo>
                  <a:cubicBezTo>
                    <a:pt x="66" y="136"/>
                    <a:pt x="66" y="137"/>
                    <a:pt x="66" y="137"/>
                  </a:cubicBezTo>
                  <a:cubicBezTo>
                    <a:pt x="67" y="137"/>
                    <a:pt x="66" y="136"/>
                    <a:pt x="66" y="136"/>
                  </a:cubicBezTo>
                  <a:cubicBezTo>
                    <a:pt x="66" y="135"/>
                    <a:pt x="66" y="135"/>
                    <a:pt x="66" y="135"/>
                  </a:cubicBezTo>
                  <a:cubicBezTo>
                    <a:pt x="65" y="135"/>
                    <a:pt x="64" y="134"/>
                    <a:pt x="63" y="134"/>
                  </a:cubicBezTo>
                  <a:cubicBezTo>
                    <a:pt x="63" y="134"/>
                    <a:pt x="62" y="135"/>
                    <a:pt x="62" y="134"/>
                  </a:cubicBezTo>
                  <a:cubicBezTo>
                    <a:pt x="61" y="133"/>
                    <a:pt x="60" y="134"/>
                    <a:pt x="59" y="134"/>
                  </a:cubicBezTo>
                  <a:cubicBezTo>
                    <a:pt x="58" y="134"/>
                    <a:pt x="58" y="133"/>
                    <a:pt x="58" y="133"/>
                  </a:cubicBezTo>
                  <a:cubicBezTo>
                    <a:pt x="57" y="132"/>
                    <a:pt x="56" y="131"/>
                    <a:pt x="56" y="131"/>
                  </a:cubicBezTo>
                  <a:cubicBezTo>
                    <a:pt x="56" y="129"/>
                    <a:pt x="52" y="132"/>
                    <a:pt x="52" y="130"/>
                  </a:cubicBezTo>
                  <a:cubicBezTo>
                    <a:pt x="52" y="129"/>
                    <a:pt x="53" y="128"/>
                    <a:pt x="52" y="127"/>
                  </a:cubicBezTo>
                  <a:cubicBezTo>
                    <a:pt x="52" y="126"/>
                    <a:pt x="51" y="126"/>
                    <a:pt x="50" y="125"/>
                  </a:cubicBezTo>
                  <a:cubicBezTo>
                    <a:pt x="49" y="124"/>
                    <a:pt x="49" y="123"/>
                    <a:pt x="49" y="123"/>
                  </a:cubicBezTo>
                  <a:cubicBezTo>
                    <a:pt x="48" y="122"/>
                    <a:pt x="47" y="121"/>
                    <a:pt x="47" y="120"/>
                  </a:cubicBezTo>
                  <a:cubicBezTo>
                    <a:pt x="46" y="118"/>
                    <a:pt x="44" y="118"/>
                    <a:pt x="43" y="118"/>
                  </a:cubicBezTo>
                  <a:cubicBezTo>
                    <a:pt x="42" y="118"/>
                    <a:pt x="41" y="118"/>
                    <a:pt x="41" y="117"/>
                  </a:cubicBezTo>
                  <a:cubicBezTo>
                    <a:pt x="41" y="117"/>
                    <a:pt x="40" y="116"/>
                    <a:pt x="40" y="115"/>
                  </a:cubicBezTo>
                  <a:cubicBezTo>
                    <a:pt x="41" y="116"/>
                    <a:pt x="41" y="115"/>
                    <a:pt x="41" y="115"/>
                  </a:cubicBezTo>
                  <a:cubicBezTo>
                    <a:pt x="41" y="114"/>
                    <a:pt x="41" y="114"/>
                    <a:pt x="41" y="114"/>
                  </a:cubicBezTo>
                  <a:cubicBezTo>
                    <a:pt x="42" y="114"/>
                    <a:pt x="43" y="114"/>
                    <a:pt x="44" y="114"/>
                  </a:cubicBezTo>
                  <a:cubicBezTo>
                    <a:pt x="44" y="115"/>
                    <a:pt x="44" y="115"/>
                    <a:pt x="45" y="115"/>
                  </a:cubicBezTo>
                  <a:cubicBezTo>
                    <a:pt x="45" y="115"/>
                    <a:pt x="45" y="114"/>
                    <a:pt x="45" y="115"/>
                  </a:cubicBezTo>
                  <a:cubicBezTo>
                    <a:pt x="46" y="115"/>
                    <a:pt x="46" y="115"/>
                    <a:pt x="47" y="115"/>
                  </a:cubicBezTo>
                  <a:cubicBezTo>
                    <a:pt x="47" y="116"/>
                    <a:pt x="48" y="116"/>
                    <a:pt x="48" y="116"/>
                  </a:cubicBezTo>
                  <a:cubicBezTo>
                    <a:pt x="49" y="116"/>
                    <a:pt x="49" y="116"/>
                    <a:pt x="50" y="115"/>
                  </a:cubicBezTo>
                  <a:cubicBezTo>
                    <a:pt x="50" y="115"/>
                    <a:pt x="50" y="115"/>
                    <a:pt x="50" y="116"/>
                  </a:cubicBezTo>
                  <a:cubicBezTo>
                    <a:pt x="50" y="116"/>
                    <a:pt x="51" y="116"/>
                    <a:pt x="51" y="116"/>
                  </a:cubicBezTo>
                  <a:cubicBezTo>
                    <a:pt x="53" y="116"/>
                    <a:pt x="52" y="115"/>
                    <a:pt x="51" y="115"/>
                  </a:cubicBezTo>
                  <a:cubicBezTo>
                    <a:pt x="51" y="115"/>
                    <a:pt x="50" y="115"/>
                    <a:pt x="50" y="115"/>
                  </a:cubicBezTo>
                  <a:cubicBezTo>
                    <a:pt x="49" y="115"/>
                    <a:pt x="49" y="114"/>
                    <a:pt x="48" y="113"/>
                  </a:cubicBezTo>
                  <a:cubicBezTo>
                    <a:pt x="48" y="113"/>
                    <a:pt x="47" y="113"/>
                    <a:pt x="46" y="112"/>
                  </a:cubicBezTo>
                  <a:cubicBezTo>
                    <a:pt x="46" y="112"/>
                    <a:pt x="46" y="111"/>
                    <a:pt x="46" y="111"/>
                  </a:cubicBezTo>
                  <a:cubicBezTo>
                    <a:pt x="46" y="111"/>
                    <a:pt x="47" y="111"/>
                    <a:pt x="47" y="110"/>
                  </a:cubicBezTo>
                  <a:cubicBezTo>
                    <a:pt x="47" y="110"/>
                    <a:pt x="47" y="110"/>
                    <a:pt x="48" y="110"/>
                  </a:cubicBezTo>
                  <a:cubicBezTo>
                    <a:pt x="48" y="110"/>
                    <a:pt x="48" y="110"/>
                    <a:pt x="48" y="110"/>
                  </a:cubicBezTo>
                  <a:cubicBezTo>
                    <a:pt x="49" y="110"/>
                    <a:pt x="48" y="110"/>
                    <a:pt x="48" y="109"/>
                  </a:cubicBezTo>
                  <a:cubicBezTo>
                    <a:pt x="48" y="109"/>
                    <a:pt x="48" y="109"/>
                    <a:pt x="48" y="108"/>
                  </a:cubicBezTo>
                  <a:cubicBezTo>
                    <a:pt x="48" y="108"/>
                    <a:pt x="49" y="107"/>
                    <a:pt x="49" y="107"/>
                  </a:cubicBezTo>
                  <a:cubicBezTo>
                    <a:pt x="49" y="106"/>
                    <a:pt x="50" y="107"/>
                    <a:pt x="50" y="107"/>
                  </a:cubicBezTo>
                  <a:cubicBezTo>
                    <a:pt x="51" y="107"/>
                    <a:pt x="51" y="106"/>
                    <a:pt x="52" y="106"/>
                  </a:cubicBezTo>
                  <a:cubicBezTo>
                    <a:pt x="52" y="106"/>
                    <a:pt x="52" y="105"/>
                    <a:pt x="52" y="106"/>
                  </a:cubicBezTo>
                  <a:cubicBezTo>
                    <a:pt x="52" y="106"/>
                    <a:pt x="53" y="106"/>
                    <a:pt x="54" y="106"/>
                  </a:cubicBezTo>
                  <a:cubicBezTo>
                    <a:pt x="55" y="107"/>
                    <a:pt x="56" y="107"/>
                    <a:pt x="57" y="107"/>
                  </a:cubicBezTo>
                  <a:cubicBezTo>
                    <a:pt x="59" y="107"/>
                    <a:pt x="61" y="108"/>
                    <a:pt x="62" y="108"/>
                  </a:cubicBezTo>
                  <a:cubicBezTo>
                    <a:pt x="64" y="108"/>
                    <a:pt x="66" y="108"/>
                    <a:pt x="68" y="108"/>
                  </a:cubicBezTo>
                  <a:cubicBezTo>
                    <a:pt x="69" y="108"/>
                    <a:pt x="69" y="108"/>
                    <a:pt x="70" y="108"/>
                  </a:cubicBezTo>
                  <a:cubicBezTo>
                    <a:pt x="71" y="108"/>
                    <a:pt x="71" y="108"/>
                    <a:pt x="72" y="108"/>
                  </a:cubicBezTo>
                  <a:cubicBezTo>
                    <a:pt x="73" y="109"/>
                    <a:pt x="72" y="110"/>
                    <a:pt x="71" y="110"/>
                  </a:cubicBezTo>
                  <a:cubicBezTo>
                    <a:pt x="69" y="110"/>
                    <a:pt x="69" y="111"/>
                    <a:pt x="68" y="112"/>
                  </a:cubicBezTo>
                  <a:cubicBezTo>
                    <a:pt x="68" y="112"/>
                    <a:pt x="67" y="113"/>
                    <a:pt x="67" y="114"/>
                  </a:cubicBezTo>
                  <a:cubicBezTo>
                    <a:pt x="67" y="115"/>
                    <a:pt x="66" y="115"/>
                    <a:pt x="66" y="116"/>
                  </a:cubicBezTo>
                  <a:cubicBezTo>
                    <a:pt x="66" y="117"/>
                    <a:pt x="67" y="117"/>
                    <a:pt x="67" y="117"/>
                  </a:cubicBezTo>
                  <a:cubicBezTo>
                    <a:pt x="68" y="117"/>
                    <a:pt x="68" y="116"/>
                    <a:pt x="68" y="115"/>
                  </a:cubicBezTo>
                  <a:cubicBezTo>
                    <a:pt x="68" y="115"/>
                    <a:pt x="68" y="114"/>
                    <a:pt x="69" y="113"/>
                  </a:cubicBezTo>
                  <a:cubicBezTo>
                    <a:pt x="69" y="112"/>
                    <a:pt x="69" y="111"/>
                    <a:pt x="70" y="111"/>
                  </a:cubicBezTo>
                  <a:cubicBezTo>
                    <a:pt x="70" y="111"/>
                    <a:pt x="71" y="111"/>
                    <a:pt x="72" y="111"/>
                  </a:cubicBezTo>
                  <a:cubicBezTo>
                    <a:pt x="72" y="111"/>
                    <a:pt x="73" y="111"/>
                    <a:pt x="73" y="111"/>
                  </a:cubicBezTo>
                  <a:cubicBezTo>
                    <a:pt x="74" y="111"/>
                    <a:pt x="74" y="111"/>
                    <a:pt x="75" y="111"/>
                  </a:cubicBezTo>
                  <a:cubicBezTo>
                    <a:pt x="76" y="111"/>
                    <a:pt x="75" y="110"/>
                    <a:pt x="75" y="109"/>
                  </a:cubicBezTo>
                  <a:cubicBezTo>
                    <a:pt x="74" y="108"/>
                    <a:pt x="73" y="108"/>
                    <a:pt x="73" y="107"/>
                  </a:cubicBezTo>
                  <a:cubicBezTo>
                    <a:pt x="73" y="106"/>
                    <a:pt x="73" y="106"/>
                    <a:pt x="73" y="106"/>
                  </a:cubicBezTo>
                  <a:cubicBezTo>
                    <a:pt x="73" y="105"/>
                    <a:pt x="72" y="105"/>
                    <a:pt x="72" y="105"/>
                  </a:cubicBezTo>
                  <a:cubicBezTo>
                    <a:pt x="71" y="105"/>
                    <a:pt x="71" y="105"/>
                    <a:pt x="71" y="106"/>
                  </a:cubicBezTo>
                  <a:cubicBezTo>
                    <a:pt x="71" y="106"/>
                    <a:pt x="70" y="107"/>
                    <a:pt x="70" y="107"/>
                  </a:cubicBezTo>
                  <a:cubicBezTo>
                    <a:pt x="68" y="107"/>
                    <a:pt x="67" y="107"/>
                    <a:pt x="66" y="107"/>
                  </a:cubicBezTo>
                  <a:cubicBezTo>
                    <a:pt x="65" y="106"/>
                    <a:pt x="65" y="107"/>
                    <a:pt x="64" y="106"/>
                  </a:cubicBezTo>
                  <a:cubicBezTo>
                    <a:pt x="64" y="106"/>
                    <a:pt x="63" y="106"/>
                    <a:pt x="63" y="105"/>
                  </a:cubicBezTo>
                  <a:cubicBezTo>
                    <a:pt x="63" y="105"/>
                    <a:pt x="63" y="104"/>
                    <a:pt x="62" y="104"/>
                  </a:cubicBezTo>
                  <a:cubicBezTo>
                    <a:pt x="62" y="103"/>
                    <a:pt x="63" y="102"/>
                    <a:pt x="63" y="101"/>
                  </a:cubicBezTo>
                  <a:cubicBezTo>
                    <a:pt x="63" y="100"/>
                    <a:pt x="64" y="98"/>
                    <a:pt x="63" y="97"/>
                  </a:cubicBezTo>
                  <a:cubicBezTo>
                    <a:pt x="63" y="95"/>
                    <a:pt x="61" y="94"/>
                    <a:pt x="61" y="92"/>
                  </a:cubicBezTo>
                  <a:cubicBezTo>
                    <a:pt x="60" y="91"/>
                    <a:pt x="59" y="90"/>
                    <a:pt x="58" y="89"/>
                  </a:cubicBezTo>
                  <a:cubicBezTo>
                    <a:pt x="57" y="89"/>
                    <a:pt x="56" y="90"/>
                    <a:pt x="56" y="89"/>
                  </a:cubicBezTo>
                  <a:cubicBezTo>
                    <a:pt x="55" y="89"/>
                    <a:pt x="54" y="89"/>
                    <a:pt x="54" y="89"/>
                  </a:cubicBezTo>
                  <a:cubicBezTo>
                    <a:pt x="54" y="91"/>
                    <a:pt x="53" y="90"/>
                    <a:pt x="52" y="90"/>
                  </a:cubicBezTo>
                  <a:cubicBezTo>
                    <a:pt x="52" y="90"/>
                    <a:pt x="53" y="91"/>
                    <a:pt x="53" y="91"/>
                  </a:cubicBezTo>
                  <a:cubicBezTo>
                    <a:pt x="53" y="91"/>
                    <a:pt x="52" y="91"/>
                    <a:pt x="51" y="91"/>
                  </a:cubicBezTo>
                  <a:cubicBezTo>
                    <a:pt x="51" y="91"/>
                    <a:pt x="50" y="90"/>
                    <a:pt x="51" y="90"/>
                  </a:cubicBezTo>
                  <a:cubicBezTo>
                    <a:pt x="50" y="90"/>
                    <a:pt x="51" y="90"/>
                    <a:pt x="50" y="90"/>
                  </a:cubicBezTo>
                  <a:cubicBezTo>
                    <a:pt x="49" y="90"/>
                    <a:pt x="50" y="90"/>
                    <a:pt x="50" y="90"/>
                  </a:cubicBezTo>
                  <a:cubicBezTo>
                    <a:pt x="50" y="90"/>
                    <a:pt x="48" y="90"/>
                    <a:pt x="48" y="89"/>
                  </a:cubicBezTo>
                  <a:cubicBezTo>
                    <a:pt x="48" y="89"/>
                    <a:pt x="48" y="88"/>
                    <a:pt x="48" y="88"/>
                  </a:cubicBezTo>
                  <a:cubicBezTo>
                    <a:pt x="47" y="88"/>
                    <a:pt x="47" y="89"/>
                    <a:pt x="47" y="89"/>
                  </a:cubicBezTo>
                  <a:cubicBezTo>
                    <a:pt x="47" y="89"/>
                    <a:pt x="46" y="88"/>
                    <a:pt x="46" y="88"/>
                  </a:cubicBezTo>
                  <a:cubicBezTo>
                    <a:pt x="45" y="88"/>
                    <a:pt x="44" y="88"/>
                    <a:pt x="43" y="88"/>
                  </a:cubicBezTo>
                  <a:cubicBezTo>
                    <a:pt x="43" y="88"/>
                    <a:pt x="43" y="88"/>
                    <a:pt x="43" y="88"/>
                  </a:cubicBezTo>
                  <a:cubicBezTo>
                    <a:pt x="42" y="88"/>
                    <a:pt x="42" y="88"/>
                    <a:pt x="42" y="88"/>
                  </a:cubicBezTo>
                  <a:cubicBezTo>
                    <a:pt x="41" y="88"/>
                    <a:pt x="41" y="89"/>
                    <a:pt x="41" y="89"/>
                  </a:cubicBezTo>
                  <a:cubicBezTo>
                    <a:pt x="41" y="89"/>
                    <a:pt x="41" y="89"/>
                    <a:pt x="40" y="89"/>
                  </a:cubicBezTo>
                  <a:cubicBezTo>
                    <a:pt x="41" y="89"/>
                    <a:pt x="40" y="90"/>
                    <a:pt x="40" y="90"/>
                  </a:cubicBezTo>
                  <a:cubicBezTo>
                    <a:pt x="40" y="90"/>
                    <a:pt x="40" y="89"/>
                    <a:pt x="40" y="89"/>
                  </a:cubicBezTo>
                  <a:cubicBezTo>
                    <a:pt x="40" y="89"/>
                    <a:pt x="39" y="90"/>
                    <a:pt x="39" y="90"/>
                  </a:cubicBezTo>
                  <a:cubicBezTo>
                    <a:pt x="39" y="90"/>
                    <a:pt x="39" y="91"/>
                    <a:pt x="38" y="91"/>
                  </a:cubicBezTo>
                  <a:cubicBezTo>
                    <a:pt x="38" y="91"/>
                    <a:pt x="39" y="90"/>
                    <a:pt x="38" y="90"/>
                  </a:cubicBezTo>
                  <a:cubicBezTo>
                    <a:pt x="38" y="90"/>
                    <a:pt x="37" y="90"/>
                    <a:pt x="37" y="90"/>
                  </a:cubicBezTo>
                  <a:cubicBezTo>
                    <a:pt x="37" y="90"/>
                    <a:pt x="37" y="91"/>
                    <a:pt x="37" y="91"/>
                  </a:cubicBezTo>
                  <a:cubicBezTo>
                    <a:pt x="37" y="91"/>
                    <a:pt x="37" y="91"/>
                    <a:pt x="37" y="91"/>
                  </a:cubicBezTo>
                  <a:cubicBezTo>
                    <a:pt x="37" y="91"/>
                    <a:pt x="36" y="92"/>
                    <a:pt x="36" y="92"/>
                  </a:cubicBezTo>
                  <a:cubicBezTo>
                    <a:pt x="35" y="91"/>
                    <a:pt x="34" y="93"/>
                    <a:pt x="34" y="93"/>
                  </a:cubicBezTo>
                  <a:cubicBezTo>
                    <a:pt x="34" y="93"/>
                    <a:pt x="33" y="94"/>
                    <a:pt x="33" y="94"/>
                  </a:cubicBezTo>
                  <a:cubicBezTo>
                    <a:pt x="33" y="94"/>
                    <a:pt x="32" y="94"/>
                    <a:pt x="32" y="94"/>
                  </a:cubicBezTo>
                  <a:cubicBezTo>
                    <a:pt x="32" y="94"/>
                    <a:pt x="32" y="94"/>
                    <a:pt x="31" y="94"/>
                  </a:cubicBezTo>
                  <a:cubicBezTo>
                    <a:pt x="31" y="93"/>
                    <a:pt x="31" y="94"/>
                    <a:pt x="31" y="94"/>
                  </a:cubicBezTo>
                  <a:cubicBezTo>
                    <a:pt x="30" y="94"/>
                    <a:pt x="30" y="94"/>
                    <a:pt x="30" y="94"/>
                  </a:cubicBezTo>
                  <a:cubicBezTo>
                    <a:pt x="30" y="94"/>
                    <a:pt x="30" y="94"/>
                    <a:pt x="30" y="94"/>
                  </a:cubicBezTo>
                  <a:cubicBezTo>
                    <a:pt x="30" y="94"/>
                    <a:pt x="30" y="94"/>
                    <a:pt x="29" y="94"/>
                  </a:cubicBezTo>
                  <a:cubicBezTo>
                    <a:pt x="29" y="94"/>
                    <a:pt x="29" y="94"/>
                    <a:pt x="28" y="93"/>
                  </a:cubicBezTo>
                  <a:cubicBezTo>
                    <a:pt x="28" y="94"/>
                    <a:pt x="29" y="94"/>
                    <a:pt x="29" y="94"/>
                  </a:cubicBezTo>
                  <a:cubicBezTo>
                    <a:pt x="29" y="95"/>
                    <a:pt x="28" y="94"/>
                    <a:pt x="28" y="94"/>
                  </a:cubicBezTo>
                  <a:cubicBezTo>
                    <a:pt x="28" y="94"/>
                    <a:pt x="28" y="95"/>
                    <a:pt x="29" y="95"/>
                  </a:cubicBezTo>
                  <a:cubicBezTo>
                    <a:pt x="29" y="95"/>
                    <a:pt x="29" y="95"/>
                    <a:pt x="29" y="95"/>
                  </a:cubicBezTo>
                  <a:cubicBezTo>
                    <a:pt x="29" y="96"/>
                    <a:pt x="28" y="95"/>
                    <a:pt x="28" y="95"/>
                  </a:cubicBezTo>
                  <a:cubicBezTo>
                    <a:pt x="28" y="95"/>
                    <a:pt x="28" y="95"/>
                    <a:pt x="28" y="95"/>
                  </a:cubicBezTo>
                  <a:cubicBezTo>
                    <a:pt x="28" y="96"/>
                    <a:pt x="28" y="95"/>
                    <a:pt x="27" y="95"/>
                  </a:cubicBezTo>
                  <a:cubicBezTo>
                    <a:pt x="27" y="96"/>
                    <a:pt x="28" y="96"/>
                    <a:pt x="28" y="96"/>
                  </a:cubicBezTo>
                  <a:cubicBezTo>
                    <a:pt x="27" y="96"/>
                    <a:pt x="26" y="95"/>
                    <a:pt x="25" y="95"/>
                  </a:cubicBezTo>
                  <a:cubicBezTo>
                    <a:pt x="25" y="94"/>
                    <a:pt x="24" y="94"/>
                    <a:pt x="23" y="94"/>
                  </a:cubicBezTo>
                  <a:cubicBezTo>
                    <a:pt x="23" y="93"/>
                    <a:pt x="22" y="94"/>
                    <a:pt x="22" y="94"/>
                  </a:cubicBezTo>
                  <a:cubicBezTo>
                    <a:pt x="21" y="93"/>
                    <a:pt x="22" y="93"/>
                    <a:pt x="21" y="93"/>
                  </a:cubicBezTo>
                  <a:cubicBezTo>
                    <a:pt x="21" y="92"/>
                    <a:pt x="21" y="92"/>
                    <a:pt x="22" y="91"/>
                  </a:cubicBezTo>
                  <a:cubicBezTo>
                    <a:pt x="22" y="91"/>
                    <a:pt x="23" y="91"/>
                    <a:pt x="23" y="92"/>
                  </a:cubicBezTo>
                  <a:cubicBezTo>
                    <a:pt x="24" y="92"/>
                    <a:pt x="25" y="92"/>
                    <a:pt x="25" y="91"/>
                  </a:cubicBezTo>
                  <a:cubicBezTo>
                    <a:pt x="25" y="90"/>
                    <a:pt x="23" y="89"/>
                    <a:pt x="23" y="89"/>
                  </a:cubicBezTo>
                  <a:cubicBezTo>
                    <a:pt x="22" y="87"/>
                    <a:pt x="21" y="86"/>
                    <a:pt x="20" y="85"/>
                  </a:cubicBezTo>
                  <a:cubicBezTo>
                    <a:pt x="20" y="85"/>
                    <a:pt x="20" y="84"/>
                    <a:pt x="19" y="84"/>
                  </a:cubicBezTo>
                  <a:cubicBezTo>
                    <a:pt x="19" y="84"/>
                    <a:pt x="18" y="84"/>
                    <a:pt x="18" y="83"/>
                  </a:cubicBezTo>
                  <a:cubicBezTo>
                    <a:pt x="17" y="82"/>
                    <a:pt x="16" y="81"/>
                    <a:pt x="15" y="81"/>
                  </a:cubicBezTo>
                  <a:cubicBezTo>
                    <a:pt x="13" y="80"/>
                    <a:pt x="12" y="81"/>
                    <a:pt x="11" y="80"/>
                  </a:cubicBezTo>
                  <a:cubicBezTo>
                    <a:pt x="9" y="80"/>
                    <a:pt x="9" y="80"/>
                    <a:pt x="9" y="82"/>
                  </a:cubicBezTo>
                  <a:cubicBezTo>
                    <a:pt x="9" y="81"/>
                    <a:pt x="7" y="81"/>
                    <a:pt x="7" y="80"/>
                  </a:cubicBezTo>
                  <a:cubicBezTo>
                    <a:pt x="7" y="79"/>
                    <a:pt x="7" y="79"/>
                    <a:pt x="6" y="79"/>
                  </a:cubicBezTo>
                  <a:cubicBezTo>
                    <a:pt x="6" y="78"/>
                    <a:pt x="6" y="78"/>
                    <a:pt x="7" y="78"/>
                  </a:cubicBezTo>
                  <a:cubicBezTo>
                    <a:pt x="7" y="77"/>
                    <a:pt x="7" y="77"/>
                    <a:pt x="7" y="77"/>
                  </a:cubicBezTo>
                  <a:cubicBezTo>
                    <a:pt x="6" y="77"/>
                    <a:pt x="6" y="76"/>
                    <a:pt x="6" y="76"/>
                  </a:cubicBezTo>
                  <a:cubicBezTo>
                    <a:pt x="6" y="76"/>
                    <a:pt x="6" y="75"/>
                    <a:pt x="5" y="75"/>
                  </a:cubicBezTo>
                  <a:cubicBezTo>
                    <a:pt x="4" y="75"/>
                    <a:pt x="3" y="75"/>
                    <a:pt x="2" y="74"/>
                  </a:cubicBezTo>
                  <a:cubicBezTo>
                    <a:pt x="2" y="74"/>
                    <a:pt x="0" y="74"/>
                    <a:pt x="0" y="74"/>
                  </a:cubicBezTo>
                  <a:cubicBezTo>
                    <a:pt x="0" y="73"/>
                    <a:pt x="1" y="72"/>
                    <a:pt x="1" y="71"/>
                  </a:cubicBezTo>
                  <a:cubicBezTo>
                    <a:pt x="1" y="70"/>
                    <a:pt x="1" y="70"/>
                    <a:pt x="1" y="69"/>
                  </a:cubicBezTo>
                  <a:cubicBezTo>
                    <a:pt x="2" y="68"/>
                    <a:pt x="2" y="68"/>
                    <a:pt x="3" y="67"/>
                  </a:cubicBezTo>
                  <a:cubicBezTo>
                    <a:pt x="4" y="66"/>
                    <a:pt x="3" y="65"/>
                    <a:pt x="2" y="64"/>
                  </a:cubicBezTo>
                  <a:cubicBezTo>
                    <a:pt x="1" y="64"/>
                    <a:pt x="1" y="64"/>
                    <a:pt x="1" y="63"/>
                  </a:cubicBezTo>
                  <a:cubicBezTo>
                    <a:pt x="1" y="62"/>
                    <a:pt x="1" y="61"/>
                    <a:pt x="1" y="60"/>
                  </a:cubicBezTo>
                  <a:cubicBezTo>
                    <a:pt x="1" y="58"/>
                    <a:pt x="2" y="58"/>
                    <a:pt x="3" y="57"/>
                  </a:cubicBezTo>
                  <a:cubicBezTo>
                    <a:pt x="3" y="57"/>
                    <a:pt x="4" y="56"/>
                    <a:pt x="4" y="56"/>
                  </a:cubicBezTo>
                  <a:cubicBezTo>
                    <a:pt x="4" y="55"/>
                    <a:pt x="3" y="55"/>
                    <a:pt x="3" y="55"/>
                  </a:cubicBezTo>
                  <a:cubicBezTo>
                    <a:pt x="4" y="54"/>
                    <a:pt x="3" y="54"/>
                    <a:pt x="4" y="54"/>
                  </a:cubicBezTo>
                  <a:cubicBezTo>
                    <a:pt x="4" y="53"/>
                    <a:pt x="4" y="52"/>
                    <a:pt x="5" y="52"/>
                  </a:cubicBezTo>
                  <a:cubicBezTo>
                    <a:pt x="6" y="52"/>
                    <a:pt x="8" y="54"/>
                    <a:pt x="8" y="54"/>
                  </a:cubicBezTo>
                  <a:cubicBezTo>
                    <a:pt x="9" y="55"/>
                    <a:pt x="10" y="55"/>
                    <a:pt x="10" y="56"/>
                  </a:cubicBezTo>
                  <a:cubicBezTo>
                    <a:pt x="11" y="56"/>
                    <a:pt x="11" y="57"/>
                    <a:pt x="11" y="57"/>
                  </a:cubicBezTo>
                  <a:cubicBezTo>
                    <a:pt x="12" y="58"/>
                    <a:pt x="13" y="59"/>
                    <a:pt x="14" y="59"/>
                  </a:cubicBezTo>
                  <a:cubicBezTo>
                    <a:pt x="14" y="59"/>
                    <a:pt x="15" y="58"/>
                    <a:pt x="16" y="58"/>
                  </a:cubicBezTo>
                  <a:cubicBezTo>
                    <a:pt x="16" y="58"/>
                    <a:pt x="17" y="57"/>
                    <a:pt x="17" y="57"/>
                  </a:cubicBezTo>
                  <a:cubicBezTo>
                    <a:pt x="17" y="56"/>
                    <a:pt x="16" y="56"/>
                    <a:pt x="16" y="56"/>
                  </a:cubicBezTo>
                  <a:cubicBezTo>
                    <a:pt x="16" y="55"/>
                    <a:pt x="16" y="55"/>
                    <a:pt x="16" y="55"/>
                  </a:cubicBezTo>
                  <a:cubicBezTo>
                    <a:pt x="16" y="54"/>
                    <a:pt x="15" y="54"/>
                    <a:pt x="15" y="54"/>
                  </a:cubicBezTo>
                  <a:cubicBezTo>
                    <a:pt x="15" y="53"/>
                    <a:pt x="14" y="52"/>
                    <a:pt x="14" y="51"/>
                  </a:cubicBezTo>
                  <a:cubicBezTo>
                    <a:pt x="14" y="51"/>
                    <a:pt x="14" y="51"/>
                    <a:pt x="14" y="51"/>
                  </a:cubicBezTo>
                  <a:cubicBezTo>
                    <a:pt x="14" y="50"/>
                    <a:pt x="13" y="50"/>
                    <a:pt x="13" y="50"/>
                  </a:cubicBezTo>
                  <a:cubicBezTo>
                    <a:pt x="13" y="50"/>
                    <a:pt x="15" y="51"/>
                    <a:pt x="15" y="51"/>
                  </a:cubicBezTo>
                  <a:cubicBezTo>
                    <a:pt x="16" y="50"/>
                    <a:pt x="17" y="50"/>
                    <a:pt x="17" y="49"/>
                  </a:cubicBezTo>
                  <a:cubicBezTo>
                    <a:pt x="17" y="49"/>
                    <a:pt x="18" y="49"/>
                    <a:pt x="18" y="48"/>
                  </a:cubicBezTo>
                  <a:cubicBezTo>
                    <a:pt x="19" y="48"/>
                    <a:pt x="19" y="48"/>
                    <a:pt x="20" y="48"/>
                  </a:cubicBezTo>
                  <a:cubicBezTo>
                    <a:pt x="20" y="47"/>
                    <a:pt x="19" y="47"/>
                    <a:pt x="19" y="47"/>
                  </a:cubicBezTo>
                  <a:cubicBezTo>
                    <a:pt x="19" y="46"/>
                    <a:pt x="19" y="46"/>
                    <a:pt x="19" y="45"/>
                  </a:cubicBezTo>
                  <a:cubicBezTo>
                    <a:pt x="19" y="45"/>
                    <a:pt x="21" y="45"/>
                    <a:pt x="21" y="45"/>
                  </a:cubicBezTo>
                  <a:cubicBezTo>
                    <a:pt x="22" y="45"/>
                    <a:pt x="22" y="45"/>
                    <a:pt x="23" y="44"/>
                  </a:cubicBezTo>
                  <a:cubicBezTo>
                    <a:pt x="23" y="44"/>
                    <a:pt x="26" y="44"/>
                    <a:pt x="26" y="43"/>
                  </a:cubicBezTo>
                  <a:cubicBezTo>
                    <a:pt x="26" y="42"/>
                    <a:pt x="26" y="42"/>
                    <a:pt x="26" y="42"/>
                  </a:cubicBezTo>
                  <a:cubicBezTo>
                    <a:pt x="27" y="41"/>
                    <a:pt x="27" y="42"/>
                    <a:pt x="27" y="41"/>
                  </a:cubicBezTo>
                  <a:cubicBezTo>
                    <a:pt x="27" y="40"/>
                    <a:pt x="28" y="40"/>
                    <a:pt x="28" y="40"/>
                  </a:cubicBezTo>
                  <a:cubicBezTo>
                    <a:pt x="28" y="40"/>
                    <a:pt x="28" y="40"/>
                    <a:pt x="28" y="40"/>
                  </a:cubicBezTo>
                  <a:cubicBezTo>
                    <a:pt x="29" y="40"/>
                    <a:pt x="28" y="40"/>
                    <a:pt x="28" y="40"/>
                  </a:cubicBezTo>
                  <a:cubicBezTo>
                    <a:pt x="29" y="40"/>
                    <a:pt x="30" y="40"/>
                    <a:pt x="29" y="40"/>
                  </a:cubicBezTo>
                  <a:cubicBezTo>
                    <a:pt x="29" y="39"/>
                    <a:pt x="28" y="39"/>
                    <a:pt x="29" y="38"/>
                  </a:cubicBezTo>
                  <a:cubicBezTo>
                    <a:pt x="29" y="38"/>
                    <a:pt x="30" y="39"/>
                    <a:pt x="30" y="39"/>
                  </a:cubicBezTo>
                  <a:cubicBezTo>
                    <a:pt x="31" y="39"/>
                    <a:pt x="32" y="39"/>
                    <a:pt x="32" y="39"/>
                  </a:cubicBezTo>
                  <a:cubicBezTo>
                    <a:pt x="32" y="39"/>
                    <a:pt x="33" y="39"/>
                    <a:pt x="33" y="39"/>
                  </a:cubicBezTo>
                  <a:cubicBezTo>
                    <a:pt x="33" y="39"/>
                    <a:pt x="33" y="39"/>
                    <a:pt x="34" y="39"/>
                  </a:cubicBezTo>
                  <a:cubicBezTo>
                    <a:pt x="34" y="40"/>
                    <a:pt x="35" y="40"/>
                    <a:pt x="34" y="40"/>
                  </a:cubicBezTo>
                  <a:cubicBezTo>
                    <a:pt x="33" y="41"/>
                    <a:pt x="34" y="41"/>
                    <a:pt x="35" y="41"/>
                  </a:cubicBezTo>
                  <a:cubicBezTo>
                    <a:pt x="35" y="41"/>
                    <a:pt x="35" y="41"/>
                    <a:pt x="36" y="41"/>
                  </a:cubicBezTo>
                  <a:cubicBezTo>
                    <a:pt x="37" y="40"/>
                    <a:pt x="36" y="41"/>
                    <a:pt x="37" y="41"/>
                  </a:cubicBezTo>
                  <a:cubicBezTo>
                    <a:pt x="37" y="42"/>
                    <a:pt x="38" y="41"/>
                    <a:pt x="38" y="41"/>
                  </a:cubicBezTo>
                  <a:cubicBezTo>
                    <a:pt x="38" y="40"/>
                    <a:pt x="37" y="40"/>
                    <a:pt x="38" y="39"/>
                  </a:cubicBezTo>
                  <a:cubicBezTo>
                    <a:pt x="38" y="39"/>
                    <a:pt x="39" y="39"/>
                    <a:pt x="39" y="39"/>
                  </a:cubicBezTo>
                  <a:cubicBezTo>
                    <a:pt x="39" y="39"/>
                    <a:pt x="40" y="39"/>
                    <a:pt x="40" y="39"/>
                  </a:cubicBezTo>
                  <a:cubicBezTo>
                    <a:pt x="40" y="39"/>
                    <a:pt x="40" y="39"/>
                    <a:pt x="40" y="39"/>
                  </a:cubicBezTo>
                  <a:cubicBezTo>
                    <a:pt x="41" y="39"/>
                    <a:pt x="41" y="39"/>
                    <a:pt x="41" y="39"/>
                  </a:cubicBezTo>
                  <a:cubicBezTo>
                    <a:pt x="42" y="39"/>
                    <a:pt x="41" y="38"/>
                    <a:pt x="41" y="38"/>
                  </a:cubicBezTo>
                  <a:cubicBezTo>
                    <a:pt x="42" y="38"/>
                    <a:pt x="42" y="39"/>
                    <a:pt x="42" y="39"/>
                  </a:cubicBezTo>
                  <a:cubicBezTo>
                    <a:pt x="43" y="40"/>
                    <a:pt x="43" y="40"/>
                    <a:pt x="43" y="41"/>
                  </a:cubicBezTo>
                  <a:cubicBezTo>
                    <a:pt x="44" y="41"/>
                    <a:pt x="45" y="42"/>
                    <a:pt x="45" y="41"/>
                  </a:cubicBezTo>
                  <a:cubicBezTo>
                    <a:pt x="46" y="41"/>
                    <a:pt x="46" y="41"/>
                    <a:pt x="47" y="41"/>
                  </a:cubicBezTo>
                  <a:cubicBezTo>
                    <a:pt x="47" y="42"/>
                    <a:pt x="48" y="41"/>
                    <a:pt x="49" y="41"/>
                  </a:cubicBezTo>
                  <a:cubicBezTo>
                    <a:pt x="49" y="41"/>
                    <a:pt x="49" y="41"/>
                    <a:pt x="50" y="41"/>
                  </a:cubicBezTo>
                  <a:cubicBezTo>
                    <a:pt x="51" y="41"/>
                    <a:pt x="51" y="41"/>
                    <a:pt x="52" y="41"/>
                  </a:cubicBezTo>
                  <a:cubicBezTo>
                    <a:pt x="52" y="42"/>
                    <a:pt x="53" y="42"/>
                    <a:pt x="53" y="42"/>
                  </a:cubicBezTo>
                  <a:cubicBezTo>
                    <a:pt x="54" y="42"/>
                    <a:pt x="53" y="43"/>
                    <a:pt x="54" y="43"/>
                  </a:cubicBezTo>
                  <a:cubicBezTo>
                    <a:pt x="54" y="44"/>
                    <a:pt x="55" y="44"/>
                    <a:pt x="56" y="44"/>
                  </a:cubicBezTo>
                  <a:cubicBezTo>
                    <a:pt x="57" y="44"/>
                    <a:pt x="57" y="44"/>
                    <a:pt x="58" y="45"/>
                  </a:cubicBezTo>
                  <a:cubicBezTo>
                    <a:pt x="58" y="45"/>
                    <a:pt x="58" y="45"/>
                    <a:pt x="59" y="46"/>
                  </a:cubicBezTo>
                  <a:cubicBezTo>
                    <a:pt x="59" y="46"/>
                    <a:pt x="59" y="47"/>
                    <a:pt x="60" y="47"/>
                  </a:cubicBezTo>
                  <a:cubicBezTo>
                    <a:pt x="61" y="47"/>
                    <a:pt x="61" y="47"/>
                    <a:pt x="62" y="48"/>
                  </a:cubicBezTo>
                  <a:cubicBezTo>
                    <a:pt x="63" y="48"/>
                    <a:pt x="62" y="49"/>
                    <a:pt x="62" y="49"/>
                  </a:cubicBezTo>
                  <a:cubicBezTo>
                    <a:pt x="62" y="50"/>
                    <a:pt x="62" y="51"/>
                    <a:pt x="64" y="51"/>
                  </a:cubicBezTo>
                  <a:cubicBezTo>
                    <a:pt x="65" y="51"/>
                    <a:pt x="64" y="49"/>
                    <a:pt x="64" y="48"/>
                  </a:cubicBezTo>
                  <a:cubicBezTo>
                    <a:pt x="63" y="48"/>
                    <a:pt x="63" y="47"/>
                    <a:pt x="63" y="47"/>
                  </a:cubicBezTo>
                  <a:cubicBezTo>
                    <a:pt x="62" y="47"/>
                    <a:pt x="62" y="47"/>
                    <a:pt x="62" y="47"/>
                  </a:cubicBezTo>
                  <a:cubicBezTo>
                    <a:pt x="62" y="46"/>
                    <a:pt x="62" y="46"/>
                    <a:pt x="63" y="46"/>
                  </a:cubicBezTo>
                  <a:cubicBezTo>
                    <a:pt x="64" y="46"/>
                    <a:pt x="64" y="46"/>
                    <a:pt x="65" y="47"/>
                  </a:cubicBezTo>
                  <a:cubicBezTo>
                    <a:pt x="65" y="47"/>
                    <a:pt x="66" y="47"/>
                    <a:pt x="67" y="47"/>
                  </a:cubicBezTo>
                  <a:cubicBezTo>
                    <a:pt x="67" y="48"/>
                    <a:pt x="67" y="48"/>
                    <a:pt x="68" y="49"/>
                  </a:cubicBezTo>
                  <a:cubicBezTo>
                    <a:pt x="68" y="49"/>
                    <a:pt x="69" y="49"/>
                    <a:pt x="69" y="50"/>
                  </a:cubicBezTo>
                  <a:cubicBezTo>
                    <a:pt x="70" y="50"/>
                    <a:pt x="71" y="50"/>
                    <a:pt x="71" y="50"/>
                  </a:cubicBezTo>
                  <a:cubicBezTo>
                    <a:pt x="72" y="50"/>
                    <a:pt x="73" y="51"/>
                    <a:pt x="73" y="51"/>
                  </a:cubicBezTo>
                  <a:cubicBezTo>
                    <a:pt x="74" y="51"/>
                    <a:pt x="74" y="50"/>
                    <a:pt x="75" y="50"/>
                  </a:cubicBezTo>
                  <a:cubicBezTo>
                    <a:pt x="75" y="50"/>
                    <a:pt x="76" y="49"/>
                    <a:pt x="76" y="49"/>
                  </a:cubicBezTo>
                  <a:cubicBezTo>
                    <a:pt x="76" y="48"/>
                    <a:pt x="76" y="47"/>
                    <a:pt x="77" y="47"/>
                  </a:cubicBezTo>
                  <a:cubicBezTo>
                    <a:pt x="77" y="47"/>
                    <a:pt x="78" y="48"/>
                    <a:pt x="78" y="47"/>
                  </a:cubicBezTo>
                  <a:cubicBezTo>
                    <a:pt x="77" y="46"/>
                    <a:pt x="78" y="47"/>
                    <a:pt x="78" y="46"/>
                  </a:cubicBezTo>
                  <a:cubicBezTo>
                    <a:pt x="78" y="46"/>
                    <a:pt x="78" y="45"/>
                    <a:pt x="79" y="46"/>
                  </a:cubicBezTo>
                  <a:cubicBezTo>
                    <a:pt x="79" y="46"/>
                    <a:pt x="80" y="47"/>
                    <a:pt x="80" y="46"/>
                  </a:cubicBezTo>
                  <a:cubicBezTo>
                    <a:pt x="80" y="46"/>
                    <a:pt x="80" y="46"/>
                    <a:pt x="80" y="45"/>
                  </a:cubicBezTo>
                  <a:cubicBezTo>
                    <a:pt x="81" y="45"/>
                    <a:pt x="81" y="46"/>
                    <a:pt x="82" y="46"/>
                  </a:cubicBezTo>
                  <a:cubicBezTo>
                    <a:pt x="82" y="45"/>
                    <a:pt x="83" y="45"/>
                    <a:pt x="84" y="45"/>
                  </a:cubicBezTo>
                  <a:cubicBezTo>
                    <a:pt x="84" y="45"/>
                    <a:pt x="84" y="45"/>
                    <a:pt x="84" y="46"/>
                  </a:cubicBezTo>
                  <a:cubicBezTo>
                    <a:pt x="84" y="46"/>
                    <a:pt x="85" y="46"/>
                    <a:pt x="85" y="46"/>
                  </a:cubicBezTo>
                  <a:cubicBezTo>
                    <a:pt x="86" y="47"/>
                    <a:pt x="86" y="47"/>
                    <a:pt x="87" y="48"/>
                  </a:cubicBezTo>
                  <a:cubicBezTo>
                    <a:pt x="87" y="48"/>
                    <a:pt x="87" y="47"/>
                    <a:pt x="88" y="47"/>
                  </a:cubicBezTo>
                  <a:cubicBezTo>
                    <a:pt x="88" y="47"/>
                    <a:pt x="89" y="48"/>
                    <a:pt x="89" y="47"/>
                  </a:cubicBezTo>
                  <a:cubicBezTo>
                    <a:pt x="90" y="47"/>
                    <a:pt x="89" y="46"/>
                    <a:pt x="89" y="45"/>
                  </a:cubicBezTo>
                  <a:cubicBezTo>
                    <a:pt x="89" y="45"/>
                    <a:pt x="92" y="45"/>
                    <a:pt x="92" y="46"/>
                  </a:cubicBezTo>
                  <a:cubicBezTo>
                    <a:pt x="92" y="46"/>
                    <a:pt x="93" y="45"/>
                    <a:pt x="93" y="45"/>
                  </a:cubicBezTo>
                  <a:cubicBezTo>
                    <a:pt x="93" y="44"/>
                    <a:pt x="94" y="45"/>
                    <a:pt x="94" y="45"/>
                  </a:cubicBezTo>
                  <a:cubicBezTo>
                    <a:pt x="95" y="46"/>
                    <a:pt x="96" y="45"/>
                    <a:pt x="96" y="46"/>
                  </a:cubicBezTo>
                  <a:cubicBezTo>
                    <a:pt x="96" y="46"/>
                    <a:pt x="96" y="47"/>
                    <a:pt x="96" y="47"/>
                  </a:cubicBezTo>
                  <a:cubicBezTo>
                    <a:pt x="96" y="48"/>
                    <a:pt x="97" y="47"/>
                    <a:pt x="97" y="48"/>
                  </a:cubicBezTo>
                  <a:cubicBezTo>
                    <a:pt x="97" y="49"/>
                    <a:pt x="98" y="48"/>
                    <a:pt x="98" y="48"/>
                  </a:cubicBezTo>
                  <a:cubicBezTo>
                    <a:pt x="98" y="48"/>
                    <a:pt x="99" y="49"/>
                    <a:pt x="99" y="49"/>
                  </a:cubicBezTo>
                  <a:cubicBezTo>
                    <a:pt x="100" y="50"/>
                    <a:pt x="102" y="49"/>
                    <a:pt x="103" y="50"/>
                  </a:cubicBezTo>
                  <a:cubicBezTo>
                    <a:pt x="103" y="50"/>
                    <a:pt x="104" y="50"/>
                    <a:pt x="104" y="50"/>
                  </a:cubicBezTo>
                  <a:cubicBezTo>
                    <a:pt x="105" y="50"/>
                    <a:pt x="105" y="51"/>
                    <a:pt x="105" y="51"/>
                  </a:cubicBezTo>
                  <a:cubicBezTo>
                    <a:pt x="105" y="51"/>
                    <a:pt x="106" y="51"/>
                    <a:pt x="105" y="51"/>
                  </a:cubicBezTo>
                  <a:cubicBezTo>
                    <a:pt x="105" y="51"/>
                    <a:pt x="104" y="51"/>
                    <a:pt x="105" y="51"/>
                  </a:cubicBezTo>
                  <a:cubicBezTo>
                    <a:pt x="106" y="52"/>
                    <a:pt x="106" y="51"/>
                    <a:pt x="106" y="51"/>
                  </a:cubicBezTo>
                  <a:cubicBezTo>
                    <a:pt x="107" y="51"/>
                    <a:pt x="107" y="51"/>
                    <a:pt x="108" y="51"/>
                  </a:cubicBezTo>
                  <a:cubicBezTo>
                    <a:pt x="108" y="50"/>
                    <a:pt x="108" y="50"/>
                    <a:pt x="108" y="49"/>
                  </a:cubicBezTo>
                  <a:cubicBezTo>
                    <a:pt x="108" y="48"/>
                    <a:pt x="109" y="47"/>
                    <a:pt x="110" y="48"/>
                  </a:cubicBezTo>
                  <a:cubicBezTo>
                    <a:pt x="111" y="50"/>
                    <a:pt x="113" y="50"/>
                    <a:pt x="114" y="50"/>
                  </a:cubicBezTo>
                  <a:cubicBezTo>
                    <a:pt x="116" y="50"/>
                    <a:pt x="117" y="49"/>
                    <a:pt x="119" y="49"/>
                  </a:cubicBezTo>
                  <a:cubicBezTo>
                    <a:pt x="121" y="49"/>
                    <a:pt x="120" y="47"/>
                    <a:pt x="120" y="46"/>
                  </a:cubicBezTo>
                  <a:cubicBezTo>
                    <a:pt x="120" y="45"/>
                    <a:pt x="120" y="44"/>
                    <a:pt x="121" y="43"/>
                  </a:cubicBezTo>
                  <a:cubicBezTo>
                    <a:pt x="120" y="43"/>
                    <a:pt x="120" y="43"/>
                    <a:pt x="119" y="42"/>
                  </a:cubicBezTo>
                  <a:cubicBezTo>
                    <a:pt x="119" y="42"/>
                    <a:pt x="118" y="41"/>
                    <a:pt x="117" y="41"/>
                  </a:cubicBezTo>
                  <a:cubicBezTo>
                    <a:pt x="116" y="41"/>
                    <a:pt x="115" y="41"/>
                    <a:pt x="115" y="41"/>
                  </a:cubicBezTo>
                  <a:cubicBezTo>
                    <a:pt x="114" y="41"/>
                    <a:pt x="114" y="40"/>
                    <a:pt x="113" y="40"/>
                  </a:cubicBezTo>
                  <a:cubicBezTo>
                    <a:pt x="112" y="40"/>
                    <a:pt x="111" y="40"/>
                    <a:pt x="110" y="39"/>
                  </a:cubicBezTo>
                  <a:cubicBezTo>
                    <a:pt x="110" y="39"/>
                    <a:pt x="109" y="39"/>
                    <a:pt x="109" y="39"/>
                  </a:cubicBezTo>
                  <a:cubicBezTo>
                    <a:pt x="108" y="39"/>
                    <a:pt x="109" y="39"/>
                    <a:pt x="109" y="39"/>
                  </a:cubicBezTo>
                  <a:cubicBezTo>
                    <a:pt x="110" y="38"/>
                    <a:pt x="109" y="38"/>
                    <a:pt x="108" y="37"/>
                  </a:cubicBezTo>
                  <a:cubicBezTo>
                    <a:pt x="107" y="37"/>
                    <a:pt x="107" y="37"/>
                    <a:pt x="106" y="37"/>
                  </a:cubicBezTo>
                  <a:cubicBezTo>
                    <a:pt x="106" y="37"/>
                    <a:pt x="106" y="37"/>
                    <a:pt x="106" y="37"/>
                  </a:cubicBezTo>
                  <a:cubicBezTo>
                    <a:pt x="106" y="37"/>
                    <a:pt x="104" y="36"/>
                    <a:pt x="105" y="36"/>
                  </a:cubicBezTo>
                  <a:cubicBezTo>
                    <a:pt x="105" y="36"/>
                    <a:pt x="106" y="36"/>
                    <a:pt x="106" y="36"/>
                  </a:cubicBezTo>
                  <a:cubicBezTo>
                    <a:pt x="107" y="36"/>
                    <a:pt x="107" y="35"/>
                    <a:pt x="108" y="35"/>
                  </a:cubicBezTo>
                  <a:cubicBezTo>
                    <a:pt x="108" y="34"/>
                    <a:pt x="109" y="35"/>
                    <a:pt x="110" y="34"/>
                  </a:cubicBezTo>
                  <a:cubicBezTo>
                    <a:pt x="110" y="33"/>
                    <a:pt x="112" y="32"/>
                    <a:pt x="112" y="32"/>
                  </a:cubicBezTo>
                  <a:cubicBezTo>
                    <a:pt x="112" y="32"/>
                    <a:pt x="112" y="32"/>
                    <a:pt x="111" y="31"/>
                  </a:cubicBezTo>
                  <a:cubicBezTo>
                    <a:pt x="111" y="31"/>
                    <a:pt x="111" y="30"/>
                    <a:pt x="111" y="30"/>
                  </a:cubicBezTo>
                  <a:cubicBezTo>
                    <a:pt x="110" y="30"/>
                    <a:pt x="110" y="30"/>
                    <a:pt x="110" y="30"/>
                  </a:cubicBezTo>
                  <a:cubicBezTo>
                    <a:pt x="110" y="29"/>
                    <a:pt x="109" y="29"/>
                    <a:pt x="109" y="29"/>
                  </a:cubicBezTo>
                  <a:cubicBezTo>
                    <a:pt x="108" y="29"/>
                    <a:pt x="108" y="28"/>
                    <a:pt x="109" y="27"/>
                  </a:cubicBezTo>
                  <a:cubicBezTo>
                    <a:pt x="110" y="27"/>
                    <a:pt x="111" y="26"/>
                    <a:pt x="110" y="25"/>
                  </a:cubicBezTo>
                  <a:cubicBezTo>
                    <a:pt x="111" y="25"/>
                    <a:pt x="111" y="25"/>
                    <a:pt x="112" y="25"/>
                  </a:cubicBezTo>
                  <a:cubicBezTo>
                    <a:pt x="113" y="25"/>
                    <a:pt x="113" y="25"/>
                    <a:pt x="114" y="25"/>
                  </a:cubicBezTo>
                  <a:cubicBezTo>
                    <a:pt x="115" y="26"/>
                    <a:pt x="115" y="25"/>
                    <a:pt x="116" y="25"/>
                  </a:cubicBezTo>
                  <a:cubicBezTo>
                    <a:pt x="116" y="25"/>
                    <a:pt x="117" y="25"/>
                    <a:pt x="117" y="25"/>
                  </a:cubicBezTo>
                  <a:cubicBezTo>
                    <a:pt x="117" y="25"/>
                    <a:pt x="117" y="26"/>
                    <a:pt x="118" y="26"/>
                  </a:cubicBezTo>
                  <a:cubicBezTo>
                    <a:pt x="119" y="26"/>
                    <a:pt x="119" y="25"/>
                    <a:pt x="119" y="25"/>
                  </a:cubicBezTo>
                  <a:cubicBezTo>
                    <a:pt x="119" y="24"/>
                    <a:pt x="118" y="24"/>
                    <a:pt x="118" y="24"/>
                  </a:cubicBezTo>
                  <a:cubicBezTo>
                    <a:pt x="117" y="24"/>
                    <a:pt x="116" y="24"/>
                    <a:pt x="115" y="23"/>
                  </a:cubicBezTo>
                  <a:cubicBezTo>
                    <a:pt x="115" y="23"/>
                    <a:pt x="115" y="23"/>
                    <a:pt x="115" y="23"/>
                  </a:cubicBezTo>
                  <a:cubicBezTo>
                    <a:pt x="114" y="23"/>
                    <a:pt x="114" y="23"/>
                    <a:pt x="114" y="23"/>
                  </a:cubicBezTo>
                  <a:cubicBezTo>
                    <a:pt x="113" y="23"/>
                    <a:pt x="112" y="22"/>
                    <a:pt x="111" y="22"/>
                  </a:cubicBezTo>
                  <a:cubicBezTo>
                    <a:pt x="111" y="22"/>
                    <a:pt x="110" y="22"/>
                    <a:pt x="110" y="21"/>
                  </a:cubicBezTo>
                  <a:cubicBezTo>
                    <a:pt x="110" y="21"/>
                    <a:pt x="110" y="20"/>
                    <a:pt x="110" y="20"/>
                  </a:cubicBezTo>
                  <a:cubicBezTo>
                    <a:pt x="111" y="20"/>
                    <a:pt x="111" y="20"/>
                    <a:pt x="111" y="20"/>
                  </a:cubicBezTo>
                  <a:cubicBezTo>
                    <a:pt x="112" y="21"/>
                    <a:pt x="112" y="20"/>
                    <a:pt x="112" y="20"/>
                  </a:cubicBezTo>
                  <a:cubicBezTo>
                    <a:pt x="113" y="20"/>
                    <a:pt x="113" y="19"/>
                    <a:pt x="112" y="19"/>
                  </a:cubicBezTo>
                  <a:cubicBezTo>
                    <a:pt x="111" y="19"/>
                    <a:pt x="111" y="19"/>
                    <a:pt x="110" y="19"/>
                  </a:cubicBezTo>
                  <a:cubicBezTo>
                    <a:pt x="110" y="19"/>
                    <a:pt x="109" y="19"/>
                    <a:pt x="109" y="19"/>
                  </a:cubicBezTo>
                  <a:cubicBezTo>
                    <a:pt x="108" y="19"/>
                    <a:pt x="107" y="19"/>
                    <a:pt x="107" y="18"/>
                  </a:cubicBezTo>
                  <a:cubicBezTo>
                    <a:pt x="107" y="18"/>
                    <a:pt x="108" y="19"/>
                    <a:pt x="108" y="18"/>
                  </a:cubicBezTo>
                  <a:cubicBezTo>
                    <a:pt x="108" y="18"/>
                    <a:pt x="108" y="18"/>
                    <a:pt x="108" y="18"/>
                  </a:cubicBezTo>
                  <a:cubicBezTo>
                    <a:pt x="108" y="18"/>
                    <a:pt x="108" y="18"/>
                    <a:pt x="108" y="17"/>
                  </a:cubicBezTo>
                  <a:cubicBezTo>
                    <a:pt x="109" y="17"/>
                    <a:pt x="109" y="17"/>
                    <a:pt x="108" y="16"/>
                  </a:cubicBezTo>
                  <a:cubicBezTo>
                    <a:pt x="108" y="16"/>
                    <a:pt x="106" y="16"/>
                    <a:pt x="107" y="15"/>
                  </a:cubicBezTo>
                  <a:cubicBezTo>
                    <a:pt x="107" y="15"/>
                    <a:pt x="108" y="15"/>
                    <a:pt x="108" y="16"/>
                  </a:cubicBezTo>
                  <a:cubicBezTo>
                    <a:pt x="109" y="16"/>
                    <a:pt x="108" y="14"/>
                    <a:pt x="108" y="14"/>
                  </a:cubicBezTo>
                  <a:cubicBezTo>
                    <a:pt x="109" y="14"/>
                    <a:pt x="109" y="14"/>
                    <a:pt x="109" y="14"/>
                  </a:cubicBezTo>
                  <a:cubicBezTo>
                    <a:pt x="110" y="14"/>
                    <a:pt x="110" y="14"/>
                    <a:pt x="110" y="14"/>
                  </a:cubicBezTo>
                  <a:cubicBezTo>
                    <a:pt x="111" y="15"/>
                    <a:pt x="112" y="16"/>
                    <a:pt x="112" y="15"/>
                  </a:cubicBezTo>
                  <a:cubicBezTo>
                    <a:pt x="112" y="15"/>
                    <a:pt x="113" y="15"/>
                    <a:pt x="113" y="15"/>
                  </a:cubicBezTo>
                  <a:cubicBezTo>
                    <a:pt x="113" y="15"/>
                    <a:pt x="114" y="15"/>
                    <a:pt x="114" y="15"/>
                  </a:cubicBezTo>
                  <a:cubicBezTo>
                    <a:pt x="115" y="15"/>
                    <a:pt x="115" y="15"/>
                    <a:pt x="115" y="15"/>
                  </a:cubicBezTo>
                  <a:cubicBezTo>
                    <a:pt x="115" y="14"/>
                    <a:pt x="116" y="14"/>
                    <a:pt x="116" y="14"/>
                  </a:cubicBezTo>
                  <a:cubicBezTo>
                    <a:pt x="116" y="14"/>
                    <a:pt x="118" y="14"/>
                    <a:pt x="118" y="15"/>
                  </a:cubicBezTo>
                  <a:cubicBezTo>
                    <a:pt x="118" y="15"/>
                    <a:pt x="118" y="15"/>
                    <a:pt x="118" y="15"/>
                  </a:cubicBezTo>
                  <a:cubicBezTo>
                    <a:pt x="118" y="16"/>
                    <a:pt x="119" y="16"/>
                    <a:pt x="119" y="16"/>
                  </a:cubicBezTo>
                  <a:cubicBezTo>
                    <a:pt x="119" y="16"/>
                    <a:pt x="119" y="15"/>
                    <a:pt x="119" y="15"/>
                  </a:cubicBezTo>
                  <a:cubicBezTo>
                    <a:pt x="119" y="15"/>
                    <a:pt x="120" y="15"/>
                    <a:pt x="119" y="15"/>
                  </a:cubicBezTo>
                  <a:cubicBezTo>
                    <a:pt x="119" y="15"/>
                    <a:pt x="119" y="14"/>
                    <a:pt x="119" y="14"/>
                  </a:cubicBezTo>
                  <a:cubicBezTo>
                    <a:pt x="120" y="14"/>
                    <a:pt x="121" y="14"/>
                    <a:pt x="123" y="14"/>
                  </a:cubicBezTo>
                  <a:cubicBezTo>
                    <a:pt x="123" y="14"/>
                    <a:pt x="124" y="14"/>
                    <a:pt x="123" y="13"/>
                  </a:cubicBezTo>
                  <a:cubicBezTo>
                    <a:pt x="123" y="13"/>
                    <a:pt x="124" y="13"/>
                    <a:pt x="124" y="13"/>
                  </a:cubicBezTo>
                  <a:cubicBezTo>
                    <a:pt x="126" y="13"/>
                    <a:pt x="127" y="12"/>
                    <a:pt x="128" y="12"/>
                  </a:cubicBezTo>
                  <a:cubicBezTo>
                    <a:pt x="129" y="12"/>
                    <a:pt x="129" y="13"/>
                    <a:pt x="130" y="13"/>
                  </a:cubicBezTo>
                  <a:cubicBezTo>
                    <a:pt x="131" y="12"/>
                    <a:pt x="130" y="12"/>
                    <a:pt x="130" y="12"/>
                  </a:cubicBezTo>
                  <a:cubicBezTo>
                    <a:pt x="130" y="11"/>
                    <a:pt x="133" y="11"/>
                    <a:pt x="134" y="11"/>
                  </a:cubicBezTo>
                  <a:cubicBezTo>
                    <a:pt x="135" y="10"/>
                    <a:pt x="135" y="11"/>
                    <a:pt x="135" y="11"/>
                  </a:cubicBezTo>
                  <a:cubicBezTo>
                    <a:pt x="136" y="11"/>
                    <a:pt x="136" y="11"/>
                    <a:pt x="137" y="11"/>
                  </a:cubicBezTo>
                  <a:cubicBezTo>
                    <a:pt x="137" y="10"/>
                    <a:pt x="140" y="12"/>
                    <a:pt x="139" y="11"/>
                  </a:cubicBezTo>
                  <a:cubicBezTo>
                    <a:pt x="139" y="10"/>
                    <a:pt x="139" y="9"/>
                    <a:pt x="139" y="9"/>
                  </a:cubicBezTo>
                  <a:cubicBezTo>
                    <a:pt x="140" y="9"/>
                    <a:pt x="141" y="9"/>
                    <a:pt x="141" y="9"/>
                  </a:cubicBezTo>
                  <a:cubicBezTo>
                    <a:pt x="141" y="9"/>
                    <a:pt x="140" y="8"/>
                    <a:pt x="141" y="8"/>
                  </a:cubicBezTo>
                  <a:cubicBezTo>
                    <a:pt x="141" y="8"/>
                    <a:pt x="142" y="8"/>
                    <a:pt x="143" y="8"/>
                  </a:cubicBezTo>
                  <a:cubicBezTo>
                    <a:pt x="143" y="8"/>
                    <a:pt x="143" y="8"/>
                    <a:pt x="144" y="7"/>
                  </a:cubicBezTo>
                  <a:cubicBezTo>
                    <a:pt x="144" y="7"/>
                    <a:pt x="144" y="8"/>
                    <a:pt x="145" y="8"/>
                  </a:cubicBezTo>
                  <a:cubicBezTo>
                    <a:pt x="145" y="8"/>
                    <a:pt x="146" y="8"/>
                    <a:pt x="147" y="8"/>
                  </a:cubicBezTo>
                  <a:cubicBezTo>
                    <a:pt x="148" y="7"/>
                    <a:pt x="149" y="7"/>
                    <a:pt x="150" y="7"/>
                  </a:cubicBezTo>
                  <a:cubicBezTo>
                    <a:pt x="150" y="7"/>
                    <a:pt x="151" y="7"/>
                    <a:pt x="151" y="7"/>
                  </a:cubicBezTo>
                  <a:cubicBezTo>
                    <a:pt x="152" y="7"/>
                    <a:pt x="153" y="6"/>
                    <a:pt x="153" y="6"/>
                  </a:cubicBezTo>
                  <a:cubicBezTo>
                    <a:pt x="154" y="6"/>
                    <a:pt x="154" y="6"/>
                    <a:pt x="154" y="6"/>
                  </a:cubicBezTo>
                  <a:cubicBezTo>
                    <a:pt x="155" y="6"/>
                    <a:pt x="154" y="6"/>
                    <a:pt x="155" y="6"/>
                  </a:cubicBezTo>
                  <a:cubicBezTo>
                    <a:pt x="156" y="6"/>
                    <a:pt x="156" y="6"/>
                    <a:pt x="157" y="6"/>
                  </a:cubicBezTo>
                  <a:cubicBezTo>
                    <a:pt x="158" y="6"/>
                    <a:pt x="158" y="5"/>
                    <a:pt x="159" y="5"/>
                  </a:cubicBezTo>
                  <a:cubicBezTo>
                    <a:pt x="159" y="5"/>
                    <a:pt x="160" y="5"/>
                    <a:pt x="160" y="5"/>
                  </a:cubicBezTo>
                  <a:cubicBezTo>
                    <a:pt x="161" y="5"/>
                    <a:pt x="161" y="5"/>
                    <a:pt x="161" y="5"/>
                  </a:cubicBezTo>
                  <a:cubicBezTo>
                    <a:pt x="162" y="4"/>
                    <a:pt x="161" y="4"/>
                    <a:pt x="162" y="4"/>
                  </a:cubicBezTo>
                  <a:cubicBezTo>
                    <a:pt x="162" y="4"/>
                    <a:pt x="162" y="4"/>
                    <a:pt x="162" y="4"/>
                  </a:cubicBezTo>
                  <a:cubicBezTo>
                    <a:pt x="162" y="3"/>
                    <a:pt x="161" y="3"/>
                    <a:pt x="161" y="3"/>
                  </a:cubicBezTo>
                  <a:cubicBezTo>
                    <a:pt x="161" y="3"/>
                    <a:pt x="160" y="2"/>
                    <a:pt x="161" y="2"/>
                  </a:cubicBezTo>
                  <a:cubicBezTo>
                    <a:pt x="161" y="2"/>
                    <a:pt x="162" y="2"/>
                    <a:pt x="162" y="2"/>
                  </a:cubicBezTo>
                  <a:cubicBezTo>
                    <a:pt x="163" y="2"/>
                    <a:pt x="164" y="2"/>
                    <a:pt x="164" y="2"/>
                  </a:cubicBezTo>
                  <a:cubicBezTo>
                    <a:pt x="164" y="2"/>
                    <a:pt x="164" y="2"/>
                    <a:pt x="164" y="1"/>
                  </a:cubicBezTo>
                  <a:cubicBezTo>
                    <a:pt x="164" y="1"/>
                    <a:pt x="164" y="1"/>
                    <a:pt x="164" y="1"/>
                  </a:cubicBezTo>
                  <a:cubicBezTo>
                    <a:pt x="164" y="1"/>
                    <a:pt x="164" y="1"/>
                    <a:pt x="164" y="1"/>
                  </a:cubicBezTo>
                  <a:cubicBezTo>
                    <a:pt x="165" y="1"/>
                    <a:pt x="165" y="1"/>
                    <a:pt x="165" y="1"/>
                  </a:cubicBezTo>
                  <a:cubicBezTo>
                    <a:pt x="166" y="1"/>
                    <a:pt x="166" y="1"/>
                    <a:pt x="166" y="1"/>
                  </a:cubicBezTo>
                  <a:cubicBezTo>
                    <a:pt x="167" y="1"/>
                    <a:pt x="166" y="1"/>
                    <a:pt x="166" y="1"/>
                  </a:cubicBezTo>
                  <a:cubicBezTo>
                    <a:pt x="166" y="0"/>
                    <a:pt x="165" y="0"/>
                    <a:pt x="166" y="0"/>
                  </a:cubicBezTo>
                  <a:cubicBezTo>
                    <a:pt x="166" y="0"/>
                    <a:pt x="167" y="0"/>
                    <a:pt x="167" y="0"/>
                  </a:cubicBezTo>
                  <a:cubicBezTo>
                    <a:pt x="168" y="0"/>
                    <a:pt x="168" y="1"/>
                    <a:pt x="168" y="1"/>
                  </a:cubicBezTo>
                  <a:cubicBezTo>
                    <a:pt x="169" y="0"/>
                    <a:pt x="170" y="0"/>
                    <a:pt x="170" y="1"/>
                  </a:cubicBezTo>
                  <a:cubicBezTo>
                    <a:pt x="171" y="1"/>
                    <a:pt x="172" y="1"/>
                    <a:pt x="173" y="1"/>
                  </a:cubicBezTo>
                  <a:cubicBezTo>
                    <a:pt x="173" y="1"/>
                    <a:pt x="174" y="2"/>
                    <a:pt x="174" y="2"/>
                  </a:cubicBezTo>
                  <a:cubicBezTo>
                    <a:pt x="174" y="2"/>
                    <a:pt x="175" y="2"/>
                    <a:pt x="175" y="2"/>
                  </a:cubicBezTo>
                  <a:cubicBezTo>
                    <a:pt x="176" y="2"/>
                    <a:pt x="176" y="3"/>
                    <a:pt x="177" y="3"/>
                  </a:cubicBezTo>
                  <a:cubicBezTo>
                    <a:pt x="177" y="3"/>
                    <a:pt x="178" y="2"/>
                    <a:pt x="178" y="2"/>
                  </a:cubicBezTo>
                  <a:cubicBezTo>
                    <a:pt x="178" y="2"/>
                    <a:pt x="178" y="2"/>
                    <a:pt x="178" y="1"/>
                  </a:cubicBezTo>
                  <a:cubicBezTo>
                    <a:pt x="179" y="1"/>
                    <a:pt x="179" y="1"/>
                    <a:pt x="179" y="1"/>
                  </a:cubicBezTo>
                  <a:cubicBezTo>
                    <a:pt x="180" y="1"/>
                    <a:pt x="180" y="1"/>
                    <a:pt x="180" y="1"/>
                  </a:cubicBezTo>
                  <a:cubicBezTo>
                    <a:pt x="181" y="1"/>
                    <a:pt x="181" y="2"/>
                    <a:pt x="182" y="2"/>
                  </a:cubicBezTo>
                  <a:cubicBezTo>
                    <a:pt x="183" y="3"/>
                    <a:pt x="183" y="3"/>
                    <a:pt x="184" y="4"/>
                  </a:cubicBezTo>
                  <a:cubicBezTo>
                    <a:pt x="184" y="4"/>
                    <a:pt x="184" y="5"/>
                    <a:pt x="184" y="6"/>
                  </a:cubicBezTo>
                  <a:cubicBezTo>
                    <a:pt x="185" y="6"/>
                    <a:pt x="185" y="7"/>
                    <a:pt x="186" y="7"/>
                  </a:cubicBezTo>
                  <a:cubicBezTo>
                    <a:pt x="187" y="7"/>
                    <a:pt x="187" y="7"/>
                    <a:pt x="187" y="8"/>
                  </a:cubicBezTo>
                  <a:cubicBezTo>
                    <a:pt x="188" y="8"/>
                    <a:pt x="188" y="8"/>
                    <a:pt x="187" y="8"/>
                  </a:cubicBezTo>
                  <a:cubicBezTo>
                    <a:pt x="187" y="8"/>
                    <a:pt x="187" y="10"/>
                    <a:pt x="188" y="10"/>
                  </a:cubicBezTo>
                  <a:cubicBezTo>
                    <a:pt x="188" y="10"/>
                    <a:pt x="189" y="11"/>
                    <a:pt x="188" y="11"/>
                  </a:cubicBezTo>
                  <a:cubicBezTo>
                    <a:pt x="188" y="11"/>
                    <a:pt x="187" y="11"/>
                    <a:pt x="187" y="11"/>
                  </a:cubicBezTo>
                  <a:cubicBezTo>
                    <a:pt x="187" y="12"/>
                    <a:pt x="187" y="12"/>
                    <a:pt x="187" y="12"/>
                  </a:cubicBezTo>
                  <a:cubicBezTo>
                    <a:pt x="188" y="12"/>
                    <a:pt x="188" y="12"/>
                    <a:pt x="188" y="13"/>
                  </a:cubicBezTo>
                  <a:cubicBezTo>
                    <a:pt x="188" y="13"/>
                    <a:pt x="189" y="13"/>
                    <a:pt x="189" y="13"/>
                  </a:cubicBezTo>
                  <a:cubicBezTo>
                    <a:pt x="190" y="14"/>
                    <a:pt x="189" y="13"/>
                    <a:pt x="190" y="13"/>
                  </a:cubicBezTo>
                  <a:cubicBezTo>
                    <a:pt x="190" y="12"/>
                    <a:pt x="191" y="13"/>
                    <a:pt x="191" y="13"/>
                  </a:cubicBezTo>
                  <a:cubicBezTo>
                    <a:pt x="191" y="13"/>
                    <a:pt x="191" y="13"/>
                    <a:pt x="192" y="13"/>
                  </a:cubicBezTo>
                  <a:cubicBezTo>
                    <a:pt x="192" y="14"/>
                    <a:pt x="192" y="13"/>
                    <a:pt x="193" y="13"/>
                  </a:cubicBezTo>
                  <a:cubicBezTo>
                    <a:pt x="193" y="13"/>
                    <a:pt x="193" y="13"/>
                    <a:pt x="193" y="12"/>
                  </a:cubicBezTo>
                  <a:cubicBezTo>
                    <a:pt x="193" y="12"/>
                    <a:pt x="194" y="12"/>
                    <a:pt x="195" y="12"/>
                  </a:cubicBezTo>
                  <a:cubicBezTo>
                    <a:pt x="195" y="12"/>
                    <a:pt x="196" y="12"/>
                    <a:pt x="196" y="13"/>
                  </a:cubicBezTo>
                  <a:cubicBezTo>
                    <a:pt x="196" y="13"/>
                    <a:pt x="197" y="14"/>
                    <a:pt x="197" y="13"/>
                  </a:cubicBezTo>
                  <a:cubicBezTo>
                    <a:pt x="198" y="13"/>
                    <a:pt x="196" y="12"/>
                    <a:pt x="196" y="12"/>
                  </a:cubicBezTo>
                  <a:cubicBezTo>
                    <a:pt x="196" y="12"/>
                    <a:pt x="196" y="12"/>
                    <a:pt x="196" y="11"/>
                  </a:cubicBezTo>
                  <a:cubicBezTo>
                    <a:pt x="196" y="11"/>
                    <a:pt x="195" y="11"/>
                    <a:pt x="195" y="11"/>
                  </a:cubicBezTo>
                  <a:cubicBezTo>
                    <a:pt x="196" y="10"/>
                    <a:pt x="197" y="11"/>
                    <a:pt x="198" y="12"/>
                  </a:cubicBezTo>
                  <a:cubicBezTo>
                    <a:pt x="198" y="12"/>
                    <a:pt x="198" y="12"/>
                    <a:pt x="198" y="13"/>
                  </a:cubicBezTo>
                  <a:cubicBezTo>
                    <a:pt x="199" y="13"/>
                    <a:pt x="199" y="13"/>
                    <a:pt x="200" y="13"/>
                  </a:cubicBezTo>
                  <a:cubicBezTo>
                    <a:pt x="200" y="14"/>
                    <a:pt x="199" y="14"/>
                    <a:pt x="199" y="14"/>
                  </a:cubicBezTo>
                  <a:cubicBezTo>
                    <a:pt x="199" y="14"/>
                    <a:pt x="200" y="14"/>
                    <a:pt x="200" y="15"/>
                  </a:cubicBezTo>
                  <a:cubicBezTo>
                    <a:pt x="200" y="15"/>
                    <a:pt x="200" y="16"/>
                    <a:pt x="200" y="16"/>
                  </a:cubicBezTo>
                  <a:cubicBezTo>
                    <a:pt x="201" y="16"/>
                    <a:pt x="201" y="15"/>
                    <a:pt x="201" y="15"/>
                  </a:cubicBezTo>
                  <a:cubicBezTo>
                    <a:pt x="201" y="15"/>
                    <a:pt x="202" y="15"/>
                    <a:pt x="202" y="15"/>
                  </a:cubicBezTo>
                  <a:cubicBezTo>
                    <a:pt x="202" y="15"/>
                    <a:pt x="202" y="14"/>
                    <a:pt x="201" y="14"/>
                  </a:cubicBezTo>
                  <a:cubicBezTo>
                    <a:pt x="201" y="14"/>
                    <a:pt x="201" y="14"/>
                    <a:pt x="200" y="14"/>
                  </a:cubicBezTo>
                  <a:cubicBezTo>
                    <a:pt x="200" y="14"/>
                    <a:pt x="200" y="13"/>
                    <a:pt x="201" y="13"/>
                  </a:cubicBezTo>
                  <a:cubicBezTo>
                    <a:pt x="202" y="13"/>
                    <a:pt x="202" y="13"/>
                    <a:pt x="203" y="13"/>
                  </a:cubicBezTo>
                  <a:cubicBezTo>
                    <a:pt x="204" y="13"/>
                    <a:pt x="204" y="14"/>
                    <a:pt x="204" y="14"/>
                  </a:cubicBezTo>
                  <a:cubicBezTo>
                    <a:pt x="204" y="14"/>
                    <a:pt x="204" y="14"/>
                    <a:pt x="205" y="14"/>
                  </a:cubicBezTo>
                  <a:cubicBezTo>
                    <a:pt x="205" y="14"/>
                    <a:pt x="205" y="15"/>
                    <a:pt x="205" y="15"/>
                  </a:cubicBezTo>
                  <a:cubicBezTo>
                    <a:pt x="206" y="15"/>
                    <a:pt x="206" y="15"/>
                    <a:pt x="207" y="15"/>
                  </a:cubicBezTo>
                  <a:cubicBezTo>
                    <a:pt x="207" y="15"/>
                    <a:pt x="208" y="15"/>
                    <a:pt x="208" y="15"/>
                  </a:cubicBezTo>
                  <a:cubicBezTo>
                    <a:pt x="208" y="15"/>
                    <a:pt x="209" y="15"/>
                    <a:pt x="209" y="15"/>
                  </a:cubicBezTo>
                  <a:cubicBezTo>
                    <a:pt x="209" y="15"/>
                    <a:pt x="209" y="14"/>
                    <a:pt x="209" y="14"/>
                  </a:cubicBezTo>
                  <a:cubicBezTo>
                    <a:pt x="210" y="14"/>
                    <a:pt x="210" y="14"/>
                    <a:pt x="210" y="14"/>
                  </a:cubicBezTo>
                  <a:cubicBezTo>
                    <a:pt x="211" y="15"/>
                    <a:pt x="211" y="16"/>
                    <a:pt x="210" y="16"/>
                  </a:cubicBezTo>
                  <a:cubicBezTo>
                    <a:pt x="209" y="16"/>
                    <a:pt x="209" y="16"/>
                    <a:pt x="209" y="16"/>
                  </a:cubicBezTo>
                  <a:cubicBezTo>
                    <a:pt x="208" y="16"/>
                    <a:pt x="209" y="17"/>
                    <a:pt x="208" y="17"/>
                  </a:cubicBezTo>
                  <a:cubicBezTo>
                    <a:pt x="208" y="17"/>
                    <a:pt x="208" y="18"/>
                    <a:pt x="208" y="18"/>
                  </a:cubicBezTo>
                  <a:cubicBezTo>
                    <a:pt x="208" y="18"/>
                    <a:pt x="208" y="19"/>
                    <a:pt x="208" y="19"/>
                  </a:cubicBezTo>
                  <a:cubicBezTo>
                    <a:pt x="209" y="19"/>
                    <a:pt x="209" y="19"/>
                    <a:pt x="210" y="20"/>
                  </a:cubicBezTo>
                  <a:cubicBezTo>
                    <a:pt x="210" y="20"/>
                    <a:pt x="210" y="21"/>
                    <a:pt x="211" y="20"/>
                  </a:cubicBezTo>
                  <a:cubicBezTo>
                    <a:pt x="211" y="20"/>
                    <a:pt x="211" y="19"/>
                    <a:pt x="211" y="19"/>
                  </a:cubicBezTo>
                  <a:cubicBezTo>
                    <a:pt x="212" y="19"/>
                    <a:pt x="211" y="19"/>
                    <a:pt x="212" y="19"/>
                  </a:cubicBezTo>
                  <a:cubicBezTo>
                    <a:pt x="212" y="19"/>
                    <a:pt x="212" y="19"/>
                    <a:pt x="213" y="19"/>
                  </a:cubicBezTo>
                  <a:cubicBezTo>
                    <a:pt x="213" y="19"/>
                    <a:pt x="213" y="18"/>
                    <a:pt x="214" y="18"/>
                  </a:cubicBezTo>
                  <a:cubicBezTo>
                    <a:pt x="214" y="19"/>
                    <a:pt x="215" y="19"/>
                    <a:pt x="215" y="19"/>
                  </a:cubicBezTo>
                  <a:cubicBezTo>
                    <a:pt x="216" y="19"/>
                    <a:pt x="216" y="19"/>
                    <a:pt x="216" y="19"/>
                  </a:cubicBezTo>
                  <a:cubicBezTo>
                    <a:pt x="217" y="19"/>
                    <a:pt x="217" y="20"/>
                    <a:pt x="218" y="20"/>
                  </a:cubicBezTo>
                  <a:cubicBezTo>
                    <a:pt x="219" y="21"/>
                    <a:pt x="218" y="18"/>
                    <a:pt x="218" y="18"/>
                  </a:cubicBezTo>
                  <a:cubicBezTo>
                    <a:pt x="218" y="18"/>
                    <a:pt x="219" y="18"/>
                    <a:pt x="219" y="18"/>
                  </a:cubicBezTo>
                  <a:cubicBezTo>
                    <a:pt x="219" y="17"/>
                    <a:pt x="219" y="17"/>
                    <a:pt x="219" y="17"/>
                  </a:cubicBezTo>
                  <a:cubicBezTo>
                    <a:pt x="220" y="17"/>
                    <a:pt x="220" y="17"/>
                    <a:pt x="220" y="17"/>
                  </a:cubicBezTo>
                  <a:cubicBezTo>
                    <a:pt x="220" y="17"/>
                    <a:pt x="220" y="17"/>
                    <a:pt x="220" y="17"/>
                  </a:cubicBezTo>
                  <a:cubicBezTo>
                    <a:pt x="220" y="16"/>
                    <a:pt x="221" y="17"/>
                    <a:pt x="222" y="17"/>
                  </a:cubicBezTo>
                  <a:cubicBezTo>
                    <a:pt x="223" y="16"/>
                    <a:pt x="224" y="15"/>
                    <a:pt x="224" y="15"/>
                  </a:cubicBezTo>
                  <a:cubicBezTo>
                    <a:pt x="224" y="15"/>
                    <a:pt x="224" y="14"/>
                    <a:pt x="224" y="14"/>
                  </a:cubicBezTo>
                  <a:cubicBezTo>
                    <a:pt x="224" y="13"/>
                    <a:pt x="225" y="14"/>
                    <a:pt x="225" y="14"/>
                  </a:cubicBezTo>
                  <a:cubicBezTo>
                    <a:pt x="226" y="14"/>
                    <a:pt x="227" y="13"/>
                    <a:pt x="228" y="13"/>
                  </a:cubicBezTo>
                  <a:cubicBezTo>
                    <a:pt x="229" y="12"/>
                    <a:pt x="229" y="12"/>
                    <a:pt x="229" y="11"/>
                  </a:cubicBezTo>
                  <a:cubicBezTo>
                    <a:pt x="229" y="11"/>
                    <a:pt x="230" y="11"/>
                    <a:pt x="230" y="11"/>
                  </a:cubicBezTo>
                  <a:cubicBezTo>
                    <a:pt x="231" y="11"/>
                    <a:pt x="232" y="11"/>
                    <a:pt x="232" y="11"/>
                  </a:cubicBezTo>
                  <a:cubicBezTo>
                    <a:pt x="233" y="11"/>
                    <a:pt x="232" y="10"/>
                    <a:pt x="233" y="10"/>
                  </a:cubicBezTo>
                  <a:cubicBezTo>
                    <a:pt x="233" y="10"/>
                    <a:pt x="234" y="10"/>
                    <a:pt x="234" y="10"/>
                  </a:cubicBezTo>
                  <a:cubicBezTo>
                    <a:pt x="234" y="10"/>
                    <a:pt x="233" y="11"/>
                    <a:pt x="234" y="11"/>
                  </a:cubicBezTo>
                  <a:cubicBezTo>
                    <a:pt x="235" y="11"/>
                    <a:pt x="235" y="12"/>
                    <a:pt x="234" y="13"/>
                  </a:cubicBezTo>
                  <a:cubicBezTo>
                    <a:pt x="234" y="13"/>
                    <a:pt x="233" y="13"/>
                    <a:pt x="233" y="13"/>
                  </a:cubicBezTo>
                  <a:cubicBezTo>
                    <a:pt x="233" y="13"/>
                    <a:pt x="231" y="13"/>
                    <a:pt x="232" y="13"/>
                  </a:cubicBezTo>
                  <a:cubicBezTo>
                    <a:pt x="232" y="14"/>
                    <a:pt x="233" y="15"/>
                    <a:pt x="234" y="16"/>
                  </a:cubicBezTo>
                  <a:cubicBezTo>
                    <a:pt x="237" y="17"/>
                    <a:pt x="240" y="18"/>
                    <a:pt x="243" y="20"/>
                  </a:cubicBezTo>
                  <a:cubicBezTo>
                    <a:pt x="246" y="21"/>
                    <a:pt x="248" y="22"/>
                    <a:pt x="250" y="24"/>
                  </a:cubicBezTo>
                  <a:cubicBezTo>
                    <a:pt x="252" y="26"/>
                    <a:pt x="255" y="28"/>
                    <a:pt x="257" y="30"/>
                  </a:cubicBezTo>
                  <a:cubicBezTo>
                    <a:pt x="260" y="32"/>
                    <a:pt x="262" y="35"/>
                    <a:pt x="264" y="37"/>
                  </a:cubicBezTo>
                  <a:cubicBezTo>
                    <a:pt x="265" y="38"/>
                    <a:pt x="266" y="39"/>
                    <a:pt x="267" y="40"/>
                  </a:cubicBezTo>
                  <a:cubicBezTo>
                    <a:pt x="268" y="41"/>
                    <a:pt x="270" y="42"/>
                    <a:pt x="271" y="43"/>
                  </a:cubicBezTo>
                  <a:cubicBezTo>
                    <a:pt x="272" y="44"/>
                    <a:pt x="273" y="45"/>
                    <a:pt x="274" y="46"/>
                  </a:cubicBezTo>
                  <a:cubicBezTo>
                    <a:pt x="275" y="47"/>
                    <a:pt x="276" y="49"/>
                    <a:pt x="277" y="49"/>
                  </a:cubicBezTo>
                  <a:cubicBezTo>
                    <a:pt x="277" y="49"/>
                    <a:pt x="276" y="48"/>
                    <a:pt x="276" y="48"/>
                  </a:cubicBezTo>
                  <a:cubicBezTo>
                    <a:pt x="276" y="48"/>
                    <a:pt x="276" y="48"/>
                    <a:pt x="277" y="48"/>
                  </a:cubicBezTo>
                  <a:cubicBezTo>
                    <a:pt x="277" y="48"/>
                    <a:pt x="277" y="48"/>
                    <a:pt x="277" y="48"/>
                  </a:cubicBezTo>
                  <a:cubicBezTo>
                    <a:pt x="278" y="47"/>
                    <a:pt x="278" y="47"/>
                    <a:pt x="279" y="47"/>
                  </a:cubicBezTo>
                  <a:cubicBezTo>
                    <a:pt x="280" y="47"/>
                    <a:pt x="279" y="46"/>
                    <a:pt x="278" y="45"/>
                  </a:cubicBezTo>
                  <a:cubicBezTo>
                    <a:pt x="278" y="45"/>
                    <a:pt x="278" y="44"/>
                    <a:pt x="278" y="44"/>
                  </a:cubicBezTo>
                  <a:cubicBezTo>
                    <a:pt x="278" y="44"/>
                    <a:pt x="279" y="44"/>
                    <a:pt x="279" y="44"/>
                  </a:cubicBezTo>
                  <a:cubicBezTo>
                    <a:pt x="279" y="44"/>
                    <a:pt x="279" y="43"/>
                    <a:pt x="279" y="43"/>
                  </a:cubicBezTo>
                  <a:cubicBezTo>
                    <a:pt x="280" y="43"/>
                    <a:pt x="280" y="43"/>
                    <a:pt x="281" y="43"/>
                  </a:cubicBezTo>
                  <a:cubicBezTo>
                    <a:pt x="281" y="43"/>
                    <a:pt x="282" y="43"/>
                    <a:pt x="282" y="44"/>
                  </a:cubicBezTo>
                  <a:cubicBezTo>
                    <a:pt x="282" y="44"/>
                    <a:pt x="283" y="45"/>
                    <a:pt x="284" y="44"/>
                  </a:cubicBezTo>
                  <a:cubicBezTo>
                    <a:pt x="284" y="43"/>
                    <a:pt x="284" y="46"/>
                    <a:pt x="284" y="46"/>
                  </a:cubicBezTo>
                  <a:cubicBezTo>
                    <a:pt x="284" y="48"/>
                    <a:pt x="286" y="46"/>
                    <a:pt x="287" y="47"/>
                  </a:cubicBezTo>
                  <a:cubicBezTo>
                    <a:pt x="287" y="47"/>
                    <a:pt x="288" y="47"/>
                    <a:pt x="288" y="48"/>
                  </a:cubicBezTo>
                  <a:cubicBezTo>
                    <a:pt x="288" y="48"/>
                    <a:pt x="288" y="49"/>
                    <a:pt x="288" y="49"/>
                  </a:cubicBezTo>
                  <a:cubicBezTo>
                    <a:pt x="289" y="49"/>
                    <a:pt x="290" y="49"/>
                    <a:pt x="290" y="49"/>
                  </a:cubicBezTo>
                  <a:cubicBezTo>
                    <a:pt x="291" y="49"/>
                    <a:pt x="291" y="48"/>
                    <a:pt x="291" y="49"/>
                  </a:cubicBezTo>
                  <a:cubicBezTo>
                    <a:pt x="292" y="49"/>
                    <a:pt x="293" y="49"/>
                    <a:pt x="293" y="49"/>
                  </a:cubicBezTo>
                  <a:cubicBezTo>
                    <a:pt x="294" y="49"/>
                    <a:pt x="295" y="50"/>
                    <a:pt x="295" y="49"/>
                  </a:cubicBezTo>
                  <a:cubicBezTo>
                    <a:pt x="296" y="48"/>
                    <a:pt x="297" y="49"/>
                    <a:pt x="298" y="49"/>
                  </a:cubicBezTo>
                  <a:cubicBezTo>
                    <a:pt x="298" y="49"/>
                    <a:pt x="299" y="48"/>
                    <a:pt x="298" y="48"/>
                  </a:cubicBezTo>
                  <a:cubicBezTo>
                    <a:pt x="298" y="47"/>
                    <a:pt x="299" y="47"/>
                    <a:pt x="299" y="47"/>
                  </a:cubicBezTo>
                  <a:cubicBezTo>
                    <a:pt x="300" y="47"/>
                    <a:pt x="300" y="48"/>
                    <a:pt x="301" y="47"/>
                  </a:cubicBezTo>
                  <a:cubicBezTo>
                    <a:pt x="302" y="47"/>
                    <a:pt x="301" y="46"/>
                    <a:pt x="302" y="46"/>
                  </a:cubicBezTo>
                  <a:cubicBezTo>
                    <a:pt x="303" y="46"/>
                    <a:pt x="303" y="46"/>
                    <a:pt x="304" y="46"/>
                  </a:cubicBezTo>
                  <a:cubicBezTo>
                    <a:pt x="305" y="46"/>
                    <a:pt x="306" y="47"/>
                    <a:pt x="306" y="47"/>
                  </a:cubicBezTo>
                  <a:cubicBezTo>
                    <a:pt x="307" y="48"/>
                    <a:pt x="309" y="48"/>
                    <a:pt x="309" y="49"/>
                  </a:cubicBezTo>
                  <a:cubicBezTo>
                    <a:pt x="310" y="50"/>
                    <a:pt x="311" y="50"/>
                    <a:pt x="311" y="50"/>
                  </a:cubicBezTo>
                  <a:cubicBezTo>
                    <a:pt x="312" y="50"/>
                    <a:pt x="312" y="51"/>
                    <a:pt x="312" y="51"/>
                  </a:cubicBezTo>
                  <a:cubicBezTo>
                    <a:pt x="313" y="52"/>
                    <a:pt x="312" y="52"/>
                    <a:pt x="313" y="52"/>
                  </a:cubicBezTo>
                  <a:cubicBezTo>
                    <a:pt x="313" y="52"/>
                    <a:pt x="313" y="53"/>
                    <a:pt x="313" y="53"/>
                  </a:cubicBezTo>
                  <a:cubicBezTo>
                    <a:pt x="314" y="53"/>
                    <a:pt x="314" y="54"/>
                    <a:pt x="315" y="54"/>
                  </a:cubicBezTo>
                  <a:cubicBezTo>
                    <a:pt x="315" y="55"/>
                    <a:pt x="315" y="54"/>
                    <a:pt x="316" y="54"/>
                  </a:cubicBezTo>
                  <a:cubicBezTo>
                    <a:pt x="316" y="54"/>
                    <a:pt x="316" y="54"/>
                    <a:pt x="316" y="55"/>
                  </a:cubicBezTo>
                  <a:cubicBezTo>
                    <a:pt x="317" y="55"/>
                    <a:pt x="317" y="55"/>
                    <a:pt x="318" y="55"/>
                  </a:cubicBezTo>
                  <a:cubicBezTo>
                    <a:pt x="318" y="55"/>
                    <a:pt x="318" y="55"/>
                    <a:pt x="318" y="55"/>
                  </a:cubicBezTo>
                  <a:cubicBezTo>
                    <a:pt x="319" y="55"/>
                    <a:pt x="319" y="55"/>
                    <a:pt x="319" y="55"/>
                  </a:cubicBezTo>
                  <a:cubicBezTo>
                    <a:pt x="320" y="56"/>
                    <a:pt x="321" y="56"/>
                    <a:pt x="321" y="56"/>
                  </a:cubicBezTo>
                  <a:cubicBezTo>
                    <a:pt x="322" y="57"/>
                    <a:pt x="321" y="56"/>
                    <a:pt x="321" y="57"/>
                  </a:cubicBezTo>
                  <a:cubicBezTo>
                    <a:pt x="321" y="58"/>
                    <a:pt x="323" y="58"/>
                    <a:pt x="323" y="59"/>
                  </a:cubicBezTo>
                  <a:cubicBezTo>
                    <a:pt x="323" y="59"/>
                    <a:pt x="324" y="59"/>
                    <a:pt x="324" y="60"/>
                  </a:cubicBezTo>
                  <a:cubicBezTo>
                    <a:pt x="325" y="60"/>
                    <a:pt x="325" y="60"/>
                    <a:pt x="325" y="61"/>
                  </a:cubicBezTo>
                  <a:cubicBezTo>
                    <a:pt x="325" y="61"/>
                    <a:pt x="326" y="61"/>
                    <a:pt x="326" y="61"/>
                  </a:cubicBezTo>
                  <a:cubicBezTo>
                    <a:pt x="326" y="61"/>
                    <a:pt x="327" y="61"/>
                    <a:pt x="327" y="61"/>
                  </a:cubicBezTo>
                  <a:cubicBezTo>
                    <a:pt x="328" y="61"/>
                    <a:pt x="328" y="61"/>
                    <a:pt x="328" y="61"/>
                  </a:cubicBezTo>
                  <a:cubicBezTo>
                    <a:pt x="328" y="61"/>
                    <a:pt x="329" y="61"/>
                    <a:pt x="329" y="61"/>
                  </a:cubicBezTo>
                  <a:cubicBezTo>
                    <a:pt x="329" y="61"/>
                    <a:pt x="330" y="61"/>
                    <a:pt x="330" y="62"/>
                  </a:cubicBezTo>
                  <a:cubicBezTo>
                    <a:pt x="331" y="62"/>
                    <a:pt x="331" y="61"/>
                    <a:pt x="331" y="61"/>
                  </a:cubicBezTo>
                  <a:cubicBezTo>
                    <a:pt x="332" y="62"/>
                    <a:pt x="331" y="62"/>
                    <a:pt x="332" y="62"/>
                  </a:cubicBezTo>
                  <a:cubicBezTo>
                    <a:pt x="332" y="63"/>
                    <a:pt x="332" y="62"/>
                    <a:pt x="333" y="62"/>
                  </a:cubicBezTo>
                  <a:cubicBezTo>
                    <a:pt x="333" y="62"/>
                    <a:pt x="334" y="63"/>
                    <a:pt x="334" y="62"/>
                  </a:cubicBezTo>
                  <a:cubicBezTo>
                    <a:pt x="334" y="61"/>
                    <a:pt x="335" y="61"/>
                    <a:pt x="335" y="60"/>
                  </a:cubicBezTo>
                  <a:cubicBezTo>
                    <a:pt x="335" y="60"/>
                    <a:pt x="335" y="60"/>
                    <a:pt x="336" y="60"/>
                  </a:cubicBezTo>
                  <a:cubicBezTo>
                    <a:pt x="336" y="59"/>
                    <a:pt x="336" y="59"/>
                    <a:pt x="336" y="59"/>
                  </a:cubicBezTo>
                  <a:cubicBezTo>
                    <a:pt x="337" y="59"/>
                    <a:pt x="337" y="59"/>
                    <a:pt x="337" y="59"/>
                  </a:cubicBezTo>
                  <a:cubicBezTo>
                    <a:pt x="337" y="59"/>
                    <a:pt x="337" y="60"/>
                    <a:pt x="338" y="60"/>
                  </a:cubicBezTo>
                  <a:cubicBezTo>
                    <a:pt x="338" y="60"/>
                    <a:pt x="336" y="61"/>
                    <a:pt x="337" y="61"/>
                  </a:cubicBezTo>
                  <a:cubicBezTo>
                    <a:pt x="338" y="62"/>
                    <a:pt x="339" y="61"/>
                    <a:pt x="339" y="62"/>
                  </a:cubicBezTo>
                  <a:cubicBezTo>
                    <a:pt x="339" y="62"/>
                    <a:pt x="339" y="63"/>
                    <a:pt x="340" y="63"/>
                  </a:cubicBezTo>
                  <a:cubicBezTo>
                    <a:pt x="340" y="63"/>
                    <a:pt x="340" y="63"/>
                    <a:pt x="340" y="63"/>
                  </a:cubicBezTo>
                  <a:cubicBezTo>
                    <a:pt x="341" y="64"/>
                    <a:pt x="340" y="63"/>
                    <a:pt x="341" y="64"/>
                  </a:cubicBezTo>
                  <a:cubicBezTo>
                    <a:pt x="341" y="65"/>
                    <a:pt x="342" y="65"/>
                    <a:pt x="343" y="65"/>
                  </a:cubicBezTo>
                  <a:cubicBezTo>
                    <a:pt x="344" y="65"/>
                    <a:pt x="345" y="66"/>
                    <a:pt x="345" y="67"/>
                  </a:cubicBezTo>
                  <a:close/>
                  <a:moveTo>
                    <a:pt x="132" y="94"/>
                  </a:moveTo>
                  <a:cubicBezTo>
                    <a:pt x="132" y="94"/>
                    <a:pt x="132" y="95"/>
                    <a:pt x="132" y="95"/>
                  </a:cubicBezTo>
                  <a:cubicBezTo>
                    <a:pt x="132" y="95"/>
                    <a:pt x="131" y="96"/>
                    <a:pt x="131" y="96"/>
                  </a:cubicBezTo>
                  <a:cubicBezTo>
                    <a:pt x="130" y="96"/>
                    <a:pt x="130" y="95"/>
                    <a:pt x="130" y="95"/>
                  </a:cubicBezTo>
                  <a:cubicBezTo>
                    <a:pt x="130" y="95"/>
                    <a:pt x="129" y="95"/>
                    <a:pt x="129" y="95"/>
                  </a:cubicBezTo>
                  <a:cubicBezTo>
                    <a:pt x="128" y="95"/>
                    <a:pt x="127" y="95"/>
                    <a:pt x="127" y="94"/>
                  </a:cubicBezTo>
                  <a:cubicBezTo>
                    <a:pt x="127" y="94"/>
                    <a:pt x="127" y="93"/>
                    <a:pt x="127" y="93"/>
                  </a:cubicBezTo>
                  <a:cubicBezTo>
                    <a:pt x="127" y="92"/>
                    <a:pt x="126" y="92"/>
                    <a:pt x="126" y="92"/>
                  </a:cubicBezTo>
                  <a:cubicBezTo>
                    <a:pt x="126" y="92"/>
                    <a:pt x="125" y="92"/>
                    <a:pt x="125" y="92"/>
                  </a:cubicBezTo>
                  <a:cubicBezTo>
                    <a:pt x="125" y="92"/>
                    <a:pt x="125" y="92"/>
                    <a:pt x="125" y="93"/>
                  </a:cubicBezTo>
                  <a:cubicBezTo>
                    <a:pt x="125" y="93"/>
                    <a:pt x="127" y="93"/>
                    <a:pt x="127" y="93"/>
                  </a:cubicBezTo>
                  <a:cubicBezTo>
                    <a:pt x="127" y="94"/>
                    <a:pt x="126" y="94"/>
                    <a:pt x="126" y="94"/>
                  </a:cubicBezTo>
                  <a:cubicBezTo>
                    <a:pt x="125" y="94"/>
                    <a:pt x="125" y="94"/>
                    <a:pt x="124" y="94"/>
                  </a:cubicBezTo>
                  <a:cubicBezTo>
                    <a:pt x="125" y="94"/>
                    <a:pt x="124" y="95"/>
                    <a:pt x="124" y="95"/>
                  </a:cubicBezTo>
                  <a:cubicBezTo>
                    <a:pt x="124" y="95"/>
                    <a:pt x="124" y="93"/>
                    <a:pt x="123" y="93"/>
                  </a:cubicBezTo>
                  <a:cubicBezTo>
                    <a:pt x="122" y="93"/>
                    <a:pt x="122" y="93"/>
                    <a:pt x="122" y="93"/>
                  </a:cubicBezTo>
                  <a:cubicBezTo>
                    <a:pt x="121" y="94"/>
                    <a:pt x="121" y="94"/>
                    <a:pt x="121" y="94"/>
                  </a:cubicBezTo>
                  <a:cubicBezTo>
                    <a:pt x="120" y="95"/>
                    <a:pt x="121" y="96"/>
                    <a:pt x="122" y="96"/>
                  </a:cubicBezTo>
                  <a:cubicBezTo>
                    <a:pt x="123" y="96"/>
                    <a:pt x="124" y="96"/>
                    <a:pt x="124" y="96"/>
                  </a:cubicBezTo>
                  <a:cubicBezTo>
                    <a:pt x="124" y="96"/>
                    <a:pt x="124" y="96"/>
                    <a:pt x="124" y="96"/>
                  </a:cubicBezTo>
                  <a:cubicBezTo>
                    <a:pt x="125" y="96"/>
                    <a:pt x="125" y="97"/>
                    <a:pt x="126" y="97"/>
                  </a:cubicBezTo>
                  <a:cubicBezTo>
                    <a:pt x="126" y="97"/>
                    <a:pt x="127" y="96"/>
                    <a:pt x="127" y="96"/>
                  </a:cubicBezTo>
                  <a:cubicBezTo>
                    <a:pt x="127" y="96"/>
                    <a:pt x="127" y="96"/>
                    <a:pt x="127" y="96"/>
                  </a:cubicBezTo>
                  <a:cubicBezTo>
                    <a:pt x="128" y="96"/>
                    <a:pt x="128" y="97"/>
                    <a:pt x="128" y="97"/>
                  </a:cubicBezTo>
                  <a:cubicBezTo>
                    <a:pt x="129" y="98"/>
                    <a:pt x="129" y="98"/>
                    <a:pt x="129" y="99"/>
                  </a:cubicBezTo>
                  <a:cubicBezTo>
                    <a:pt x="129" y="98"/>
                    <a:pt x="129" y="98"/>
                    <a:pt x="129" y="98"/>
                  </a:cubicBezTo>
                  <a:cubicBezTo>
                    <a:pt x="130" y="99"/>
                    <a:pt x="131" y="98"/>
                    <a:pt x="131" y="98"/>
                  </a:cubicBezTo>
                  <a:cubicBezTo>
                    <a:pt x="131" y="98"/>
                    <a:pt x="132" y="98"/>
                    <a:pt x="132" y="97"/>
                  </a:cubicBezTo>
                  <a:cubicBezTo>
                    <a:pt x="132" y="97"/>
                    <a:pt x="132" y="96"/>
                    <a:pt x="132" y="96"/>
                  </a:cubicBezTo>
                  <a:cubicBezTo>
                    <a:pt x="132" y="96"/>
                    <a:pt x="132" y="95"/>
                    <a:pt x="132" y="95"/>
                  </a:cubicBezTo>
                  <a:cubicBezTo>
                    <a:pt x="132" y="95"/>
                    <a:pt x="132" y="95"/>
                    <a:pt x="132" y="94"/>
                  </a:cubicBezTo>
                  <a:close/>
                  <a:moveTo>
                    <a:pt x="285" y="91"/>
                  </a:moveTo>
                  <a:cubicBezTo>
                    <a:pt x="284" y="91"/>
                    <a:pt x="284" y="91"/>
                    <a:pt x="283" y="91"/>
                  </a:cubicBezTo>
                  <a:cubicBezTo>
                    <a:pt x="283" y="91"/>
                    <a:pt x="284" y="92"/>
                    <a:pt x="284" y="92"/>
                  </a:cubicBezTo>
                  <a:cubicBezTo>
                    <a:pt x="283" y="92"/>
                    <a:pt x="283" y="91"/>
                    <a:pt x="282" y="91"/>
                  </a:cubicBezTo>
                  <a:cubicBezTo>
                    <a:pt x="282" y="91"/>
                    <a:pt x="281" y="91"/>
                    <a:pt x="282" y="92"/>
                  </a:cubicBezTo>
                  <a:cubicBezTo>
                    <a:pt x="282" y="92"/>
                    <a:pt x="284" y="93"/>
                    <a:pt x="283" y="93"/>
                  </a:cubicBezTo>
                  <a:cubicBezTo>
                    <a:pt x="282" y="93"/>
                    <a:pt x="282" y="93"/>
                    <a:pt x="282" y="93"/>
                  </a:cubicBezTo>
                  <a:cubicBezTo>
                    <a:pt x="282" y="92"/>
                    <a:pt x="281" y="92"/>
                    <a:pt x="281" y="92"/>
                  </a:cubicBezTo>
                  <a:cubicBezTo>
                    <a:pt x="280" y="92"/>
                    <a:pt x="280" y="92"/>
                    <a:pt x="280" y="92"/>
                  </a:cubicBezTo>
                  <a:cubicBezTo>
                    <a:pt x="279" y="92"/>
                    <a:pt x="280" y="93"/>
                    <a:pt x="279" y="93"/>
                  </a:cubicBezTo>
                  <a:cubicBezTo>
                    <a:pt x="279" y="93"/>
                    <a:pt x="279" y="93"/>
                    <a:pt x="279" y="93"/>
                  </a:cubicBezTo>
                  <a:cubicBezTo>
                    <a:pt x="279" y="92"/>
                    <a:pt x="279" y="93"/>
                    <a:pt x="279" y="93"/>
                  </a:cubicBezTo>
                  <a:cubicBezTo>
                    <a:pt x="279" y="93"/>
                    <a:pt x="278" y="92"/>
                    <a:pt x="278" y="92"/>
                  </a:cubicBezTo>
                  <a:cubicBezTo>
                    <a:pt x="278" y="93"/>
                    <a:pt x="279" y="94"/>
                    <a:pt x="279" y="94"/>
                  </a:cubicBezTo>
                  <a:cubicBezTo>
                    <a:pt x="279" y="94"/>
                    <a:pt x="279" y="95"/>
                    <a:pt x="279" y="95"/>
                  </a:cubicBezTo>
                  <a:cubicBezTo>
                    <a:pt x="278" y="95"/>
                    <a:pt x="277" y="93"/>
                    <a:pt x="276" y="93"/>
                  </a:cubicBezTo>
                  <a:cubicBezTo>
                    <a:pt x="276" y="94"/>
                    <a:pt x="275" y="93"/>
                    <a:pt x="274" y="93"/>
                  </a:cubicBezTo>
                  <a:cubicBezTo>
                    <a:pt x="274" y="93"/>
                    <a:pt x="273" y="93"/>
                    <a:pt x="272" y="93"/>
                  </a:cubicBezTo>
                  <a:cubicBezTo>
                    <a:pt x="272" y="93"/>
                    <a:pt x="272" y="93"/>
                    <a:pt x="272" y="93"/>
                  </a:cubicBezTo>
                  <a:cubicBezTo>
                    <a:pt x="271" y="93"/>
                    <a:pt x="271" y="93"/>
                    <a:pt x="270" y="93"/>
                  </a:cubicBezTo>
                  <a:cubicBezTo>
                    <a:pt x="270" y="93"/>
                    <a:pt x="269" y="93"/>
                    <a:pt x="269" y="93"/>
                  </a:cubicBezTo>
                  <a:cubicBezTo>
                    <a:pt x="269" y="94"/>
                    <a:pt x="269" y="94"/>
                    <a:pt x="268" y="94"/>
                  </a:cubicBezTo>
                  <a:cubicBezTo>
                    <a:pt x="267" y="94"/>
                    <a:pt x="267" y="93"/>
                    <a:pt x="266" y="93"/>
                  </a:cubicBezTo>
                  <a:cubicBezTo>
                    <a:pt x="266" y="93"/>
                    <a:pt x="266" y="93"/>
                    <a:pt x="266" y="93"/>
                  </a:cubicBezTo>
                  <a:cubicBezTo>
                    <a:pt x="266" y="93"/>
                    <a:pt x="265" y="92"/>
                    <a:pt x="265" y="92"/>
                  </a:cubicBezTo>
                  <a:cubicBezTo>
                    <a:pt x="265" y="93"/>
                    <a:pt x="266" y="94"/>
                    <a:pt x="266" y="94"/>
                  </a:cubicBezTo>
                  <a:cubicBezTo>
                    <a:pt x="266" y="94"/>
                    <a:pt x="265" y="93"/>
                    <a:pt x="265" y="93"/>
                  </a:cubicBezTo>
                  <a:cubicBezTo>
                    <a:pt x="264" y="93"/>
                    <a:pt x="264" y="93"/>
                    <a:pt x="264" y="92"/>
                  </a:cubicBezTo>
                  <a:cubicBezTo>
                    <a:pt x="264" y="92"/>
                    <a:pt x="262" y="93"/>
                    <a:pt x="262" y="93"/>
                  </a:cubicBezTo>
                  <a:cubicBezTo>
                    <a:pt x="262" y="93"/>
                    <a:pt x="261" y="93"/>
                    <a:pt x="261" y="93"/>
                  </a:cubicBezTo>
                  <a:cubicBezTo>
                    <a:pt x="261" y="93"/>
                    <a:pt x="261" y="93"/>
                    <a:pt x="261" y="93"/>
                  </a:cubicBezTo>
                  <a:cubicBezTo>
                    <a:pt x="261" y="92"/>
                    <a:pt x="259" y="91"/>
                    <a:pt x="258" y="91"/>
                  </a:cubicBezTo>
                  <a:cubicBezTo>
                    <a:pt x="258" y="91"/>
                    <a:pt x="258" y="91"/>
                    <a:pt x="258" y="91"/>
                  </a:cubicBezTo>
                  <a:cubicBezTo>
                    <a:pt x="258" y="91"/>
                    <a:pt x="258" y="92"/>
                    <a:pt x="257" y="91"/>
                  </a:cubicBezTo>
                  <a:cubicBezTo>
                    <a:pt x="257" y="91"/>
                    <a:pt x="257" y="91"/>
                    <a:pt x="256" y="91"/>
                  </a:cubicBezTo>
                  <a:cubicBezTo>
                    <a:pt x="256" y="91"/>
                    <a:pt x="255" y="91"/>
                    <a:pt x="255" y="91"/>
                  </a:cubicBezTo>
                  <a:cubicBezTo>
                    <a:pt x="254" y="91"/>
                    <a:pt x="254" y="92"/>
                    <a:pt x="253" y="92"/>
                  </a:cubicBezTo>
                  <a:cubicBezTo>
                    <a:pt x="252" y="92"/>
                    <a:pt x="251" y="92"/>
                    <a:pt x="251" y="92"/>
                  </a:cubicBezTo>
                  <a:cubicBezTo>
                    <a:pt x="250" y="92"/>
                    <a:pt x="250" y="91"/>
                    <a:pt x="250" y="91"/>
                  </a:cubicBezTo>
                  <a:cubicBezTo>
                    <a:pt x="250" y="91"/>
                    <a:pt x="250" y="91"/>
                    <a:pt x="249" y="91"/>
                  </a:cubicBezTo>
                  <a:cubicBezTo>
                    <a:pt x="249" y="91"/>
                    <a:pt x="249" y="91"/>
                    <a:pt x="249" y="91"/>
                  </a:cubicBezTo>
                  <a:cubicBezTo>
                    <a:pt x="249" y="91"/>
                    <a:pt x="249" y="91"/>
                    <a:pt x="248" y="91"/>
                  </a:cubicBezTo>
                  <a:cubicBezTo>
                    <a:pt x="248" y="91"/>
                    <a:pt x="248" y="91"/>
                    <a:pt x="248" y="91"/>
                  </a:cubicBezTo>
                  <a:cubicBezTo>
                    <a:pt x="248" y="92"/>
                    <a:pt x="246" y="91"/>
                    <a:pt x="246" y="92"/>
                  </a:cubicBezTo>
                  <a:cubicBezTo>
                    <a:pt x="246" y="92"/>
                    <a:pt x="245" y="92"/>
                    <a:pt x="245" y="92"/>
                  </a:cubicBezTo>
                  <a:cubicBezTo>
                    <a:pt x="245" y="92"/>
                    <a:pt x="246" y="93"/>
                    <a:pt x="245" y="93"/>
                  </a:cubicBezTo>
                  <a:cubicBezTo>
                    <a:pt x="245" y="93"/>
                    <a:pt x="245" y="93"/>
                    <a:pt x="245" y="94"/>
                  </a:cubicBezTo>
                  <a:cubicBezTo>
                    <a:pt x="245" y="94"/>
                    <a:pt x="244" y="94"/>
                    <a:pt x="244" y="95"/>
                  </a:cubicBezTo>
                  <a:cubicBezTo>
                    <a:pt x="244" y="95"/>
                    <a:pt x="243" y="95"/>
                    <a:pt x="243" y="95"/>
                  </a:cubicBezTo>
                  <a:cubicBezTo>
                    <a:pt x="242" y="95"/>
                    <a:pt x="242" y="95"/>
                    <a:pt x="242" y="96"/>
                  </a:cubicBezTo>
                  <a:cubicBezTo>
                    <a:pt x="242" y="96"/>
                    <a:pt x="241" y="97"/>
                    <a:pt x="242" y="97"/>
                  </a:cubicBezTo>
                  <a:cubicBezTo>
                    <a:pt x="242" y="97"/>
                    <a:pt x="242" y="97"/>
                    <a:pt x="243" y="97"/>
                  </a:cubicBezTo>
                  <a:cubicBezTo>
                    <a:pt x="242" y="98"/>
                    <a:pt x="241" y="97"/>
                    <a:pt x="241" y="98"/>
                  </a:cubicBezTo>
                  <a:cubicBezTo>
                    <a:pt x="240" y="98"/>
                    <a:pt x="240" y="97"/>
                    <a:pt x="239" y="98"/>
                  </a:cubicBezTo>
                  <a:cubicBezTo>
                    <a:pt x="239" y="99"/>
                    <a:pt x="240" y="99"/>
                    <a:pt x="241" y="100"/>
                  </a:cubicBezTo>
                  <a:cubicBezTo>
                    <a:pt x="241" y="100"/>
                    <a:pt x="240" y="100"/>
                    <a:pt x="240" y="100"/>
                  </a:cubicBezTo>
                  <a:cubicBezTo>
                    <a:pt x="240" y="100"/>
                    <a:pt x="240" y="101"/>
                    <a:pt x="240" y="101"/>
                  </a:cubicBezTo>
                  <a:cubicBezTo>
                    <a:pt x="240" y="101"/>
                    <a:pt x="240" y="102"/>
                    <a:pt x="239" y="102"/>
                  </a:cubicBezTo>
                  <a:cubicBezTo>
                    <a:pt x="239" y="101"/>
                    <a:pt x="238" y="102"/>
                    <a:pt x="239" y="102"/>
                  </a:cubicBezTo>
                  <a:cubicBezTo>
                    <a:pt x="239" y="102"/>
                    <a:pt x="240" y="102"/>
                    <a:pt x="240" y="103"/>
                  </a:cubicBezTo>
                  <a:cubicBezTo>
                    <a:pt x="240" y="103"/>
                    <a:pt x="240" y="104"/>
                    <a:pt x="239" y="103"/>
                  </a:cubicBezTo>
                  <a:cubicBezTo>
                    <a:pt x="239" y="103"/>
                    <a:pt x="239" y="104"/>
                    <a:pt x="240" y="104"/>
                  </a:cubicBezTo>
                  <a:cubicBezTo>
                    <a:pt x="240" y="105"/>
                    <a:pt x="241" y="105"/>
                    <a:pt x="241" y="105"/>
                  </a:cubicBezTo>
                  <a:cubicBezTo>
                    <a:pt x="242" y="106"/>
                    <a:pt x="242" y="106"/>
                    <a:pt x="243" y="107"/>
                  </a:cubicBezTo>
                  <a:cubicBezTo>
                    <a:pt x="243" y="107"/>
                    <a:pt x="243" y="107"/>
                    <a:pt x="243" y="107"/>
                  </a:cubicBezTo>
                  <a:cubicBezTo>
                    <a:pt x="244" y="107"/>
                    <a:pt x="244" y="108"/>
                    <a:pt x="244" y="108"/>
                  </a:cubicBezTo>
                  <a:cubicBezTo>
                    <a:pt x="244" y="108"/>
                    <a:pt x="245" y="108"/>
                    <a:pt x="245" y="108"/>
                  </a:cubicBezTo>
                  <a:cubicBezTo>
                    <a:pt x="245" y="108"/>
                    <a:pt x="246" y="108"/>
                    <a:pt x="246" y="108"/>
                  </a:cubicBezTo>
                  <a:cubicBezTo>
                    <a:pt x="246" y="108"/>
                    <a:pt x="246" y="109"/>
                    <a:pt x="246" y="109"/>
                  </a:cubicBezTo>
                  <a:cubicBezTo>
                    <a:pt x="245" y="109"/>
                    <a:pt x="246" y="110"/>
                    <a:pt x="246" y="110"/>
                  </a:cubicBezTo>
                  <a:cubicBezTo>
                    <a:pt x="246" y="110"/>
                    <a:pt x="246" y="110"/>
                    <a:pt x="246" y="110"/>
                  </a:cubicBezTo>
                  <a:cubicBezTo>
                    <a:pt x="246" y="111"/>
                    <a:pt x="247" y="111"/>
                    <a:pt x="248" y="111"/>
                  </a:cubicBezTo>
                  <a:cubicBezTo>
                    <a:pt x="247" y="110"/>
                    <a:pt x="247" y="110"/>
                    <a:pt x="247" y="110"/>
                  </a:cubicBezTo>
                  <a:cubicBezTo>
                    <a:pt x="246" y="110"/>
                    <a:pt x="247" y="110"/>
                    <a:pt x="247" y="110"/>
                  </a:cubicBezTo>
                  <a:cubicBezTo>
                    <a:pt x="248" y="109"/>
                    <a:pt x="247" y="108"/>
                    <a:pt x="247" y="108"/>
                  </a:cubicBezTo>
                  <a:cubicBezTo>
                    <a:pt x="247" y="107"/>
                    <a:pt x="247" y="107"/>
                    <a:pt x="246" y="107"/>
                  </a:cubicBezTo>
                  <a:cubicBezTo>
                    <a:pt x="246" y="107"/>
                    <a:pt x="246" y="107"/>
                    <a:pt x="246" y="106"/>
                  </a:cubicBezTo>
                  <a:cubicBezTo>
                    <a:pt x="246" y="106"/>
                    <a:pt x="246" y="105"/>
                    <a:pt x="245" y="105"/>
                  </a:cubicBezTo>
                  <a:cubicBezTo>
                    <a:pt x="245" y="105"/>
                    <a:pt x="245" y="105"/>
                    <a:pt x="245" y="105"/>
                  </a:cubicBezTo>
                  <a:cubicBezTo>
                    <a:pt x="245" y="104"/>
                    <a:pt x="247" y="104"/>
                    <a:pt x="246" y="103"/>
                  </a:cubicBezTo>
                  <a:cubicBezTo>
                    <a:pt x="246" y="103"/>
                    <a:pt x="247" y="103"/>
                    <a:pt x="247" y="103"/>
                  </a:cubicBezTo>
                  <a:cubicBezTo>
                    <a:pt x="247" y="103"/>
                    <a:pt x="247" y="103"/>
                    <a:pt x="247" y="103"/>
                  </a:cubicBezTo>
                  <a:cubicBezTo>
                    <a:pt x="246" y="103"/>
                    <a:pt x="246" y="103"/>
                    <a:pt x="246" y="103"/>
                  </a:cubicBezTo>
                  <a:cubicBezTo>
                    <a:pt x="246" y="102"/>
                    <a:pt x="246" y="102"/>
                    <a:pt x="246" y="102"/>
                  </a:cubicBezTo>
                  <a:cubicBezTo>
                    <a:pt x="247" y="101"/>
                    <a:pt x="245" y="101"/>
                    <a:pt x="245" y="100"/>
                  </a:cubicBezTo>
                  <a:cubicBezTo>
                    <a:pt x="245" y="99"/>
                    <a:pt x="247" y="99"/>
                    <a:pt x="247" y="99"/>
                  </a:cubicBezTo>
                  <a:cubicBezTo>
                    <a:pt x="248" y="100"/>
                    <a:pt x="248" y="100"/>
                    <a:pt x="248" y="99"/>
                  </a:cubicBezTo>
                  <a:cubicBezTo>
                    <a:pt x="249" y="98"/>
                    <a:pt x="250" y="99"/>
                    <a:pt x="249" y="98"/>
                  </a:cubicBezTo>
                  <a:cubicBezTo>
                    <a:pt x="249" y="97"/>
                    <a:pt x="249" y="96"/>
                    <a:pt x="249" y="96"/>
                  </a:cubicBezTo>
                  <a:cubicBezTo>
                    <a:pt x="249" y="95"/>
                    <a:pt x="250" y="96"/>
                    <a:pt x="251" y="95"/>
                  </a:cubicBezTo>
                  <a:cubicBezTo>
                    <a:pt x="251" y="95"/>
                    <a:pt x="251" y="95"/>
                    <a:pt x="251" y="95"/>
                  </a:cubicBezTo>
                  <a:cubicBezTo>
                    <a:pt x="251" y="95"/>
                    <a:pt x="251" y="94"/>
                    <a:pt x="251" y="94"/>
                  </a:cubicBezTo>
                  <a:cubicBezTo>
                    <a:pt x="251" y="95"/>
                    <a:pt x="251" y="95"/>
                    <a:pt x="251" y="95"/>
                  </a:cubicBezTo>
                  <a:cubicBezTo>
                    <a:pt x="252" y="95"/>
                    <a:pt x="252" y="95"/>
                    <a:pt x="252" y="94"/>
                  </a:cubicBezTo>
                  <a:cubicBezTo>
                    <a:pt x="252" y="94"/>
                    <a:pt x="252" y="94"/>
                    <a:pt x="253" y="94"/>
                  </a:cubicBezTo>
                  <a:cubicBezTo>
                    <a:pt x="253" y="94"/>
                    <a:pt x="253" y="94"/>
                    <a:pt x="253" y="95"/>
                  </a:cubicBezTo>
                  <a:cubicBezTo>
                    <a:pt x="253" y="95"/>
                    <a:pt x="254" y="95"/>
                    <a:pt x="254" y="94"/>
                  </a:cubicBezTo>
                  <a:cubicBezTo>
                    <a:pt x="254" y="94"/>
                    <a:pt x="253" y="94"/>
                    <a:pt x="253" y="93"/>
                  </a:cubicBezTo>
                  <a:cubicBezTo>
                    <a:pt x="253" y="92"/>
                    <a:pt x="255" y="93"/>
                    <a:pt x="254" y="93"/>
                  </a:cubicBezTo>
                  <a:cubicBezTo>
                    <a:pt x="254" y="93"/>
                    <a:pt x="253" y="92"/>
                    <a:pt x="254" y="93"/>
                  </a:cubicBezTo>
                  <a:cubicBezTo>
                    <a:pt x="254" y="93"/>
                    <a:pt x="255" y="94"/>
                    <a:pt x="255" y="95"/>
                  </a:cubicBezTo>
                  <a:cubicBezTo>
                    <a:pt x="255" y="95"/>
                    <a:pt x="255" y="95"/>
                    <a:pt x="256" y="95"/>
                  </a:cubicBezTo>
                  <a:cubicBezTo>
                    <a:pt x="256" y="95"/>
                    <a:pt x="256" y="94"/>
                    <a:pt x="256" y="94"/>
                  </a:cubicBezTo>
                  <a:cubicBezTo>
                    <a:pt x="256" y="94"/>
                    <a:pt x="256" y="94"/>
                    <a:pt x="256" y="94"/>
                  </a:cubicBezTo>
                  <a:cubicBezTo>
                    <a:pt x="257" y="94"/>
                    <a:pt x="257" y="94"/>
                    <a:pt x="258" y="94"/>
                  </a:cubicBezTo>
                  <a:cubicBezTo>
                    <a:pt x="258" y="94"/>
                    <a:pt x="258" y="94"/>
                    <a:pt x="258" y="94"/>
                  </a:cubicBezTo>
                  <a:cubicBezTo>
                    <a:pt x="258" y="94"/>
                    <a:pt x="259" y="94"/>
                    <a:pt x="259" y="94"/>
                  </a:cubicBezTo>
                  <a:cubicBezTo>
                    <a:pt x="259" y="94"/>
                    <a:pt x="260" y="94"/>
                    <a:pt x="260" y="94"/>
                  </a:cubicBezTo>
                  <a:cubicBezTo>
                    <a:pt x="260" y="94"/>
                    <a:pt x="261" y="94"/>
                    <a:pt x="261" y="94"/>
                  </a:cubicBezTo>
                  <a:cubicBezTo>
                    <a:pt x="261" y="93"/>
                    <a:pt x="261" y="94"/>
                    <a:pt x="262" y="94"/>
                  </a:cubicBezTo>
                  <a:cubicBezTo>
                    <a:pt x="263" y="94"/>
                    <a:pt x="264" y="94"/>
                    <a:pt x="264" y="94"/>
                  </a:cubicBezTo>
                  <a:cubicBezTo>
                    <a:pt x="265" y="94"/>
                    <a:pt x="265" y="94"/>
                    <a:pt x="266" y="95"/>
                  </a:cubicBezTo>
                  <a:cubicBezTo>
                    <a:pt x="266" y="95"/>
                    <a:pt x="267" y="95"/>
                    <a:pt x="267" y="95"/>
                  </a:cubicBezTo>
                  <a:cubicBezTo>
                    <a:pt x="268" y="95"/>
                    <a:pt x="268" y="95"/>
                    <a:pt x="269" y="95"/>
                  </a:cubicBezTo>
                  <a:cubicBezTo>
                    <a:pt x="269" y="95"/>
                    <a:pt x="270" y="95"/>
                    <a:pt x="270" y="94"/>
                  </a:cubicBezTo>
                  <a:cubicBezTo>
                    <a:pt x="271" y="94"/>
                    <a:pt x="271" y="95"/>
                    <a:pt x="272" y="95"/>
                  </a:cubicBezTo>
                  <a:cubicBezTo>
                    <a:pt x="272" y="95"/>
                    <a:pt x="273" y="95"/>
                    <a:pt x="274" y="95"/>
                  </a:cubicBezTo>
                  <a:cubicBezTo>
                    <a:pt x="274" y="95"/>
                    <a:pt x="274" y="96"/>
                    <a:pt x="274" y="96"/>
                  </a:cubicBezTo>
                  <a:cubicBezTo>
                    <a:pt x="274" y="96"/>
                    <a:pt x="274" y="95"/>
                    <a:pt x="275" y="95"/>
                  </a:cubicBezTo>
                  <a:cubicBezTo>
                    <a:pt x="274" y="95"/>
                    <a:pt x="274" y="95"/>
                    <a:pt x="274" y="95"/>
                  </a:cubicBezTo>
                  <a:cubicBezTo>
                    <a:pt x="275" y="95"/>
                    <a:pt x="276" y="97"/>
                    <a:pt x="278" y="96"/>
                  </a:cubicBezTo>
                  <a:cubicBezTo>
                    <a:pt x="278" y="96"/>
                    <a:pt x="278" y="96"/>
                    <a:pt x="277" y="96"/>
                  </a:cubicBezTo>
                  <a:cubicBezTo>
                    <a:pt x="278" y="96"/>
                    <a:pt x="278" y="96"/>
                    <a:pt x="279" y="96"/>
                  </a:cubicBezTo>
                  <a:cubicBezTo>
                    <a:pt x="279" y="96"/>
                    <a:pt x="279" y="96"/>
                    <a:pt x="279" y="96"/>
                  </a:cubicBezTo>
                  <a:cubicBezTo>
                    <a:pt x="280" y="96"/>
                    <a:pt x="280" y="97"/>
                    <a:pt x="280" y="97"/>
                  </a:cubicBezTo>
                  <a:cubicBezTo>
                    <a:pt x="281" y="97"/>
                    <a:pt x="280" y="96"/>
                    <a:pt x="280" y="96"/>
                  </a:cubicBezTo>
                  <a:cubicBezTo>
                    <a:pt x="280" y="95"/>
                    <a:pt x="280" y="95"/>
                    <a:pt x="281" y="96"/>
                  </a:cubicBezTo>
                  <a:cubicBezTo>
                    <a:pt x="281" y="96"/>
                    <a:pt x="282" y="96"/>
                    <a:pt x="282" y="96"/>
                  </a:cubicBezTo>
                  <a:cubicBezTo>
                    <a:pt x="283" y="96"/>
                    <a:pt x="284" y="96"/>
                    <a:pt x="284" y="96"/>
                  </a:cubicBezTo>
                  <a:cubicBezTo>
                    <a:pt x="285" y="96"/>
                    <a:pt x="285" y="95"/>
                    <a:pt x="285" y="94"/>
                  </a:cubicBezTo>
                  <a:cubicBezTo>
                    <a:pt x="285" y="93"/>
                    <a:pt x="286" y="94"/>
                    <a:pt x="286" y="93"/>
                  </a:cubicBezTo>
                  <a:cubicBezTo>
                    <a:pt x="286" y="92"/>
                    <a:pt x="285" y="91"/>
                    <a:pt x="285" y="9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57" name="Juan de Nova Island (Fr)">
              <a:extLst>
                <a:ext uri="{FF2B5EF4-FFF2-40B4-BE49-F238E27FC236}">
                  <a16:creationId xmlns:a16="http://schemas.microsoft.com/office/drawing/2014/main" id="{177A5B79-2B4F-4DE5-4E94-81F0B88A5783}"/>
                </a:ext>
              </a:extLst>
            </p:cNvPr>
            <p:cNvSpPr>
              <a:spLocks/>
            </p:cNvSpPr>
            <p:nvPr/>
          </p:nvSpPr>
          <p:spPr bwMode="auto">
            <a:xfrm>
              <a:off x="7149288" y="4710862"/>
              <a:ext cx="980" cy="98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58" name="Jordan">
              <a:extLst>
                <a:ext uri="{FF2B5EF4-FFF2-40B4-BE49-F238E27FC236}">
                  <a16:creationId xmlns:a16="http://schemas.microsoft.com/office/drawing/2014/main" id="{801C355A-23ED-8AAD-C172-333F2A7CC289}"/>
                </a:ext>
              </a:extLst>
            </p:cNvPr>
            <p:cNvSpPr>
              <a:spLocks/>
            </p:cNvSpPr>
            <p:nvPr/>
          </p:nvSpPr>
          <p:spPr bwMode="auto">
            <a:xfrm>
              <a:off x="6862099" y="2742692"/>
              <a:ext cx="138203" cy="166628"/>
            </a:xfrm>
            <a:custGeom>
              <a:avLst/>
              <a:gdLst/>
              <a:ahLst/>
              <a:cxnLst>
                <a:cxn ang="0">
                  <a:pos x="38" y="12"/>
                </a:cxn>
                <a:cxn ang="0">
                  <a:pos x="36" y="12"/>
                </a:cxn>
                <a:cxn ang="0">
                  <a:pos x="36" y="10"/>
                </a:cxn>
                <a:cxn ang="0">
                  <a:pos x="33" y="0"/>
                </a:cxn>
                <a:cxn ang="0">
                  <a:pos x="19" y="10"/>
                </a:cxn>
                <a:cxn ang="0">
                  <a:pos x="16" y="12"/>
                </a:cxn>
                <a:cxn ang="0">
                  <a:pos x="13" y="12"/>
                </a:cxn>
                <a:cxn ang="0">
                  <a:pos x="11" y="11"/>
                </a:cxn>
                <a:cxn ang="0">
                  <a:pos x="8" y="10"/>
                </a:cxn>
                <a:cxn ang="0">
                  <a:pos x="8" y="8"/>
                </a:cxn>
                <a:cxn ang="0">
                  <a:pos x="7" y="8"/>
                </a:cxn>
                <a:cxn ang="0">
                  <a:pos x="7" y="8"/>
                </a:cxn>
                <a:cxn ang="0">
                  <a:pos x="6" y="7"/>
                </a:cxn>
                <a:cxn ang="0">
                  <a:pos x="4" y="8"/>
                </a:cxn>
                <a:cxn ang="0">
                  <a:pos x="4" y="8"/>
                </a:cxn>
                <a:cxn ang="0">
                  <a:pos x="4" y="9"/>
                </a:cxn>
                <a:cxn ang="0">
                  <a:pos x="4" y="12"/>
                </a:cxn>
                <a:cxn ang="0">
                  <a:pos x="4" y="14"/>
                </a:cxn>
                <a:cxn ang="0">
                  <a:pos x="4" y="15"/>
                </a:cxn>
                <a:cxn ang="0">
                  <a:pos x="4" y="16"/>
                </a:cxn>
                <a:cxn ang="0">
                  <a:pos x="4" y="18"/>
                </a:cxn>
                <a:cxn ang="0">
                  <a:pos x="4" y="21"/>
                </a:cxn>
                <a:cxn ang="0">
                  <a:pos x="3" y="23"/>
                </a:cxn>
                <a:cxn ang="0">
                  <a:pos x="4" y="24"/>
                </a:cxn>
                <a:cxn ang="0">
                  <a:pos x="3" y="28"/>
                </a:cxn>
                <a:cxn ang="0">
                  <a:pos x="2" y="31"/>
                </a:cxn>
                <a:cxn ang="0">
                  <a:pos x="2" y="33"/>
                </a:cxn>
                <a:cxn ang="0">
                  <a:pos x="2" y="34"/>
                </a:cxn>
                <a:cxn ang="0">
                  <a:pos x="2" y="35"/>
                </a:cxn>
                <a:cxn ang="0">
                  <a:pos x="1" y="37"/>
                </a:cxn>
                <a:cxn ang="0">
                  <a:pos x="1" y="40"/>
                </a:cxn>
                <a:cxn ang="0">
                  <a:pos x="1" y="42"/>
                </a:cxn>
                <a:cxn ang="0">
                  <a:pos x="1" y="43"/>
                </a:cxn>
                <a:cxn ang="0">
                  <a:pos x="1" y="44"/>
                </a:cxn>
                <a:cxn ang="0">
                  <a:pos x="3" y="45"/>
                </a:cxn>
                <a:cxn ang="0">
                  <a:pos x="8" y="46"/>
                </a:cxn>
                <a:cxn ang="0">
                  <a:pos x="11" y="46"/>
                </a:cxn>
                <a:cxn ang="0">
                  <a:pos x="13" y="45"/>
                </a:cxn>
                <a:cxn ang="0">
                  <a:pos x="15" y="43"/>
                </a:cxn>
                <a:cxn ang="0">
                  <a:pos x="16" y="41"/>
                </a:cxn>
                <a:cxn ang="0">
                  <a:pos x="17" y="39"/>
                </a:cxn>
                <a:cxn ang="0">
                  <a:pos x="20" y="38"/>
                </a:cxn>
                <a:cxn ang="0">
                  <a:pos x="22" y="38"/>
                </a:cxn>
                <a:cxn ang="0">
                  <a:pos x="24" y="37"/>
                </a:cxn>
                <a:cxn ang="0">
                  <a:pos x="25" y="35"/>
                </a:cxn>
                <a:cxn ang="0">
                  <a:pos x="28" y="32"/>
                </a:cxn>
                <a:cxn ang="0">
                  <a:pos x="23" y="26"/>
                </a:cxn>
                <a:cxn ang="0">
                  <a:pos x="18" y="21"/>
                </a:cxn>
                <a:cxn ang="0">
                  <a:pos x="30" y="17"/>
                </a:cxn>
                <a:cxn ang="0">
                  <a:pos x="35" y="16"/>
                </a:cxn>
                <a:cxn ang="0">
                  <a:pos x="37" y="14"/>
                </a:cxn>
                <a:cxn ang="0">
                  <a:pos x="38" y="12"/>
                </a:cxn>
              </a:cxnLst>
              <a:rect l="0" t="0" r="r" b="b"/>
              <a:pathLst>
                <a:path w="39" h="47">
                  <a:moveTo>
                    <a:pt x="38" y="12"/>
                  </a:moveTo>
                  <a:cubicBezTo>
                    <a:pt x="37" y="11"/>
                    <a:pt x="37" y="12"/>
                    <a:pt x="36" y="12"/>
                  </a:cubicBezTo>
                  <a:cubicBezTo>
                    <a:pt x="36" y="11"/>
                    <a:pt x="35" y="10"/>
                    <a:pt x="36" y="10"/>
                  </a:cubicBezTo>
                  <a:cubicBezTo>
                    <a:pt x="35" y="7"/>
                    <a:pt x="34" y="4"/>
                    <a:pt x="33" y="0"/>
                  </a:cubicBezTo>
                  <a:cubicBezTo>
                    <a:pt x="28" y="3"/>
                    <a:pt x="24" y="6"/>
                    <a:pt x="19" y="10"/>
                  </a:cubicBezTo>
                  <a:cubicBezTo>
                    <a:pt x="18" y="10"/>
                    <a:pt x="17" y="11"/>
                    <a:pt x="16" y="12"/>
                  </a:cubicBezTo>
                  <a:cubicBezTo>
                    <a:pt x="15" y="12"/>
                    <a:pt x="14" y="12"/>
                    <a:pt x="13" y="12"/>
                  </a:cubicBezTo>
                  <a:cubicBezTo>
                    <a:pt x="12" y="11"/>
                    <a:pt x="12" y="11"/>
                    <a:pt x="11" y="11"/>
                  </a:cubicBezTo>
                  <a:cubicBezTo>
                    <a:pt x="10" y="10"/>
                    <a:pt x="10" y="9"/>
                    <a:pt x="8" y="10"/>
                  </a:cubicBezTo>
                  <a:cubicBezTo>
                    <a:pt x="8" y="9"/>
                    <a:pt x="8" y="9"/>
                    <a:pt x="8" y="8"/>
                  </a:cubicBezTo>
                  <a:cubicBezTo>
                    <a:pt x="8" y="8"/>
                    <a:pt x="8" y="8"/>
                    <a:pt x="7" y="8"/>
                  </a:cubicBezTo>
                  <a:cubicBezTo>
                    <a:pt x="7" y="8"/>
                    <a:pt x="7" y="8"/>
                    <a:pt x="7" y="8"/>
                  </a:cubicBezTo>
                  <a:cubicBezTo>
                    <a:pt x="6" y="7"/>
                    <a:pt x="6" y="7"/>
                    <a:pt x="6" y="7"/>
                  </a:cubicBezTo>
                  <a:cubicBezTo>
                    <a:pt x="5" y="7"/>
                    <a:pt x="5" y="8"/>
                    <a:pt x="4" y="8"/>
                  </a:cubicBezTo>
                  <a:cubicBezTo>
                    <a:pt x="4" y="8"/>
                    <a:pt x="4" y="8"/>
                    <a:pt x="4" y="8"/>
                  </a:cubicBezTo>
                  <a:cubicBezTo>
                    <a:pt x="3" y="9"/>
                    <a:pt x="4" y="9"/>
                    <a:pt x="4" y="9"/>
                  </a:cubicBezTo>
                  <a:cubicBezTo>
                    <a:pt x="4" y="10"/>
                    <a:pt x="4" y="11"/>
                    <a:pt x="4" y="12"/>
                  </a:cubicBezTo>
                  <a:cubicBezTo>
                    <a:pt x="4" y="12"/>
                    <a:pt x="4" y="13"/>
                    <a:pt x="4" y="14"/>
                  </a:cubicBezTo>
                  <a:cubicBezTo>
                    <a:pt x="4" y="14"/>
                    <a:pt x="4" y="15"/>
                    <a:pt x="4" y="15"/>
                  </a:cubicBezTo>
                  <a:cubicBezTo>
                    <a:pt x="4" y="15"/>
                    <a:pt x="4" y="16"/>
                    <a:pt x="4" y="16"/>
                  </a:cubicBezTo>
                  <a:cubicBezTo>
                    <a:pt x="4" y="17"/>
                    <a:pt x="4" y="18"/>
                    <a:pt x="4" y="18"/>
                  </a:cubicBezTo>
                  <a:cubicBezTo>
                    <a:pt x="4" y="19"/>
                    <a:pt x="4" y="20"/>
                    <a:pt x="4" y="21"/>
                  </a:cubicBezTo>
                  <a:cubicBezTo>
                    <a:pt x="4" y="22"/>
                    <a:pt x="4" y="22"/>
                    <a:pt x="3" y="23"/>
                  </a:cubicBezTo>
                  <a:cubicBezTo>
                    <a:pt x="3" y="24"/>
                    <a:pt x="3" y="24"/>
                    <a:pt x="4" y="24"/>
                  </a:cubicBezTo>
                  <a:cubicBezTo>
                    <a:pt x="4" y="25"/>
                    <a:pt x="3" y="27"/>
                    <a:pt x="3" y="28"/>
                  </a:cubicBezTo>
                  <a:cubicBezTo>
                    <a:pt x="3" y="29"/>
                    <a:pt x="2" y="30"/>
                    <a:pt x="2" y="31"/>
                  </a:cubicBezTo>
                  <a:cubicBezTo>
                    <a:pt x="2" y="31"/>
                    <a:pt x="1" y="32"/>
                    <a:pt x="2" y="33"/>
                  </a:cubicBezTo>
                  <a:cubicBezTo>
                    <a:pt x="2" y="33"/>
                    <a:pt x="2" y="34"/>
                    <a:pt x="2" y="34"/>
                  </a:cubicBezTo>
                  <a:cubicBezTo>
                    <a:pt x="2" y="35"/>
                    <a:pt x="2" y="35"/>
                    <a:pt x="2" y="35"/>
                  </a:cubicBezTo>
                  <a:cubicBezTo>
                    <a:pt x="2" y="36"/>
                    <a:pt x="2" y="37"/>
                    <a:pt x="1" y="37"/>
                  </a:cubicBezTo>
                  <a:cubicBezTo>
                    <a:pt x="1" y="38"/>
                    <a:pt x="1" y="39"/>
                    <a:pt x="1" y="40"/>
                  </a:cubicBezTo>
                  <a:cubicBezTo>
                    <a:pt x="1" y="41"/>
                    <a:pt x="0" y="42"/>
                    <a:pt x="1" y="42"/>
                  </a:cubicBezTo>
                  <a:cubicBezTo>
                    <a:pt x="1" y="43"/>
                    <a:pt x="1" y="43"/>
                    <a:pt x="1" y="43"/>
                  </a:cubicBezTo>
                  <a:cubicBezTo>
                    <a:pt x="1" y="44"/>
                    <a:pt x="0" y="44"/>
                    <a:pt x="1" y="44"/>
                  </a:cubicBezTo>
                  <a:cubicBezTo>
                    <a:pt x="1" y="45"/>
                    <a:pt x="2" y="45"/>
                    <a:pt x="3" y="45"/>
                  </a:cubicBezTo>
                  <a:cubicBezTo>
                    <a:pt x="4" y="45"/>
                    <a:pt x="6" y="45"/>
                    <a:pt x="8" y="46"/>
                  </a:cubicBezTo>
                  <a:cubicBezTo>
                    <a:pt x="9" y="46"/>
                    <a:pt x="10" y="47"/>
                    <a:pt x="11" y="46"/>
                  </a:cubicBezTo>
                  <a:cubicBezTo>
                    <a:pt x="12" y="46"/>
                    <a:pt x="12" y="45"/>
                    <a:pt x="13" y="45"/>
                  </a:cubicBezTo>
                  <a:cubicBezTo>
                    <a:pt x="14" y="44"/>
                    <a:pt x="14" y="44"/>
                    <a:pt x="15" y="43"/>
                  </a:cubicBezTo>
                  <a:cubicBezTo>
                    <a:pt x="15" y="42"/>
                    <a:pt x="16" y="41"/>
                    <a:pt x="16" y="41"/>
                  </a:cubicBezTo>
                  <a:cubicBezTo>
                    <a:pt x="16" y="40"/>
                    <a:pt x="16" y="39"/>
                    <a:pt x="17" y="39"/>
                  </a:cubicBezTo>
                  <a:cubicBezTo>
                    <a:pt x="18" y="39"/>
                    <a:pt x="19" y="38"/>
                    <a:pt x="20" y="38"/>
                  </a:cubicBezTo>
                  <a:cubicBezTo>
                    <a:pt x="21" y="38"/>
                    <a:pt x="22" y="38"/>
                    <a:pt x="22" y="38"/>
                  </a:cubicBezTo>
                  <a:cubicBezTo>
                    <a:pt x="23" y="38"/>
                    <a:pt x="24" y="38"/>
                    <a:pt x="24" y="37"/>
                  </a:cubicBezTo>
                  <a:cubicBezTo>
                    <a:pt x="24" y="36"/>
                    <a:pt x="24" y="36"/>
                    <a:pt x="25" y="35"/>
                  </a:cubicBezTo>
                  <a:cubicBezTo>
                    <a:pt x="25" y="33"/>
                    <a:pt x="27" y="33"/>
                    <a:pt x="28" y="32"/>
                  </a:cubicBezTo>
                  <a:cubicBezTo>
                    <a:pt x="26" y="30"/>
                    <a:pt x="25" y="28"/>
                    <a:pt x="23" y="26"/>
                  </a:cubicBezTo>
                  <a:cubicBezTo>
                    <a:pt x="21" y="25"/>
                    <a:pt x="19" y="23"/>
                    <a:pt x="18" y="21"/>
                  </a:cubicBezTo>
                  <a:cubicBezTo>
                    <a:pt x="22" y="20"/>
                    <a:pt x="26" y="18"/>
                    <a:pt x="30" y="17"/>
                  </a:cubicBezTo>
                  <a:cubicBezTo>
                    <a:pt x="32" y="17"/>
                    <a:pt x="33" y="16"/>
                    <a:pt x="35" y="16"/>
                  </a:cubicBezTo>
                  <a:cubicBezTo>
                    <a:pt x="36" y="16"/>
                    <a:pt x="36" y="15"/>
                    <a:pt x="37" y="14"/>
                  </a:cubicBezTo>
                  <a:cubicBezTo>
                    <a:pt x="38" y="14"/>
                    <a:pt x="39" y="12"/>
                    <a:pt x="38" y="1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59" name="Japan">
              <a:extLst>
                <a:ext uri="{FF2B5EF4-FFF2-40B4-BE49-F238E27FC236}">
                  <a16:creationId xmlns:a16="http://schemas.microsoft.com/office/drawing/2014/main" id="{FE72C366-AEB4-B97F-3587-C4EFBBBD564E}"/>
                </a:ext>
              </a:extLst>
            </p:cNvPr>
            <p:cNvSpPr>
              <a:spLocks noEditPoints="1"/>
            </p:cNvSpPr>
            <p:nvPr/>
          </p:nvSpPr>
          <p:spPr bwMode="auto">
            <a:xfrm>
              <a:off x="9818273" y="2275154"/>
              <a:ext cx="1044855" cy="826279"/>
            </a:xfrm>
            <a:custGeom>
              <a:avLst/>
              <a:gdLst/>
              <a:ahLst/>
              <a:cxnLst>
                <a:cxn ang="0">
                  <a:pos x="26" y="120"/>
                </a:cxn>
                <a:cxn ang="0">
                  <a:pos x="56" y="188"/>
                </a:cxn>
                <a:cxn ang="0">
                  <a:pos x="41" y="213"/>
                </a:cxn>
                <a:cxn ang="0">
                  <a:pos x="28" y="141"/>
                </a:cxn>
                <a:cxn ang="0">
                  <a:pos x="43" y="144"/>
                </a:cxn>
                <a:cxn ang="0">
                  <a:pos x="71" y="3"/>
                </a:cxn>
                <a:cxn ang="0">
                  <a:pos x="83" y="25"/>
                </a:cxn>
                <a:cxn ang="0">
                  <a:pos x="81" y="36"/>
                </a:cxn>
                <a:cxn ang="0">
                  <a:pos x="95" y="41"/>
                </a:cxn>
                <a:cxn ang="0">
                  <a:pos x="90" y="34"/>
                </a:cxn>
                <a:cxn ang="0">
                  <a:pos x="119" y="28"/>
                </a:cxn>
                <a:cxn ang="0">
                  <a:pos x="121" y="24"/>
                </a:cxn>
                <a:cxn ang="0">
                  <a:pos x="113" y="15"/>
                </a:cxn>
                <a:cxn ang="0">
                  <a:pos x="91" y="9"/>
                </a:cxn>
                <a:cxn ang="0">
                  <a:pos x="56" y="135"/>
                </a:cxn>
                <a:cxn ang="0">
                  <a:pos x="45" y="126"/>
                </a:cxn>
                <a:cxn ang="0">
                  <a:pos x="36" y="131"/>
                </a:cxn>
                <a:cxn ang="0">
                  <a:pos x="37" y="136"/>
                </a:cxn>
                <a:cxn ang="0">
                  <a:pos x="40" y="140"/>
                </a:cxn>
                <a:cxn ang="0">
                  <a:pos x="46" y="140"/>
                </a:cxn>
                <a:cxn ang="0">
                  <a:pos x="48" y="152"/>
                </a:cxn>
                <a:cxn ang="0">
                  <a:pos x="52" y="154"/>
                </a:cxn>
                <a:cxn ang="0">
                  <a:pos x="57" y="149"/>
                </a:cxn>
                <a:cxn ang="0">
                  <a:pos x="59" y="137"/>
                </a:cxn>
                <a:cxn ang="0">
                  <a:pos x="71" y="122"/>
                </a:cxn>
                <a:cxn ang="0">
                  <a:pos x="61" y="129"/>
                </a:cxn>
                <a:cxn ang="0">
                  <a:pos x="61" y="135"/>
                </a:cxn>
                <a:cxn ang="0">
                  <a:pos x="67" y="138"/>
                </a:cxn>
                <a:cxn ang="0">
                  <a:pos x="77" y="130"/>
                </a:cxn>
                <a:cxn ang="0">
                  <a:pos x="123" y="103"/>
                </a:cxn>
                <a:cxn ang="0">
                  <a:pos x="115" y="78"/>
                </a:cxn>
                <a:cxn ang="0">
                  <a:pos x="116" y="71"/>
                </a:cxn>
                <a:cxn ang="0">
                  <a:pos x="117" y="67"/>
                </a:cxn>
                <a:cxn ang="0">
                  <a:pos x="106" y="54"/>
                </a:cxn>
                <a:cxn ang="0">
                  <a:pos x="98" y="50"/>
                </a:cxn>
                <a:cxn ang="0">
                  <a:pos x="91" y="53"/>
                </a:cxn>
                <a:cxn ang="0">
                  <a:pos x="100" y="78"/>
                </a:cxn>
                <a:cxn ang="0">
                  <a:pos x="85" y="92"/>
                </a:cxn>
                <a:cxn ang="0">
                  <a:pos x="81" y="101"/>
                </a:cxn>
                <a:cxn ang="0">
                  <a:pos x="80" y="109"/>
                </a:cxn>
                <a:cxn ang="0">
                  <a:pos x="74" y="107"/>
                </a:cxn>
                <a:cxn ang="0">
                  <a:pos x="53" y="111"/>
                </a:cxn>
                <a:cxn ang="0">
                  <a:pos x="42" y="121"/>
                </a:cxn>
                <a:cxn ang="0">
                  <a:pos x="48" y="126"/>
                </a:cxn>
                <a:cxn ang="0">
                  <a:pos x="55" y="123"/>
                </a:cxn>
                <a:cxn ang="0">
                  <a:pos x="63" y="121"/>
                </a:cxn>
                <a:cxn ang="0">
                  <a:pos x="70" y="118"/>
                </a:cxn>
                <a:cxn ang="0">
                  <a:pos x="86" y="129"/>
                </a:cxn>
                <a:cxn ang="0">
                  <a:pos x="94" y="123"/>
                </a:cxn>
                <a:cxn ang="0">
                  <a:pos x="92" y="114"/>
                </a:cxn>
                <a:cxn ang="0">
                  <a:pos x="103" y="119"/>
                </a:cxn>
                <a:cxn ang="0">
                  <a:pos x="113" y="119"/>
                </a:cxn>
                <a:cxn ang="0">
                  <a:pos x="117" y="108"/>
                </a:cxn>
                <a:cxn ang="0">
                  <a:pos x="123" y="114"/>
                </a:cxn>
                <a:cxn ang="0">
                  <a:pos x="54" y="100"/>
                </a:cxn>
                <a:cxn ang="0">
                  <a:pos x="50" y="190"/>
                </a:cxn>
                <a:cxn ang="0">
                  <a:pos x="79" y="120"/>
                </a:cxn>
                <a:cxn ang="0">
                  <a:pos x="30" y="137"/>
                </a:cxn>
                <a:cxn ang="0">
                  <a:pos x="92" y="84"/>
                </a:cxn>
                <a:cxn ang="0">
                  <a:pos x="78" y="37"/>
                </a:cxn>
                <a:cxn ang="0">
                  <a:pos x="51" y="190"/>
                </a:cxn>
                <a:cxn ang="0">
                  <a:pos x="1" y="230"/>
                </a:cxn>
                <a:cxn ang="0">
                  <a:pos x="54" y="165"/>
                </a:cxn>
              </a:cxnLst>
              <a:rect l="0" t="0" r="r" b="b"/>
              <a:pathLst>
                <a:path w="295" h="233">
                  <a:moveTo>
                    <a:pt x="26" y="120"/>
                  </a:moveTo>
                  <a:cubicBezTo>
                    <a:pt x="26" y="120"/>
                    <a:pt x="26" y="119"/>
                    <a:pt x="26" y="119"/>
                  </a:cubicBezTo>
                  <a:cubicBezTo>
                    <a:pt x="26" y="119"/>
                    <a:pt x="26" y="119"/>
                    <a:pt x="27" y="119"/>
                  </a:cubicBezTo>
                  <a:cubicBezTo>
                    <a:pt x="27" y="118"/>
                    <a:pt x="27" y="118"/>
                    <a:pt x="27" y="118"/>
                  </a:cubicBezTo>
                  <a:cubicBezTo>
                    <a:pt x="27" y="118"/>
                    <a:pt x="28" y="119"/>
                    <a:pt x="27" y="119"/>
                  </a:cubicBezTo>
                  <a:cubicBezTo>
                    <a:pt x="28" y="119"/>
                    <a:pt x="27" y="120"/>
                    <a:pt x="27" y="121"/>
                  </a:cubicBezTo>
                  <a:cubicBezTo>
                    <a:pt x="27" y="121"/>
                    <a:pt x="28" y="121"/>
                    <a:pt x="28" y="122"/>
                  </a:cubicBezTo>
                  <a:cubicBezTo>
                    <a:pt x="28" y="122"/>
                    <a:pt x="28" y="122"/>
                    <a:pt x="27" y="122"/>
                  </a:cubicBezTo>
                  <a:cubicBezTo>
                    <a:pt x="27" y="122"/>
                    <a:pt x="27" y="122"/>
                    <a:pt x="28" y="122"/>
                  </a:cubicBezTo>
                  <a:cubicBezTo>
                    <a:pt x="28" y="122"/>
                    <a:pt x="27" y="121"/>
                    <a:pt x="27" y="121"/>
                  </a:cubicBezTo>
                  <a:cubicBezTo>
                    <a:pt x="27" y="121"/>
                    <a:pt x="27" y="122"/>
                    <a:pt x="26" y="122"/>
                  </a:cubicBezTo>
                  <a:cubicBezTo>
                    <a:pt x="27" y="121"/>
                    <a:pt x="26" y="121"/>
                    <a:pt x="27" y="121"/>
                  </a:cubicBezTo>
                  <a:cubicBezTo>
                    <a:pt x="26" y="121"/>
                    <a:pt x="26" y="120"/>
                    <a:pt x="26" y="120"/>
                  </a:cubicBezTo>
                  <a:close/>
                  <a:moveTo>
                    <a:pt x="28" y="123"/>
                  </a:moveTo>
                  <a:cubicBezTo>
                    <a:pt x="28" y="122"/>
                    <a:pt x="27" y="122"/>
                    <a:pt x="27" y="122"/>
                  </a:cubicBezTo>
                  <a:cubicBezTo>
                    <a:pt x="27" y="122"/>
                    <a:pt x="26" y="122"/>
                    <a:pt x="26" y="122"/>
                  </a:cubicBezTo>
                  <a:cubicBezTo>
                    <a:pt x="26" y="123"/>
                    <a:pt x="27" y="123"/>
                    <a:pt x="27" y="123"/>
                  </a:cubicBezTo>
                  <a:cubicBezTo>
                    <a:pt x="27" y="123"/>
                    <a:pt x="27" y="125"/>
                    <a:pt x="28" y="125"/>
                  </a:cubicBezTo>
                  <a:cubicBezTo>
                    <a:pt x="28" y="124"/>
                    <a:pt x="28" y="123"/>
                    <a:pt x="28" y="123"/>
                  </a:cubicBezTo>
                  <a:close/>
                  <a:moveTo>
                    <a:pt x="13" y="231"/>
                  </a:moveTo>
                  <a:cubicBezTo>
                    <a:pt x="12" y="231"/>
                    <a:pt x="12" y="230"/>
                    <a:pt x="11" y="231"/>
                  </a:cubicBezTo>
                  <a:cubicBezTo>
                    <a:pt x="11" y="231"/>
                    <a:pt x="13" y="233"/>
                    <a:pt x="13" y="232"/>
                  </a:cubicBezTo>
                  <a:cubicBezTo>
                    <a:pt x="13" y="231"/>
                    <a:pt x="13" y="231"/>
                    <a:pt x="13" y="230"/>
                  </a:cubicBezTo>
                  <a:cubicBezTo>
                    <a:pt x="13" y="230"/>
                    <a:pt x="14" y="229"/>
                    <a:pt x="13" y="229"/>
                  </a:cubicBezTo>
                  <a:cubicBezTo>
                    <a:pt x="13" y="229"/>
                    <a:pt x="13" y="230"/>
                    <a:pt x="13" y="231"/>
                  </a:cubicBezTo>
                  <a:close/>
                  <a:moveTo>
                    <a:pt x="56" y="188"/>
                  </a:moveTo>
                  <a:cubicBezTo>
                    <a:pt x="57" y="187"/>
                    <a:pt x="55" y="188"/>
                    <a:pt x="56" y="188"/>
                  </a:cubicBezTo>
                  <a:close/>
                  <a:moveTo>
                    <a:pt x="76" y="216"/>
                  </a:moveTo>
                  <a:cubicBezTo>
                    <a:pt x="76" y="215"/>
                    <a:pt x="76" y="215"/>
                    <a:pt x="75" y="215"/>
                  </a:cubicBezTo>
                  <a:cubicBezTo>
                    <a:pt x="75" y="215"/>
                    <a:pt x="75" y="216"/>
                    <a:pt x="76" y="216"/>
                  </a:cubicBezTo>
                  <a:close/>
                  <a:moveTo>
                    <a:pt x="44" y="204"/>
                  </a:moveTo>
                  <a:cubicBezTo>
                    <a:pt x="45" y="205"/>
                    <a:pt x="44" y="206"/>
                    <a:pt x="43" y="207"/>
                  </a:cubicBezTo>
                  <a:cubicBezTo>
                    <a:pt x="43" y="207"/>
                    <a:pt x="42" y="205"/>
                    <a:pt x="41" y="206"/>
                  </a:cubicBezTo>
                  <a:cubicBezTo>
                    <a:pt x="41" y="206"/>
                    <a:pt x="42" y="207"/>
                    <a:pt x="42" y="207"/>
                  </a:cubicBezTo>
                  <a:cubicBezTo>
                    <a:pt x="42" y="207"/>
                    <a:pt x="43" y="207"/>
                    <a:pt x="43" y="207"/>
                  </a:cubicBezTo>
                  <a:cubicBezTo>
                    <a:pt x="42" y="208"/>
                    <a:pt x="42" y="208"/>
                    <a:pt x="42" y="208"/>
                  </a:cubicBezTo>
                  <a:cubicBezTo>
                    <a:pt x="42" y="209"/>
                    <a:pt x="41" y="209"/>
                    <a:pt x="41" y="209"/>
                  </a:cubicBezTo>
                  <a:cubicBezTo>
                    <a:pt x="40" y="209"/>
                    <a:pt x="41" y="210"/>
                    <a:pt x="41" y="211"/>
                  </a:cubicBezTo>
                  <a:cubicBezTo>
                    <a:pt x="41" y="211"/>
                    <a:pt x="40" y="212"/>
                    <a:pt x="41" y="213"/>
                  </a:cubicBezTo>
                  <a:cubicBezTo>
                    <a:pt x="41" y="213"/>
                    <a:pt x="43" y="212"/>
                    <a:pt x="42" y="212"/>
                  </a:cubicBezTo>
                  <a:cubicBezTo>
                    <a:pt x="42" y="211"/>
                    <a:pt x="42" y="212"/>
                    <a:pt x="42" y="211"/>
                  </a:cubicBezTo>
                  <a:cubicBezTo>
                    <a:pt x="42" y="211"/>
                    <a:pt x="42" y="210"/>
                    <a:pt x="42" y="210"/>
                  </a:cubicBezTo>
                  <a:cubicBezTo>
                    <a:pt x="42" y="210"/>
                    <a:pt x="43" y="210"/>
                    <a:pt x="43" y="210"/>
                  </a:cubicBezTo>
                  <a:cubicBezTo>
                    <a:pt x="43" y="210"/>
                    <a:pt x="42" y="209"/>
                    <a:pt x="42" y="209"/>
                  </a:cubicBezTo>
                  <a:cubicBezTo>
                    <a:pt x="43" y="208"/>
                    <a:pt x="43" y="208"/>
                    <a:pt x="44" y="208"/>
                  </a:cubicBezTo>
                  <a:cubicBezTo>
                    <a:pt x="44" y="207"/>
                    <a:pt x="44" y="207"/>
                    <a:pt x="44" y="207"/>
                  </a:cubicBezTo>
                  <a:cubicBezTo>
                    <a:pt x="44" y="207"/>
                    <a:pt x="45" y="207"/>
                    <a:pt x="45" y="206"/>
                  </a:cubicBezTo>
                  <a:cubicBezTo>
                    <a:pt x="46" y="206"/>
                    <a:pt x="45" y="204"/>
                    <a:pt x="44" y="204"/>
                  </a:cubicBezTo>
                  <a:close/>
                  <a:moveTo>
                    <a:pt x="29" y="139"/>
                  </a:moveTo>
                  <a:cubicBezTo>
                    <a:pt x="29" y="139"/>
                    <a:pt x="28" y="139"/>
                    <a:pt x="28" y="139"/>
                  </a:cubicBezTo>
                  <a:cubicBezTo>
                    <a:pt x="28" y="139"/>
                    <a:pt x="28" y="140"/>
                    <a:pt x="28" y="140"/>
                  </a:cubicBezTo>
                  <a:cubicBezTo>
                    <a:pt x="28" y="140"/>
                    <a:pt x="28" y="140"/>
                    <a:pt x="28" y="141"/>
                  </a:cubicBezTo>
                  <a:cubicBezTo>
                    <a:pt x="28" y="140"/>
                    <a:pt x="28" y="140"/>
                    <a:pt x="28" y="140"/>
                  </a:cubicBezTo>
                  <a:cubicBezTo>
                    <a:pt x="28" y="141"/>
                    <a:pt x="29" y="141"/>
                    <a:pt x="29" y="141"/>
                  </a:cubicBezTo>
                  <a:cubicBezTo>
                    <a:pt x="30" y="141"/>
                    <a:pt x="29" y="140"/>
                    <a:pt x="30" y="140"/>
                  </a:cubicBezTo>
                  <a:cubicBezTo>
                    <a:pt x="30" y="140"/>
                    <a:pt x="30" y="140"/>
                    <a:pt x="31" y="140"/>
                  </a:cubicBezTo>
                  <a:cubicBezTo>
                    <a:pt x="30" y="140"/>
                    <a:pt x="29" y="139"/>
                    <a:pt x="29" y="139"/>
                  </a:cubicBezTo>
                  <a:close/>
                  <a:moveTo>
                    <a:pt x="42" y="145"/>
                  </a:moveTo>
                  <a:cubicBezTo>
                    <a:pt x="43" y="145"/>
                    <a:pt x="42" y="145"/>
                    <a:pt x="43" y="145"/>
                  </a:cubicBezTo>
                  <a:cubicBezTo>
                    <a:pt x="43" y="145"/>
                    <a:pt x="43" y="145"/>
                    <a:pt x="44" y="144"/>
                  </a:cubicBezTo>
                  <a:cubicBezTo>
                    <a:pt x="44" y="144"/>
                    <a:pt x="44" y="143"/>
                    <a:pt x="43" y="143"/>
                  </a:cubicBezTo>
                  <a:cubicBezTo>
                    <a:pt x="43" y="142"/>
                    <a:pt x="43" y="141"/>
                    <a:pt x="42" y="142"/>
                  </a:cubicBezTo>
                  <a:cubicBezTo>
                    <a:pt x="42" y="142"/>
                    <a:pt x="42" y="142"/>
                    <a:pt x="41" y="142"/>
                  </a:cubicBezTo>
                  <a:cubicBezTo>
                    <a:pt x="42" y="142"/>
                    <a:pt x="42" y="143"/>
                    <a:pt x="42" y="143"/>
                  </a:cubicBezTo>
                  <a:cubicBezTo>
                    <a:pt x="42" y="144"/>
                    <a:pt x="42" y="144"/>
                    <a:pt x="43" y="144"/>
                  </a:cubicBezTo>
                  <a:cubicBezTo>
                    <a:pt x="42" y="144"/>
                    <a:pt x="42" y="145"/>
                    <a:pt x="42" y="145"/>
                  </a:cubicBezTo>
                  <a:close/>
                  <a:moveTo>
                    <a:pt x="23" y="227"/>
                  </a:moveTo>
                  <a:cubicBezTo>
                    <a:pt x="23" y="227"/>
                    <a:pt x="22" y="226"/>
                    <a:pt x="22" y="226"/>
                  </a:cubicBezTo>
                  <a:cubicBezTo>
                    <a:pt x="22" y="226"/>
                    <a:pt x="22" y="226"/>
                    <a:pt x="22" y="226"/>
                  </a:cubicBezTo>
                  <a:cubicBezTo>
                    <a:pt x="22" y="227"/>
                    <a:pt x="21" y="228"/>
                    <a:pt x="23" y="228"/>
                  </a:cubicBezTo>
                  <a:cubicBezTo>
                    <a:pt x="23" y="227"/>
                    <a:pt x="24" y="227"/>
                    <a:pt x="23" y="227"/>
                  </a:cubicBezTo>
                  <a:close/>
                  <a:moveTo>
                    <a:pt x="118" y="117"/>
                  </a:moveTo>
                  <a:cubicBezTo>
                    <a:pt x="117" y="117"/>
                    <a:pt x="118" y="118"/>
                    <a:pt x="118" y="118"/>
                  </a:cubicBezTo>
                  <a:cubicBezTo>
                    <a:pt x="119" y="118"/>
                    <a:pt x="118" y="117"/>
                    <a:pt x="118" y="117"/>
                  </a:cubicBezTo>
                  <a:close/>
                  <a:moveTo>
                    <a:pt x="70" y="1"/>
                  </a:moveTo>
                  <a:cubicBezTo>
                    <a:pt x="70" y="1"/>
                    <a:pt x="69" y="1"/>
                    <a:pt x="69" y="1"/>
                  </a:cubicBezTo>
                  <a:cubicBezTo>
                    <a:pt x="69" y="1"/>
                    <a:pt x="69" y="1"/>
                    <a:pt x="69" y="0"/>
                  </a:cubicBezTo>
                  <a:cubicBezTo>
                    <a:pt x="69" y="1"/>
                    <a:pt x="70" y="2"/>
                    <a:pt x="71" y="3"/>
                  </a:cubicBezTo>
                  <a:cubicBezTo>
                    <a:pt x="71" y="2"/>
                    <a:pt x="70" y="2"/>
                    <a:pt x="70" y="1"/>
                  </a:cubicBezTo>
                  <a:close/>
                  <a:moveTo>
                    <a:pt x="76" y="4"/>
                  </a:moveTo>
                  <a:cubicBezTo>
                    <a:pt x="77" y="4"/>
                    <a:pt x="77" y="5"/>
                    <a:pt x="78" y="5"/>
                  </a:cubicBezTo>
                  <a:cubicBezTo>
                    <a:pt x="79" y="6"/>
                    <a:pt x="79" y="7"/>
                    <a:pt x="80" y="7"/>
                  </a:cubicBezTo>
                  <a:cubicBezTo>
                    <a:pt x="81" y="8"/>
                    <a:pt x="81" y="9"/>
                    <a:pt x="82" y="10"/>
                  </a:cubicBezTo>
                  <a:cubicBezTo>
                    <a:pt x="83" y="11"/>
                    <a:pt x="83" y="13"/>
                    <a:pt x="83" y="14"/>
                  </a:cubicBezTo>
                  <a:cubicBezTo>
                    <a:pt x="84" y="15"/>
                    <a:pt x="86" y="17"/>
                    <a:pt x="85" y="18"/>
                  </a:cubicBezTo>
                  <a:cubicBezTo>
                    <a:pt x="85" y="18"/>
                    <a:pt x="84" y="18"/>
                    <a:pt x="84" y="19"/>
                  </a:cubicBezTo>
                  <a:cubicBezTo>
                    <a:pt x="84" y="20"/>
                    <a:pt x="85" y="20"/>
                    <a:pt x="85" y="21"/>
                  </a:cubicBezTo>
                  <a:cubicBezTo>
                    <a:pt x="85" y="21"/>
                    <a:pt x="85" y="22"/>
                    <a:pt x="86" y="22"/>
                  </a:cubicBezTo>
                  <a:cubicBezTo>
                    <a:pt x="87" y="23"/>
                    <a:pt x="87" y="23"/>
                    <a:pt x="87" y="24"/>
                  </a:cubicBezTo>
                  <a:cubicBezTo>
                    <a:pt x="87" y="26"/>
                    <a:pt x="85" y="26"/>
                    <a:pt x="84" y="25"/>
                  </a:cubicBezTo>
                  <a:cubicBezTo>
                    <a:pt x="84" y="24"/>
                    <a:pt x="83" y="25"/>
                    <a:pt x="83" y="25"/>
                  </a:cubicBezTo>
                  <a:cubicBezTo>
                    <a:pt x="82" y="25"/>
                    <a:pt x="81" y="25"/>
                    <a:pt x="81" y="24"/>
                  </a:cubicBezTo>
                  <a:cubicBezTo>
                    <a:pt x="80" y="24"/>
                    <a:pt x="80" y="24"/>
                    <a:pt x="79" y="23"/>
                  </a:cubicBezTo>
                  <a:cubicBezTo>
                    <a:pt x="78" y="23"/>
                    <a:pt x="79" y="23"/>
                    <a:pt x="79" y="23"/>
                  </a:cubicBezTo>
                  <a:cubicBezTo>
                    <a:pt x="79" y="24"/>
                    <a:pt x="78" y="24"/>
                    <a:pt x="78" y="24"/>
                  </a:cubicBezTo>
                  <a:cubicBezTo>
                    <a:pt x="77" y="24"/>
                    <a:pt x="80" y="26"/>
                    <a:pt x="80" y="26"/>
                  </a:cubicBezTo>
                  <a:cubicBezTo>
                    <a:pt x="80" y="26"/>
                    <a:pt x="81" y="27"/>
                    <a:pt x="81" y="27"/>
                  </a:cubicBezTo>
                  <a:cubicBezTo>
                    <a:pt x="82" y="27"/>
                    <a:pt x="81" y="28"/>
                    <a:pt x="81" y="29"/>
                  </a:cubicBezTo>
                  <a:cubicBezTo>
                    <a:pt x="81" y="30"/>
                    <a:pt x="81" y="30"/>
                    <a:pt x="80" y="29"/>
                  </a:cubicBezTo>
                  <a:cubicBezTo>
                    <a:pt x="80" y="29"/>
                    <a:pt x="80" y="30"/>
                    <a:pt x="79" y="30"/>
                  </a:cubicBezTo>
                  <a:cubicBezTo>
                    <a:pt x="79" y="31"/>
                    <a:pt x="79" y="30"/>
                    <a:pt x="78" y="31"/>
                  </a:cubicBezTo>
                  <a:cubicBezTo>
                    <a:pt x="77" y="31"/>
                    <a:pt x="79" y="33"/>
                    <a:pt x="79" y="33"/>
                  </a:cubicBezTo>
                  <a:cubicBezTo>
                    <a:pt x="79" y="34"/>
                    <a:pt x="79" y="34"/>
                    <a:pt x="80" y="35"/>
                  </a:cubicBezTo>
                  <a:cubicBezTo>
                    <a:pt x="80" y="36"/>
                    <a:pt x="81" y="36"/>
                    <a:pt x="81" y="36"/>
                  </a:cubicBezTo>
                  <a:cubicBezTo>
                    <a:pt x="82" y="37"/>
                    <a:pt x="84" y="37"/>
                    <a:pt x="85" y="38"/>
                  </a:cubicBezTo>
                  <a:cubicBezTo>
                    <a:pt x="86" y="39"/>
                    <a:pt x="85" y="41"/>
                    <a:pt x="85" y="42"/>
                  </a:cubicBezTo>
                  <a:cubicBezTo>
                    <a:pt x="86" y="43"/>
                    <a:pt x="86" y="43"/>
                    <a:pt x="87" y="44"/>
                  </a:cubicBezTo>
                  <a:cubicBezTo>
                    <a:pt x="87" y="44"/>
                    <a:pt x="88" y="44"/>
                    <a:pt x="89" y="45"/>
                  </a:cubicBezTo>
                  <a:cubicBezTo>
                    <a:pt x="89" y="44"/>
                    <a:pt x="89" y="44"/>
                    <a:pt x="89" y="44"/>
                  </a:cubicBezTo>
                  <a:cubicBezTo>
                    <a:pt x="89" y="43"/>
                    <a:pt x="90" y="43"/>
                    <a:pt x="90" y="43"/>
                  </a:cubicBezTo>
                  <a:cubicBezTo>
                    <a:pt x="90" y="43"/>
                    <a:pt x="89" y="42"/>
                    <a:pt x="89" y="42"/>
                  </a:cubicBezTo>
                  <a:cubicBezTo>
                    <a:pt x="90" y="41"/>
                    <a:pt x="90" y="41"/>
                    <a:pt x="90" y="41"/>
                  </a:cubicBezTo>
                  <a:cubicBezTo>
                    <a:pt x="90" y="41"/>
                    <a:pt x="90" y="40"/>
                    <a:pt x="90" y="40"/>
                  </a:cubicBezTo>
                  <a:cubicBezTo>
                    <a:pt x="90" y="39"/>
                    <a:pt x="91" y="40"/>
                    <a:pt x="91" y="41"/>
                  </a:cubicBezTo>
                  <a:cubicBezTo>
                    <a:pt x="91" y="41"/>
                    <a:pt x="91" y="41"/>
                    <a:pt x="92" y="41"/>
                  </a:cubicBezTo>
                  <a:cubicBezTo>
                    <a:pt x="92" y="41"/>
                    <a:pt x="93" y="41"/>
                    <a:pt x="93" y="41"/>
                  </a:cubicBezTo>
                  <a:cubicBezTo>
                    <a:pt x="94" y="41"/>
                    <a:pt x="94" y="41"/>
                    <a:pt x="95" y="41"/>
                  </a:cubicBezTo>
                  <a:cubicBezTo>
                    <a:pt x="95" y="40"/>
                    <a:pt x="95" y="40"/>
                    <a:pt x="94" y="40"/>
                  </a:cubicBezTo>
                  <a:cubicBezTo>
                    <a:pt x="93" y="39"/>
                    <a:pt x="93" y="39"/>
                    <a:pt x="92" y="39"/>
                  </a:cubicBezTo>
                  <a:cubicBezTo>
                    <a:pt x="91" y="38"/>
                    <a:pt x="91" y="38"/>
                    <a:pt x="90" y="38"/>
                  </a:cubicBezTo>
                  <a:cubicBezTo>
                    <a:pt x="90" y="37"/>
                    <a:pt x="90" y="37"/>
                    <a:pt x="89" y="37"/>
                  </a:cubicBezTo>
                  <a:cubicBezTo>
                    <a:pt x="89" y="37"/>
                    <a:pt x="88" y="37"/>
                    <a:pt x="88" y="37"/>
                  </a:cubicBezTo>
                  <a:cubicBezTo>
                    <a:pt x="87" y="37"/>
                    <a:pt x="87" y="37"/>
                    <a:pt x="87" y="36"/>
                  </a:cubicBezTo>
                  <a:cubicBezTo>
                    <a:pt x="85" y="36"/>
                    <a:pt x="84" y="35"/>
                    <a:pt x="83" y="34"/>
                  </a:cubicBezTo>
                  <a:cubicBezTo>
                    <a:pt x="83" y="33"/>
                    <a:pt x="83" y="32"/>
                    <a:pt x="84" y="32"/>
                  </a:cubicBezTo>
                  <a:cubicBezTo>
                    <a:pt x="84" y="32"/>
                    <a:pt x="85" y="32"/>
                    <a:pt x="86" y="32"/>
                  </a:cubicBezTo>
                  <a:cubicBezTo>
                    <a:pt x="86" y="32"/>
                    <a:pt x="87" y="33"/>
                    <a:pt x="88" y="33"/>
                  </a:cubicBezTo>
                  <a:cubicBezTo>
                    <a:pt x="89" y="33"/>
                    <a:pt x="89" y="34"/>
                    <a:pt x="90" y="34"/>
                  </a:cubicBezTo>
                  <a:cubicBezTo>
                    <a:pt x="89" y="34"/>
                    <a:pt x="90" y="35"/>
                    <a:pt x="90" y="35"/>
                  </a:cubicBezTo>
                  <a:cubicBezTo>
                    <a:pt x="90" y="35"/>
                    <a:pt x="90" y="34"/>
                    <a:pt x="90" y="34"/>
                  </a:cubicBezTo>
                  <a:cubicBezTo>
                    <a:pt x="91" y="33"/>
                    <a:pt x="92" y="33"/>
                    <a:pt x="92" y="32"/>
                  </a:cubicBezTo>
                  <a:cubicBezTo>
                    <a:pt x="94" y="30"/>
                    <a:pt x="96" y="32"/>
                    <a:pt x="98" y="33"/>
                  </a:cubicBezTo>
                  <a:cubicBezTo>
                    <a:pt x="99" y="33"/>
                    <a:pt x="100" y="33"/>
                    <a:pt x="101" y="34"/>
                  </a:cubicBezTo>
                  <a:cubicBezTo>
                    <a:pt x="102" y="34"/>
                    <a:pt x="103" y="35"/>
                    <a:pt x="104" y="35"/>
                  </a:cubicBezTo>
                  <a:cubicBezTo>
                    <a:pt x="106" y="36"/>
                    <a:pt x="108" y="36"/>
                    <a:pt x="110" y="37"/>
                  </a:cubicBezTo>
                  <a:cubicBezTo>
                    <a:pt x="111" y="38"/>
                    <a:pt x="112" y="39"/>
                    <a:pt x="112" y="39"/>
                  </a:cubicBezTo>
                  <a:cubicBezTo>
                    <a:pt x="113" y="39"/>
                    <a:pt x="112" y="37"/>
                    <a:pt x="112" y="37"/>
                  </a:cubicBezTo>
                  <a:cubicBezTo>
                    <a:pt x="111" y="36"/>
                    <a:pt x="111" y="35"/>
                    <a:pt x="111" y="34"/>
                  </a:cubicBezTo>
                  <a:cubicBezTo>
                    <a:pt x="111" y="33"/>
                    <a:pt x="111" y="32"/>
                    <a:pt x="111" y="31"/>
                  </a:cubicBezTo>
                  <a:cubicBezTo>
                    <a:pt x="112" y="29"/>
                    <a:pt x="112" y="28"/>
                    <a:pt x="114" y="27"/>
                  </a:cubicBezTo>
                  <a:cubicBezTo>
                    <a:pt x="115" y="27"/>
                    <a:pt x="116" y="28"/>
                    <a:pt x="117" y="28"/>
                  </a:cubicBezTo>
                  <a:cubicBezTo>
                    <a:pt x="117" y="28"/>
                    <a:pt x="118" y="28"/>
                    <a:pt x="118" y="28"/>
                  </a:cubicBezTo>
                  <a:cubicBezTo>
                    <a:pt x="119" y="28"/>
                    <a:pt x="119" y="28"/>
                    <a:pt x="119" y="28"/>
                  </a:cubicBezTo>
                  <a:cubicBezTo>
                    <a:pt x="119" y="28"/>
                    <a:pt x="118" y="27"/>
                    <a:pt x="119" y="27"/>
                  </a:cubicBezTo>
                  <a:cubicBezTo>
                    <a:pt x="119" y="27"/>
                    <a:pt x="119" y="27"/>
                    <a:pt x="119" y="27"/>
                  </a:cubicBezTo>
                  <a:cubicBezTo>
                    <a:pt x="120" y="27"/>
                    <a:pt x="120" y="28"/>
                    <a:pt x="120" y="27"/>
                  </a:cubicBezTo>
                  <a:cubicBezTo>
                    <a:pt x="121" y="27"/>
                    <a:pt x="121" y="27"/>
                    <a:pt x="121" y="27"/>
                  </a:cubicBezTo>
                  <a:cubicBezTo>
                    <a:pt x="121" y="27"/>
                    <a:pt x="122" y="27"/>
                    <a:pt x="121" y="27"/>
                  </a:cubicBezTo>
                  <a:cubicBezTo>
                    <a:pt x="121" y="26"/>
                    <a:pt x="122" y="27"/>
                    <a:pt x="122" y="26"/>
                  </a:cubicBezTo>
                  <a:cubicBezTo>
                    <a:pt x="122" y="26"/>
                    <a:pt x="121" y="26"/>
                    <a:pt x="122" y="26"/>
                  </a:cubicBezTo>
                  <a:cubicBezTo>
                    <a:pt x="122" y="26"/>
                    <a:pt x="122" y="25"/>
                    <a:pt x="123" y="25"/>
                  </a:cubicBezTo>
                  <a:cubicBezTo>
                    <a:pt x="123" y="25"/>
                    <a:pt x="124" y="25"/>
                    <a:pt x="124" y="25"/>
                  </a:cubicBezTo>
                  <a:cubicBezTo>
                    <a:pt x="123" y="24"/>
                    <a:pt x="125" y="24"/>
                    <a:pt x="125" y="23"/>
                  </a:cubicBezTo>
                  <a:cubicBezTo>
                    <a:pt x="126" y="23"/>
                    <a:pt x="124" y="23"/>
                    <a:pt x="124" y="23"/>
                  </a:cubicBezTo>
                  <a:cubicBezTo>
                    <a:pt x="123" y="24"/>
                    <a:pt x="123" y="24"/>
                    <a:pt x="124" y="25"/>
                  </a:cubicBezTo>
                  <a:cubicBezTo>
                    <a:pt x="123" y="25"/>
                    <a:pt x="122" y="24"/>
                    <a:pt x="121" y="24"/>
                  </a:cubicBezTo>
                  <a:cubicBezTo>
                    <a:pt x="120" y="23"/>
                    <a:pt x="122" y="24"/>
                    <a:pt x="122" y="24"/>
                  </a:cubicBezTo>
                  <a:cubicBezTo>
                    <a:pt x="122" y="23"/>
                    <a:pt x="121" y="23"/>
                    <a:pt x="120" y="23"/>
                  </a:cubicBezTo>
                  <a:cubicBezTo>
                    <a:pt x="120" y="22"/>
                    <a:pt x="119" y="21"/>
                    <a:pt x="118" y="21"/>
                  </a:cubicBezTo>
                  <a:cubicBezTo>
                    <a:pt x="119" y="21"/>
                    <a:pt x="120" y="21"/>
                    <a:pt x="120" y="21"/>
                  </a:cubicBezTo>
                  <a:cubicBezTo>
                    <a:pt x="120" y="21"/>
                    <a:pt x="120" y="21"/>
                    <a:pt x="120" y="21"/>
                  </a:cubicBezTo>
                  <a:cubicBezTo>
                    <a:pt x="120" y="22"/>
                    <a:pt x="120" y="21"/>
                    <a:pt x="120" y="21"/>
                  </a:cubicBezTo>
                  <a:cubicBezTo>
                    <a:pt x="120" y="21"/>
                    <a:pt x="119" y="21"/>
                    <a:pt x="119" y="21"/>
                  </a:cubicBezTo>
                  <a:cubicBezTo>
                    <a:pt x="117" y="20"/>
                    <a:pt x="116" y="19"/>
                    <a:pt x="116" y="18"/>
                  </a:cubicBezTo>
                  <a:cubicBezTo>
                    <a:pt x="116" y="17"/>
                    <a:pt x="115" y="16"/>
                    <a:pt x="116" y="16"/>
                  </a:cubicBezTo>
                  <a:cubicBezTo>
                    <a:pt x="116" y="16"/>
                    <a:pt x="116" y="15"/>
                    <a:pt x="116" y="15"/>
                  </a:cubicBezTo>
                  <a:cubicBezTo>
                    <a:pt x="115" y="15"/>
                    <a:pt x="115" y="15"/>
                    <a:pt x="116" y="14"/>
                  </a:cubicBezTo>
                  <a:cubicBezTo>
                    <a:pt x="116" y="13"/>
                    <a:pt x="114" y="12"/>
                    <a:pt x="114" y="14"/>
                  </a:cubicBezTo>
                  <a:cubicBezTo>
                    <a:pt x="114" y="14"/>
                    <a:pt x="114" y="15"/>
                    <a:pt x="113" y="15"/>
                  </a:cubicBezTo>
                  <a:cubicBezTo>
                    <a:pt x="113" y="16"/>
                    <a:pt x="113" y="17"/>
                    <a:pt x="113" y="17"/>
                  </a:cubicBezTo>
                  <a:cubicBezTo>
                    <a:pt x="112" y="18"/>
                    <a:pt x="110" y="17"/>
                    <a:pt x="109" y="17"/>
                  </a:cubicBezTo>
                  <a:cubicBezTo>
                    <a:pt x="108" y="17"/>
                    <a:pt x="108" y="16"/>
                    <a:pt x="107" y="16"/>
                  </a:cubicBezTo>
                  <a:cubicBezTo>
                    <a:pt x="107" y="16"/>
                    <a:pt x="106" y="15"/>
                    <a:pt x="106" y="15"/>
                  </a:cubicBezTo>
                  <a:cubicBezTo>
                    <a:pt x="106" y="16"/>
                    <a:pt x="107" y="17"/>
                    <a:pt x="106" y="16"/>
                  </a:cubicBezTo>
                  <a:cubicBezTo>
                    <a:pt x="105" y="15"/>
                    <a:pt x="106" y="15"/>
                    <a:pt x="106" y="15"/>
                  </a:cubicBezTo>
                  <a:cubicBezTo>
                    <a:pt x="106" y="15"/>
                    <a:pt x="105" y="15"/>
                    <a:pt x="105" y="15"/>
                  </a:cubicBezTo>
                  <a:cubicBezTo>
                    <a:pt x="104" y="15"/>
                    <a:pt x="104" y="15"/>
                    <a:pt x="104" y="15"/>
                  </a:cubicBezTo>
                  <a:cubicBezTo>
                    <a:pt x="103" y="15"/>
                    <a:pt x="102" y="15"/>
                    <a:pt x="101" y="14"/>
                  </a:cubicBezTo>
                  <a:cubicBezTo>
                    <a:pt x="101" y="14"/>
                    <a:pt x="102" y="14"/>
                    <a:pt x="102" y="14"/>
                  </a:cubicBezTo>
                  <a:cubicBezTo>
                    <a:pt x="101" y="14"/>
                    <a:pt x="100" y="14"/>
                    <a:pt x="99" y="14"/>
                  </a:cubicBezTo>
                  <a:cubicBezTo>
                    <a:pt x="98" y="13"/>
                    <a:pt x="98" y="13"/>
                    <a:pt x="97" y="12"/>
                  </a:cubicBezTo>
                  <a:cubicBezTo>
                    <a:pt x="95" y="11"/>
                    <a:pt x="93" y="10"/>
                    <a:pt x="91" y="9"/>
                  </a:cubicBezTo>
                  <a:cubicBezTo>
                    <a:pt x="87" y="7"/>
                    <a:pt x="84" y="4"/>
                    <a:pt x="80" y="2"/>
                  </a:cubicBezTo>
                  <a:cubicBezTo>
                    <a:pt x="79" y="1"/>
                    <a:pt x="78" y="1"/>
                    <a:pt x="77" y="0"/>
                  </a:cubicBezTo>
                  <a:cubicBezTo>
                    <a:pt x="77" y="0"/>
                    <a:pt x="77" y="0"/>
                    <a:pt x="77" y="1"/>
                  </a:cubicBezTo>
                  <a:cubicBezTo>
                    <a:pt x="77" y="1"/>
                    <a:pt x="76" y="1"/>
                    <a:pt x="75" y="1"/>
                  </a:cubicBezTo>
                  <a:cubicBezTo>
                    <a:pt x="75" y="1"/>
                    <a:pt x="75" y="1"/>
                    <a:pt x="75" y="1"/>
                  </a:cubicBezTo>
                  <a:cubicBezTo>
                    <a:pt x="75" y="1"/>
                    <a:pt x="75" y="1"/>
                    <a:pt x="75" y="1"/>
                  </a:cubicBezTo>
                  <a:cubicBezTo>
                    <a:pt x="76" y="2"/>
                    <a:pt x="75" y="3"/>
                    <a:pt x="76" y="4"/>
                  </a:cubicBezTo>
                  <a:close/>
                  <a:moveTo>
                    <a:pt x="59" y="137"/>
                  </a:moveTo>
                  <a:cubicBezTo>
                    <a:pt x="59" y="137"/>
                    <a:pt x="57" y="137"/>
                    <a:pt x="57" y="137"/>
                  </a:cubicBezTo>
                  <a:cubicBezTo>
                    <a:pt x="57" y="136"/>
                    <a:pt x="58" y="136"/>
                    <a:pt x="57" y="136"/>
                  </a:cubicBezTo>
                  <a:cubicBezTo>
                    <a:pt x="57" y="136"/>
                    <a:pt x="57" y="136"/>
                    <a:pt x="57" y="136"/>
                  </a:cubicBezTo>
                  <a:cubicBezTo>
                    <a:pt x="57" y="136"/>
                    <a:pt x="57" y="136"/>
                    <a:pt x="56" y="136"/>
                  </a:cubicBezTo>
                  <a:cubicBezTo>
                    <a:pt x="56" y="136"/>
                    <a:pt x="56" y="135"/>
                    <a:pt x="56" y="135"/>
                  </a:cubicBezTo>
                  <a:cubicBezTo>
                    <a:pt x="56" y="135"/>
                    <a:pt x="56" y="135"/>
                    <a:pt x="56" y="135"/>
                  </a:cubicBezTo>
                  <a:cubicBezTo>
                    <a:pt x="55" y="135"/>
                    <a:pt x="56" y="135"/>
                    <a:pt x="56" y="134"/>
                  </a:cubicBezTo>
                  <a:cubicBezTo>
                    <a:pt x="56" y="134"/>
                    <a:pt x="56" y="134"/>
                    <a:pt x="55" y="134"/>
                  </a:cubicBezTo>
                  <a:cubicBezTo>
                    <a:pt x="55" y="134"/>
                    <a:pt x="54" y="134"/>
                    <a:pt x="54" y="134"/>
                  </a:cubicBezTo>
                  <a:cubicBezTo>
                    <a:pt x="53" y="134"/>
                    <a:pt x="52" y="134"/>
                    <a:pt x="52" y="133"/>
                  </a:cubicBezTo>
                  <a:cubicBezTo>
                    <a:pt x="52" y="133"/>
                    <a:pt x="53" y="133"/>
                    <a:pt x="53" y="132"/>
                  </a:cubicBezTo>
                  <a:cubicBezTo>
                    <a:pt x="53" y="132"/>
                    <a:pt x="53" y="132"/>
                    <a:pt x="53" y="132"/>
                  </a:cubicBezTo>
                  <a:cubicBezTo>
                    <a:pt x="53" y="132"/>
                    <a:pt x="53" y="131"/>
                    <a:pt x="53" y="131"/>
                  </a:cubicBezTo>
                  <a:cubicBezTo>
                    <a:pt x="53" y="130"/>
                    <a:pt x="52" y="129"/>
                    <a:pt x="51" y="129"/>
                  </a:cubicBezTo>
                  <a:cubicBezTo>
                    <a:pt x="50" y="129"/>
                    <a:pt x="50" y="130"/>
                    <a:pt x="50" y="130"/>
                  </a:cubicBezTo>
                  <a:cubicBezTo>
                    <a:pt x="49" y="131"/>
                    <a:pt x="48" y="130"/>
                    <a:pt x="47" y="130"/>
                  </a:cubicBezTo>
                  <a:cubicBezTo>
                    <a:pt x="46" y="130"/>
                    <a:pt x="46" y="129"/>
                    <a:pt x="45" y="129"/>
                  </a:cubicBezTo>
                  <a:cubicBezTo>
                    <a:pt x="45" y="128"/>
                    <a:pt x="45" y="127"/>
                    <a:pt x="45" y="126"/>
                  </a:cubicBezTo>
                  <a:cubicBezTo>
                    <a:pt x="44" y="126"/>
                    <a:pt x="44" y="127"/>
                    <a:pt x="44" y="127"/>
                  </a:cubicBezTo>
                  <a:cubicBezTo>
                    <a:pt x="44" y="127"/>
                    <a:pt x="42" y="126"/>
                    <a:pt x="42" y="126"/>
                  </a:cubicBezTo>
                  <a:cubicBezTo>
                    <a:pt x="41" y="126"/>
                    <a:pt x="42" y="127"/>
                    <a:pt x="41" y="127"/>
                  </a:cubicBezTo>
                  <a:cubicBezTo>
                    <a:pt x="41" y="127"/>
                    <a:pt x="41" y="127"/>
                    <a:pt x="41" y="127"/>
                  </a:cubicBezTo>
                  <a:cubicBezTo>
                    <a:pt x="40" y="127"/>
                    <a:pt x="40" y="128"/>
                    <a:pt x="40" y="128"/>
                  </a:cubicBezTo>
                  <a:cubicBezTo>
                    <a:pt x="41" y="129"/>
                    <a:pt x="40" y="129"/>
                    <a:pt x="40" y="129"/>
                  </a:cubicBezTo>
                  <a:cubicBezTo>
                    <a:pt x="40" y="130"/>
                    <a:pt x="41" y="129"/>
                    <a:pt x="40" y="130"/>
                  </a:cubicBezTo>
                  <a:cubicBezTo>
                    <a:pt x="40" y="131"/>
                    <a:pt x="39" y="130"/>
                    <a:pt x="39" y="130"/>
                  </a:cubicBezTo>
                  <a:cubicBezTo>
                    <a:pt x="38" y="130"/>
                    <a:pt x="38" y="130"/>
                    <a:pt x="38" y="130"/>
                  </a:cubicBezTo>
                  <a:cubicBezTo>
                    <a:pt x="38" y="130"/>
                    <a:pt x="38" y="131"/>
                    <a:pt x="38" y="131"/>
                  </a:cubicBezTo>
                  <a:cubicBezTo>
                    <a:pt x="39" y="131"/>
                    <a:pt x="38" y="131"/>
                    <a:pt x="38" y="132"/>
                  </a:cubicBezTo>
                  <a:cubicBezTo>
                    <a:pt x="37" y="132"/>
                    <a:pt x="37" y="131"/>
                    <a:pt x="37" y="131"/>
                  </a:cubicBezTo>
                  <a:cubicBezTo>
                    <a:pt x="37" y="131"/>
                    <a:pt x="36" y="131"/>
                    <a:pt x="36" y="131"/>
                  </a:cubicBezTo>
                  <a:cubicBezTo>
                    <a:pt x="36" y="131"/>
                    <a:pt x="36" y="132"/>
                    <a:pt x="36" y="132"/>
                  </a:cubicBezTo>
                  <a:cubicBezTo>
                    <a:pt x="36" y="132"/>
                    <a:pt x="36" y="131"/>
                    <a:pt x="36" y="131"/>
                  </a:cubicBezTo>
                  <a:cubicBezTo>
                    <a:pt x="35" y="131"/>
                    <a:pt x="36" y="132"/>
                    <a:pt x="36" y="132"/>
                  </a:cubicBezTo>
                  <a:cubicBezTo>
                    <a:pt x="37" y="133"/>
                    <a:pt x="37" y="133"/>
                    <a:pt x="37" y="133"/>
                  </a:cubicBezTo>
                  <a:cubicBezTo>
                    <a:pt x="36" y="133"/>
                    <a:pt x="36" y="133"/>
                    <a:pt x="35" y="133"/>
                  </a:cubicBezTo>
                  <a:cubicBezTo>
                    <a:pt x="35" y="133"/>
                    <a:pt x="35" y="133"/>
                    <a:pt x="35" y="133"/>
                  </a:cubicBezTo>
                  <a:cubicBezTo>
                    <a:pt x="35" y="133"/>
                    <a:pt x="35" y="133"/>
                    <a:pt x="35" y="133"/>
                  </a:cubicBezTo>
                  <a:cubicBezTo>
                    <a:pt x="35" y="133"/>
                    <a:pt x="34" y="133"/>
                    <a:pt x="34" y="133"/>
                  </a:cubicBezTo>
                  <a:cubicBezTo>
                    <a:pt x="34" y="133"/>
                    <a:pt x="34" y="134"/>
                    <a:pt x="35" y="134"/>
                  </a:cubicBezTo>
                  <a:cubicBezTo>
                    <a:pt x="35" y="135"/>
                    <a:pt x="35" y="135"/>
                    <a:pt x="36" y="135"/>
                  </a:cubicBezTo>
                  <a:cubicBezTo>
                    <a:pt x="36" y="136"/>
                    <a:pt x="36" y="135"/>
                    <a:pt x="36" y="135"/>
                  </a:cubicBezTo>
                  <a:cubicBezTo>
                    <a:pt x="36" y="135"/>
                    <a:pt x="37" y="135"/>
                    <a:pt x="37" y="135"/>
                  </a:cubicBezTo>
                  <a:cubicBezTo>
                    <a:pt x="37" y="135"/>
                    <a:pt x="36" y="136"/>
                    <a:pt x="37" y="136"/>
                  </a:cubicBezTo>
                  <a:cubicBezTo>
                    <a:pt x="37" y="136"/>
                    <a:pt x="38" y="136"/>
                    <a:pt x="38" y="136"/>
                  </a:cubicBezTo>
                  <a:cubicBezTo>
                    <a:pt x="38" y="136"/>
                    <a:pt x="39" y="137"/>
                    <a:pt x="39" y="137"/>
                  </a:cubicBezTo>
                  <a:cubicBezTo>
                    <a:pt x="39" y="138"/>
                    <a:pt x="39" y="138"/>
                    <a:pt x="40" y="138"/>
                  </a:cubicBezTo>
                  <a:cubicBezTo>
                    <a:pt x="40" y="138"/>
                    <a:pt x="39" y="138"/>
                    <a:pt x="39" y="138"/>
                  </a:cubicBezTo>
                  <a:cubicBezTo>
                    <a:pt x="38" y="139"/>
                    <a:pt x="38" y="138"/>
                    <a:pt x="38" y="137"/>
                  </a:cubicBezTo>
                  <a:cubicBezTo>
                    <a:pt x="38" y="137"/>
                    <a:pt x="38" y="138"/>
                    <a:pt x="38" y="138"/>
                  </a:cubicBezTo>
                  <a:cubicBezTo>
                    <a:pt x="38" y="137"/>
                    <a:pt x="37" y="136"/>
                    <a:pt x="37" y="137"/>
                  </a:cubicBezTo>
                  <a:cubicBezTo>
                    <a:pt x="37" y="136"/>
                    <a:pt x="37" y="136"/>
                    <a:pt x="36" y="136"/>
                  </a:cubicBezTo>
                  <a:cubicBezTo>
                    <a:pt x="36" y="136"/>
                    <a:pt x="36" y="136"/>
                    <a:pt x="36" y="137"/>
                  </a:cubicBezTo>
                  <a:cubicBezTo>
                    <a:pt x="36" y="138"/>
                    <a:pt x="38" y="139"/>
                    <a:pt x="39" y="139"/>
                  </a:cubicBezTo>
                  <a:cubicBezTo>
                    <a:pt x="39" y="140"/>
                    <a:pt x="39" y="140"/>
                    <a:pt x="39" y="141"/>
                  </a:cubicBezTo>
                  <a:cubicBezTo>
                    <a:pt x="39" y="141"/>
                    <a:pt x="39" y="142"/>
                    <a:pt x="39" y="141"/>
                  </a:cubicBezTo>
                  <a:cubicBezTo>
                    <a:pt x="40" y="141"/>
                    <a:pt x="40" y="140"/>
                    <a:pt x="40" y="140"/>
                  </a:cubicBezTo>
                  <a:cubicBezTo>
                    <a:pt x="40" y="139"/>
                    <a:pt x="41" y="139"/>
                    <a:pt x="41" y="139"/>
                  </a:cubicBezTo>
                  <a:cubicBezTo>
                    <a:pt x="42" y="139"/>
                    <a:pt x="42" y="139"/>
                    <a:pt x="42" y="140"/>
                  </a:cubicBezTo>
                  <a:cubicBezTo>
                    <a:pt x="42" y="140"/>
                    <a:pt x="42" y="141"/>
                    <a:pt x="42" y="141"/>
                  </a:cubicBezTo>
                  <a:cubicBezTo>
                    <a:pt x="43" y="141"/>
                    <a:pt x="44" y="140"/>
                    <a:pt x="44" y="140"/>
                  </a:cubicBezTo>
                  <a:cubicBezTo>
                    <a:pt x="44" y="140"/>
                    <a:pt x="44" y="139"/>
                    <a:pt x="43" y="139"/>
                  </a:cubicBezTo>
                  <a:cubicBezTo>
                    <a:pt x="43" y="138"/>
                    <a:pt x="42" y="138"/>
                    <a:pt x="42" y="138"/>
                  </a:cubicBezTo>
                  <a:cubicBezTo>
                    <a:pt x="42" y="138"/>
                    <a:pt x="40" y="138"/>
                    <a:pt x="41" y="138"/>
                  </a:cubicBezTo>
                  <a:cubicBezTo>
                    <a:pt x="41" y="138"/>
                    <a:pt x="42" y="137"/>
                    <a:pt x="41" y="137"/>
                  </a:cubicBezTo>
                  <a:cubicBezTo>
                    <a:pt x="41" y="136"/>
                    <a:pt x="40" y="136"/>
                    <a:pt x="40" y="135"/>
                  </a:cubicBezTo>
                  <a:cubicBezTo>
                    <a:pt x="40" y="136"/>
                    <a:pt x="40" y="134"/>
                    <a:pt x="41" y="135"/>
                  </a:cubicBezTo>
                  <a:cubicBezTo>
                    <a:pt x="42" y="135"/>
                    <a:pt x="43" y="135"/>
                    <a:pt x="43" y="136"/>
                  </a:cubicBezTo>
                  <a:cubicBezTo>
                    <a:pt x="43" y="137"/>
                    <a:pt x="44" y="138"/>
                    <a:pt x="45" y="138"/>
                  </a:cubicBezTo>
                  <a:cubicBezTo>
                    <a:pt x="45" y="139"/>
                    <a:pt x="46" y="139"/>
                    <a:pt x="46" y="140"/>
                  </a:cubicBezTo>
                  <a:cubicBezTo>
                    <a:pt x="46" y="140"/>
                    <a:pt x="45" y="141"/>
                    <a:pt x="45" y="141"/>
                  </a:cubicBezTo>
                  <a:cubicBezTo>
                    <a:pt x="45" y="141"/>
                    <a:pt x="46" y="141"/>
                    <a:pt x="46" y="141"/>
                  </a:cubicBezTo>
                  <a:cubicBezTo>
                    <a:pt x="47" y="141"/>
                    <a:pt x="47" y="141"/>
                    <a:pt x="47" y="141"/>
                  </a:cubicBezTo>
                  <a:cubicBezTo>
                    <a:pt x="46" y="142"/>
                    <a:pt x="46" y="142"/>
                    <a:pt x="47" y="142"/>
                  </a:cubicBezTo>
                  <a:cubicBezTo>
                    <a:pt x="46" y="142"/>
                    <a:pt x="47" y="143"/>
                    <a:pt x="47" y="143"/>
                  </a:cubicBezTo>
                  <a:cubicBezTo>
                    <a:pt x="47" y="143"/>
                    <a:pt x="47" y="144"/>
                    <a:pt x="46" y="144"/>
                  </a:cubicBezTo>
                  <a:cubicBezTo>
                    <a:pt x="46" y="145"/>
                    <a:pt x="46" y="145"/>
                    <a:pt x="46" y="146"/>
                  </a:cubicBezTo>
                  <a:cubicBezTo>
                    <a:pt x="46" y="147"/>
                    <a:pt x="45" y="146"/>
                    <a:pt x="45" y="146"/>
                  </a:cubicBezTo>
                  <a:cubicBezTo>
                    <a:pt x="45" y="146"/>
                    <a:pt x="45" y="148"/>
                    <a:pt x="45" y="148"/>
                  </a:cubicBezTo>
                  <a:cubicBezTo>
                    <a:pt x="46" y="148"/>
                    <a:pt x="46" y="149"/>
                    <a:pt x="46" y="150"/>
                  </a:cubicBezTo>
                  <a:cubicBezTo>
                    <a:pt x="46" y="149"/>
                    <a:pt x="46" y="150"/>
                    <a:pt x="46" y="150"/>
                  </a:cubicBezTo>
                  <a:cubicBezTo>
                    <a:pt x="46" y="150"/>
                    <a:pt x="46" y="150"/>
                    <a:pt x="47" y="151"/>
                  </a:cubicBezTo>
                  <a:cubicBezTo>
                    <a:pt x="47" y="151"/>
                    <a:pt x="48" y="151"/>
                    <a:pt x="48" y="152"/>
                  </a:cubicBezTo>
                  <a:cubicBezTo>
                    <a:pt x="48" y="153"/>
                    <a:pt x="48" y="153"/>
                    <a:pt x="48" y="154"/>
                  </a:cubicBezTo>
                  <a:cubicBezTo>
                    <a:pt x="48" y="154"/>
                    <a:pt x="47" y="154"/>
                    <a:pt x="47" y="154"/>
                  </a:cubicBezTo>
                  <a:cubicBezTo>
                    <a:pt x="47" y="155"/>
                    <a:pt x="48" y="155"/>
                    <a:pt x="48" y="156"/>
                  </a:cubicBezTo>
                  <a:cubicBezTo>
                    <a:pt x="49" y="156"/>
                    <a:pt x="50" y="156"/>
                    <a:pt x="50" y="156"/>
                  </a:cubicBezTo>
                  <a:cubicBezTo>
                    <a:pt x="51" y="156"/>
                    <a:pt x="52" y="157"/>
                    <a:pt x="52" y="156"/>
                  </a:cubicBezTo>
                  <a:cubicBezTo>
                    <a:pt x="53" y="156"/>
                    <a:pt x="52" y="155"/>
                    <a:pt x="51" y="155"/>
                  </a:cubicBezTo>
                  <a:cubicBezTo>
                    <a:pt x="51" y="154"/>
                    <a:pt x="50" y="154"/>
                    <a:pt x="50" y="153"/>
                  </a:cubicBezTo>
                  <a:cubicBezTo>
                    <a:pt x="50" y="152"/>
                    <a:pt x="50" y="151"/>
                    <a:pt x="50" y="151"/>
                  </a:cubicBezTo>
                  <a:cubicBezTo>
                    <a:pt x="51" y="150"/>
                    <a:pt x="52" y="151"/>
                    <a:pt x="52" y="151"/>
                  </a:cubicBezTo>
                  <a:cubicBezTo>
                    <a:pt x="52" y="151"/>
                    <a:pt x="52" y="153"/>
                    <a:pt x="52" y="152"/>
                  </a:cubicBezTo>
                  <a:cubicBezTo>
                    <a:pt x="51" y="152"/>
                    <a:pt x="51" y="152"/>
                    <a:pt x="51" y="152"/>
                  </a:cubicBezTo>
                  <a:cubicBezTo>
                    <a:pt x="50" y="152"/>
                    <a:pt x="51" y="152"/>
                    <a:pt x="51" y="153"/>
                  </a:cubicBezTo>
                  <a:cubicBezTo>
                    <a:pt x="52" y="153"/>
                    <a:pt x="52" y="153"/>
                    <a:pt x="52" y="154"/>
                  </a:cubicBezTo>
                  <a:cubicBezTo>
                    <a:pt x="53" y="154"/>
                    <a:pt x="53" y="155"/>
                    <a:pt x="53" y="155"/>
                  </a:cubicBezTo>
                  <a:cubicBezTo>
                    <a:pt x="54" y="156"/>
                    <a:pt x="54" y="157"/>
                    <a:pt x="53" y="158"/>
                  </a:cubicBezTo>
                  <a:cubicBezTo>
                    <a:pt x="53" y="158"/>
                    <a:pt x="53" y="159"/>
                    <a:pt x="54" y="158"/>
                  </a:cubicBezTo>
                  <a:cubicBezTo>
                    <a:pt x="54" y="158"/>
                    <a:pt x="55" y="158"/>
                    <a:pt x="56" y="157"/>
                  </a:cubicBezTo>
                  <a:cubicBezTo>
                    <a:pt x="56" y="157"/>
                    <a:pt x="56" y="156"/>
                    <a:pt x="56" y="156"/>
                  </a:cubicBezTo>
                  <a:cubicBezTo>
                    <a:pt x="56" y="156"/>
                    <a:pt x="56" y="156"/>
                    <a:pt x="57" y="156"/>
                  </a:cubicBezTo>
                  <a:cubicBezTo>
                    <a:pt x="56" y="156"/>
                    <a:pt x="56" y="155"/>
                    <a:pt x="56" y="155"/>
                  </a:cubicBezTo>
                  <a:cubicBezTo>
                    <a:pt x="55" y="155"/>
                    <a:pt x="55" y="154"/>
                    <a:pt x="56" y="154"/>
                  </a:cubicBezTo>
                  <a:cubicBezTo>
                    <a:pt x="56" y="153"/>
                    <a:pt x="57" y="154"/>
                    <a:pt x="57" y="154"/>
                  </a:cubicBezTo>
                  <a:cubicBezTo>
                    <a:pt x="57" y="154"/>
                    <a:pt x="58" y="155"/>
                    <a:pt x="58" y="154"/>
                  </a:cubicBezTo>
                  <a:cubicBezTo>
                    <a:pt x="58" y="154"/>
                    <a:pt x="58" y="154"/>
                    <a:pt x="58" y="153"/>
                  </a:cubicBezTo>
                  <a:cubicBezTo>
                    <a:pt x="58" y="153"/>
                    <a:pt x="58" y="153"/>
                    <a:pt x="58" y="152"/>
                  </a:cubicBezTo>
                  <a:cubicBezTo>
                    <a:pt x="58" y="151"/>
                    <a:pt x="58" y="150"/>
                    <a:pt x="57" y="149"/>
                  </a:cubicBezTo>
                  <a:cubicBezTo>
                    <a:pt x="57" y="149"/>
                    <a:pt x="57" y="148"/>
                    <a:pt x="57" y="147"/>
                  </a:cubicBezTo>
                  <a:cubicBezTo>
                    <a:pt x="57" y="147"/>
                    <a:pt x="57" y="146"/>
                    <a:pt x="57" y="145"/>
                  </a:cubicBezTo>
                  <a:cubicBezTo>
                    <a:pt x="57" y="145"/>
                    <a:pt x="57" y="144"/>
                    <a:pt x="57" y="143"/>
                  </a:cubicBezTo>
                  <a:cubicBezTo>
                    <a:pt x="57" y="143"/>
                    <a:pt x="57" y="143"/>
                    <a:pt x="57" y="142"/>
                  </a:cubicBezTo>
                  <a:cubicBezTo>
                    <a:pt x="57" y="143"/>
                    <a:pt x="58" y="142"/>
                    <a:pt x="57" y="142"/>
                  </a:cubicBezTo>
                  <a:cubicBezTo>
                    <a:pt x="57" y="142"/>
                    <a:pt x="57" y="142"/>
                    <a:pt x="57" y="141"/>
                  </a:cubicBezTo>
                  <a:cubicBezTo>
                    <a:pt x="57" y="141"/>
                    <a:pt x="57" y="141"/>
                    <a:pt x="57" y="140"/>
                  </a:cubicBezTo>
                  <a:cubicBezTo>
                    <a:pt x="57" y="140"/>
                    <a:pt x="58" y="140"/>
                    <a:pt x="58" y="140"/>
                  </a:cubicBezTo>
                  <a:cubicBezTo>
                    <a:pt x="58" y="139"/>
                    <a:pt x="57" y="139"/>
                    <a:pt x="58" y="139"/>
                  </a:cubicBezTo>
                  <a:cubicBezTo>
                    <a:pt x="58" y="139"/>
                    <a:pt x="59" y="139"/>
                    <a:pt x="58" y="138"/>
                  </a:cubicBezTo>
                  <a:cubicBezTo>
                    <a:pt x="58" y="138"/>
                    <a:pt x="58" y="138"/>
                    <a:pt x="58" y="138"/>
                  </a:cubicBezTo>
                  <a:cubicBezTo>
                    <a:pt x="58" y="138"/>
                    <a:pt x="58" y="138"/>
                    <a:pt x="58" y="138"/>
                  </a:cubicBezTo>
                  <a:cubicBezTo>
                    <a:pt x="58" y="138"/>
                    <a:pt x="59" y="138"/>
                    <a:pt x="59" y="137"/>
                  </a:cubicBezTo>
                  <a:close/>
                  <a:moveTo>
                    <a:pt x="164" y="200"/>
                  </a:moveTo>
                  <a:cubicBezTo>
                    <a:pt x="164" y="200"/>
                    <a:pt x="164" y="200"/>
                    <a:pt x="164" y="200"/>
                  </a:cubicBezTo>
                  <a:cubicBezTo>
                    <a:pt x="164" y="200"/>
                    <a:pt x="164" y="200"/>
                    <a:pt x="164" y="200"/>
                  </a:cubicBezTo>
                  <a:close/>
                  <a:moveTo>
                    <a:pt x="78" y="126"/>
                  </a:moveTo>
                  <a:cubicBezTo>
                    <a:pt x="78" y="126"/>
                    <a:pt x="77" y="126"/>
                    <a:pt x="77" y="125"/>
                  </a:cubicBezTo>
                  <a:cubicBezTo>
                    <a:pt x="77" y="124"/>
                    <a:pt x="77" y="124"/>
                    <a:pt x="77" y="123"/>
                  </a:cubicBezTo>
                  <a:cubicBezTo>
                    <a:pt x="77" y="123"/>
                    <a:pt x="77" y="123"/>
                    <a:pt x="76" y="123"/>
                  </a:cubicBezTo>
                  <a:cubicBezTo>
                    <a:pt x="76" y="123"/>
                    <a:pt x="76" y="123"/>
                    <a:pt x="76" y="123"/>
                  </a:cubicBezTo>
                  <a:cubicBezTo>
                    <a:pt x="76" y="123"/>
                    <a:pt x="76" y="123"/>
                    <a:pt x="75" y="123"/>
                  </a:cubicBezTo>
                  <a:cubicBezTo>
                    <a:pt x="75" y="123"/>
                    <a:pt x="74" y="123"/>
                    <a:pt x="73" y="123"/>
                  </a:cubicBezTo>
                  <a:cubicBezTo>
                    <a:pt x="73" y="122"/>
                    <a:pt x="72" y="122"/>
                    <a:pt x="72" y="122"/>
                  </a:cubicBezTo>
                  <a:cubicBezTo>
                    <a:pt x="72" y="122"/>
                    <a:pt x="72" y="121"/>
                    <a:pt x="71" y="121"/>
                  </a:cubicBezTo>
                  <a:cubicBezTo>
                    <a:pt x="71" y="121"/>
                    <a:pt x="71" y="122"/>
                    <a:pt x="71" y="122"/>
                  </a:cubicBezTo>
                  <a:cubicBezTo>
                    <a:pt x="70" y="122"/>
                    <a:pt x="70" y="121"/>
                    <a:pt x="69" y="122"/>
                  </a:cubicBezTo>
                  <a:cubicBezTo>
                    <a:pt x="69" y="122"/>
                    <a:pt x="69" y="123"/>
                    <a:pt x="68" y="123"/>
                  </a:cubicBezTo>
                  <a:cubicBezTo>
                    <a:pt x="68" y="123"/>
                    <a:pt x="67" y="123"/>
                    <a:pt x="67" y="123"/>
                  </a:cubicBezTo>
                  <a:cubicBezTo>
                    <a:pt x="67" y="123"/>
                    <a:pt x="69" y="124"/>
                    <a:pt x="68" y="125"/>
                  </a:cubicBezTo>
                  <a:cubicBezTo>
                    <a:pt x="68" y="126"/>
                    <a:pt x="67" y="126"/>
                    <a:pt x="66" y="126"/>
                  </a:cubicBezTo>
                  <a:cubicBezTo>
                    <a:pt x="66" y="126"/>
                    <a:pt x="65" y="126"/>
                    <a:pt x="65" y="126"/>
                  </a:cubicBezTo>
                  <a:cubicBezTo>
                    <a:pt x="65" y="126"/>
                    <a:pt x="65" y="127"/>
                    <a:pt x="64" y="127"/>
                  </a:cubicBezTo>
                  <a:cubicBezTo>
                    <a:pt x="64" y="126"/>
                    <a:pt x="62" y="124"/>
                    <a:pt x="61" y="124"/>
                  </a:cubicBezTo>
                  <a:cubicBezTo>
                    <a:pt x="61" y="124"/>
                    <a:pt x="62" y="125"/>
                    <a:pt x="62" y="125"/>
                  </a:cubicBezTo>
                  <a:cubicBezTo>
                    <a:pt x="61" y="125"/>
                    <a:pt x="61" y="125"/>
                    <a:pt x="61" y="125"/>
                  </a:cubicBezTo>
                  <a:cubicBezTo>
                    <a:pt x="61" y="126"/>
                    <a:pt x="61" y="126"/>
                    <a:pt x="61" y="126"/>
                  </a:cubicBezTo>
                  <a:cubicBezTo>
                    <a:pt x="61" y="127"/>
                    <a:pt x="60" y="127"/>
                    <a:pt x="61" y="127"/>
                  </a:cubicBezTo>
                  <a:cubicBezTo>
                    <a:pt x="61" y="128"/>
                    <a:pt x="61" y="128"/>
                    <a:pt x="61" y="129"/>
                  </a:cubicBezTo>
                  <a:cubicBezTo>
                    <a:pt x="61" y="129"/>
                    <a:pt x="60" y="129"/>
                    <a:pt x="60" y="130"/>
                  </a:cubicBezTo>
                  <a:cubicBezTo>
                    <a:pt x="59" y="130"/>
                    <a:pt x="59" y="130"/>
                    <a:pt x="59" y="131"/>
                  </a:cubicBezTo>
                  <a:cubicBezTo>
                    <a:pt x="58" y="132"/>
                    <a:pt x="57" y="132"/>
                    <a:pt x="56" y="133"/>
                  </a:cubicBezTo>
                  <a:cubicBezTo>
                    <a:pt x="57" y="133"/>
                    <a:pt x="57" y="133"/>
                    <a:pt x="57" y="133"/>
                  </a:cubicBezTo>
                  <a:cubicBezTo>
                    <a:pt x="57" y="132"/>
                    <a:pt x="57" y="133"/>
                    <a:pt x="58" y="133"/>
                  </a:cubicBezTo>
                  <a:cubicBezTo>
                    <a:pt x="58" y="133"/>
                    <a:pt x="58" y="132"/>
                    <a:pt x="58" y="132"/>
                  </a:cubicBezTo>
                  <a:cubicBezTo>
                    <a:pt x="58" y="132"/>
                    <a:pt x="58" y="132"/>
                    <a:pt x="58" y="132"/>
                  </a:cubicBezTo>
                  <a:cubicBezTo>
                    <a:pt x="59" y="132"/>
                    <a:pt x="59" y="131"/>
                    <a:pt x="59" y="132"/>
                  </a:cubicBezTo>
                  <a:cubicBezTo>
                    <a:pt x="60" y="132"/>
                    <a:pt x="60" y="133"/>
                    <a:pt x="60" y="133"/>
                  </a:cubicBezTo>
                  <a:cubicBezTo>
                    <a:pt x="60" y="133"/>
                    <a:pt x="60" y="133"/>
                    <a:pt x="60" y="133"/>
                  </a:cubicBezTo>
                  <a:cubicBezTo>
                    <a:pt x="61" y="133"/>
                    <a:pt x="61" y="133"/>
                    <a:pt x="61" y="134"/>
                  </a:cubicBezTo>
                  <a:cubicBezTo>
                    <a:pt x="61" y="134"/>
                    <a:pt x="62" y="134"/>
                    <a:pt x="62" y="134"/>
                  </a:cubicBezTo>
                  <a:cubicBezTo>
                    <a:pt x="62" y="135"/>
                    <a:pt x="61" y="135"/>
                    <a:pt x="61" y="135"/>
                  </a:cubicBezTo>
                  <a:cubicBezTo>
                    <a:pt x="61" y="135"/>
                    <a:pt x="61" y="135"/>
                    <a:pt x="62" y="135"/>
                  </a:cubicBezTo>
                  <a:cubicBezTo>
                    <a:pt x="62" y="135"/>
                    <a:pt x="62" y="135"/>
                    <a:pt x="61" y="135"/>
                  </a:cubicBezTo>
                  <a:cubicBezTo>
                    <a:pt x="62" y="136"/>
                    <a:pt x="62" y="136"/>
                    <a:pt x="61" y="136"/>
                  </a:cubicBezTo>
                  <a:cubicBezTo>
                    <a:pt x="62" y="136"/>
                    <a:pt x="62" y="136"/>
                    <a:pt x="62" y="137"/>
                  </a:cubicBezTo>
                  <a:cubicBezTo>
                    <a:pt x="62" y="137"/>
                    <a:pt x="63" y="138"/>
                    <a:pt x="63" y="138"/>
                  </a:cubicBezTo>
                  <a:cubicBezTo>
                    <a:pt x="63" y="137"/>
                    <a:pt x="63" y="137"/>
                    <a:pt x="63" y="137"/>
                  </a:cubicBezTo>
                  <a:cubicBezTo>
                    <a:pt x="64" y="137"/>
                    <a:pt x="64" y="138"/>
                    <a:pt x="64" y="138"/>
                  </a:cubicBezTo>
                  <a:cubicBezTo>
                    <a:pt x="65" y="138"/>
                    <a:pt x="65" y="138"/>
                    <a:pt x="65" y="138"/>
                  </a:cubicBezTo>
                  <a:cubicBezTo>
                    <a:pt x="65" y="138"/>
                    <a:pt x="64" y="140"/>
                    <a:pt x="65" y="139"/>
                  </a:cubicBezTo>
                  <a:cubicBezTo>
                    <a:pt x="65" y="139"/>
                    <a:pt x="65" y="139"/>
                    <a:pt x="65" y="139"/>
                  </a:cubicBezTo>
                  <a:cubicBezTo>
                    <a:pt x="66" y="140"/>
                    <a:pt x="67" y="139"/>
                    <a:pt x="67" y="139"/>
                  </a:cubicBezTo>
                  <a:cubicBezTo>
                    <a:pt x="67" y="139"/>
                    <a:pt x="68" y="140"/>
                    <a:pt x="68" y="140"/>
                  </a:cubicBezTo>
                  <a:cubicBezTo>
                    <a:pt x="69" y="139"/>
                    <a:pt x="67" y="139"/>
                    <a:pt x="67" y="138"/>
                  </a:cubicBezTo>
                  <a:cubicBezTo>
                    <a:pt x="68" y="138"/>
                    <a:pt x="67" y="137"/>
                    <a:pt x="67" y="137"/>
                  </a:cubicBezTo>
                  <a:cubicBezTo>
                    <a:pt x="67" y="136"/>
                    <a:pt x="68" y="137"/>
                    <a:pt x="68" y="136"/>
                  </a:cubicBezTo>
                  <a:cubicBezTo>
                    <a:pt x="68" y="136"/>
                    <a:pt x="68" y="135"/>
                    <a:pt x="68" y="135"/>
                  </a:cubicBezTo>
                  <a:cubicBezTo>
                    <a:pt x="68" y="135"/>
                    <a:pt x="68" y="134"/>
                    <a:pt x="68" y="133"/>
                  </a:cubicBezTo>
                  <a:cubicBezTo>
                    <a:pt x="68" y="133"/>
                    <a:pt x="68" y="132"/>
                    <a:pt x="68" y="133"/>
                  </a:cubicBezTo>
                  <a:cubicBezTo>
                    <a:pt x="68" y="132"/>
                    <a:pt x="69" y="132"/>
                    <a:pt x="69" y="132"/>
                  </a:cubicBezTo>
                  <a:cubicBezTo>
                    <a:pt x="69" y="132"/>
                    <a:pt x="69" y="132"/>
                    <a:pt x="70" y="132"/>
                  </a:cubicBezTo>
                  <a:cubicBezTo>
                    <a:pt x="70" y="131"/>
                    <a:pt x="70" y="131"/>
                    <a:pt x="71" y="131"/>
                  </a:cubicBezTo>
                  <a:cubicBezTo>
                    <a:pt x="71" y="131"/>
                    <a:pt x="72" y="131"/>
                    <a:pt x="72" y="131"/>
                  </a:cubicBezTo>
                  <a:cubicBezTo>
                    <a:pt x="73" y="131"/>
                    <a:pt x="74" y="132"/>
                    <a:pt x="75" y="132"/>
                  </a:cubicBezTo>
                  <a:cubicBezTo>
                    <a:pt x="75" y="133"/>
                    <a:pt x="76" y="134"/>
                    <a:pt x="77" y="134"/>
                  </a:cubicBezTo>
                  <a:cubicBezTo>
                    <a:pt x="77" y="133"/>
                    <a:pt x="76" y="132"/>
                    <a:pt x="77" y="132"/>
                  </a:cubicBezTo>
                  <a:cubicBezTo>
                    <a:pt x="77" y="131"/>
                    <a:pt x="77" y="131"/>
                    <a:pt x="77" y="130"/>
                  </a:cubicBezTo>
                  <a:cubicBezTo>
                    <a:pt x="77" y="129"/>
                    <a:pt x="78" y="129"/>
                    <a:pt x="78" y="128"/>
                  </a:cubicBezTo>
                  <a:cubicBezTo>
                    <a:pt x="79" y="128"/>
                    <a:pt x="79" y="128"/>
                    <a:pt x="79" y="127"/>
                  </a:cubicBezTo>
                  <a:cubicBezTo>
                    <a:pt x="79" y="128"/>
                    <a:pt x="79" y="127"/>
                    <a:pt x="79" y="127"/>
                  </a:cubicBezTo>
                  <a:cubicBezTo>
                    <a:pt x="79" y="127"/>
                    <a:pt x="78" y="126"/>
                    <a:pt x="78" y="126"/>
                  </a:cubicBezTo>
                  <a:close/>
                  <a:moveTo>
                    <a:pt x="122" y="125"/>
                  </a:moveTo>
                  <a:cubicBezTo>
                    <a:pt x="122" y="125"/>
                    <a:pt x="123" y="125"/>
                    <a:pt x="123" y="125"/>
                  </a:cubicBezTo>
                  <a:cubicBezTo>
                    <a:pt x="122" y="124"/>
                    <a:pt x="122" y="125"/>
                    <a:pt x="122" y="125"/>
                  </a:cubicBezTo>
                  <a:close/>
                  <a:moveTo>
                    <a:pt x="34" y="128"/>
                  </a:moveTo>
                  <a:cubicBezTo>
                    <a:pt x="33" y="127"/>
                    <a:pt x="33" y="127"/>
                    <a:pt x="33" y="128"/>
                  </a:cubicBezTo>
                  <a:cubicBezTo>
                    <a:pt x="33" y="128"/>
                    <a:pt x="33" y="128"/>
                    <a:pt x="33" y="129"/>
                  </a:cubicBezTo>
                  <a:cubicBezTo>
                    <a:pt x="34" y="129"/>
                    <a:pt x="34" y="129"/>
                    <a:pt x="34" y="128"/>
                  </a:cubicBezTo>
                  <a:cubicBezTo>
                    <a:pt x="34" y="128"/>
                    <a:pt x="34" y="128"/>
                    <a:pt x="34" y="128"/>
                  </a:cubicBezTo>
                  <a:close/>
                  <a:moveTo>
                    <a:pt x="123" y="103"/>
                  </a:moveTo>
                  <a:cubicBezTo>
                    <a:pt x="122" y="102"/>
                    <a:pt x="121" y="101"/>
                    <a:pt x="121" y="100"/>
                  </a:cubicBezTo>
                  <a:cubicBezTo>
                    <a:pt x="121" y="99"/>
                    <a:pt x="120" y="99"/>
                    <a:pt x="120" y="98"/>
                  </a:cubicBezTo>
                  <a:cubicBezTo>
                    <a:pt x="120" y="97"/>
                    <a:pt x="120" y="96"/>
                    <a:pt x="120" y="95"/>
                  </a:cubicBezTo>
                  <a:cubicBezTo>
                    <a:pt x="120" y="94"/>
                    <a:pt x="120" y="94"/>
                    <a:pt x="120" y="94"/>
                  </a:cubicBezTo>
                  <a:cubicBezTo>
                    <a:pt x="120" y="94"/>
                    <a:pt x="121" y="94"/>
                    <a:pt x="121" y="93"/>
                  </a:cubicBezTo>
                  <a:cubicBezTo>
                    <a:pt x="122" y="93"/>
                    <a:pt x="120" y="90"/>
                    <a:pt x="120" y="90"/>
                  </a:cubicBezTo>
                  <a:cubicBezTo>
                    <a:pt x="120" y="89"/>
                    <a:pt x="119" y="88"/>
                    <a:pt x="119" y="87"/>
                  </a:cubicBezTo>
                  <a:cubicBezTo>
                    <a:pt x="119" y="87"/>
                    <a:pt x="119" y="87"/>
                    <a:pt x="118" y="86"/>
                  </a:cubicBezTo>
                  <a:cubicBezTo>
                    <a:pt x="118" y="85"/>
                    <a:pt x="117" y="85"/>
                    <a:pt x="116" y="84"/>
                  </a:cubicBezTo>
                  <a:cubicBezTo>
                    <a:pt x="116" y="83"/>
                    <a:pt x="115" y="82"/>
                    <a:pt x="115" y="81"/>
                  </a:cubicBezTo>
                  <a:cubicBezTo>
                    <a:pt x="115" y="80"/>
                    <a:pt x="114" y="80"/>
                    <a:pt x="115" y="79"/>
                  </a:cubicBezTo>
                  <a:cubicBezTo>
                    <a:pt x="115" y="79"/>
                    <a:pt x="115" y="79"/>
                    <a:pt x="115" y="78"/>
                  </a:cubicBezTo>
                  <a:cubicBezTo>
                    <a:pt x="115" y="78"/>
                    <a:pt x="114" y="78"/>
                    <a:pt x="115" y="78"/>
                  </a:cubicBezTo>
                  <a:cubicBezTo>
                    <a:pt x="115" y="78"/>
                    <a:pt x="115" y="78"/>
                    <a:pt x="115" y="78"/>
                  </a:cubicBezTo>
                  <a:cubicBezTo>
                    <a:pt x="116" y="79"/>
                    <a:pt x="115" y="78"/>
                    <a:pt x="116" y="78"/>
                  </a:cubicBezTo>
                  <a:cubicBezTo>
                    <a:pt x="116" y="76"/>
                    <a:pt x="119" y="78"/>
                    <a:pt x="119" y="79"/>
                  </a:cubicBezTo>
                  <a:cubicBezTo>
                    <a:pt x="119" y="78"/>
                    <a:pt x="118" y="78"/>
                    <a:pt x="119" y="78"/>
                  </a:cubicBezTo>
                  <a:cubicBezTo>
                    <a:pt x="119" y="77"/>
                    <a:pt x="118" y="77"/>
                    <a:pt x="118" y="77"/>
                  </a:cubicBezTo>
                  <a:cubicBezTo>
                    <a:pt x="118" y="77"/>
                    <a:pt x="118" y="77"/>
                    <a:pt x="118" y="76"/>
                  </a:cubicBezTo>
                  <a:cubicBezTo>
                    <a:pt x="118" y="77"/>
                    <a:pt x="118" y="76"/>
                    <a:pt x="118" y="76"/>
                  </a:cubicBezTo>
                  <a:cubicBezTo>
                    <a:pt x="117" y="76"/>
                    <a:pt x="117" y="76"/>
                    <a:pt x="117" y="75"/>
                  </a:cubicBezTo>
                  <a:cubicBezTo>
                    <a:pt x="117" y="75"/>
                    <a:pt x="117" y="75"/>
                    <a:pt x="117" y="75"/>
                  </a:cubicBezTo>
                  <a:cubicBezTo>
                    <a:pt x="117" y="75"/>
                    <a:pt x="116" y="75"/>
                    <a:pt x="117" y="74"/>
                  </a:cubicBezTo>
                  <a:cubicBezTo>
                    <a:pt x="118" y="74"/>
                    <a:pt x="116" y="73"/>
                    <a:pt x="116" y="73"/>
                  </a:cubicBezTo>
                  <a:cubicBezTo>
                    <a:pt x="117" y="73"/>
                    <a:pt x="116" y="71"/>
                    <a:pt x="117" y="72"/>
                  </a:cubicBezTo>
                  <a:cubicBezTo>
                    <a:pt x="117" y="72"/>
                    <a:pt x="116" y="71"/>
                    <a:pt x="116" y="71"/>
                  </a:cubicBezTo>
                  <a:cubicBezTo>
                    <a:pt x="116" y="71"/>
                    <a:pt x="117" y="71"/>
                    <a:pt x="117" y="71"/>
                  </a:cubicBezTo>
                  <a:cubicBezTo>
                    <a:pt x="117" y="71"/>
                    <a:pt x="117" y="71"/>
                    <a:pt x="117" y="71"/>
                  </a:cubicBezTo>
                  <a:cubicBezTo>
                    <a:pt x="117" y="71"/>
                    <a:pt x="117" y="71"/>
                    <a:pt x="117" y="70"/>
                  </a:cubicBezTo>
                  <a:cubicBezTo>
                    <a:pt x="117" y="71"/>
                    <a:pt x="117" y="71"/>
                    <a:pt x="118" y="71"/>
                  </a:cubicBezTo>
                  <a:cubicBezTo>
                    <a:pt x="118" y="70"/>
                    <a:pt x="117" y="70"/>
                    <a:pt x="118" y="70"/>
                  </a:cubicBezTo>
                  <a:cubicBezTo>
                    <a:pt x="118" y="70"/>
                    <a:pt x="117" y="70"/>
                    <a:pt x="117" y="70"/>
                  </a:cubicBezTo>
                  <a:cubicBezTo>
                    <a:pt x="117" y="70"/>
                    <a:pt x="118" y="70"/>
                    <a:pt x="118" y="70"/>
                  </a:cubicBezTo>
                  <a:cubicBezTo>
                    <a:pt x="118" y="70"/>
                    <a:pt x="117" y="69"/>
                    <a:pt x="117" y="69"/>
                  </a:cubicBezTo>
                  <a:cubicBezTo>
                    <a:pt x="118" y="69"/>
                    <a:pt x="117" y="69"/>
                    <a:pt x="117" y="69"/>
                  </a:cubicBezTo>
                  <a:cubicBezTo>
                    <a:pt x="118" y="68"/>
                    <a:pt x="116" y="68"/>
                    <a:pt x="117" y="68"/>
                  </a:cubicBezTo>
                  <a:cubicBezTo>
                    <a:pt x="117" y="68"/>
                    <a:pt x="118" y="67"/>
                    <a:pt x="117" y="67"/>
                  </a:cubicBezTo>
                  <a:cubicBezTo>
                    <a:pt x="117" y="67"/>
                    <a:pt x="117" y="67"/>
                    <a:pt x="117" y="67"/>
                  </a:cubicBezTo>
                  <a:cubicBezTo>
                    <a:pt x="117" y="67"/>
                    <a:pt x="117" y="67"/>
                    <a:pt x="117" y="67"/>
                  </a:cubicBezTo>
                  <a:cubicBezTo>
                    <a:pt x="117" y="66"/>
                    <a:pt x="117" y="66"/>
                    <a:pt x="117" y="66"/>
                  </a:cubicBezTo>
                  <a:cubicBezTo>
                    <a:pt x="117" y="66"/>
                    <a:pt x="117" y="65"/>
                    <a:pt x="117" y="66"/>
                  </a:cubicBezTo>
                  <a:cubicBezTo>
                    <a:pt x="116" y="66"/>
                    <a:pt x="116" y="66"/>
                    <a:pt x="116" y="66"/>
                  </a:cubicBezTo>
                  <a:cubicBezTo>
                    <a:pt x="116" y="66"/>
                    <a:pt x="117" y="65"/>
                    <a:pt x="117" y="65"/>
                  </a:cubicBezTo>
                  <a:cubicBezTo>
                    <a:pt x="117" y="65"/>
                    <a:pt x="116" y="64"/>
                    <a:pt x="116" y="64"/>
                  </a:cubicBezTo>
                  <a:cubicBezTo>
                    <a:pt x="116" y="64"/>
                    <a:pt x="116" y="65"/>
                    <a:pt x="115" y="64"/>
                  </a:cubicBezTo>
                  <a:cubicBezTo>
                    <a:pt x="115" y="64"/>
                    <a:pt x="115" y="63"/>
                    <a:pt x="115" y="63"/>
                  </a:cubicBezTo>
                  <a:cubicBezTo>
                    <a:pt x="114" y="61"/>
                    <a:pt x="113" y="60"/>
                    <a:pt x="112" y="59"/>
                  </a:cubicBezTo>
                  <a:cubicBezTo>
                    <a:pt x="111" y="59"/>
                    <a:pt x="112" y="59"/>
                    <a:pt x="112" y="59"/>
                  </a:cubicBezTo>
                  <a:cubicBezTo>
                    <a:pt x="111" y="58"/>
                    <a:pt x="111" y="58"/>
                    <a:pt x="111" y="58"/>
                  </a:cubicBezTo>
                  <a:cubicBezTo>
                    <a:pt x="110" y="57"/>
                    <a:pt x="110" y="57"/>
                    <a:pt x="110" y="56"/>
                  </a:cubicBezTo>
                  <a:cubicBezTo>
                    <a:pt x="109" y="56"/>
                    <a:pt x="108" y="55"/>
                    <a:pt x="108" y="55"/>
                  </a:cubicBezTo>
                  <a:cubicBezTo>
                    <a:pt x="107" y="54"/>
                    <a:pt x="106" y="54"/>
                    <a:pt x="106" y="54"/>
                  </a:cubicBezTo>
                  <a:cubicBezTo>
                    <a:pt x="104" y="53"/>
                    <a:pt x="103" y="51"/>
                    <a:pt x="102" y="50"/>
                  </a:cubicBezTo>
                  <a:cubicBezTo>
                    <a:pt x="102" y="48"/>
                    <a:pt x="101" y="47"/>
                    <a:pt x="101" y="46"/>
                  </a:cubicBezTo>
                  <a:cubicBezTo>
                    <a:pt x="100" y="45"/>
                    <a:pt x="100" y="44"/>
                    <a:pt x="100" y="45"/>
                  </a:cubicBezTo>
                  <a:cubicBezTo>
                    <a:pt x="99" y="45"/>
                    <a:pt x="99" y="45"/>
                    <a:pt x="98" y="45"/>
                  </a:cubicBezTo>
                  <a:cubicBezTo>
                    <a:pt x="98" y="45"/>
                    <a:pt x="95" y="43"/>
                    <a:pt x="94" y="43"/>
                  </a:cubicBezTo>
                  <a:cubicBezTo>
                    <a:pt x="94" y="44"/>
                    <a:pt x="95" y="45"/>
                    <a:pt x="95" y="45"/>
                  </a:cubicBezTo>
                  <a:cubicBezTo>
                    <a:pt x="95" y="46"/>
                    <a:pt x="95" y="47"/>
                    <a:pt x="95" y="47"/>
                  </a:cubicBezTo>
                  <a:cubicBezTo>
                    <a:pt x="96" y="48"/>
                    <a:pt x="97" y="47"/>
                    <a:pt x="98" y="47"/>
                  </a:cubicBezTo>
                  <a:cubicBezTo>
                    <a:pt x="98" y="47"/>
                    <a:pt x="98" y="46"/>
                    <a:pt x="98" y="46"/>
                  </a:cubicBezTo>
                  <a:cubicBezTo>
                    <a:pt x="100" y="46"/>
                    <a:pt x="100" y="48"/>
                    <a:pt x="101" y="49"/>
                  </a:cubicBezTo>
                  <a:cubicBezTo>
                    <a:pt x="101" y="51"/>
                    <a:pt x="100" y="50"/>
                    <a:pt x="99" y="50"/>
                  </a:cubicBezTo>
                  <a:cubicBezTo>
                    <a:pt x="99" y="49"/>
                    <a:pt x="98" y="49"/>
                    <a:pt x="97" y="49"/>
                  </a:cubicBezTo>
                  <a:cubicBezTo>
                    <a:pt x="97" y="49"/>
                    <a:pt x="98" y="50"/>
                    <a:pt x="98" y="50"/>
                  </a:cubicBezTo>
                  <a:cubicBezTo>
                    <a:pt x="98" y="52"/>
                    <a:pt x="96" y="50"/>
                    <a:pt x="96" y="50"/>
                  </a:cubicBezTo>
                  <a:cubicBezTo>
                    <a:pt x="96" y="49"/>
                    <a:pt x="95" y="49"/>
                    <a:pt x="95" y="48"/>
                  </a:cubicBezTo>
                  <a:cubicBezTo>
                    <a:pt x="95" y="48"/>
                    <a:pt x="94" y="47"/>
                    <a:pt x="94" y="47"/>
                  </a:cubicBezTo>
                  <a:cubicBezTo>
                    <a:pt x="94" y="47"/>
                    <a:pt x="93" y="46"/>
                    <a:pt x="93" y="47"/>
                  </a:cubicBezTo>
                  <a:cubicBezTo>
                    <a:pt x="93" y="47"/>
                    <a:pt x="93" y="47"/>
                    <a:pt x="92" y="47"/>
                  </a:cubicBezTo>
                  <a:cubicBezTo>
                    <a:pt x="92" y="47"/>
                    <a:pt x="92" y="46"/>
                    <a:pt x="91" y="46"/>
                  </a:cubicBezTo>
                  <a:cubicBezTo>
                    <a:pt x="91" y="47"/>
                    <a:pt x="92" y="48"/>
                    <a:pt x="91" y="47"/>
                  </a:cubicBezTo>
                  <a:cubicBezTo>
                    <a:pt x="91" y="48"/>
                    <a:pt x="93" y="48"/>
                    <a:pt x="93" y="49"/>
                  </a:cubicBezTo>
                  <a:cubicBezTo>
                    <a:pt x="93" y="49"/>
                    <a:pt x="93" y="49"/>
                    <a:pt x="92" y="49"/>
                  </a:cubicBezTo>
                  <a:cubicBezTo>
                    <a:pt x="92" y="50"/>
                    <a:pt x="93" y="50"/>
                    <a:pt x="93" y="51"/>
                  </a:cubicBezTo>
                  <a:cubicBezTo>
                    <a:pt x="93" y="52"/>
                    <a:pt x="92" y="52"/>
                    <a:pt x="91" y="52"/>
                  </a:cubicBezTo>
                  <a:cubicBezTo>
                    <a:pt x="91" y="52"/>
                    <a:pt x="91" y="52"/>
                    <a:pt x="91" y="52"/>
                  </a:cubicBezTo>
                  <a:cubicBezTo>
                    <a:pt x="91" y="53"/>
                    <a:pt x="91" y="53"/>
                    <a:pt x="91" y="53"/>
                  </a:cubicBezTo>
                  <a:cubicBezTo>
                    <a:pt x="91" y="54"/>
                    <a:pt x="91" y="54"/>
                    <a:pt x="92" y="54"/>
                  </a:cubicBezTo>
                  <a:cubicBezTo>
                    <a:pt x="92" y="54"/>
                    <a:pt x="92" y="55"/>
                    <a:pt x="92" y="55"/>
                  </a:cubicBezTo>
                  <a:cubicBezTo>
                    <a:pt x="93" y="56"/>
                    <a:pt x="93" y="56"/>
                    <a:pt x="93" y="56"/>
                  </a:cubicBezTo>
                  <a:cubicBezTo>
                    <a:pt x="94" y="56"/>
                    <a:pt x="94" y="57"/>
                    <a:pt x="95" y="58"/>
                  </a:cubicBezTo>
                  <a:cubicBezTo>
                    <a:pt x="95" y="59"/>
                    <a:pt x="95" y="61"/>
                    <a:pt x="93" y="60"/>
                  </a:cubicBezTo>
                  <a:cubicBezTo>
                    <a:pt x="93" y="61"/>
                    <a:pt x="94" y="61"/>
                    <a:pt x="94" y="61"/>
                  </a:cubicBezTo>
                  <a:cubicBezTo>
                    <a:pt x="95" y="62"/>
                    <a:pt x="95" y="61"/>
                    <a:pt x="95" y="61"/>
                  </a:cubicBezTo>
                  <a:cubicBezTo>
                    <a:pt x="96" y="61"/>
                    <a:pt x="97" y="62"/>
                    <a:pt x="98" y="63"/>
                  </a:cubicBezTo>
                  <a:cubicBezTo>
                    <a:pt x="99" y="64"/>
                    <a:pt x="99" y="65"/>
                    <a:pt x="99" y="67"/>
                  </a:cubicBezTo>
                  <a:cubicBezTo>
                    <a:pt x="99" y="67"/>
                    <a:pt x="99" y="68"/>
                    <a:pt x="99" y="68"/>
                  </a:cubicBezTo>
                  <a:cubicBezTo>
                    <a:pt x="99" y="69"/>
                    <a:pt x="100" y="69"/>
                    <a:pt x="100" y="70"/>
                  </a:cubicBezTo>
                  <a:cubicBezTo>
                    <a:pt x="100" y="71"/>
                    <a:pt x="100" y="73"/>
                    <a:pt x="100" y="74"/>
                  </a:cubicBezTo>
                  <a:cubicBezTo>
                    <a:pt x="100" y="75"/>
                    <a:pt x="100" y="77"/>
                    <a:pt x="100" y="78"/>
                  </a:cubicBezTo>
                  <a:cubicBezTo>
                    <a:pt x="100" y="79"/>
                    <a:pt x="101" y="80"/>
                    <a:pt x="100" y="81"/>
                  </a:cubicBezTo>
                  <a:cubicBezTo>
                    <a:pt x="100" y="82"/>
                    <a:pt x="99" y="82"/>
                    <a:pt x="98" y="83"/>
                  </a:cubicBezTo>
                  <a:cubicBezTo>
                    <a:pt x="96" y="84"/>
                    <a:pt x="98" y="85"/>
                    <a:pt x="98" y="86"/>
                  </a:cubicBezTo>
                  <a:cubicBezTo>
                    <a:pt x="98" y="87"/>
                    <a:pt x="97" y="88"/>
                    <a:pt x="96" y="89"/>
                  </a:cubicBezTo>
                  <a:cubicBezTo>
                    <a:pt x="96" y="90"/>
                    <a:pt x="96" y="91"/>
                    <a:pt x="94" y="91"/>
                  </a:cubicBezTo>
                  <a:cubicBezTo>
                    <a:pt x="94" y="91"/>
                    <a:pt x="94" y="91"/>
                    <a:pt x="93" y="92"/>
                  </a:cubicBezTo>
                  <a:cubicBezTo>
                    <a:pt x="93" y="92"/>
                    <a:pt x="92" y="92"/>
                    <a:pt x="92" y="93"/>
                  </a:cubicBezTo>
                  <a:cubicBezTo>
                    <a:pt x="91" y="93"/>
                    <a:pt x="89" y="93"/>
                    <a:pt x="89" y="94"/>
                  </a:cubicBezTo>
                  <a:cubicBezTo>
                    <a:pt x="89" y="94"/>
                    <a:pt x="90" y="95"/>
                    <a:pt x="89" y="95"/>
                  </a:cubicBezTo>
                  <a:cubicBezTo>
                    <a:pt x="89" y="96"/>
                    <a:pt x="88" y="96"/>
                    <a:pt x="88" y="95"/>
                  </a:cubicBezTo>
                  <a:cubicBezTo>
                    <a:pt x="87" y="95"/>
                    <a:pt x="86" y="95"/>
                    <a:pt x="86" y="94"/>
                  </a:cubicBezTo>
                  <a:cubicBezTo>
                    <a:pt x="85" y="94"/>
                    <a:pt x="86" y="93"/>
                    <a:pt x="85" y="93"/>
                  </a:cubicBezTo>
                  <a:cubicBezTo>
                    <a:pt x="85" y="92"/>
                    <a:pt x="85" y="92"/>
                    <a:pt x="85" y="92"/>
                  </a:cubicBezTo>
                  <a:cubicBezTo>
                    <a:pt x="85" y="92"/>
                    <a:pt x="85" y="92"/>
                    <a:pt x="84" y="92"/>
                  </a:cubicBezTo>
                  <a:cubicBezTo>
                    <a:pt x="84" y="92"/>
                    <a:pt x="84" y="92"/>
                    <a:pt x="84" y="92"/>
                  </a:cubicBezTo>
                  <a:cubicBezTo>
                    <a:pt x="83" y="92"/>
                    <a:pt x="83" y="90"/>
                    <a:pt x="84" y="90"/>
                  </a:cubicBezTo>
                  <a:cubicBezTo>
                    <a:pt x="85" y="91"/>
                    <a:pt x="84" y="89"/>
                    <a:pt x="85" y="90"/>
                  </a:cubicBezTo>
                  <a:cubicBezTo>
                    <a:pt x="86" y="90"/>
                    <a:pt x="85" y="88"/>
                    <a:pt x="85" y="88"/>
                  </a:cubicBezTo>
                  <a:cubicBezTo>
                    <a:pt x="86" y="88"/>
                    <a:pt x="86" y="87"/>
                    <a:pt x="85" y="87"/>
                  </a:cubicBezTo>
                  <a:cubicBezTo>
                    <a:pt x="84" y="87"/>
                    <a:pt x="83" y="88"/>
                    <a:pt x="83" y="88"/>
                  </a:cubicBezTo>
                  <a:cubicBezTo>
                    <a:pt x="82" y="89"/>
                    <a:pt x="81" y="89"/>
                    <a:pt x="81" y="90"/>
                  </a:cubicBezTo>
                  <a:cubicBezTo>
                    <a:pt x="81" y="90"/>
                    <a:pt x="81" y="91"/>
                    <a:pt x="81" y="91"/>
                  </a:cubicBezTo>
                  <a:cubicBezTo>
                    <a:pt x="82" y="92"/>
                    <a:pt x="82" y="91"/>
                    <a:pt x="82" y="92"/>
                  </a:cubicBezTo>
                  <a:cubicBezTo>
                    <a:pt x="83" y="93"/>
                    <a:pt x="84" y="94"/>
                    <a:pt x="84" y="95"/>
                  </a:cubicBezTo>
                  <a:cubicBezTo>
                    <a:pt x="84" y="97"/>
                    <a:pt x="83" y="98"/>
                    <a:pt x="82" y="99"/>
                  </a:cubicBezTo>
                  <a:cubicBezTo>
                    <a:pt x="82" y="100"/>
                    <a:pt x="82" y="101"/>
                    <a:pt x="81" y="101"/>
                  </a:cubicBezTo>
                  <a:cubicBezTo>
                    <a:pt x="81" y="101"/>
                    <a:pt x="81" y="101"/>
                    <a:pt x="81" y="102"/>
                  </a:cubicBezTo>
                  <a:cubicBezTo>
                    <a:pt x="81" y="102"/>
                    <a:pt x="81" y="103"/>
                    <a:pt x="81" y="103"/>
                  </a:cubicBezTo>
                  <a:cubicBezTo>
                    <a:pt x="81" y="103"/>
                    <a:pt x="81" y="104"/>
                    <a:pt x="81" y="104"/>
                  </a:cubicBezTo>
                  <a:cubicBezTo>
                    <a:pt x="81" y="105"/>
                    <a:pt x="82" y="105"/>
                    <a:pt x="83" y="106"/>
                  </a:cubicBezTo>
                  <a:cubicBezTo>
                    <a:pt x="83" y="107"/>
                    <a:pt x="83" y="108"/>
                    <a:pt x="83" y="107"/>
                  </a:cubicBezTo>
                  <a:cubicBezTo>
                    <a:pt x="83" y="107"/>
                    <a:pt x="82" y="106"/>
                    <a:pt x="82" y="107"/>
                  </a:cubicBezTo>
                  <a:cubicBezTo>
                    <a:pt x="82" y="107"/>
                    <a:pt x="82" y="107"/>
                    <a:pt x="82" y="108"/>
                  </a:cubicBezTo>
                  <a:cubicBezTo>
                    <a:pt x="83" y="108"/>
                    <a:pt x="81" y="108"/>
                    <a:pt x="81" y="108"/>
                  </a:cubicBezTo>
                  <a:cubicBezTo>
                    <a:pt x="81" y="108"/>
                    <a:pt x="82" y="108"/>
                    <a:pt x="81" y="108"/>
                  </a:cubicBezTo>
                  <a:cubicBezTo>
                    <a:pt x="81" y="109"/>
                    <a:pt x="81" y="109"/>
                    <a:pt x="81" y="109"/>
                  </a:cubicBezTo>
                  <a:cubicBezTo>
                    <a:pt x="81" y="109"/>
                    <a:pt x="80" y="109"/>
                    <a:pt x="80" y="109"/>
                  </a:cubicBezTo>
                  <a:cubicBezTo>
                    <a:pt x="81" y="109"/>
                    <a:pt x="81" y="109"/>
                    <a:pt x="81" y="109"/>
                  </a:cubicBezTo>
                  <a:cubicBezTo>
                    <a:pt x="81" y="109"/>
                    <a:pt x="80" y="109"/>
                    <a:pt x="80" y="109"/>
                  </a:cubicBezTo>
                  <a:cubicBezTo>
                    <a:pt x="80" y="109"/>
                    <a:pt x="80" y="109"/>
                    <a:pt x="80" y="109"/>
                  </a:cubicBezTo>
                  <a:cubicBezTo>
                    <a:pt x="80" y="109"/>
                    <a:pt x="79" y="110"/>
                    <a:pt x="79" y="109"/>
                  </a:cubicBezTo>
                  <a:cubicBezTo>
                    <a:pt x="78" y="109"/>
                    <a:pt x="78" y="108"/>
                    <a:pt x="77" y="109"/>
                  </a:cubicBezTo>
                  <a:cubicBezTo>
                    <a:pt x="77" y="109"/>
                    <a:pt x="77" y="109"/>
                    <a:pt x="77" y="109"/>
                  </a:cubicBezTo>
                  <a:cubicBezTo>
                    <a:pt x="77" y="109"/>
                    <a:pt x="78" y="109"/>
                    <a:pt x="78" y="109"/>
                  </a:cubicBezTo>
                  <a:cubicBezTo>
                    <a:pt x="78" y="109"/>
                    <a:pt x="77" y="109"/>
                    <a:pt x="77" y="109"/>
                  </a:cubicBezTo>
                  <a:cubicBezTo>
                    <a:pt x="77" y="110"/>
                    <a:pt x="77" y="110"/>
                    <a:pt x="77" y="110"/>
                  </a:cubicBezTo>
                  <a:cubicBezTo>
                    <a:pt x="77" y="110"/>
                    <a:pt x="77" y="109"/>
                    <a:pt x="77" y="109"/>
                  </a:cubicBezTo>
                  <a:cubicBezTo>
                    <a:pt x="77" y="109"/>
                    <a:pt x="76" y="109"/>
                    <a:pt x="76" y="109"/>
                  </a:cubicBezTo>
                  <a:cubicBezTo>
                    <a:pt x="76" y="109"/>
                    <a:pt x="76" y="108"/>
                    <a:pt x="76" y="108"/>
                  </a:cubicBezTo>
                  <a:cubicBezTo>
                    <a:pt x="76" y="108"/>
                    <a:pt x="76" y="109"/>
                    <a:pt x="76" y="109"/>
                  </a:cubicBezTo>
                  <a:cubicBezTo>
                    <a:pt x="75" y="109"/>
                    <a:pt x="76" y="108"/>
                    <a:pt x="76" y="107"/>
                  </a:cubicBezTo>
                  <a:cubicBezTo>
                    <a:pt x="76" y="106"/>
                    <a:pt x="74" y="106"/>
                    <a:pt x="74" y="107"/>
                  </a:cubicBezTo>
                  <a:cubicBezTo>
                    <a:pt x="73" y="108"/>
                    <a:pt x="73" y="107"/>
                    <a:pt x="72" y="108"/>
                  </a:cubicBezTo>
                  <a:cubicBezTo>
                    <a:pt x="71" y="108"/>
                    <a:pt x="69" y="107"/>
                    <a:pt x="68" y="108"/>
                  </a:cubicBezTo>
                  <a:cubicBezTo>
                    <a:pt x="67" y="108"/>
                    <a:pt x="67" y="109"/>
                    <a:pt x="66" y="109"/>
                  </a:cubicBezTo>
                  <a:cubicBezTo>
                    <a:pt x="65" y="109"/>
                    <a:pt x="63" y="109"/>
                    <a:pt x="62" y="109"/>
                  </a:cubicBezTo>
                  <a:cubicBezTo>
                    <a:pt x="62" y="109"/>
                    <a:pt x="61" y="109"/>
                    <a:pt x="61" y="109"/>
                  </a:cubicBezTo>
                  <a:cubicBezTo>
                    <a:pt x="60" y="109"/>
                    <a:pt x="60" y="110"/>
                    <a:pt x="60" y="110"/>
                  </a:cubicBezTo>
                  <a:cubicBezTo>
                    <a:pt x="59" y="110"/>
                    <a:pt x="58" y="109"/>
                    <a:pt x="58" y="108"/>
                  </a:cubicBezTo>
                  <a:cubicBezTo>
                    <a:pt x="58" y="108"/>
                    <a:pt x="57" y="108"/>
                    <a:pt x="57" y="108"/>
                  </a:cubicBezTo>
                  <a:cubicBezTo>
                    <a:pt x="57" y="109"/>
                    <a:pt x="57" y="108"/>
                    <a:pt x="56" y="108"/>
                  </a:cubicBezTo>
                  <a:cubicBezTo>
                    <a:pt x="56" y="108"/>
                    <a:pt x="56" y="109"/>
                    <a:pt x="55" y="109"/>
                  </a:cubicBezTo>
                  <a:cubicBezTo>
                    <a:pt x="55" y="109"/>
                    <a:pt x="54" y="109"/>
                    <a:pt x="54" y="110"/>
                  </a:cubicBezTo>
                  <a:cubicBezTo>
                    <a:pt x="54" y="110"/>
                    <a:pt x="53" y="110"/>
                    <a:pt x="53" y="110"/>
                  </a:cubicBezTo>
                  <a:cubicBezTo>
                    <a:pt x="53" y="110"/>
                    <a:pt x="54" y="111"/>
                    <a:pt x="53" y="111"/>
                  </a:cubicBezTo>
                  <a:cubicBezTo>
                    <a:pt x="53" y="112"/>
                    <a:pt x="52" y="112"/>
                    <a:pt x="52" y="113"/>
                  </a:cubicBezTo>
                  <a:cubicBezTo>
                    <a:pt x="52" y="114"/>
                    <a:pt x="52" y="114"/>
                    <a:pt x="51" y="114"/>
                  </a:cubicBezTo>
                  <a:cubicBezTo>
                    <a:pt x="50" y="115"/>
                    <a:pt x="50" y="116"/>
                    <a:pt x="50" y="116"/>
                  </a:cubicBezTo>
                  <a:cubicBezTo>
                    <a:pt x="49" y="117"/>
                    <a:pt x="49" y="118"/>
                    <a:pt x="48" y="118"/>
                  </a:cubicBezTo>
                  <a:cubicBezTo>
                    <a:pt x="48" y="118"/>
                    <a:pt x="47" y="118"/>
                    <a:pt x="47" y="119"/>
                  </a:cubicBezTo>
                  <a:cubicBezTo>
                    <a:pt x="47" y="119"/>
                    <a:pt x="47" y="119"/>
                    <a:pt x="47" y="119"/>
                  </a:cubicBezTo>
                  <a:cubicBezTo>
                    <a:pt x="47" y="119"/>
                    <a:pt x="46" y="120"/>
                    <a:pt x="46" y="120"/>
                  </a:cubicBezTo>
                  <a:cubicBezTo>
                    <a:pt x="46" y="120"/>
                    <a:pt x="46" y="121"/>
                    <a:pt x="46" y="121"/>
                  </a:cubicBezTo>
                  <a:cubicBezTo>
                    <a:pt x="46" y="121"/>
                    <a:pt x="45" y="122"/>
                    <a:pt x="45" y="122"/>
                  </a:cubicBezTo>
                  <a:cubicBezTo>
                    <a:pt x="44" y="121"/>
                    <a:pt x="45" y="121"/>
                    <a:pt x="45" y="121"/>
                  </a:cubicBezTo>
                  <a:cubicBezTo>
                    <a:pt x="45" y="121"/>
                    <a:pt x="44" y="121"/>
                    <a:pt x="44" y="121"/>
                  </a:cubicBezTo>
                  <a:cubicBezTo>
                    <a:pt x="44" y="121"/>
                    <a:pt x="44" y="121"/>
                    <a:pt x="44" y="121"/>
                  </a:cubicBezTo>
                  <a:cubicBezTo>
                    <a:pt x="44" y="121"/>
                    <a:pt x="42" y="121"/>
                    <a:pt x="42" y="121"/>
                  </a:cubicBezTo>
                  <a:cubicBezTo>
                    <a:pt x="41" y="121"/>
                    <a:pt x="43" y="122"/>
                    <a:pt x="43" y="122"/>
                  </a:cubicBezTo>
                  <a:cubicBezTo>
                    <a:pt x="42" y="122"/>
                    <a:pt x="41" y="122"/>
                    <a:pt x="42" y="123"/>
                  </a:cubicBezTo>
                  <a:cubicBezTo>
                    <a:pt x="42" y="123"/>
                    <a:pt x="43" y="123"/>
                    <a:pt x="43" y="124"/>
                  </a:cubicBezTo>
                  <a:cubicBezTo>
                    <a:pt x="43" y="124"/>
                    <a:pt x="42" y="124"/>
                    <a:pt x="43" y="125"/>
                  </a:cubicBezTo>
                  <a:cubicBezTo>
                    <a:pt x="43" y="125"/>
                    <a:pt x="43" y="125"/>
                    <a:pt x="43" y="126"/>
                  </a:cubicBezTo>
                  <a:cubicBezTo>
                    <a:pt x="44" y="126"/>
                    <a:pt x="43" y="127"/>
                    <a:pt x="44" y="126"/>
                  </a:cubicBezTo>
                  <a:cubicBezTo>
                    <a:pt x="44" y="126"/>
                    <a:pt x="44" y="125"/>
                    <a:pt x="45" y="125"/>
                  </a:cubicBezTo>
                  <a:cubicBezTo>
                    <a:pt x="45" y="125"/>
                    <a:pt x="46" y="126"/>
                    <a:pt x="46" y="126"/>
                  </a:cubicBezTo>
                  <a:cubicBezTo>
                    <a:pt x="46" y="126"/>
                    <a:pt x="46" y="126"/>
                    <a:pt x="47" y="126"/>
                  </a:cubicBezTo>
                  <a:cubicBezTo>
                    <a:pt x="47" y="126"/>
                    <a:pt x="47" y="127"/>
                    <a:pt x="47" y="126"/>
                  </a:cubicBezTo>
                  <a:cubicBezTo>
                    <a:pt x="48" y="126"/>
                    <a:pt x="48" y="126"/>
                    <a:pt x="48" y="125"/>
                  </a:cubicBezTo>
                  <a:cubicBezTo>
                    <a:pt x="48" y="125"/>
                    <a:pt x="48" y="126"/>
                    <a:pt x="48" y="126"/>
                  </a:cubicBezTo>
                  <a:cubicBezTo>
                    <a:pt x="48" y="126"/>
                    <a:pt x="48" y="126"/>
                    <a:pt x="48" y="126"/>
                  </a:cubicBezTo>
                  <a:cubicBezTo>
                    <a:pt x="48" y="125"/>
                    <a:pt x="49" y="126"/>
                    <a:pt x="49" y="126"/>
                  </a:cubicBezTo>
                  <a:cubicBezTo>
                    <a:pt x="50" y="126"/>
                    <a:pt x="49" y="125"/>
                    <a:pt x="50" y="125"/>
                  </a:cubicBezTo>
                  <a:cubicBezTo>
                    <a:pt x="50" y="125"/>
                    <a:pt x="51" y="125"/>
                    <a:pt x="52" y="125"/>
                  </a:cubicBezTo>
                  <a:cubicBezTo>
                    <a:pt x="52" y="126"/>
                    <a:pt x="51" y="126"/>
                    <a:pt x="52" y="126"/>
                  </a:cubicBezTo>
                  <a:cubicBezTo>
                    <a:pt x="52" y="125"/>
                    <a:pt x="53" y="126"/>
                    <a:pt x="54" y="127"/>
                  </a:cubicBezTo>
                  <a:cubicBezTo>
                    <a:pt x="54" y="127"/>
                    <a:pt x="55" y="127"/>
                    <a:pt x="55" y="127"/>
                  </a:cubicBezTo>
                  <a:cubicBezTo>
                    <a:pt x="55" y="127"/>
                    <a:pt x="54" y="128"/>
                    <a:pt x="55" y="128"/>
                  </a:cubicBezTo>
                  <a:cubicBezTo>
                    <a:pt x="55" y="128"/>
                    <a:pt x="55" y="128"/>
                    <a:pt x="55" y="128"/>
                  </a:cubicBezTo>
                  <a:cubicBezTo>
                    <a:pt x="56" y="127"/>
                    <a:pt x="55" y="127"/>
                    <a:pt x="55" y="127"/>
                  </a:cubicBezTo>
                  <a:cubicBezTo>
                    <a:pt x="55" y="126"/>
                    <a:pt x="55" y="126"/>
                    <a:pt x="55" y="126"/>
                  </a:cubicBezTo>
                  <a:cubicBezTo>
                    <a:pt x="56" y="126"/>
                    <a:pt x="55" y="125"/>
                    <a:pt x="55" y="125"/>
                  </a:cubicBezTo>
                  <a:cubicBezTo>
                    <a:pt x="55" y="124"/>
                    <a:pt x="55" y="124"/>
                    <a:pt x="55" y="123"/>
                  </a:cubicBezTo>
                  <a:cubicBezTo>
                    <a:pt x="55" y="123"/>
                    <a:pt x="55" y="123"/>
                    <a:pt x="55" y="123"/>
                  </a:cubicBezTo>
                  <a:cubicBezTo>
                    <a:pt x="55" y="122"/>
                    <a:pt x="56" y="122"/>
                    <a:pt x="56" y="122"/>
                  </a:cubicBezTo>
                  <a:cubicBezTo>
                    <a:pt x="57" y="122"/>
                    <a:pt x="57" y="123"/>
                    <a:pt x="57" y="123"/>
                  </a:cubicBezTo>
                  <a:cubicBezTo>
                    <a:pt x="57" y="123"/>
                    <a:pt x="57" y="123"/>
                    <a:pt x="58" y="123"/>
                  </a:cubicBezTo>
                  <a:cubicBezTo>
                    <a:pt x="58" y="124"/>
                    <a:pt x="59" y="123"/>
                    <a:pt x="59" y="123"/>
                  </a:cubicBezTo>
                  <a:cubicBezTo>
                    <a:pt x="59" y="123"/>
                    <a:pt x="59" y="122"/>
                    <a:pt x="60" y="122"/>
                  </a:cubicBezTo>
                  <a:cubicBezTo>
                    <a:pt x="60" y="122"/>
                    <a:pt x="60" y="122"/>
                    <a:pt x="61" y="122"/>
                  </a:cubicBezTo>
                  <a:cubicBezTo>
                    <a:pt x="61" y="122"/>
                    <a:pt x="61" y="122"/>
                    <a:pt x="62" y="122"/>
                  </a:cubicBezTo>
                  <a:cubicBezTo>
                    <a:pt x="62" y="122"/>
                    <a:pt x="62" y="121"/>
                    <a:pt x="62" y="121"/>
                  </a:cubicBezTo>
                  <a:cubicBezTo>
                    <a:pt x="62" y="121"/>
                    <a:pt x="63" y="122"/>
                    <a:pt x="62" y="122"/>
                  </a:cubicBezTo>
                  <a:cubicBezTo>
                    <a:pt x="62" y="122"/>
                    <a:pt x="62" y="122"/>
                    <a:pt x="62" y="122"/>
                  </a:cubicBezTo>
                  <a:cubicBezTo>
                    <a:pt x="62" y="122"/>
                    <a:pt x="62" y="123"/>
                    <a:pt x="62" y="123"/>
                  </a:cubicBezTo>
                  <a:cubicBezTo>
                    <a:pt x="63" y="122"/>
                    <a:pt x="63" y="123"/>
                    <a:pt x="63" y="122"/>
                  </a:cubicBezTo>
                  <a:cubicBezTo>
                    <a:pt x="63" y="122"/>
                    <a:pt x="63" y="121"/>
                    <a:pt x="63" y="121"/>
                  </a:cubicBezTo>
                  <a:cubicBezTo>
                    <a:pt x="63" y="120"/>
                    <a:pt x="63" y="121"/>
                    <a:pt x="63" y="121"/>
                  </a:cubicBezTo>
                  <a:cubicBezTo>
                    <a:pt x="63" y="121"/>
                    <a:pt x="64" y="121"/>
                    <a:pt x="64" y="122"/>
                  </a:cubicBezTo>
                  <a:cubicBezTo>
                    <a:pt x="64" y="122"/>
                    <a:pt x="64" y="122"/>
                    <a:pt x="64" y="122"/>
                  </a:cubicBezTo>
                  <a:cubicBezTo>
                    <a:pt x="64" y="122"/>
                    <a:pt x="64" y="121"/>
                    <a:pt x="65" y="121"/>
                  </a:cubicBezTo>
                  <a:cubicBezTo>
                    <a:pt x="65" y="120"/>
                    <a:pt x="65" y="120"/>
                    <a:pt x="65" y="120"/>
                  </a:cubicBezTo>
                  <a:cubicBezTo>
                    <a:pt x="65" y="120"/>
                    <a:pt x="65" y="121"/>
                    <a:pt x="65" y="121"/>
                  </a:cubicBezTo>
                  <a:cubicBezTo>
                    <a:pt x="66" y="121"/>
                    <a:pt x="66" y="119"/>
                    <a:pt x="67" y="120"/>
                  </a:cubicBezTo>
                  <a:cubicBezTo>
                    <a:pt x="68" y="121"/>
                    <a:pt x="68" y="120"/>
                    <a:pt x="69" y="121"/>
                  </a:cubicBezTo>
                  <a:cubicBezTo>
                    <a:pt x="69" y="121"/>
                    <a:pt x="70" y="120"/>
                    <a:pt x="70" y="119"/>
                  </a:cubicBezTo>
                  <a:cubicBezTo>
                    <a:pt x="70" y="119"/>
                    <a:pt x="69" y="120"/>
                    <a:pt x="69" y="119"/>
                  </a:cubicBezTo>
                  <a:cubicBezTo>
                    <a:pt x="68" y="119"/>
                    <a:pt x="70" y="119"/>
                    <a:pt x="70" y="119"/>
                  </a:cubicBezTo>
                  <a:cubicBezTo>
                    <a:pt x="70" y="119"/>
                    <a:pt x="71" y="118"/>
                    <a:pt x="71" y="118"/>
                  </a:cubicBezTo>
                  <a:cubicBezTo>
                    <a:pt x="71" y="118"/>
                    <a:pt x="71" y="118"/>
                    <a:pt x="70" y="118"/>
                  </a:cubicBezTo>
                  <a:cubicBezTo>
                    <a:pt x="71" y="118"/>
                    <a:pt x="72" y="118"/>
                    <a:pt x="73" y="117"/>
                  </a:cubicBezTo>
                  <a:cubicBezTo>
                    <a:pt x="73" y="118"/>
                    <a:pt x="74" y="117"/>
                    <a:pt x="75" y="117"/>
                  </a:cubicBezTo>
                  <a:cubicBezTo>
                    <a:pt x="76" y="117"/>
                    <a:pt x="76" y="118"/>
                    <a:pt x="77" y="118"/>
                  </a:cubicBezTo>
                  <a:cubicBezTo>
                    <a:pt x="79" y="119"/>
                    <a:pt x="81" y="117"/>
                    <a:pt x="82" y="118"/>
                  </a:cubicBezTo>
                  <a:cubicBezTo>
                    <a:pt x="83" y="120"/>
                    <a:pt x="82" y="121"/>
                    <a:pt x="81" y="122"/>
                  </a:cubicBezTo>
                  <a:cubicBezTo>
                    <a:pt x="80" y="122"/>
                    <a:pt x="80" y="123"/>
                    <a:pt x="81" y="123"/>
                  </a:cubicBezTo>
                  <a:cubicBezTo>
                    <a:pt x="81" y="123"/>
                    <a:pt x="82" y="124"/>
                    <a:pt x="82" y="124"/>
                  </a:cubicBezTo>
                  <a:cubicBezTo>
                    <a:pt x="81" y="125"/>
                    <a:pt x="82" y="125"/>
                    <a:pt x="82" y="125"/>
                  </a:cubicBezTo>
                  <a:cubicBezTo>
                    <a:pt x="82" y="125"/>
                    <a:pt x="82" y="126"/>
                    <a:pt x="82" y="126"/>
                  </a:cubicBezTo>
                  <a:cubicBezTo>
                    <a:pt x="82" y="126"/>
                    <a:pt x="82" y="126"/>
                    <a:pt x="82" y="126"/>
                  </a:cubicBezTo>
                  <a:cubicBezTo>
                    <a:pt x="82" y="127"/>
                    <a:pt x="83" y="127"/>
                    <a:pt x="84" y="128"/>
                  </a:cubicBezTo>
                  <a:cubicBezTo>
                    <a:pt x="84" y="128"/>
                    <a:pt x="86" y="128"/>
                    <a:pt x="86" y="129"/>
                  </a:cubicBezTo>
                  <a:cubicBezTo>
                    <a:pt x="86" y="129"/>
                    <a:pt x="86" y="129"/>
                    <a:pt x="86" y="129"/>
                  </a:cubicBezTo>
                  <a:cubicBezTo>
                    <a:pt x="86" y="129"/>
                    <a:pt x="86" y="130"/>
                    <a:pt x="86" y="130"/>
                  </a:cubicBezTo>
                  <a:cubicBezTo>
                    <a:pt x="86" y="130"/>
                    <a:pt x="86" y="130"/>
                    <a:pt x="87" y="130"/>
                  </a:cubicBezTo>
                  <a:cubicBezTo>
                    <a:pt x="87" y="131"/>
                    <a:pt x="88" y="131"/>
                    <a:pt x="88" y="131"/>
                  </a:cubicBezTo>
                  <a:cubicBezTo>
                    <a:pt x="89" y="131"/>
                    <a:pt x="91" y="132"/>
                    <a:pt x="91" y="132"/>
                  </a:cubicBezTo>
                  <a:cubicBezTo>
                    <a:pt x="91" y="131"/>
                    <a:pt x="91" y="131"/>
                    <a:pt x="92" y="130"/>
                  </a:cubicBezTo>
                  <a:cubicBezTo>
                    <a:pt x="91" y="130"/>
                    <a:pt x="91" y="129"/>
                    <a:pt x="92" y="129"/>
                  </a:cubicBezTo>
                  <a:cubicBezTo>
                    <a:pt x="92" y="128"/>
                    <a:pt x="91" y="128"/>
                    <a:pt x="92" y="127"/>
                  </a:cubicBezTo>
                  <a:cubicBezTo>
                    <a:pt x="92" y="127"/>
                    <a:pt x="92" y="126"/>
                    <a:pt x="92" y="126"/>
                  </a:cubicBezTo>
                  <a:cubicBezTo>
                    <a:pt x="93" y="126"/>
                    <a:pt x="92" y="126"/>
                    <a:pt x="92" y="126"/>
                  </a:cubicBezTo>
                  <a:cubicBezTo>
                    <a:pt x="92" y="126"/>
                    <a:pt x="93" y="126"/>
                    <a:pt x="93" y="125"/>
                  </a:cubicBezTo>
                  <a:cubicBezTo>
                    <a:pt x="92" y="125"/>
                    <a:pt x="92" y="124"/>
                    <a:pt x="92" y="125"/>
                  </a:cubicBezTo>
                  <a:cubicBezTo>
                    <a:pt x="93" y="125"/>
                    <a:pt x="92" y="124"/>
                    <a:pt x="92" y="124"/>
                  </a:cubicBezTo>
                  <a:cubicBezTo>
                    <a:pt x="92" y="123"/>
                    <a:pt x="93" y="123"/>
                    <a:pt x="94" y="123"/>
                  </a:cubicBezTo>
                  <a:cubicBezTo>
                    <a:pt x="94" y="123"/>
                    <a:pt x="94" y="123"/>
                    <a:pt x="94" y="123"/>
                  </a:cubicBezTo>
                  <a:cubicBezTo>
                    <a:pt x="94" y="123"/>
                    <a:pt x="95" y="123"/>
                    <a:pt x="95" y="123"/>
                  </a:cubicBezTo>
                  <a:cubicBezTo>
                    <a:pt x="95" y="122"/>
                    <a:pt x="95" y="122"/>
                    <a:pt x="95" y="122"/>
                  </a:cubicBezTo>
                  <a:cubicBezTo>
                    <a:pt x="95" y="122"/>
                    <a:pt x="95" y="122"/>
                    <a:pt x="95" y="122"/>
                  </a:cubicBezTo>
                  <a:cubicBezTo>
                    <a:pt x="95" y="123"/>
                    <a:pt x="96" y="122"/>
                    <a:pt x="96" y="122"/>
                  </a:cubicBezTo>
                  <a:cubicBezTo>
                    <a:pt x="96" y="122"/>
                    <a:pt x="97" y="122"/>
                    <a:pt x="97" y="122"/>
                  </a:cubicBezTo>
                  <a:cubicBezTo>
                    <a:pt x="97" y="123"/>
                    <a:pt x="96" y="123"/>
                    <a:pt x="96" y="123"/>
                  </a:cubicBezTo>
                  <a:cubicBezTo>
                    <a:pt x="96" y="123"/>
                    <a:pt x="97" y="123"/>
                    <a:pt x="97" y="123"/>
                  </a:cubicBezTo>
                  <a:cubicBezTo>
                    <a:pt x="97" y="122"/>
                    <a:pt x="97" y="122"/>
                    <a:pt x="97" y="122"/>
                  </a:cubicBezTo>
                  <a:cubicBezTo>
                    <a:pt x="96" y="121"/>
                    <a:pt x="97" y="122"/>
                    <a:pt x="97" y="121"/>
                  </a:cubicBezTo>
                  <a:cubicBezTo>
                    <a:pt x="97" y="121"/>
                    <a:pt x="96" y="121"/>
                    <a:pt x="96" y="120"/>
                  </a:cubicBezTo>
                  <a:cubicBezTo>
                    <a:pt x="95" y="120"/>
                    <a:pt x="91" y="119"/>
                    <a:pt x="92" y="117"/>
                  </a:cubicBezTo>
                  <a:cubicBezTo>
                    <a:pt x="92" y="116"/>
                    <a:pt x="91" y="115"/>
                    <a:pt x="92" y="114"/>
                  </a:cubicBezTo>
                  <a:cubicBezTo>
                    <a:pt x="93" y="114"/>
                    <a:pt x="94" y="113"/>
                    <a:pt x="94" y="114"/>
                  </a:cubicBezTo>
                  <a:cubicBezTo>
                    <a:pt x="94" y="115"/>
                    <a:pt x="93" y="115"/>
                    <a:pt x="94" y="116"/>
                  </a:cubicBezTo>
                  <a:cubicBezTo>
                    <a:pt x="94" y="116"/>
                    <a:pt x="94" y="116"/>
                    <a:pt x="94" y="117"/>
                  </a:cubicBezTo>
                  <a:cubicBezTo>
                    <a:pt x="95" y="117"/>
                    <a:pt x="94" y="117"/>
                    <a:pt x="95" y="118"/>
                  </a:cubicBezTo>
                  <a:cubicBezTo>
                    <a:pt x="95" y="118"/>
                    <a:pt x="96" y="118"/>
                    <a:pt x="96" y="118"/>
                  </a:cubicBezTo>
                  <a:cubicBezTo>
                    <a:pt x="96" y="118"/>
                    <a:pt x="95" y="117"/>
                    <a:pt x="95" y="117"/>
                  </a:cubicBezTo>
                  <a:cubicBezTo>
                    <a:pt x="95" y="117"/>
                    <a:pt x="95" y="116"/>
                    <a:pt x="95" y="116"/>
                  </a:cubicBezTo>
                  <a:cubicBezTo>
                    <a:pt x="96" y="116"/>
                    <a:pt x="95" y="117"/>
                    <a:pt x="97" y="117"/>
                  </a:cubicBezTo>
                  <a:cubicBezTo>
                    <a:pt x="98" y="117"/>
                    <a:pt x="98" y="117"/>
                    <a:pt x="99" y="118"/>
                  </a:cubicBezTo>
                  <a:cubicBezTo>
                    <a:pt x="99" y="118"/>
                    <a:pt x="98" y="118"/>
                    <a:pt x="98" y="118"/>
                  </a:cubicBezTo>
                  <a:cubicBezTo>
                    <a:pt x="98" y="119"/>
                    <a:pt x="97" y="119"/>
                    <a:pt x="97" y="119"/>
                  </a:cubicBezTo>
                  <a:cubicBezTo>
                    <a:pt x="97" y="120"/>
                    <a:pt x="101" y="118"/>
                    <a:pt x="101" y="118"/>
                  </a:cubicBezTo>
                  <a:cubicBezTo>
                    <a:pt x="102" y="118"/>
                    <a:pt x="103" y="119"/>
                    <a:pt x="103" y="119"/>
                  </a:cubicBezTo>
                  <a:cubicBezTo>
                    <a:pt x="104" y="119"/>
                    <a:pt x="104" y="118"/>
                    <a:pt x="105" y="118"/>
                  </a:cubicBezTo>
                  <a:cubicBezTo>
                    <a:pt x="106" y="118"/>
                    <a:pt x="107" y="119"/>
                    <a:pt x="108" y="119"/>
                  </a:cubicBezTo>
                  <a:cubicBezTo>
                    <a:pt x="107" y="119"/>
                    <a:pt x="107" y="118"/>
                    <a:pt x="108" y="117"/>
                  </a:cubicBezTo>
                  <a:cubicBezTo>
                    <a:pt x="108" y="117"/>
                    <a:pt x="108" y="117"/>
                    <a:pt x="108" y="116"/>
                  </a:cubicBezTo>
                  <a:cubicBezTo>
                    <a:pt x="108" y="116"/>
                    <a:pt x="108" y="115"/>
                    <a:pt x="108" y="115"/>
                  </a:cubicBezTo>
                  <a:cubicBezTo>
                    <a:pt x="109" y="115"/>
                    <a:pt x="109" y="114"/>
                    <a:pt x="109" y="115"/>
                  </a:cubicBezTo>
                  <a:cubicBezTo>
                    <a:pt x="108" y="114"/>
                    <a:pt x="109" y="114"/>
                    <a:pt x="109" y="113"/>
                  </a:cubicBezTo>
                  <a:cubicBezTo>
                    <a:pt x="110" y="113"/>
                    <a:pt x="110" y="113"/>
                    <a:pt x="111" y="114"/>
                  </a:cubicBezTo>
                  <a:cubicBezTo>
                    <a:pt x="111" y="114"/>
                    <a:pt x="112" y="114"/>
                    <a:pt x="112" y="114"/>
                  </a:cubicBezTo>
                  <a:cubicBezTo>
                    <a:pt x="112" y="115"/>
                    <a:pt x="111" y="114"/>
                    <a:pt x="111" y="115"/>
                  </a:cubicBezTo>
                  <a:cubicBezTo>
                    <a:pt x="111" y="115"/>
                    <a:pt x="111" y="116"/>
                    <a:pt x="112" y="116"/>
                  </a:cubicBezTo>
                  <a:cubicBezTo>
                    <a:pt x="112" y="117"/>
                    <a:pt x="112" y="117"/>
                    <a:pt x="112" y="118"/>
                  </a:cubicBezTo>
                  <a:cubicBezTo>
                    <a:pt x="112" y="118"/>
                    <a:pt x="113" y="119"/>
                    <a:pt x="113" y="119"/>
                  </a:cubicBezTo>
                  <a:cubicBezTo>
                    <a:pt x="114" y="119"/>
                    <a:pt x="114" y="118"/>
                    <a:pt x="115" y="119"/>
                  </a:cubicBezTo>
                  <a:cubicBezTo>
                    <a:pt x="114" y="118"/>
                    <a:pt x="115" y="117"/>
                    <a:pt x="115" y="116"/>
                  </a:cubicBezTo>
                  <a:cubicBezTo>
                    <a:pt x="114" y="115"/>
                    <a:pt x="113" y="114"/>
                    <a:pt x="114" y="113"/>
                  </a:cubicBezTo>
                  <a:cubicBezTo>
                    <a:pt x="114" y="113"/>
                    <a:pt x="113" y="113"/>
                    <a:pt x="113" y="112"/>
                  </a:cubicBezTo>
                  <a:cubicBezTo>
                    <a:pt x="113" y="112"/>
                    <a:pt x="114" y="112"/>
                    <a:pt x="114" y="111"/>
                  </a:cubicBezTo>
                  <a:cubicBezTo>
                    <a:pt x="115" y="111"/>
                    <a:pt x="117" y="111"/>
                    <a:pt x="117" y="112"/>
                  </a:cubicBezTo>
                  <a:cubicBezTo>
                    <a:pt x="118" y="112"/>
                    <a:pt x="118" y="113"/>
                    <a:pt x="118" y="113"/>
                  </a:cubicBezTo>
                  <a:cubicBezTo>
                    <a:pt x="119" y="113"/>
                    <a:pt x="118" y="113"/>
                    <a:pt x="118" y="112"/>
                  </a:cubicBezTo>
                  <a:cubicBezTo>
                    <a:pt x="119" y="112"/>
                    <a:pt x="117" y="111"/>
                    <a:pt x="117" y="111"/>
                  </a:cubicBezTo>
                  <a:cubicBezTo>
                    <a:pt x="117" y="111"/>
                    <a:pt x="117" y="110"/>
                    <a:pt x="117" y="110"/>
                  </a:cubicBezTo>
                  <a:cubicBezTo>
                    <a:pt x="118" y="110"/>
                    <a:pt x="117" y="110"/>
                    <a:pt x="117" y="110"/>
                  </a:cubicBezTo>
                  <a:cubicBezTo>
                    <a:pt x="117" y="109"/>
                    <a:pt x="118" y="110"/>
                    <a:pt x="118" y="109"/>
                  </a:cubicBezTo>
                  <a:cubicBezTo>
                    <a:pt x="118" y="109"/>
                    <a:pt x="117" y="108"/>
                    <a:pt x="117" y="108"/>
                  </a:cubicBezTo>
                  <a:cubicBezTo>
                    <a:pt x="117" y="108"/>
                    <a:pt x="118" y="107"/>
                    <a:pt x="118" y="108"/>
                  </a:cubicBezTo>
                  <a:cubicBezTo>
                    <a:pt x="118" y="108"/>
                    <a:pt x="118" y="108"/>
                    <a:pt x="118" y="108"/>
                  </a:cubicBezTo>
                  <a:cubicBezTo>
                    <a:pt x="119" y="108"/>
                    <a:pt x="118" y="107"/>
                    <a:pt x="119" y="107"/>
                  </a:cubicBezTo>
                  <a:cubicBezTo>
                    <a:pt x="119" y="107"/>
                    <a:pt x="121" y="108"/>
                    <a:pt x="120" y="109"/>
                  </a:cubicBezTo>
                  <a:cubicBezTo>
                    <a:pt x="120" y="109"/>
                    <a:pt x="120" y="109"/>
                    <a:pt x="120" y="110"/>
                  </a:cubicBezTo>
                  <a:cubicBezTo>
                    <a:pt x="120" y="110"/>
                    <a:pt x="119" y="110"/>
                    <a:pt x="119" y="110"/>
                  </a:cubicBezTo>
                  <a:cubicBezTo>
                    <a:pt x="120" y="111"/>
                    <a:pt x="119" y="111"/>
                    <a:pt x="119" y="111"/>
                  </a:cubicBezTo>
                  <a:cubicBezTo>
                    <a:pt x="119" y="111"/>
                    <a:pt x="120" y="112"/>
                    <a:pt x="120" y="112"/>
                  </a:cubicBezTo>
                  <a:cubicBezTo>
                    <a:pt x="120" y="113"/>
                    <a:pt x="120" y="113"/>
                    <a:pt x="120" y="113"/>
                  </a:cubicBezTo>
                  <a:cubicBezTo>
                    <a:pt x="120" y="114"/>
                    <a:pt x="121" y="115"/>
                    <a:pt x="120" y="115"/>
                  </a:cubicBezTo>
                  <a:cubicBezTo>
                    <a:pt x="121" y="115"/>
                    <a:pt x="121" y="116"/>
                    <a:pt x="122" y="116"/>
                  </a:cubicBezTo>
                  <a:cubicBezTo>
                    <a:pt x="122" y="116"/>
                    <a:pt x="122" y="115"/>
                    <a:pt x="122" y="115"/>
                  </a:cubicBezTo>
                  <a:cubicBezTo>
                    <a:pt x="122" y="114"/>
                    <a:pt x="123" y="114"/>
                    <a:pt x="123" y="114"/>
                  </a:cubicBezTo>
                  <a:cubicBezTo>
                    <a:pt x="124" y="113"/>
                    <a:pt x="124" y="113"/>
                    <a:pt x="125" y="113"/>
                  </a:cubicBezTo>
                  <a:cubicBezTo>
                    <a:pt x="125" y="112"/>
                    <a:pt x="125" y="112"/>
                    <a:pt x="124" y="111"/>
                  </a:cubicBezTo>
                  <a:cubicBezTo>
                    <a:pt x="124" y="110"/>
                    <a:pt x="124" y="110"/>
                    <a:pt x="124" y="109"/>
                  </a:cubicBezTo>
                  <a:cubicBezTo>
                    <a:pt x="124" y="108"/>
                    <a:pt x="125" y="107"/>
                    <a:pt x="125" y="107"/>
                  </a:cubicBezTo>
                  <a:cubicBezTo>
                    <a:pt x="126" y="107"/>
                    <a:pt x="127" y="107"/>
                    <a:pt x="127" y="107"/>
                  </a:cubicBezTo>
                  <a:cubicBezTo>
                    <a:pt x="127" y="107"/>
                    <a:pt x="123" y="103"/>
                    <a:pt x="123" y="103"/>
                  </a:cubicBezTo>
                  <a:close/>
                  <a:moveTo>
                    <a:pt x="32" y="209"/>
                  </a:moveTo>
                  <a:cubicBezTo>
                    <a:pt x="31" y="209"/>
                    <a:pt x="32" y="210"/>
                    <a:pt x="32" y="210"/>
                  </a:cubicBezTo>
                  <a:cubicBezTo>
                    <a:pt x="33" y="210"/>
                    <a:pt x="32" y="209"/>
                    <a:pt x="32" y="209"/>
                  </a:cubicBezTo>
                  <a:close/>
                  <a:moveTo>
                    <a:pt x="56" y="102"/>
                  </a:moveTo>
                  <a:cubicBezTo>
                    <a:pt x="55" y="101"/>
                    <a:pt x="56" y="101"/>
                    <a:pt x="56" y="101"/>
                  </a:cubicBezTo>
                  <a:cubicBezTo>
                    <a:pt x="56" y="101"/>
                    <a:pt x="55" y="100"/>
                    <a:pt x="55" y="100"/>
                  </a:cubicBezTo>
                  <a:cubicBezTo>
                    <a:pt x="55" y="100"/>
                    <a:pt x="55" y="100"/>
                    <a:pt x="54" y="100"/>
                  </a:cubicBezTo>
                  <a:cubicBezTo>
                    <a:pt x="54" y="100"/>
                    <a:pt x="54" y="101"/>
                    <a:pt x="54" y="101"/>
                  </a:cubicBezTo>
                  <a:cubicBezTo>
                    <a:pt x="55" y="102"/>
                    <a:pt x="55" y="102"/>
                    <a:pt x="56" y="102"/>
                  </a:cubicBezTo>
                  <a:close/>
                  <a:moveTo>
                    <a:pt x="48" y="193"/>
                  </a:moveTo>
                  <a:cubicBezTo>
                    <a:pt x="47" y="193"/>
                    <a:pt x="48" y="195"/>
                    <a:pt x="48" y="195"/>
                  </a:cubicBezTo>
                  <a:cubicBezTo>
                    <a:pt x="49" y="195"/>
                    <a:pt x="49" y="192"/>
                    <a:pt x="48" y="193"/>
                  </a:cubicBezTo>
                  <a:close/>
                  <a:moveTo>
                    <a:pt x="58" y="160"/>
                  </a:moveTo>
                  <a:cubicBezTo>
                    <a:pt x="57" y="160"/>
                    <a:pt x="57" y="162"/>
                    <a:pt x="57" y="162"/>
                  </a:cubicBezTo>
                  <a:cubicBezTo>
                    <a:pt x="58" y="163"/>
                    <a:pt x="57" y="165"/>
                    <a:pt x="58" y="165"/>
                  </a:cubicBezTo>
                  <a:cubicBezTo>
                    <a:pt x="58" y="166"/>
                    <a:pt x="58" y="165"/>
                    <a:pt x="58" y="165"/>
                  </a:cubicBezTo>
                  <a:cubicBezTo>
                    <a:pt x="58" y="164"/>
                    <a:pt x="58" y="164"/>
                    <a:pt x="58" y="163"/>
                  </a:cubicBezTo>
                  <a:cubicBezTo>
                    <a:pt x="58" y="162"/>
                    <a:pt x="58" y="161"/>
                    <a:pt x="58" y="160"/>
                  </a:cubicBezTo>
                  <a:close/>
                  <a:moveTo>
                    <a:pt x="50" y="190"/>
                  </a:moveTo>
                  <a:cubicBezTo>
                    <a:pt x="50" y="190"/>
                    <a:pt x="50" y="190"/>
                    <a:pt x="50" y="190"/>
                  </a:cubicBezTo>
                  <a:cubicBezTo>
                    <a:pt x="50" y="190"/>
                    <a:pt x="50" y="190"/>
                    <a:pt x="49" y="189"/>
                  </a:cubicBezTo>
                  <a:cubicBezTo>
                    <a:pt x="49" y="189"/>
                    <a:pt x="49" y="189"/>
                    <a:pt x="49" y="189"/>
                  </a:cubicBezTo>
                  <a:cubicBezTo>
                    <a:pt x="49" y="190"/>
                    <a:pt x="51" y="191"/>
                    <a:pt x="51" y="191"/>
                  </a:cubicBezTo>
                  <a:cubicBezTo>
                    <a:pt x="51" y="190"/>
                    <a:pt x="50" y="190"/>
                    <a:pt x="50" y="190"/>
                  </a:cubicBezTo>
                  <a:close/>
                  <a:moveTo>
                    <a:pt x="78" y="119"/>
                  </a:moveTo>
                  <a:cubicBezTo>
                    <a:pt x="78" y="120"/>
                    <a:pt x="77" y="120"/>
                    <a:pt x="77" y="121"/>
                  </a:cubicBezTo>
                  <a:cubicBezTo>
                    <a:pt x="77" y="121"/>
                    <a:pt x="77" y="121"/>
                    <a:pt x="77" y="122"/>
                  </a:cubicBezTo>
                  <a:cubicBezTo>
                    <a:pt x="77" y="122"/>
                    <a:pt x="77" y="122"/>
                    <a:pt x="77" y="122"/>
                  </a:cubicBezTo>
                  <a:cubicBezTo>
                    <a:pt x="77" y="122"/>
                    <a:pt x="77" y="123"/>
                    <a:pt x="77" y="123"/>
                  </a:cubicBezTo>
                  <a:cubicBezTo>
                    <a:pt x="78" y="123"/>
                    <a:pt x="78" y="124"/>
                    <a:pt x="78" y="123"/>
                  </a:cubicBezTo>
                  <a:cubicBezTo>
                    <a:pt x="79" y="123"/>
                    <a:pt x="79" y="123"/>
                    <a:pt x="79" y="122"/>
                  </a:cubicBezTo>
                  <a:cubicBezTo>
                    <a:pt x="79" y="122"/>
                    <a:pt x="78" y="122"/>
                    <a:pt x="78" y="121"/>
                  </a:cubicBezTo>
                  <a:cubicBezTo>
                    <a:pt x="78" y="121"/>
                    <a:pt x="79" y="120"/>
                    <a:pt x="79" y="120"/>
                  </a:cubicBezTo>
                  <a:cubicBezTo>
                    <a:pt x="79" y="119"/>
                    <a:pt x="78" y="119"/>
                    <a:pt x="78" y="119"/>
                  </a:cubicBezTo>
                  <a:close/>
                  <a:moveTo>
                    <a:pt x="33" y="132"/>
                  </a:moveTo>
                  <a:cubicBezTo>
                    <a:pt x="34" y="133"/>
                    <a:pt x="33" y="133"/>
                    <a:pt x="33" y="133"/>
                  </a:cubicBezTo>
                  <a:cubicBezTo>
                    <a:pt x="33" y="134"/>
                    <a:pt x="33" y="135"/>
                    <a:pt x="33" y="135"/>
                  </a:cubicBezTo>
                  <a:cubicBezTo>
                    <a:pt x="34" y="135"/>
                    <a:pt x="34" y="132"/>
                    <a:pt x="33" y="132"/>
                  </a:cubicBezTo>
                  <a:close/>
                  <a:moveTo>
                    <a:pt x="31" y="138"/>
                  </a:moveTo>
                  <a:cubicBezTo>
                    <a:pt x="31" y="137"/>
                    <a:pt x="32" y="137"/>
                    <a:pt x="32" y="137"/>
                  </a:cubicBezTo>
                  <a:cubicBezTo>
                    <a:pt x="32" y="137"/>
                    <a:pt x="31" y="137"/>
                    <a:pt x="31" y="137"/>
                  </a:cubicBezTo>
                  <a:cubicBezTo>
                    <a:pt x="31" y="137"/>
                    <a:pt x="31" y="136"/>
                    <a:pt x="31" y="136"/>
                  </a:cubicBezTo>
                  <a:cubicBezTo>
                    <a:pt x="31" y="136"/>
                    <a:pt x="31" y="135"/>
                    <a:pt x="31" y="135"/>
                  </a:cubicBezTo>
                  <a:cubicBezTo>
                    <a:pt x="30" y="135"/>
                    <a:pt x="31" y="136"/>
                    <a:pt x="31" y="136"/>
                  </a:cubicBezTo>
                  <a:cubicBezTo>
                    <a:pt x="30" y="136"/>
                    <a:pt x="31" y="137"/>
                    <a:pt x="31" y="137"/>
                  </a:cubicBezTo>
                  <a:cubicBezTo>
                    <a:pt x="31" y="137"/>
                    <a:pt x="30" y="137"/>
                    <a:pt x="30" y="137"/>
                  </a:cubicBezTo>
                  <a:cubicBezTo>
                    <a:pt x="31" y="137"/>
                    <a:pt x="31" y="138"/>
                    <a:pt x="31" y="138"/>
                  </a:cubicBezTo>
                  <a:cubicBezTo>
                    <a:pt x="31" y="138"/>
                    <a:pt x="31" y="138"/>
                    <a:pt x="31" y="138"/>
                  </a:cubicBezTo>
                  <a:cubicBezTo>
                    <a:pt x="31" y="138"/>
                    <a:pt x="31" y="138"/>
                    <a:pt x="31" y="138"/>
                  </a:cubicBezTo>
                  <a:close/>
                  <a:moveTo>
                    <a:pt x="74" y="4"/>
                  </a:moveTo>
                  <a:cubicBezTo>
                    <a:pt x="75" y="4"/>
                    <a:pt x="73" y="3"/>
                    <a:pt x="72" y="3"/>
                  </a:cubicBezTo>
                  <a:cubicBezTo>
                    <a:pt x="71" y="4"/>
                    <a:pt x="73" y="4"/>
                    <a:pt x="74" y="4"/>
                  </a:cubicBezTo>
                  <a:close/>
                  <a:moveTo>
                    <a:pt x="9" y="231"/>
                  </a:moveTo>
                  <a:cubicBezTo>
                    <a:pt x="8" y="231"/>
                    <a:pt x="8" y="232"/>
                    <a:pt x="8" y="232"/>
                  </a:cubicBezTo>
                  <a:cubicBezTo>
                    <a:pt x="8" y="232"/>
                    <a:pt x="8" y="232"/>
                    <a:pt x="8" y="232"/>
                  </a:cubicBezTo>
                  <a:cubicBezTo>
                    <a:pt x="8" y="233"/>
                    <a:pt x="8" y="232"/>
                    <a:pt x="8" y="232"/>
                  </a:cubicBezTo>
                  <a:cubicBezTo>
                    <a:pt x="9" y="233"/>
                    <a:pt x="11" y="233"/>
                    <a:pt x="10" y="232"/>
                  </a:cubicBezTo>
                  <a:cubicBezTo>
                    <a:pt x="10" y="231"/>
                    <a:pt x="9" y="231"/>
                    <a:pt x="9" y="231"/>
                  </a:cubicBezTo>
                  <a:close/>
                  <a:moveTo>
                    <a:pt x="92" y="84"/>
                  </a:moveTo>
                  <a:cubicBezTo>
                    <a:pt x="92" y="84"/>
                    <a:pt x="92" y="84"/>
                    <a:pt x="92" y="84"/>
                  </a:cubicBezTo>
                  <a:cubicBezTo>
                    <a:pt x="93" y="84"/>
                    <a:pt x="93" y="84"/>
                    <a:pt x="94" y="83"/>
                  </a:cubicBezTo>
                  <a:cubicBezTo>
                    <a:pt x="94" y="83"/>
                    <a:pt x="94" y="82"/>
                    <a:pt x="94" y="81"/>
                  </a:cubicBezTo>
                  <a:cubicBezTo>
                    <a:pt x="94" y="81"/>
                    <a:pt x="93" y="81"/>
                    <a:pt x="93" y="81"/>
                  </a:cubicBezTo>
                  <a:cubicBezTo>
                    <a:pt x="92" y="81"/>
                    <a:pt x="92" y="79"/>
                    <a:pt x="92" y="79"/>
                  </a:cubicBezTo>
                  <a:cubicBezTo>
                    <a:pt x="92" y="78"/>
                    <a:pt x="91" y="78"/>
                    <a:pt x="91" y="79"/>
                  </a:cubicBezTo>
                  <a:cubicBezTo>
                    <a:pt x="91" y="79"/>
                    <a:pt x="91" y="79"/>
                    <a:pt x="91" y="79"/>
                  </a:cubicBezTo>
                  <a:cubicBezTo>
                    <a:pt x="91" y="80"/>
                    <a:pt x="90" y="81"/>
                    <a:pt x="91" y="82"/>
                  </a:cubicBezTo>
                  <a:cubicBezTo>
                    <a:pt x="91" y="82"/>
                    <a:pt x="92" y="82"/>
                    <a:pt x="92" y="82"/>
                  </a:cubicBezTo>
                  <a:cubicBezTo>
                    <a:pt x="92" y="82"/>
                    <a:pt x="92" y="83"/>
                    <a:pt x="92" y="83"/>
                  </a:cubicBezTo>
                  <a:cubicBezTo>
                    <a:pt x="92" y="84"/>
                    <a:pt x="92" y="83"/>
                    <a:pt x="92" y="84"/>
                  </a:cubicBezTo>
                  <a:close/>
                  <a:moveTo>
                    <a:pt x="77" y="36"/>
                  </a:moveTo>
                  <a:cubicBezTo>
                    <a:pt x="77" y="36"/>
                    <a:pt x="78" y="38"/>
                    <a:pt x="78" y="37"/>
                  </a:cubicBezTo>
                  <a:cubicBezTo>
                    <a:pt x="79" y="37"/>
                    <a:pt x="78" y="36"/>
                    <a:pt x="78" y="36"/>
                  </a:cubicBezTo>
                  <a:cubicBezTo>
                    <a:pt x="78" y="35"/>
                    <a:pt x="77" y="36"/>
                    <a:pt x="77" y="36"/>
                  </a:cubicBezTo>
                  <a:close/>
                  <a:moveTo>
                    <a:pt x="53" y="187"/>
                  </a:moveTo>
                  <a:cubicBezTo>
                    <a:pt x="53" y="187"/>
                    <a:pt x="53" y="187"/>
                    <a:pt x="52" y="187"/>
                  </a:cubicBezTo>
                  <a:cubicBezTo>
                    <a:pt x="53" y="186"/>
                    <a:pt x="52" y="186"/>
                    <a:pt x="52" y="186"/>
                  </a:cubicBezTo>
                  <a:cubicBezTo>
                    <a:pt x="52" y="187"/>
                    <a:pt x="52" y="187"/>
                    <a:pt x="52" y="187"/>
                  </a:cubicBezTo>
                  <a:cubicBezTo>
                    <a:pt x="52" y="187"/>
                    <a:pt x="51" y="187"/>
                    <a:pt x="51" y="187"/>
                  </a:cubicBezTo>
                  <a:cubicBezTo>
                    <a:pt x="51" y="187"/>
                    <a:pt x="51" y="188"/>
                    <a:pt x="50" y="188"/>
                  </a:cubicBezTo>
                  <a:cubicBezTo>
                    <a:pt x="50" y="188"/>
                    <a:pt x="50" y="188"/>
                    <a:pt x="49" y="188"/>
                  </a:cubicBezTo>
                  <a:cubicBezTo>
                    <a:pt x="49" y="188"/>
                    <a:pt x="50" y="189"/>
                    <a:pt x="50" y="189"/>
                  </a:cubicBezTo>
                  <a:cubicBezTo>
                    <a:pt x="50" y="189"/>
                    <a:pt x="48" y="189"/>
                    <a:pt x="49" y="189"/>
                  </a:cubicBezTo>
                  <a:cubicBezTo>
                    <a:pt x="50" y="189"/>
                    <a:pt x="50" y="189"/>
                    <a:pt x="50" y="189"/>
                  </a:cubicBezTo>
                  <a:cubicBezTo>
                    <a:pt x="50" y="190"/>
                    <a:pt x="51" y="190"/>
                    <a:pt x="51" y="190"/>
                  </a:cubicBezTo>
                  <a:cubicBezTo>
                    <a:pt x="51" y="190"/>
                    <a:pt x="51" y="190"/>
                    <a:pt x="51" y="190"/>
                  </a:cubicBezTo>
                  <a:cubicBezTo>
                    <a:pt x="51" y="190"/>
                    <a:pt x="52" y="190"/>
                    <a:pt x="52" y="189"/>
                  </a:cubicBezTo>
                  <a:cubicBezTo>
                    <a:pt x="52" y="189"/>
                    <a:pt x="52" y="189"/>
                    <a:pt x="51" y="189"/>
                  </a:cubicBezTo>
                  <a:cubicBezTo>
                    <a:pt x="52" y="189"/>
                    <a:pt x="52" y="189"/>
                    <a:pt x="52" y="188"/>
                  </a:cubicBezTo>
                  <a:cubicBezTo>
                    <a:pt x="52" y="188"/>
                    <a:pt x="52" y="188"/>
                    <a:pt x="52" y="188"/>
                  </a:cubicBezTo>
                  <a:cubicBezTo>
                    <a:pt x="52" y="188"/>
                    <a:pt x="53" y="188"/>
                    <a:pt x="53" y="187"/>
                  </a:cubicBezTo>
                  <a:cubicBezTo>
                    <a:pt x="53" y="187"/>
                    <a:pt x="53" y="187"/>
                    <a:pt x="53" y="186"/>
                  </a:cubicBezTo>
                  <a:cubicBezTo>
                    <a:pt x="53" y="186"/>
                    <a:pt x="53" y="186"/>
                    <a:pt x="53" y="187"/>
                  </a:cubicBezTo>
                  <a:close/>
                  <a:moveTo>
                    <a:pt x="46" y="199"/>
                  </a:moveTo>
                  <a:cubicBezTo>
                    <a:pt x="47" y="199"/>
                    <a:pt x="47" y="198"/>
                    <a:pt x="47" y="198"/>
                  </a:cubicBezTo>
                  <a:cubicBezTo>
                    <a:pt x="47" y="198"/>
                    <a:pt x="46" y="198"/>
                    <a:pt x="46" y="198"/>
                  </a:cubicBezTo>
                  <a:cubicBezTo>
                    <a:pt x="45" y="198"/>
                    <a:pt x="46" y="199"/>
                    <a:pt x="46" y="199"/>
                  </a:cubicBezTo>
                  <a:close/>
                  <a:moveTo>
                    <a:pt x="1" y="230"/>
                  </a:moveTo>
                  <a:cubicBezTo>
                    <a:pt x="0" y="231"/>
                    <a:pt x="2" y="230"/>
                    <a:pt x="1" y="230"/>
                  </a:cubicBezTo>
                  <a:close/>
                  <a:moveTo>
                    <a:pt x="51" y="172"/>
                  </a:moveTo>
                  <a:cubicBezTo>
                    <a:pt x="51" y="171"/>
                    <a:pt x="50" y="171"/>
                    <a:pt x="50" y="171"/>
                  </a:cubicBezTo>
                  <a:cubicBezTo>
                    <a:pt x="50" y="171"/>
                    <a:pt x="50" y="172"/>
                    <a:pt x="51" y="172"/>
                  </a:cubicBezTo>
                  <a:close/>
                  <a:moveTo>
                    <a:pt x="49" y="173"/>
                  </a:moveTo>
                  <a:cubicBezTo>
                    <a:pt x="49" y="175"/>
                    <a:pt x="50" y="173"/>
                    <a:pt x="49" y="173"/>
                  </a:cubicBezTo>
                  <a:close/>
                  <a:moveTo>
                    <a:pt x="51" y="170"/>
                  </a:moveTo>
                  <a:cubicBezTo>
                    <a:pt x="51" y="169"/>
                    <a:pt x="49" y="170"/>
                    <a:pt x="51" y="170"/>
                  </a:cubicBezTo>
                  <a:close/>
                  <a:moveTo>
                    <a:pt x="54" y="165"/>
                  </a:moveTo>
                  <a:cubicBezTo>
                    <a:pt x="54" y="164"/>
                    <a:pt x="53" y="165"/>
                    <a:pt x="53" y="166"/>
                  </a:cubicBezTo>
                  <a:cubicBezTo>
                    <a:pt x="53" y="166"/>
                    <a:pt x="54" y="167"/>
                    <a:pt x="54" y="167"/>
                  </a:cubicBezTo>
                  <a:cubicBezTo>
                    <a:pt x="55" y="167"/>
                    <a:pt x="56" y="167"/>
                    <a:pt x="56" y="166"/>
                  </a:cubicBezTo>
                  <a:cubicBezTo>
                    <a:pt x="56" y="165"/>
                    <a:pt x="55" y="165"/>
                    <a:pt x="54" y="165"/>
                  </a:cubicBezTo>
                  <a:close/>
                  <a:moveTo>
                    <a:pt x="295" y="232"/>
                  </a:moveTo>
                  <a:cubicBezTo>
                    <a:pt x="295" y="232"/>
                    <a:pt x="295" y="232"/>
                    <a:pt x="295" y="232"/>
                  </a:cubicBezTo>
                  <a:cubicBezTo>
                    <a:pt x="295" y="232"/>
                    <a:pt x="295" y="232"/>
                    <a:pt x="295" y="23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60" name="Jamaica">
              <a:extLst>
                <a:ext uri="{FF2B5EF4-FFF2-40B4-BE49-F238E27FC236}">
                  <a16:creationId xmlns:a16="http://schemas.microsoft.com/office/drawing/2014/main" id="{2B24AB35-5ECB-769A-69E1-7CB514054E1A}"/>
                </a:ext>
              </a:extLst>
            </p:cNvPr>
            <p:cNvSpPr>
              <a:spLocks/>
            </p:cNvSpPr>
            <p:nvPr/>
          </p:nvSpPr>
          <p:spPr bwMode="auto">
            <a:xfrm>
              <a:off x="3045339" y="3324907"/>
              <a:ext cx="74493" cy="31365"/>
            </a:xfrm>
            <a:custGeom>
              <a:avLst/>
              <a:gdLst/>
              <a:ahLst/>
              <a:cxnLst>
                <a:cxn ang="0">
                  <a:pos x="20" y="4"/>
                </a:cxn>
                <a:cxn ang="0">
                  <a:pos x="18" y="3"/>
                </a:cxn>
                <a:cxn ang="0">
                  <a:pos x="17" y="3"/>
                </a:cxn>
                <a:cxn ang="0">
                  <a:pos x="16" y="2"/>
                </a:cxn>
                <a:cxn ang="0">
                  <a:pos x="14" y="1"/>
                </a:cxn>
                <a:cxn ang="0">
                  <a:pos x="13" y="1"/>
                </a:cxn>
                <a:cxn ang="0">
                  <a:pos x="11" y="1"/>
                </a:cxn>
                <a:cxn ang="0">
                  <a:pos x="9" y="0"/>
                </a:cxn>
                <a:cxn ang="0">
                  <a:pos x="8" y="0"/>
                </a:cxn>
                <a:cxn ang="0">
                  <a:pos x="6" y="0"/>
                </a:cxn>
                <a:cxn ang="0">
                  <a:pos x="4" y="1"/>
                </a:cxn>
                <a:cxn ang="0">
                  <a:pos x="2" y="1"/>
                </a:cxn>
                <a:cxn ang="0">
                  <a:pos x="0" y="3"/>
                </a:cxn>
                <a:cxn ang="0">
                  <a:pos x="1" y="3"/>
                </a:cxn>
                <a:cxn ang="0">
                  <a:pos x="3" y="3"/>
                </a:cxn>
                <a:cxn ang="0">
                  <a:pos x="4" y="5"/>
                </a:cxn>
                <a:cxn ang="0">
                  <a:pos x="5" y="5"/>
                </a:cxn>
                <a:cxn ang="0">
                  <a:pos x="6" y="7"/>
                </a:cxn>
                <a:cxn ang="0">
                  <a:pos x="7" y="7"/>
                </a:cxn>
                <a:cxn ang="0">
                  <a:pos x="9" y="7"/>
                </a:cxn>
                <a:cxn ang="0">
                  <a:pos x="11" y="9"/>
                </a:cxn>
                <a:cxn ang="0">
                  <a:pos x="11" y="8"/>
                </a:cxn>
                <a:cxn ang="0">
                  <a:pos x="12" y="7"/>
                </a:cxn>
                <a:cxn ang="0">
                  <a:pos x="13" y="7"/>
                </a:cxn>
                <a:cxn ang="0">
                  <a:pos x="14" y="6"/>
                </a:cxn>
                <a:cxn ang="0">
                  <a:pos x="15" y="6"/>
                </a:cxn>
                <a:cxn ang="0">
                  <a:pos x="16" y="6"/>
                </a:cxn>
                <a:cxn ang="0">
                  <a:pos x="15" y="6"/>
                </a:cxn>
                <a:cxn ang="0">
                  <a:pos x="16" y="6"/>
                </a:cxn>
                <a:cxn ang="0">
                  <a:pos x="17" y="7"/>
                </a:cxn>
                <a:cxn ang="0">
                  <a:pos x="20" y="7"/>
                </a:cxn>
                <a:cxn ang="0">
                  <a:pos x="21" y="6"/>
                </a:cxn>
                <a:cxn ang="0">
                  <a:pos x="20" y="4"/>
                </a:cxn>
              </a:cxnLst>
              <a:rect l="0" t="0" r="r" b="b"/>
              <a:pathLst>
                <a:path w="21" h="9">
                  <a:moveTo>
                    <a:pt x="20" y="4"/>
                  </a:moveTo>
                  <a:cubicBezTo>
                    <a:pt x="19" y="4"/>
                    <a:pt x="19" y="3"/>
                    <a:pt x="18" y="3"/>
                  </a:cubicBezTo>
                  <a:cubicBezTo>
                    <a:pt x="17" y="3"/>
                    <a:pt x="17" y="3"/>
                    <a:pt x="17" y="3"/>
                  </a:cubicBezTo>
                  <a:cubicBezTo>
                    <a:pt x="16" y="2"/>
                    <a:pt x="16" y="3"/>
                    <a:pt x="16" y="2"/>
                  </a:cubicBezTo>
                  <a:cubicBezTo>
                    <a:pt x="15" y="2"/>
                    <a:pt x="15" y="1"/>
                    <a:pt x="14" y="1"/>
                  </a:cubicBezTo>
                  <a:cubicBezTo>
                    <a:pt x="14" y="1"/>
                    <a:pt x="13" y="1"/>
                    <a:pt x="13" y="1"/>
                  </a:cubicBezTo>
                  <a:cubicBezTo>
                    <a:pt x="12" y="1"/>
                    <a:pt x="12" y="1"/>
                    <a:pt x="11" y="1"/>
                  </a:cubicBezTo>
                  <a:cubicBezTo>
                    <a:pt x="11" y="0"/>
                    <a:pt x="10" y="0"/>
                    <a:pt x="9" y="0"/>
                  </a:cubicBezTo>
                  <a:cubicBezTo>
                    <a:pt x="9" y="0"/>
                    <a:pt x="9" y="0"/>
                    <a:pt x="8" y="0"/>
                  </a:cubicBezTo>
                  <a:cubicBezTo>
                    <a:pt x="7" y="0"/>
                    <a:pt x="7" y="0"/>
                    <a:pt x="6" y="0"/>
                  </a:cubicBezTo>
                  <a:cubicBezTo>
                    <a:pt x="5" y="0"/>
                    <a:pt x="5" y="1"/>
                    <a:pt x="4" y="1"/>
                  </a:cubicBezTo>
                  <a:cubicBezTo>
                    <a:pt x="4" y="0"/>
                    <a:pt x="2" y="0"/>
                    <a:pt x="2" y="1"/>
                  </a:cubicBezTo>
                  <a:cubicBezTo>
                    <a:pt x="1" y="2"/>
                    <a:pt x="1" y="2"/>
                    <a:pt x="0" y="3"/>
                  </a:cubicBezTo>
                  <a:cubicBezTo>
                    <a:pt x="0" y="3"/>
                    <a:pt x="1" y="3"/>
                    <a:pt x="1" y="3"/>
                  </a:cubicBezTo>
                  <a:cubicBezTo>
                    <a:pt x="2" y="3"/>
                    <a:pt x="2" y="3"/>
                    <a:pt x="3" y="3"/>
                  </a:cubicBezTo>
                  <a:cubicBezTo>
                    <a:pt x="4" y="3"/>
                    <a:pt x="3" y="4"/>
                    <a:pt x="4" y="5"/>
                  </a:cubicBezTo>
                  <a:cubicBezTo>
                    <a:pt x="4" y="5"/>
                    <a:pt x="5" y="5"/>
                    <a:pt x="5" y="5"/>
                  </a:cubicBezTo>
                  <a:cubicBezTo>
                    <a:pt x="5" y="6"/>
                    <a:pt x="5" y="6"/>
                    <a:pt x="6" y="7"/>
                  </a:cubicBezTo>
                  <a:cubicBezTo>
                    <a:pt x="6" y="7"/>
                    <a:pt x="7" y="7"/>
                    <a:pt x="7" y="7"/>
                  </a:cubicBezTo>
                  <a:cubicBezTo>
                    <a:pt x="8" y="7"/>
                    <a:pt x="8" y="7"/>
                    <a:pt x="9" y="7"/>
                  </a:cubicBezTo>
                  <a:cubicBezTo>
                    <a:pt x="10" y="7"/>
                    <a:pt x="10" y="9"/>
                    <a:pt x="11" y="9"/>
                  </a:cubicBezTo>
                  <a:cubicBezTo>
                    <a:pt x="12" y="9"/>
                    <a:pt x="11" y="8"/>
                    <a:pt x="11" y="8"/>
                  </a:cubicBezTo>
                  <a:cubicBezTo>
                    <a:pt x="11" y="8"/>
                    <a:pt x="12" y="7"/>
                    <a:pt x="12" y="7"/>
                  </a:cubicBezTo>
                  <a:cubicBezTo>
                    <a:pt x="12" y="6"/>
                    <a:pt x="13" y="7"/>
                    <a:pt x="13" y="7"/>
                  </a:cubicBezTo>
                  <a:cubicBezTo>
                    <a:pt x="13" y="7"/>
                    <a:pt x="14" y="7"/>
                    <a:pt x="14" y="6"/>
                  </a:cubicBezTo>
                  <a:cubicBezTo>
                    <a:pt x="14" y="6"/>
                    <a:pt x="14" y="5"/>
                    <a:pt x="15" y="6"/>
                  </a:cubicBezTo>
                  <a:cubicBezTo>
                    <a:pt x="15" y="6"/>
                    <a:pt x="16" y="6"/>
                    <a:pt x="16" y="6"/>
                  </a:cubicBezTo>
                  <a:cubicBezTo>
                    <a:pt x="15" y="6"/>
                    <a:pt x="15" y="6"/>
                    <a:pt x="15" y="6"/>
                  </a:cubicBezTo>
                  <a:cubicBezTo>
                    <a:pt x="15" y="6"/>
                    <a:pt x="16" y="6"/>
                    <a:pt x="16" y="6"/>
                  </a:cubicBezTo>
                  <a:cubicBezTo>
                    <a:pt x="17" y="7"/>
                    <a:pt x="17" y="7"/>
                    <a:pt x="17" y="7"/>
                  </a:cubicBezTo>
                  <a:cubicBezTo>
                    <a:pt x="18" y="8"/>
                    <a:pt x="19" y="7"/>
                    <a:pt x="20" y="7"/>
                  </a:cubicBezTo>
                  <a:cubicBezTo>
                    <a:pt x="19" y="7"/>
                    <a:pt x="21" y="6"/>
                    <a:pt x="21" y="6"/>
                  </a:cubicBezTo>
                  <a:cubicBezTo>
                    <a:pt x="21" y="6"/>
                    <a:pt x="20" y="5"/>
                    <a:pt x="20" y="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61" name="Italy">
              <a:extLst>
                <a:ext uri="{FF2B5EF4-FFF2-40B4-BE49-F238E27FC236}">
                  <a16:creationId xmlns:a16="http://schemas.microsoft.com/office/drawing/2014/main" id="{B23581F0-A6B4-31C0-D948-32E20129FC03}"/>
                </a:ext>
              </a:extLst>
            </p:cNvPr>
            <p:cNvSpPr>
              <a:spLocks noEditPoints="1"/>
            </p:cNvSpPr>
            <p:nvPr/>
          </p:nvSpPr>
          <p:spPr bwMode="auto">
            <a:xfrm>
              <a:off x="5934865" y="2215362"/>
              <a:ext cx="375404" cy="403827"/>
            </a:xfrm>
            <a:custGeom>
              <a:avLst/>
              <a:gdLst/>
              <a:ahLst/>
              <a:cxnLst>
                <a:cxn ang="0">
                  <a:pos x="87" y="63"/>
                </a:cxn>
                <a:cxn ang="0">
                  <a:pos x="71" y="53"/>
                </a:cxn>
                <a:cxn ang="0">
                  <a:pos x="58" y="37"/>
                </a:cxn>
                <a:cxn ang="0">
                  <a:pos x="50" y="25"/>
                </a:cxn>
                <a:cxn ang="0">
                  <a:pos x="49" y="22"/>
                </a:cxn>
                <a:cxn ang="0">
                  <a:pos x="50" y="17"/>
                </a:cxn>
                <a:cxn ang="0">
                  <a:pos x="56" y="14"/>
                </a:cxn>
                <a:cxn ang="0">
                  <a:pos x="63" y="16"/>
                </a:cxn>
                <a:cxn ang="0">
                  <a:pos x="60" y="9"/>
                </a:cxn>
                <a:cxn ang="0">
                  <a:pos x="56" y="5"/>
                </a:cxn>
                <a:cxn ang="0">
                  <a:pos x="48" y="0"/>
                </a:cxn>
                <a:cxn ang="0">
                  <a:pos x="36" y="3"/>
                </a:cxn>
                <a:cxn ang="0">
                  <a:pos x="32" y="5"/>
                </a:cxn>
                <a:cxn ang="0">
                  <a:pos x="30" y="8"/>
                </a:cxn>
                <a:cxn ang="0">
                  <a:pos x="23" y="8"/>
                </a:cxn>
                <a:cxn ang="0">
                  <a:pos x="19" y="11"/>
                </a:cxn>
                <a:cxn ang="0">
                  <a:pos x="13" y="11"/>
                </a:cxn>
                <a:cxn ang="0">
                  <a:pos x="4" y="13"/>
                </a:cxn>
                <a:cxn ang="0">
                  <a:pos x="4" y="20"/>
                </a:cxn>
                <a:cxn ang="0">
                  <a:pos x="3" y="27"/>
                </a:cxn>
                <a:cxn ang="0">
                  <a:pos x="8" y="34"/>
                </a:cxn>
                <a:cxn ang="0">
                  <a:pos x="15" y="31"/>
                </a:cxn>
                <a:cxn ang="0">
                  <a:pos x="28" y="32"/>
                </a:cxn>
                <a:cxn ang="0">
                  <a:pos x="34" y="44"/>
                </a:cxn>
                <a:cxn ang="0">
                  <a:pos x="39" y="50"/>
                </a:cxn>
                <a:cxn ang="0">
                  <a:pos x="50" y="58"/>
                </a:cxn>
                <a:cxn ang="0">
                  <a:pos x="62" y="63"/>
                </a:cxn>
                <a:cxn ang="0">
                  <a:pos x="68" y="70"/>
                </a:cxn>
                <a:cxn ang="0">
                  <a:pos x="74" y="74"/>
                </a:cxn>
                <a:cxn ang="0">
                  <a:pos x="82" y="80"/>
                </a:cxn>
                <a:cxn ang="0">
                  <a:pos x="83" y="93"/>
                </a:cxn>
                <a:cxn ang="0">
                  <a:pos x="84" y="99"/>
                </a:cxn>
                <a:cxn ang="0">
                  <a:pos x="93" y="89"/>
                </a:cxn>
                <a:cxn ang="0">
                  <a:pos x="89" y="81"/>
                </a:cxn>
                <a:cxn ang="0">
                  <a:pos x="94" y="72"/>
                </a:cxn>
                <a:cxn ang="0">
                  <a:pos x="101" y="76"/>
                </a:cxn>
                <a:cxn ang="0">
                  <a:pos x="51" y="34"/>
                </a:cxn>
                <a:cxn ang="0">
                  <a:pos x="78" y="100"/>
                </a:cxn>
                <a:cxn ang="0">
                  <a:pos x="78" y="109"/>
                </a:cxn>
                <a:cxn ang="0">
                  <a:pos x="74" y="113"/>
                </a:cxn>
                <a:cxn ang="0">
                  <a:pos x="62" y="107"/>
                </a:cxn>
                <a:cxn ang="0">
                  <a:pos x="52" y="101"/>
                </a:cxn>
                <a:cxn ang="0">
                  <a:pos x="55" y="98"/>
                </a:cxn>
                <a:cxn ang="0">
                  <a:pos x="65" y="98"/>
                </a:cxn>
                <a:cxn ang="0">
                  <a:pos x="78" y="96"/>
                </a:cxn>
                <a:cxn ang="0">
                  <a:pos x="27" y="77"/>
                </a:cxn>
                <a:cxn ang="0">
                  <a:pos x="25" y="86"/>
                </a:cxn>
                <a:cxn ang="0">
                  <a:pos x="21" y="88"/>
                </a:cxn>
                <a:cxn ang="0">
                  <a:pos x="16" y="88"/>
                </a:cxn>
                <a:cxn ang="0">
                  <a:pos x="15" y="82"/>
                </a:cxn>
                <a:cxn ang="0">
                  <a:pos x="15" y="78"/>
                </a:cxn>
                <a:cxn ang="0">
                  <a:pos x="14" y="70"/>
                </a:cxn>
                <a:cxn ang="0">
                  <a:pos x="14" y="67"/>
                </a:cxn>
                <a:cxn ang="0">
                  <a:pos x="22" y="63"/>
                </a:cxn>
                <a:cxn ang="0">
                  <a:pos x="25" y="66"/>
                </a:cxn>
                <a:cxn ang="0">
                  <a:pos x="26" y="67"/>
                </a:cxn>
                <a:cxn ang="0">
                  <a:pos x="32" y="47"/>
                </a:cxn>
              </a:cxnLst>
              <a:rect l="0" t="0" r="r" b="b"/>
              <a:pathLst>
                <a:path w="106" h="114">
                  <a:moveTo>
                    <a:pt x="104" y="73"/>
                  </a:moveTo>
                  <a:cubicBezTo>
                    <a:pt x="104" y="73"/>
                    <a:pt x="103" y="72"/>
                    <a:pt x="103" y="72"/>
                  </a:cubicBezTo>
                  <a:cubicBezTo>
                    <a:pt x="102" y="71"/>
                    <a:pt x="101" y="71"/>
                    <a:pt x="101" y="71"/>
                  </a:cubicBezTo>
                  <a:cubicBezTo>
                    <a:pt x="101" y="69"/>
                    <a:pt x="99" y="69"/>
                    <a:pt x="97" y="68"/>
                  </a:cubicBezTo>
                  <a:cubicBezTo>
                    <a:pt x="96" y="68"/>
                    <a:pt x="95" y="66"/>
                    <a:pt x="93" y="65"/>
                  </a:cubicBezTo>
                  <a:cubicBezTo>
                    <a:pt x="92" y="65"/>
                    <a:pt x="90" y="64"/>
                    <a:pt x="89" y="64"/>
                  </a:cubicBezTo>
                  <a:cubicBezTo>
                    <a:pt x="88" y="64"/>
                    <a:pt x="88" y="63"/>
                    <a:pt x="87" y="63"/>
                  </a:cubicBezTo>
                  <a:cubicBezTo>
                    <a:pt x="86" y="62"/>
                    <a:pt x="84" y="62"/>
                    <a:pt x="83" y="61"/>
                  </a:cubicBezTo>
                  <a:cubicBezTo>
                    <a:pt x="82" y="61"/>
                    <a:pt x="81" y="60"/>
                    <a:pt x="82" y="59"/>
                  </a:cubicBezTo>
                  <a:cubicBezTo>
                    <a:pt x="82" y="58"/>
                    <a:pt x="84" y="58"/>
                    <a:pt x="84" y="57"/>
                  </a:cubicBezTo>
                  <a:cubicBezTo>
                    <a:pt x="85" y="55"/>
                    <a:pt x="80" y="56"/>
                    <a:pt x="79" y="56"/>
                  </a:cubicBezTo>
                  <a:cubicBezTo>
                    <a:pt x="78" y="56"/>
                    <a:pt x="77" y="56"/>
                    <a:pt x="76" y="56"/>
                  </a:cubicBezTo>
                  <a:cubicBezTo>
                    <a:pt x="75" y="56"/>
                    <a:pt x="75" y="56"/>
                    <a:pt x="74" y="55"/>
                  </a:cubicBezTo>
                  <a:cubicBezTo>
                    <a:pt x="73" y="55"/>
                    <a:pt x="72" y="55"/>
                    <a:pt x="71" y="53"/>
                  </a:cubicBezTo>
                  <a:cubicBezTo>
                    <a:pt x="71" y="53"/>
                    <a:pt x="70" y="53"/>
                    <a:pt x="70" y="52"/>
                  </a:cubicBezTo>
                  <a:cubicBezTo>
                    <a:pt x="69" y="52"/>
                    <a:pt x="69" y="51"/>
                    <a:pt x="68" y="51"/>
                  </a:cubicBezTo>
                  <a:cubicBezTo>
                    <a:pt x="67" y="50"/>
                    <a:pt x="66" y="49"/>
                    <a:pt x="65" y="48"/>
                  </a:cubicBezTo>
                  <a:cubicBezTo>
                    <a:pt x="64" y="47"/>
                    <a:pt x="64" y="45"/>
                    <a:pt x="63" y="44"/>
                  </a:cubicBezTo>
                  <a:cubicBezTo>
                    <a:pt x="63" y="43"/>
                    <a:pt x="63" y="42"/>
                    <a:pt x="63" y="41"/>
                  </a:cubicBezTo>
                  <a:cubicBezTo>
                    <a:pt x="62" y="40"/>
                    <a:pt x="62" y="40"/>
                    <a:pt x="61" y="39"/>
                  </a:cubicBezTo>
                  <a:cubicBezTo>
                    <a:pt x="61" y="37"/>
                    <a:pt x="60" y="38"/>
                    <a:pt x="58" y="37"/>
                  </a:cubicBezTo>
                  <a:cubicBezTo>
                    <a:pt x="58" y="36"/>
                    <a:pt x="57" y="36"/>
                    <a:pt x="56" y="35"/>
                  </a:cubicBezTo>
                  <a:cubicBezTo>
                    <a:pt x="56" y="35"/>
                    <a:pt x="55" y="34"/>
                    <a:pt x="55" y="34"/>
                  </a:cubicBezTo>
                  <a:cubicBezTo>
                    <a:pt x="54" y="34"/>
                    <a:pt x="53" y="34"/>
                    <a:pt x="52" y="33"/>
                  </a:cubicBezTo>
                  <a:cubicBezTo>
                    <a:pt x="52" y="33"/>
                    <a:pt x="51" y="32"/>
                    <a:pt x="51" y="32"/>
                  </a:cubicBezTo>
                  <a:cubicBezTo>
                    <a:pt x="50" y="30"/>
                    <a:pt x="50" y="29"/>
                    <a:pt x="49" y="27"/>
                  </a:cubicBezTo>
                  <a:cubicBezTo>
                    <a:pt x="49" y="27"/>
                    <a:pt x="49" y="24"/>
                    <a:pt x="50" y="24"/>
                  </a:cubicBezTo>
                  <a:cubicBezTo>
                    <a:pt x="50" y="25"/>
                    <a:pt x="50" y="25"/>
                    <a:pt x="50" y="25"/>
                  </a:cubicBezTo>
                  <a:cubicBezTo>
                    <a:pt x="51" y="24"/>
                    <a:pt x="50" y="24"/>
                    <a:pt x="51" y="24"/>
                  </a:cubicBezTo>
                  <a:cubicBezTo>
                    <a:pt x="51" y="24"/>
                    <a:pt x="51" y="24"/>
                    <a:pt x="51" y="24"/>
                  </a:cubicBezTo>
                  <a:cubicBezTo>
                    <a:pt x="51" y="24"/>
                    <a:pt x="51" y="24"/>
                    <a:pt x="51" y="23"/>
                  </a:cubicBezTo>
                  <a:cubicBezTo>
                    <a:pt x="52" y="23"/>
                    <a:pt x="51" y="23"/>
                    <a:pt x="51" y="23"/>
                  </a:cubicBezTo>
                  <a:cubicBezTo>
                    <a:pt x="51" y="23"/>
                    <a:pt x="50" y="22"/>
                    <a:pt x="50" y="22"/>
                  </a:cubicBezTo>
                  <a:cubicBezTo>
                    <a:pt x="50" y="22"/>
                    <a:pt x="50" y="22"/>
                    <a:pt x="50" y="22"/>
                  </a:cubicBezTo>
                  <a:cubicBezTo>
                    <a:pt x="50" y="22"/>
                    <a:pt x="49" y="22"/>
                    <a:pt x="49" y="22"/>
                  </a:cubicBezTo>
                  <a:cubicBezTo>
                    <a:pt x="50" y="21"/>
                    <a:pt x="50" y="21"/>
                    <a:pt x="50" y="21"/>
                  </a:cubicBezTo>
                  <a:cubicBezTo>
                    <a:pt x="50" y="21"/>
                    <a:pt x="49" y="20"/>
                    <a:pt x="49" y="20"/>
                  </a:cubicBezTo>
                  <a:cubicBezTo>
                    <a:pt x="49" y="21"/>
                    <a:pt x="49" y="20"/>
                    <a:pt x="49" y="19"/>
                  </a:cubicBezTo>
                  <a:cubicBezTo>
                    <a:pt x="49" y="20"/>
                    <a:pt x="48" y="19"/>
                    <a:pt x="48" y="19"/>
                  </a:cubicBezTo>
                  <a:cubicBezTo>
                    <a:pt x="48" y="19"/>
                    <a:pt x="49" y="20"/>
                    <a:pt x="49" y="19"/>
                  </a:cubicBezTo>
                  <a:cubicBezTo>
                    <a:pt x="49" y="19"/>
                    <a:pt x="49" y="18"/>
                    <a:pt x="49" y="18"/>
                  </a:cubicBezTo>
                  <a:cubicBezTo>
                    <a:pt x="49" y="17"/>
                    <a:pt x="50" y="18"/>
                    <a:pt x="50" y="17"/>
                  </a:cubicBezTo>
                  <a:cubicBezTo>
                    <a:pt x="50" y="17"/>
                    <a:pt x="50" y="17"/>
                    <a:pt x="50" y="17"/>
                  </a:cubicBezTo>
                  <a:cubicBezTo>
                    <a:pt x="51" y="17"/>
                    <a:pt x="51" y="17"/>
                    <a:pt x="51" y="17"/>
                  </a:cubicBezTo>
                  <a:cubicBezTo>
                    <a:pt x="51" y="16"/>
                    <a:pt x="51" y="17"/>
                    <a:pt x="52" y="17"/>
                  </a:cubicBezTo>
                  <a:cubicBezTo>
                    <a:pt x="51" y="17"/>
                    <a:pt x="51" y="17"/>
                    <a:pt x="50" y="18"/>
                  </a:cubicBezTo>
                  <a:cubicBezTo>
                    <a:pt x="52" y="18"/>
                    <a:pt x="53" y="17"/>
                    <a:pt x="54" y="16"/>
                  </a:cubicBezTo>
                  <a:cubicBezTo>
                    <a:pt x="55" y="16"/>
                    <a:pt x="56" y="16"/>
                    <a:pt x="57" y="15"/>
                  </a:cubicBezTo>
                  <a:cubicBezTo>
                    <a:pt x="56" y="15"/>
                    <a:pt x="56" y="15"/>
                    <a:pt x="56" y="14"/>
                  </a:cubicBezTo>
                  <a:cubicBezTo>
                    <a:pt x="56" y="14"/>
                    <a:pt x="57" y="14"/>
                    <a:pt x="57" y="14"/>
                  </a:cubicBezTo>
                  <a:cubicBezTo>
                    <a:pt x="58" y="14"/>
                    <a:pt x="60" y="15"/>
                    <a:pt x="59" y="15"/>
                  </a:cubicBezTo>
                  <a:cubicBezTo>
                    <a:pt x="59" y="15"/>
                    <a:pt x="60" y="15"/>
                    <a:pt x="60" y="15"/>
                  </a:cubicBezTo>
                  <a:cubicBezTo>
                    <a:pt x="60" y="14"/>
                    <a:pt x="61" y="14"/>
                    <a:pt x="61" y="14"/>
                  </a:cubicBezTo>
                  <a:cubicBezTo>
                    <a:pt x="62" y="15"/>
                    <a:pt x="62" y="16"/>
                    <a:pt x="62" y="16"/>
                  </a:cubicBezTo>
                  <a:cubicBezTo>
                    <a:pt x="62" y="16"/>
                    <a:pt x="62" y="16"/>
                    <a:pt x="62" y="16"/>
                  </a:cubicBezTo>
                  <a:cubicBezTo>
                    <a:pt x="62" y="16"/>
                    <a:pt x="63" y="16"/>
                    <a:pt x="63" y="16"/>
                  </a:cubicBezTo>
                  <a:cubicBezTo>
                    <a:pt x="63" y="15"/>
                    <a:pt x="63" y="15"/>
                    <a:pt x="62" y="15"/>
                  </a:cubicBezTo>
                  <a:cubicBezTo>
                    <a:pt x="62" y="14"/>
                    <a:pt x="60" y="14"/>
                    <a:pt x="61" y="13"/>
                  </a:cubicBezTo>
                  <a:cubicBezTo>
                    <a:pt x="61" y="13"/>
                    <a:pt x="61" y="12"/>
                    <a:pt x="61" y="12"/>
                  </a:cubicBezTo>
                  <a:cubicBezTo>
                    <a:pt x="60" y="12"/>
                    <a:pt x="60" y="12"/>
                    <a:pt x="60" y="12"/>
                  </a:cubicBezTo>
                  <a:cubicBezTo>
                    <a:pt x="59" y="11"/>
                    <a:pt x="61" y="10"/>
                    <a:pt x="61" y="10"/>
                  </a:cubicBezTo>
                  <a:cubicBezTo>
                    <a:pt x="61" y="10"/>
                    <a:pt x="60" y="10"/>
                    <a:pt x="60" y="9"/>
                  </a:cubicBezTo>
                  <a:cubicBezTo>
                    <a:pt x="60" y="9"/>
                    <a:pt x="60" y="9"/>
                    <a:pt x="60" y="9"/>
                  </a:cubicBezTo>
                  <a:cubicBezTo>
                    <a:pt x="59" y="9"/>
                    <a:pt x="59" y="9"/>
                    <a:pt x="59" y="9"/>
                  </a:cubicBezTo>
                  <a:cubicBezTo>
                    <a:pt x="59" y="10"/>
                    <a:pt x="59" y="8"/>
                    <a:pt x="59" y="8"/>
                  </a:cubicBezTo>
                  <a:cubicBezTo>
                    <a:pt x="59" y="8"/>
                    <a:pt x="59" y="8"/>
                    <a:pt x="60" y="8"/>
                  </a:cubicBezTo>
                  <a:cubicBezTo>
                    <a:pt x="61" y="7"/>
                    <a:pt x="61" y="7"/>
                    <a:pt x="62" y="6"/>
                  </a:cubicBezTo>
                  <a:cubicBezTo>
                    <a:pt x="61" y="6"/>
                    <a:pt x="61" y="6"/>
                    <a:pt x="60" y="6"/>
                  </a:cubicBezTo>
                  <a:cubicBezTo>
                    <a:pt x="60" y="6"/>
                    <a:pt x="60" y="6"/>
                    <a:pt x="59" y="6"/>
                  </a:cubicBezTo>
                  <a:cubicBezTo>
                    <a:pt x="58" y="6"/>
                    <a:pt x="57" y="5"/>
                    <a:pt x="56" y="5"/>
                  </a:cubicBezTo>
                  <a:cubicBezTo>
                    <a:pt x="54" y="5"/>
                    <a:pt x="53" y="5"/>
                    <a:pt x="51" y="4"/>
                  </a:cubicBezTo>
                  <a:cubicBezTo>
                    <a:pt x="51" y="4"/>
                    <a:pt x="50" y="4"/>
                    <a:pt x="50" y="4"/>
                  </a:cubicBezTo>
                  <a:cubicBezTo>
                    <a:pt x="50" y="3"/>
                    <a:pt x="50" y="3"/>
                    <a:pt x="49" y="3"/>
                  </a:cubicBezTo>
                  <a:cubicBezTo>
                    <a:pt x="49" y="3"/>
                    <a:pt x="49" y="3"/>
                    <a:pt x="49" y="2"/>
                  </a:cubicBezTo>
                  <a:cubicBezTo>
                    <a:pt x="49" y="2"/>
                    <a:pt x="49" y="2"/>
                    <a:pt x="48" y="2"/>
                  </a:cubicBezTo>
                  <a:cubicBezTo>
                    <a:pt x="48" y="2"/>
                    <a:pt x="48" y="1"/>
                    <a:pt x="48" y="1"/>
                  </a:cubicBezTo>
                  <a:cubicBezTo>
                    <a:pt x="49" y="0"/>
                    <a:pt x="48" y="0"/>
                    <a:pt x="48" y="0"/>
                  </a:cubicBezTo>
                  <a:cubicBezTo>
                    <a:pt x="47" y="0"/>
                    <a:pt x="45" y="2"/>
                    <a:pt x="44" y="1"/>
                  </a:cubicBezTo>
                  <a:cubicBezTo>
                    <a:pt x="43" y="1"/>
                    <a:pt x="43" y="1"/>
                    <a:pt x="42" y="1"/>
                  </a:cubicBezTo>
                  <a:cubicBezTo>
                    <a:pt x="42" y="1"/>
                    <a:pt x="42" y="1"/>
                    <a:pt x="42" y="1"/>
                  </a:cubicBezTo>
                  <a:cubicBezTo>
                    <a:pt x="41" y="1"/>
                    <a:pt x="41" y="1"/>
                    <a:pt x="41" y="1"/>
                  </a:cubicBezTo>
                  <a:cubicBezTo>
                    <a:pt x="40" y="1"/>
                    <a:pt x="39" y="1"/>
                    <a:pt x="39" y="2"/>
                  </a:cubicBezTo>
                  <a:cubicBezTo>
                    <a:pt x="39" y="2"/>
                    <a:pt x="39" y="3"/>
                    <a:pt x="38" y="3"/>
                  </a:cubicBezTo>
                  <a:cubicBezTo>
                    <a:pt x="38" y="4"/>
                    <a:pt x="36" y="3"/>
                    <a:pt x="36" y="3"/>
                  </a:cubicBezTo>
                  <a:cubicBezTo>
                    <a:pt x="36" y="3"/>
                    <a:pt x="36" y="3"/>
                    <a:pt x="36" y="3"/>
                  </a:cubicBezTo>
                  <a:cubicBezTo>
                    <a:pt x="36" y="3"/>
                    <a:pt x="36" y="2"/>
                    <a:pt x="35" y="2"/>
                  </a:cubicBezTo>
                  <a:cubicBezTo>
                    <a:pt x="35" y="2"/>
                    <a:pt x="34" y="3"/>
                    <a:pt x="34" y="2"/>
                  </a:cubicBezTo>
                  <a:cubicBezTo>
                    <a:pt x="33" y="3"/>
                    <a:pt x="33" y="4"/>
                    <a:pt x="33" y="4"/>
                  </a:cubicBezTo>
                  <a:cubicBezTo>
                    <a:pt x="33" y="5"/>
                    <a:pt x="33" y="5"/>
                    <a:pt x="34" y="5"/>
                  </a:cubicBezTo>
                  <a:cubicBezTo>
                    <a:pt x="34" y="5"/>
                    <a:pt x="34" y="6"/>
                    <a:pt x="33" y="6"/>
                  </a:cubicBezTo>
                  <a:cubicBezTo>
                    <a:pt x="33" y="6"/>
                    <a:pt x="32" y="6"/>
                    <a:pt x="32" y="5"/>
                  </a:cubicBezTo>
                  <a:cubicBezTo>
                    <a:pt x="32" y="5"/>
                    <a:pt x="31" y="5"/>
                    <a:pt x="31" y="5"/>
                  </a:cubicBezTo>
                  <a:cubicBezTo>
                    <a:pt x="31" y="5"/>
                    <a:pt x="30" y="5"/>
                    <a:pt x="30" y="5"/>
                  </a:cubicBezTo>
                  <a:cubicBezTo>
                    <a:pt x="30" y="6"/>
                    <a:pt x="30" y="6"/>
                    <a:pt x="30" y="6"/>
                  </a:cubicBezTo>
                  <a:cubicBezTo>
                    <a:pt x="30" y="7"/>
                    <a:pt x="31" y="7"/>
                    <a:pt x="31" y="7"/>
                  </a:cubicBezTo>
                  <a:cubicBezTo>
                    <a:pt x="31" y="8"/>
                    <a:pt x="30" y="8"/>
                    <a:pt x="30" y="8"/>
                  </a:cubicBezTo>
                  <a:cubicBezTo>
                    <a:pt x="30" y="8"/>
                    <a:pt x="31" y="8"/>
                    <a:pt x="31" y="9"/>
                  </a:cubicBezTo>
                  <a:cubicBezTo>
                    <a:pt x="31" y="10"/>
                    <a:pt x="30" y="9"/>
                    <a:pt x="30" y="8"/>
                  </a:cubicBezTo>
                  <a:cubicBezTo>
                    <a:pt x="29" y="8"/>
                    <a:pt x="29" y="7"/>
                    <a:pt x="28" y="8"/>
                  </a:cubicBezTo>
                  <a:cubicBezTo>
                    <a:pt x="28" y="8"/>
                    <a:pt x="27" y="8"/>
                    <a:pt x="27" y="8"/>
                  </a:cubicBezTo>
                  <a:cubicBezTo>
                    <a:pt x="27" y="8"/>
                    <a:pt x="27" y="8"/>
                    <a:pt x="26" y="9"/>
                  </a:cubicBezTo>
                  <a:cubicBezTo>
                    <a:pt x="26" y="9"/>
                    <a:pt x="25" y="8"/>
                    <a:pt x="25" y="7"/>
                  </a:cubicBezTo>
                  <a:cubicBezTo>
                    <a:pt x="25" y="7"/>
                    <a:pt x="25" y="6"/>
                    <a:pt x="24" y="6"/>
                  </a:cubicBezTo>
                  <a:cubicBezTo>
                    <a:pt x="24" y="7"/>
                    <a:pt x="24" y="6"/>
                    <a:pt x="24" y="6"/>
                  </a:cubicBezTo>
                  <a:cubicBezTo>
                    <a:pt x="23" y="6"/>
                    <a:pt x="23" y="7"/>
                    <a:pt x="23" y="8"/>
                  </a:cubicBezTo>
                  <a:cubicBezTo>
                    <a:pt x="23" y="9"/>
                    <a:pt x="22" y="9"/>
                    <a:pt x="22" y="10"/>
                  </a:cubicBezTo>
                  <a:cubicBezTo>
                    <a:pt x="22" y="10"/>
                    <a:pt x="22" y="11"/>
                    <a:pt x="21" y="11"/>
                  </a:cubicBezTo>
                  <a:cubicBezTo>
                    <a:pt x="21" y="11"/>
                    <a:pt x="21" y="11"/>
                    <a:pt x="21" y="12"/>
                  </a:cubicBezTo>
                  <a:cubicBezTo>
                    <a:pt x="21" y="12"/>
                    <a:pt x="21" y="12"/>
                    <a:pt x="21" y="13"/>
                  </a:cubicBezTo>
                  <a:cubicBezTo>
                    <a:pt x="22" y="14"/>
                    <a:pt x="20" y="13"/>
                    <a:pt x="20" y="13"/>
                  </a:cubicBezTo>
                  <a:cubicBezTo>
                    <a:pt x="21" y="13"/>
                    <a:pt x="20" y="12"/>
                    <a:pt x="19" y="12"/>
                  </a:cubicBezTo>
                  <a:cubicBezTo>
                    <a:pt x="19" y="12"/>
                    <a:pt x="20" y="11"/>
                    <a:pt x="19" y="11"/>
                  </a:cubicBezTo>
                  <a:cubicBezTo>
                    <a:pt x="19" y="10"/>
                    <a:pt x="18" y="11"/>
                    <a:pt x="18" y="10"/>
                  </a:cubicBezTo>
                  <a:cubicBezTo>
                    <a:pt x="17" y="10"/>
                    <a:pt x="17" y="10"/>
                    <a:pt x="16" y="9"/>
                  </a:cubicBezTo>
                  <a:cubicBezTo>
                    <a:pt x="16" y="9"/>
                    <a:pt x="16" y="8"/>
                    <a:pt x="16" y="8"/>
                  </a:cubicBezTo>
                  <a:cubicBezTo>
                    <a:pt x="16" y="7"/>
                    <a:pt x="16" y="7"/>
                    <a:pt x="16" y="7"/>
                  </a:cubicBezTo>
                  <a:cubicBezTo>
                    <a:pt x="15" y="7"/>
                    <a:pt x="15" y="9"/>
                    <a:pt x="14" y="8"/>
                  </a:cubicBezTo>
                  <a:cubicBezTo>
                    <a:pt x="13" y="8"/>
                    <a:pt x="13" y="9"/>
                    <a:pt x="13" y="9"/>
                  </a:cubicBezTo>
                  <a:cubicBezTo>
                    <a:pt x="14" y="10"/>
                    <a:pt x="13" y="10"/>
                    <a:pt x="13" y="11"/>
                  </a:cubicBezTo>
                  <a:cubicBezTo>
                    <a:pt x="13" y="11"/>
                    <a:pt x="12" y="11"/>
                    <a:pt x="12" y="11"/>
                  </a:cubicBezTo>
                  <a:cubicBezTo>
                    <a:pt x="12" y="11"/>
                    <a:pt x="12" y="12"/>
                    <a:pt x="12" y="12"/>
                  </a:cubicBezTo>
                  <a:cubicBezTo>
                    <a:pt x="11" y="12"/>
                    <a:pt x="11" y="12"/>
                    <a:pt x="11" y="12"/>
                  </a:cubicBezTo>
                  <a:cubicBezTo>
                    <a:pt x="10" y="13"/>
                    <a:pt x="9" y="12"/>
                    <a:pt x="9" y="12"/>
                  </a:cubicBezTo>
                  <a:cubicBezTo>
                    <a:pt x="8" y="12"/>
                    <a:pt x="8" y="12"/>
                    <a:pt x="7" y="12"/>
                  </a:cubicBezTo>
                  <a:cubicBezTo>
                    <a:pt x="7" y="13"/>
                    <a:pt x="6" y="13"/>
                    <a:pt x="5" y="13"/>
                  </a:cubicBezTo>
                  <a:cubicBezTo>
                    <a:pt x="5" y="13"/>
                    <a:pt x="4" y="13"/>
                    <a:pt x="4" y="13"/>
                  </a:cubicBezTo>
                  <a:cubicBezTo>
                    <a:pt x="4" y="12"/>
                    <a:pt x="4" y="13"/>
                    <a:pt x="3" y="13"/>
                  </a:cubicBezTo>
                  <a:cubicBezTo>
                    <a:pt x="3" y="13"/>
                    <a:pt x="2" y="13"/>
                    <a:pt x="2" y="14"/>
                  </a:cubicBezTo>
                  <a:cubicBezTo>
                    <a:pt x="2" y="15"/>
                    <a:pt x="2" y="15"/>
                    <a:pt x="3" y="15"/>
                  </a:cubicBezTo>
                  <a:cubicBezTo>
                    <a:pt x="3" y="16"/>
                    <a:pt x="3" y="16"/>
                    <a:pt x="3" y="16"/>
                  </a:cubicBezTo>
                  <a:cubicBezTo>
                    <a:pt x="3" y="17"/>
                    <a:pt x="4" y="17"/>
                    <a:pt x="4" y="18"/>
                  </a:cubicBezTo>
                  <a:cubicBezTo>
                    <a:pt x="5" y="18"/>
                    <a:pt x="5" y="18"/>
                    <a:pt x="5" y="19"/>
                  </a:cubicBezTo>
                  <a:cubicBezTo>
                    <a:pt x="4" y="19"/>
                    <a:pt x="5" y="20"/>
                    <a:pt x="4" y="20"/>
                  </a:cubicBezTo>
                  <a:cubicBezTo>
                    <a:pt x="4" y="20"/>
                    <a:pt x="3" y="20"/>
                    <a:pt x="3" y="21"/>
                  </a:cubicBezTo>
                  <a:cubicBezTo>
                    <a:pt x="2" y="21"/>
                    <a:pt x="2" y="21"/>
                    <a:pt x="1" y="21"/>
                  </a:cubicBezTo>
                  <a:cubicBezTo>
                    <a:pt x="0" y="21"/>
                    <a:pt x="0" y="22"/>
                    <a:pt x="1" y="22"/>
                  </a:cubicBezTo>
                  <a:cubicBezTo>
                    <a:pt x="1" y="23"/>
                    <a:pt x="1" y="23"/>
                    <a:pt x="1" y="23"/>
                  </a:cubicBezTo>
                  <a:cubicBezTo>
                    <a:pt x="2" y="24"/>
                    <a:pt x="3" y="24"/>
                    <a:pt x="3" y="24"/>
                  </a:cubicBezTo>
                  <a:cubicBezTo>
                    <a:pt x="3" y="25"/>
                    <a:pt x="4" y="26"/>
                    <a:pt x="4" y="26"/>
                  </a:cubicBezTo>
                  <a:cubicBezTo>
                    <a:pt x="3" y="26"/>
                    <a:pt x="3" y="26"/>
                    <a:pt x="3" y="27"/>
                  </a:cubicBezTo>
                  <a:cubicBezTo>
                    <a:pt x="2" y="27"/>
                    <a:pt x="2" y="27"/>
                    <a:pt x="2" y="28"/>
                  </a:cubicBezTo>
                  <a:cubicBezTo>
                    <a:pt x="3" y="29"/>
                    <a:pt x="2" y="29"/>
                    <a:pt x="2" y="29"/>
                  </a:cubicBezTo>
                  <a:cubicBezTo>
                    <a:pt x="2" y="30"/>
                    <a:pt x="4" y="31"/>
                    <a:pt x="5" y="31"/>
                  </a:cubicBezTo>
                  <a:cubicBezTo>
                    <a:pt x="6" y="31"/>
                    <a:pt x="6" y="32"/>
                    <a:pt x="7" y="32"/>
                  </a:cubicBezTo>
                  <a:cubicBezTo>
                    <a:pt x="8" y="32"/>
                    <a:pt x="8" y="31"/>
                    <a:pt x="9" y="31"/>
                  </a:cubicBezTo>
                  <a:cubicBezTo>
                    <a:pt x="9" y="31"/>
                    <a:pt x="10" y="32"/>
                    <a:pt x="9" y="33"/>
                  </a:cubicBezTo>
                  <a:cubicBezTo>
                    <a:pt x="9" y="33"/>
                    <a:pt x="9" y="34"/>
                    <a:pt x="8" y="34"/>
                  </a:cubicBezTo>
                  <a:cubicBezTo>
                    <a:pt x="8" y="34"/>
                    <a:pt x="7" y="35"/>
                    <a:pt x="8" y="35"/>
                  </a:cubicBezTo>
                  <a:cubicBezTo>
                    <a:pt x="8" y="36"/>
                    <a:pt x="9" y="36"/>
                    <a:pt x="9" y="36"/>
                  </a:cubicBezTo>
                  <a:cubicBezTo>
                    <a:pt x="10" y="36"/>
                    <a:pt x="11" y="35"/>
                    <a:pt x="12" y="35"/>
                  </a:cubicBezTo>
                  <a:cubicBezTo>
                    <a:pt x="12" y="35"/>
                    <a:pt x="13" y="34"/>
                    <a:pt x="13" y="34"/>
                  </a:cubicBezTo>
                  <a:cubicBezTo>
                    <a:pt x="13" y="34"/>
                    <a:pt x="13" y="34"/>
                    <a:pt x="13" y="33"/>
                  </a:cubicBezTo>
                  <a:cubicBezTo>
                    <a:pt x="13" y="33"/>
                    <a:pt x="14" y="33"/>
                    <a:pt x="14" y="33"/>
                  </a:cubicBezTo>
                  <a:cubicBezTo>
                    <a:pt x="14" y="32"/>
                    <a:pt x="14" y="32"/>
                    <a:pt x="15" y="31"/>
                  </a:cubicBezTo>
                  <a:cubicBezTo>
                    <a:pt x="16" y="31"/>
                    <a:pt x="16" y="30"/>
                    <a:pt x="16" y="30"/>
                  </a:cubicBezTo>
                  <a:cubicBezTo>
                    <a:pt x="17" y="29"/>
                    <a:pt x="18" y="29"/>
                    <a:pt x="19" y="29"/>
                  </a:cubicBezTo>
                  <a:cubicBezTo>
                    <a:pt x="19" y="29"/>
                    <a:pt x="20" y="29"/>
                    <a:pt x="21" y="29"/>
                  </a:cubicBezTo>
                  <a:cubicBezTo>
                    <a:pt x="22" y="29"/>
                    <a:pt x="22" y="30"/>
                    <a:pt x="23" y="30"/>
                  </a:cubicBezTo>
                  <a:cubicBezTo>
                    <a:pt x="22" y="29"/>
                    <a:pt x="24" y="30"/>
                    <a:pt x="24" y="31"/>
                  </a:cubicBezTo>
                  <a:cubicBezTo>
                    <a:pt x="26" y="31"/>
                    <a:pt x="27" y="32"/>
                    <a:pt x="28" y="33"/>
                  </a:cubicBezTo>
                  <a:cubicBezTo>
                    <a:pt x="28" y="33"/>
                    <a:pt x="28" y="32"/>
                    <a:pt x="28" y="32"/>
                  </a:cubicBezTo>
                  <a:cubicBezTo>
                    <a:pt x="28" y="32"/>
                    <a:pt x="29" y="33"/>
                    <a:pt x="29" y="33"/>
                  </a:cubicBezTo>
                  <a:cubicBezTo>
                    <a:pt x="30" y="33"/>
                    <a:pt x="30" y="33"/>
                    <a:pt x="31" y="34"/>
                  </a:cubicBezTo>
                  <a:cubicBezTo>
                    <a:pt x="32" y="35"/>
                    <a:pt x="32" y="36"/>
                    <a:pt x="32" y="37"/>
                  </a:cubicBezTo>
                  <a:cubicBezTo>
                    <a:pt x="32" y="37"/>
                    <a:pt x="32" y="39"/>
                    <a:pt x="32" y="39"/>
                  </a:cubicBezTo>
                  <a:cubicBezTo>
                    <a:pt x="33" y="40"/>
                    <a:pt x="34" y="41"/>
                    <a:pt x="34" y="42"/>
                  </a:cubicBezTo>
                  <a:cubicBezTo>
                    <a:pt x="34" y="42"/>
                    <a:pt x="34" y="43"/>
                    <a:pt x="34" y="43"/>
                  </a:cubicBezTo>
                  <a:cubicBezTo>
                    <a:pt x="34" y="44"/>
                    <a:pt x="34" y="44"/>
                    <a:pt x="34" y="44"/>
                  </a:cubicBezTo>
                  <a:cubicBezTo>
                    <a:pt x="34" y="45"/>
                    <a:pt x="35" y="45"/>
                    <a:pt x="36" y="45"/>
                  </a:cubicBezTo>
                  <a:cubicBezTo>
                    <a:pt x="36" y="45"/>
                    <a:pt x="37" y="46"/>
                    <a:pt x="36" y="46"/>
                  </a:cubicBezTo>
                  <a:cubicBezTo>
                    <a:pt x="36" y="47"/>
                    <a:pt x="38" y="47"/>
                    <a:pt x="38" y="47"/>
                  </a:cubicBezTo>
                  <a:cubicBezTo>
                    <a:pt x="38" y="48"/>
                    <a:pt x="39" y="48"/>
                    <a:pt x="39" y="48"/>
                  </a:cubicBezTo>
                  <a:cubicBezTo>
                    <a:pt x="39" y="49"/>
                    <a:pt x="39" y="49"/>
                    <a:pt x="40" y="49"/>
                  </a:cubicBezTo>
                  <a:cubicBezTo>
                    <a:pt x="40" y="49"/>
                    <a:pt x="40" y="50"/>
                    <a:pt x="40" y="50"/>
                  </a:cubicBezTo>
                  <a:cubicBezTo>
                    <a:pt x="40" y="50"/>
                    <a:pt x="39" y="50"/>
                    <a:pt x="39" y="50"/>
                  </a:cubicBezTo>
                  <a:cubicBezTo>
                    <a:pt x="39" y="51"/>
                    <a:pt x="40" y="51"/>
                    <a:pt x="40" y="51"/>
                  </a:cubicBezTo>
                  <a:cubicBezTo>
                    <a:pt x="40" y="51"/>
                    <a:pt x="40" y="51"/>
                    <a:pt x="40" y="51"/>
                  </a:cubicBezTo>
                  <a:cubicBezTo>
                    <a:pt x="41" y="50"/>
                    <a:pt x="43" y="52"/>
                    <a:pt x="44" y="52"/>
                  </a:cubicBezTo>
                  <a:cubicBezTo>
                    <a:pt x="45" y="53"/>
                    <a:pt x="45" y="53"/>
                    <a:pt x="45" y="54"/>
                  </a:cubicBezTo>
                  <a:cubicBezTo>
                    <a:pt x="46" y="55"/>
                    <a:pt x="46" y="55"/>
                    <a:pt x="47" y="55"/>
                  </a:cubicBezTo>
                  <a:cubicBezTo>
                    <a:pt x="48" y="55"/>
                    <a:pt x="48" y="56"/>
                    <a:pt x="49" y="57"/>
                  </a:cubicBezTo>
                  <a:cubicBezTo>
                    <a:pt x="49" y="58"/>
                    <a:pt x="49" y="58"/>
                    <a:pt x="50" y="58"/>
                  </a:cubicBezTo>
                  <a:cubicBezTo>
                    <a:pt x="51" y="59"/>
                    <a:pt x="52" y="59"/>
                    <a:pt x="52" y="60"/>
                  </a:cubicBezTo>
                  <a:cubicBezTo>
                    <a:pt x="53" y="61"/>
                    <a:pt x="53" y="61"/>
                    <a:pt x="54" y="61"/>
                  </a:cubicBezTo>
                  <a:cubicBezTo>
                    <a:pt x="54" y="62"/>
                    <a:pt x="55" y="61"/>
                    <a:pt x="56" y="62"/>
                  </a:cubicBezTo>
                  <a:cubicBezTo>
                    <a:pt x="56" y="63"/>
                    <a:pt x="56" y="64"/>
                    <a:pt x="57" y="63"/>
                  </a:cubicBezTo>
                  <a:cubicBezTo>
                    <a:pt x="58" y="63"/>
                    <a:pt x="59" y="63"/>
                    <a:pt x="59" y="63"/>
                  </a:cubicBezTo>
                  <a:cubicBezTo>
                    <a:pt x="60" y="63"/>
                    <a:pt x="61" y="64"/>
                    <a:pt x="61" y="64"/>
                  </a:cubicBezTo>
                  <a:cubicBezTo>
                    <a:pt x="61" y="63"/>
                    <a:pt x="62" y="63"/>
                    <a:pt x="62" y="63"/>
                  </a:cubicBezTo>
                  <a:cubicBezTo>
                    <a:pt x="63" y="63"/>
                    <a:pt x="63" y="64"/>
                    <a:pt x="64" y="64"/>
                  </a:cubicBezTo>
                  <a:cubicBezTo>
                    <a:pt x="64" y="65"/>
                    <a:pt x="65" y="66"/>
                    <a:pt x="65" y="66"/>
                  </a:cubicBezTo>
                  <a:cubicBezTo>
                    <a:pt x="65" y="67"/>
                    <a:pt x="66" y="68"/>
                    <a:pt x="66" y="68"/>
                  </a:cubicBezTo>
                  <a:cubicBezTo>
                    <a:pt x="66" y="68"/>
                    <a:pt x="66" y="68"/>
                    <a:pt x="67" y="68"/>
                  </a:cubicBezTo>
                  <a:cubicBezTo>
                    <a:pt x="67" y="68"/>
                    <a:pt x="67" y="68"/>
                    <a:pt x="67" y="68"/>
                  </a:cubicBezTo>
                  <a:cubicBezTo>
                    <a:pt x="68" y="68"/>
                    <a:pt x="70" y="69"/>
                    <a:pt x="69" y="69"/>
                  </a:cubicBezTo>
                  <a:cubicBezTo>
                    <a:pt x="69" y="70"/>
                    <a:pt x="68" y="70"/>
                    <a:pt x="68" y="70"/>
                  </a:cubicBezTo>
                  <a:cubicBezTo>
                    <a:pt x="68" y="71"/>
                    <a:pt x="69" y="70"/>
                    <a:pt x="69" y="70"/>
                  </a:cubicBezTo>
                  <a:cubicBezTo>
                    <a:pt x="70" y="70"/>
                    <a:pt x="70" y="70"/>
                    <a:pt x="70" y="70"/>
                  </a:cubicBezTo>
                  <a:cubicBezTo>
                    <a:pt x="71" y="70"/>
                    <a:pt x="71" y="70"/>
                    <a:pt x="71" y="70"/>
                  </a:cubicBezTo>
                  <a:cubicBezTo>
                    <a:pt x="71" y="70"/>
                    <a:pt x="71" y="70"/>
                    <a:pt x="72" y="70"/>
                  </a:cubicBezTo>
                  <a:cubicBezTo>
                    <a:pt x="73" y="69"/>
                    <a:pt x="73" y="71"/>
                    <a:pt x="74" y="72"/>
                  </a:cubicBezTo>
                  <a:cubicBezTo>
                    <a:pt x="74" y="73"/>
                    <a:pt x="74" y="73"/>
                    <a:pt x="74" y="74"/>
                  </a:cubicBezTo>
                  <a:cubicBezTo>
                    <a:pt x="74" y="74"/>
                    <a:pt x="73" y="74"/>
                    <a:pt x="74" y="74"/>
                  </a:cubicBezTo>
                  <a:cubicBezTo>
                    <a:pt x="74" y="75"/>
                    <a:pt x="74" y="75"/>
                    <a:pt x="75" y="75"/>
                  </a:cubicBezTo>
                  <a:cubicBezTo>
                    <a:pt x="75" y="75"/>
                    <a:pt x="77" y="76"/>
                    <a:pt x="77" y="77"/>
                  </a:cubicBezTo>
                  <a:cubicBezTo>
                    <a:pt x="77" y="76"/>
                    <a:pt x="78" y="77"/>
                    <a:pt x="78" y="77"/>
                  </a:cubicBezTo>
                  <a:cubicBezTo>
                    <a:pt x="78" y="76"/>
                    <a:pt x="79" y="76"/>
                    <a:pt x="79" y="76"/>
                  </a:cubicBezTo>
                  <a:cubicBezTo>
                    <a:pt x="80" y="76"/>
                    <a:pt x="80" y="77"/>
                    <a:pt x="81" y="77"/>
                  </a:cubicBezTo>
                  <a:cubicBezTo>
                    <a:pt x="81" y="78"/>
                    <a:pt x="81" y="78"/>
                    <a:pt x="81" y="79"/>
                  </a:cubicBezTo>
                  <a:cubicBezTo>
                    <a:pt x="81" y="79"/>
                    <a:pt x="81" y="80"/>
                    <a:pt x="82" y="80"/>
                  </a:cubicBezTo>
                  <a:cubicBezTo>
                    <a:pt x="82" y="81"/>
                    <a:pt x="82" y="81"/>
                    <a:pt x="82" y="82"/>
                  </a:cubicBezTo>
                  <a:cubicBezTo>
                    <a:pt x="83" y="82"/>
                    <a:pt x="83" y="83"/>
                    <a:pt x="83" y="83"/>
                  </a:cubicBezTo>
                  <a:cubicBezTo>
                    <a:pt x="84" y="84"/>
                    <a:pt x="84" y="85"/>
                    <a:pt x="84" y="85"/>
                  </a:cubicBezTo>
                  <a:cubicBezTo>
                    <a:pt x="84" y="86"/>
                    <a:pt x="84" y="88"/>
                    <a:pt x="85" y="89"/>
                  </a:cubicBezTo>
                  <a:cubicBezTo>
                    <a:pt x="86" y="89"/>
                    <a:pt x="85" y="91"/>
                    <a:pt x="84" y="91"/>
                  </a:cubicBezTo>
                  <a:cubicBezTo>
                    <a:pt x="84" y="91"/>
                    <a:pt x="82" y="91"/>
                    <a:pt x="82" y="92"/>
                  </a:cubicBezTo>
                  <a:cubicBezTo>
                    <a:pt x="82" y="93"/>
                    <a:pt x="83" y="92"/>
                    <a:pt x="83" y="93"/>
                  </a:cubicBezTo>
                  <a:cubicBezTo>
                    <a:pt x="83" y="94"/>
                    <a:pt x="82" y="94"/>
                    <a:pt x="82" y="95"/>
                  </a:cubicBezTo>
                  <a:cubicBezTo>
                    <a:pt x="82" y="96"/>
                    <a:pt x="81" y="96"/>
                    <a:pt x="81" y="96"/>
                  </a:cubicBezTo>
                  <a:cubicBezTo>
                    <a:pt x="80" y="96"/>
                    <a:pt x="80" y="96"/>
                    <a:pt x="80" y="97"/>
                  </a:cubicBezTo>
                  <a:cubicBezTo>
                    <a:pt x="80" y="97"/>
                    <a:pt x="80" y="97"/>
                    <a:pt x="80" y="97"/>
                  </a:cubicBezTo>
                  <a:cubicBezTo>
                    <a:pt x="80" y="98"/>
                    <a:pt x="80" y="98"/>
                    <a:pt x="80" y="98"/>
                  </a:cubicBezTo>
                  <a:cubicBezTo>
                    <a:pt x="81" y="99"/>
                    <a:pt x="80" y="99"/>
                    <a:pt x="81" y="99"/>
                  </a:cubicBezTo>
                  <a:cubicBezTo>
                    <a:pt x="82" y="100"/>
                    <a:pt x="84" y="100"/>
                    <a:pt x="84" y="99"/>
                  </a:cubicBezTo>
                  <a:cubicBezTo>
                    <a:pt x="85" y="99"/>
                    <a:pt x="85" y="98"/>
                    <a:pt x="85" y="98"/>
                  </a:cubicBezTo>
                  <a:cubicBezTo>
                    <a:pt x="85" y="97"/>
                    <a:pt x="86" y="97"/>
                    <a:pt x="86" y="96"/>
                  </a:cubicBezTo>
                  <a:cubicBezTo>
                    <a:pt x="87" y="95"/>
                    <a:pt x="88" y="95"/>
                    <a:pt x="88" y="94"/>
                  </a:cubicBezTo>
                  <a:cubicBezTo>
                    <a:pt x="89" y="94"/>
                    <a:pt x="89" y="92"/>
                    <a:pt x="88" y="91"/>
                  </a:cubicBezTo>
                  <a:cubicBezTo>
                    <a:pt x="88" y="90"/>
                    <a:pt x="89" y="89"/>
                    <a:pt x="90" y="89"/>
                  </a:cubicBezTo>
                  <a:cubicBezTo>
                    <a:pt x="91" y="89"/>
                    <a:pt x="92" y="88"/>
                    <a:pt x="92" y="89"/>
                  </a:cubicBezTo>
                  <a:cubicBezTo>
                    <a:pt x="93" y="89"/>
                    <a:pt x="93" y="88"/>
                    <a:pt x="93" y="89"/>
                  </a:cubicBezTo>
                  <a:cubicBezTo>
                    <a:pt x="94" y="89"/>
                    <a:pt x="94" y="88"/>
                    <a:pt x="94" y="88"/>
                  </a:cubicBezTo>
                  <a:cubicBezTo>
                    <a:pt x="94" y="88"/>
                    <a:pt x="94" y="88"/>
                    <a:pt x="94" y="87"/>
                  </a:cubicBezTo>
                  <a:cubicBezTo>
                    <a:pt x="93" y="87"/>
                    <a:pt x="94" y="86"/>
                    <a:pt x="93" y="85"/>
                  </a:cubicBezTo>
                  <a:cubicBezTo>
                    <a:pt x="93" y="84"/>
                    <a:pt x="94" y="84"/>
                    <a:pt x="94" y="84"/>
                  </a:cubicBezTo>
                  <a:cubicBezTo>
                    <a:pt x="94" y="83"/>
                    <a:pt x="93" y="83"/>
                    <a:pt x="93" y="83"/>
                  </a:cubicBezTo>
                  <a:cubicBezTo>
                    <a:pt x="92" y="82"/>
                    <a:pt x="92" y="82"/>
                    <a:pt x="91" y="82"/>
                  </a:cubicBezTo>
                  <a:cubicBezTo>
                    <a:pt x="90" y="81"/>
                    <a:pt x="90" y="81"/>
                    <a:pt x="89" y="81"/>
                  </a:cubicBezTo>
                  <a:cubicBezTo>
                    <a:pt x="88" y="81"/>
                    <a:pt x="88" y="81"/>
                    <a:pt x="88" y="80"/>
                  </a:cubicBezTo>
                  <a:cubicBezTo>
                    <a:pt x="87" y="79"/>
                    <a:pt x="88" y="78"/>
                    <a:pt x="88" y="78"/>
                  </a:cubicBezTo>
                  <a:cubicBezTo>
                    <a:pt x="89" y="77"/>
                    <a:pt x="89" y="77"/>
                    <a:pt x="89" y="77"/>
                  </a:cubicBezTo>
                  <a:cubicBezTo>
                    <a:pt x="88" y="76"/>
                    <a:pt x="89" y="76"/>
                    <a:pt x="89" y="75"/>
                  </a:cubicBezTo>
                  <a:cubicBezTo>
                    <a:pt x="90" y="75"/>
                    <a:pt x="90" y="74"/>
                    <a:pt x="90" y="74"/>
                  </a:cubicBezTo>
                  <a:cubicBezTo>
                    <a:pt x="91" y="73"/>
                    <a:pt x="92" y="71"/>
                    <a:pt x="93" y="71"/>
                  </a:cubicBezTo>
                  <a:cubicBezTo>
                    <a:pt x="93" y="71"/>
                    <a:pt x="93" y="72"/>
                    <a:pt x="94" y="72"/>
                  </a:cubicBezTo>
                  <a:cubicBezTo>
                    <a:pt x="94" y="72"/>
                    <a:pt x="94" y="71"/>
                    <a:pt x="94" y="71"/>
                  </a:cubicBezTo>
                  <a:cubicBezTo>
                    <a:pt x="94" y="71"/>
                    <a:pt x="95" y="71"/>
                    <a:pt x="95" y="72"/>
                  </a:cubicBezTo>
                  <a:cubicBezTo>
                    <a:pt x="95" y="72"/>
                    <a:pt x="94" y="72"/>
                    <a:pt x="94" y="72"/>
                  </a:cubicBezTo>
                  <a:cubicBezTo>
                    <a:pt x="94" y="72"/>
                    <a:pt x="94" y="72"/>
                    <a:pt x="94" y="72"/>
                  </a:cubicBezTo>
                  <a:cubicBezTo>
                    <a:pt x="94" y="73"/>
                    <a:pt x="96" y="73"/>
                    <a:pt x="96" y="73"/>
                  </a:cubicBezTo>
                  <a:cubicBezTo>
                    <a:pt x="97" y="74"/>
                    <a:pt x="98" y="73"/>
                    <a:pt x="99" y="74"/>
                  </a:cubicBezTo>
                  <a:cubicBezTo>
                    <a:pt x="100" y="74"/>
                    <a:pt x="102" y="76"/>
                    <a:pt x="101" y="76"/>
                  </a:cubicBezTo>
                  <a:cubicBezTo>
                    <a:pt x="101" y="76"/>
                    <a:pt x="101" y="77"/>
                    <a:pt x="101" y="77"/>
                  </a:cubicBezTo>
                  <a:cubicBezTo>
                    <a:pt x="102" y="78"/>
                    <a:pt x="103" y="78"/>
                    <a:pt x="104" y="79"/>
                  </a:cubicBezTo>
                  <a:cubicBezTo>
                    <a:pt x="105" y="79"/>
                    <a:pt x="104" y="78"/>
                    <a:pt x="105" y="77"/>
                  </a:cubicBezTo>
                  <a:cubicBezTo>
                    <a:pt x="105" y="76"/>
                    <a:pt x="106" y="76"/>
                    <a:pt x="106" y="75"/>
                  </a:cubicBezTo>
                  <a:cubicBezTo>
                    <a:pt x="105" y="75"/>
                    <a:pt x="105" y="74"/>
                    <a:pt x="104" y="73"/>
                  </a:cubicBezTo>
                  <a:close/>
                  <a:moveTo>
                    <a:pt x="51" y="34"/>
                  </a:moveTo>
                  <a:cubicBezTo>
                    <a:pt x="51" y="35"/>
                    <a:pt x="50" y="34"/>
                    <a:pt x="51" y="34"/>
                  </a:cubicBezTo>
                  <a:cubicBezTo>
                    <a:pt x="51" y="33"/>
                    <a:pt x="52" y="33"/>
                    <a:pt x="51" y="34"/>
                  </a:cubicBezTo>
                  <a:close/>
                  <a:moveTo>
                    <a:pt x="48" y="112"/>
                  </a:moveTo>
                  <a:cubicBezTo>
                    <a:pt x="48" y="112"/>
                    <a:pt x="47" y="111"/>
                    <a:pt x="48" y="111"/>
                  </a:cubicBezTo>
                  <a:cubicBezTo>
                    <a:pt x="48" y="111"/>
                    <a:pt x="49" y="112"/>
                    <a:pt x="48" y="112"/>
                  </a:cubicBezTo>
                  <a:close/>
                  <a:moveTo>
                    <a:pt x="80" y="96"/>
                  </a:moveTo>
                  <a:cubicBezTo>
                    <a:pt x="79" y="96"/>
                    <a:pt x="79" y="97"/>
                    <a:pt x="79" y="98"/>
                  </a:cubicBezTo>
                  <a:cubicBezTo>
                    <a:pt x="78" y="99"/>
                    <a:pt x="78" y="99"/>
                    <a:pt x="78" y="100"/>
                  </a:cubicBezTo>
                  <a:cubicBezTo>
                    <a:pt x="77" y="100"/>
                    <a:pt x="77" y="101"/>
                    <a:pt x="76" y="102"/>
                  </a:cubicBezTo>
                  <a:cubicBezTo>
                    <a:pt x="76" y="102"/>
                    <a:pt x="76" y="103"/>
                    <a:pt x="76" y="104"/>
                  </a:cubicBezTo>
                  <a:cubicBezTo>
                    <a:pt x="76" y="104"/>
                    <a:pt x="75" y="105"/>
                    <a:pt x="76" y="105"/>
                  </a:cubicBezTo>
                  <a:cubicBezTo>
                    <a:pt x="76" y="106"/>
                    <a:pt x="76" y="106"/>
                    <a:pt x="77" y="107"/>
                  </a:cubicBezTo>
                  <a:cubicBezTo>
                    <a:pt x="77" y="107"/>
                    <a:pt x="77" y="107"/>
                    <a:pt x="77" y="107"/>
                  </a:cubicBezTo>
                  <a:cubicBezTo>
                    <a:pt x="77" y="107"/>
                    <a:pt x="76" y="108"/>
                    <a:pt x="77" y="108"/>
                  </a:cubicBezTo>
                  <a:cubicBezTo>
                    <a:pt x="77" y="108"/>
                    <a:pt x="77" y="108"/>
                    <a:pt x="78" y="109"/>
                  </a:cubicBezTo>
                  <a:cubicBezTo>
                    <a:pt x="78" y="109"/>
                    <a:pt x="78" y="109"/>
                    <a:pt x="77" y="109"/>
                  </a:cubicBezTo>
                  <a:cubicBezTo>
                    <a:pt x="77" y="109"/>
                    <a:pt x="78" y="109"/>
                    <a:pt x="78" y="110"/>
                  </a:cubicBezTo>
                  <a:cubicBezTo>
                    <a:pt x="78" y="109"/>
                    <a:pt x="77" y="110"/>
                    <a:pt x="77" y="110"/>
                  </a:cubicBezTo>
                  <a:cubicBezTo>
                    <a:pt x="76" y="111"/>
                    <a:pt x="76" y="112"/>
                    <a:pt x="76" y="112"/>
                  </a:cubicBezTo>
                  <a:cubicBezTo>
                    <a:pt x="76" y="113"/>
                    <a:pt x="76" y="113"/>
                    <a:pt x="76" y="113"/>
                  </a:cubicBezTo>
                  <a:cubicBezTo>
                    <a:pt x="76" y="113"/>
                    <a:pt x="75" y="114"/>
                    <a:pt x="75" y="113"/>
                  </a:cubicBezTo>
                  <a:cubicBezTo>
                    <a:pt x="75" y="113"/>
                    <a:pt x="74" y="113"/>
                    <a:pt x="74" y="113"/>
                  </a:cubicBezTo>
                  <a:cubicBezTo>
                    <a:pt x="73" y="113"/>
                    <a:pt x="72" y="113"/>
                    <a:pt x="72" y="112"/>
                  </a:cubicBezTo>
                  <a:cubicBezTo>
                    <a:pt x="71" y="112"/>
                    <a:pt x="71" y="112"/>
                    <a:pt x="70" y="112"/>
                  </a:cubicBezTo>
                  <a:cubicBezTo>
                    <a:pt x="70" y="111"/>
                    <a:pt x="70" y="111"/>
                    <a:pt x="69" y="110"/>
                  </a:cubicBezTo>
                  <a:cubicBezTo>
                    <a:pt x="69" y="109"/>
                    <a:pt x="68" y="109"/>
                    <a:pt x="67" y="109"/>
                  </a:cubicBezTo>
                  <a:cubicBezTo>
                    <a:pt x="66" y="108"/>
                    <a:pt x="66" y="109"/>
                    <a:pt x="65" y="108"/>
                  </a:cubicBezTo>
                  <a:cubicBezTo>
                    <a:pt x="64" y="108"/>
                    <a:pt x="64" y="108"/>
                    <a:pt x="63" y="108"/>
                  </a:cubicBezTo>
                  <a:cubicBezTo>
                    <a:pt x="63" y="108"/>
                    <a:pt x="62" y="107"/>
                    <a:pt x="62" y="107"/>
                  </a:cubicBezTo>
                  <a:cubicBezTo>
                    <a:pt x="61" y="106"/>
                    <a:pt x="61" y="106"/>
                    <a:pt x="60" y="106"/>
                  </a:cubicBezTo>
                  <a:cubicBezTo>
                    <a:pt x="59" y="106"/>
                    <a:pt x="59" y="105"/>
                    <a:pt x="58" y="105"/>
                  </a:cubicBezTo>
                  <a:cubicBezTo>
                    <a:pt x="58" y="104"/>
                    <a:pt x="57" y="105"/>
                    <a:pt x="57" y="104"/>
                  </a:cubicBezTo>
                  <a:cubicBezTo>
                    <a:pt x="56" y="104"/>
                    <a:pt x="56" y="103"/>
                    <a:pt x="56" y="103"/>
                  </a:cubicBezTo>
                  <a:cubicBezTo>
                    <a:pt x="55" y="103"/>
                    <a:pt x="54" y="104"/>
                    <a:pt x="54" y="103"/>
                  </a:cubicBezTo>
                  <a:cubicBezTo>
                    <a:pt x="53" y="103"/>
                    <a:pt x="53" y="103"/>
                    <a:pt x="52" y="102"/>
                  </a:cubicBezTo>
                  <a:cubicBezTo>
                    <a:pt x="52" y="102"/>
                    <a:pt x="52" y="102"/>
                    <a:pt x="52" y="101"/>
                  </a:cubicBezTo>
                  <a:cubicBezTo>
                    <a:pt x="52" y="101"/>
                    <a:pt x="51" y="101"/>
                    <a:pt x="52" y="101"/>
                  </a:cubicBezTo>
                  <a:cubicBezTo>
                    <a:pt x="52" y="101"/>
                    <a:pt x="52" y="100"/>
                    <a:pt x="52" y="100"/>
                  </a:cubicBezTo>
                  <a:cubicBezTo>
                    <a:pt x="52" y="100"/>
                    <a:pt x="52" y="99"/>
                    <a:pt x="52" y="98"/>
                  </a:cubicBezTo>
                  <a:cubicBezTo>
                    <a:pt x="52" y="98"/>
                    <a:pt x="53" y="98"/>
                    <a:pt x="53" y="98"/>
                  </a:cubicBezTo>
                  <a:cubicBezTo>
                    <a:pt x="53" y="98"/>
                    <a:pt x="53" y="98"/>
                    <a:pt x="54" y="98"/>
                  </a:cubicBezTo>
                  <a:cubicBezTo>
                    <a:pt x="54" y="97"/>
                    <a:pt x="54" y="97"/>
                    <a:pt x="54" y="97"/>
                  </a:cubicBezTo>
                  <a:cubicBezTo>
                    <a:pt x="55" y="97"/>
                    <a:pt x="55" y="98"/>
                    <a:pt x="55" y="98"/>
                  </a:cubicBezTo>
                  <a:cubicBezTo>
                    <a:pt x="56" y="99"/>
                    <a:pt x="56" y="98"/>
                    <a:pt x="57" y="98"/>
                  </a:cubicBezTo>
                  <a:cubicBezTo>
                    <a:pt x="57" y="98"/>
                    <a:pt x="57" y="97"/>
                    <a:pt x="57" y="97"/>
                  </a:cubicBezTo>
                  <a:cubicBezTo>
                    <a:pt x="58" y="97"/>
                    <a:pt x="58" y="97"/>
                    <a:pt x="59" y="97"/>
                  </a:cubicBezTo>
                  <a:cubicBezTo>
                    <a:pt x="60" y="96"/>
                    <a:pt x="59" y="98"/>
                    <a:pt x="61" y="98"/>
                  </a:cubicBezTo>
                  <a:cubicBezTo>
                    <a:pt x="62" y="97"/>
                    <a:pt x="61" y="98"/>
                    <a:pt x="62" y="98"/>
                  </a:cubicBezTo>
                  <a:cubicBezTo>
                    <a:pt x="62" y="99"/>
                    <a:pt x="63" y="99"/>
                    <a:pt x="64" y="99"/>
                  </a:cubicBezTo>
                  <a:cubicBezTo>
                    <a:pt x="64" y="99"/>
                    <a:pt x="65" y="99"/>
                    <a:pt x="65" y="98"/>
                  </a:cubicBezTo>
                  <a:cubicBezTo>
                    <a:pt x="66" y="98"/>
                    <a:pt x="67" y="98"/>
                    <a:pt x="67" y="98"/>
                  </a:cubicBezTo>
                  <a:cubicBezTo>
                    <a:pt x="68" y="99"/>
                    <a:pt x="69" y="98"/>
                    <a:pt x="70" y="98"/>
                  </a:cubicBezTo>
                  <a:cubicBezTo>
                    <a:pt x="71" y="98"/>
                    <a:pt x="72" y="97"/>
                    <a:pt x="73" y="97"/>
                  </a:cubicBezTo>
                  <a:cubicBezTo>
                    <a:pt x="74" y="97"/>
                    <a:pt x="74" y="97"/>
                    <a:pt x="75" y="97"/>
                  </a:cubicBezTo>
                  <a:cubicBezTo>
                    <a:pt x="76" y="97"/>
                    <a:pt x="77" y="97"/>
                    <a:pt x="77" y="96"/>
                  </a:cubicBezTo>
                  <a:cubicBezTo>
                    <a:pt x="77" y="96"/>
                    <a:pt x="77" y="96"/>
                    <a:pt x="77" y="96"/>
                  </a:cubicBezTo>
                  <a:cubicBezTo>
                    <a:pt x="77" y="97"/>
                    <a:pt x="78" y="96"/>
                    <a:pt x="78" y="96"/>
                  </a:cubicBezTo>
                  <a:cubicBezTo>
                    <a:pt x="79" y="96"/>
                    <a:pt x="79" y="96"/>
                    <a:pt x="79" y="96"/>
                  </a:cubicBezTo>
                  <a:cubicBezTo>
                    <a:pt x="80" y="95"/>
                    <a:pt x="80" y="96"/>
                    <a:pt x="80" y="96"/>
                  </a:cubicBezTo>
                  <a:close/>
                  <a:moveTo>
                    <a:pt x="27" y="68"/>
                  </a:moveTo>
                  <a:cubicBezTo>
                    <a:pt x="27" y="69"/>
                    <a:pt x="28" y="70"/>
                    <a:pt x="28" y="71"/>
                  </a:cubicBezTo>
                  <a:cubicBezTo>
                    <a:pt x="28" y="72"/>
                    <a:pt x="28" y="72"/>
                    <a:pt x="27" y="73"/>
                  </a:cubicBezTo>
                  <a:cubicBezTo>
                    <a:pt x="26" y="74"/>
                    <a:pt x="26" y="75"/>
                    <a:pt x="27" y="75"/>
                  </a:cubicBezTo>
                  <a:cubicBezTo>
                    <a:pt x="27" y="76"/>
                    <a:pt x="27" y="76"/>
                    <a:pt x="27" y="77"/>
                  </a:cubicBezTo>
                  <a:cubicBezTo>
                    <a:pt x="27" y="77"/>
                    <a:pt x="27" y="77"/>
                    <a:pt x="27" y="77"/>
                  </a:cubicBezTo>
                  <a:cubicBezTo>
                    <a:pt x="27" y="77"/>
                    <a:pt x="27" y="78"/>
                    <a:pt x="27" y="78"/>
                  </a:cubicBezTo>
                  <a:cubicBezTo>
                    <a:pt x="27" y="79"/>
                    <a:pt x="26" y="81"/>
                    <a:pt x="26" y="83"/>
                  </a:cubicBezTo>
                  <a:cubicBezTo>
                    <a:pt x="26" y="83"/>
                    <a:pt x="26" y="84"/>
                    <a:pt x="26" y="84"/>
                  </a:cubicBezTo>
                  <a:cubicBezTo>
                    <a:pt x="26" y="84"/>
                    <a:pt x="26" y="84"/>
                    <a:pt x="26" y="85"/>
                  </a:cubicBezTo>
                  <a:cubicBezTo>
                    <a:pt x="26" y="85"/>
                    <a:pt x="26" y="87"/>
                    <a:pt x="25" y="87"/>
                  </a:cubicBezTo>
                  <a:cubicBezTo>
                    <a:pt x="25" y="87"/>
                    <a:pt x="25" y="86"/>
                    <a:pt x="25" y="86"/>
                  </a:cubicBezTo>
                  <a:cubicBezTo>
                    <a:pt x="25" y="86"/>
                    <a:pt x="24" y="86"/>
                    <a:pt x="24" y="86"/>
                  </a:cubicBezTo>
                  <a:cubicBezTo>
                    <a:pt x="24" y="86"/>
                    <a:pt x="23" y="85"/>
                    <a:pt x="22" y="85"/>
                  </a:cubicBezTo>
                  <a:cubicBezTo>
                    <a:pt x="22" y="86"/>
                    <a:pt x="22" y="86"/>
                    <a:pt x="21" y="86"/>
                  </a:cubicBezTo>
                  <a:cubicBezTo>
                    <a:pt x="21" y="85"/>
                    <a:pt x="21" y="85"/>
                    <a:pt x="21" y="85"/>
                  </a:cubicBezTo>
                  <a:cubicBezTo>
                    <a:pt x="20" y="85"/>
                    <a:pt x="21" y="86"/>
                    <a:pt x="21" y="85"/>
                  </a:cubicBezTo>
                  <a:cubicBezTo>
                    <a:pt x="21" y="86"/>
                    <a:pt x="21" y="86"/>
                    <a:pt x="21" y="86"/>
                  </a:cubicBezTo>
                  <a:cubicBezTo>
                    <a:pt x="21" y="87"/>
                    <a:pt x="21" y="87"/>
                    <a:pt x="21" y="88"/>
                  </a:cubicBezTo>
                  <a:cubicBezTo>
                    <a:pt x="21" y="88"/>
                    <a:pt x="20" y="88"/>
                    <a:pt x="20" y="89"/>
                  </a:cubicBezTo>
                  <a:cubicBezTo>
                    <a:pt x="19" y="89"/>
                    <a:pt x="19" y="89"/>
                    <a:pt x="19" y="89"/>
                  </a:cubicBezTo>
                  <a:cubicBezTo>
                    <a:pt x="18" y="89"/>
                    <a:pt x="17" y="88"/>
                    <a:pt x="17" y="89"/>
                  </a:cubicBezTo>
                  <a:cubicBezTo>
                    <a:pt x="17" y="89"/>
                    <a:pt x="17" y="89"/>
                    <a:pt x="17" y="89"/>
                  </a:cubicBezTo>
                  <a:cubicBezTo>
                    <a:pt x="17" y="88"/>
                    <a:pt x="17" y="88"/>
                    <a:pt x="17" y="88"/>
                  </a:cubicBezTo>
                  <a:cubicBezTo>
                    <a:pt x="16" y="87"/>
                    <a:pt x="16" y="87"/>
                    <a:pt x="16" y="87"/>
                  </a:cubicBezTo>
                  <a:cubicBezTo>
                    <a:pt x="16" y="87"/>
                    <a:pt x="16" y="88"/>
                    <a:pt x="16" y="88"/>
                  </a:cubicBezTo>
                  <a:cubicBezTo>
                    <a:pt x="15" y="89"/>
                    <a:pt x="14" y="87"/>
                    <a:pt x="15" y="87"/>
                  </a:cubicBezTo>
                  <a:cubicBezTo>
                    <a:pt x="15" y="86"/>
                    <a:pt x="16" y="87"/>
                    <a:pt x="16" y="87"/>
                  </a:cubicBezTo>
                  <a:cubicBezTo>
                    <a:pt x="16" y="86"/>
                    <a:pt x="15" y="86"/>
                    <a:pt x="15" y="85"/>
                  </a:cubicBezTo>
                  <a:cubicBezTo>
                    <a:pt x="15" y="85"/>
                    <a:pt x="15" y="85"/>
                    <a:pt x="15" y="84"/>
                  </a:cubicBezTo>
                  <a:cubicBezTo>
                    <a:pt x="15" y="84"/>
                    <a:pt x="15" y="84"/>
                    <a:pt x="15" y="84"/>
                  </a:cubicBezTo>
                  <a:cubicBezTo>
                    <a:pt x="15" y="83"/>
                    <a:pt x="15" y="83"/>
                    <a:pt x="15" y="83"/>
                  </a:cubicBezTo>
                  <a:cubicBezTo>
                    <a:pt x="15" y="82"/>
                    <a:pt x="15" y="82"/>
                    <a:pt x="15" y="82"/>
                  </a:cubicBezTo>
                  <a:cubicBezTo>
                    <a:pt x="16" y="81"/>
                    <a:pt x="16" y="81"/>
                    <a:pt x="16" y="80"/>
                  </a:cubicBezTo>
                  <a:cubicBezTo>
                    <a:pt x="16" y="79"/>
                    <a:pt x="16" y="80"/>
                    <a:pt x="17" y="80"/>
                  </a:cubicBezTo>
                  <a:cubicBezTo>
                    <a:pt x="16" y="80"/>
                    <a:pt x="16" y="80"/>
                    <a:pt x="16" y="80"/>
                  </a:cubicBezTo>
                  <a:cubicBezTo>
                    <a:pt x="16" y="80"/>
                    <a:pt x="17" y="79"/>
                    <a:pt x="16" y="79"/>
                  </a:cubicBezTo>
                  <a:cubicBezTo>
                    <a:pt x="17" y="79"/>
                    <a:pt x="16" y="77"/>
                    <a:pt x="15" y="78"/>
                  </a:cubicBezTo>
                  <a:cubicBezTo>
                    <a:pt x="16" y="78"/>
                    <a:pt x="16" y="78"/>
                    <a:pt x="15" y="78"/>
                  </a:cubicBezTo>
                  <a:cubicBezTo>
                    <a:pt x="15" y="78"/>
                    <a:pt x="15" y="78"/>
                    <a:pt x="15" y="78"/>
                  </a:cubicBezTo>
                  <a:cubicBezTo>
                    <a:pt x="15" y="78"/>
                    <a:pt x="15" y="77"/>
                    <a:pt x="15" y="77"/>
                  </a:cubicBezTo>
                  <a:cubicBezTo>
                    <a:pt x="15" y="77"/>
                    <a:pt x="15" y="76"/>
                    <a:pt x="15" y="76"/>
                  </a:cubicBezTo>
                  <a:cubicBezTo>
                    <a:pt x="16" y="76"/>
                    <a:pt x="16" y="76"/>
                    <a:pt x="16" y="75"/>
                  </a:cubicBezTo>
                  <a:cubicBezTo>
                    <a:pt x="16" y="75"/>
                    <a:pt x="16" y="74"/>
                    <a:pt x="16" y="74"/>
                  </a:cubicBezTo>
                  <a:cubicBezTo>
                    <a:pt x="16" y="73"/>
                    <a:pt x="15" y="73"/>
                    <a:pt x="15" y="73"/>
                  </a:cubicBezTo>
                  <a:cubicBezTo>
                    <a:pt x="15" y="72"/>
                    <a:pt x="15" y="72"/>
                    <a:pt x="14" y="71"/>
                  </a:cubicBezTo>
                  <a:cubicBezTo>
                    <a:pt x="14" y="71"/>
                    <a:pt x="14" y="70"/>
                    <a:pt x="14" y="70"/>
                  </a:cubicBezTo>
                  <a:cubicBezTo>
                    <a:pt x="13" y="71"/>
                    <a:pt x="14" y="70"/>
                    <a:pt x="13" y="70"/>
                  </a:cubicBezTo>
                  <a:cubicBezTo>
                    <a:pt x="13" y="70"/>
                    <a:pt x="13" y="70"/>
                    <a:pt x="13" y="71"/>
                  </a:cubicBezTo>
                  <a:cubicBezTo>
                    <a:pt x="13" y="70"/>
                    <a:pt x="14" y="70"/>
                    <a:pt x="13" y="69"/>
                  </a:cubicBezTo>
                  <a:cubicBezTo>
                    <a:pt x="13" y="69"/>
                    <a:pt x="13" y="68"/>
                    <a:pt x="13" y="68"/>
                  </a:cubicBezTo>
                  <a:cubicBezTo>
                    <a:pt x="13" y="68"/>
                    <a:pt x="14" y="67"/>
                    <a:pt x="14" y="67"/>
                  </a:cubicBezTo>
                  <a:cubicBezTo>
                    <a:pt x="14" y="67"/>
                    <a:pt x="13" y="67"/>
                    <a:pt x="13" y="66"/>
                  </a:cubicBezTo>
                  <a:cubicBezTo>
                    <a:pt x="14" y="66"/>
                    <a:pt x="14" y="67"/>
                    <a:pt x="14" y="67"/>
                  </a:cubicBezTo>
                  <a:cubicBezTo>
                    <a:pt x="14" y="67"/>
                    <a:pt x="15" y="68"/>
                    <a:pt x="15" y="68"/>
                  </a:cubicBezTo>
                  <a:cubicBezTo>
                    <a:pt x="16" y="68"/>
                    <a:pt x="16" y="68"/>
                    <a:pt x="17" y="67"/>
                  </a:cubicBezTo>
                  <a:cubicBezTo>
                    <a:pt x="17" y="67"/>
                    <a:pt x="18" y="67"/>
                    <a:pt x="18" y="67"/>
                  </a:cubicBezTo>
                  <a:cubicBezTo>
                    <a:pt x="18" y="67"/>
                    <a:pt x="19" y="67"/>
                    <a:pt x="19" y="67"/>
                  </a:cubicBezTo>
                  <a:cubicBezTo>
                    <a:pt x="20" y="66"/>
                    <a:pt x="20" y="65"/>
                    <a:pt x="21" y="65"/>
                  </a:cubicBezTo>
                  <a:cubicBezTo>
                    <a:pt x="21" y="65"/>
                    <a:pt x="22" y="65"/>
                    <a:pt x="22" y="64"/>
                  </a:cubicBezTo>
                  <a:cubicBezTo>
                    <a:pt x="22" y="64"/>
                    <a:pt x="22" y="63"/>
                    <a:pt x="22" y="63"/>
                  </a:cubicBezTo>
                  <a:cubicBezTo>
                    <a:pt x="22" y="63"/>
                    <a:pt x="22" y="63"/>
                    <a:pt x="23" y="63"/>
                  </a:cubicBezTo>
                  <a:cubicBezTo>
                    <a:pt x="23" y="63"/>
                    <a:pt x="23" y="64"/>
                    <a:pt x="23" y="64"/>
                  </a:cubicBezTo>
                  <a:cubicBezTo>
                    <a:pt x="23" y="63"/>
                    <a:pt x="23" y="63"/>
                    <a:pt x="23" y="64"/>
                  </a:cubicBezTo>
                  <a:cubicBezTo>
                    <a:pt x="23" y="64"/>
                    <a:pt x="24" y="64"/>
                    <a:pt x="24" y="64"/>
                  </a:cubicBezTo>
                  <a:cubicBezTo>
                    <a:pt x="24" y="64"/>
                    <a:pt x="24" y="65"/>
                    <a:pt x="25" y="65"/>
                  </a:cubicBezTo>
                  <a:cubicBezTo>
                    <a:pt x="25" y="64"/>
                    <a:pt x="25" y="64"/>
                    <a:pt x="25" y="65"/>
                  </a:cubicBezTo>
                  <a:cubicBezTo>
                    <a:pt x="26" y="65"/>
                    <a:pt x="25" y="66"/>
                    <a:pt x="25" y="66"/>
                  </a:cubicBezTo>
                  <a:cubicBezTo>
                    <a:pt x="25" y="66"/>
                    <a:pt x="25" y="66"/>
                    <a:pt x="26" y="66"/>
                  </a:cubicBezTo>
                  <a:cubicBezTo>
                    <a:pt x="25" y="66"/>
                    <a:pt x="27" y="66"/>
                    <a:pt x="26" y="66"/>
                  </a:cubicBezTo>
                  <a:cubicBezTo>
                    <a:pt x="26" y="66"/>
                    <a:pt x="26" y="66"/>
                    <a:pt x="26" y="66"/>
                  </a:cubicBezTo>
                  <a:cubicBezTo>
                    <a:pt x="26" y="66"/>
                    <a:pt x="26" y="66"/>
                    <a:pt x="26" y="66"/>
                  </a:cubicBezTo>
                  <a:cubicBezTo>
                    <a:pt x="25" y="67"/>
                    <a:pt x="25" y="67"/>
                    <a:pt x="25" y="67"/>
                  </a:cubicBezTo>
                  <a:cubicBezTo>
                    <a:pt x="25" y="67"/>
                    <a:pt x="26" y="67"/>
                    <a:pt x="26" y="67"/>
                  </a:cubicBezTo>
                  <a:cubicBezTo>
                    <a:pt x="26" y="67"/>
                    <a:pt x="26" y="67"/>
                    <a:pt x="26" y="67"/>
                  </a:cubicBezTo>
                  <a:cubicBezTo>
                    <a:pt x="26" y="67"/>
                    <a:pt x="26" y="67"/>
                    <a:pt x="26" y="67"/>
                  </a:cubicBezTo>
                  <a:cubicBezTo>
                    <a:pt x="26" y="68"/>
                    <a:pt x="27" y="67"/>
                    <a:pt x="27" y="68"/>
                  </a:cubicBezTo>
                  <a:cubicBezTo>
                    <a:pt x="27" y="68"/>
                    <a:pt x="27" y="68"/>
                    <a:pt x="27" y="68"/>
                  </a:cubicBezTo>
                  <a:close/>
                  <a:moveTo>
                    <a:pt x="33" y="47"/>
                  </a:moveTo>
                  <a:cubicBezTo>
                    <a:pt x="33" y="47"/>
                    <a:pt x="33" y="47"/>
                    <a:pt x="33" y="47"/>
                  </a:cubicBezTo>
                  <a:cubicBezTo>
                    <a:pt x="33" y="47"/>
                    <a:pt x="33" y="47"/>
                    <a:pt x="32" y="47"/>
                  </a:cubicBezTo>
                  <a:cubicBezTo>
                    <a:pt x="32" y="47"/>
                    <a:pt x="32" y="47"/>
                    <a:pt x="32" y="47"/>
                  </a:cubicBezTo>
                  <a:cubicBezTo>
                    <a:pt x="31" y="47"/>
                    <a:pt x="30" y="47"/>
                    <a:pt x="30" y="46"/>
                  </a:cubicBezTo>
                  <a:cubicBezTo>
                    <a:pt x="31" y="46"/>
                    <a:pt x="31" y="47"/>
                    <a:pt x="32" y="46"/>
                  </a:cubicBezTo>
                  <a:cubicBezTo>
                    <a:pt x="32" y="46"/>
                    <a:pt x="32" y="46"/>
                    <a:pt x="33" y="46"/>
                  </a:cubicBezTo>
                  <a:cubicBezTo>
                    <a:pt x="33" y="46"/>
                    <a:pt x="33" y="45"/>
                    <a:pt x="33" y="46"/>
                  </a:cubicBezTo>
                  <a:cubicBezTo>
                    <a:pt x="33" y="46"/>
                    <a:pt x="33" y="47"/>
                    <a:pt x="33" y="4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62" name="Israel">
              <a:extLst>
                <a:ext uri="{FF2B5EF4-FFF2-40B4-BE49-F238E27FC236}">
                  <a16:creationId xmlns:a16="http://schemas.microsoft.com/office/drawing/2014/main" id="{A808A170-3E1F-FC8B-A192-0AB786F5BCCE}"/>
                </a:ext>
              </a:extLst>
            </p:cNvPr>
            <p:cNvSpPr>
              <a:spLocks/>
            </p:cNvSpPr>
            <p:nvPr/>
          </p:nvSpPr>
          <p:spPr bwMode="auto">
            <a:xfrm>
              <a:off x="6837595" y="2746612"/>
              <a:ext cx="42147" cy="148985"/>
            </a:xfrm>
            <a:custGeom>
              <a:avLst/>
              <a:gdLst/>
              <a:ahLst/>
              <a:cxnLst>
                <a:cxn ang="0">
                  <a:pos x="11" y="7"/>
                </a:cxn>
                <a:cxn ang="0">
                  <a:pos x="12" y="7"/>
                </a:cxn>
                <a:cxn ang="0">
                  <a:pos x="11" y="6"/>
                </a:cxn>
                <a:cxn ang="0">
                  <a:pos x="11" y="6"/>
                </a:cxn>
                <a:cxn ang="0">
                  <a:pos x="11" y="5"/>
                </a:cxn>
                <a:cxn ang="0">
                  <a:pos x="11" y="3"/>
                </a:cxn>
                <a:cxn ang="0">
                  <a:pos x="11" y="1"/>
                </a:cxn>
                <a:cxn ang="0">
                  <a:pos x="11" y="1"/>
                </a:cxn>
                <a:cxn ang="0">
                  <a:pos x="11" y="1"/>
                </a:cxn>
                <a:cxn ang="0">
                  <a:pos x="10" y="0"/>
                </a:cxn>
                <a:cxn ang="0">
                  <a:pos x="10" y="2"/>
                </a:cxn>
                <a:cxn ang="0">
                  <a:pos x="8" y="3"/>
                </a:cxn>
                <a:cxn ang="0">
                  <a:pos x="6" y="3"/>
                </a:cxn>
                <a:cxn ang="0">
                  <a:pos x="6" y="5"/>
                </a:cxn>
                <a:cxn ang="0">
                  <a:pos x="5" y="6"/>
                </a:cxn>
                <a:cxn ang="0">
                  <a:pos x="4" y="11"/>
                </a:cxn>
                <a:cxn ang="0">
                  <a:pos x="3" y="14"/>
                </a:cxn>
                <a:cxn ang="0">
                  <a:pos x="2" y="18"/>
                </a:cxn>
                <a:cxn ang="0">
                  <a:pos x="2" y="19"/>
                </a:cxn>
                <a:cxn ang="0">
                  <a:pos x="2" y="19"/>
                </a:cxn>
                <a:cxn ang="0">
                  <a:pos x="1" y="21"/>
                </a:cxn>
                <a:cxn ang="0">
                  <a:pos x="1" y="22"/>
                </a:cxn>
                <a:cxn ang="0">
                  <a:pos x="0" y="23"/>
                </a:cxn>
                <a:cxn ang="0">
                  <a:pos x="1" y="26"/>
                </a:cxn>
                <a:cxn ang="0">
                  <a:pos x="2" y="28"/>
                </a:cxn>
                <a:cxn ang="0">
                  <a:pos x="3" y="31"/>
                </a:cxn>
                <a:cxn ang="0">
                  <a:pos x="4" y="33"/>
                </a:cxn>
                <a:cxn ang="0">
                  <a:pos x="5" y="36"/>
                </a:cxn>
                <a:cxn ang="0">
                  <a:pos x="6" y="39"/>
                </a:cxn>
                <a:cxn ang="0">
                  <a:pos x="7" y="42"/>
                </a:cxn>
                <a:cxn ang="0">
                  <a:pos x="8" y="42"/>
                </a:cxn>
                <a:cxn ang="0">
                  <a:pos x="8" y="39"/>
                </a:cxn>
                <a:cxn ang="0">
                  <a:pos x="8" y="37"/>
                </a:cxn>
                <a:cxn ang="0">
                  <a:pos x="9" y="35"/>
                </a:cxn>
                <a:cxn ang="0">
                  <a:pos x="9" y="32"/>
                </a:cxn>
                <a:cxn ang="0">
                  <a:pos x="9" y="31"/>
                </a:cxn>
                <a:cxn ang="0">
                  <a:pos x="9" y="30"/>
                </a:cxn>
                <a:cxn ang="0">
                  <a:pos x="10" y="27"/>
                </a:cxn>
                <a:cxn ang="0">
                  <a:pos x="10" y="26"/>
                </a:cxn>
                <a:cxn ang="0">
                  <a:pos x="10" y="25"/>
                </a:cxn>
                <a:cxn ang="0">
                  <a:pos x="11" y="24"/>
                </a:cxn>
                <a:cxn ang="0">
                  <a:pos x="10" y="22"/>
                </a:cxn>
                <a:cxn ang="0">
                  <a:pos x="11" y="20"/>
                </a:cxn>
                <a:cxn ang="0">
                  <a:pos x="9" y="21"/>
                </a:cxn>
                <a:cxn ang="0">
                  <a:pos x="7" y="22"/>
                </a:cxn>
                <a:cxn ang="0">
                  <a:pos x="5" y="21"/>
                </a:cxn>
                <a:cxn ang="0">
                  <a:pos x="6" y="19"/>
                </a:cxn>
                <a:cxn ang="0">
                  <a:pos x="8" y="17"/>
                </a:cxn>
                <a:cxn ang="0">
                  <a:pos x="7" y="16"/>
                </a:cxn>
                <a:cxn ang="0">
                  <a:pos x="6" y="16"/>
                </a:cxn>
                <a:cxn ang="0">
                  <a:pos x="6" y="16"/>
                </a:cxn>
                <a:cxn ang="0">
                  <a:pos x="6" y="15"/>
                </a:cxn>
                <a:cxn ang="0">
                  <a:pos x="6" y="14"/>
                </a:cxn>
                <a:cxn ang="0">
                  <a:pos x="6" y="12"/>
                </a:cxn>
                <a:cxn ang="0">
                  <a:pos x="6" y="11"/>
                </a:cxn>
                <a:cxn ang="0">
                  <a:pos x="6" y="10"/>
                </a:cxn>
                <a:cxn ang="0">
                  <a:pos x="7" y="9"/>
                </a:cxn>
                <a:cxn ang="0">
                  <a:pos x="9" y="9"/>
                </a:cxn>
                <a:cxn ang="0">
                  <a:pos x="11" y="10"/>
                </a:cxn>
                <a:cxn ang="0">
                  <a:pos x="11" y="9"/>
                </a:cxn>
                <a:cxn ang="0">
                  <a:pos x="11" y="8"/>
                </a:cxn>
                <a:cxn ang="0">
                  <a:pos x="11" y="7"/>
                </a:cxn>
              </a:cxnLst>
              <a:rect l="0" t="0" r="r" b="b"/>
              <a:pathLst>
                <a:path w="12" h="42">
                  <a:moveTo>
                    <a:pt x="11" y="7"/>
                  </a:moveTo>
                  <a:cubicBezTo>
                    <a:pt x="11" y="7"/>
                    <a:pt x="11" y="7"/>
                    <a:pt x="12" y="7"/>
                  </a:cubicBezTo>
                  <a:cubicBezTo>
                    <a:pt x="11" y="7"/>
                    <a:pt x="11" y="6"/>
                    <a:pt x="11" y="6"/>
                  </a:cubicBezTo>
                  <a:cubicBezTo>
                    <a:pt x="11" y="6"/>
                    <a:pt x="11" y="6"/>
                    <a:pt x="11" y="6"/>
                  </a:cubicBezTo>
                  <a:cubicBezTo>
                    <a:pt x="11" y="5"/>
                    <a:pt x="11" y="5"/>
                    <a:pt x="11" y="5"/>
                  </a:cubicBezTo>
                  <a:cubicBezTo>
                    <a:pt x="11" y="4"/>
                    <a:pt x="11" y="4"/>
                    <a:pt x="11" y="3"/>
                  </a:cubicBezTo>
                  <a:cubicBezTo>
                    <a:pt x="11" y="2"/>
                    <a:pt x="11" y="2"/>
                    <a:pt x="11" y="1"/>
                  </a:cubicBezTo>
                  <a:cubicBezTo>
                    <a:pt x="11" y="1"/>
                    <a:pt x="11" y="1"/>
                    <a:pt x="11" y="1"/>
                  </a:cubicBezTo>
                  <a:cubicBezTo>
                    <a:pt x="11" y="1"/>
                    <a:pt x="11" y="1"/>
                    <a:pt x="11" y="1"/>
                  </a:cubicBezTo>
                  <a:cubicBezTo>
                    <a:pt x="10" y="1"/>
                    <a:pt x="10" y="0"/>
                    <a:pt x="10" y="0"/>
                  </a:cubicBezTo>
                  <a:cubicBezTo>
                    <a:pt x="10" y="0"/>
                    <a:pt x="10" y="2"/>
                    <a:pt x="10" y="2"/>
                  </a:cubicBezTo>
                  <a:cubicBezTo>
                    <a:pt x="10" y="3"/>
                    <a:pt x="8" y="3"/>
                    <a:pt x="8" y="3"/>
                  </a:cubicBezTo>
                  <a:cubicBezTo>
                    <a:pt x="8" y="2"/>
                    <a:pt x="6" y="3"/>
                    <a:pt x="6" y="3"/>
                  </a:cubicBezTo>
                  <a:cubicBezTo>
                    <a:pt x="6" y="3"/>
                    <a:pt x="6" y="5"/>
                    <a:pt x="6" y="5"/>
                  </a:cubicBezTo>
                  <a:cubicBezTo>
                    <a:pt x="5" y="6"/>
                    <a:pt x="5" y="5"/>
                    <a:pt x="5" y="6"/>
                  </a:cubicBezTo>
                  <a:cubicBezTo>
                    <a:pt x="4" y="8"/>
                    <a:pt x="4" y="10"/>
                    <a:pt x="4" y="11"/>
                  </a:cubicBezTo>
                  <a:cubicBezTo>
                    <a:pt x="4" y="12"/>
                    <a:pt x="4" y="13"/>
                    <a:pt x="3" y="14"/>
                  </a:cubicBezTo>
                  <a:cubicBezTo>
                    <a:pt x="3" y="16"/>
                    <a:pt x="3" y="17"/>
                    <a:pt x="2" y="18"/>
                  </a:cubicBezTo>
                  <a:cubicBezTo>
                    <a:pt x="2" y="18"/>
                    <a:pt x="2" y="19"/>
                    <a:pt x="2" y="19"/>
                  </a:cubicBezTo>
                  <a:cubicBezTo>
                    <a:pt x="2" y="19"/>
                    <a:pt x="2" y="19"/>
                    <a:pt x="2" y="19"/>
                  </a:cubicBezTo>
                  <a:cubicBezTo>
                    <a:pt x="2" y="20"/>
                    <a:pt x="1" y="21"/>
                    <a:pt x="1" y="21"/>
                  </a:cubicBezTo>
                  <a:cubicBezTo>
                    <a:pt x="1" y="21"/>
                    <a:pt x="1" y="22"/>
                    <a:pt x="1" y="22"/>
                  </a:cubicBezTo>
                  <a:cubicBezTo>
                    <a:pt x="0" y="23"/>
                    <a:pt x="0" y="23"/>
                    <a:pt x="0" y="23"/>
                  </a:cubicBezTo>
                  <a:cubicBezTo>
                    <a:pt x="0" y="24"/>
                    <a:pt x="0" y="25"/>
                    <a:pt x="1" y="26"/>
                  </a:cubicBezTo>
                  <a:cubicBezTo>
                    <a:pt x="1" y="26"/>
                    <a:pt x="2" y="27"/>
                    <a:pt x="2" y="28"/>
                  </a:cubicBezTo>
                  <a:cubicBezTo>
                    <a:pt x="2" y="29"/>
                    <a:pt x="2" y="30"/>
                    <a:pt x="3" y="31"/>
                  </a:cubicBezTo>
                  <a:cubicBezTo>
                    <a:pt x="3" y="32"/>
                    <a:pt x="4" y="33"/>
                    <a:pt x="4" y="33"/>
                  </a:cubicBezTo>
                  <a:cubicBezTo>
                    <a:pt x="4" y="34"/>
                    <a:pt x="5" y="35"/>
                    <a:pt x="5" y="36"/>
                  </a:cubicBezTo>
                  <a:cubicBezTo>
                    <a:pt x="5" y="37"/>
                    <a:pt x="6" y="38"/>
                    <a:pt x="6" y="39"/>
                  </a:cubicBezTo>
                  <a:cubicBezTo>
                    <a:pt x="6" y="40"/>
                    <a:pt x="6" y="41"/>
                    <a:pt x="7" y="42"/>
                  </a:cubicBezTo>
                  <a:cubicBezTo>
                    <a:pt x="7" y="42"/>
                    <a:pt x="7" y="41"/>
                    <a:pt x="8" y="42"/>
                  </a:cubicBezTo>
                  <a:cubicBezTo>
                    <a:pt x="7" y="41"/>
                    <a:pt x="8" y="40"/>
                    <a:pt x="8" y="39"/>
                  </a:cubicBezTo>
                  <a:cubicBezTo>
                    <a:pt x="8" y="39"/>
                    <a:pt x="8" y="38"/>
                    <a:pt x="8" y="37"/>
                  </a:cubicBezTo>
                  <a:cubicBezTo>
                    <a:pt x="8" y="36"/>
                    <a:pt x="9" y="35"/>
                    <a:pt x="9" y="35"/>
                  </a:cubicBezTo>
                  <a:cubicBezTo>
                    <a:pt x="9" y="34"/>
                    <a:pt x="9" y="33"/>
                    <a:pt x="9" y="32"/>
                  </a:cubicBezTo>
                  <a:cubicBezTo>
                    <a:pt x="9" y="32"/>
                    <a:pt x="9" y="32"/>
                    <a:pt x="9" y="31"/>
                  </a:cubicBezTo>
                  <a:cubicBezTo>
                    <a:pt x="9" y="31"/>
                    <a:pt x="9" y="30"/>
                    <a:pt x="9" y="30"/>
                  </a:cubicBezTo>
                  <a:cubicBezTo>
                    <a:pt x="9" y="29"/>
                    <a:pt x="10" y="28"/>
                    <a:pt x="10" y="27"/>
                  </a:cubicBezTo>
                  <a:cubicBezTo>
                    <a:pt x="10" y="27"/>
                    <a:pt x="10" y="27"/>
                    <a:pt x="10" y="26"/>
                  </a:cubicBezTo>
                  <a:cubicBezTo>
                    <a:pt x="11" y="26"/>
                    <a:pt x="10" y="26"/>
                    <a:pt x="10" y="25"/>
                  </a:cubicBezTo>
                  <a:cubicBezTo>
                    <a:pt x="11" y="25"/>
                    <a:pt x="11" y="24"/>
                    <a:pt x="11" y="24"/>
                  </a:cubicBezTo>
                  <a:cubicBezTo>
                    <a:pt x="10" y="23"/>
                    <a:pt x="10" y="23"/>
                    <a:pt x="10" y="22"/>
                  </a:cubicBezTo>
                  <a:cubicBezTo>
                    <a:pt x="11" y="21"/>
                    <a:pt x="11" y="20"/>
                    <a:pt x="11" y="20"/>
                  </a:cubicBezTo>
                  <a:cubicBezTo>
                    <a:pt x="10" y="20"/>
                    <a:pt x="9" y="21"/>
                    <a:pt x="9" y="21"/>
                  </a:cubicBezTo>
                  <a:cubicBezTo>
                    <a:pt x="9" y="21"/>
                    <a:pt x="8" y="22"/>
                    <a:pt x="7" y="22"/>
                  </a:cubicBezTo>
                  <a:cubicBezTo>
                    <a:pt x="7" y="22"/>
                    <a:pt x="6" y="22"/>
                    <a:pt x="5" y="21"/>
                  </a:cubicBezTo>
                  <a:cubicBezTo>
                    <a:pt x="5" y="21"/>
                    <a:pt x="6" y="20"/>
                    <a:pt x="6" y="19"/>
                  </a:cubicBezTo>
                  <a:cubicBezTo>
                    <a:pt x="6" y="19"/>
                    <a:pt x="7" y="17"/>
                    <a:pt x="8" y="17"/>
                  </a:cubicBezTo>
                  <a:cubicBezTo>
                    <a:pt x="8" y="17"/>
                    <a:pt x="7" y="16"/>
                    <a:pt x="7" y="16"/>
                  </a:cubicBezTo>
                  <a:cubicBezTo>
                    <a:pt x="6" y="16"/>
                    <a:pt x="6" y="17"/>
                    <a:pt x="6" y="16"/>
                  </a:cubicBezTo>
                  <a:cubicBezTo>
                    <a:pt x="5" y="16"/>
                    <a:pt x="6" y="16"/>
                    <a:pt x="6" y="16"/>
                  </a:cubicBezTo>
                  <a:cubicBezTo>
                    <a:pt x="6" y="16"/>
                    <a:pt x="6" y="16"/>
                    <a:pt x="6" y="15"/>
                  </a:cubicBezTo>
                  <a:cubicBezTo>
                    <a:pt x="6" y="15"/>
                    <a:pt x="6" y="14"/>
                    <a:pt x="6" y="14"/>
                  </a:cubicBezTo>
                  <a:cubicBezTo>
                    <a:pt x="6" y="13"/>
                    <a:pt x="5" y="13"/>
                    <a:pt x="6" y="12"/>
                  </a:cubicBezTo>
                  <a:cubicBezTo>
                    <a:pt x="6" y="12"/>
                    <a:pt x="6" y="12"/>
                    <a:pt x="6" y="11"/>
                  </a:cubicBezTo>
                  <a:cubicBezTo>
                    <a:pt x="6" y="11"/>
                    <a:pt x="6" y="10"/>
                    <a:pt x="6" y="10"/>
                  </a:cubicBezTo>
                  <a:cubicBezTo>
                    <a:pt x="6" y="10"/>
                    <a:pt x="7" y="9"/>
                    <a:pt x="7" y="9"/>
                  </a:cubicBezTo>
                  <a:cubicBezTo>
                    <a:pt x="8" y="9"/>
                    <a:pt x="9" y="9"/>
                    <a:pt x="9" y="9"/>
                  </a:cubicBezTo>
                  <a:cubicBezTo>
                    <a:pt x="9" y="10"/>
                    <a:pt x="10" y="10"/>
                    <a:pt x="11" y="10"/>
                  </a:cubicBezTo>
                  <a:cubicBezTo>
                    <a:pt x="11" y="10"/>
                    <a:pt x="11" y="10"/>
                    <a:pt x="11" y="9"/>
                  </a:cubicBezTo>
                  <a:cubicBezTo>
                    <a:pt x="11" y="9"/>
                    <a:pt x="11" y="9"/>
                    <a:pt x="11" y="8"/>
                  </a:cubicBezTo>
                  <a:cubicBezTo>
                    <a:pt x="11" y="8"/>
                    <a:pt x="10" y="8"/>
                    <a:pt x="11" y="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63" name="Ireland">
              <a:extLst>
                <a:ext uri="{FF2B5EF4-FFF2-40B4-BE49-F238E27FC236}">
                  <a16:creationId xmlns:a16="http://schemas.microsoft.com/office/drawing/2014/main" id="{C603D8E0-2D13-D49F-1709-0AEFF49703A9}"/>
                </a:ext>
              </a:extLst>
            </p:cNvPr>
            <p:cNvSpPr>
              <a:spLocks noEditPoints="1"/>
            </p:cNvSpPr>
            <p:nvPr/>
          </p:nvSpPr>
          <p:spPr bwMode="auto">
            <a:xfrm>
              <a:off x="5438900" y="1902691"/>
              <a:ext cx="134283" cy="148985"/>
            </a:xfrm>
            <a:custGeom>
              <a:avLst/>
              <a:gdLst/>
              <a:ahLst/>
              <a:cxnLst>
                <a:cxn ang="0">
                  <a:pos x="37" y="24"/>
                </a:cxn>
                <a:cxn ang="0">
                  <a:pos x="34" y="32"/>
                </a:cxn>
                <a:cxn ang="0">
                  <a:pos x="32" y="34"/>
                </a:cxn>
                <a:cxn ang="0">
                  <a:pos x="29" y="34"/>
                </a:cxn>
                <a:cxn ang="0">
                  <a:pos x="27" y="34"/>
                </a:cxn>
                <a:cxn ang="0">
                  <a:pos x="21" y="37"/>
                </a:cxn>
                <a:cxn ang="0">
                  <a:pos x="18" y="37"/>
                </a:cxn>
                <a:cxn ang="0">
                  <a:pos x="15" y="39"/>
                </a:cxn>
                <a:cxn ang="0">
                  <a:pos x="12" y="40"/>
                </a:cxn>
                <a:cxn ang="0">
                  <a:pos x="8" y="41"/>
                </a:cxn>
                <a:cxn ang="0">
                  <a:pos x="4" y="41"/>
                </a:cxn>
                <a:cxn ang="0">
                  <a:pos x="6" y="39"/>
                </a:cxn>
                <a:cxn ang="0">
                  <a:pos x="5" y="38"/>
                </a:cxn>
                <a:cxn ang="0">
                  <a:pos x="1" y="38"/>
                </a:cxn>
                <a:cxn ang="0">
                  <a:pos x="1" y="37"/>
                </a:cxn>
                <a:cxn ang="0">
                  <a:pos x="4" y="34"/>
                </a:cxn>
                <a:cxn ang="0">
                  <a:pos x="1" y="35"/>
                </a:cxn>
                <a:cxn ang="0">
                  <a:pos x="1" y="33"/>
                </a:cxn>
                <a:cxn ang="0">
                  <a:pos x="4" y="33"/>
                </a:cxn>
                <a:cxn ang="0">
                  <a:pos x="5" y="32"/>
                </a:cxn>
                <a:cxn ang="0">
                  <a:pos x="10" y="30"/>
                </a:cxn>
                <a:cxn ang="0">
                  <a:pos x="12" y="29"/>
                </a:cxn>
                <a:cxn ang="0">
                  <a:pos x="7" y="29"/>
                </a:cxn>
                <a:cxn ang="0">
                  <a:pos x="8" y="28"/>
                </a:cxn>
                <a:cxn ang="0">
                  <a:pos x="12" y="24"/>
                </a:cxn>
                <a:cxn ang="0">
                  <a:pos x="14" y="23"/>
                </a:cxn>
                <a:cxn ang="0">
                  <a:pos x="9" y="23"/>
                </a:cxn>
                <a:cxn ang="0">
                  <a:pos x="8" y="21"/>
                </a:cxn>
                <a:cxn ang="0">
                  <a:pos x="6" y="21"/>
                </a:cxn>
                <a:cxn ang="0">
                  <a:pos x="5" y="20"/>
                </a:cxn>
                <a:cxn ang="0">
                  <a:pos x="8" y="19"/>
                </a:cxn>
                <a:cxn ang="0">
                  <a:pos x="8" y="16"/>
                </a:cxn>
                <a:cxn ang="0">
                  <a:pos x="6" y="14"/>
                </a:cxn>
                <a:cxn ang="0">
                  <a:pos x="6" y="14"/>
                </a:cxn>
                <a:cxn ang="0">
                  <a:pos x="7" y="12"/>
                </a:cxn>
                <a:cxn ang="0">
                  <a:pos x="10" y="12"/>
                </a:cxn>
                <a:cxn ang="0">
                  <a:pos x="15" y="12"/>
                </a:cxn>
                <a:cxn ang="0">
                  <a:pos x="18" y="11"/>
                </a:cxn>
                <a:cxn ang="0">
                  <a:pos x="22" y="8"/>
                </a:cxn>
                <a:cxn ang="0">
                  <a:pos x="19" y="8"/>
                </a:cxn>
                <a:cxn ang="0">
                  <a:pos x="19" y="7"/>
                </a:cxn>
                <a:cxn ang="0">
                  <a:pos x="21" y="6"/>
                </a:cxn>
                <a:cxn ang="0">
                  <a:pos x="22" y="3"/>
                </a:cxn>
                <a:cxn ang="0">
                  <a:pos x="25" y="2"/>
                </a:cxn>
                <a:cxn ang="0">
                  <a:pos x="26" y="2"/>
                </a:cxn>
                <a:cxn ang="0">
                  <a:pos x="26" y="5"/>
                </a:cxn>
                <a:cxn ang="0">
                  <a:pos x="30" y="1"/>
                </a:cxn>
                <a:cxn ang="0">
                  <a:pos x="28" y="4"/>
                </a:cxn>
                <a:cxn ang="0">
                  <a:pos x="25" y="8"/>
                </a:cxn>
                <a:cxn ang="0">
                  <a:pos x="24" y="13"/>
                </a:cxn>
                <a:cxn ang="0">
                  <a:pos x="28" y="13"/>
                </a:cxn>
                <a:cxn ang="0">
                  <a:pos x="30" y="11"/>
                </a:cxn>
                <a:cxn ang="0">
                  <a:pos x="33" y="14"/>
                </a:cxn>
                <a:cxn ang="0">
                  <a:pos x="37" y="15"/>
                </a:cxn>
                <a:cxn ang="0">
                  <a:pos x="37" y="20"/>
                </a:cxn>
                <a:cxn ang="0">
                  <a:pos x="6" y="15"/>
                </a:cxn>
              </a:cxnLst>
              <a:rect l="0" t="0" r="r" b="b"/>
              <a:pathLst>
                <a:path w="38" h="42">
                  <a:moveTo>
                    <a:pt x="37" y="20"/>
                  </a:moveTo>
                  <a:cubicBezTo>
                    <a:pt x="37" y="20"/>
                    <a:pt x="37" y="21"/>
                    <a:pt x="38" y="21"/>
                  </a:cubicBezTo>
                  <a:cubicBezTo>
                    <a:pt x="37" y="22"/>
                    <a:pt x="37" y="21"/>
                    <a:pt x="36" y="22"/>
                  </a:cubicBezTo>
                  <a:cubicBezTo>
                    <a:pt x="36" y="22"/>
                    <a:pt x="37" y="22"/>
                    <a:pt x="37" y="22"/>
                  </a:cubicBezTo>
                  <a:cubicBezTo>
                    <a:pt x="37" y="23"/>
                    <a:pt x="37" y="23"/>
                    <a:pt x="37" y="24"/>
                  </a:cubicBezTo>
                  <a:cubicBezTo>
                    <a:pt x="38" y="24"/>
                    <a:pt x="37" y="25"/>
                    <a:pt x="37" y="26"/>
                  </a:cubicBezTo>
                  <a:cubicBezTo>
                    <a:pt x="38" y="26"/>
                    <a:pt x="37" y="27"/>
                    <a:pt x="36" y="27"/>
                  </a:cubicBezTo>
                  <a:cubicBezTo>
                    <a:pt x="36" y="27"/>
                    <a:pt x="36" y="29"/>
                    <a:pt x="35" y="29"/>
                  </a:cubicBezTo>
                  <a:cubicBezTo>
                    <a:pt x="35" y="30"/>
                    <a:pt x="36" y="30"/>
                    <a:pt x="35" y="31"/>
                  </a:cubicBezTo>
                  <a:cubicBezTo>
                    <a:pt x="34" y="31"/>
                    <a:pt x="34" y="31"/>
                    <a:pt x="34" y="32"/>
                  </a:cubicBezTo>
                  <a:cubicBezTo>
                    <a:pt x="34" y="32"/>
                    <a:pt x="33" y="32"/>
                    <a:pt x="33" y="32"/>
                  </a:cubicBezTo>
                  <a:cubicBezTo>
                    <a:pt x="33" y="32"/>
                    <a:pt x="34" y="33"/>
                    <a:pt x="34" y="32"/>
                  </a:cubicBezTo>
                  <a:cubicBezTo>
                    <a:pt x="34" y="33"/>
                    <a:pt x="34" y="33"/>
                    <a:pt x="34" y="33"/>
                  </a:cubicBezTo>
                  <a:cubicBezTo>
                    <a:pt x="34" y="34"/>
                    <a:pt x="33" y="34"/>
                    <a:pt x="34" y="34"/>
                  </a:cubicBezTo>
                  <a:cubicBezTo>
                    <a:pt x="33" y="34"/>
                    <a:pt x="32" y="34"/>
                    <a:pt x="32" y="34"/>
                  </a:cubicBezTo>
                  <a:cubicBezTo>
                    <a:pt x="32" y="34"/>
                    <a:pt x="31" y="34"/>
                    <a:pt x="30" y="34"/>
                  </a:cubicBezTo>
                  <a:cubicBezTo>
                    <a:pt x="30" y="33"/>
                    <a:pt x="30" y="33"/>
                    <a:pt x="31" y="33"/>
                  </a:cubicBezTo>
                  <a:cubicBezTo>
                    <a:pt x="30" y="33"/>
                    <a:pt x="30" y="33"/>
                    <a:pt x="30" y="33"/>
                  </a:cubicBezTo>
                  <a:cubicBezTo>
                    <a:pt x="30" y="33"/>
                    <a:pt x="30" y="34"/>
                    <a:pt x="30" y="34"/>
                  </a:cubicBezTo>
                  <a:cubicBezTo>
                    <a:pt x="30" y="34"/>
                    <a:pt x="29" y="34"/>
                    <a:pt x="29" y="34"/>
                  </a:cubicBezTo>
                  <a:cubicBezTo>
                    <a:pt x="29" y="34"/>
                    <a:pt x="29" y="33"/>
                    <a:pt x="29" y="33"/>
                  </a:cubicBezTo>
                  <a:cubicBezTo>
                    <a:pt x="29" y="33"/>
                    <a:pt x="29" y="34"/>
                    <a:pt x="29" y="34"/>
                  </a:cubicBezTo>
                  <a:cubicBezTo>
                    <a:pt x="28" y="34"/>
                    <a:pt x="28" y="34"/>
                    <a:pt x="28" y="34"/>
                  </a:cubicBezTo>
                  <a:cubicBezTo>
                    <a:pt x="28" y="34"/>
                    <a:pt x="28" y="34"/>
                    <a:pt x="28" y="34"/>
                  </a:cubicBezTo>
                  <a:cubicBezTo>
                    <a:pt x="28" y="34"/>
                    <a:pt x="27" y="34"/>
                    <a:pt x="27" y="34"/>
                  </a:cubicBezTo>
                  <a:cubicBezTo>
                    <a:pt x="27" y="34"/>
                    <a:pt x="26" y="34"/>
                    <a:pt x="26" y="34"/>
                  </a:cubicBezTo>
                  <a:cubicBezTo>
                    <a:pt x="25" y="34"/>
                    <a:pt x="23" y="35"/>
                    <a:pt x="23" y="35"/>
                  </a:cubicBezTo>
                  <a:cubicBezTo>
                    <a:pt x="24" y="35"/>
                    <a:pt x="23" y="36"/>
                    <a:pt x="23" y="36"/>
                  </a:cubicBezTo>
                  <a:cubicBezTo>
                    <a:pt x="23" y="36"/>
                    <a:pt x="22" y="37"/>
                    <a:pt x="21" y="36"/>
                  </a:cubicBezTo>
                  <a:cubicBezTo>
                    <a:pt x="21" y="36"/>
                    <a:pt x="21" y="37"/>
                    <a:pt x="21" y="37"/>
                  </a:cubicBezTo>
                  <a:cubicBezTo>
                    <a:pt x="21" y="37"/>
                    <a:pt x="20" y="37"/>
                    <a:pt x="20" y="37"/>
                  </a:cubicBezTo>
                  <a:cubicBezTo>
                    <a:pt x="20" y="37"/>
                    <a:pt x="19" y="38"/>
                    <a:pt x="19" y="38"/>
                  </a:cubicBezTo>
                  <a:cubicBezTo>
                    <a:pt x="19" y="38"/>
                    <a:pt x="18" y="38"/>
                    <a:pt x="18" y="38"/>
                  </a:cubicBezTo>
                  <a:cubicBezTo>
                    <a:pt x="18" y="37"/>
                    <a:pt x="18" y="37"/>
                    <a:pt x="18" y="37"/>
                  </a:cubicBezTo>
                  <a:cubicBezTo>
                    <a:pt x="18" y="37"/>
                    <a:pt x="18" y="37"/>
                    <a:pt x="18" y="37"/>
                  </a:cubicBezTo>
                  <a:cubicBezTo>
                    <a:pt x="18" y="37"/>
                    <a:pt x="17" y="37"/>
                    <a:pt x="16" y="37"/>
                  </a:cubicBezTo>
                  <a:cubicBezTo>
                    <a:pt x="17" y="37"/>
                    <a:pt x="17" y="37"/>
                    <a:pt x="17" y="37"/>
                  </a:cubicBezTo>
                  <a:cubicBezTo>
                    <a:pt x="17" y="37"/>
                    <a:pt x="17" y="38"/>
                    <a:pt x="17" y="38"/>
                  </a:cubicBezTo>
                  <a:cubicBezTo>
                    <a:pt x="17" y="38"/>
                    <a:pt x="16" y="39"/>
                    <a:pt x="16" y="39"/>
                  </a:cubicBezTo>
                  <a:cubicBezTo>
                    <a:pt x="16" y="39"/>
                    <a:pt x="15" y="39"/>
                    <a:pt x="15" y="39"/>
                  </a:cubicBezTo>
                  <a:cubicBezTo>
                    <a:pt x="15" y="39"/>
                    <a:pt x="15" y="39"/>
                    <a:pt x="15" y="39"/>
                  </a:cubicBezTo>
                  <a:cubicBezTo>
                    <a:pt x="15" y="39"/>
                    <a:pt x="15" y="39"/>
                    <a:pt x="15" y="40"/>
                  </a:cubicBezTo>
                  <a:cubicBezTo>
                    <a:pt x="15" y="39"/>
                    <a:pt x="14" y="40"/>
                    <a:pt x="13" y="40"/>
                  </a:cubicBezTo>
                  <a:cubicBezTo>
                    <a:pt x="14" y="40"/>
                    <a:pt x="14" y="40"/>
                    <a:pt x="14" y="40"/>
                  </a:cubicBezTo>
                  <a:cubicBezTo>
                    <a:pt x="14" y="40"/>
                    <a:pt x="13" y="40"/>
                    <a:pt x="12" y="40"/>
                  </a:cubicBezTo>
                  <a:cubicBezTo>
                    <a:pt x="12" y="40"/>
                    <a:pt x="12" y="41"/>
                    <a:pt x="12" y="40"/>
                  </a:cubicBezTo>
                  <a:cubicBezTo>
                    <a:pt x="12" y="40"/>
                    <a:pt x="10" y="40"/>
                    <a:pt x="10" y="40"/>
                  </a:cubicBezTo>
                  <a:cubicBezTo>
                    <a:pt x="10" y="41"/>
                    <a:pt x="8" y="41"/>
                    <a:pt x="8" y="41"/>
                  </a:cubicBezTo>
                  <a:cubicBezTo>
                    <a:pt x="8" y="41"/>
                    <a:pt x="8" y="41"/>
                    <a:pt x="8" y="41"/>
                  </a:cubicBezTo>
                  <a:cubicBezTo>
                    <a:pt x="8" y="41"/>
                    <a:pt x="8" y="41"/>
                    <a:pt x="8" y="41"/>
                  </a:cubicBezTo>
                  <a:cubicBezTo>
                    <a:pt x="8" y="41"/>
                    <a:pt x="8" y="41"/>
                    <a:pt x="8" y="41"/>
                  </a:cubicBezTo>
                  <a:cubicBezTo>
                    <a:pt x="8" y="40"/>
                    <a:pt x="7" y="41"/>
                    <a:pt x="7" y="41"/>
                  </a:cubicBezTo>
                  <a:cubicBezTo>
                    <a:pt x="7" y="41"/>
                    <a:pt x="6" y="41"/>
                    <a:pt x="6" y="41"/>
                  </a:cubicBezTo>
                  <a:cubicBezTo>
                    <a:pt x="6" y="41"/>
                    <a:pt x="6" y="41"/>
                    <a:pt x="5" y="41"/>
                  </a:cubicBezTo>
                  <a:cubicBezTo>
                    <a:pt x="5" y="41"/>
                    <a:pt x="4" y="42"/>
                    <a:pt x="4" y="41"/>
                  </a:cubicBezTo>
                  <a:cubicBezTo>
                    <a:pt x="4" y="41"/>
                    <a:pt x="6" y="40"/>
                    <a:pt x="7" y="40"/>
                  </a:cubicBezTo>
                  <a:cubicBezTo>
                    <a:pt x="6" y="40"/>
                    <a:pt x="5" y="41"/>
                    <a:pt x="4" y="41"/>
                  </a:cubicBezTo>
                  <a:cubicBezTo>
                    <a:pt x="5" y="40"/>
                    <a:pt x="8" y="39"/>
                    <a:pt x="8" y="39"/>
                  </a:cubicBezTo>
                  <a:cubicBezTo>
                    <a:pt x="8" y="39"/>
                    <a:pt x="7" y="38"/>
                    <a:pt x="7" y="38"/>
                  </a:cubicBezTo>
                  <a:cubicBezTo>
                    <a:pt x="7" y="38"/>
                    <a:pt x="6" y="39"/>
                    <a:pt x="6" y="39"/>
                  </a:cubicBezTo>
                  <a:cubicBezTo>
                    <a:pt x="5" y="39"/>
                    <a:pt x="3" y="40"/>
                    <a:pt x="2" y="40"/>
                  </a:cubicBezTo>
                  <a:cubicBezTo>
                    <a:pt x="2" y="40"/>
                    <a:pt x="3" y="40"/>
                    <a:pt x="2" y="39"/>
                  </a:cubicBezTo>
                  <a:cubicBezTo>
                    <a:pt x="3" y="39"/>
                    <a:pt x="3" y="39"/>
                    <a:pt x="3" y="39"/>
                  </a:cubicBezTo>
                  <a:cubicBezTo>
                    <a:pt x="3" y="39"/>
                    <a:pt x="4" y="38"/>
                    <a:pt x="4" y="38"/>
                  </a:cubicBezTo>
                  <a:cubicBezTo>
                    <a:pt x="4" y="38"/>
                    <a:pt x="5" y="38"/>
                    <a:pt x="5" y="38"/>
                  </a:cubicBezTo>
                  <a:cubicBezTo>
                    <a:pt x="5" y="38"/>
                    <a:pt x="5" y="38"/>
                    <a:pt x="5" y="38"/>
                  </a:cubicBezTo>
                  <a:cubicBezTo>
                    <a:pt x="6" y="37"/>
                    <a:pt x="6" y="37"/>
                    <a:pt x="7" y="37"/>
                  </a:cubicBezTo>
                  <a:cubicBezTo>
                    <a:pt x="6" y="37"/>
                    <a:pt x="5" y="38"/>
                    <a:pt x="4" y="38"/>
                  </a:cubicBezTo>
                  <a:cubicBezTo>
                    <a:pt x="3" y="38"/>
                    <a:pt x="3" y="38"/>
                    <a:pt x="2" y="38"/>
                  </a:cubicBezTo>
                  <a:cubicBezTo>
                    <a:pt x="2" y="38"/>
                    <a:pt x="2" y="38"/>
                    <a:pt x="1" y="38"/>
                  </a:cubicBezTo>
                  <a:cubicBezTo>
                    <a:pt x="2" y="38"/>
                    <a:pt x="2" y="37"/>
                    <a:pt x="1" y="37"/>
                  </a:cubicBezTo>
                  <a:cubicBezTo>
                    <a:pt x="1" y="37"/>
                    <a:pt x="1" y="38"/>
                    <a:pt x="0" y="38"/>
                  </a:cubicBezTo>
                  <a:cubicBezTo>
                    <a:pt x="0" y="38"/>
                    <a:pt x="0" y="38"/>
                    <a:pt x="0" y="37"/>
                  </a:cubicBezTo>
                  <a:cubicBezTo>
                    <a:pt x="0" y="37"/>
                    <a:pt x="0" y="37"/>
                    <a:pt x="0" y="37"/>
                  </a:cubicBezTo>
                  <a:cubicBezTo>
                    <a:pt x="0" y="37"/>
                    <a:pt x="1" y="37"/>
                    <a:pt x="1" y="37"/>
                  </a:cubicBezTo>
                  <a:cubicBezTo>
                    <a:pt x="1" y="36"/>
                    <a:pt x="2" y="36"/>
                    <a:pt x="2" y="35"/>
                  </a:cubicBezTo>
                  <a:cubicBezTo>
                    <a:pt x="3" y="35"/>
                    <a:pt x="4" y="35"/>
                    <a:pt x="4" y="35"/>
                  </a:cubicBezTo>
                  <a:cubicBezTo>
                    <a:pt x="4" y="35"/>
                    <a:pt x="4" y="35"/>
                    <a:pt x="4" y="34"/>
                  </a:cubicBezTo>
                  <a:cubicBezTo>
                    <a:pt x="5" y="35"/>
                    <a:pt x="5" y="34"/>
                    <a:pt x="6" y="34"/>
                  </a:cubicBezTo>
                  <a:cubicBezTo>
                    <a:pt x="5" y="34"/>
                    <a:pt x="5" y="34"/>
                    <a:pt x="4" y="34"/>
                  </a:cubicBezTo>
                  <a:cubicBezTo>
                    <a:pt x="4" y="34"/>
                    <a:pt x="4" y="34"/>
                    <a:pt x="4" y="34"/>
                  </a:cubicBezTo>
                  <a:cubicBezTo>
                    <a:pt x="4" y="34"/>
                    <a:pt x="4" y="34"/>
                    <a:pt x="4" y="34"/>
                  </a:cubicBezTo>
                  <a:cubicBezTo>
                    <a:pt x="4" y="34"/>
                    <a:pt x="3" y="34"/>
                    <a:pt x="3" y="34"/>
                  </a:cubicBezTo>
                  <a:cubicBezTo>
                    <a:pt x="2" y="35"/>
                    <a:pt x="2" y="34"/>
                    <a:pt x="2" y="34"/>
                  </a:cubicBezTo>
                  <a:cubicBezTo>
                    <a:pt x="2" y="34"/>
                    <a:pt x="1" y="34"/>
                    <a:pt x="1" y="35"/>
                  </a:cubicBezTo>
                  <a:cubicBezTo>
                    <a:pt x="1" y="35"/>
                    <a:pt x="1" y="34"/>
                    <a:pt x="1" y="35"/>
                  </a:cubicBezTo>
                  <a:cubicBezTo>
                    <a:pt x="0" y="35"/>
                    <a:pt x="0" y="35"/>
                    <a:pt x="0" y="35"/>
                  </a:cubicBezTo>
                  <a:cubicBezTo>
                    <a:pt x="0" y="34"/>
                    <a:pt x="0" y="34"/>
                    <a:pt x="0" y="34"/>
                  </a:cubicBezTo>
                  <a:cubicBezTo>
                    <a:pt x="0" y="34"/>
                    <a:pt x="0" y="34"/>
                    <a:pt x="0" y="34"/>
                  </a:cubicBezTo>
                  <a:cubicBezTo>
                    <a:pt x="0" y="34"/>
                    <a:pt x="1" y="33"/>
                    <a:pt x="1" y="33"/>
                  </a:cubicBezTo>
                  <a:cubicBezTo>
                    <a:pt x="2" y="33"/>
                    <a:pt x="2" y="33"/>
                    <a:pt x="2" y="33"/>
                  </a:cubicBezTo>
                  <a:cubicBezTo>
                    <a:pt x="3" y="33"/>
                    <a:pt x="2" y="33"/>
                    <a:pt x="2" y="33"/>
                  </a:cubicBezTo>
                  <a:cubicBezTo>
                    <a:pt x="3" y="33"/>
                    <a:pt x="4" y="33"/>
                    <a:pt x="3" y="32"/>
                  </a:cubicBezTo>
                  <a:cubicBezTo>
                    <a:pt x="3" y="32"/>
                    <a:pt x="4" y="32"/>
                    <a:pt x="4" y="32"/>
                  </a:cubicBezTo>
                  <a:cubicBezTo>
                    <a:pt x="4" y="33"/>
                    <a:pt x="4" y="33"/>
                    <a:pt x="4" y="33"/>
                  </a:cubicBezTo>
                  <a:cubicBezTo>
                    <a:pt x="5" y="33"/>
                    <a:pt x="5" y="33"/>
                    <a:pt x="5" y="33"/>
                  </a:cubicBezTo>
                  <a:cubicBezTo>
                    <a:pt x="5" y="33"/>
                    <a:pt x="6" y="33"/>
                    <a:pt x="6" y="33"/>
                  </a:cubicBezTo>
                  <a:cubicBezTo>
                    <a:pt x="6" y="33"/>
                    <a:pt x="5" y="33"/>
                    <a:pt x="5" y="33"/>
                  </a:cubicBezTo>
                  <a:cubicBezTo>
                    <a:pt x="5" y="33"/>
                    <a:pt x="5" y="33"/>
                    <a:pt x="5" y="33"/>
                  </a:cubicBezTo>
                  <a:cubicBezTo>
                    <a:pt x="5" y="33"/>
                    <a:pt x="6" y="32"/>
                    <a:pt x="5" y="32"/>
                  </a:cubicBezTo>
                  <a:cubicBezTo>
                    <a:pt x="5" y="32"/>
                    <a:pt x="4" y="31"/>
                    <a:pt x="5" y="31"/>
                  </a:cubicBezTo>
                  <a:cubicBezTo>
                    <a:pt x="5" y="31"/>
                    <a:pt x="5" y="31"/>
                    <a:pt x="6" y="31"/>
                  </a:cubicBezTo>
                  <a:cubicBezTo>
                    <a:pt x="6" y="31"/>
                    <a:pt x="7" y="31"/>
                    <a:pt x="7" y="31"/>
                  </a:cubicBezTo>
                  <a:cubicBezTo>
                    <a:pt x="6" y="30"/>
                    <a:pt x="7" y="30"/>
                    <a:pt x="8" y="30"/>
                  </a:cubicBezTo>
                  <a:cubicBezTo>
                    <a:pt x="8" y="30"/>
                    <a:pt x="9" y="30"/>
                    <a:pt x="10" y="30"/>
                  </a:cubicBezTo>
                  <a:cubicBezTo>
                    <a:pt x="11" y="30"/>
                    <a:pt x="12" y="29"/>
                    <a:pt x="13" y="29"/>
                  </a:cubicBezTo>
                  <a:cubicBezTo>
                    <a:pt x="13" y="29"/>
                    <a:pt x="14" y="29"/>
                    <a:pt x="15" y="29"/>
                  </a:cubicBezTo>
                  <a:cubicBezTo>
                    <a:pt x="14" y="29"/>
                    <a:pt x="13" y="29"/>
                    <a:pt x="13" y="28"/>
                  </a:cubicBezTo>
                  <a:cubicBezTo>
                    <a:pt x="13" y="28"/>
                    <a:pt x="13" y="28"/>
                    <a:pt x="13" y="28"/>
                  </a:cubicBezTo>
                  <a:cubicBezTo>
                    <a:pt x="12" y="28"/>
                    <a:pt x="12" y="28"/>
                    <a:pt x="12" y="29"/>
                  </a:cubicBezTo>
                  <a:cubicBezTo>
                    <a:pt x="11" y="29"/>
                    <a:pt x="10" y="30"/>
                    <a:pt x="10" y="29"/>
                  </a:cubicBezTo>
                  <a:cubicBezTo>
                    <a:pt x="10" y="29"/>
                    <a:pt x="10" y="29"/>
                    <a:pt x="10" y="29"/>
                  </a:cubicBezTo>
                  <a:cubicBezTo>
                    <a:pt x="10" y="29"/>
                    <a:pt x="9" y="29"/>
                    <a:pt x="9" y="29"/>
                  </a:cubicBezTo>
                  <a:cubicBezTo>
                    <a:pt x="8" y="29"/>
                    <a:pt x="8" y="29"/>
                    <a:pt x="8" y="29"/>
                  </a:cubicBezTo>
                  <a:cubicBezTo>
                    <a:pt x="8" y="29"/>
                    <a:pt x="7" y="29"/>
                    <a:pt x="7" y="29"/>
                  </a:cubicBezTo>
                  <a:cubicBezTo>
                    <a:pt x="6" y="30"/>
                    <a:pt x="5" y="30"/>
                    <a:pt x="5" y="30"/>
                  </a:cubicBezTo>
                  <a:cubicBezTo>
                    <a:pt x="5" y="30"/>
                    <a:pt x="5" y="30"/>
                    <a:pt x="6" y="29"/>
                  </a:cubicBezTo>
                  <a:cubicBezTo>
                    <a:pt x="6" y="29"/>
                    <a:pt x="6" y="29"/>
                    <a:pt x="7" y="29"/>
                  </a:cubicBezTo>
                  <a:cubicBezTo>
                    <a:pt x="7" y="28"/>
                    <a:pt x="7" y="28"/>
                    <a:pt x="8" y="28"/>
                  </a:cubicBezTo>
                  <a:cubicBezTo>
                    <a:pt x="8" y="28"/>
                    <a:pt x="8" y="28"/>
                    <a:pt x="8" y="28"/>
                  </a:cubicBezTo>
                  <a:cubicBezTo>
                    <a:pt x="9" y="27"/>
                    <a:pt x="9" y="27"/>
                    <a:pt x="10" y="26"/>
                  </a:cubicBezTo>
                  <a:cubicBezTo>
                    <a:pt x="10" y="26"/>
                    <a:pt x="9" y="26"/>
                    <a:pt x="9" y="26"/>
                  </a:cubicBezTo>
                  <a:cubicBezTo>
                    <a:pt x="9" y="26"/>
                    <a:pt x="10" y="25"/>
                    <a:pt x="10" y="25"/>
                  </a:cubicBezTo>
                  <a:cubicBezTo>
                    <a:pt x="10" y="25"/>
                    <a:pt x="10" y="24"/>
                    <a:pt x="11" y="24"/>
                  </a:cubicBezTo>
                  <a:cubicBezTo>
                    <a:pt x="11" y="24"/>
                    <a:pt x="12" y="24"/>
                    <a:pt x="12" y="24"/>
                  </a:cubicBezTo>
                  <a:cubicBezTo>
                    <a:pt x="12" y="24"/>
                    <a:pt x="12" y="24"/>
                    <a:pt x="12" y="24"/>
                  </a:cubicBezTo>
                  <a:cubicBezTo>
                    <a:pt x="12" y="23"/>
                    <a:pt x="13" y="24"/>
                    <a:pt x="13" y="24"/>
                  </a:cubicBezTo>
                  <a:cubicBezTo>
                    <a:pt x="13" y="24"/>
                    <a:pt x="13" y="24"/>
                    <a:pt x="13" y="23"/>
                  </a:cubicBezTo>
                  <a:cubicBezTo>
                    <a:pt x="13" y="23"/>
                    <a:pt x="13" y="24"/>
                    <a:pt x="14" y="24"/>
                  </a:cubicBezTo>
                  <a:cubicBezTo>
                    <a:pt x="13" y="23"/>
                    <a:pt x="14" y="23"/>
                    <a:pt x="14" y="23"/>
                  </a:cubicBezTo>
                  <a:cubicBezTo>
                    <a:pt x="14" y="23"/>
                    <a:pt x="13" y="23"/>
                    <a:pt x="13" y="23"/>
                  </a:cubicBezTo>
                  <a:cubicBezTo>
                    <a:pt x="13" y="23"/>
                    <a:pt x="13" y="23"/>
                    <a:pt x="13" y="23"/>
                  </a:cubicBezTo>
                  <a:cubicBezTo>
                    <a:pt x="13" y="23"/>
                    <a:pt x="14" y="23"/>
                    <a:pt x="14" y="22"/>
                  </a:cubicBezTo>
                  <a:cubicBezTo>
                    <a:pt x="13" y="22"/>
                    <a:pt x="12" y="23"/>
                    <a:pt x="11" y="23"/>
                  </a:cubicBezTo>
                  <a:cubicBezTo>
                    <a:pt x="10" y="23"/>
                    <a:pt x="10" y="23"/>
                    <a:pt x="9" y="23"/>
                  </a:cubicBezTo>
                  <a:cubicBezTo>
                    <a:pt x="9" y="23"/>
                    <a:pt x="9" y="22"/>
                    <a:pt x="9" y="22"/>
                  </a:cubicBezTo>
                  <a:cubicBezTo>
                    <a:pt x="8" y="22"/>
                    <a:pt x="8" y="23"/>
                    <a:pt x="8" y="23"/>
                  </a:cubicBezTo>
                  <a:cubicBezTo>
                    <a:pt x="8" y="22"/>
                    <a:pt x="9" y="22"/>
                    <a:pt x="9" y="22"/>
                  </a:cubicBezTo>
                  <a:cubicBezTo>
                    <a:pt x="9" y="22"/>
                    <a:pt x="8" y="21"/>
                    <a:pt x="9" y="21"/>
                  </a:cubicBezTo>
                  <a:cubicBezTo>
                    <a:pt x="8" y="21"/>
                    <a:pt x="8" y="22"/>
                    <a:pt x="8" y="21"/>
                  </a:cubicBezTo>
                  <a:cubicBezTo>
                    <a:pt x="8" y="21"/>
                    <a:pt x="7" y="22"/>
                    <a:pt x="7" y="22"/>
                  </a:cubicBezTo>
                  <a:cubicBezTo>
                    <a:pt x="7" y="22"/>
                    <a:pt x="6" y="22"/>
                    <a:pt x="6" y="22"/>
                  </a:cubicBezTo>
                  <a:cubicBezTo>
                    <a:pt x="6" y="22"/>
                    <a:pt x="7" y="21"/>
                    <a:pt x="7" y="21"/>
                  </a:cubicBezTo>
                  <a:cubicBezTo>
                    <a:pt x="7" y="21"/>
                    <a:pt x="7" y="21"/>
                    <a:pt x="6" y="21"/>
                  </a:cubicBezTo>
                  <a:cubicBezTo>
                    <a:pt x="6" y="21"/>
                    <a:pt x="6" y="21"/>
                    <a:pt x="6" y="21"/>
                  </a:cubicBezTo>
                  <a:cubicBezTo>
                    <a:pt x="6" y="21"/>
                    <a:pt x="6" y="21"/>
                    <a:pt x="5" y="21"/>
                  </a:cubicBezTo>
                  <a:cubicBezTo>
                    <a:pt x="5" y="21"/>
                    <a:pt x="5" y="21"/>
                    <a:pt x="5" y="21"/>
                  </a:cubicBezTo>
                  <a:cubicBezTo>
                    <a:pt x="4" y="21"/>
                    <a:pt x="4" y="21"/>
                    <a:pt x="4" y="21"/>
                  </a:cubicBezTo>
                  <a:cubicBezTo>
                    <a:pt x="4" y="21"/>
                    <a:pt x="5" y="21"/>
                    <a:pt x="5" y="20"/>
                  </a:cubicBezTo>
                  <a:cubicBezTo>
                    <a:pt x="5" y="20"/>
                    <a:pt x="5" y="20"/>
                    <a:pt x="5" y="20"/>
                  </a:cubicBezTo>
                  <a:cubicBezTo>
                    <a:pt x="5" y="20"/>
                    <a:pt x="5" y="20"/>
                    <a:pt x="4" y="20"/>
                  </a:cubicBezTo>
                  <a:cubicBezTo>
                    <a:pt x="4" y="20"/>
                    <a:pt x="4" y="19"/>
                    <a:pt x="4" y="20"/>
                  </a:cubicBezTo>
                  <a:cubicBezTo>
                    <a:pt x="4" y="19"/>
                    <a:pt x="5" y="20"/>
                    <a:pt x="6" y="19"/>
                  </a:cubicBezTo>
                  <a:cubicBezTo>
                    <a:pt x="6" y="19"/>
                    <a:pt x="5" y="19"/>
                    <a:pt x="5" y="19"/>
                  </a:cubicBezTo>
                  <a:cubicBezTo>
                    <a:pt x="6" y="18"/>
                    <a:pt x="7" y="19"/>
                    <a:pt x="8" y="19"/>
                  </a:cubicBezTo>
                  <a:cubicBezTo>
                    <a:pt x="7" y="19"/>
                    <a:pt x="6" y="19"/>
                    <a:pt x="6" y="17"/>
                  </a:cubicBezTo>
                  <a:cubicBezTo>
                    <a:pt x="7" y="16"/>
                    <a:pt x="9" y="18"/>
                    <a:pt x="9" y="17"/>
                  </a:cubicBezTo>
                  <a:cubicBezTo>
                    <a:pt x="9" y="17"/>
                    <a:pt x="9" y="17"/>
                    <a:pt x="9" y="17"/>
                  </a:cubicBezTo>
                  <a:cubicBezTo>
                    <a:pt x="9" y="16"/>
                    <a:pt x="9" y="16"/>
                    <a:pt x="9" y="16"/>
                  </a:cubicBezTo>
                  <a:cubicBezTo>
                    <a:pt x="9" y="16"/>
                    <a:pt x="8" y="16"/>
                    <a:pt x="8" y="16"/>
                  </a:cubicBezTo>
                  <a:cubicBezTo>
                    <a:pt x="8" y="16"/>
                    <a:pt x="7" y="16"/>
                    <a:pt x="7" y="16"/>
                  </a:cubicBezTo>
                  <a:cubicBezTo>
                    <a:pt x="6" y="16"/>
                    <a:pt x="7" y="16"/>
                    <a:pt x="7" y="16"/>
                  </a:cubicBezTo>
                  <a:cubicBezTo>
                    <a:pt x="7" y="15"/>
                    <a:pt x="8" y="16"/>
                    <a:pt x="8" y="15"/>
                  </a:cubicBezTo>
                  <a:cubicBezTo>
                    <a:pt x="7" y="15"/>
                    <a:pt x="6" y="14"/>
                    <a:pt x="7" y="14"/>
                  </a:cubicBezTo>
                  <a:cubicBezTo>
                    <a:pt x="7" y="13"/>
                    <a:pt x="7" y="15"/>
                    <a:pt x="6" y="14"/>
                  </a:cubicBezTo>
                  <a:cubicBezTo>
                    <a:pt x="6" y="13"/>
                    <a:pt x="7" y="14"/>
                    <a:pt x="7" y="13"/>
                  </a:cubicBezTo>
                  <a:cubicBezTo>
                    <a:pt x="7" y="13"/>
                    <a:pt x="7" y="12"/>
                    <a:pt x="6" y="12"/>
                  </a:cubicBezTo>
                  <a:cubicBezTo>
                    <a:pt x="6" y="12"/>
                    <a:pt x="6" y="13"/>
                    <a:pt x="6" y="13"/>
                  </a:cubicBezTo>
                  <a:cubicBezTo>
                    <a:pt x="6" y="13"/>
                    <a:pt x="6" y="13"/>
                    <a:pt x="6" y="13"/>
                  </a:cubicBezTo>
                  <a:cubicBezTo>
                    <a:pt x="6" y="13"/>
                    <a:pt x="6" y="14"/>
                    <a:pt x="6" y="14"/>
                  </a:cubicBezTo>
                  <a:cubicBezTo>
                    <a:pt x="5" y="14"/>
                    <a:pt x="5" y="14"/>
                    <a:pt x="5" y="14"/>
                  </a:cubicBezTo>
                  <a:cubicBezTo>
                    <a:pt x="5" y="13"/>
                    <a:pt x="6" y="13"/>
                    <a:pt x="6" y="12"/>
                  </a:cubicBezTo>
                  <a:cubicBezTo>
                    <a:pt x="6" y="12"/>
                    <a:pt x="5" y="13"/>
                    <a:pt x="6" y="12"/>
                  </a:cubicBezTo>
                  <a:cubicBezTo>
                    <a:pt x="6" y="12"/>
                    <a:pt x="6" y="12"/>
                    <a:pt x="7" y="12"/>
                  </a:cubicBezTo>
                  <a:cubicBezTo>
                    <a:pt x="8" y="12"/>
                    <a:pt x="6" y="12"/>
                    <a:pt x="7" y="12"/>
                  </a:cubicBezTo>
                  <a:cubicBezTo>
                    <a:pt x="7" y="13"/>
                    <a:pt x="7" y="12"/>
                    <a:pt x="7" y="12"/>
                  </a:cubicBezTo>
                  <a:cubicBezTo>
                    <a:pt x="8" y="12"/>
                    <a:pt x="8" y="12"/>
                    <a:pt x="8" y="12"/>
                  </a:cubicBezTo>
                  <a:cubicBezTo>
                    <a:pt x="8" y="12"/>
                    <a:pt x="8" y="12"/>
                    <a:pt x="8" y="12"/>
                  </a:cubicBezTo>
                  <a:cubicBezTo>
                    <a:pt x="8" y="12"/>
                    <a:pt x="7" y="12"/>
                    <a:pt x="8" y="11"/>
                  </a:cubicBezTo>
                  <a:cubicBezTo>
                    <a:pt x="8" y="11"/>
                    <a:pt x="9" y="12"/>
                    <a:pt x="10" y="12"/>
                  </a:cubicBezTo>
                  <a:cubicBezTo>
                    <a:pt x="10" y="12"/>
                    <a:pt x="11" y="11"/>
                    <a:pt x="11" y="11"/>
                  </a:cubicBezTo>
                  <a:cubicBezTo>
                    <a:pt x="12" y="11"/>
                    <a:pt x="12" y="12"/>
                    <a:pt x="13" y="12"/>
                  </a:cubicBezTo>
                  <a:cubicBezTo>
                    <a:pt x="13" y="12"/>
                    <a:pt x="13" y="12"/>
                    <a:pt x="13" y="13"/>
                  </a:cubicBezTo>
                  <a:cubicBezTo>
                    <a:pt x="13" y="13"/>
                    <a:pt x="13" y="13"/>
                    <a:pt x="13" y="13"/>
                  </a:cubicBezTo>
                  <a:cubicBezTo>
                    <a:pt x="14" y="12"/>
                    <a:pt x="14" y="12"/>
                    <a:pt x="15" y="12"/>
                  </a:cubicBezTo>
                  <a:cubicBezTo>
                    <a:pt x="16" y="12"/>
                    <a:pt x="17" y="12"/>
                    <a:pt x="17" y="12"/>
                  </a:cubicBezTo>
                  <a:cubicBezTo>
                    <a:pt x="18" y="12"/>
                    <a:pt x="18" y="13"/>
                    <a:pt x="18" y="13"/>
                  </a:cubicBezTo>
                  <a:cubicBezTo>
                    <a:pt x="17" y="12"/>
                    <a:pt x="18" y="12"/>
                    <a:pt x="19" y="12"/>
                  </a:cubicBezTo>
                  <a:cubicBezTo>
                    <a:pt x="19" y="12"/>
                    <a:pt x="18" y="12"/>
                    <a:pt x="18" y="11"/>
                  </a:cubicBezTo>
                  <a:cubicBezTo>
                    <a:pt x="18" y="11"/>
                    <a:pt x="18" y="12"/>
                    <a:pt x="18" y="11"/>
                  </a:cubicBezTo>
                  <a:cubicBezTo>
                    <a:pt x="18" y="11"/>
                    <a:pt x="16" y="11"/>
                    <a:pt x="18" y="11"/>
                  </a:cubicBezTo>
                  <a:cubicBezTo>
                    <a:pt x="18" y="11"/>
                    <a:pt x="19" y="10"/>
                    <a:pt x="19" y="10"/>
                  </a:cubicBezTo>
                  <a:cubicBezTo>
                    <a:pt x="19" y="10"/>
                    <a:pt x="19" y="10"/>
                    <a:pt x="19" y="10"/>
                  </a:cubicBezTo>
                  <a:cubicBezTo>
                    <a:pt x="20" y="10"/>
                    <a:pt x="21" y="10"/>
                    <a:pt x="21" y="9"/>
                  </a:cubicBezTo>
                  <a:cubicBezTo>
                    <a:pt x="20" y="10"/>
                    <a:pt x="22" y="8"/>
                    <a:pt x="22" y="8"/>
                  </a:cubicBezTo>
                  <a:cubicBezTo>
                    <a:pt x="22" y="8"/>
                    <a:pt x="21" y="8"/>
                    <a:pt x="21" y="8"/>
                  </a:cubicBezTo>
                  <a:cubicBezTo>
                    <a:pt x="21" y="8"/>
                    <a:pt x="20" y="9"/>
                    <a:pt x="19" y="9"/>
                  </a:cubicBezTo>
                  <a:cubicBezTo>
                    <a:pt x="19" y="9"/>
                    <a:pt x="20" y="9"/>
                    <a:pt x="20" y="8"/>
                  </a:cubicBezTo>
                  <a:cubicBezTo>
                    <a:pt x="20" y="8"/>
                    <a:pt x="20" y="8"/>
                    <a:pt x="20" y="8"/>
                  </a:cubicBezTo>
                  <a:cubicBezTo>
                    <a:pt x="20" y="9"/>
                    <a:pt x="19" y="8"/>
                    <a:pt x="19" y="8"/>
                  </a:cubicBezTo>
                  <a:cubicBezTo>
                    <a:pt x="19" y="8"/>
                    <a:pt x="19" y="8"/>
                    <a:pt x="18" y="8"/>
                  </a:cubicBezTo>
                  <a:cubicBezTo>
                    <a:pt x="18" y="8"/>
                    <a:pt x="18" y="8"/>
                    <a:pt x="17" y="8"/>
                  </a:cubicBezTo>
                  <a:cubicBezTo>
                    <a:pt x="17" y="8"/>
                    <a:pt x="16" y="8"/>
                    <a:pt x="17" y="7"/>
                  </a:cubicBezTo>
                  <a:cubicBezTo>
                    <a:pt x="18" y="7"/>
                    <a:pt x="19" y="7"/>
                    <a:pt x="20" y="7"/>
                  </a:cubicBezTo>
                  <a:cubicBezTo>
                    <a:pt x="19" y="7"/>
                    <a:pt x="19" y="7"/>
                    <a:pt x="19" y="7"/>
                  </a:cubicBezTo>
                  <a:cubicBezTo>
                    <a:pt x="19" y="6"/>
                    <a:pt x="20" y="7"/>
                    <a:pt x="20" y="7"/>
                  </a:cubicBezTo>
                  <a:cubicBezTo>
                    <a:pt x="20" y="7"/>
                    <a:pt x="19" y="6"/>
                    <a:pt x="19" y="6"/>
                  </a:cubicBezTo>
                  <a:cubicBezTo>
                    <a:pt x="19" y="6"/>
                    <a:pt x="19" y="6"/>
                    <a:pt x="19" y="6"/>
                  </a:cubicBezTo>
                  <a:cubicBezTo>
                    <a:pt x="20" y="6"/>
                    <a:pt x="20" y="6"/>
                    <a:pt x="21" y="6"/>
                  </a:cubicBezTo>
                  <a:cubicBezTo>
                    <a:pt x="20" y="6"/>
                    <a:pt x="20" y="5"/>
                    <a:pt x="21" y="6"/>
                  </a:cubicBezTo>
                  <a:cubicBezTo>
                    <a:pt x="21" y="5"/>
                    <a:pt x="20" y="6"/>
                    <a:pt x="20" y="5"/>
                  </a:cubicBezTo>
                  <a:cubicBezTo>
                    <a:pt x="20" y="5"/>
                    <a:pt x="20" y="5"/>
                    <a:pt x="20" y="5"/>
                  </a:cubicBezTo>
                  <a:cubicBezTo>
                    <a:pt x="19" y="4"/>
                    <a:pt x="21" y="4"/>
                    <a:pt x="21" y="4"/>
                  </a:cubicBezTo>
                  <a:cubicBezTo>
                    <a:pt x="21" y="4"/>
                    <a:pt x="21" y="3"/>
                    <a:pt x="21" y="3"/>
                  </a:cubicBezTo>
                  <a:cubicBezTo>
                    <a:pt x="21" y="3"/>
                    <a:pt x="23" y="2"/>
                    <a:pt x="22" y="3"/>
                  </a:cubicBezTo>
                  <a:cubicBezTo>
                    <a:pt x="23" y="3"/>
                    <a:pt x="24" y="2"/>
                    <a:pt x="24" y="2"/>
                  </a:cubicBezTo>
                  <a:cubicBezTo>
                    <a:pt x="24" y="2"/>
                    <a:pt x="24" y="3"/>
                    <a:pt x="24" y="3"/>
                  </a:cubicBezTo>
                  <a:cubicBezTo>
                    <a:pt x="24" y="2"/>
                    <a:pt x="25" y="3"/>
                    <a:pt x="25" y="3"/>
                  </a:cubicBezTo>
                  <a:cubicBezTo>
                    <a:pt x="25" y="3"/>
                    <a:pt x="25" y="3"/>
                    <a:pt x="25" y="3"/>
                  </a:cubicBezTo>
                  <a:cubicBezTo>
                    <a:pt x="25" y="3"/>
                    <a:pt x="25" y="3"/>
                    <a:pt x="25" y="2"/>
                  </a:cubicBezTo>
                  <a:cubicBezTo>
                    <a:pt x="25" y="2"/>
                    <a:pt x="25" y="2"/>
                    <a:pt x="25" y="2"/>
                  </a:cubicBezTo>
                  <a:cubicBezTo>
                    <a:pt x="25" y="2"/>
                    <a:pt x="25" y="3"/>
                    <a:pt x="26" y="2"/>
                  </a:cubicBezTo>
                  <a:cubicBezTo>
                    <a:pt x="26" y="2"/>
                    <a:pt x="26" y="3"/>
                    <a:pt x="26" y="3"/>
                  </a:cubicBezTo>
                  <a:cubicBezTo>
                    <a:pt x="27" y="3"/>
                    <a:pt x="26" y="3"/>
                    <a:pt x="26" y="2"/>
                  </a:cubicBezTo>
                  <a:cubicBezTo>
                    <a:pt x="26" y="2"/>
                    <a:pt x="26" y="3"/>
                    <a:pt x="26" y="2"/>
                  </a:cubicBezTo>
                  <a:cubicBezTo>
                    <a:pt x="25" y="2"/>
                    <a:pt x="26" y="2"/>
                    <a:pt x="27" y="2"/>
                  </a:cubicBezTo>
                  <a:cubicBezTo>
                    <a:pt x="27" y="1"/>
                    <a:pt x="27" y="2"/>
                    <a:pt x="27" y="3"/>
                  </a:cubicBezTo>
                  <a:cubicBezTo>
                    <a:pt x="28" y="3"/>
                    <a:pt x="27" y="4"/>
                    <a:pt x="27" y="4"/>
                  </a:cubicBezTo>
                  <a:cubicBezTo>
                    <a:pt x="27" y="4"/>
                    <a:pt x="27" y="4"/>
                    <a:pt x="27" y="4"/>
                  </a:cubicBezTo>
                  <a:cubicBezTo>
                    <a:pt x="27" y="4"/>
                    <a:pt x="26" y="5"/>
                    <a:pt x="26" y="5"/>
                  </a:cubicBezTo>
                  <a:cubicBezTo>
                    <a:pt x="27" y="5"/>
                    <a:pt x="28" y="4"/>
                    <a:pt x="28" y="3"/>
                  </a:cubicBezTo>
                  <a:cubicBezTo>
                    <a:pt x="28" y="3"/>
                    <a:pt x="27" y="2"/>
                    <a:pt x="28" y="1"/>
                  </a:cubicBezTo>
                  <a:cubicBezTo>
                    <a:pt x="28" y="1"/>
                    <a:pt x="29" y="1"/>
                    <a:pt x="29" y="1"/>
                  </a:cubicBezTo>
                  <a:cubicBezTo>
                    <a:pt x="29" y="1"/>
                    <a:pt x="30" y="1"/>
                    <a:pt x="29" y="1"/>
                  </a:cubicBezTo>
                  <a:cubicBezTo>
                    <a:pt x="30" y="1"/>
                    <a:pt x="30" y="1"/>
                    <a:pt x="30" y="1"/>
                  </a:cubicBezTo>
                  <a:cubicBezTo>
                    <a:pt x="30" y="1"/>
                    <a:pt x="29" y="1"/>
                    <a:pt x="29" y="0"/>
                  </a:cubicBezTo>
                  <a:cubicBezTo>
                    <a:pt x="29" y="0"/>
                    <a:pt x="32" y="2"/>
                    <a:pt x="32" y="2"/>
                  </a:cubicBezTo>
                  <a:cubicBezTo>
                    <a:pt x="32" y="2"/>
                    <a:pt x="31" y="3"/>
                    <a:pt x="30" y="3"/>
                  </a:cubicBezTo>
                  <a:cubicBezTo>
                    <a:pt x="30" y="3"/>
                    <a:pt x="30" y="4"/>
                    <a:pt x="29" y="4"/>
                  </a:cubicBezTo>
                  <a:cubicBezTo>
                    <a:pt x="29" y="4"/>
                    <a:pt x="29" y="4"/>
                    <a:pt x="28" y="4"/>
                  </a:cubicBezTo>
                  <a:cubicBezTo>
                    <a:pt x="28" y="5"/>
                    <a:pt x="27" y="6"/>
                    <a:pt x="27" y="7"/>
                  </a:cubicBezTo>
                  <a:cubicBezTo>
                    <a:pt x="27" y="7"/>
                    <a:pt x="26" y="7"/>
                    <a:pt x="26" y="7"/>
                  </a:cubicBezTo>
                  <a:cubicBezTo>
                    <a:pt x="25" y="7"/>
                    <a:pt x="25" y="7"/>
                    <a:pt x="25" y="7"/>
                  </a:cubicBezTo>
                  <a:cubicBezTo>
                    <a:pt x="24" y="7"/>
                    <a:pt x="24" y="7"/>
                    <a:pt x="24" y="7"/>
                  </a:cubicBezTo>
                  <a:cubicBezTo>
                    <a:pt x="24" y="8"/>
                    <a:pt x="25" y="9"/>
                    <a:pt x="25" y="8"/>
                  </a:cubicBezTo>
                  <a:cubicBezTo>
                    <a:pt x="26" y="9"/>
                    <a:pt x="24" y="9"/>
                    <a:pt x="24" y="9"/>
                  </a:cubicBezTo>
                  <a:cubicBezTo>
                    <a:pt x="23" y="9"/>
                    <a:pt x="22" y="10"/>
                    <a:pt x="22" y="10"/>
                  </a:cubicBezTo>
                  <a:cubicBezTo>
                    <a:pt x="22" y="10"/>
                    <a:pt x="22" y="11"/>
                    <a:pt x="23" y="11"/>
                  </a:cubicBezTo>
                  <a:cubicBezTo>
                    <a:pt x="23" y="12"/>
                    <a:pt x="23" y="12"/>
                    <a:pt x="23" y="12"/>
                  </a:cubicBezTo>
                  <a:cubicBezTo>
                    <a:pt x="24" y="12"/>
                    <a:pt x="24" y="12"/>
                    <a:pt x="24" y="13"/>
                  </a:cubicBezTo>
                  <a:cubicBezTo>
                    <a:pt x="25" y="13"/>
                    <a:pt x="25" y="13"/>
                    <a:pt x="25" y="13"/>
                  </a:cubicBezTo>
                  <a:cubicBezTo>
                    <a:pt x="26" y="13"/>
                    <a:pt x="26" y="13"/>
                    <a:pt x="26" y="13"/>
                  </a:cubicBezTo>
                  <a:cubicBezTo>
                    <a:pt x="27" y="13"/>
                    <a:pt x="27" y="13"/>
                    <a:pt x="27" y="13"/>
                  </a:cubicBezTo>
                  <a:cubicBezTo>
                    <a:pt x="28" y="13"/>
                    <a:pt x="28" y="14"/>
                    <a:pt x="28" y="14"/>
                  </a:cubicBezTo>
                  <a:cubicBezTo>
                    <a:pt x="28" y="13"/>
                    <a:pt x="28" y="13"/>
                    <a:pt x="28" y="13"/>
                  </a:cubicBezTo>
                  <a:cubicBezTo>
                    <a:pt x="28" y="13"/>
                    <a:pt x="28" y="13"/>
                    <a:pt x="28" y="13"/>
                  </a:cubicBezTo>
                  <a:cubicBezTo>
                    <a:pt x="29" y="13"/>
                    <a:pt x="29" y="13"/>
                    <a:pt x="29" y="13"/>
                  </a:cubicBezTo>
                  <a:cubicBezTo>
                    <a:pt x="29" y="13"/>
                    <a:pt x="29" y="13"/>
                    <a:pt x="29" y="12"/>
                  </a:cubicBezTo>
                  <a:cubicBezTo>
                    <a:pt x="30" y="12"/>
                    <a:pt x="29" y="12"/>
                    <a:pt x="29" y="12"/>
                  </a:cubicBezTo>
                  <a:cubicBezTo>
                    <a:pt x="29" y="11"/>
                    <a:pt x="30" y="11"/>
                    <a:pt x="30" y="11"/>
                  </a:cubicBezTo>
                  <a:cubicBezTo>
                    <a:pt x="31" y="10"/>
                    <a:pt x="31" y="10"/>
                    <a:pt x="32" y="11"/>
                  </a:cubicBezTo>
                  <a:cubicBezTo>
                    <a:pt x="32" y="11"/>
                    <a:pt x="32" y="11"/>
                    <a:pt x="32" y="12"/>
                  </a:cubicBezTo>
                  <a:cubicBezTo>
                    <a:pt x="32" y="12"/>
                    <a:pt x="32" y="12"/>
                    <a:pt x="32" y="12"/>
                  </a:cubicBezTo>
                  <a:cubicBezTo>
                    <a:pt x="33" y="13"/>
                    <a:pt x="33" y="12"/>
                    <a:pt x="34" y="13"/>
                  </a:cubicBezTo>
                  <a:cubicBezTo>
                    <a:pt x="34" y="13"/>
                    <a:pt x="33" y="14"/>
                    <a:pt x="33" y="14"/>
                  </a:cubicBezTo>
                  <a:cubicBezTo>
                    <a:pt x="33" y="15"/>
                    <a:pt x="35" y="14"/>
                    <a:pt x="35" y="14"/>
                  </a:cubicBezTo>
                  <a:cubicBezTo>
                    <a:pt x="35" y="14"/>
                    <a:pt x="35" y="14"/>
                    <a:pt x="36" y="14"/>
                  </a:cubicBezTo>
                  <a:cubicBezTo>
                    <a:pt x="36" y="14"/>
                    <a:pt x="36" y="14"/>
                    <a:pt x="36" y="14"/>
                  </a:cubicBezTo>
                  <a:cubicBezTo>
                    <a:pt x="36" y="13"/>
                    <a:pt x="37" y="14"/>
                    <a:pt x="37" y="14"/>
                  </a:cubicBezTo>
                  <a:cubicBezTo>
                    <a:pt x="37" y="14"/>
                    <a:pt x="38" y="15"/>
                    <a:pt x="37" y="15"/>
                  </a:cubicBezTo>
                  <a:cubicBezTo>
                    <a:pt x="37" y="15"/>
                    <a:pt x="36" y="14"/>
                    <a:pt x="36" y="15"/>
                  </a:cubicBezTo>
                  <a:cubicBezTo>
                    <a:pt x="35" y="15"/>
                    <a:pt x="36" y="16"/>
                    <a:pt x="36" y="16"/>
                  </a:cubicBezTo>
                  <a:cubicBezTo>
                    <a:pt x="37" y="16"/>
                    <a:pt x="36" y="17"/>
                    <a:pt x="36" y="18"/>
                  </a:cubicBezTo>
                  <a:cubicBezTo>
                    <a:pt x="36" y="19"/>
                    <a:pt x="37" y="19"/>
                    <a:pt x="37" y="19"/>
                  </a:cubicBezTo>
                  <a:cubicBezTo>
                    <a:pt x="38" y="19"/>
                    <a:pt x="38" y="20"/>
                    <a:pt x="37" y="20"/>
                  </a:cubicBezTo>
                  <a:cubicBezTo>
                    <a:pt x="37" y="20"/>
                    <a:pt x="37" y="20"/>
                    <a:pt x="37" y="20"/>
                  </a:cubicBezTo>
                  <a:close/>
                  <a:moveTo>
                    <a:pt x="5" y="15"/>
                  </a:moveTo>
                  <a:cubicBezTo>
                    <a:pt x="5" y="16"/>
                    <a:pt x="6" y="16"/>
                    <a:pt x="6" y="16"/>
                  </a:cubicBezTo>
                  <a:cubicBezTo>
                    <a:pt x="6" y="16"/>
                    <a:pt x="7" y="15"/>
                    <a:pt x="6" y="15"/>
                  </a:cubicBezTo>
                  <a:cubicBezTo>
                    <a:pt x="6" y="15"/>
                    <a:pt x="6" y="14"/>
                    <a:pt x="6" y="15"/>
                  </a:cubicBezTo>
                  <a:cubicBezTo>
                    <a:pt x="5" y="15"/>
                    <a:pt x="5" y="15"/>
                    <a:pt x="5" y="15"/>
                  </a:cubicBezTo>
                  <a:cubicBezTo>
                    <a:pt x="5" y="15"/>
                    <a:pt x="5" y="15"/>
                    <a:pt x="5" y="15"/>
                  </a:cubicBezTo>
                  <a:cubicBezTo>
                    <a:pt x="4" y="15"/>
                    <a:pt x="4" y="15"/>
                    <a:pt x="4" y="15"/>
                  </a:cubicBezTo>
                  <a:cubicBezTo>
                    <a:pt x="4" y="15"/>
                    <a:pt x="5" y="15"/>
                    <a:pt x="5" y="1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64" name="Iraq">
              <a:extLst>
                <a:ext uri="{FF2B5EF4-FFF2-40B4-BE49-F238E27FC236}">
                  <a16:creationId xmlns:a16="http://schemas.microsoft.com/office/drawing/2014/main" id="{1D2703AF-2AEA-9AE4-0791-06A1E14B14E5}"/>
                </a:ext>
              </a:extLst>
            </p:cNvPr>
            <p:cNvSpPr>
              <a:spLocks/>
            </p:cNvSpPr>
            <p:nvPr/>
          </p:nvSpPr>
          <p:spPr bwMode="auto">
            <a:xfrm>
              <a:off x="6978737" y="2586845"/>
              <a:ext cx="333256" cy="326395"/>
            </a:xfrm>
            <a:custGeom>
              <a:avLst/>
              <a:gdLst/>
              <a:ahLst/>
              <a:cxnLst>
                <a:cxn ang="0">
                  <a:pos x="90" y="78"/>
                </a:cxn>
                <a:cxn ang="0">
                  <a:pos x="88" y="73"/>
                </a:cxn>
                <a:cxn ang="0">
                  <a:pos x="85" y="71"/>
                </a:cxn>
                <a:cxn ang="0">
                  <a:pos x="85" y="62"/>
                </a:cxn>
                <a:cxn ang="0">
                  <a:pos x="82" y="57"/>
                </a:cxn>
                <a:cxn ang="0">
                  <a:pos x="80" y="54"/>
                </a:cxn>
                <a:cxn ang="0">
                  <a:pos x="73" y="51"/>
                </a:cxn>
                <a:cxn ang="0">
                  <a:pos x="68" y="48"/>
                </a:cxn>
                <a:cxn ang="0">
                  <a:pos x="67" y="45"/>
                </a:cxn>
                <a:cxn ang="0">
                  <a:pos x="65" y="43"/>
                </a:cxn>
                <a:cxn ang="0">
                  <a:pos x="62" y="41"/>
                </a:cxn>
                <a:cxn ang="0">
                  <a:pos x="60" y="38"/>
                </a:cxn>
                <a:cxn ang="0">
                  <a:pos x="60" y="33"/>
                </a:cxn>
                <a:cxn ang="0">
                  <a:pos x="61" y="31"/>
                </a:cxn>
                <a:cxn ang="0">
                  <a:pos x="61" y="29"/>
                </a:cxn>
                <a:cxn ang="0">
                  <a:pos x="63" y="27"/>
                </a:cxn>
                <a:cxn ang="0">
                  <a:pos x="65" y="24"/>
                </a:cxn>
                <a:cxn ang="0">
                  <a:pos x="63" y="20"/>
                </a:cxn>
                <a:cxn ang="0">
                  <a:pos x="66" y="18"/>
                </a:cxn>
                <a:cxn ang="0">
                  <a:pos x="61" y="18"/>
                </a:cxn>
                <a:cxn ang="0">
                  <a:pos x="57" y="16"/>
                </a:cxn>
                <a:cxn ang="0">
                  <a:pos x="56" y="12"/>
                </a:cxn>
                <a:cxn ang="0">
                  <a:pos x="53" y="9"/>
                </a:cxn>
                <a:cxn ang="0">
                  <a:pos x="51" y="5"/>
                </a:cxn>
                <a:cxn ang="0">
                  <a:pos x="50" y="4"/>
                </a:cxn>
                <a:cxn ang="0">
                  <a:pos x="48" y="3"/>
                </a:cxn>
                <a:cxn ang="0">
                  <a:pos x="45" y="3"/>
                </a:cxn>
                <a:cxn ang="0">
                  <a:pos x="42" y="2"/>
                </a:cxn>
                <a:cxn ang="0">
                  <a:pos x="36" y="1"/>
                </a:cxn>
                <a:cxn ang="0">
                  <a:pos x="33" y="1"/>
                </a:cxn>
                <a:cxn ang="0">
                  <a:pos x="28" y="4"/>
                </a:cxn>
                <a:cxn ang="0">
                  <a:pos x="19" y="12"/>
                </a:cxn>
                <a:cxn ang="0">
                  <a:pos x="20" y="23"/>
                </a:cxn>
                <a:cxn ang="0">
                  <a:pos x="20" y="30"/>
                </a:cxn>
                <a:cxn ang="0">
                  <a:pos x="13" y="36"/>
                </a:cxn>
                <a:cxn ang="0">
                  <a:pos x="0" y="45"/>
                </a:cxn>
                <a:cxn ang="0">
                  <a:pos x="3" y="54"/>
                </a:cxn>
                <a:cxn ang="0">
                  <a:pos x="5" y="56"/>
                </a:cxn>
                <a:cxn ang="0">
                  <a:pos x="11" y="59"/>
                </a:cxn>
                <a:cxn ang="0">
                  <a:pos x="26" y="67"/>
                </a:cxn>
                <a:cxn ang="0">
                  <a:pos x="55" y="88"/>
                </a:cxn>
                <a:cxn ang="0">
                  <a:pos x="71" y="91"/>
                </a:cxn>
                <a:cxn ang="0">
                  <a:pos x="80" y="83"/>
                </a:cxn>
                <a:cxn ang="0">
                  <a:pos x="88" y="81"/>
                </a:cxn>
                <a:cxn ang="0">
                  <a:pos x="94" y="82"/>
                </a:cxn>
              </a:cxnLst>
              <a:rect l="0" t="0" r="r" b="b"/>
              <a:pathLst>
                <a:path w="94" h="92">
                  <a:moveTo>
                    <a:pt x="93" y="81"/>
                  </a:moveTo>
                  <a:cubicBezTo>
                    <a:pt x="92" y="81"/>
                    <a:pt x="92" y="80"/>
                    <a:pt x="92" y="80"/>
                  </a:cubicBezTo>
                  <a:cubicBezTo>
                    <a:pt x="92" y="79"/>
                    <a:pt x="91" y="78"/>
                    <a:pt x="90" y="78"/>
                  </a:cubicBezTo>
                  <a:cubicBezTo>
                    <a:pt x="90" y="78"/>
                    <a:pt x="90" y="77"/>
                    <a:pt x="89" y="77"/>
                  </a:cubicBezTo>
                  <a:cubicBezTo>
                    <a:pt x="89" y="77"/>
                    <a:pt x="89" y="76"/>
                    <a:pt x="88" y="76"/>
                  </a:cubicBezTo>
                  <a:cubicBezTo>
                    <a:pt x="88" y="75"/>
                    <a:pt x="88" y="74"/>
                    <a:pt x="88" y="73"/>
                  </a:cubicBezTo>
                  <a:cubicBezTo>
                    <a:pt x="88" y="72"/>
                    <a:pt x="88" y="71"/>
                    <a:pt x="88" y="71"/>
                  </a:cubicBezTo>
                  <a:cubicBezTo>
                    <a:pt x="88" y="70"/>
                    <a:pt x="87" y="71"/>
                    <a:pt x="87" y="71"/>
                  </a:cubicBezTo>
                  <a:cubicBezTo>
                    <a:pt x="86" y="71"/>
                    <a:pt x="85" y="71"/>
                    <a:pt x="85" y="71"/>
                  </a:cubicBezTo>
                  <a:cubicBezTo>
                    <a:pt x="84" y="71"/>
                    <a:pt x="84" y="70"/>
                    <a:pt x="84" y="69"/>
                  </a:cubicBezTo>
                  <a:cubicBezTo>
                    <a:pt x="84" y="68"/>
                    <a:pt x="84" y="66"/>
                    <a:pt x="84" y="65"/>
                  </a:cubicBezTo>
                  <a:cubicBezTo>
                    <a:pt x="85" y="64"/>
                    <a:pt x="85" y="63"/>
                    <a:pt x="85" y="62"/>
                  </a:cubicBezTo>
                  <a:cubicBezTo>
                    <a:pt x="85" y="61"/>
                    <a:pt x="83" y="60"/>
                    <a:pt x="83" y="59"/>
                  </a:cubicBezTo>
                  <a:cubicBezTo>
                    <a:pt x="82" y="59"/>
                    <a:pt x="82" y="58"/>
                    <a:pt x="82" y="58"/>
                  </a:cubicBezTo>
                  <a:cubicBezTo>
                    <a:pt x="81" y="58"/>
                    <a:pt x="82" y="58"/>
                    <a:pt x="82" y="57"/>
                  </a:cubicBezTo>
                  <a:cubicBezTo>
                    <a:pt x="82" y="57"/>
                    <a:pt x="81" y="57"/>
                    <a:pt x="81" y="57"/>
                  </a:cubicBezTo>
                  <a:cubicBezTo>
                    <a:pt x="81" y="56"/>
                    <a:pt x="81" y="56"/>
                    <a:pt x="80" y="56"/>
                  </a:cubicBezTo>
                  <a:cubicBezTo>
                    <a:pt x="80" y="55"/>
                    <a:pt x="80" y="55"/>
                    <a:pt x="80" y="54"/>
                  </a:cubicBezTo>
                  <a:cubicBezTo>
                    <a:pt x="79" y="54"/>
                    <a:pt x="79" y="54"/>
                    <a:pt x="78" y="54"/>
                  </a:cubicBezTo>
                  <a:cubicBezTo>
                    <a:pt x="78" y="55"/>
                    <a:pt x="77" y="54"/>
                    <a:pt x="77" y="54"/>
                  </a:cubicBezTo>
                  <a:cubicBezTo>
                    <a:pt x="76" y="53"/>
                    <a:pt x="74" y="52"/>
                    <a:pt x="73" y="51"/>
                  </a:cubicBezTo>
                  <a:cubicBezTo>
                    <a:pt x="72" y="50"/>
                    <a:pt x="71" y="49"/>
                    <a:pt x="70" y="49"/>
                  </a:cubicBezTo>
                  <a:cubicBezTo>
                    <a:pt x="69" y="49"/>
                    <a:pt x="68" y="50"/>
                    <a:pt x="67" y="49"/>
                  </a:cubicBezTo>
                  <a:cubicBezTo>
                    <a:pt x="67" y="48"/>
                    <a:pt x="68" y="48"/>
                    <a:pt x="68" y="48"/>
                  </a:cubicBezTo>
                  <a:cubicBezTo>
                    <a:pt x="68" y="48"/>
                    <a:pt x="67" y="48"/>
                    <a:pt x="67" y="48"/>
                  </a:cubicBezTo>
                  <a:cubicBezTo>
                    <a:pt x="67" y="48"/>
                    <a:pt x="68" y="47"/>
                    <a:pt x="68" y="46"/>
                  </a:cubicBezTo>
                  <a:cubicBezTo>
                    <a:pt x="68" y="46"/>
                    <a:pt x="67" y="45"/>
                    <a:pt x="67" y="45"/>
                  </a:cubicBezTo>
                  <a:cubicBezTo>
                    <a:pt x="66" y="44"/>
                    <a:pt x="66" y="43"/>
                    <a:pt x="66" y="43"/>
                  </a:cubicBezTo>
                  <a:cubicBezTo>
                    <a:pt x="65" y="43"/>
                    <a:pt x="65" y="43"/>
                    <a:pt x="65" y="43"/>
                  </a:cubicBezTo>
                  <a:cubicBezTo>
                    <a:pt x="65" y="43"/>
                    <a:pt x="65" y="43"/>
                    <a:pt x="65" y="43"/>
                  </a:cubicBezTo>
                  <a:cubicBezTo>
                    <a:pt x="65" y="42"/>
                    <a:pt x="65" y="42"/>
                    <a:pt x="64" y="42"/>
                  </a:cubicBezTo>
                  <a:cubicBezTo>
                    <a:pt x="64" y="42"/>
                    <a:pt x="64" y="42"/>
                    <a:pt x="63" y="42"/>
                  </a:cubicBezTo>
                  <a:cubicBezTo>
                    <a:pt x="63" y="41"/>
                    <a:pt x="63" y="41"/>
                    <a:pt x="62" y="41"/>
                  </a:cubicBezTo>
                  <a:cubicBezTo>
                    <a:pt x="62" y="40"/>
                    <a:pt x="62" y="40"/>
                    <a:pt x="62" y="39"/>
                  </a:cubicBezTo>
                  <a:cubicBezTo>
                    <a:pt x="61" y="39"/>
                    <a:pt x="61" y="39"/>
                    <a:pt x="61" y="38"/>
                  </a:cubicBezTo>
                  <a:cubicBezTo>
                    <a:pt x="60" y="38"/>
                    <a:pt x="60" y="38"/>
                    <a:pt x="60" y="38"/>
                  </a:cubicBezTo>
                  <a:cubicBezTo>
                    <a:pt x="60" y="38"/>
                    <a:pt x="61" y="36"/>
                    <a:pt x="61" y="36"/>
                  </a:cubicBezTo>
                  <a:cubicBezTo>
                    <a:pt x="61" y="35"/>
                    <a:pt x="61" y="34"/>
                    <a:pt x="60" y="34"/>
                  </a:cubicBezTo>
                  <a:cubicBezTo>
                    <a:pt x="60" y="34"/>
                    <a:pt x="60" y="33"/>
                    <a:pt x="60" y="33"/>
                  </a:cubicBezTo>
                  <a:cubicBezTo>
                    <a:pt x="60" y="32"/>
                    <a:pt x="60" y="32"/>
                    <a:pt x="60" y="32"/>
                  </a:cubicBezTo>
                  <a:cubicBezTo>
                    <a:pt x="60" y="32"/>
                    <a:pt x="60" y="32"/>
                    <a:pt x="60" y="31"/>
                  </a:cubicBezTo>
                  <a:cubicBezTo>
                    <a:pt x="60" y="31"/>
                    <a:pt x="61" y="31"/>
                    <a:pt x="61" y="31"/>
                  </a:cubicBezTo>
                  <a:cubicBezTo>
                    <a:pt x="61" y="31"/>
                    <a:pt x="62" y="32"/>
                    <a:pt x="62" y="31"/>
                  </a:cubicBezTo>
                  <a:cubicBezTo>
                    <a:pt x="62" y="31"/>
                    <a:pt x="62" y="30"/>
                    <a:pt x="62" y="30"/>
                  </a:cubicBezTo>
                  <a:cubicBezTo>
                    <a:pt x="61" y="30"/>
                    <a:pt x="61" y="30"/>
                    <a:pt x="61" y="29"/>
                  </a:cubicBezTo>
                  <a:cubicBezTo>
                    <a:pt x="61" y="29"/>
                    <a:pt x="61" y="28"/>
                    <a:pt x="62" y="28"/>
                  </a:cubicBezTo>
                  <a:cubicBezTo>
                    <a:pt x="62" y="28"/>
                    <a:pt x="62" y="28"/>
                    <a:pt x="62" y="28"/>
                  </a:cubicBezTo>
                  <a:cubicBezTo>
                    <a:pt x="63" y="27"/>
                    <a:pt x="63" y="28"/>
                    <a:pt x="63" y="27"/>
                  </a:cubicBezTo>
                  <a:cubicBezTo>
                    <a:pt x="63" y="27"/>
                    <a:pt x="63" y="26"/>
                    <a:pt x="63" y="26"/>
                  </a:cubicBezTo>
                  <a:cubicBezTo>
                    <a:pt x="63" y="26"/>
                    <a:pt x="66" y="26"/>
                    <a:pt x="65" y="25"/>
                  </a:cubicBezTo>
                  <a:cubicBezTo>
                    <a:pt x="65" y="25"/>
                    <a:pt x="66" y="24"/>
                    <a:pt x="65" y="24"/>
                  </a:cubicBezTo>
                  <a:cubicBezTo>
                    <a:pt x="65" y="24"/>
                    <a:pt x="65" y="23"/>
                    <a:pt x="65" y="23"/>
                  </a:cubicBezTo>
                  <a:cubicBezTo>
                    <a:pt x="65" y="23"/>
                    <a:pt x="64" y="23"/>
                    <a:pt x="64" y="22"/>
                  </a:cubicBezTo>
                  <a:cubicBezTo>
                    <a:pt x="63" y="22"/>
                    <a:pt x="63" y="21"/>
                    <a:pt x="63" y="20"/>
                  </a:cubicBezTo>
                  <a:cubicBezTo>
                    <a:pt x="63" y="20"/>
                    <a:pt x="63" y="20"/>
                    <a:pt x="63" y="19"/>
                  </a:cubicBezTo>
                  <a:cubicBezTo>
                    <a:pt x="63" y="19"/>
                    <a:pt x="64" y="19"/>
                    <a:pt x="64" y="19"/>
                  </a:cubicBezTo>
                  <a:cubicBezTo>
                    <a:pt x="65" y="19"/>
                    <a:pt x="66" y="18"/>
                    <a:pt x="66" y="18"/>
                  </a:cubicBezTo>
                  <a:cubicBezTo>
                    <a:pt x="66" y="17"/>
                    <a:pt x="65" y="18"/>
                    <a:pt x="65" y="18"/>
                  </a:cubicBezTo>
                  <a:cubicBezTo>
                    <a:pt x="64" y="18"/>
                    <a:pt x="64" y="17"/>
                    <a:pt x="63" y="17"/>
                  </a:cubicBezTo>
                  <a:cubicBezTo>
                    <a:pt x="63" y="17"/>
                    <a:pt x="62" y="17"/>
                    <a:pt x="61" y="18"/>
                  </a:cubicBezTo>
                  <a:cubicBezTo>
                    <a:pt x="60" y="18"/>
                    <a:pt x="60" y="17"/>
                    <a:pt x="60" y="17"/>
                  </a:cubicBezTo>
                  <a:cubicBezTo>
                    <a:pt x="60" y="16"/>
                    <a:pt x="59" y="16"/>
                    <a:pt x="58" y="16"/>
                  </a:cubicBezTo>
                  <a:cubicBezTo>
                    <a:pt x="58" y="15"/>
                    <a:pt x="57" y="16"/>
                    <a:pt x="57" y="16"/>
                  </a:cubicBezTo>
                  <a:cubicBezTo>
                    <a:pt x="56" y="15"/>
                    <a:pt x="57" y="15"/>
                    <a:pt x="57" y="15"/>
                  </a:cubicBezTo>
                  <a:cubicBezTo>
                    <a:pt x="57" y="14"/>
                    <a:pt x="56" y="14"/>
                    <a:pt x="56" y="14"/>
                  </a:cubicBezTo>
                  <a:cubicBezTo>
                    <a:pt x="56" y="13"/>
                    <a:pt x="56" y="13"/>
                    <a:pt x="56" y="12"/>
                  </a:cubicBezTo>
                  <a:cubicBezTo>
                    <a:pt x="56" y="12"/>
                    <a:pt x="56" y="11"/>
                    <a:pt x="55" y="11"/>
                  </a:cubicBezTo>
                  <a:cubicBezTo>
                    <a:pt x="55" y="11"/>
                    <a:pt x="54" y="11"/>
                    <a:pt x="54" y="11"/>
                  </a:cubicBezTo>
                  <a:cubicBezTo>
                    <a:pt x="53" y="10"/>
                    <a:pt x="53" y="10"/>
                    <a:pt x="53" y="9"/>
                  </a:cubicBezTo>
                  <a:cubicBezTo>
                    <a:pt x="53" y="9"/>
                    <a:pt x="53" y="8"/>
                    <a:pt x="53" y="8"/>
                  </a:cubicBezTo>
                  <a:cubicBezTo>
                    <a:pt x="52" y="7"/>
                    <a:pt x="50" y="7"/>
                    <a:pt x="51" y="6"/>
                  </a:cubicBezTo>
                  <a:cubicBezTo>
                    <a:pt x="51" y="6"/>
                    <a:pt x="51" y="6"/>
                    <a:pt x="51" y="5"/>
                  </a:cubicBezTo>
                  <a:cubicBezTo>
                    <a:pt x="51" y="5"/>
                    <a:pt x="51" y="5"/>
                    <a:pt x="51" y="4"/>
                  </a:cubicBezTo>
                  <a:cubicBezTo>
                    <a:pt x="51" y="4"/>
                    <a:pt x="51" y="4"/>
                    <a:pt x="50" y="4"/>
                  </a:cubicBezTo>
                  <a:cubicBezTo>
                    <a:pt x="50" y="4"/>
                    <a:pt x="50" y="4"/>
                    <a:pt x="50" y="4"/>
                  </a:cubicBezTo>
                  <a:cubicBezTo>
                    <a:pt x="50" y="3"/>
                    <a:pt x="50" y="3"/>
                    <a:pt x="50" y="3"/>
                  </a:cubicBezTo>
                  <a:cubicBezTo>
                    <a:pt x="50" y="3"/>
                    <a:pt x="49" y="3"/>
                    <a:pt x="49" y="3"/>
                  </a:cubicBezTo>
                  <a:cubicBezTo>
                    <a:pt x="48" y="3"/>
                    <a:pt x="48" y="3"/>
                    <a:pt x="48" y="3"/>
                  </a:cubicBezTo>
                  <a:cubicBezTo>
                    <a:pt x="47" y="4"/>
                    <a:pt x="46" y="4"/>
                    <a:pt x="46" y="4"/>
                  </a:cubicBezTo>
                  <a:cubicBezTo>
                    <a:pt x="46" y="5"/>
                    <a:pt x="46" y="5"/>
                    <a:pt x="45" y="5"/>
                  </a:cubicBezTo>
                  <a:cubicBezTo>
                    <a:pt x="45" y="4"/>
                    <a:pt x="45" y="4"/>
                    <a:pt x="45" y="3"/>
                  </a:cubicBezTo>
                  <a:cubicBezTo>
                    <a:pt x="45" y="3"/>
                    <a:pt x="45" y="3"/>
                    <a:pt x="45" y="2"/>
                  </a:cubicBezTo>
                  <a:cubicBezTo>
                    <a:pt x="45" y="1"/>
                    <a:pt x="44" y="1"/>
                    <a:pt x="43" y="1"/>
                  </a:cubicBezTo>
                  <a:cubicBezTo>
                    <a:pt x="42" y="1"/>
                    <a:pt x="42" y="2"/>
                    <a:pt x="42" y="2"/>
                  </a:cubicBezTo>
                  <a:cubicBezTo>
                    <a:pt x="41" y="3"/>
                    <a:pt x="40" y="2"/>
                    <a:pt x="40" y="2"/>
                  </a:cubicBezTo>
                  <a:cubicBezTo>
                    <a:pt x="39" y="2"/>
                    <a:pt x="38" y="2"/>
                    <a:pt x="37" y="2"/>
                  </a:cubicBezTo>
                  <a:cubicBezTo>
                    <a:pt x="37" y="1"/>
                    <a:pt x="37" y="1"/>
                    <a:pt x="36" y="1"/>
                  </a:cubicBezTo>
                  <a:cubicBezTo>
                    <a:pt x="36" y="1"/>
                    <a:pt x="36" y="1"/>
                    <a:pt x="36" y="1"/>
                  </a:cubicBezTo>
                  <a:cubicBezTo>
                    <a:pt x="35" y="1"/>
                    <a:pt x="35" y="1"/>
                    <a:pt x="34" y="1"/>
                  </a:cubicBezTo>
                  <a:cubicBezTo>
                    <a:pt x="33" y="1"/>
                    <a:pt x="33" y="1"/>
                    <a:pt x="33" y="1"/>
                  </a:cubicBezTo>
                  <a:cubicBezTo>
                    <a:pt x="32" y="1"/>
                    <a:pt x="32" y="0"/>
                    <a:pt x="31" y="1"/>
                  </a:cubicBezTo>
                  <a:cubicBezTo>
                    <a:pt x="31" y="1"/>
                    <a:pt x="30" y="3"/>
                    <a:pt x="30" y="3"/>
                  </a:cubicBezTo>
                  <a:cubicBezTo>
                    <a:pt x="29" y="3"/>
                    <a:pt x="28" y="3"/>
                    <a:pt x="28" y="4"/>
                  </a:cubicBezTo>
                  <a:cubicBezTo>
                    <a:pt x="28" y="4"/>
                    <a:pt x="26" y="7"/>
                    <a:pt x="25" y="7"/>
                  </a:cubicBezTo>
                  <a:cubicBezTo>
                    <a:pt x="24" y="9"/>
                    <a:pt x="24" y="9"/>
                    <a:pt x="22" y="10"/>
                  </a:cubicBezTo>
                  <a:cubicBezTo>
                    <a:pt x="20" y="10"/>
                    <a:pt x="20" y="10"/>
                    <a:pt x="19" y="12"/>
                  </a:cubicBezTo>
                  <a:cubicBezTo>
                    <a:pt x="19" y="13"/>
                    <a:pt x="19" y="15"/>
                    <a:pt x="20" y="16"/>
                  </a:cubicBezTo>
                  <a:cubicBezTo>
                    <a:pt x="21" y="17"/>
                    <a:pt x="21" y="19"/>
                    <a:pt x="20" y="21"/>
                  </a:cubicBezTo>
                  <a:cubicBezTo>
                    <a:pt x="20" y="21"/>
                    <a:pt x="20" y="22"/>
                    <a:pt x="20" y="23"/>
                  </a:cubicBezTo>
                  <a:cubicBezTo>
                    <a:pt x="20" y="24"/>
                    <a:pt x="20" y="24"/>
                    <a:pt x="20" y="25"/>
                  </a:cubicBezTo>
                  <a:cubicBezTo>
                    <a:pt x="20" y="26"/>
                    <a:pt x="20" y="27"/>
                    <a:pt x="20" y="28"/>
                  </a:cubicBezTo>
                  <a:cubicBezTo>
                    <a:pt x="21" y="29"/>
                    <a:pt x="20" y="30"/>
                    <a:pt x="20" y="30"/>
                  </a:cubicBezTo>
                  <a:cubicBezTo>
                    <a:pt x="19" y="32"/>
                    <a:pt x="19" y="33"/>
                    <a:pt x="18" y="34"/>
                  </a:cubicBezTo>
                  <a:cubicBezTo>
                    <a:pt x="17" y="34"/>
                    <a:pt x="16" y="34"/>
                    <a:pt x="16" y="34"/>
                  </a:cubicBezTo>
                  <a:cubicBezTo>
                    <a:pt x="15" y="35"/>
                    <a:pt x="14" y="35"/>
                    <a:pt x="13" y="36"/>
                  </a:cubicBezTo>
                  <a:cubicBezTo>
                    <a:pt x="12" y="37"/>
                    <a:pt x="10" y="38"/>
                    <a:pt x="8" y="39"/>
                  </a:cubicBezTo>
                  <a:cubicBezTo>
                    <a:pt x="6" y="40"/>
                    <a:pt x="5" y="41"/>
                    <a:pt x="3" y="43"/>
                  </a:cubicBezTo>
                  <a:cubicBezTo>
                    <a:pt x="2" y="43"/>
                    <a:pt x="0" y="44"/>
                    <a:pt x="0" y="45"/>
                  </a:cubicBezTo>
                  <a:cubicBezTo>
                    <a:pt x="0" y="46"/>
                    <a:pt x="1" y="48"/>
                    <a:pt x="2" y="50"/>
                  </a:cubicBezTo>
                  <a:cubicBezTo>
                    <a:pt x="2" y="51"/>
                    <a:pt x="2" y="52"/>
                    <a:pt x="3" y="53"/>
                  </a:cubicBezTo>
                  <a:cubicBezTo>
                    <a:pt x="3" y="53"/>
                    <a:pt x="3" y="54"/>
                    <a:pt x="3" y="54"/>
                  </a:cubicBezTo>
                  <a:cubicBezTo>
                    <a:pt x="3" y="54"/>
                    <a:pt x="3" y="54"/>
                    <a:pt x="3" y="54"/>
                  </a:cubicBezTo>
                  <a:cubicBezTo>
                    <a:pt x="2" y="55"/>
                    <a:pt x="3" y="56"/>
                    <a:pt x="3" y="56"/>
                  </a:cubicBezTo>
                  <a:cubicBezTo>
                    <a:pt x="4" y="56"/>
                    <a:pt x="4" y="56"/>
                    <a:pt x="5" y="56"/>
                  </a:cubicBezTo>
                  <a:cubicBezTo>
                    <a:pt x="5" y="56"/>
                    <a:pt x="5" y="56"/>
                    <a:pt x="5" y="57"/>
                  </a:cubicBezTo>
                  <a:cubicBezTo>
                    <a:pt x="5" y="57"/>
                    <a:pt x="5" y="58"/>
                    <a:pt x="4" y="58"/>
                  </a:cubicBezTo>
                  <a:cubicBezTo>
                    <a:pt x="6" y="58"/>
                    <a:pt x="9" y="59"/>
                    <a:pt x="11" y="59"/>
                  </a:cubicBezTo>
                  <a:cubicBezTo>
                    <a:pt x="13" y="60"/>
                    <a:pt x="15" y="60"/>
                    <a:pt x="17" y="61"/>
                  </a:cubicBezTo>
                  <a:cubicBezTo>
                    <a:pt x="18" y="62"/>
                    <a:pt x="20" y="63"/>
                    <a:pt x="22" y="64"/>
                  </a:cubicBezTo>
                  <a:cubicBezTo>
                    <a:pt x="23" y="65"/>
                    <a:pt x="25" y="66"/>
                    <a:pt x="26" y="67"/>
                  </a:cubicBezTo>
                  <a:cubicBezTo>
                    <a:pt x="28" y="68"/>
                    <a:pt x="30" y="68"/>
                    <a:pt x="32" y="69"/>
                  </a:cubicBezTo>
                  <a:cubicBezTo>
                    <a:pt x="33" y="70"/>
                    <a:pt x="34" y="71"/>
                    <a:pt x="36" y="72"/>
                  </a:cubicBezTo>
                  <a:cubicBezTo>
                    <a:pt x="42" y="78"/>
                    <a:pt x="49" y="82"/>
                    <a:pt x="55" y="88"/>
                  </a:cubicBezTo>
                  <a:cubicBezTo>
                    <a:pt x="57" y="89"/>
                    <a:pt x="58" y="90"/>
                    <a:pt x="60" y="90"/>
                  </a:cubicBezTo>
                  <a:cubicBezTo>
                    <a:pt x="61" y="90"/>
                    <a:pt x="63" y="91"/>
                    <a:pt x="65" y="91"/>
                  </a:cubicBezTo>
                  <a:cubicBezTo>
                    <a:pt x="67" y="91"/>
                    <a:pt x="69" y="91"/>
                    <a:pt x="71" y="91"/>
                  </a:cubicBezTo>
                  <a:cubicBezTo>
                    <a:pt x="73" y="92"/>
                    <a:pt x="75" y="92"/>
                    <a:pt x="76" y="91"/>
                  </a:cubicBezTo>
                  <a:cubicBezTo>
                    <a:pt x="77" y="90"/>
                    <a:pt x="78" y="89"/>
                    <a:pt x="79" y="87"/>
                  </a:cubicBezTo>
                  <a:cubicBezTo>
                    <a:pt x="79" y="86"/>
                    <a:pt x="80" y="84"/>
                    <a:pt x="80" y="83"/>
                  </a:cubicBezTo>
                  <a:cubicBezTo>
                    <a:pt x="81" y="79"/>
                    <a:pt x="85" y="80"/>
                    <a:pt x="88" y="81"/>
                  </a:cubicBezTo>
                  <a:cubicBezTo>
                    <a:pt x="88" y="81"/>
                    <a:pt x="88" y="81"/>
                    <a:pt x="88" y="80"/>
                  </a:cubicBezTo>
                  <a:cubicBezTo>
                    <a:pt x="88" y="81"/>
                    <a:pt x="88" y="81"/>
                    <a:pt x="88" y="81"/>
                  </a:cubicBezTo>
                  <a:cubicBezTo>
                    <a:pt x="89" y="82"/>
                    <a:pt x="89" y="81"/>
                    <a:pt x="89" y="81"/>
                  </a:cubicBezTo>
                  <a:cubicBezTo>
                    <a:pt x="89" y="81"/>
                    <a:pt x="90" y="81"/>
                    <a:pt x="90" y="81"/>
                  </a:cubicBezTo>
                  <a:cubicBezTo>
                    <a:pt x="91" y="81"/>
                    <a:pt x="93" y="83"/>
                    <a:pt x="94" y="82"/>
                  </a:cubicBezTo>
                  <a:cubicBezTo>
                    <a:pt x="94" y="82"/>
                    <a:pt x="93" y="82"/>
                    <a:pt x="93" y="8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65" name="Iran">
              <a:extLst>
                <a:ext uri="{FF2B5EF4-FFF2-40B4-BE49-F238E27FC236}">
                  <a16:creationId xmlns:a16="http://schemas.microsoft.com/office/drawing/2014/main" id="{0A5AD5BA-C17A-29CA-C7F0-A88809F6D9F0}"/>
                </a:ext>
              </a:extLst>
            </p:cNvPr>
            <p:cNvSpPr>
              <a:spLocks noEditPoints="1"/>
            </p:cNvSpPr>
            <p:nvPr/>
          </p:nvSpPr>
          <p:spPr bwMode="auto">
            <a:xfrm>
              <a:off x="7116941" y="2494708"/>
              <a:ext cx="697877" cy="574376"/>
            </a:xfrm>
            <a:custGeom>
              <a:avLst/>
              <a:gdLst/>
              <a:ahLst/>
              <a:cxnLst>
                <a:cxn ang="0">
                  <a:pos x="188" y="146"/>
                </a:cxn>
                <a:cxn ang="0">
                  <a:pos x="184" y="153"/>
                </a:cxn>
                <a:cxn ang="0">
                  <a:pos x="182" y="160"/>
                </a:cxn>
                <a:cxn ang="0">
                  <a:pos x="172" y="158"/>
                </a:cxn>
                <a:cxn ang="0">
                  <a:pos x="167" y="158"/>
                </a:cxn>
                <a:cxn ang="0">
                  <a:pos x="156" y="156"/>
                </a:cxn>
                <a:cxn ang="0">
                  <a:pos x="146" y="155"/>
                </a:cxn>
                <a:cxn ang="0">
                  <a:pos x="139" y="149"/>
                </a:cxn>
                <a:cxn ang="0">
                  <a:pos x="136" y="140"/>
                </a:cxn>
                <a:cxn ang="0">
                  <a:pos x="124" y="142"/>
                </a:cxn>
                <a:cxn ang="0">
                  <a:pos x="115" y="145"/>
                </a:cxn>
                <a:cxn ang="0">
                  <a:pos x="104" y="142"/>
                </a:cxn>
                <a:cxn ang="0">
                  <a:pos x="96" y="136"/>
                </a:cxn>
                <a:cxn ang="0">
                  <a:pos x="84" y="130"/>
                </a:cxn>
                <a:cxn ang="0">
                  <a:pos x="79" y="121"/>
                </a:cxn>
                <a:cxn ang="0">
                  <a:pos x="76" y="116"/>
                </a:cxn>
                <a:cxn ang="0">
                  <a:pos x="68" y="105"/>
                </a:cxn>
                <a:cxn ang="0">
                  <a:pos x="60" y="103"/>
                </a:cxn>
                <a:cxn ang="0">
                  <a:pos x="58" y="106"/>
                </a:cxn>
                <a:cxn ang="0">
                  <a:pos x="52" y="104"/>
                </a:cxn>
                <a:cxn ang="0">
                  <a:pos x="45" y="96"/>
                </a:cxn>
                <a:cxn ang="0">
                  <a:pos x="42" y="82"/>
                </a:cxn>
                <a:cxn ang="0">
                  <a:pos x="29" y="75"/>
                </a:cxn>
                <a:cxn ang="0">
                  <a:pos x="26" y="69"/>
                </a:cxn>
                <a:cxn ang="0">
                  <a:pos x="23" y="66"/>
                </a:cxn>
                <a:cxn ang="0">
                  <a:pos x="21" y="58"/>
                </a:cxn>
                <a:cxn ang="0">
                  <a:pos x="24" y="53"/>
                </a:cxn>
                <a:cxn ang="0">
                  <a:pos x="26" y="50"/>
                </a:cxn>
                <a:cxn ang="0">
                  <a:pos x="26" y="44"/>
                </a:cxn>
                <a:cxn ang="0">
                  <a:pos x="17" y="41"/>
                </a:cxn>
                <a:cxn ang="0">
                  <a:pos x="15" y="37"/>
                </a:cxn>
                <a:cxn ang="0">
                  <a:pos x="11" y="29"/>
                </a:cxn>
                <a:cxn ang="0">
                  <a:pos x="6" y="21"/>
                </a:cxn>
                <a:cxn ang="0">
                  <a:pos x="5" y="15"/>
                </a:cxn>
                <a:cxn ang="0">
                  <a:pos x="2" y="6"/>
                </a:cxn>
                <a:cxn ang="0">
                  <a:pos x="7" y="1"/>
                </a:cxn>
                <a:cxn ang="0">
                  <a:pos x="14" y="9"/>
                </a:cxn>
                <a:cxn ang="0">
                  <a:pos x="25" y="9"/>
                </a:cxn>
                <a:cxn ang="0">
                  <a:pos x="33" y="2"/>
                </a:cxn>
                <a:cxn ang="0">
                  <a:pos x="37" y="10"/>
                </a:cxn>
                <a:cxn ang="0">
                  <a:pos x="46" y="15"/>
                </a:cxn>
                <a:cxn ang="0">
                  <a:pos x="59" y="26"/>
                </a:cxn>
                <a:cxn ang="0">
                  <a:pos x="75" y="35"/>
                </a:cxn>
                <a:cxn ang="0">
                  <a:pos x="91" y="32"/>
                </a:cxn>
                <a:cxn ang="0">
                  <a:pos x="93" y="27"/>
                </a:cxn>
                <a:cxn ang="0">
                  <a:pos x="108" y="18"/>
                </a:cxn>
                <a:cxn ang="0">
                  <a:pos x="118" y="17"/>
                </a:cxn>
                <a:cxn ang="0">
                  <a:pos x="130" y="22"/>
                </a:cxn>
                <a:cxn ang="0">
                  <a:pos x="137" y="23"/>
                </a:cxn>
                <a:cxn ang="0">
                  <a:pos x="143" y="27"/>
                </a:cxn>
                <a:cxn ang="0">
                  <a:pos x="154" y="35"/>
                </a:cxn>
                <a:cxn ang="0">
                  <a:pos x="162" y="42"/>
                </a:cxn>
                <a:cxn ang="0">
                  <a:pos x="163" y="54"/>
                </a:cxn>
                <a:cxn ang="0">
                  <a:pos x="160" y="65"/>
                </a:cxn>
                <a:cxn ang="0">
                  <a:pos x="164" y="70"/>
                </a:cxn>
                <a:cxn ang="0">
                  <a:pos x="166" y="86"/>
                </a:cxn>
                <a:cxn ang="0">
                  <a:pos x="177" y="97"/>
                </a:cxn>
                <a:cxn ang="0">
                  <a:pos x="172" y="112"/>
                </a:cxn>
                <a:cxn ang="0">
                  <a:pos x="178" y="121"/>
                </a:cxn>
                <a:cxn ang="0">
                  <a:pos x="190" y="130"/>
                </a:cxn>
                <a:cxn ang="0">
                  <a:pos x="196" y="141"/>
                </a:cxn>
                <a:cxn ang="0">
                  <a:pos x="122" y="144"/>
                </a:cxn>
                <a:cxn ang="0">
                  <a:pos x="128" y="144"/>
                </a:cxn>
              </a:cxnLst>
              <a:rect l="0" t="0" r="r" b="b"/>
              <a:pathLst>
                <a:path w="197" h="162">
                  <a:moveTo>
                    <a:pt x="196" y="141"/>
                  </a:moveTo>
                  <a:cubicBezTo>
                    <a:pt x="197" y="142"/>
                    <a:pt x="196" y="142"/>
                    <a:pt x="196" y="143"/>
                  </a:cubicBezTo>
                  <a:cubicBezTo>
                    <a:pt x="196" y="143"/>
                    <a:pt x="196" y="144"/>
                    <a:pt x="196" y="144"/>
                  </a:cubicBezTo>
                  <a:cubicBezTo>
                    <a:pt x="195" y="145"/>
                    <a:pt x="194" y="144"/>
                    <a:pt x="193" y="144"/>
                  </a:cubicBezTo>
                  <a:cubicBezTo>
                    <a:pt x="192" y="144"/>
                    <a:pt x="191" y="145"/>
                    <a:pt x="190" y="145"/>
                  </a:cubicBezTo>
                  <a:cubicBezTo>
                    <a:pt x="190" y="145"/>
                    <a:pt x="189" y="145"/>
                    <a:pt x="188" y="146"/>
                  </a:cubicBezTo>
                  <a:cubicBezTo>
                    <a:pt x="188" y="146"/>
                    <a:pt x="188" y="146"/>
                    <a:pt x="188" y="147"/>
                  </a:cubicBezTo>
                  <a:cubicBezTo>
                    <a:pt x="187" y="147"/>
                    <a:pt x="188" y="147"/>
                    <a:pt x="188" y="147"/>
                  </a:cubicBezTo>
                  <a:cubicBezTo>
                    <a:pt x="188" y="148"/>
                    <a:pt x="187" y="147"/>
                    <a:pt x="186" y="148"/>
                  </a:cubicBezTo>
                  <a:cubicBezTo>
                    <a:pt x="186" y="148"/>
                    <a:pt x="186" y="148"/>
                    <a:pt x="186" y="148"/>
                  </a:cubicBezTo>
                  <a:cubicBezTo>
                    <a:pt x="185" y="148"/>
                    <a:pt x="185" y="148"/>
                    <a:pt x="185" y="149"/>
                  </a:cubicBezTo>
                  <a:cubicBezTo>
                    <a:pt x="183" y="149"/>
                    <a:pt x="184" y="152"/>
                    <a:pt x="184" y="153"/>
                  </a:cubicBezTo>
                  <a:cubicBezTo>
                    <a:pt x="184" y="154"/>
                    <a:pt x="183" y="153"/>
                    <a:pt x="183" y="154"/>
                  </a:cubicBezTo>
                  <a:cubicBezTo>
                    <a:pt x="183" y="155"/>
                    <a:pt x="183" y="155"/>
                    <a:pt x="183" y="155"/>
                  </a:cubicBezTo>
                  <a:cubicBezTo>
                    <a:pt x="183" y="156"/>
                    <a:pt x="183" y="156"/>
                    <a:pt x="183" y="156"/>
                  </a:cubicBezTo>
                  <a:cubicBezTo>
                    <a:pt x="183" y="157"/>
                    <a:pt x="183" y="159"/>
                    <a:pt x="183" y="160"/>
                  </a:cubicBezTo>
                  <a:cubicBezTo>
                    <a:pt x="183" y="160"/>
                    <a:pt x="183" y="160"/>
                    <a:pt x="182" y="160"/>
                  </a:cubicBezTo>
                  <a:cubicBezTo>
                    <a:pt x="182" y="160"/>
                    <a:pt x="182" y="160"/>
                    <a:pt x="182" y="160"/>
                  </a:cubicBezTo>
                  <a:cubicBezTo>
                    <a:pt x="181" y="160"/>
                    <a:pt x="182" y="160"/>
                    <a:pt x="182" y="161"/>
                  </a:cubicBezTo>
                  <a:cubicBezTo>
                    <a:pt x="182" y="161"/>
                    <a:pt x="181" y="161"/>
                    <a:pt x="181" y="162"/>
                  </a:cubicBezTo>
                  <a:cubicBezTo>
                    <a:pt x="181" y="162"/>
                    <a:pt x="180" y="161"/>
                    <a:pt x="179" y="161"/>
                  </a:cubicBezTo>
                  <a:cubicBezTo>
                    <a:pt x="179" y="161"/>
                    <a:pt x="179" y="161"/>
                    <a:pt x="178" y="160"/>
                  </a:cubicBezTo>
                  <a:cubicBezTo>
                    <a:pt x="177" y="160"/>
                    <a:pt x="175" y="160"/>
                    <a:pt x="174" y="160"/>
                  </a:cubicBezTo>
                  <a:cubicBezTo>
                    <a:pt x="173" y="159"/>
                    <a:pt x="173" y="158"/>
                    <a:pt x="172" y="158"/>
                  </a:cubicBezTo>
                  <a:cubicBezTo>
                    <a:pt x="172" y="158"/>
                    <a:pt x="171" y="158"/>
                    <a:pt x="171" y="158"/>
                  </a:cubicBezTo>
                  <a:cubicBezTo>
                    <a:pt x="171" y="159"/>
                    <a:pt x="172" y="159"/>
                    <a:pt x="172" y="159"/>
                  </a:cubicBezTo>
                  <a:cubicBezTo>
                    <a:pt x="172" y="159"/>
                    <a:pt x="171" y="159"/>
                    <a:pt x="171" y="159"/>
                  </a:cubicBezTo>
                  <a:cubicBezTo>
                    <a:pt x="170" y="159"/>
                    <a:pt x="170" y="159"/>
                    <a:pt x="170" y="158"/>
                  </a:cubicBezTo>
                  <a:cubicBezTo>
                    <a:pt x="169" y="158"/>
                    <a:pt x="169" y="159"/>
                    <a:pt x="168" y="159"/>
                  </a:cubicBezTo>
                  <a:cubicBezTo>
                    <a:pt x="168" y="158"/>
                    <a:pt x="168" y="158"/>
                    <a:pt x="167" y="158"/>
                  </a:cubicBezTo>
                  <a:cubicBezTo>
                    <a:pt x="167" y="159"/>
                    <a:pt x="166" y="159"/>
                    <a:pt x="166" y="158"/>
                  </a:cubicBezTo>
                  <a:cubicBezTo>
                    <a:pt x="165" y="157"/>
                    <a:pt x="164" y="159"/>
                    <a:pt x="163" y="158"/>
                  </a:cubicBezTo>
                  <a:cubicBezTo>
                    <a:pt x="162" y="157"/>
                    <a:pt x="162" y="157"/>
                    <a:pt x="160" y="158"/>
                  </a:cubicBezTo>
                  <a:cubicBezTo>
                    <a:pt x="160" y="158"/>
                    <a:pt x="159" y="158"/>
                    <a:pt x="158" y="158"/>
                  </a:cubicBezTo>
                  <a:cubicBezTo>
                    <a:pt x="158" y="158"/>
                    <a:pt x="157" y="157"/>
                    <a:pt x="157" y="157"/>
                  </a:cubicBezTo>
                  <a:cubicBezTo>
                    <a:pt x="157" y="157"/>
                    <a:pt x="156" y="156"/>
                    <a:pt x="156" y="156"/>
                  </a:cubicBezTo>
                  <a:cubicBezTo>
                    <a:pt x="155" y="156"/>
                    <a:pt x="154" y="156"/>
                    <a:pt x="154" y="156"/>
                  </a:cubicBezTo>
                  <a:cubicBezTo>
                    <a:pt x="153" y="156"/>
                    <a:pt x="153" y="156"/>
                    <a:pt x="152" y="156"/>
                  </a:cubicBezTo>
                  <a:cubicBezTo>
                    <a:pt x="152" y="156"/>
                    <a:pt x="151" y="156"/>
                    <a:pt x="150" y="156"/>
                  </a:cubicBezTo>
                  <a:cubicBezTo>
                    <a:pt x="149" y="157"/>
                    <a:pt x="149" y="156"/>
                    <a:pt x="148" y="155"/>
                  </a:cubicBezTo>
                  <a:cubicBezTo>
                    <a:pt x="147" y="154"/>
                    <a:pt x="147" y="156"/>
                    <a:pt x="146" y="155"/>
                  </a:cubicBezTo>
                  <a:cubicBezTo>
                    <a:pt x="146" y="155"/>
                    <a:pt x="146" y="155"/>
                    <a:pt x="146" y="155"/>
                  </a:cubicBezTo>
                  <a:cubicBezTo>
                    <a:pt x="146" y="154"/>
                    <a:pt x="145" y="154"/>
                    <a:pt x="145" y="154"/>
                  </a:cubicBezTo>
                  <a:cubicBezTo>
                    <a:pt x="144" y="154"/>
                    <a:pt x="142" y="154"/>
                    <a:pt x="141" y="153"/>
                  </a:cubicBezTo>
                  <a:cubicBezTo>
                    <a:pt x="141" y="153"/>
                    <a:pt x="141" y="152"/>
                    <a:pt x="141" y="152"/>
                  </a:cubicBezTo>
                  <a:cubicBezTo>
                    <a:pt x="140" y="151"/>
                    <a:pt x="140" y="151"/>
                    <a:pt x="140" y="150"/>
                  </a:cubicBezTo>
                  <a:cubicBezTo>
                    <a:pt x="140" y="150"/>
                    <a:pt x="140" y="150"/>
                    <a:pt x="140" y="149"/>
                  </a:cubicBezTo>
                  <a:cubicBezTo>
                    <a:pt x="140" y="149"/>
                    <a:pt x="140" y="149"/>
                    <a:pt x="139" y="149"/>
                  </a:cubicBezTo>
                  <a:cubicBezTo>
                    <a:pt x="139" y="148"/>
                    <a:pt x="139" y="148"/>
                    <a:pt x="139" y="148"/>
                  </a:cubicBezTo>
                  <a:cubicBezTo>
                    <a:pt x="139" y="147"/>
                    <a:pt x="139" y="145"/>
                    <a:pt x="138" y="144"/>
                  </a:cubicBezTo>
                  <a:cubicBezTo>
                    <a:pt x="138" y="143"/>
                    <a:pt x="138" y="142"/>
                    <a:pt x="137" y="141"/>
                  </a:cubicBezTo>
                  <a:cubicBezTo>
                    <a:pt x="137" y="141"/>
                    <a:pt x="137" y="141"/>
                    <a:pt x="137" y="141"/>
                  </a:cubicBezTo>
                  <a:cubicBezTo>
                    <a:pt x="137" y="141"/>
                    <a:pt x="136" y="140"/>
                    <a:pt x="136" y="140"/>
                  </a:cubicBezTo>
                  <a:cubicBezTo>
                    <a:pt x="136" y="140"/>
                    <a:pt x="136" y="140"/>
                    <a:pt x="136" y="140"/>
                  </a:cubicBezTo>
                  <a:cubicBezTo>
                    <a:pt x="136" y="139"/>
                    <a:pt x="135" y="139"/>
                    <a:pt x="135" y="139"/>
                  </a:cubicBezTo>
                  <a:cubicBezTo>
                    <a:pt x="135" y="139"/>
                    <a:pt x="134" y="139"/>
                    <a:pt x="133" y="139"/>
                  </a:cubicBezTo>
                  <a:cubicBezTo>
                    <a:pt x="132" y="139"/>
                    <a:pt x="132" y="139"/>
                    <a:pt x="131" y="138"/>
                  </a:cubicBezTo>
                  <a:cubicBezTo>
                    <a:pt x="130" y="138"/>
                    <a:pt x="130" y="138"/>
                    <a:pt x="129" y="139"/>
                  </a:cubicBezTo>
                  <a:cubicBezTo>
                    <a:pt x="129" y="139"/>
                    <a:pt x="128" y="140"/>
                    <a:pt x="128" y="140"/>
                  </a:cubicBezTo>
                  <a:cubicBezTo>
                    <a:pt x="127" y="141"/>
                    <a:pt x="125" y="140"/>
                    <a:pt x="124" y="142"/>
                  </a:cubicBezTo>
                  <a:cubicBezTo>
                    <a:pt x="124" y="142"/>
                    <a:pt x="124" y="142"/>
                    <a:pt x="124" y="143"/>
                  </a:cubicBezTo>
                  <a:cubicBezTo>
                    <a:pt x="124" y="143"/>
                    <a:pt x="124" y="143"/>
                    <a:pt x="123" y="143"/>
                  </a:cubicBezTo>
                  <a:cubicBezTo>
                    <a:pt x="123" y="144"/>
                    <a:pt x="122" y="142"/>
                    <a:pt x="121" y="143"/>
                  </a:cubicBezTo>
                  <a:cubicBezTo>
                    <a:pt x="120" y="144"/>
                    <a:pt x="119" y="144"/>
                    <a:pt x="119" y="145"/>
                  </a:cubicBezTo>
                  <a:cubicBezTo>
                    <a:pt x="118" y="146"/>
                    <a:pt x="117" y="146"/>
                    <a:pt x="116" y="146"/>
                  </a:cubicBezTo>
                  <a:cubicBezTo>
                    <a:pt x="115" y="146"/>
                    <a:pt x="115" y="145"/>
                    <a:pt x="115" y="145"/>
                  </a:cubicBezTo>
                  <a:cubicBezTo>
                    <a:pt x="114" y="145"/>
                    <a:pt x="114" y="145"/>
                    <a:pt x="113" y="145"/>
                  </a:cubicBezTo>
                  <a:cubicBezTo>
                    <a:pt x="113" y="145"/>
                    <a:pt x="113" y="144"/>
                    <a:pt x="113" y="144"/>
                  </a:cubicBezTo>
                  <a:cubicBezTo>
                    <a:pt x="112" y="143"/>
                    <a:pt x="112" y="144"/>
                    <a:pt x="111" y="144"/>
                  </a:cubicBezTo>
                  <a:cubicBezTo>
                    <a:pt x="110" y="144"/>
                    <a:pt x="110" y="143"/>
                    <a:pt x="109" y="143"/>
                  </a:cubicBezTo>
                  <a:cubicBezTo>
                    <a:pt x="108" y="144"/>
                    <a:pt x="108" y="144"/>
                    <a:pt x="107" y="144"/>
                  </a:cubicBezTo>
                  <a:cubicBezTo>
                    <a:pt x="106" y="144"/>
                    <a:pt x="105" y="143"/>
                    <a:pt x="104" y="142"/>
                  </a:cubicBezTo>
                  <a:cubicBezTo>
                    <a:pt x="104" y="141"/>
                    <a:pt x="104" y="141"/>
                    <a:pt x="104" y="141"/>
                  </a:cubicBezTo>
                  <a:cubicBezTo>
                    <a:pt x="103" y="141"/>
                    <a:pt x="103" y="140"/>
                    <a:pt x="102" y="140"/>
                  </a:cubicBezTo>
                  <a:cubicBezTo>
                    <a:pt x="101" y="140"/>
                    <a:pt x="99" y="139"/>
                    <a:pt x="98" y="138"/>
                  </a:cubicBezTo>
                  <a:cubicBezTo>
                    <a:pt x="97" y="138"/>
                    <a:pt x="97" y="137"/>
                    <a:pt x="96" y="137"/>
                  </a:cubicBezTo>
                  <a:cubicBezTo>
                    <a:pt x="96" y="137"/>
                    <a:pt x="95" y="136"/>
                    <a:pt x="96" y="136"/>
                  </a:cubicBezTo>
                  <a:cubicBezTo>
                    <a:pt x="96" y="136"/>
                    <a:pt x="96" y="136"/>
                    <a:pt x="96" y="136"/>
                  </a:cubicBezTo>
                  <a:cubicBezTo>
                    <a:pt x="96" y="135"/>
                    <a:pt x="95" y="135"/>
                    <a:pt x="95" y="135"/>
                  </a:cubicBezTo>
                  <a:cubicBezTo>
                    <a:pt x="94" y="133"/>
                    <a:pt x="93" y="133"/>
                    <a:pt x="92" y="133"/>
                  </a:cubicBezTo>
                  <a:cubicBezTo>
                    <a:pt x="91" y="133"/>
                    <a:pt x="91" y="132"/>
                    <a:pt x="90" y="132"/>
                  </a:cubicBezTo>
                  <a:cubicBezTo>
                    <a:pt x="90" y="131"/>
                    <a:pt x="89" y="131"/>
                    <a:pt x="88" y="131"/>
                  </a:cubicBezTo>
                  <a:cubicBezTo>
                    <a:pt x="87" y="131"/>
                    <a:pt x="86" y="132"/>
                    <a:pt x="85" y="130"/>
                  </a:cubicBezTo>
                  <a:cubicBezTo>
                    <a:pt x="84" y="130"/>
                    <a:pt x="84" y="130"/>
                    <a:pt x="84" y="130"/>
                  </a:cubicBezTo>
                  <a:cubicBezTo>
                    <a:pt x="83" y="130"/>
                    <a:pt x="83" y="129"/>
                    <a:pt x="83" y="128"/>
                  </a:cubicBezTo>
                  <a:cubicBezTo>
                    <a:pt x="83" y="129"/>
                    <a:pt x="83" y="129"/>
                    <a:pt x="83" y="129"/>
                  </a:cubicBezTo>
                  <a:cubicBezTo>
                    <a:pt x="82" y="129"/>
                    <a:pt x="82" y="128"/>
                    <a:pt x="82" y="127"/>
                  </a:cubicBezTo>
                  <a:cubicBezTo>
                    <a:pt x="82" y="127"/>
                    <a:pt x="82" y="126"/>
                    <a:pt x="82" y="126"/>
                  </a:cubicBezTo>
                  <a:cubicBezTo>
                    <a:pt x="81" y="125"/>
                    <a:pt x="80" y="124"/>
                    <a:pt x="80" y="123"/>
                  </a:cubicBezTo>
                  <a:cubicBezTo>
                    <a:pt x="80" y="122"/>
                    <a:pt x="80" y="122"/>
                    <a:pt x="79" y="121"/>
                  </a:cubicBezTo>
                  <a:cubicBezTo>
                    <a:pt x="79" y="121"/>
                    <a:pt x="78" y="121"/>
                    <a:pt x="78" y="120"/>
                  </a:cubicBezTo>
                  <a:cubicBezTo>
                    <a:pt x="77" y="120"/>
                    <a:pt x="77" y="119"/>
                    <a:pt x="77" y="119"/>
                  </a:cubicBezTo>
                  <a:cubicBezTo>
                    <a:pt x="77" y="119"/>
                    <a:pt x="78" y="119"/>
                    <a:pt x="78" y="119"/>
                  </a:cubicBezTo>
                  <a:cubicBezTo>
                    <a:pt x="78" y="119"/>
                    <a:pt x="78" y="118"/>
                    <a:pt x="78" y="118"/>
                  </a:cubicBezTo>
                  <a:cubicBezTo>
                    <a:pt x="77" y="117"/>
                    <a:pt x="76" y="117"/>
                    <a:pt x="76" y="117"/>
                  </a:cubicBezTo>
                  <a:cubicBezTo>
                    <a:pt x="75" y="117"/>
                    <a:pt x="75" y="116"/>
                    <a:pt x="76" y="116"/>
                  </a:cubicBezTo>
                  <a:cubicBezTo>
                    <a:pt x="76" y="115"/>
                    <a:pt x="75" y="115"/>
                    <a:pt x="75" y="114"/>
                  </a:cubicBezTo>
                  <a:cubicBezTo>
                    <a:pt x="75" y="114"/>
                    <a:pt x="74" y="113"/>
                    <a:pt x="75" y="113"/>
                  </a:cubicBezTo>
                  <a:cubicBezTo>
                    <a:pt x="74" y="113"/>
                    <a:pt x="73" y="112"/>
                    <a:pt x="73" y="111"/>
                  </a:cubicBezTo>
                  <a:cubicBezTo>
                    <a:pt x="72" y="111"/>
                    <a:pt x="71" y="110"/>
                    <a:pt x="70" y="109"/>
                  </a:cubicBezTo>
                  <a:cubicBezTo>
                    <a:pt x="70" y="108"/>
                    <a:pt x="70" y="108"/>
                    <a:pt x="69" y="107"/>
                  </a:cubicBezTo>
                  <a:cubicBezTo>
                    <a:pt x="69" y="106"/>
                    <a:pt x="69" y="105"/>
                    <a:pt x="68" y="105"/>
                  </a:cubicBezTo>
                  <a:cubicBezTo>
                    <a:pt x="67" y="105"/>
                    <a:pt x="64" y="109"/>
                    <a:pt x="64" y="107"/>
                  </a:cubicBezTo>
                  <a:cubicBezTo>
                    <a:pt x="63" y="105"/>
                    <a:pt x="60" y="107"/>
                    <a:pt x="61" y="105"/>
                  </a:cubicBezTo>
                  <a:cubicBezTo>
                    <a:pt x="60" y="105"/>
                    <a:pt x="60" y="105"/>
                    <a:pt x="59" y="105"/>
                  </a:cubicBezTo>
                  <a:cubicBezTo>
                    <a:pt x="59" y="104"/>
                    <a:pt x="59" y="104"/>
                    <a:pt x="59" y="104"/>
                  </a:cubicBezTo>
                  <a:cubicBezTo>
                    <a:pt x="58" y="104"/>
                    <a:pt x="58" y="104"/>
                    <a:pt x="58" y="103"/>
                  </a:cubicBezTo>
                  <a:cubicBezTo>
                    <a:pt x="58" y="103"/>
                    <a:pt x="60" y="103"/>
                    <a:pt x="60" y="103"/>
                  </a:cubicBezTo>
                  <a:cubicBezTo>
                    <a:pt x="61" y="104"/>
                    <a:pt x="61" y="102"/>
                    <a:pt x="60" y="102"/>
                  </a:cubicBezTo>
                  <a:cubicBezTo>
                    <a:pt x="60" y="102"/>
                    <a:pt x="60" y="102"/>
                    <a:pt x="60" y="102"/>
                  </a:cubicBezTo>
                  <a:cubicBezTo>
                    <a:pt x="59" y="102"/>
                    <a:pt x="59" y="102"/>
                    <a:pt x="58" y="102"/>
                  </a:cubicBezTo>
                  <a:cubicBezTo>
                    <a:pt x="57" y="102"/>
                    <a:pt x="60" y="103"/>
                    <a:pt x="58" y="103"/>
                  </a:cubicBezTo>
                  <a:cubicBezTo>
                    <a:pt x="58" y="103"/>
                    <a:pt x="57" y="103"/>
                    <a:pt x="57" y="104"/>
                  </a:cubicBezTo>
                  <a:cubicBezTo>
                    <a:pt x="57" y="105"/>
                    <a:pt x="58" y="105"/>
                    <a:pt x="58" y="106"/>
                  </a:cubicBezTo>
                  <a:cubicBezTo>
                    <a:pt x="58" y="106"/>
                    <a:pt x="58" y="107"/>
                    <a:pt x="58" y="107"/>
                  </a:cubicBezTo>
                  <a:cubicBezTo>
                    <a:pt x="58" y="108"/>
                    <a:pt x="56" y="107"/>
                    <a:pt x="56" y="107"/>
                  </a:cubicBezTo>
                  <a:cubicBezTo>
                    <a:pt x="55" y="107"/>
                    <a:pt x="56" y="107"/>
                    <a:pt x="56" y="108"/>
                  </a:cubicBezTo>
                  <a:cubicBezTo>
                    <a:pt x="56" y="108"/>
                    <a:pt x="55" y="108"/>
                    <a:pt x="55" y="108"/>
                  </a:cubicBezTo>
                  <a:cubicBezTo>
                    <a:pt x="53" y="108"/>
                    <a:pt x="54" y="106"/>
                    <a:pt x="53" y="105"/>
                  </a:cubicBezTo>
                  <a:cubicBezTo>
                    <a:pt x="52" y="104"/>
                    <a:pt x="52" y="104"/>
                    <a:pt x="52" y="104"/>
                  </a:cubicBezTo>
                  <a:cubicBezTo>
                    <a:pt x="52" y="104"/>
                    <a:pt x="51" y="104"/>
                    <a:pt x="51" y="104"/>
                  </a:cubicBezTo>
                  <a:cubicBezTo>
                    <a:pt x="51" y="104"/>
                    <a:pt x="51" y="103"/>
                    <a:pt x="50" y="103"/>
                  </a:cubicBezTo>
                  <a:cubicBezTo>
                    <a:pt x="49" y="102"/>
                    <a:pt x="49" y="99"/>
                    <a:pt x="49" y="98"/>
                  </a:cubicBezTo>
                  <a:cubicBezTo>
                    <a:pt x="49" y="98"/>
                    <a:pt x="49" y="97"/>
                    <a:pt x="49" y="97"/>
                  </a:cubicBezTo>
                  <a:cubicBezTo>
                    <a:pt x="48" y="96"/>
                    <a:pt x="47" y="97"/>
                    <a:pt x="46" y="97"/>
                  </a:cubicBezTo>
                  <a:cubicBezTo>
                    <a:pt x="46" y="97"/>
                    <a:pt x="46" y="96"/>
                    <a:pt x="45" y="96"/>
                  </a:cubicBezTo>
                  <a:cubicBezTo>
                    <a:pt x="45" y="95"/>
                    <a:pt x="45" y="94"/>
                    <a:pt x="45" y="93"/>
                  </a:cubicBezTo>
                  <a:cubicBezTo>
                    <a:pt x="45" y="91"/>
                    <a:pt x="46" y="90"/>
                    <a:pt x="46" y="88"/>
                  </a:cubicBezTo>
                  <a:cubicBezTo>
                    <a:pt x="46" y="87"/>
                    <a:pt x="45" y="87"/>
                    <a:pt x="45" y="86"/>
                  </a:cubicBezTo>
                  <a:cubicBezTo>
                    <a:pt x="44" y="86"/>
                    <a:pt x="44" y="85"/>
                    <a:pt x="43" y="84"/>
                  </a:cubicBezTo>
                  <a:cubicBezTo>
                    <a:pt x="43" y="84"/>
                    <a:pt x="43" y="84"/>
                    <a:pt x="43" y="83"/>
                  </a:cubicBezTo>
                  <a:cubicBezTo>
                    <a:pt x="43" y="83"/>
                    <a:pt x="42" y="82"/>
                    <a:pt x="42" y="82"/>
                  </a:cubicBezTo>
                  <a:cubicBezTo>
                    <a:pt x="41" y="82"/>
                    <a:pt x="42" y="81"/>
                    <a:pt x="41" y="80"/>
                  </a:cubicBezTo>
                  <a:cubicBezTo>
                    <a:pt x="40" y="80"/>
                    <a:pt x="40" y="80"/>
                    <a:pt x="39" y="80"/>
                  </a:cubicBezTo>
                  <a:cubicBezTo>
                    <a:pt x="38" y="81"/>
                    <a:pt x="37" y="80"/>
                    <a:pt x="37" y="79"/>
                  </a:cubicBezTo>
                  <a:cubicBezTo>
                    <a:pt x="36" y="79"/>
                    <a:pt x="35" y="78"/>
                    <a:pt x="34" y="77"/>
                  </a:cubicBezTo>
                  <a:cubicBezTo>
                    <a:pt x="34" y="77"/>
                    <a:pt x="33" y="76"/>
                    <a:pt x="32" y="76"/>
                  </a:cubicBezTo>
                  <a:cubicBezTo>
                    <a:pt x="31" y="75"/>
                    <a:pt x="30" y="75"/>
                    <a:pt x="29" y="75"/>
                  </a:cubicBezTo>
                  <a:cubicBezTo>
                    <a:pt x="28" y="75"/>
                    <a:pt x="29" y="74"/>
                    <a:pt x="28" y="74"/>
                  </a:cubicBezTo>
                  <a:cubicBezTo>
                    <a:pt x="28" y="74"/>
                    <a:pt x="28" y="73"/>
                    <a:pt x="28" y="73"/>
                  </a:cubicBezTo>
                  <a:cubicBezTo>
                    <a:pt x="29" y="73"/>
                    <a:pt x="29" y="72"/>
                    <a:pt x="29" y="72"/>
                  </a:cubicBezTo>
                  <a:cubicBezTo>
                    <a:pt x="29" y="71"/>
                    <a:pt x="28" y="71"/>
                    <a:pt x="28" y="71"/>
                  </a:cubicBezTo>
                  <a:cubicBezTo>
                    <a:pt x="27" y="70"/>
                    <a:pt x="27" y="70"/>
                    <a:pt x="27" y="69"/>
                  </a:cubicBezTo>
                  <a:cubicBezTo>
                    <a:pt x="27" y="69"/>
                    <a:pt x="26" y="69"/>
                    <a:pt x="26" y="69"/>
                  </a:cubicBezTo>
                  <a:cubicBezTo>
                    <a:pt x="25" y="69"/>
                    <a:pt x="26" y="69"/>
                    <a:pt x="26" y="69"/>
                  </a:cubicBezTo>
                  <a:cubicBezTo>
                    <a:pt x="26" y="68"/>
                    <a:pt x="26" y="68"/>
                    <a:pt x="26" y="68"/>
                  </a:cubicBezTo>
                  <a:cubicBezTo>
                    <a:pt x="26" y="67"/>
                    <a:pt x="25" y="68"/>
                    <a:pt x="25" y="68"/>
                  </a:cubicBezTo>
                  <a:cubicBezTo>
                    <a:pt x="24" y="68"/>
                    <a:pt x="24" y="68"/>
                    <a:pt x="24" y="67"/>
                  </a:cubicBezTo>
                  <a:cubicBezTo>
                    <a:pt x="24" y="67"/>
                    <a:pt x="24" y="67"/>
                    <a:pt x="24" y="67"/>
                  </a:cubicBezTo>
                  <a:cubicBezTo>
                    <a:pt x="23" y="67"/>
                    <a:pt x="23" y="66"/>
                    <a:pt x="23" y="66"/>
                  </a:cubicBezTo>
                  <a:cubicBezTo>
                    <a:pt x="23" y="66"/>
                    <a:pt x="22" y="65"/>
                    <a:pt x="22" y="64"/>
                  </a:cubicBezTo>
                  <a:cubicBezTo>
                    <a:pt x="22" y="64"/>
                    <a:pt x="21" y="64"/>
                    <a:pt x="21" y="64"/>
                  </a:cubicBezTo>
                  <a:cubicBezTo>
                    <a:pt x="21" y="64"/>
                    <a:pt x="21" y="63"/>
                    <a:pt x="22" y="62"/>
                  </a:cubicBezTo>
                  <a:cubicBezTo>
                    <a:pt x="22" y="62"/>
                    <a:pt x="22" y="61"/>
                    <a:pt x="22" y="61"/>
                  </a:cubicBezTo>
                  <a:cubicBezTo>
                    <a:pt x="22" y="60"/>
                    <a:pt x="21" y="60"/>
                    <a:pt x="21" y="59"/>
                  </a:cubicBezTo>
                  <a:cubicBezTo>
                    <a:pt x="20" y="58"/>
                    <a:pt x="21" y="59"/>
                    <a:pt x="21" y="58"/>
                  </a:cubicBezTo>
                  <a:cubicBezTo>
                    <a:pt x="21" y="58"/>
                    <a:pt x="21" y="57"/>
                    <a:pt x="21" y="57"/>
                  </a:cubicBezTo>
                  <a:cubicBezTo>
                    <a:pt x="22" y="57"/>
                    <a:pt x="22" y="57"/>
                    <a:pt x="23" y="57"/>
                  </a:cubicBezTo>
                  <a:cubicBezTo>
                    <a:pt x="23" y="57"/>
                    <a:pt x="23" y="57"/>
                    <a:pt x="23" y="56"/>
                  </a:cubicBezTo>
                  <a:cubicBezTo>
                    <a:pt x="22" y="56"/>
                    <a:pt x="22" y="56"/>
                    <a:pt x="22" y="55"/>
                  </a:cubicBezTo>
                  <a:cubicBezTo>
                    <a:pt x="23" y="54"/>
                    <a:pt x="23" y="54"/>
                    <a:pt x="23" y="54"/>
                  </a:cubicBezTo>
                  <a:cubicBezTo>
                    <a:pt x="23" y="53"/>
                    <a:pt x="24" y="54"/>
                    <a:pt x="24" y="53"/>
                  </a:cubicBezTo>
                  <a:cubicBezTo>
                    <a:pt x="24" y="53"/>
                    <a:pt x="24" y="52"/>
                    <a:pt x="24" y="52"/>
                  </a:cubicBezTo>
                  <a:cubicBezTo>
                    <a:pt x="24" y="51"/>
                    <a:pt x="25" y="52"/>
                    <a:pt x="25" y="52"/>
                  </a:cubicBezTo>
                  <a:cubicBezTo>
                    <a:pt x="26" y="52"/>
                    <a:pt x="26" y="52"/>
                    <a:pt x="26" y="52"/>
                  </a:cubicBezTo>
                  <a:cubicBezTo>
                    <a:pt x="26" y="51"/>
                    <a:pt x="26" y="51"/>
                    <a:pt x="26" y="51"/>
                  </a:cubicBezTo>
                  <a:cubicBezTo>
                    <a:pt x="26" y="51"/>
                    <a:pt x="27" y="50"/>
                    <a:pt x="26" y="50"/>
                  </a:cubicBezTo>
                  <a:cubicBezTo>
                    <a:pt x="26" y="50"/>
                    <a:pt x="26" y="50"/>
                    <a:pt x="26" y="50"/>
                  </a:cubicBezTo>
                  <a:cubicBezTo>
                    <a:pt x="26" y="49"/>
                    <a:pt x="26" y="49"/>
                    <a:pt x="25" y="49"/>
                  </a:cubicBezTo>
                  <a:cubicBezTo>
                    <a:pt x="24" y="48"/>
                    <a:pt x="24" y="47"/>
                    <a:pt x="24" y="46"/>
                  </a:cubicBezTo>
                  <a:cubicBezTo>
                    <a:pt x="24" y="46"/>
                    <a:pt x="24" y="45"/>
                    <a:pt x="24" y="45"/>
                  </a:cubicBezTo>
                  <a:cubicBezTo>
                    <a:pt x="24" y="45"/>
                    <a:pt x="26" y="45"/>
                    <a:pt x="26" y="45"/>
                  </a:cubicBezTo>
                  <a:cubicBezTo>
                    <a:pt x="26" y="45"/>
                    <a:pt x="27" y="44"/>
                    <a:pt x="27" y="44"/>
                  </a:cubicBezTo>
                  <a:cubicBezTo>
                    <a:pt x="27" y="43"/>
                    <a:pt x="26" y="44"/>
                    <a:pt x="26" y="44"/>
                  </a:cubicBezTo>
                  <a:cubicBezTo>
                    <a:pt x="25" y="44"/>
                    <a:pt x="25" y="43"/>
                    <a:pt x="25" y="43"/>
                  </a:cubicBezTo>
                  <a:cubicBezTo>
                    <a:pt x="24" y="43"/>
                    <a:pt x="24" y="43"/>
                    <a:pt x="23" y="43"/>
                  </a:cubicBezTo>
                  <a:cubicBezTo>
                    <a:pt x="23" y="43"/>
                    <a:pt x="22" y="44"/>
                    <a:pt x="22" y="44"/>
                  </a:cubicBezTo>
                  <a:cubicBezTo>
                    <a:pt x="22" y="44"/>
                    <a:pt x="21" y="43"/>
                    <a:pt x="21" y="43"/>
                  </a:cubicBezTo>
                  <a:cubicBezTo>
                    <a:pt x="21" y="42"/>
                    <a:pt x="19" y="41"/>
                    <a:pt x="19" y="42"/>
                  </a:cubicBezTo>
                  <a:cubicBezTo>
                    <a:pt x="18" y="42"/>
                    <a:pt x="17" y="42"/>
                    <a:pt x="17" y="41"/>
                  </a:cubicBezTo>
                  <a:cubicBezTo>
                    <a:pt x="17" y="41"/>
                    <a:pt x="18" y="41"/>
                    <a:pt x="18" y="41"/>
                  </a:cubicBezTo>
                  <a:cubicBezTo>
                    <a:pt x="18" y="40"/>
                    <a:pt x="17" y="40"/>
                    <a:pt x="17" y="39"/>
                  </a:cubicBezTo>
                  <a:cubicBezTo>
                    <a:pt x="17" y="39"/>
                    <a:pt x="17" y="39"/>
                    <a:pt x="17" y="39"/>
                  </a:cubicBezTo>
                  <a:cubicBezTo>
                    <a:pt x="17" y="39"/>
                    <a:pt x="17" y="39"/>
                    <a:pt x="17" y="38"/>
                  </a:cubicBezTo>
                  <a:cubicBezTo>
                    <a:pt x="16" y="38"/>
                    <a:pt x="17" y="37"/>
                    <a:pt x="16" y="37"/>
                  </a:cubicBezTo>
                  <a:cubicBezTo>
                    <a:pt x="16" y="37"/>
                    <a:pt x="15" y="37"/>
                    <a:pt x="15" y="37"/>
                  </a:cubicBezTo>
                  <a:cubicBezTo>
                    <a:pt x="15" y="37"/>
                    <a:pt x="14" y="36"/>
                    <a:pt x="14" y="35"/>
                  </a:cubicBezTo>
                  <a:cubicBezTo>
                    <a:pt x="14" y="35"/>
                    <a:pt x="14" y="34"/>
                    <a:pt x="14" y="34"/>
                  </a:cubicBezTo>
                  <a:cubicBezTo>
                    <a:pt x="13" y="33"/>
                    <a:pt x="13" y="33"/>
                    <a:pt x="12" y="33"/>
                  </a:cubicBezTo>
                  <a:cubicBezTo>
                    <a:pt x="12" y="33"/>
                    <a:pt x="12" y="32"/>
                    <a:pt x="12" y="32"/>
                  </a:cubicBezTo>
                  <a:cubicBezTo>
                    <a:pt x="12" y="31"/>
                    <a:pt x="12" y="30"/>
                    <a:pt x="12" y="30"/>
                  </a:cubicBezTo>
                  <a:cubicBezTo>
                    <a:pt x="12" y="30"/>
                    <a:pt x="11" y="30"/>
                    <a:pt x="11" y="29"/>
                  </a:cubicBezTo>
                  <a:cubicBezTo>
                    <a:pt x="11" y="29"/>
                    <a:pt x="11" y="28"/>
                    <a:pt x="11" y="28"/>
                  </a:cubicBezTo>
                  <a:cubicBezTo>
                    <a:pt x="12" y="27"/>
                    <a:pt x="9" y="26"/>
                    <a:pt x="9" y="26"/>
                  </a:cubicBezTo>
                  <a:cubicBezTo>
                    <a:pt x="9" y="25"/>
                    <a:pt x="9" y="24"/>
                    <a:pt x="8" y="24"/>
                  </a:cubicBezTo>
                  <a:cubicBezTo>
                    <a:pt x="8" y="23"/>
                    <a:pt x="9" y="23"/>
                    <a:pt x="8" y="23"/>
                  </a:cubicBezTo>
                  <a:cubicBezTo>
                    <a:pt x="8" y="22"/>
                    <a:pt x="8" y="22"/>
                    <a:pt x="7" y="22"/>
                  </a:cubicBezTo>
                  <a:cubicBezTo>
                    <a:pt x="7" y="22"/>
                    <a:pt x="7" y="22"/>
                    <a:pt x="6" y="21"/>
                  </a:cubicBezTo>
                  <a:cubicBezTo>
                    <a:pt x="6" y="21"/>
                    <a:pt x="6" y="21"/>
                    <a:pt x="5" y="21"/>
                  </a:cubicBezTo>
                  <a:cubicBezTo>
                    <a:pt x="5" y="21"/>
                    <a:pt x="5" y="20"/>
                    <a:pt x="5" y="20"/>
                  </a:cubicBezTo>
                  <a:cubicBezTo>
                    <a:pt x="5" y="19"/>
                    <a:pt x="6" y="18"/>
                    <a:pt x="6" y="17"/>
                  </a:cubicBezTo>
                  <a:cubicBezTo>
                    <a:pt x="6" y="17"/>
                    <a:pt x="6" y="17"/>
                    <a:pt x="6" y="17"/>
                  </a:cubicBezTo>
                  <a:cubicBezTo>
                    <a:pt x="6" y="16"/>
                    <a:pt x="7" y="16"/>
                    <a:pt x="6" y="16"/>
                  </a:cubicBezTo>
                  <a:cubicBezTo>
                    <a:pt x="6" y="15"/>
                    <a:pt x="5" y="16"/>
                    <a:pt x="5" y="15"/>
                  </a:cubicBezTo>
                  <a:cubicBezTo>
                    <a:pt x="5" y="14"/>
                    <a:pt x="5" y="14"/>
                    <a:pt x="5" y="13"/>
                  </a:cubicBezTo>
                  <a:cubicBezTo>
                    <a:pt x="4" y="13"/>
                    <a:pt x="4" y="13"/>
                    <a:pt x="4" y="12"/>
                  </a:cubicBezTo>
                  <a:cubicBezTo>
                    <a:pt x="4" y="11"/>
                    <a:pt x="4" y="11"/>
                    <a:pt x="3" y="10"/>
                  </a:cubicBezTo>
                  <a:cubicBezTo>
                    <a:pt x="2" y="9"/>
                    <a:pt x="3" y="8"/>
                    <a:pt x="3" y="7"/>
                  </a:cubicBezTo>
                  <a:cubicBezTo>
                    <a:pt x="3" y="7"/>
                    <a:pt x="3" y="7"/>
                    <a:pt x="2" y="7"/>
                  </a:cubicBezTo>
                  <a:cubicBezTo>
                    <a:pt x="2" y="7"/>
                    <a:pt x="2" y="6"/>
                    <a:pt x="2" y="6"/>
                  </a:cubicBezTo>
                  <a:cubicBezTo>
                    <a:pt x="1" y="5"/>
                    <a:pt x="0" y="4"/>
                    <a:pt x="2" y="4"/>
                  </a:cubicBezTo>
                  <a:cubicBezTo>
                    <a:pt x="3" y="4"/>
                    <a:pt x="4" y="5"/>
                    <a:pt x="4" y="4"/>
                  </a:cubicBezTo>
                  <a:cubicBezTo>
                    <a:pt x="5" y="4"/>
                    <a:pt x="4" y="3"/>
                    <a:pt x="4" y="2"/>
                  </a:cubicBezTo>
                  <a:cubicBezTo>
                    <a:pt x="4" y="2"/>
                    <a:pt x="5" y="2"/>
                    <a:pt x="4" y="1"/>
                  </a:cubicBezTo>
                  <a:cubicBezTo>
                    <a:pt x="5" y="1"/>
                    <a:pt x="5" y="0"/>
                    <a:pt x="6" y="0"/>
                  </a:cubicBezTo>
                  <a:cubicBezTo>
                    <a:pt x="6" y="0"/>
                    <a:pt x="7" y="1"/>
                    <a:pt x="7" y="1"/>
                  </a:cubicBezTo>
                  <a:cubicBezTo>
                    <a:pt x="7" y="2"/>
                    <a:pt x="8" y="2"/>
                    <a:pt x="8" y="3"/>
                  </a:cubicBezTo>
                  <a:cubicBezTo>
                    <a:pt x="9" y="3"/>
                    <a:pt x="9" y="4"/>
                    <a:pt x="10" y="4"/>
                  </a:cubicBezTo>
                  <a:cubicBezTo>
                    <a:pt x="10" y="5"/>
                    <a:pt x="11" y="5"/>
                    <a:pt x="11" y="6"/>
                  </a:cubicBezTo>
                  <a:cubicBezTo>
                    <a:pt x="11" y="7"/>
                    <a:pt x="12" y="6"/>
                    <a:pt x="13" y="7"/>
                  </a:cubicBezTo>
                  <a:cubicBezTo>
                    <a:pt x="13" y="7"/>
                    <a:pt x="13" y="8"/>
                    <a:pt x="14" y="8"/>
                  </a:cubicBezTo>
                  <a:cubicBezTo>
                    <a:pt x="14" y="8"/>
                    <a:pt x="14" y="9"/>
                    <a:pt x="14" y="9"/>
                  </a:cubicBezTo>
                  <a:cubicBezTo>
                    <a:pt x="15" y="9"/>
                    <a:pt x="16" y="9"/>
                    <a:pt x="17" y="9"/>
                  </a:cubicBezTo>
                  <a:cubicBezTo>
                    <a:pt x="17" y="10"/>
                    <a:pt x="18" y="10"/>
                    <a:pt x="19" y="10"/>
                  </a:cubicBezTo>
                  <a:cubicBezTo>
                    <a:pt x="19" y="10"/>
                    <a:pt x="20" y="11"/>
                    <a:pt x="21" y="10"/>
                  </a:cubicBezTo>
                  <a:cubicBezTo>
                    <a:pt x="22" y="10"/>
                    <a:pt x="22" y="10"/>
                    <a:pt x="23" y="10"/>
                  </a:cubicBezTo>
                  <a:cubicBezTo>
                    <a:pt x="24" y="10"/>
                    <a:pt x="24" y="10"/>
                    <a:pt x="24" y="10"/>
                  </a:cubicBezTo>
                  <a:cubicBezTo>
                    <a:pt x="25" y="9"/>
                    <a:pt x="25" y="9"/>
                    <a:pt x="25" y="9"/>
                  </a:cubicBezTo>
                  <a:cubicBezTo>
                    <a:pt x="26" y="8"/>
                    <a:pt x="26" y="8"/>
                    <a:pt x="26" y="8"/>
                  </a:cubicBezTo>
                  <a:cubicBezTo>
                    <a:pt x="26" y="7"/>
                    <a:pt x="27" y="7"/>
                    <a:pt x="27" y="7"/>
                  </a:cubicBezTo>
                  <a:cubicBezTo>
                    <a:pt x="28" y="7"/>
                    <a:pt x="28" y="6"/>
                    <a:pt x="28" y="6"/>
                  </a:cubicBezTo>
                  <a:cubicBezTo>
                    <a:pt x="29" y="5"/>
                    <a:pt x="29" y="5"/>
                    <a:pt x="30" y="5"/>
                  </a:cubicBezTo>
                  <a:cubicBezTo>
                    <a:pt x="30" y="4"/>
                    <a:pt x="31" y="4"/>
                    <a:pt x="31" y="4"/>
                  </a:cubicBezTo>
                  <a:cubicBezTo>
                    <a:pt x="32" y="3"/>
                    <a:pt x="33" y="3"/>
                    <a:pt x="33" y="2"/>
                  </a:cubicBezTo>
                  <a:cubicBezTo>
                    <a:pt x="34" y="2"/>
                    <a:pt x="34" y="1"/>
                    <a:pt x="35" y="1"/>
                  </a:cubicBezTo>
                  <a:cubicBezTo>
                    <a:pt x="35" y="1"/>
                    <a:pt x="35" y="1"/>
                    <a:pt x="36" y="1"/>
                  </a:cubicBezTo>
                  <a:cubicBezTo>
                    <a:pt x="36" y="1"/>
                    <a:pt x="39" y="4"/>
                    <a:pt x="39" y="4"/>
                  </a:cubicBezTo>
                  <a:cubicBezTo>
                    <a:pt x="41" y="5"/>
                    <a:pt x="38" y="5"/>
                    <a:pt x="38" y="6"/>
                  </a:cubicBezTo>
                  <a:cubicBezTo>
                    <a:pt x="38" y="7"/>
                    <a:pt x="40" y="7"/>
                    <a:pt x="40" y="8"/>
                  </a:cubicBezTo>
                  <a:cubicBezTo>
                    <a:pt x="40" y="10"/>
                    <a:pt x="37" y="9"/>
                    <a:pt x="37" y="10"/>
                  </a:cubicBezTo>
                  <a:cubicBezTo>
                    <a:pt x="37" y="11"/>
                    <a:pt x="39" y="11"/>
                    <a:pt x="40" y="12"/>
                  </a:cubicBezTo>
                  <a:cubicBezTo>
                    <a:pt x="40" y="12"/>
                    <a:pt x="40" y="12"/>
                    <a:pt x="40" y="12"/>
                  </a:cubicBezTo>
                  <a:cubicBezTo>
                    <a:pt x="40" y="13"/>
                    <a:pt x="40" y="13"/>
                    <a:pt x="40" y="13"/>
                  </a:cubicBezTo>
                  <a:cubicBezTo>
                    <a:pt x="41" y="13"/>
                    <a:pt x="42" y="13"/>
                    <a:pt x="42" y="13"/>
                  </a:cubicBezTo>
                  <a:cubicBezTo>
                    <a:pt x="42" y="14"/>
                    <a:pt x="43" y="15"/>
                    <a:pt x="44" y="15"/>
                  </a:cubicBezTo>
                  <a:cubicBezTo>
                    <a:pt x="45" y="15"/>
                    <a:pt x="45" y="15"/>
                    <a:pt x="46" y="15"/>
                  </a:cubicBezTo>
                  <a:cubicBezTo>
                    <a:pt x="46" y="15"/>
                    <a:pt x="46" y="16"/>
                    <a:pt x="46" y="16"/>
                  </a:cubicBezTo>
                  <a:cubicBezTo>
                    <a:pt x="46" y="18"/>
                    <a:pt x="47" y="20"/>
                    <a:pt x="48" y="21"/>
                  </a:cubicBezTo>
                  <a:cubicBezTo>
                    <a:pt x="48" y="23"/>
                    <a:pt x="49" y="24"/>
                    <a:pt x="51" y="25"/>
                  </a:cubicBezTo>
                  <a:cubicBezTo>
                    <a:pt x="52" y="25"/>
                    <a:pt x="54" y="25"/>
                    <a:pt x="56" y="26"/>
                  </a:cubicBezTo>
                  <a:cubicBezTo>
                    <a:pt x="56" y="26"/>
                    <a:pt x="57" y="25"/>
                    <a:pt x="57" y="26"/>
                  </a:cubicBezTo>
                  <a:cubicBezTo>
                    <a:pt x="58" y="26"/>
                    <a:pt x="58" y="26"/>
                    <a:pt x="59" y="26"/>
                  </a:cubicBezTo>
                  <a:cubicBezTo>
                    <a:pt x="59" y="26"/>
                    <a:pt x="60" y="26"/>
                    <a:pt x="60" y="27"/>
                  </a:cubicBezTo>
                  <a:cubicBezTo>
                    <a:pt x="60" y="28"/>
                    <a:pt x="61" y="28"/>
                    <a:pt x="61" y="29"/>
                  </a:cubicBezTo>
                  <a:cubicBezTo>
                    <a:pt x="62" y="30"/>
                    <a:pt x="63" y="31"/>
                    <a:pt x="65" y="31"/>
                  </a:cubicBezTo>
                  <a:cubicBezTo>
                    <a:pt x="65" y="32"/>
                    <a:pt x="66" y="32"/>
                    <a:pt x="67" y="33"/>
                  </a:cubicBezTo>
                  <a:cubicBezTo>
                    <a:pt x="68" y="33"/>
                    <a:pt x="69" y="34"/>
                    <a:pt x="70" y="34"/>
                  </a:cubicBezTo>
                  <a:cubicBezTo>
                    <a:pt x="71" y="34"/>
                    <a:pt x="73" y="35"/>
                    <a:pt x="75" y="35"/>
                  </a:cubicBezTo>
                  <a:cubicBezTo>
                    <a:pt x="77" y="35"/>
                    <a:pt x="78" y="35"/>
                    <a:pt x="80" y="34"/>
                  </a:cubicBezTo>
                  <a:cubicBezTo>
                    <a:pt x="82" y="34"/>
                    <a:pt x="84" y="34"/>
                    <a:pt x="85" y="33"/>
                  </a:cubicBezTo>
                  <a:cubicBezTo>
                    <a:pt x="87" y="33"/>
                    <a:pt x="89" y="32"/>
                    <a:pt x="91" y="32"/>
                  </a:cubicBezTo>
                  <a:cubicBezTo>
                    <a:pt x="92" y="32"/>
                    <a:pt x="93" y="32"/>
                    <a:pt x="94" y="32"/>
                  </a:cubicBezTo>
                  <a:cubicBezTo>
                    <a:pt x="94" y="32"/>
                    <a:pt x="95" y="31"/>
                    <a:pt x="95" y="32"/>
                  </a:cubicBezTo>
                  <a:cubicBezTo>
                    <a:pt x="94" y="33"/>
                    <a:pt x="92" y="32"/>
                    <a:pt x="91" y="32"/>
                  </a:cubicBezTo>
                  <a:cubicBezTo>
                    <a:pt x="92" y="32"/>
                    <a:pt x="92" y="32"/>
                    <a:pt x="92" y="32"/>
                  </a:cubicBezTo>
                  <a:cubicBezTo>
                    <a:pt x="91" y="33"/>
                    <a:pt x="93" y="33"/>
                    <a:pt x="93" y="33"/>
                  </a:cubicBezTo>
                  <a:cubicBezTo>
                    <a:pt x="93" y="33"/>
                    <a:pt x="95" y="33"/>
                    <a:pt x="95" y="32"/>
                  </a:cubicBezTo>
                  <a:cubicBezTo>
                    <a:pt x="95" y="32"/>
                    <a:pt x="95" y="31"/>
                    <a:pt x="95" y="31"/>
                  </a:cubicBezTo>
                  <a:cubicBezTo>
                    <a:pt x="95" y="31"/>
                    <a:pt x="95" y="31"/>
                    <a:pt x="95" y="30"/>
                  </a:cubicBezTo>
                  <a:cubicBezTo>
                    <a:pt x="94" y="29"/>
                    <a:pt x="94" y="28"/>
                    <a:pt x="93" y="27"/>
                  </a:cubicBezTo>
                  <a:cubicBezTo>
                    <a:pt x="95" y="27"/>
                    <a:pt x="96" y="27"/>
                    <a:pt x="97" y="27"/>
                  </a:cubicBezTo>
                  <a:cubicBezTo>
                    <a:pt x="98" y="26"/>
                    <a:pt x="98" y="26"/>
                    <a:pt x="99" y="26"/>
                  </a:cubicBezTo>
                  <a:cubicBezTo>
                    <a:pt x="100" y="26"/>
                    <a:pt x="100" y="26"/>
                    <a:pt x="101" y="25"/>
                  </a:cubicBezTo>
                  <a:cubicBezTo>
                    <a:pt x="102" y="24"/>
                    <a:pt x="100" y="23"/>
                    <a:pt x="101" y="22"/>
                  </a:cubicBezTo>
                  <a:cubicBezTo>
                    <a:pt x="102" y="22"/>
                    <a:pt x="103" y="20"/>
                    <a:pt x="104" y="20"/>
                  </a:cubicBezTo>
                  <a:cubicBezTo>
                    <a:pt x="106" y="19"/>
                    <a:pt x="107" y="18"/>
                    <a:pt x="108" y="18"/>
                  </a:cubicBezTo>
                  <a:cubicBezTo>
                    <a:pt x="109" y="18"/>
                    <a:pt x="109" y="18"/>
                    <a:pt x="110" y="19"/>
                  </a:cubicBezTo>
                  <a:cubicBezTo>
                    <a:pt x="111" y="19"/>
                    <a:pt x="112" y="19"/>
                    <a:pt x="112" y="19"/>
                  </a:cubicBezTo>
                  <a:cubicBezTo>
                    <a:pt x="113" y="19"/>
                    <a:pt x="115" y="19"/>
                    <a:pt x="114" y="18"/>
                  </a:cubicBezTo>
                  <a:cubicBezTo>
                    <a:pt x="113" y="18"/>
                    <a:pt x="114" y="17"/>
                    <a:pt x="114" y="17"/>
                  </a:cubicBezTo>
                  <a:cubicBezTo>
                    <a:pt x="115" y="17"/>
                    <a:pt x="115" y="17"/>
                    <a:pt x="116" y="17"/>
                  </a:cubicBezTo>
                  <a:cubicBezTo>
                    <a:pt x="116" y="17"/>
                    <a:pt x="117" y="16"/>
                    <a:pt x="118" y="17"/>
                  </a:cubicBezTo>
                  <a:cubicBezTo>
                    <a:pt x="118" y="17"/>
                    <a:pt x="119" y="17"/>
                    <a:pt x="119" y="17"/>
                  </a:cubicBezTo>
                  <a:cubicBezTo>
                    <a:pt x="119" y="17"/>
                    <a:pt x="120" y="18"/>
                    <a:pt x="120" y="17"/>
                  </a:cubicBezTo>
                  <a:cubicBezTo>
                    <a:pt x="121" y="17"/>
                    <a:pt x="121" y="16"/>
                    <a:pt x="122" y="17"/>
                  </a:cubicBezTo>
                  <a:cubicBezTo>
                    <a:pt x="122" y="17"/>
                    <a:pt x="123" y="19"/>
                    <a:pt x="123" y="19"/>
                  </a:cubicBezTo>
                  <a:cubicBezTo>
                    <a:pt x="123" y="21"/>
                    <a:pt x="126" y="21"/>
                    <a:pt x="127" y="21"/>
                  </a:cubicBezTo>
                  <a:cubicBezTo>
                    <a:pt x="128" y="21"/>
                    <a:pt x="129" y="21"/>
                    <a:pt x="130" y="22"/>
                  </a:cubicBezTo>
                  <a:cubicBezTo>
                    <a:pt x="131" y="22"/>
                    <a:pt x="131" y="22"/>
                    <a:pt x="131" y="22"/>
                  </a:cubicBezTo>
                  <a:cubicBezTo>
                    <a:pt x="132" y="23"/>
                    <a:pt x="132" y="23"/>
                    <a:pt x="133" y="23"/>
                  </a:cubicBezTo>
                  <a:cubicBezTo>
                    <a:pt x="133" y="23"/>
                    <a:pt x="133" y="24"/>
                    <a:pt x="134" y="24"/>
                  </a:cubicBezTo>
                  <a:cubicBezTo>
                    <a:pt x="134" y="24"/>
                    <a:pt x="134" y="23"/>
                    <a:pt x="135" y="23"/>
                  </a:cubicBezTo>
                  <a:cubicBezTo>
                    <a:pt x="135" y="23"/>
                    <a:pt x="136" y="24"/>
                    <a:pt x="136" y="24"/>
                  </a:cubicBezTo>
                  <a:cubicBezTo>
                    <a:pt x="137" y="24"/>
                    <a:pt x="137" y="23"/>
                    <a:pt x="137" y="23"/>
                  </a:cubicBezTo>
                  <a:cubicBezTo>
                    <a:pt x="137" y="23"/>
                    <a:pt x="137" y="23"/>
                    <a:pt x="137" y="23"/>
                  </a:cubicBezTo>
                  <a:cubicBezTo>
                    <a:pt x="137" y="23"/>
                    <a:pt x="138" y="23"/>
                    <a:pt x="138" y="23"/>
                  </a:cubicBezTo>
                  <a:cubicBezTo>
                    <a:pt x="138" y="23"/>
                    <a:pt x="139" y="24"/>
                    <a:pt x="139" y="24"/>
                  </a:cubicBezTo>
                  <a:cubicBezTo>
                    <a:pt x="140" y="24"/>
                    <a:pt x="140" y="24"/>
                    <a:pt x="141" y="25"/>
                  </a:cubicBezTo>
                  <a:cubicBezTo>
                    <a:pt x="141" y="25"/>
                    <a:pt x="142" y="25"/>
                    <a:pt x="142" y="25"/>
                  </a:cubicBezTo>
                  <a:cubicBezTo>
                    <a:pt x="143" y="26"/>
                    <a:pt x="143" y="27"/>
                    <a:pt x="143" y="27"/>
                  </a:cubicBezTo>
                  <a:cubicBezTo>
                    <a:pt x="144" y="28"/>
                    <a:pt x="144" y="28"/>
                    <a:pt x="145" y="29"/>
                  </a:cubicBezTo>
                  <a:cubicBezTo>
                    <a:pt x="145" y="29"/>
                    <a:pt x="145" y="29"/>
                    <a:pt x="145" y="29"/>
                  </a:cubicBezTo>
                  <a:cubicBezTo>
                    <a:pt x="146" y="29"/>
                    <a:pt x="146" y="29"/>
                    <a:pt x="146" y="29"/>
                  </a:cubicBezTo>
                  <a:cubicBezTo>
                    <a:pt x="148" y="29"/>
                    <a:pt x="150" y="30"/>
                    <a:pt x="151" y="32"/>
                  </a:cubicBezTo>
                  <a:cubicBezTo>
                    <a:pt x="151" y="32"/>
                    <a:pt x="152" y="33"/>
                    <a:pt x="152" y="33"/>
                  </a:cubicBezTo>
                  <a:cubicBezTo>
                    <a:pt x="153" y="34"/>
                    <a:pt x="153" y="34"/>
                    <a:pt x="154" y="35"/>
                  </a:cubicBezTo>
                  <a:cubicBezTo>
                    <a:pt x="156" y="35"/>
                    <a:pt x="157" y="35"/>
                    <a:pt x="159" y="34"/>
                  </a:cubicBezTo>
                  <a:cubicBezTo>
                    <a:pt x="160" y="34"/>
                    <a:pt x="161" y="34"/>
                    <a:pt x="161" y="35"/>
                  </a:cubicBezTo>
                  <a:cubicBezTo>
                    <a:pt x="161" y="36"/>
                    <a:pt x="161" y="37"/>
                    <a:pt x="161" y="38"/>
                  </a:cubicBezTo>
                  <a:cubicBezTo>
                    <a:pt x="161" y="39"/>
                    <a:pt x="162" y="39"/>
                    <a:pt x="162" y="40"/>
                  </a:cubicBezTo>
                  <a:cubicBezTo>
                    <a:pt x="162" y="41"/>
                    <a:pt x="162" y="42"/>
                    <a:pt x="161" y="42"/>
                  </a:cubicBezTo>
                  <a:cubicBezTo>
                    <a:pt x="162" y="42"/>
                    <a:pt x="162" y="42"/>
                    <a:pt x="162" y="42"/>
                  </a:cubicBezTo>
                  <a:cubicBezTo>
                    <a:pt x="163" y="43"/>
                    <a:pt x="163" y="44"/>
                    <a:pt x="163" y="44"/>
                  </a:cubicBezTo>
                  <a:cubicBezTo>
                    <a:pt x="163" y="45"/>
                    <a:pt x="163" y="45"/>
                    <a:pt x="163" y="46"/>
                  </a:cubicBezTo>
                  <a:cubicBezTo>
                    <a:pt x="164" y="46"/>
                    <a:pt x="164" y="46"/>
                    <a:pt x="164" y="47"/>
                  </a:cubicBezTo>
                  <a:cubicBezTo>
                    <a:pt x="163" y="48"/>
                    <a:pt x="163" y="49"/>
                    <a:pt x="163" y="49"/>
                  </a:cubicBezTo>
                  <a:cubicBezTo>
                    <a:pt x="162" y="50"/>
                    <a:pt x="163" y="50"/>
                    <a:pt x="163" y="51"/>
                  </a:cubicBezTo>
                  <a:cubicBezTo>
                    <a:pt x="163" y="52"/>
                    <a:pt x="163" y="53"/>
                    <a:pt x="163" y="54"/>
                  </a:cubicBezTo>
                  <a:cubicBezTo>
                    <a:pt x="163" y="55"/>
                    <a:pt x="163" y="55"/>
                    <a:pt x="163" y="55"/>
                  </a:cubicBezTo>
                  <a:cubicBezTo>
                    <a:pt x="163" y="56"/>
                    <a:pt x="163" y="56"/>
                    <a:pt x="162" y="57"/>
                  </a:cubicBezTo>
                  <a:cubicBezTo>
                    <a:pt x="162" y="57"/>
                    <a:pt x="161" y="58"/>
                    <a:pt x="161" y="58"/>
                  </a:cubicBezTo>
                  <a:cubicBezTo>
                    <a:pt x="161" y="59"/>
                    <a:pt x="162" y="59"/>
                    <a:pt x="163" y="60"/>
                  </a:cubicBezTo>
                  <a:cubicBezTo>
                    <a:pt x="161" y="60"/>
                    <a:pt x="160" y="60"/>
                    <a:pt x="160" y="61"/>
                  </a:cubicBezTo>
                  <a:cubicBezTo>
                    <a:pt x="159" y="63"/>
                    <a:pt x="160" y="64"/>
                    <a:pt x="160" y="65"/>
                  </a:cubicBezTo>
                  <a:cubicBezTo>
                    <a:pt x="160" y="66"/>
                    <a:pt x="160" y="66"/>
                    <a:pt x="160" y="67"/>
                  </a:cubicBezTo>
                  <a:cubicBezTo>
                    <a:pt x="160" y="67"/>
                    <a:pt x="160" y="68"/>
                    <a:pt x="161" y="68"/>
                  </a:cubicBezTo>
                  <a:cubicBezTo>
                    <a:pt x="162" y="68"/>
                    <a:pt x="162" y="68"/>
                    <a:pt x="163" y="68"/>
                  </a:cubicBezTo>
                  <a:cubicBezTo>
                    <a:pt x="163" y="68"/>
                    <a:pt x="164" y="68"/>
                    <a:pt x="164" y="69"/>
                  </a:cubicBezTo>
                  <a:cubicBezTo>
                    <a:pt x="164" y="69"/>
                    <a:pt x="165" y="69"/>
                    <a:pt x="164" y="69"/>
                  </a:cubicBezTo>
                  <a:cubicBezTo>
                    <a:pt x="163" y="69"/>
                    <a:pt x="164" y="70"/>
                    <a:pt x="164" y="70"/>
                  </a:cubicBezTo>
                  <a:cubicBezTo>
                    <a:pt x="163" y="71"/>
                    <a:pt x="163" y="71"/>
                    <a:pt x="162" y="72"/>
                  </a:cubicBezTo>
                  <a:cubicBezTo>
                    <a:pt x="161" y="73"/>
                    <a:pt x="162" y="75"/>
                    <a:pt x="163" y="76"/>
                  </a:cubicBezTo>
                  <a:cubicBezTo>
                    <a:pt x="164" y="78"/>
                    <a:pt x="165" y="80"/>
                    <a:pt x="165" y="82"/>
                  </a:cubicBezTo>
                  <a:cubicBezTo>
                    <a:pt x="166" y="82"/>
                    <a:pt x="166" y="83"/>
                    <a:pt x="166" y="84"/>
                  </a:cubicBezTo>
                  <a:cubicBezTo>
                    <a:pt x="166" y="84"/>
                    <a:pt x="166" y="85"/>
                    <a:pt x="166" y="85"/>
                  </a:cubicBezTo>
                  <a:cubicBezTo>
                    <a:pt x="166" y="85"/>
                    <a:pt x="166" y="86"/>
                    <a:pt x="166" y="86"/>
                  </a:cubicBezTo>
                  <a:cubicBezTo>
                    <a:pt x="166" y="88"/>
                    <a:pt x="166" y="89"/>
                    <a:pt x="167" y="90"/>
                  </a:cubicBezTo>
                  <a:cubicBezTo>
                    <a:pt x="167" y="91"/>
                    <a:pt x="167" y="91"/>
                    <a:pt x="168" y="91"/>
                  </a:cubicBezTo>
                  <a:cubicBezTo>
                    <a:pt x="169" y="91"/>
                    <a:pt x="170" y="92"/>
                    <a:pt x="171" y="92"/>
                  </a:cubicBezTo>
                  <a:cubicBezTo>
                    <a:pt x="172" y="92"/>
                    <a:pt x="175" y="92"/>
                    <a:pt x="176" y="93"/>
                  </a:cubicBezTo>
                  <a:cubicBezTo>
                    <a:pt x="176" y="94"/>
                    <a:pt x="176" y="95"/>
                    <a:pt x="177" y="95"/>
                  </a:cubicBezTo>
                  <a:cubicBezTo>
                    <a:pt x="177" y="96"/>
                    <a:pt x="177" y="96"/>
                    <a:pt x="177" y="97"/>
                  </a:cubicBezTo>
                  <a:cubicBezTo>
                    <a:pt x="177" y="98"/>
                    <a:pt x="177" y="98"/>
                    <a:pt x="177" y="99"/>
                  </a:cubicBezTo>
                  <a:cubicBezTo>
                    <a:pt x="176" y="100"/>
                    <a:pt x="176" y="100"/>
                    <a:pt x="175" y="101"/>
                  </a:cubicBezTo>
                  <a:cubicBezTo>
                    <a:pt x="175" y="101"/>
                    <a:pt x="175" y="102"/>
                    <a:pt x="174" y="102"/>
                  </a:cubicBezTo>
                  <a:cubicBezTo>
                    <a:pt x="173" y="104"/>
                    <a:pt x="173" y="105"/>
                    <a:pt x="172" y="106"/>
                  </a:cubicBezTo>
                  <a:cubicBezTo>
                    <a:pt x="171" y="107"/>
                    <a:pt x="169" y="109"/>
                    <a:pt x="170" y="109"/>
                  </a:cubicBezTo>
                  <a:cubicBezTo>
                    <a:pt x="171" y="110"/>
                    <a:pt x="171" y="111"/>
                    <a:pt x="172" y="112"/>
                  </a:cubicBezTo>
                  <a:cubicBezTo>
                    <a:pt x="173" y="112"/>
                    <a:pt x="173" y="113"/>
                    <a:pt x="174" y="114"/>
                  </a:cubicBezTo>
                  <a:cubicBezTo>
                    <a:pt x="174" y="114"/>
                    <a:pt x="174" y="114"/>
                    <a:pt x="175" y="114"/>
                  </a:cubicBezTo>
                  <a:cubicBezTo>
                    <a:pt x="175" y="114"/>
                    <a:pt x="175" y="115"/>
                    <a:pt x="175" y="115"/>
                  </a:cubicBezTo>
                  <a:cubicBezTo>
                    <a:pt x="175" y="116"/>
                    <a:pt x="176" y="117"/>
                    <a:pt x="176" y="117"/>
                  </a:cubicBezTo>
                  <a:cubicBezTo>
                    <a:pt x="177" y="117"/>
                    <a:pt x="177" y="118"/>
                    <a:pt x="177" y="118"/>
                  </a:cubicBezTo>
                  <a:cubicBezTo>
                    <a:pt x="178" y="119"/>
                    <a:pt x="178" y="120"/>
                    <a:pt x="178" y="121"/>
                  </a:cubicBezTo>
                  <a:cubicBezTo>
                    <a:pt x="180" y="122"/>
                    <a:pt x="181" y="124"/>
                    <a:pt x="183" y="124"/>
                  </a:cubicBezTo>
                  <a:cubicBezTo>
                    <a:pt x="184" y="124"/>
                    <a:pt x="185" y="125"/>
                    <a:pt x="186" y="125"/>
                  </a:cubicBezTo>
                  <a:cubicBezTo>
                    <a:pt x="187" y="125"/>
                    <a:pt x="187" y="126"/>
                    <a:pt x="188" y="126"/>
                  </a:cubicBezTo>
                  <a:cubicBezTo>
                    <a:pt x="188" y="127"/>
                    <a:pt x="189" y="127"/>
                    <a:pt x="189" y="127"/>
                  </a:cubicBezTo>
                  <a:cubicBezTo>
                    <a:pt x="190" y="126"/>
                    <a:pt x="190" y="127"/>
                    <a:pt x="190" y="128"/>
                  </a:cubicBezTo>
                  <a:cubicBezTo>
                    <a:pt x="190" y="129"/>
                    <a:pt x="190" y="129"/>
                    <a:pt x="190" y="130"/>
                  </a:cubicBezTo>
                  <a:cubicBezTo>
                    <a:pt x="190" y="131"/>
                    <a:pt x="191" y="132"/>
                    <a:pt x="191" y="133"/>
                  </a:cubicBezTo>
                  <a:cubicBezTo>
                    <a:pt x="191" y="134"/>
                    <a:pt x="192" y="135"/>
                    <a:pt x="191" y="136"/>
                  </a:cubicBezTo>
                  <a:cubicBezTo>
                    <a:pt x="191" y="136"/>
                    <a:pt x="191" y="137"/>
                    <a:pt x="191" y="138"/>
                  </a:cubicBezTo>
                  <a:cubicBezTo>
                    <a:pt x="192" y="138"/>
                    <a:pt x="193" y="138"/>
                    <a:pt x="194" y="138"/>
                  </a:cubicBezTo>
                  <a:cubicBezTo>
                    <a:pt x="196" y="138"/>
                    <a:pt x="196" y="138"/>
                    <a:pt x="197" y="139"/>
                  </a:cubicBezTo>
                  <a:cubicBezTo>
                    <a:pt x="196" y="139"/>
                    <a:pt x="196" y="141"/>
                    <a:pt x="196" y="141"/>
                  </a:cubicBezTo>
                  <a:close/>
                  <a:moveTo>
                    <a:pt x="129" y="141"/>
                  </a:moveTo>
                  <a:cubicBezTo>
                    <a:pt x="128" y="141"/>
                    <a:pt x="127" y="142"/>
                    <a:pt x="126" y="141"/>
                  </a:cubicBezTo>
                  <a:cubicBezTo>
                    <a:pt x="125" y="140"/>
                    <a:pt x="126" y="142"/>
                    <a:pt x="126" y="143"/>
                  </a:cubicBezTo>
                  <a:cubicBezTo>
                    <a:pt x="125" y="143"/>
                    <a:pt x="124" y="144"/>
                    <a:pt x="123" y="144"/>
                  </a:cubicBezTo>
                  <a:cubicBezTo>
                    <a:pt x="123" y="144"/>
                    <a:pt x="123" y="144"/>
                    <a:pt x="122" y="144"/>
                  </a:cubicBezTo>
                  <a:cubicBezTo>
                    <a:pt x="122" y="144"/>
                    <a:pt x="122" y="144"/>
                    <a:pt x="122" y="144"/>
                  </a:cubicBezTo>
                  <a:cubicBezTo>
                    <a:pt x="121" y="145"/>
                    <a:pt x="122" y="145"/>
                    <a:pt x="122" y="146"/>
                  </a:cubicBezTo>
                  <a:cubicBezTo>
                    <a:pt x="122" y="145"/>
                    <a:pt x="123" y="145"/>
                    <a:pt x="123" y="145"/>
                  </a:cubicBezTo>
                  <a:cubicBezTo>
                    <a:pt x="124" y="145"/>
                    <a:pt x="124" y="144"/>
                    <a:pt x="125" y="144"/>
                  </a:cubicBezTo>
                  <a:cubicBezTo>
                    <a:pt x="125" y="144"/>
                    <a:pt x="126" y="144"/>
                    <a:pt x="126" y="144"/>
                  </a:cubicBezTo>
                  <a:cubicBezTo>
                    <a:pt x="126" y="144"/>
                    <a:pt x="126" y="144"/>
                    <a:pt x="127" y="144"/>
                  </a:cubicBezTo>
                  <a:cubicBezTo>
                    <a:pt x="127" y="143"/>
                    <a:pt x="127" y="144"/>
                    <a:pt x="128" y="144"/>
                  </a:cubicBezTo>
                  <a:cubicBezTo>
                    <a:pt x="128" y="144"/>
                    <a:pt x="128" y="143"/>
                    <a:pt x="129" y="143"/>
                  </a:cubicBezTo>
                  <a:cubicBezTo>
                    <a:pt x="129" y="143"/>
                    <a:pt x="129" y="143"/>
                    <a:pt x="129" y="143"/>
                  </a:cubicBezTo>
                  <a:cubicBezTo>
                    <a:pt x="130" y="142"/>
                    <a:pt x="129" y="141"/>
                    <a:pt x="130" y="141"/>
                  </a:cubicBezTo>
                  <a:cubicBezTo>
                    <a:pt x="130" y="141"/>
                    <a:pt x="131" y="141"/>
                    <a:pt x="130" y="141"/>
                  </a:cubicBezTo>
                  <a:cubicBezTo>
                    <a:pt x="130" y="140"/>
                    <a:pt x="130" y="141"/>
                    <a:pt x="129" y="14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66" name="Indonesia">
              <a:extLst>
                <a:ext uri="{FF2B5EF4-FFF2-40B4-BE49-F238E27FC236}">
                  <a16:creationId xmlns:a16="http://schemas.microsoft.com/office/drawing/2014/main" id="{442522BC-4560-CB9A-3567-C640BF8F502A}"/>
                </a:ext>
              </a:extLst>
            </p:cNvPr>
            <p:cNvSpPr>
              <a:spLocks noEditPoints="1"/>
            </p:cNvSpPr>
            <p:nvPr/>
          </p:nvSpPr>
          <p:spPr bwMode="auto">
            <a:xfrm>
              <a:off x="8954748" y="3814013"/>
              <a:ext cx="1585905" cy="658671"/>
            </a:xfrm>
            <a:custGeom>
              <a:avLst/>
              <a:gdLst/>
              <a:ahLst/>
              <a:cxnLst>
                <a:cxn ang="0">
                  <a:pos x="442" y="92"/>
                </a:cxn>
                <a:cxn ang="0">
                  <a:pos x="384" y="93"/>
                </a:cxn>
                <a:cxn ang="0">
                  <a:pos x="359" y="83"/>
                </a:cxn>
                <a:cxn ang="0">
                  <a:pos x="373" y="93"/>
                </a:cxn>
                <a:cxn ang="0">
                  <a:pos x="379" y="100"/>
                </a:cxn>
                <a:cxn ang="0">
                  <a:pos x="410" y="120"/>
                </a:cxn>
                <a:cxn ang="0">
                  <a:pos x="423" y="155"/>
                </a:cxn>
                <a:cxn ang="0">
                  <a:pos x="338" y="97"/>
                </a:cxn>
                <a:cxn ang="0">
                  <a:pos x="205" y="109"/>
                </a:cxn>
                <a:cxn ang="0">
                  <a:pos x="346" y="71"/>
                </a:cxn>
                <a:cxn ang="0">
                  <a:pos x="171" y="145"/>
                </a:cxn>
                <a:cxn ang="0">
                  <a:pos x="109" y="131"/>
                </a:cxn>
                <a:cxn ang="0">
                  <a:pos x="154" y="156"/>
                </a:cxn>
                <a:cxn ang="0">
                  <a:pos x="236" y="160"/>
                </a:cxn>
                <a:cxn ang="0">
                  <a:pos x="354" y="67"/>
                </a:cxn>
                <a:cxn ang="0">
                  <a:pos x="275" y="175"/>
                </a:cxn>
                <a:cxn ang="0">
                  <a:pos x="233" y="97"/>
                </a:cxn>
                <a:cxn ang="0">
                  <a:pos x="248" y="106"/>
                </a:cxn>
                <a:cxn ang="0">
                  <a:pos x="269" y="111"/>
                </a:cxn>
                <a:cxn ang="0">
                  <a:pos x="272" y="75"/>
                </a:cxn>
                <a:cxn ang="0">
                  <a:pos x="262" y="60"/>
                </a:cxn>
                <a:cxn ang="0">
                  <a:pos x="274" y="55"/>
                </a:cxn>
                <a:cxn ang="0">
                  <a:pos x="237" y="87"/>
                </a:cxn>
                <a:cxn ang="0">
                  <a:pos x="276" y="80"/>
                </a:cxn>
                <a:cxn ang="0">
                  <a:pos x="268" y="122"/>
                </a:cxn>
                <a:cxn ang="0">
                  <a:pos x="268" y="128"/>
                </a:cxn>
                <a:cxn ang="0">
                  <a:pos x="357" y="94"/>
                </a:cxn>
                <a:cxn ang="0">
                  <a:pos x="14" y="39"/>
                </a:cxn>
                <a:cxn ang="0">
                  <a:pos x="141" y="75"/>
                </a:cxn>
                <a:cxn ang="0">
                  <a:pos x="177" y="99"/>
                </a:cxn>
                <a:cxn ang="0">
                  <a:pos x="208" y="89"/>
                </a:cxn>
                <a:cxn ang="0">
                  <a:pos x="227" y="56"/>
                </a:cxn>
                <a:cxn ang="0">
                  <a:pos x="221" y="24"/>
                </a:cxn>
                <a:cxn ang="0">
                  <a:pos x="197" y="37"/>
                </a:cxn>
                <a:cxn ang="0">
                  <a:pos x="147" y="50"/>
                </a:cxn>
                <a:cxn ang="0">
                  <a:pos x="268" y="155"/>
                </a:cxn>
                <a:cxn ang="0">
                  <a:pos x="257" y="163"/>
                </a:cxn>
                <a:cxn ang="0">
                  <a:pos x="219" y="155"/>
                </a:cxn>
                <a:cxn ang="0">
                  <a:pos x="24" y="49"/>
                </a:cxn>
                <a:cxn ang="0">
                  <a:pos x="320" y="84"/>
                </a:cxn>
                <a:cxn ang="0">
                  <a:pos x="384" y="135"/>
                </a:cxn>
                <a:cxn ang="0">
                  <a:pos x="171" y="143"/>
                </a:cxn>
                <a:cxn ang="0">
                  <a:pos x="72" y="53"/>
                </a:cxn>
                <a:cxn ang="0">
                  <a:pos x="105" y="89"/>
                </a:cxn>
                <a:cxn ang="0">
                  <a:pos x="129" y="94"/>
                </a:cxn>
                <a:cxn ang="0">
                  <a:pos x="323" y="60"/>
                </a:cxn>
                <a:cxn ang="0">
                  <a:pos x="316" y="52"/>
                </a:cxn>
                <a:cxn ang="0">
                  <a:pos x="306" y="151"/>
                </a:cxn>
                <a:cxn ang="0">
                  <a:pos x="172" y="129"/>
                </a:cxn>
                <a:cxn ang="0">
                  <a:pos x="97" y="90"/>
                </a:cxn>
                <a:cxn ang="0">
                  <a:pos x="75" y="64"/>
                </a:cxn>
                <a:cxn ang="0">
                  <a:pos x="30" y="15"/>
                </a:cxn>
                <a:cxn ang="0">
                  <a:pos x="34" y="43"/>
                </a:cxn>
                <a:cxn ang="0">
                  <a:pos x="80" y="116"/>
                </a:cxn>
                <a:cxn ang="0">
                  <a:pos x="340" y="79"/>
                </a:cxn>
                <a:cxn ang="0">
                  <a:pos x="309" y="20"/>
                </a:cxn>
                <a:cxn ang="0">
                  <a:pos x="94" y="63"/>
                </a:cxn>
                <a:cxn ang="0">
                  <a:pos x="248" y="132"/>
                </a:cxn>
                <a:cxn ang="0">
                  <a:pos x="264" y="70"/>
                </a:cxn>
                <a:cxn ang="0">
                  <a:pos x="35" y="66"/>
                </a:cxn>
                <a:cxn ang="0">
                  <a:pos x="298" y="28"/>
                </a:cxn>
                <a:cxn ang="0">
                  <a:pos x="72" y="125"/>
                </a:cxn>
                <a:cxn ang="0">
                  <a:pos x="278" y="82"/>
                </a:cxn>
              </a:cxnLst>
              <a:rect l="0" t="0" r="r" b="b"/>
              <a:pathLst>
                <a:path w="448" h="186">
                  <a:moveTo>
                    <a:pt x="295" y="155"/>
                  </a:moveTo>
                  <a:cubicBezTo>
                    <a:pt x="296" y="155"/>
                    <a:pt x="295" y="157"/>
                    <a:pt x="294" y="156"/>
                  </a:cubicBezTo>
                  <a:cubicBezTo>
                    <a:pt x="294" y="156"/>
                    <a:pt x="295" y="155"/>
                    <a:pt x="295" y="155"/>
                  </a:cubicBezTo>
                  <a:close/>
                  <a:moveTo>
                    <a:pt x="0" y="2"/>
                  </a:moveTo>
                  <a:cubicBezTo>
                    <a:pt x="0" y="2"/>
                    <a:pt x="1" y="2"/>
                    <a:pt x="1" y="2"/>
                  </a:cubicBezTo>
                  <a:cubicBezTo>
                    <a:pt x="1" y="2"/>
                    <a:pt x="0" y="3"/>
                    <a:pt x="1" y="3"/>
                  </a:cubicBezTo>
                  <a:cubicBezTo>
                    <a:pt x="1" y="3"/>
                    <a:pt x="2" y="3"/>
                    <a:pt x="1" y="3"/>
                  </a:cubicBezTo>
                  <a:cubicBezTo>
                    <a:pt x="1" y="2"/>
                    <a:pt x="1" y="2"/>
                    <a:pt x="0" y="2"/>
                  </a:cubicBezTo>
                  <a:close/>
                  <a:moveTo>
                    <a:pt x="223" y="21"/>
                  </a:moveTo>
                  <a:cubicBezTo>
                    <a:pt x="223" y="20"/>
                    <a:pt x="223" y="20"/>
                    <a:pt x="223" y="19"/>
                  </a:cubicBezTo>
                  <a:cubicBezTo>
                    <a:pt x="222" y="19"/>
                    <a:pt x="222" y="19"/>
                    <a:pt x="221" y="19"/>
                  </a:cubicBezTo>
                  <a:cubicBezTo>
                    <a:pt x="221" y="20"/>
                    <a:pt x="223" y="22"/>
                    <a:pt x="223" y="21"/>
                  </a:cubicBezTo>
                  <a:close/>
                  <a:moveTo>
                    <a:pt x="126" y="14"/>
                  </a:moveTo>
                  <a:cubicBezTo>
                    <a:pt x="127" y="15"/>
                    <a:pt x="127" y="11"/>
                    <a:pt x="126" y="14"/>
                  </a:cubicBezTo>
                  <a:close/>
                  <a:moveTo>
                    <a:pt x="208" y="104"/>
                  </a:moveTo>
                  <a:cubicBezTo>
                    <a:pt x="208" y="104"/>
                    <a:pt x="208" y="105"/>
                    <a:pt x="208" y="105"/>
                  </a:cubicBezTo>
                  <a:cubicBezTo>
                    <a:pt x="209" y="105"/>
                    <a:pt x="209" y="103"/>
                    <a:pt x="209" y="103"/>
                  </a:cubicBezTo>
                  <a:cubicBezTo>
                    <a:pt x="209" y="102"/>
                    <a:pt x="208" y="104"/>
                    <a:pt x="208" y="104"/>
                  </a:cubicBezTo>
                  <a:close/>
                  <a:moveTo>
                    <a:pt x="328" y="105"/>
                  </a:moveTo>
                  <a:cubicBezTo>
                    <a:pt x="328" y="105"/>
                    <a:pt x="328" y="106"/>
                    <a:pt x="329" y="106"/>
                  </a:cubicBezTo>
                  <a:cubicBezTo>
                    <a:pt x="329" y="106"/>
                    <a:pt x="329" y="105"/>
                    <a:pt x="328" y="105"/>
                  </a:cubicBezTo>
                  <a:close/>
                  <a:moveTo>
                    <a:pt x="313" y="102"/>
                  </a:moveTo>
                  <a:cubicBezTo>
                    <a:pt x="312" y="102"/>
                    <a:pt x="312" y="102"/>
                    <a:pt x="312" y="101"/>
                  </a:cubicBezTo>
                  <a:cubicBezTo>
                    <a:pt x="312" y="101"/>
                    <a:pt x="312" y="102"/>
                    <a:pt x="313" y="101"/>
                  </a:cubicBezTo>
                  <a:cubicBezTo>
                    <a:pt x="313" y="101"/>
                    <a:pt x="313" y="101"/>
                    <a:pt x="312" y="100"/>
                  </a:cubicBezTo>
                  <a:cubicBezTo>
                    <a:pt x="312" y="100"/>
                    <a:pt x="311" y="100"/>
                    <a:pt x="311" y="100"/>
                  </a:cubicBezTo>
                  <a:cubicBezTo>
                    <a:pt x="310" y="99"/>
                    <a:pt x="309" y="99"/>
                    <a:pt x="308" y="99"/>
                  </a:cubicBezTo>
                  <a:cubicBezTo>
                    <a:pt x="308" y="99"/>
                    <a:pt x="307" y="99"/>
                    <a:pt x="306" y="99"/>
                  </a:cubicBezTo>
                  <a:cubicBezTo>
                    <a:pt x="306" y="99"/>
                    <a:pt x="305" y="99"/>
                    <a:pt x="305" y="100"/>
                  </a:cubicBezTo>
                  <a:cubicBezTo>
                    <a:pt x="304" y="100"/>
                    <a:pt x="304" y="100"/>
                    <a:pt x="304" y="100"/>
                  </a:cubicBezTo>
                  <a:cubicBezTo>
                    <a:pt x="303" y="100"/>
                    <a:pt x="303" y="99"/>
                    <a:pt x="302" y="100"/>
                  </a:cubicBezTo>
                  <a:cubicBezTo>
                    <a:pt x="302" y="100"/>
                    <a:pt x="302" y="101"/>
                    <a:pt x="302" y="102"/>
                  </a:cubicBezTo>
                  <a:cubicBezTo>
                    <a:pt x="302" y="103"/>
                    <a:pt x="303" y="103"/>
                    <a:pt x="303" y="104"/>
                  </a:cubicBezTo>
                  <a:cubicBezTo>
                    <a:pt x="303" y="105"/>
                    <a:pt x="304" y="105"/>
                    <a:pt x="305" y="106"/>
                  </a:cubicBezTo>
                  <a:cubicBezTo>
                    <a:pt x="306" y="106"/>
                    <a:pt x="306" y="107"/>
                    <a:pt x="307" y="107"/>
                  </a:cubicBezTo>
                  <a:cubicBezTo>
                    <a:pt x="309" y="108"/>
                    <a:pt x="311" y="107"/>
                    <a:pt x="312" y="106"/>
                  </a:cubicBezTo>
                  <a:cubicBezTo>
                    <a:pt x="313" y="105"/>
                    <a:pt x="314" y="106"/>
                    <a:pt x="314" y="104"/>
                  </a:cubicBezTo>
                  <a:cubicBezTo>
                    <a:pt x="314" y="104"/>
                    <a:pt x="314" y="103"/>
                    <a:pt x="314" y="103"/>
                  </a:cubicBezTo>
                  <a:cubicBezTo>
                    <a:pt x="314" y="102"/>
                    <a:pt x="313" y="102"/>
                    <a:pt x="313" y="102"/>
                  </a:cubicBezTo>
                  <a:close/>
                  <a:moveTo>
                    <a:pt x="447" y="94"/>
                  </a:moveTo>
                  <a:cubicBezTo>
                    <a:pt x="446" y="94"/>
                    <a:pt x="446" y="94"/>
                    <a:pt x="445" y="94"/>
                  </a:cubicBezTo>
                  <a:cubicBezTo>
                    <a:pt x="445" y="94"/>
                    <a:pt x="445" y="94"/>
                    <a:pt x="445" y="94"/>
                  </a:cubicBezTo>
                  <a:cubicBezTo>
                    <a:pt x="444" y="94"/>
                    <a:pt x="445" y="93"/>
                    <a:pt x="445" y="93"/>
                  </a:cubicBezTo>
                  <a:cubicBezTo>
                    <a:pt x="445" y="92"/>
                    <a:pt x="443" y="92"/>
                    <a:pt x="442" y="92"/>
                  </a:cubicBezTo>
                  <a:cubicBezTo>
                    <a:pt x="442" y="92"/>
                    <a:pt x="442" y="92"/>
                    <a:pt x="442" y="92"/>
                  </a:cubicBezTo>
                  <a:cubicBezTo>
                    <a:pt x="442" y="93"/>
                    <a:pt x="440" y="92"/>
                    <a:pt x="440" y="92"/>
                  </a:cubicBezTo>
                  <a:cubicBezTo>
                    <a:pt x="440" y="92"/>
                    <a:pt x="440" y="91"/>
                    <a:pt x="439" y="91"/>
                  </a:cubicBezTo>
                  <a:cubicBezTo>
                    <a:pt x="439" y="91"/>
                    <a:pt x="438" y="91"/>
                    <a:pt x="438" y="91"/>
                  </a:cubicBezTo>
                  <a:cubicBezTo>
                    <a:pt x="436" y="92"/>
                    <a:pt x="435" y="91"/>
                    <a:pt x="434" y="90"/>
                  </a:cubicBezTo>
                  <a:cubicBezTo>
                    <a:pt x="434" y="90"/>
                    <a:pt x="433" y="90"/>
                    <a:pt x="433" y="90"/>
                  </a:cubicBezTo>
                  <a:cubicBezTo>
                    <a:pt x="433" y="89"/>
                    <a:pt x="432" y="89"/>
                    <a:pt x="432" y="89"/>
                  </a:cubicBezTo>
                  <a:cubicBezTo>
                    <a:pt x="431" y="89"/>
                    <a:pt x="431" y="88"/>
                    <a:pt x="430" y="88"/>
                  </a:cubicBezTo>
                  <a:cubicBezTo>
                    <a:pt x="429" y="87"/>
                    <a:pt x="428" y="87"/>
                    <a:pt x="427" y="87"/>
                  </a:cubicBezTo>
                  <a:cubicBezTo>
                    <a:pt x="427" y="87"/>
                    <a:pt x="426" y="86"/>
                    <a:pt x="426" y="85"/>
                  </a:cubicBezTo>
                  <a:cubicBezTo>
                    <a:pt x="425" y="84"/>
                    <a:pt x="423" y="84"/>
                    <a:pt x="422" y="84"/>
                  </a:cubicBezTo>
                  <a:cubicBezTo>
                    <a:pt x="421" y="83"/>
                    <a:pt x="420" y="83"/>
                    <a:pt x="419" y="83"/>
                  </a:cubicBezTo>
                  <a:cubicBezTo>
                    <a:pt x="419" y="82"/>
                    <a:pt x="419" y="82"/>
                    <a:pt x="418" y="82"/>
                  </a:cubicBezTo>
                  <a:cubicBezTo>
                    <a:pt x="417" y="81"/>
                    <a:pt x="415" y="82"/>
                    <a:pt x="414" y="83"/>
                  </a:cubicBezTo>
                  <a:cubicBezTo>
                    <a:pt x="413" y="84"/>
                    <a:pt x="412" y="84"/>
                    <a:pt x="411" y="85"/>
                  </a:cubicBezTo>
                  <a:cubicBezTo>
                    <a:pt x="411" y="85"/>
                    <a:pt x="410" y="85"/>
                    <a:pt x="410" y="86"/>
                  </a:cubicBezTo>
                  <a:cubicBezTo>
                    <a:pt x="410" y="86"/>
                    <a:pt x="411" y="87"/>
                    <a:pt x="411" y="87"/>
                  </a:cubicBezTo>
                  <a:cubicBezTo>
                    <a:pt x="411" y="87"/>
                    <a:pt x="411" y="88"/>
                    <a:pt x="411" y="88"/>
                  </a:cubicBezTo>
                  <a:cubicBezTo>
                    <a:pt x="411" y="89"/>
                    <a:pt x="410" y="89"/>
                    <a:pt x="409" y="89"/>
                  </a:cubicBezTo>
                  <a:cubicBezTo>
                    <a:pt x="409" y="89"/>
                    <a:pt x="408" y="89"/>
                    <a:pt x="408" y="90"/>
                  </a:cubicBezTo>
                  <a:cubicBezTo>
                    <a:pt x="407" y="90"/>
                    <a:pt x="406" y="90"/>
                    <a:pt x="405" y="90"/>
                  </a:cubicBezTo>
                  <a:cubicBezTo>
                    <a:pt x="405" y="90"/>
                    <a:pt x="405" y="90"/>
                    <a:pt x="405" y="90"/>
                  </a:cubicBezTo>
                  <a:cubicBezTo>
                    <a:pt x="404" y="90"/>
                    <a:pt x="405" y="89"/>
                    <a:pt x="404" y="89"/>
                  </a:cubicBezTo>
                  <a:cubicBezTo>
                    <a:pt x="404" y="89"/>
                    <a:pt x="403" y="90"/>
                    <a:pt x="403" y="90"/>
                  </a:cubicBezTo>
                  <a:cubicBezTo>
                    <a:pt x="402" y="91"/>
                    <a:pt x="402" y="93"/>
                    <a:pt x="401" y="94"/>
                  </a:cubicBezTo>
                  <a:cubicBezTo>
                    <a:pt x="401" y="94"/>
                    <a:pt x="400" y="95"/>
                    <a:pt x="400" y="95"/>
                  </a:cubicBezTo>
                  <a:cubicBezTo>
                    <a:pt x="399" y="95"/>
                    <a:pt x="399" y="95"/>
                    <a:pt x="399" y="95"/>
                  </a:cubicBezTo>
                  <a:cubicBezTo>
                    <a:pt x="399" y="96"/>
                    <a:pt x="399" y="96"/>
                    <a:pt x="399" y="96"/>
                  </a:cubicBezTo>
                  <a:cubicBezTo>
                    <a:pt x="399" y="96"/>
                    <a:pt x="398" y="97"/>
                    <a:pt x="398" y="97"/>
                  </a:cubicBezTo>
                  <a:cubicBezTo>
                    <a:pt x="398" y="97"/>
                    <a:pt x="399" y="98"/>
                    <a:pt x="398" y="98"/>
                  </a:cubicBezTo>
                  <a:cubicBezTo>
                    <a:pt x="397" y="98"/>
                    <a:pt x="397" y="99"/>
                    <a:pt x="397" y="99"/>
                  </a:cubicBezTo>
                  <a:cubicBezTo>
                    <a:pt x="396" y="99"/>
                    <a:pt x="397" y="99"/>
                    <a:pt x="396" y="100"/>
                  </a:cubicBezTo>
                  <a:cubicBezTo>
                    <a:pt x="396" y="100"/>
                    <a:pt x="395" y="100"/>
                    <a:pt x="395" y="101"/>
                  </a:cubicBezTo>
                  <a:cubicBezTo>
                    <a:pt x="395" y="101"/>
                    <a:pt x="395" y="101"/>
                    <a:pt x="394" y="102"/>
                  </a:cubicBezTo>
                  <a:cubicBezTo>
                    <a:pt x="394" y="103"/>
                    <a:pt x="392" y="102"/>
                    <a:pt x="391" y="102"/>
                  </a:cubicBezTo>
                  <a:cubicBezTo>
                    <a:pt x="390" y="102"/>
                    <a:pt x="390" y="102"/>
                    <a:pt x="389" y="102"/>
                  </a:cubicBezTo>
                  <a:cubicBezTo>
                    <a:pt x="389" y="102"/>
                    <a:pt x="389" y="101"/>
                    <a:pt x="389" y="101"/>
                  </a:cubicBezTo>
                  <a:cubicBezTo>
                    <a:pt x="389" y="101"/>
                    <a:pt x="388" y="101"/>
                    <a:pt x="388" y="101"/>
                  </a:cubicBezTo>
                  <a:cubicBezTo>
                    <a:pt x="388" y="101"/>
                    <a:pt x="388" y="100"/>
                    <a:pt x="388" y="100"/>
                  </a:cubicBezTo>
                  <a:cubicBezTo>
                    <a:pt x="388" y="99"/>
                    <a:pt x="387" y="99"/>
                    <a:pt x="388" y="98"/>
                  </a:cubicBezTo>
                  <a:cubicBezTo>
                    <a:pt x="388" y="98"/>
                    <a:pt x="388" y="97"/>
                    <a:pt x="387" y="98"/>
                  </a:cubicBezTo>
                  <a:cubicBezTo>
                    <a:pt x="387" y="98"/>
                    <a:pt x="387" y="98"/>
                    <a:pt x="386" y="98"/>
                  </a:cubicBezTo>
                  <a:cubicBezTo>
                    <a:pt x="386" y="97"/>
                    <a:pt x="387" y="92"/>
                    <a:pt x="385" y="92"/>
                  </a:cubicBezTo>
                  <a:cubicBezTo>
                    <a:pt x="385" y="92"/>
                    <a:pt x="384" y="93"/>
                    <a:pt x="384" y="93"/>
                  </a:cubicBezTo>
                  <a:cubicBezTo>
                    <a:pt x="384" y="94"/>
                    <a:pt x="384" y="95"/>
                    <a:pt x="385" y="95"/>
                  </a:cubicBezTo>
                  <a:cubicBezTo>
                    <a:pt x="385" y="95"/>
                    <a:pt x="385" y="97"/>
                    <a:pt x="384" y="97"/>
                  </a:cubicBezTo>
                  <a:cubicBezTo>
                    <a:pt x="384" y="97"/>
                    <a:pt x="384" y="96"/>
                    <a:pt x="384" y="95"/>
                  </a:cubicBezTo>
                  <a:cubicBezTo>
                    <a:pt x="383" y="94"/>
                    <a:pt x="383" y="93"/>
                    <a:pt x="383" y="93"/>
                  </a:cubicBezTo>
                  <a:cubicBezTo>
                    <a:pt x="382" y="92"/>
                    <a:pt x="382" y="92"/>
                    <a:pt x="382" y="91"/>
                  </a:cubicBezTo>
                  <a:cubicBezTo>
                    <a:pt x="381" y="90"/>
                    <a:pt x="382" y="90"/>
                    <a:pt x="381" y="89"/>
                  </a:cubicBezTo>
                  <a:cubicBezTo>
                    <a:pt x="381" y="88"/>
                    <a:pt x="381" y="88"/>
                    <a:pt x="381" y="87"/>
                  </a:cubicBezTo>
                  <a:cubicBezTo>
                    <a:pt x="381" y="86"/>
                    <a:pt x="380" y="84"/>
                    <a:pt x="381" y="83"/>
                  </a:cubicBezTo>
                  <a:cubicBezTo>
                    <a:pt x="382" y="83"/>
                    <a:pt x="382" y="83"/>
                    <a:pt x="382" y="82"/>
                  </a:cubicBezTo>
                  <a:cubicBezTo>
                    <a:pt x="382" y="82"/>
                    <a:pt x="382" y="81"/>
                    <a:pt x="382" y="81"/>
                  </a:cubicBezTo>
                  <a:cubicBezTo>
                    <a:pt x="382" y="81"/>
                    <a:pt x="383" y="81"/>
                    <a:pt x="383" y="80"/>
                  </a:cubicBezTo>
                  <a:cubicBezTo>
                    <a:pt x="383" y="80"/>
                    <a:pt x="382" y="79"/>
                    <a:pt x="382" y="78"/>
                  </a:cubicBezTo>
                  <a:cubicBezTo>
                    <a:pt x="381" y="78"/>
                    <a:pt x="381" y="77"/>
                    <a:pt x="381" y="77"/>
                  </a:cubicBezTo>
                  <a:cubicBezTo>
                    <a:pt x="381" y="76"/>
                    <a:pt x="380" y="76"/>
                    <a:pt x="381" y="75"/>
                  </a:cubicBezTo>
                  <a:cubicBezTo>
                    <a:pt x="381" y="75"/>
                    <a:pt x="382" y="75"/>
                    <a:pt x="382" y="75"/>
                  </a:cubicBezTo>
                  <a:cubicBezTo>
                    <a:pt x="382" y="75"/>
                    <a:pt x="380" y="74"/>
                    <a:pt x="380" y="74"/>
                  </a:cubicBezTo>
                  <a:cubicBezTo>
                    <a:pt x="380" y="73"/>
                    <a:pt x="379" y="73"/>
                    <a:pt x="379" y="73"/>
                  </a:cubicBezTo>
                  <a:cubicBezTo>
                    <a:pt x="379" y="73"/>
                    <a:pt x="378" y="73"/>
                    <a:pt x="378" y="73"/>
                  </a:cubicBezTo>
                  <a:cubicBezTo>
                    <a:pt x="378" y="73"/>
                    <a:pt x="378" y="74"/>
                    <a:pt x="378" y="74"/>
                  </a:cubicBezTo>
                  <a:cubicBezTo>
                    <a:pt x="377" y="74"/>
                    <a:pt x="377" y="73"/>
                    <a:pt x="376" y="73"/>
                  </a:cubicBezTo>
                  <a:cubicBezTo>
                    <a:pt x="374" y="73"/>
                    <a:pt x="374" y="73"/>
                    <a:pt x="373" y="72"/>
                  </a:cubicBezTo>
                  <a:cubicBezTo>
                    <a:pt x="372" y="71"/>
                    <a:pt x="372" y="71"/>
                    <a:pt x="371" y="71"/>
                  </a:cubicBezTo>
                  <a:cubicBezTo>
                    <a:pt x="371" y="71"/>
                    <a:pt x="370" y="70"/>
                    <a:pt x="370" y="70"/>
                  </a:cubicBezTo>
                  <a:cubicBezTo>
                    <a:pt x="367" y="69"/>
                    <a:pt x="364" y="68"/>
                    <a:pt x="362" y="71"/>
                  </a:cubicBezTo>
                  <a:cubicBezTo>
                    <a:pt x="361" y="71"/>
                    <a:pt x="361" y="71"/>
                    <a:pt x="360" y="72"/>
                  </a:cubicBezTo>
                  <a:cubicBezTo>
                    <a:pt x="360" y="72"/>
                    <a:pt x="360" y="73"/>
                    <a:pt x="359" y="73"/>
                  </a:cubicBezTo>
                  <a:cubicBezTo>
                    <a:pt x="359" y="73"/>
                    <a:pt x="356" y="74"/>
                    <a:pt x="356" y="74"/>
                  </a:cubicBezTo>
                  <a:cubicBezTo>
                    <a:pt x="356" y="74"/>
                    <a:pt x="357" y="74"/>
                    <a:pt x="356" y="73"/>
                  </a:cubicBezTo>
                  <a:cubicBezTo>
                    <a:pt x="356" y="73"/>
                    <a:pt x="356" y="74"/>
                    <a:pt x="355" y="74"/>
                  </a:cubicBezTo>
                  <a:cubicBezTo>
                    <a:pt x="355" y="74"/>
                    <a:pt x="354" y="74"/>
                    <a:pt x="353" y="74"/>
                  </a:cubicBezTo>
                  <a:cubicBezTo>
                    <a:pt x="353" y="74"/>
                    <a:pt x="354" y="76"/>
                    <a:pt x="354" y="76"/>
                  </a:cubicBezTo>
                  <a:cubicBezTo>
                    <a:pt x="353" y="77"/>
                    <a:pt x="353" y="78"/>
                    <a:pt x="353" y="79"/>
                  </a:cubicBezTo>
                  <a:cubicBezTo>
                    <a:pt x="352" y="79"/>
                    <a:pt x="352" y="79"/>
                    <a:pt x="351" y="80"/>
                  </a:cubicBezTo>
                  <a:cubicBezTo>
                    <a:pt x="351" y="80"/>
                    <a:pt x="350" y="81"/>
                    <a:pt x="351" y="81"/>
                  </a:cubicBezTo>
                  <a:cubicBezTo>
                    <a:pt x="351" y="81"/>
                    <a:pt x="352" y="81"/>
                    <a:pt x="352" y="81"/>
                  </a:cubicBezTo>
                  <a:cubicBezTo>
                    <a:pt x="353" y="82"/>
                    <a:pt x="353" y="82"/>
                    <a:pt x="354" y="82"/>
                  </a:cubicBezTo>
                  <a:cubicBezTo>
                    <a:pt x="355" y="81"/>
                    <a:pt x="354" y="81"/>
                    <a:pt x="354" y="81"/>
                  </a:cubicBezTo>
                  <a:cubicBezTo>
                    <a:pt x="354" y="81"/>
                    <a:pt x="355" y="81"/>
                    <a:pt x="355" y="81"/>
                  </a:cubicBezTo>
                  <a:cubicBezTo>
                    <a:pt x="355" y="81"/>
                    <a:pt x="355" y="82"/>
                    <a:pt x="355" y="82"/>
                  </a:cubicBezTo>
                  <a:cubicBezTo>
                    <a:pt x="355" y="82"/>
                    <a:pt x="355" y="82"/>
                    <a:pt x="356" y="81"/>
                  </a:cubicBezTo>
                  <a:cubicBezTo>
                    <a:pt x="356" y="81"/>
                    <a:pt x="356" y="82"/>
                    <a:pt x="356" y="82"/>
                  </a:cubicBezTo>
                  <a:cubicBezTo>
                    <a:pt x="357" y="82"/>
                    <a:pt x="357" y="82"/>
                    <a:pt x="358" y="82"/>
                  </a:cubicBezTo>
                  <a:cubicBezTo>
                    <a:pt x="358" y="83"/>
                    <a:pt x="359" y="83"/>
                    <a:pt x="359" y="82"/>
                  </a:cubicBezTo>
                  <a:cubicBezTo>
                    <a:pt x="359" y="82"/>
                    <a:pt x="358" y="83"/>
                    <a:pt x="359" y="83"/>
                  </a:cubicBezTo>
                  <a:cubicBezTo>
                    <a:pt x="359" y="83"/>
                    <a:pt x="359" y="82"/>
                    <a:pt x="359" y="82"/>
                  </a:cubicBezTo>
                  <a:cubicBezTo>
                    <a:pt x="359" y="82"/>
                    <a:pt x="360" y="82"/>
                    <a:pt x="360" y="82"/>
                  </a:cubicBezTo>
                  <a:cubicBezTo>
                    <a:pt x="360" y="82"/>
                    <a:pt x="360" y="82"/>
                    <a:pt x="360" y="82"/>
                  </a:cubicBezTo>
                  <a:cubicBezTo>
                    <a:pt x="360" y="83"/>
                    <a:pt x="359" y="83"/>
                    <a:pt x="360" y="84"/>
                  </a:cubicBezTo>
                  <a:cubicBezTo>
                    <a:pt x="360" y="84"/>
                    <a:pt x="361" y="83"/>
                    <a:pt x="361" y="84"/>
                  </a:cubicBezTo>
                  <a:cubicBezTo>
                    <a:pt x="361" y="84"/>
                    <a:pt x="360" y="85"/>
                    <a:pt x="360" y="85"/>
                  </a:cubicBezTo>
                  <a:cubicBezTo>
                    <a:pt x="360" y="85"/>
                    <a:pt x="360" y="86"/>
                    <a:pt x="360" y="86"/>
                  </a:cubicBezTo>
                  <a:cubicBezTo>
                    <a:pt x="360" y="87"/>
                    <a:pt x="360" y="87"/>
                    <a:pt x="361" y="87"/>
                  </a:cubicBezTo>
                  <a:cubicBezTo>
                    <a:pt x="361" y="88"/>
                    <a:pt x="361" y="87"/>
                    <a:pt x="362" y="87"/>
                  </a:cubicBezTo>
                  <a:cubicBezTo>
                    <a:pt x="361" y="88"/>
                    <a:pt x="361" y="88"/>
                    <a:pt x="362" y="89"/>
                  </a:cubicBezTo>
                  <a:cubicBezTo>
                    <a:pt x="362" y="89"/>
                    <a:pt x="363" y="89"/>
                    <a:pt x="363" y="90"/>
                  </a:cubicBezTo>
                  <a:cubicBezTo>
                    <a:pt x="364" y="91"/>
                    <a:pt x="365" y="90"/>
                    <a:pt x="365" y="89"/>
                  </a:cubicBezTo>
                  <a:cubicBezTo>
                    <a:pt x="366" y="89"/>
                    <a:pt x="366" y="90"/>
                    <a:pt x="367" y="90"/>
                  </a:cubicBezTo>
                  <a:cubicBezTo>
                    <a:pt x="367" y="91"/>
                    <a:pt x="368" y="90"/>
                    <a:pt x="368" y="90"/>
                  </a:cubicBezTo>
                  <a:cubicBezTo>
                    <a:pt x="368" y="90"/>
                    <a:pt x="369" y="90"/>
                    <a:pt x="369" y="90"/>
                  </a:cubicBezTo>
                  <a:cubicBezTo>
                    <a:pt x="370" y="91"/>
                    <a:pt x="371" y="90"/>
                    <a:pt x="371" y="90"/>
                  </a:cubicBezTo>
                  <a:cubicBezTo>
                    <a:pt x="372" y="90"/>
                    <a:pt x="372" y="90"/>
                    <a:pt x="373" y="90"/>
                  </a:cubicBezTo>
                  <a:cubicBezTo>
                    <a:pt x="373" y="89"/>
                    <a:pt x="373" y="90"/>
                    <a:pt x="374" y="90"/>
                  </a:cubicBezTo>
                  <a:cubicBezTo>
                    <a:pt x="374" y="90"/>
                    <a:pt x="375" y="90"/>
                    <a:pt x="375" y="90"/>
                  </a:cubicBezTo>
                  <a:cubicBezTo>
                    <a:pt x="375" y="90"/>
                    <a:pt x="376" y="90"/>
                    <a:pt x="376" y="89"/>
                  </a:cubicBezTo>
                  <a:cubicBezTo>
                    <a:pt x="376" y="90"/>
                    <a:pt x="378" y="89"/>
                    <a:pt x="378" y="89"/>
                  </a:cubicBezTo>
                  <a:cubicBezTo>
                    <a:pt x="378" y="89"/>
                    <a:pt x="379" y="88"/>
                    <a:pt x="379" y="89"/>
                  </a:cubicBezTo>
                  <a:cubicBezTo>
                    <a:pt x="379" y="89"/>
                    <a:pt x="378" y="90"/>
                    <a:pt x="379" y="89"/>
                  </a:cubicBezTo>
                  <a:cubicBezTo>
                    <a:pt x="379" y="89"/>
                    <a:pt x="378" y="90"/>
                    <a:pt x="378" y="90"/>
                  </a:cubicBezTo>
                  <a:cubicBezTo>
                    <a:pt x="378" y="91"/>
                    <a:pt x="379" y="90"/>
                    <a:pt x="379" y="90"/>
                  </a:cubicBezTo>
                  <a:cubicBezTo>
                    <a:pt x="379" y="90"/>
                    <a:pt x="379" y="90"/>
                    <a:pt x="379" y="90"/>
                  </a:cubicBezTo>
                  <a:cubicBezTo>
                    <a:pt x="380" y="90"/>
                    <a:pt x="379" y="91"/>
                    <a:pt x="379" y="91"/>
                  </a:cubicBezTo>
                  <a:cubicBezTo>
                    <a:pt x="379" y="91"/>
                    <a:pt x="379" y="91"/>
                    <a:pt x="379" y="91"/>
                  </a:cubicBezTo>
                  <a:cubicBezTo>
                    <a:pt x="379" y="91"/>
                    <a:pt x="379" y="91"/>
                    <a:pt x="379" y="91"/>
                  </a:cubicBezTo>
                  <a:cubicBezTo>
                    <a:pt x="379" y="91"/>
                    <a:pt x="380" y="92"/>
                    <a:pt x="380" y="92"/>
                  </a:cubicBezTo>
                  <a:cubicBezTo>
                    <a:pt x="380" y="92"/>
                    <a:pt x="379" y="92"/>
                    <a:pt x="379" y="92"/>
                  </a:cubicBezTo>
                  <a:cubicBezTo>
                    <a:pt x="378" y="92"/>
                    <a:pt x="379" y="92"/>
                    <a:pt x="379" y="92"/>
                  </a:cubicBezTo>
                  <a:cubicBezTo>
                    <a:pt x="378" y="92"/>
                    <a:pt x="378" y="92"/>
                    <a:pt x="378" y="92"/>
                  </a:cubicBezTo>
                  <a:cubicBezTo>
                    <a:pt x="377" y="92"/>
                    <a:pt x="378" y="93"/>
                    <a:pt x="378" y="93"/>
                  </a:cubicBezTo>
                  <a:cubicBezTo>
                    <a:pt x="378" y="93"/>
                    <a:pt x="378" y="94"/>
                    <a:pt x="378" y="94"/>
                  </a:cubicBezTo>
                  <a:cubicBezTo>
                    <a:pt x="378" y="94"/>
                    <a:pt x="377" y="93"/>
                    <a:pt x="377" y="93"/>
                  </a:cubicBezTo>
                  <a:cubicBezTo>
                    <a:pt x="376" y="93"/>
                    <a:pt x="377" y="95"/>
                    <a:pt x="377" y="95"/>
                  </a:cubicBezTo>
                  <a:cubicBezTo>
                    <a:pt x="376" y="95"/>
                    <a:pt x="377" y="93"/>
                    <a:pt x="376" y="93"/>
                  </a:cubicBezTo>
                  <a:cubicBezTo>
                    <a:pt x="376" y="93"/>
                    <a:pt x="375" y="94"/>
                    <a:pt x="375" y="94"/>
                  </a:cubicBezTo>
                  <a:cubicBezTo>
                    <a:pt x="375" y="94"/>
                    <a:pt x="375" y="93"/>
                    <a:pt x="375" y="93"/>
                  </a:cubicBezTo>
                  <a:cubicBezTo>
                    <a:pt x="375" y="93"/>
                    <a:pt x="375" y="94"/>
                    <a:pt x="374" y="94"/>
                  </a:cubicBezTo>
                  <a:cubicBezTo>
                    <a:pt x="374" y="94"/>
                    <a:pt x="375" y="93"/>
                    <a:pt x="374" y="93"/>
                  </a:cubicBezTo>
                  <a:cubicBezTo>
                    <a:pt x="374" y="93"/>
                    <a:pt x="374" y="95"/>
                    <a:pt x="374" y="95"/>
                  </a:cubicBezTo>
                  <a:cubicBezTo>
                    <a:pt x="374" y="94"/>
                    <a:pt x="374" y="92"/>
                    <a:pt x="373" y="93"/>
                  </a:cubicBezTo>
                  <a:cubicBezTo>
                    <a:pt x="373" y="92"/>
                    <a:pt x="372" y="92"/>
                    <a:pt x="371" y="92"/>
                  </a:cubicBezTo>
                  <a:cubicBezTo>
                    <a:pt x="370" y="93"/>
                    <a:pt x="370" y="94"/>
                    <a:pt x="369" y="95"/>
                  </a:cubicBezTo>
                  <a:cubicBezTo>
                    <a:pt x="368" y="95"/>
                    <a:pt x="367" y="97"/>
                    <a:pt x="367" y="96"/>
                  </a:cubicBezTo>
                  <a:cubicBezTo>
                    <a:pt x="366" y="95"/>
                    <a:pt x="366" y="95"/>
                    <a:pt x="365" y="95"/>
                  </a:cubicBezTo>
                  <a:cubicBezTo>
                    <a:pt x="365" y="95"/>
                    <a:pt x="365" y="96"/>
                    <a:pt x="364" y="95"/>
                  </a:cubicBezTo>
                  <a:cubicBezTo>
                    <a:pt x="364" y="95"/>
                    <a:pt x="364" y="95"/>
                    <a:pt x="364" y="95"/>
                  </a:cubicBezTo>
                  <a:cubicBezTo>
                    <a:pt x="364" y="95"/>
                    <a:pt x="364" y="95"/>
                    <a:pt x="363" y="95"/>
                  </a:cubicBezTo>
                  <a:cubicBezTo>
                    <a:pt x="363" y="95"/>
                    <a:pt x="362" y="95"/>
                    <a:pt x="361" y="95"/>
                  </a:cubicBezTo>
                  <a:cubicBezTo>
                    <a:pt x="361" y="95"/>
                    <a:pt x="362" y="95"/>
                    <a:pt x="362" y="95"/>
                  </a:cubicBezTo>
                  <a:cubicBezTo>
                    <a:pt x="362" y="95"/>
                    <a:pt x="361" y="96"/>
                    <a:pt x="360" y="96"/>
                  </a:cubicBezTo>
                  <a:cubicBezTo>
                    <a:pt x="359" y="96"/>
                    <a:pt x="362" y="96"/>
                    <a:pt x="360" y="97"/>
                  </a:cubicBezTo>
                  <a:cubicBezTo>
                    <a:pt x="361" y="97"/>
                    <a:pt x="360" y="97"/>
                    <a:pt x="360" y="97"/>
                  </a:cubicBezTo>
                  <a:cubicBezTo>
                    <a:pt x="360" y="97"/>
                    <a:pt x="361" y="98"/>
                    <a:pt x="361" y="98"/>
                  </a:cubicBezTo>
                  <a:cubicBezTo>
                    <a:pt x="361" y="98"/>
                    <a:pt x="362" y="98"/>
                    <a:pt x="362" y="97"/>
                  </a:cubicBezTo>
                  <a:cubicBezTo>
                    <a:pt x="362" y="98"/>
                    <a:pt x="363" y="97"/>
                    <a:pt x="363" y="98"/>
                  </a:cubicBezTo>
                  <a:cubicBezTo>
                    <a:pt x="364" y="98"/>
                    <a:pt x="364" y="98"/>
                    <a:pt x="364" y="99"/>
                  </a:cubicBezTo>
                  <a:cubicBezTo>
                    <a:pt x="365" y="99"/>
                    <a:pt x="366" y="100"/>
                    <a:pt x="366" y="101"/>
                  </a:cubicBezTo>
                  <a:cubicBezTo>
                    <a:pt x="366" y="101"/>
                    <a:pt x="367" y="103"/>
                    <a:pt x="367" y="102"/>
                  </a:cubicBezTo>
                  <a:cubicBezTo>
                    <a:pt x="367" y="102"/>
                    <a:pt x="367" y="101"/>
                    <a:pt x="367" y="101"/>
                  </a:cubicBezTo>
                  <a:cubicBezTo>
                    <a:pt x="368" y="101"/>
                    <a:pt x="368" y="102"/>
                    <a:pt x="368" y="102"/>
                  </a:cubicBezTo>
                  <a:cubicBezTo>
                    <a:pt x="368" y="102"/>
                    <a:pt x="368" y="103"/>
                    <a:pt x="368" y="103"/>
                  </a:cubicBezTo>
                  <a:cubicBezTo>
                    <a:pt x="368" y="104"/>
                    <a:pt x="368" y="103"/>
                    <a:pt x="369" y="104"/>
                  </a:cubicBezTo>
                  <a:cubicBezTo>
                    <a:pt x="369" y="104"/>
                    <a:pt x="369" y="105"/>
                    <a:pt x="368" y="105"/>
                  </a:cubicBezTo>
                  <a:cubicBezTo>
                    <a:pt x="368" y="106"/>
                    <a:pt x="367" y="105"/>
                    <a:pt x="367" y="106"/>
                  </a:cubicBezTo>
                  <a:cubicBezTo>
                    <a:pt x="367" y="107"/>
                    <a:pt x="368" y="108"/>
                    <a:pt x="368" y="108"/>
                  </a:cubicBezTo>
                  <a:cubicBezTo>
                    <a:pt x="368" y="109"/>
                    <a:pt x="367" y="108"/>
                    <a:pt x="367" y="109"/>
                  </a:cubicBezTo>
                  <a:cubicBezTo>
                    <a:pt x="368" y="109"/>
                    <a:pt x="368" y="109"/>
                    <a:pt x="368" y="109"/>
                  </a:cubicBezTo>
                  <a:cubicBezTo>
                    <a:pt x="368" y="110"/>
                    <a:pt x="368" y="110"/>
                    <a:pt x="369" y="110"/>
                  </a:cubicBezTo>
                  <a:cubicBezTo>
                    <a:pt x="369" y="111"/>
                    <a:pt x="369" y="110"/>
                    <a:pt x="370" y="110"/>
                  </a:cubicBezTo>
                  <a:cubicBezTo>
                    <a:pt x="370" y="110"/>
                    <a:pt x="370" y="110"/>
                    <a:pt x="371" y="110"/>
                  </a:cubicBezTo>
                  <a:cubicBezTo>
                    <a:pt x="372" y="110"/>
                    <a:pt x="372" y="110"/>
                    <a:pt x="373" y="109"/>
                  </a:cubicBezTo>
                  <a:cubicBezTo>
                    <a:pt x="373" y="109"/>
                    <a:pt x="374" y="108"/>
                    <a:pt x="374" y="108"/>
                  </a:cubicBezTo>
                  <a:cubicBezTo>
                    <a:pt x="374" y="107"/>
                    <a:pt x="374" y="107"/>
                    <a:pt x="373" y="107"/>
                  </a:cubicBezTo>
                  <a:cubicBezTo>
                    <a:pt x="373" y="107"/>
                    <a:pt x="374" y="106"/>
                    <a:pt x="374" y="106"/>
                  </a:cubicBezTo>
                  <a:cubicBezTo>
                    <a:pt x="374" y="105"/>
                    <a:pt x="375" y="105"/>
                    <a:pt x="375" y="104"/>
                  </a:cubicBezTo>
                  <a:cubicBezTo>
                    <a:pt x="376" y="104"/>
                    <a:pt x="375" y="103"/>
                    <a:pt x="374" y="103"/>
                  </a:cubicBezTo>
                  <a:cubicBezTo>
                    <a:pt x="375" y="103"/>
                    <a:pt x="375" y="103"/>
                    <a:pt x="375" y="102"/>
                  </a:cubicBezTo>
                  <a:cubicBezTo>
                    <a:pt x="375" y="103"/>
                    <a:pt x="375" y="103"/>
                    <a:pt x="375" y="103"/>
                  </a:cubicBezTo>
                  <a:cubicBezTo>
                    <a:pt x="376" y="103"/>
                    <a:pt x="376" y="102"/>
                    <a:pt x="376" y="102"/>
                  </a:cubicBezTo>
                  <a:cubicBezTo>
                    <a:pt x="376" y="101"/>
                    <a:pt x="376" y="99"/>
                    <a:pt x="377" y="99"/>
                  </a:cubicBezTo>
                  <a:cubicBezTo>
                    <a:pt x="378" y="98"/>
                    <a:pt x="378" y="98"/>
                    <a:pt x="378" y="98"/>
                  </a:cubicBezTo>
                  <a:cubicBezTo>
                    <a:pt x="378" y="97"/>
                    <a:pt x="378" y="97"/>
                    <a:pt x="378" y="98"/>
                  </a:cubicBezTo>
                  <a:cubicBezTo>
                    <a:pt x="378" y="98"/>
                    <a:pt x="378" y="98"/>
                    <a:pt x="378" y="99"/>
                  </a:cubicBezTo>
                  <a:cubicBezTo>
                    <a:pt x="378" y="99"/>
                    <a:pt x="379" y="99"/>
                    <a:pt x="379" y="100"/>
                  </a:cubicBezTo>
                  <a:cubicBezTo>
                    <a:pt x="378" y="99"/>
                    <a:pt x="377" y="100"/>
                    <a:pt x="377" y="100"/>
                  </a:cubicBezTo>
                  <a:cubicBezTo>
                    <a:pt x="377" y="100"/>
                    <a:pt x="376" y="101"/>
                    <a:pt x="376" y="101"/>
                  </a:cubicBezTo>
                  <a:cubicBezTo>
                    <a:pt x="376" y="101"/>
                    <a:pt x="376" y="102"/>
                    <a:pt x="376" y="102"/>
                  </a:cubicBezTo>
                  <a:cubicBezTo>
                    <a:pt x="377" y="103"/>
                    <a:pt x="376" y="103"/>
                    <a:pt x="376" y="104"/>
                  </a:cubicBezTo>
                  <a:cubicBezTo>
                    <a:pt x="376" y="104"/>
                    <a:pt x="376" y="105"/>
                    <a:pt x="376" y="105"/>
                  </a:cubicBezTo>
                  <a:cubicBezTo>
                    <a:pt x="376" y="106"/>
                    <a:pt x="377" y="105"/>
                    <a:pt x="377" y="105"/>
                  </a:cubicBezTo>
                  <a:cubicBezTo>
                    <a:pt x="377" y="106"/>
                    <a:pt x="377" y="106"/>
                    <a:pt x="377" y="106"/>
                  </a:cubicBezTo>
                  <a:cubicBezTo>
                    <a:pt x="378" y="106"/>
                    <a:pt x="377" y="105"/>
                    <a:pt x="378" y="105"/>
                  </a:cubicBezTo>
                  <a:cubicBezTo>
                    <a:pt x="378" y="105"/>
                    <a:pt x="378" y="107"/>
                    <a:pt x="379" y="107"/>
                  </a:cubicBezTo>
                  <a:cubicBezTo>
                    <a:pt x="379" y="108"/>
                    <a:pt x="379" y="107"/>
                    <a:pt x="380" y="107"/>
                  </a:cubicBezTo>
                  <a:cubicBezTo>
                    <a:pt x="380" y="107"/>
                    <a:pt x="380" y="107"/>
                    <a:pt x="380" y="107"/>
                  </a:cubicBezTo>
                  <a:cubicBezTo>
                    <a:pt x="380" y="106"/>
                    <a:pt x="381" y="107"/>
                    <a:pt x="381" y="107"/>
                  </a:cubicBezTo>
                  <a:cubicBezTo>
                    <a:pt x="381" y="108"/>
                    <a:pt x="381" y="108"/>
                    <a:pt x="381" y="108"/>
                  </a:cubicBezTo>
                  <a:cubicBezTo>
                    <a:pt x="381" y="108"/>
                    <a:pt x="382" y="109"/>
                    <a:pt x="382" y="109"/>
                  </a:cubicBezTo>
                  <a:cubicBezTo>
                    <a:pt x="382" y="110"/>
                    <a:pt x="383" y="109"/>
                    <a:pt x="382" y="109"/>
                  </a:cubicBezTo>
                  <a:cubicBezTo>
                    <a:pt x="383" y="109"/>
                    <a:pt x="383" y="108"/>
                    <a:pt x="382" y="108"/>
                  </a:cubicBezTo>
                  <a:cubicBezTo>
                    <a:pt x="383" y="108"/>
                    <a:pt x="383" y="109"/>
                    <a:pt x="384" y="109"/>
                  </a:cubicBezTo>
                  <a:cubicBezTo>
                    <a:pt x="384" y="110"/>
                    <a:pt x="385" y="110"/>
                    <a:pt x="385" y="109"/>
                  </a:cubicBezTo>
                  <a:cubicBezTo>
                    <a:pt x="385" y="108"/>
                    <a:pt x="386" y="108"/>
                    <a:pt x="387" y="108"/>
                  </a:cubicBezTo>
                  <a:cubicBezTo>
                    <a:pt x="387" y="108"/>
                    <a:pt x="388" y="109"/>
                    <a:pt x="388" y="109"/>
                  </a:cubicBezTo>
                  <a:cubicBezTo>
                    <a:pt x="388" y="110"/>
                    <a:pt x="386" y="108"/>
                    <a:pt x="386" y="109"/>
                  </a:cubicBezTo>
                  <a:cubicBezTo>
                    <a:pt x="386" y="110"/>
                    <a:pt x="386" y="110"/>
                    <a:pt x="385" y="110"/>
                  </a:cubicBezTo>
                  <a:cubicBezTo>
                    <a:pt x="385" y="111"/>
                    <a:pt x="386" y="111"/>
                    <a:pt x="386" y="111"/>
                  </a:cubicBezTo>
                  <a:cubicBezTo>
                    <a:pt x="386" y="112"/>
                    <a:pt x="387" y="112"/>
                    <a:pt x="388" y="112"/>
                  </a:cubicBezTo>
                  <a:cubicBezTo>
                    <a:pt x="388" y="112"/>
                    <a:pt x="389" y="113"/>
                    <a:pt x="389" y="113"/>
                  </a:cubicBezTo>
                  <a:cubicBezTo>
                    <a:pt x="390" y="114"/>
                    <a:pt x="390" y="114"/>
                    <a:pt x="391" y="114"/>
                  </a:cubicBezTo>
                  <a:cubicBezTo>
                    <a:pt x="392" y="114"/>
                    <a:pt x="393" y="114"/>
                    <a:pt x="394" y="114"/>
                  </a:cubicBezTo>
                  <a:cubicBezTo>
                    <a:pt x="394" y="114"/>
                    <a:pt x="395" y="114"/>
                    <a:pt x="395" y="115"/>
                  </a:cubicBezTo>
                  <a:cubicBezTo>
                    <a:pt x="396" y="115"/>
                    <a:pt x="396" y="115"/>
                    <a:pt x="397" y="115"/>
                  </a:cubicBezTo>
                  <a:cubicBezTo>
                    <a:pt x="398" y="115"/>
                    <a:pt x="398" y="115"/>
                    <a:pt x="398" y="116"/>
                  </a:cubicBezTo>
                  <a:cubicBezTo>
                    <a:pt x="399" y="116"/>
                    <a:pt x="400" y="116"/>
                    <a:pt x="400" y="117"/>
                  </a:cubicBezTo>
                  <a:cubicBezTo>
                    <a:pt x="401" y="117"/>
                    <a:pt x="401" y="116"/>
                    <a:pt x="402" y="117"/>
                  </a:cubicBezTo>
                  <a:cubicBezTo>
                    <a:pt x="402" y="117"/>
                    <a:pt x="403" y="118"/>
                    <a:pt x="404" y="118"/>
                  </a:cubicBezTo>
                  <a:cubicBezTo>
                    <a:pt x="404" y="118"/>
                    <a:pt x="404" y="118"/>
                    <a:pt x="405" y="118"/>
                  </a:cubicBezTo>
                  <a:cubicBezTo>
                    <a:pt x="405" y="119"/>
                    <a:pt x="405" y="119"/>
                    <a:pt x="405" y="119"/>
                  </a:cubicBezTo>
                  <a:cubicBezTo>
                    <a:pt x="405" y="119"/>
                    <a:pt x="406" y="119"/>
                    <a:pt x="406" y="119"/>
                  </a:cubicBezTo>
                  <a:cubicBezTo>
                    <a:pt x="406" y="119"/>
                    <a:pt x="406" y="119"/>
                    <a:pt x="406" y="119"/>
                  </a:cubicBezTo>
                  <a:cubicBezTo>
                    <a:pt x="406" y="119"/>
                    <a:pt x="407" y="119"/>
                    <a:pt x="407" y="119"/>
                  </a:cubicBezTo>
                  <a:cubicBezTo>
                    <a:pt x="407" y="119"/>
                    <a:pt x="407" y="119"/>
                    <a:pt x="407" y="120"/>
                  </a:cubicBezTo>
                  <a:cubicBezTo>
                    <a:pt x="408" y="120"/>
                    <a:pt x="408" y="119"/>
                    <a:pt x="409" y="119"/>
                  </a:cubicBezTo>
                  <a:cubicBezTo>
                    <a:pt x="409" y="119"/>
                    <a:pt x="408" y="120"/>
                    <a:pt x="408" y="120"/>
                  </a:cubicBezTo>
                  <a:cubicBezTo>
                    <a:pt x="409" y="120"/>
                    <a:pt x="409" y="120"/>
                    <a:pt x="409" y="120"/>
                  </a:cubicBezTo>
                  <a:cubicBezTo>
                    <a:pt x="409" y="121"/>
                    <a:pt x="410" y="120"/>
                    <a:pt x="410" y="120"/>
                  </a:cubicBezTo>
                  <a:cubicBezTo>
                    <a:pt x="410" y="120"/>
                    <a:pt x="410" y="120"/>
                    <a:pt x="410" y="120"/>
                  </a:cubicBezTo>
                  <a:cubicBezTo>
                    <a:pt x="410" y="121"/>
                    <a:pt x="411" y="120"/>
                    <a:pt x="411" y="120"/>
                  </a:cubicBezTo>
                  <a:cubicBezTo>
                    <a:pt x="411" y="121"/>
                    <a:pt x="411" y="120"/>
                    <a:pt x="411" y="121"/>
                  </a:cubicBezTo>
                  <a:cubicBezTo>
                    <a:pt x="411" y="121"/>
                    <a:pt x="411" y="121"/>
                    <a:pt x="412" y="121"/>
                  </a:cubicBezTo>
                  <a:cubicBezTo>
                    <a:pt x="412" y="122"/>
                    <a:pt x="413" y="122"/>
                    <a:pt x="413" y="121"/>
                  </a:cubicBezTo>
                  <a:cubicBezTo>
                    <a:pt x="413" y="122"/>
                    <a:pt x="413" y="122"/>
                    <a:pt x="413" y="122"/>
                  </a:cubicBezTo>
                  <a:cubicBezTo>
                    <a:pt x="414" y="123"/>
                    <a:pt x="414" y="123"/>
                    <a:pt x="414" y="123"/>
                  </a:cubicBezTo>
                  <a:cubicBezTo>
                    <a:pt x="415" y="122"/>
                    <a:pt x="414" y="124"/>
                    <a:pt x="415" y="123"/>
                  </a:cubicBezTo>
                  <a:cubicBezTo>
                    <a:pt x="415" y="124"/>
                    <a:pt x="415" y="125"/>
                    <a:pt x="416" y="124"/>
                  </a:cubicBezTo>
                  <a:cubicBezTo>
                    <a:pt x="416" y="124"/>
                    <a:pt x="417" y="125"/>
                    <a:pt x="417" y="125"/>
                  </a:cubicBezTo>
                  <a:cubicBezTo>
                    <a:pt x="417" y="125"/>
                    <a:pt x="418" y="126"/>
                    <a:pt x="417" y="125"/>
                  </a:cubicBezTo>
                  <a:cubicBezTo>
                    <a:pt x="418" y="125"/>
                    <a:pt x="418" y="125"/>
                    <a:pt x="418" y="125"/>
                  </a:cubicBezTo>
                  <a:cubicBezTo>
                    <a:pt x="418" y="125"/>
                    <a:pt x="417" y="125"/>
                    <a:pt x="418" y="126"/>
                  </a:cubicBezTo>
                  <a:cubicBezTo>
                    <a:pt x="418" y="126"/>
                    <a:pt x="418" y="126"/>
                    <a:pt x="418" y="126"/>
                  </a:cubicBezTo>
                  <a:cubicBezTo>
                    <a:pt x="417" y="127"/>
                    <a:pt x="417" y="128"/>
                    <a:pt x="418" y="128"/>
                  </a:cubicBezTo>
                  <a:cubicBezTo>
                    <a:pt x="418" y="129"/>
                    <a:pt x="419" y="127"/>
                    <a:pt x="420" y="128"/>
                  </a:cubicBezTo>
                  <a:cubicBezTo>
                    <a:pt x="420" y="128"/>
                    <a:pt x="419" y="128"/>
                    <a:pt x="419" y="129"/>
                  </a:cubicBezTo>
                  <a:cubicBezTo>
                    <a:pt x="419" y="130"/>
                    <a:pt x="421" y="130"/>
                    <a:pt x="421" y="129"/>
                  </a:cubicBezTo>
                  <a:cubicBezTo>
                    <a:pt x="421" y="130"/>
                    <a:pt x="419" y="130"/>
                    <a:pt x="419" y="130"/>
                  </a:cubicBezTo>
                  <a:cubicBezTo>
                    <a:pt x="420" y="132"/>
                    <a:pt x="420" y="132"/>
                    <a:pt x="420" y="134"/>
                  </a:cubicBezTo>
                  <a:cubicBezTo>
                    <a:pt x="421" y="136"/>
                    <a:pt x="422" y="137"/>
                    <a:pt x="424" y="139"/>
                  </a:cubicBezTo>
                  <a:cubicBezTo>
                    <a:pt x="424" y="139"/>
                    <a:pt x="423" y="138"/>
                    <a:pt x="423" y="138"/>
                  </a:cubicBezTo>
                  <a:cubicBezTo>
                    <a:pt x="422" y="139"/>
                    <a:pt x="423" y="139"/>
                    <a:pt x="424" y="140"/>
                  </a:cubicBezTo>
                  <a:cubicBezTo>
                    <a:pt x="424" y="140"/>
                    <a:pt x="425" y="140"/>
                    <a:pt x="426" y="141"/>
                  </a:cubicBezTo>
                  <a:cubicBezTo>
                    <a:pt x="426" y="141"/>
                    <a:pt x="427" y="142"/>
                    <a:pt x="427" y="142"/>
                  </a:cubicBezTo>
                  <a:cubicBezTo>
                    <a:pt x="427" y="142"/>
                    <a:pt x="426" y="141"/>
                    <a:pt x="426" y="141"/>
                  </a:cubicBezTo>
                  <a:cubicBezTo>
                    <a:pt x="425" y="140"/>
                    <a:pt x="425" y="141"/>
                    <a:pt x="424" y="141"/>
                  </a:cubicBezTo>
                  <a:cubicBezTo>
                    <a:pt x="424" y="141"/>
                    <a:pt x="423" y="141"/>
                    <a:pt x="423" y="141"/>
                  </a:cubicBezTo>
                  <a:cubicBezTo>
                    <a:pt x="423" y="141"/>
                    <a:pt x="422" y="141"/>
                    <a:pt x="422" y="141"/>
                  </a:cubicBezTo>
                  <a:cubicBezTo>
                    <a:pt x="421" y="141"/>
                    <a:pt x="422" y="142"/>
                    <a:pt x="422" y="142"/>
                  </a:cubicBezTo>
                  <a:cubicBezTo>
                    <a:pt x="422" y="142"/>
                    <a:pt x="423" y="143"/>
                    <a:pt x="423" y="143"/>
                  </a:cubicBezTo>
                  <a:cubicBezTo>
                    <a:pt x="424" y="144"/>
                    <a:pt x="424" y="144"/>
                    <a:pt x="425" y="144"/>
                  </a:cubicBezTo>
                  <a:cubicBezTo>
                    <a:pt x="426" y="144"/>
                    <a:pt x="426" y="144"/>
                    <a:pt x="427" y="144"/>
                  </a:cubicBezTo>
                  <a:cubicBezTo>
                    <a:pt x="427" y="144"/>
                    <a:pt x="427" y="144"/>
                    <a:pt x="428" y="144"/>
                  </a:cubicBezTo>
                  <a:cubicBezTo>
                    <a:pt x="427" y="144"/>
                    <a:pt x="427" y="145"/>
                    <a:pt x="426" y="145"/>
                  </a:cubicBezTo>
                  <a:cubicBezTo>
                    <a:pt x="426" y="145"/>
                    <a:pt x="425" y="144"/>
                    <a:pt x="425" y="144"/>
                  </a:cubicBezTo>
                  <a:cubicBezTo>
                    <a:pt x="424" y="144"/>
                    <a:pt x="421" y="144"/>
                    <a:pt x="423" y="145"/>
                  </a:cubicBezTo>
                  <a:cubicBezTo>
                    <a:pt x="423" y="145"/>
                    <a:pt x="424" y="146"/>
                    <a:pt x="424" y="146"/>
                  </a:cubicBezTo>
                  <a:cubicBezTo>
                    <a:pt x="425" y="147"/>
                    <a:pt x="424" y="147"/>
                    <a:pt x="425" y="148"/>
                  </a:cubicBezTo>
                  <a:cubicBezTo>
                    <a:pt x="425" y="148"/>
                    <a:pt x="426" y="148"/>
                    <a:pt x="426" y="148"/>
                  </a:cubicBezTo>
                  <a:cubicBezTo>
                    <a:pt x="426" y="149"/>
                    <a:pt x="425" y="150"/>
                    <a:pt x="425" y="150"/>
                  </a:cubicBezTo>
                  <a:cubicBezTo>
                    <a:pt x="425" y="151"/>
                    <a:pt x="425" y="151"/>
                    <a:pt x="425" y="152"/>
                  </a:cubicBezTo>
                  <a:cubicBezTo>
                    <a:pt x="424" y="152"/>
                    <a:pt x="424" y="153"/>
                    <a:pt x="424" y="153"/>
                  </a:cubicBezTo>
                  <a:cubicBezTo>
                    <a:pt x="424" y="154"/>
                    <a:pt x="424" y="154"/>
                    <a:pt x="424" y="154"/>
                  </a:cubicBezTo>
                  <a:cubicBezTo>
                    <a:pt x="424" y="154"/>
                    <a:pt x="423" y="154"/>
                    <a:pt x="423" y="155"/>
                  </a:cubicBezTo>
                  <a:cubicBezTo>
                    <a:pt x="423" y="155"/>
                    <a:pt x="424" y="156"/>
                    <a:pt x="424" y="156"/>
                  </a:cubicBezTo>
                  <a:cubicBezTo>
                    <a:pt x="424" y="157"/>
                    <a:pt x="424" y="156"/>
                    <a:pt x="425" y="156"/>
                  </a:cubicBezTo>
                  <a:cubicBezTo>
                    <a:pt x="425" y="155"/>
                    <a:pt x="426" y="155"/>
                    <a:pt x="426" y="154"/>
                  </a:cubicBezTo>
                  <a:cubicBezTo>
                    <a:pt x="427" y="154"/>
                    <a:pt x="427" y="154"/>
                    <a:pt x="427" y="153"/>
                  </a:cubicBezTo>
                  <a:cubicBezTo>
                    <a:pt x="427" y="152"/>
                    <a:pt x="428" y="153"/>
                    <a:pt x="428" y="153"/>
                  </a:cubicBezTo>
                  <a:cubicBezTo>
                    <a:pt x="427" y="153"/>
                    <a:pt x="427" y="153"/>
                    <a:pt x="427" y="153"/>
                  </a:cubicBezTo>
                  <a:cubicBezTo>
                    <a:pt x="427" y="153"/>
                    <a:pt x="427" y="154"/>
                    <a:pt x="427" y="154"/>
                  </a:cubicBezTo>
                  <a:cubicBezTo>
                    <a:pt x="427" y="155"/>
                    <a:pt x="428" y="155"/>
                    <a:pt x="428" y="155"/>
                  </a:cubicBezTo>
                  <a:cubicBezTo>
                    <a:pt x="429" y="156"/>
                    <a:pt x="430" y="155"/>
                    <a:pt x="431" y="154"/>
                  </a:cubicBezTo>
                  <a:cubicBezTo>
                    <a:pt x="432" y="154"/>
                    <a:pt x="434" y="155"/>
                    <a:pt x="435" y="154"/>
                  </a:cubicBezTo>
                  <a:cubicBezTo>
                    <a:pt x="435" y="154"/>
                    <a:pt x="435" y="153"/>
                    <a:pt x="435" y="153"/>
                  </a:cubicBezTo>
                  <a:cubicBezTo>
                    <a:pt x="435" y="152"/>
                    <a:pt x="435" y="152"/>
                    <a:pt x="436" y="152"/>
                  </a:cubicBezTo>
                  <a:cubicBezTo>
                    <a:pt x="436" y="152"/>
                    <a:pt x="436" y="152"/>
                    <a:pt x="436" y="152"/>
                  </a:cubicBezTo>
                  <a:cubicBezTo>
                    <a:pt x="436" y="153"/>
                    <a:pt x="435" y="152"/>
                    <a:pt x="435" y="153"/>
                  </a:cubicBezTo>
                  <a:cubicBezTo>
                    <a:pt x="435" y="154"/>
                    <a:pt x="435" y="154"/>
                    <a:pt x="434" y="154"/>
                  </a:cubicBezTo>
                  <a:cubicBezTo>
                    <a:pt x="433" y="155"/>
                    <a:pt x="436" y="158"/>
                    <a:pt x="437" y="158"/>
                  </a:cubicBezTo>
                  <a:cubicBezTo>
                    <a:pt x="438" y="159"/>
                    <a:pt x="439" y="161"/>
                    <a:pt x="440" y="162"/>
                  </a:cubicBezTo>
                  <a:cubicBezTo>
                    <a:pt x="441" y="163"/>
                    <a:pt x="441" y="164"/>
                    <a:pt x="442" y="164"/>
                  </a:cubicBezTo>
                  <a:cubicBezTo>
                    <a:pt x="442" y="165"/>
                    <a:pt x="443" y="165"/>
                    <a:pt x="443" y="166"/>
                  </a:cubicBezTo>
                  <a:cubicBezTo>
                    <a:pt x="444" y="157"/>
                    <a:pt x="445" y="149"/>
                    <a:pt x="445" y="141"/>
                  </a:cubicBezTo>
                  <a:cubicBezTo>
                    <a:pt x="444" y="142"/>
                    <a:pt x="444" y="139"/>
                    <a:pt x="444" y="139"/>
                  </a:cubicBezTo>
                  <a:cubicBezTo>
                    <a:pt x="444" y="138"/>
                    <a:pt x="444" y="138"/>
                    <a:pt x="444" y="137"/>
                  </a:cubicBezTo>
                  <a:cubicBezTo>
                    <a:pt x="445" y="137"/>
                    <a:pt x="445" y="137"/>
                    <a:pt x="445" y="137"/>
                  </a:cubicBezTo>
                  <a:cubicBezTo>
                    <a:pt x="445" y="136"/>
                    <a:pt x="445" y="136"/>
                    <a:pt x="445" y="136"/>
                  </a:cubicBezTo>
                  <a:cubicBezTo>
                    <a:pt x="445" y="136"/>
                    <a:pt x="445" y="135"/>
                    <a:pt x="445" y="135"/>
                  </a:cubicBezTo>
                  <a:cubicBezTo>
                    <a:pt x="446" y="135"/>
                    <a:pt x="446" y="134"/>
                    <a:pt x="446" y="134"/>
                  </a:cubicBezTo>
                  <a:cubicBezTo>
                    <a:pt x="446" y="132"/>
                    <a:pt x="446" y="130"/>
                    <a:pt x="446" y="128"/>
                  </a:cubicBezTo>
                  <a:cubicBezTo>
                    <a:pt x="446" y="120"/>
                    <a:pt x="447" y="112"/>
                    <a:pt x="447" y="104"/>
                  </a:cubicBezTo>
                  <a:cubicBezTo>
                    <a:pt x="447" y="102"/>
                    <a:pt x="447" y="99"/>
                    <a:pt x="448" y="97"/>
                  </a:cubicBezTo>
                  <a:cubicBezTo>
                    <a:pt x="448" y="96"/>
                    <a:pt x="448" y="96"/>
                    <a:pt x="448" y="95"/>
                  </a:cubicBezTo>
                  <a:cubicBezTo>
                    <a:pt x="448" y="94"/>
                    <a:pt x="447" y="94"/>
                    <a:pt x="447" y="94"/>
                  </a:cubicBezTo>
                  <a:close/>
                  <a:moveTo>
                    <a:pt x="347" y="107"/>
                  </a:moveTo>
                  <a:cubicBezTo>
                    <a:pt x="347" y="107"/>
                    <a:pt x="348" y="108"/>
                    <a:pt x="348" y="108"/>
                  </a:cubicBezTo>
                  <a:cubicBezTo>
                    <a:pt x="349" y="108"/>
                    <a:pt x="348" y="106"/>
                    <a:pt x="349" y="106"/>
                  </a:cubicBezTo>
                  <a:cubicBezTo>
                    <a:pt x="349" y="105"/>
                    <a:pt x="349" y="105"/>
                    <a:pt x="349" y="104"/>
                  </a:cubicBezTo>
                  <a:cubicBezTo>
                    <a:pt x="348" y="104"/>
                    <a:pt x="349" y="104"/>
                    <a:pt x="349" y="103"/>
                  </a:cubicBezTo>
                  <a:cubicBezTo>
                    <a:pt x="348" y="102"/>
                    <a:pt x="347" y="103"/>
                    <a:pt x="347" y="102"/>
                  </a:cubicBezTo>
                  <a:cubicBezTo>
                    <a:pt x="347" y="102"/>
                    <a:pt x="347" y="101"/>
                    <a:pt x="347" y="100"/>
                  </a:cubicBezTo>
                  <a:cubicBezTo>
                    <a:pt x="346" y="100"/>
                    <a:pt x="346" y="100"/>
                    <a:pt x="346" y="99"/>
                  </a:cubicBezTo>
                  <a:cubicBezTo>
                    <a:pt x="345" y="99"/>
                    <a:pt x="345" y="99"/>
                    <a:pt x="345" y="98"/>
                  </a:cubicBezTo>
                  <a:cubicBezTo>
                    <a:pt x="344" y="98"/>
                    <a:pt x="343" y="98"/>
                    <a:pt x="342" y="98"/>
                  </a:cubicBezTo>
                  <a:cubicBezTo>
                    <a:pt x="342" y="98"/>
                    <a:pt x="341" y="98"/>
                    <a:pt x="340" y="98"/>
                  </a:cubicBezTo>
                  <a:cubicBezTo>
                    <a:pt x="340" y="98"/>
                    <a:pt x="339" y="98"/>
                    <a:pt x="339" y="97"/>
                  </a:cubicBezTo>
                  <a:cubicBezTo>
                    <a:pt x="339" y="97"/>
                    <a:pt x="338" y="97"/>
                    <a:pt x="338" y="97"/>
                  </a:cubicBezTo>
                  <a:cubicBezTo>
                    <a:pt x="338" y="96"/>
                    <a:pt x="337" y="96"/>
                    <a:pt x="337" y="96"/>
                  </a:cubicBezTo>
                  <a:cubicBezTo>
                    <a:pt x="337" y="96"/>
                    <a:pt x="336" y="96"/>
                    <a:pt x="335" y="96"/>
                  </a:cubicBezTo>
                  <a:cubicBezTo>
                    <a:pt x="335" y="96"/>
                    <a:pt x="335" y="96"/>
                    <a:pt x="334" y="97"/>
                  </a:cubicBezTo>
                  <a:cubicBezTo>
                    <a:pt x="334" y="97"/>
                    <a:pt x="334" y="97"/>
                    <a:pt x="333" y="97"/>
                  </a:cubicBezTo>
                  <a:cubicBezTo>
                    <a:pt x="333" y="97"/>
                    <a:pt x="332" y="98"/>
                    <a:pt x="332" y="98"/>
                  </a:cubicBezTo>
                  <a:cubicBezTo>
                    <a:pt x="332" y="98"/>
                    <a:pt x="332" y="97"/>
                    <a:pt x="332" y="96"/>
                  </a:cubicBezTo>
                  <a:cubicBezTo>
                    <a:pt x="332" y="96"/>
                    <a:pt x="329" y="97"/>
                    <a:pt x="329" y="97"/>
                  </a:cubicBezTo>
                  <a:cubicBezTo>
                    <a:pt x="328" y="97"/>
                    <a:pt x="327" y="96"/>
                    <a:pt x="326" y="97"/>
                  </a:cubicBezTo>
                  <a:cubicBezTo>
                    <a:pt x="325" y="97"/>
                    <a:pt x="324" y="96"/>
                    <a:pt x="323" y="97"/>
                  </a:cubicBezTo>
                  <a:cubicBezTo>
                    <a:pt x="323" y="97"/>
                    <a:pt x="323" y="97"/>
                    <a:pt x="322" y="98"/>
                  </a:cubicBezTo>
                  <a:cubicBezTo>
                    <a:pt x="322" y="98"/>
                    <a:pt x="322" y="98"/>
                    <a:pt x="322" y="98"/>
                  </a:cubicBezTo>
                  <a:cubicBezTo>
                    <a:pt x="322" y="98"/>
                    <a:pt x="322" y="98"/>
                    <a:pt x="322" y="98"/>
                  </a:cubicBezTo>
                  <a:cubicBezTo>
                    <a:pt x="322" y="99"/>
                    <a:pt x="322" y="99"/>
                    <a:pt x="321" y="99"/>
                  </a:cubicBezTo>
                  <a:cubicBezTo>
                    <a:pt x="321" y="99"/>
                    <a:pt x="320" y="100"/>
                    <a:pt x="320" y="100"/>
                  </a:cubicBezTo>
                  <a:cubicBezTo>
                    <a:pt x="320" y="100"/>
                    <a:pt x="320" y="102"/>
                    <a:pt x="320" y="102"/>
                  </a:cubicBezTo>
                  <a:cubicBezTo>
                    <a:pt x="320" y="103"/>
                    <a:pt x="320" y="104"/>
                    <a:pt x="320" y="104"/>
                  </a:cubicBezTo>
                  <a:cubicBezTo>
                    <a:pt x="321" y="104"/>
                    <a:pt x="321" y="103"/>
                    <a:pt x="321" y="103"/>
                  </a:cubicBezTo>
                  <a:cubicBezTo>
                    <a:pt x="321" y="102"/>
                    <a:pt x="322" y="102"/>
                    <a:pt x="322" y="102"/>
                  </a:cubicBezTo>
                  <a:cubicBezTo>
                    <a:pt x="322" y="101"/>
                    <a:pt x="322" y="100"/>
                    <a:pt x="322" y="100"/>
                  </a:cubicBezTo>
                  <a:cubicBezTo>
                    <a:pt x="322" y="99"/>
                    <a:pt x="323" y="99"/>
                    <a:pt x="323" y="99"/>
                  </a:cubicBezTo>
                  <a:cubicBezTo>
                    <a:pt x="323" y="100"/>
                    <a:pt x="323" y="100"/>
                    <a:pt x="323" y="100"/>
                  </a:cubicBezTo>
                  <a:cubicBezTo>
                    <a:pt x="323" y="101"/>
                    <a:pt x="324" y="100"/>
                    <a:pt x="324" y="101"/>
                  </a:cubicBezTo>
                  <a:cubicBezTo>
                    <a:pt x="325" y="101"/>
                    <a:pt x="325" y="103"/>
                    <a:pt x="325" y="103"/>
                  </a:cubicBezTo>
                  <a:cubicBezTo>
                    <a:pt x="326" y="103"/>
                    <a:pt x="328" y="103"/>
                    <a:pt x="328" y="103"/>
                  </a:cubicBezTo>
                  <a:cubicBezTo>
                    <a:pt x="327" y="102"/>
                    <a:pt x="329" y="101"/>
                    <a:pt x="330" y="101"/>
                  </a:cubicBezTo>
                  <a:cubicBezTo>
                    <a:pt x="330" y="100"/>
                    <a:pt x="331" y="101"/>
                    <a:pt x="330" y="102"/>
                  </a:cubicBezTo>
                  <a:cubicBezTo>
                    <a:pt x="330" y="102"/>
                    <a:pt x="331" y="102"/>
                    <a:pt x="331" y="102"/>
                  </a:cubicBezTo>
                  <a:cubicBezTo>
                    <a:pt x="332" y="102"/>
                    <a:pt x="332" y="102"/>
                    <a:pt x="333" y="103"/>
                  </a:cubicBezTo>
                  <a:cubicBezTo>
                    <a:pt x="333" y="103"/>
                    <a:pt x="334" y="103"/>
                    <a:pt x="335" y="103"/>
                  </a:cubicBezTo>
                  <a:cubicBezTo>
                    <a:pt x="335" y="103"/>
                    <a:pt x="335" y="103"/>
                    <a:pt x="336" y="103"/>
                  </a:cubicBezTo>
                  <a:cubicBezTo>
                    <a:pt x="337" y="104"/>
                    <a:pt x="336" y="102"/>
                    <a:pt x="336" y="102"/>
                  </a:cubicBezTo>
                  <a:cubicBezTo>
                    <a:pt x="336" y="101"/>
                    <a:pt x="337" y="102"/>
                    <a:pt x="337" y="102"/>
                  </a:cubicBezTo>
                  <a:cubicBezTo>
                    <a:pt x="338" y="102"/>
                    <a:pt x="340" y="102"/>
                    <a:pt x="340" y="103"/>
                  </a:cubicBezTo>
                  <a:cubicBezTo>
                    <a:pt x="340" y="104"/>
                    <a:pt x="341" y="104"/>
                    <a:pt x="342" y="104"/>
                  </a:cubicBezTo>
                  <a:cubicBezTo>
                    <a:pt x="343" y="105"/>
                    <a:pt x="344" y="105"/>
                    <a:pt x="344" y="105"/>
                  </a:cubicBezTo>
                  <a:cubicBezTo>
                    <a:pt x="345" y="106"/>
                    <a:pt x="345" y="106"/>
                    <a:pt x="346" y="106"/>
                  </a:cubicBezTo>
                  <a:cubicBezTo>
                    <a:pt x="346" y="106"/>
                    <a:pt x="346" y="107"/>
                    <a:pt x="347" y="107"/>
                  </a:cubicBezTo>
                  <a:close/>
                  <a:moveTo>
                    <a:pt x="207" y="103"/>
                  </a:moveTo>
                  <a:cubicBezTo>
                    <a:pt x="207" y="102"/>
                    <a:pt x="207" y="102"/>
                    <a:pt x="207" y="101"/>
                  </a:cubicBezTo>
                  <a:cubicBezTo>
                    <a:pt x="208" y="100"/>
                    <a:pt x="206" y="102"/>
                    <a:pt x="206" y="102"/>
                  </a:cubicBezTo>
                  <a:cubicBezTo>
                    <a:pt x="205" y="103"/>
                    <a:pt x="205" y="104"/>
                    <a:pt x="205" y="105"/>
                  </a:cubicBezTo>
                  <a:cubicBezTo>
                    <a:pt x="205" y="106"/>
                    <a:pt x="205" y="106"/>
                    <a:pt x="205" y="107"/>
                  </a:cubicBezTo>
                  <a:cubicBezTo>
                    <a:pt x="205" y="107"/>
                    <a:pt x="205" y="108"/>
                    <a:pt x="205" y="108"/>
                  </a:cubicBezTo>
                  <a:cubicBezTo>
                    <a:pt x="206" y="109"/>
                    <a:pt x="205" y="109"/>
                    <a:pt x="205" y="109"/>
                  </a:cubicBezTo>
                  <a:cubicBezTo>
                    <a:pt x="205" y="110"/>
                    <a:pt x="205" y="110"/>
                    <a:pt x="205" y="110"/>
                  </a:cubicBezTo>
                  <a:cubicBezTo>
                    <a:pt x="206" y="109"/>
                    <a:pt x="207" y="109"/>
                    <a:pt x="207" y="108"/>
                  </a:cubicBezTo>
                  <a:cubicBezTo>
                    <a:pt x="208" y="108"/>
                    <a:pt x="207" y="107"/>
                    <a:pt x="208" y="107"/>
                  </a:cubicBezTo>
                  <a:cubicBezTo>
                    <a:pt x="208" y="106"/>
                    <a:pt x="208" y="107"/>
                    <a:pt x="208" y="106"/>
                  </a:cubicBezTo>
                  <a:cubicBezTo>
                    <a:pt x="207" y="106"/>
                    <a:pt x="207" y="105"/>
                    <a:pt x="207" y="104"/>
                  </a:cubicBezTo>
                  <a:cubicBezTo>
                    <a:pt x="207" y="104"/>
                    <a:pt x="208" y="104"/>
                    <a:pt x="208" y="104"/>
                  </a:cubicBezTo>
                  <a:cubicBezTo>
                    <a:pt x="208" y="103"/>
                    <a:pt x="207" y="103"/>
                    <a:pt x="207" y="103"/>
                  </a:cubicBezTo>
                  <a:close/>
                  <a:moveTo>
                    <a:pt x="197" y="161"/>
                  </a:moveTo>
                  <a:cubicBezTo>
                    <a:pt x="196" y="161"/>
                    <a:pt x="197" y="162"/>
                    <a:pt x="198" y="162"/>
                  </a:cubicBezTo>
                  <a:cubicBezTo>
                    <a:pt x="198" y="161"/>
                    <a:pt x="198" y="160"/>
                    <a:pt x="197" y="161"/>
                  </a:cubicBezTo>
                  <a:close/>
                  <a:moveTo>
                    <a:pt x="222" y="26"/>
                  </a:moveTo>
                  <a:cubicBezTo>
                    <a:pt x="222" y="27"/>
                    <a:pt x="223" y="28"/>
                    <a:pt x="223" y="27"/>
                  </a:cubicBezTo>
                  <a:cubicBezTo>
                    <a:pt x="223" y="27"/>
                    <a:pt x="223" y="25"/>
                    <a:pt x="222" y="26"/>
                  </a:cubicBezTo>
                  <a:close/>
                  <a:moveTo>
                    <a:pt x="422" y="155"/>
                  </a:moveTo>
                  <a:cubicBezTo>
                    <a:pt x="422" y="155"/>
                    <a:pt x="424" y="154"/>
                    <a:pt x="424" y="154"/>
                  </a:cubicBezTo>
                  <a:cubicBezTo>
                    <a:pt x="424" y="154"/>
                    <a:pt x="424" y="152"/>
                    <a:pt x="424" y="152"/>
                  </a:cubicBezTo>
                  <a:cubicBezTo>
                    <a:pt x="424" y="152"/>
                    <a:pt x="424" y="152"/>
                    <a:pt x="425" y="151"/>
                  </a:cubicBezTo>
                  <a:cubicBezTo>
                    <a:pt x="425" y="151"/>
                    <a:pt x="425" y="151"/>
                    <a:pt x="425" y="150"/>
                  </a:cubicBezTo>
                  <a:cubicBezTo>
                    <a:pt x="425" y="150"/>
                    <a:pt x="426" y="149"/>
                    <a:pt x="426" y="149"/>
                  </a:cubicBezTo>
                  <a:cubicBezTo>
                    <a:pt x="425" y="148"/>
                    <a:pt x="424" y="148"/>
                    <a:pt x="424" y="147"/>
                  </a:cubicBezTo>
                  <a:cubicBezTo>
                    <a:pt x="423" y="145"/>
                    <a:pt x="420" y="146"/>
                    <a:pt x="419" y="147"/>
                  </a:cubicBezTo>
                  <a:cubicBezTo>
                    <a:pt x="418" y="147"/>
                    <a:pt x="417" y="148"/>
                    <a:pt x="416" y="149"/>
                  </a:cubicBezTo>
                  <a:cubicBezTo>
                    <a:pt x="415" y="150"/>
                    <a:pt x="415" y="150"/>
                    <a:pt x="414" y="151"/>
                  </a:cubicBezTo>
                  <a:cubicBezTo>
                    <a:pt x="414" y="152"/>
                    <a:pt x="414" y="152"/>
                    <a:pt x="413" y="153"/>
                  </a:cubicBezTo>
                  <a:cubicBezTo>
                    <a:pt x="413" y="153"/>
                    <a:pt x="413" y="154"/>
                    <a:pt x="413" y="154"/>
                  </a:cubicBezTo>
                  <a:cubicBezTo>
                    <a:pt x="412" y="154"/>
                    <a:pt x="412" y="156"/>
                    <a:pt x="412" y="156"/>
                  </a:cubicBezTo>
                  <a:cubicBezTo>
                    <a:pt x="412" y="157"/>
                    <a:pt x="411" y="158"/>
                    <a:pt x="412" y="158"/>
                  </a:cubicBezTo>
                  <a:cubicBezTo>
                    <a:pt x="413" y="158"/>
                    <a:pt x="413" y="157"/>
                    <a:pt x="414" y="157"/>
                  </a:cubicBezTo>
                  <a:cubicBezTo>
                    <a:pt x="415" y="157"/>
                    <a:pt x="416" y="157"/>
                    <a:pt x="418" y="158"/>
                  </a:cubicBezTo>
                  <a:cubicBezTo>
                    <a:pt x="418" y="158"/>
                    <a:pt x="419" y="157"/>
                    <a:pt x="420" y="157"/>
                  </a:cubicBezTo>
                  <a:cubicBezTo>
                    <a:pt x="420" y="156"/>
                    <a:pt x="421" y="155"/>
                    <a:pt x="422" y="155"/>
                  </a:cubicBezTo>
                  <a:close/>
                  <a:moveTo>
                    <a:pt x="280" y="158"/>
                  </a:moveTo>
                  <a:cubicBezTo>
                    <a:pt x="280" y="159"/>
                    <a:pt x="280" y="160"/>
                    <a:pt x="280" y="159"/>
                  </a:cubicBezTo>
                  <a:cubicBezTo>
                    <a:pt x="281" y="159"/>
                    <a:pt x="281" y="159"/>
                    <a:pt x="281" y="158"/>
                  </a:cubicBezTo>
                  <a:cubicBezTo>
                    <a:pt x="282" y="158"/>
                    <a:pt x="283" y="156"/>
                    <a:pt x="282" y="155"/>
                  </a:cubicBezTo>
                  <a:cubicBezTo>
                    <a:pt x="282" y="155"/>
                    <a:pt x="281" y="157"/>
                    <a:pt x="280" y="157"/>
                  </a:cubicBezTo>
                  <a:cubicBezTo>
                    <a:pt x="280" y="157"/>
                    <a:pt x="280" y="157"/>
                    <a:pt x="280" y="157"/>
                  </a:cubicBezTo>
                  <a:cubicBezTo>
                    <a:pt x="280" y="156"/>
                    <a:pt x="280" y="157"/>
                    <a:pt x="279" y="157"/>
                  </a:cubicBezTo>
                  <a:cubicBezTo>
                    <a:pt x="279" y="157"/>
                    <a:pt x="278" y="158"/>
                    <a:pt x="279" y="158"/>
                  </a:cubicBezTo>
                  <a:cubicBezTo>
                    <a:pt x="279" y="159"/>
                    <a:pt x="280" y="157"/>
                    <a:pt x="280" y="158"/>
                  </a:cubicBezTo>
                  <a:close/>
                  <a:moveTo>
                    <a:pt x="347" y="71"/>
                  </a:moveTo>
                  <a:cubicBezTo>
                    <a:pt x="348" y="72"/>
                    <a:pt x="349" y="70"/>
                    <a:pt x="348" y="70"/>
                  </a:cubicBezTo>
                  <a:cubicBezTo>
                    <a:pt x="347" y="70"/>
                    <a:pt x="347" y="71"/>
                    <a:pt x="346" y="70"/>
                  </a:cubicBezTo>
                  <a:cubicBezTo>
                    <a:pt x="346" y="70"/>
                    <a:pt x="345" y="71"/>
                    <a:pt x="346" y="71"/>
                  </a:cubicBezTo>
                  <a:cubicBezTo>
                    <a:pt x="346" y="71"/>
                    <a:pt x="346" y="71"/>
                    <a:pt x="346" y="71"/>
                  </a:cubicBezTo>
                  <a:cubicBezTo>
                    <a:pt x="346" y="71"/>
                    <a:pt x="347" y="71"/>
                    <a:pt x="347" y="71"/>
                  </a:cubicBezTo>
                  <a:cubicBezTo>
                    <a:pt x="347" y="71"/>
                    <a:pt x="347" y="71"/>
                    <a:pt x="347" y="71"/>
                  </a:cubicBezTo>
                  <a:close/>
                  <a:moveTo>
                    <a:pt x="276" y="158"/>
                  </a:moveTo>
                  <a:cubicBezTo>
                    <a:pt x="276" y="157"/>
                    <a:pt x="276" y="158"/>
                    <a:pt x="276" y="158"/>
                  </a:cubicBezTo>
                  <a:cubicBezTo>
                    <a:pt x="277" y="158"/>
                    <a:pt x="277" y="157"/>
                    <a:pt x="277" y="157"/>
                  </a:cubicBezTo>
                  <a:cubicBezTo>
                    <a:pt x="277" y="156"/>
                    <a:pt x="278" y="157"/>
                    <a:pt x="279" y="156"/>
                  </a:cubicBezTo>
                  <a:cubicBezTo>
                    <a:pt x="279" y="156"/>
                    <a:pt x="279" y="156"/>
                    <a:pt x="278" y="156"/>
                  </a:cubicBezTo>
                  <a:cubicBezTo>
                    <a:pt x="278" y="155"/>
                    <a:pt x="278" y="155"/>
                    <a:pt x="277" y="156"/>
                  </a:cubicBezTo>
                  <a:cubicBezTo>
                    <a:pt x="276" y="156"/>
                    <a:pt x="277" y="156"/>
                    <a:pt x="276" y="156"/>
                  </a:cubicBezTo>
                  <a:cubicBezTo>
                    <a:pt x="276" y="156"/>
                    <a:pt x="276" y="156"/>
                    <a:pt x="276" y="156"/>
                  </a:cubicBezTo>
                  <a:cubicBezTo>
                    <a:pt x="276" y="157"/>
                    <a:pt x="276" y="156"/>
                    <a:pt x="276" y="157"/>
                  </a:cubicBezTo>
                  <a:cubicBezTo>
                    <a:pt x="275" y="157"/>
                    <a:pt x="276" y="158"/>
                    <a:pt x="275" y="157"/>
                  </a:cubicBezTo>
                  <a:cubicBezTo>
                    <a:pt x="275" y="157"/>
                    <a:pt x="275" y="156"/>
                    <a:pt x="275" y="156"/>
                  </a:cubicBezTo>
                  <a:cubicBezTo>
                    <a:pt x="275" y="156"/>
                    <a:pt x="274" y="156"/>
                    <a:pt x="274" y="156"/>
                  </a:cubicBezTo>
                  <a:cubicBezTo>
                    <a:pt x="274" y="156"/>
                    <a:pt x="273" y="156"/>
                    <a:pt x="273" y="157"/>
                  </a:cubicBezTo>
                  <a:cubicBezTo>
                    <a:pt x="274" y="157"/>
                    <a:pt x="275" y="157"/>
                    <a:pt x="274" y="157"/>
                  </a:cubicBezTo>
                  <a:cubicBezTo>
                    <a:pt x="274" y="158"/>
                    <a:pt x="273" y="158"/>
                    <a:pt x="273" y="158"/>
                  </a:cubicBezTo>
                  <a:cubicBezTo>
                    <a:pt x="273" y="158"/>
                    <a:pt x="272" y="159"/>
                    <a:pt x="272" y="159"/>
                  </a:cubicBezTo>
                  <a:cubicBezTo>
                    <a:pt x="272" y="160"/>
                    <a:pt x="273" y="159"/>
                    <a:pt x="273" y="159"/>
                  </a:cubicBezTo>
                  <a:cubicBezTo>
                    <a:pt x="274" y="160"/>
                    <a:pt x="274" y="159"/>
                    <a:pt x="275" y="159"/>
                  </a:cubicBezTo>
                  <a:cubicBezTo>
                    <a:pt x="275" y="159"/>
                    <a:pt x="275" y="160"/>
                    <a:pt x="275" y="159"/>
                  </a:cubicBezTo>
                  <a:cubicBezTo>
                    <a:pt x="275" y="159"/>
                    <a:pt x="275" y="158"/>
                    <a:pt x="275" y="158"/>
                  </a:cubicBezTo>
                  <a:cubicBezTo>
                    <a:pt x="276" y="158"/>
                    <a:pt x="276" y="158"/>
                    <a:pt x="276" y="158"/>
                  </a:cubicBezTo>
                  <a:close/>
                  <a:moveTo>
                    <a:pt x="187" y="160"/>
                  </a:moveTo>
                  <a:cubicBezTo>
                    <a:pt x="186" y="160"/>
                    <a:pt x="187" y="159"/>
                    <a:pt x="187" y="158"/>
                  </a:cubicBezTo>
                  <a:cubicBezTo>
                    <a:pt x="187" y="158"/>
                    <a:pt x="186" y="159"/>
                    <a:pt x="186" y="159"/>
                  </a:cubicBezTo>
                  <a:cubicBezTo>
                    <a:pt x="186" y="159"/>
                    <a:pt x="187" y="155"/>
                    <a:pt x="187" y="154"/>
                  </a:cubicBezTo>
                  <a:cubicBezTo>
                    <a:pt x="187" y="153"/>
                    <a:pt x="187" y="153"/>
                    <a:pt x="187" y="152"/>
                  </a:cubicBezTo>
                  <a:cubicBezTo>
                    <a:pt x="188" y="151"/>
                    <a:pt x="187" y="151"/>
                    <a:pt x="186" y="150"/>
                  </a:cubicBezTo>
                  <a:cubicBezTo>
                    <a:pt x="186" y="150"/>
                    <a:pt x="186" y="150"/>
                    <a:pt x="185" y="150"/>
                  </a:cubicBezTo>
                  <a:cubicBezTo>
                    <a:pt x="185" y="150"/>
                    <a:pt x="184" y="150"/>
                    <a:pt x="184" y="150"/>
                  </a:cubicBezTo>
                  <a:cubicBezTo>
                    <a:pt x="184" y="149"/>
                    <a:pt x="184" y="149"/>
                    <a:pt x="183" y="149"/>
                  </a:cubicBezTo>
                  <a:cubicBezTo>
                    <a:pt x="183" y="149"/>
                    <a:pt x="183" y="150"/>
                    <a:pt x="183" y="150"/>
                  </a:cubicBezTo>
                  <a:cubicBezTo>
                    <a:pt x="182" y="150"/>
                    <a:pt x="182" y="150"/>
                    <a:pt x="182" y="150"/>
                  </a:cubicBezTo>
                  <a:cubicBezTo>
                    <a:pt x="181" y="150"/>
                    <a:pt x="181" y="150"/>
                    <a:pt x="181" y="150"/>
                  </a:cubicBezTo>
                  <a:cubicBezTo>
                    <a:pt x="180" y="150"/>
                    <a:pt x="180" y="150"/>
                    <a:pt x="180" y="150"/>
                  </a:cubicBezTo>
                  <a:cubicBezTo>
                    <a:pt x="179" y="150"/>
                    <a:pt x="178" y="150"/>
                    <a:pt x="177" y="150"/>
                  </a:cubicBezTo>
                  <a:cubicBezTo>
                    <a:pt x="177" y="151"/>
                    <a:pt x="176" y="151"/>
                    <a:pt x="176" y="151"/>
                  </a:cubicBezTo>
                  <a:cubicBezTo>
                    <a:pt x="176" y="150"/>
                    <a:pt x="175" y="150"/>
                    <a:pt x="175" y="150"/>
                  </a:cubicBezTo>
                  <a:cubicBezTo>
                    <a:pt x="175" y="150"/>
                    <a:pt x="174" y="150"/>
                    <a:pt x="174" y="150"/>
                  </a:cubicBezTo>
                  <a:cubicBezTo>
                    <a:pt x="174" y="149"/>
                    <a:pt x="173" y="149"/>
                    <a:pt x="172" y="149"/>
                  </a:cubicBezTo>
                  <a:cubicBezTo>
                    <a:pt x="170" y="148"/>
                    <a:pt x="172" y="147"/>
                    <a:pt x="172" y="146"/>
                  </a:cubicBezTo>
                  <a:cubicBezTo>
                    <a:pt x="172" y="145"/>
                    <a:pt x="171" y="144"/>
                    <a:pt x="171" y="145"/>
                  </a:cubicBezTo>
                  <a:cubicBezTo>
                    <a:pt x="171" y="145"/>
                    <a:pt x="170" y="145"/>
                    <a:pt x="170" y="144"/>
                  </a:cubicBezTo>
                  <a:cubicBezTo>
                    <a:pt x="170" y="144"/>
                    <a:pt x="171" y="144"/>
                    <a:pt x="170" y="144"/>
                  </a:cubicBezTo>
                  <a:cubicBezTo>
                    <a:pt x="170" y="144"/>
                    <a:pt x="170" y="143"/>
                    <a:pt x="170" y="143"/>
                  </a:cubicBezTo>
                  <a:cubicBezTo>
                    <a:pt x="170" y="143"/>
                    <a:pt x="170" y="143"/>
                    <a:pt x="171" y="143"/>
                  </a:cubicBezTo>
                  <a:cubicBezTo>
                    <a:pt x="169" y="143"/>
                    <a:pt x="171" y="141"/>
                    <a:pt x="170" y="141"/>
                  </a:cubicBezTo>
                  <a:cubicBezTo>
                    <a:pt x="170" y="141"/>
                    <a:pt x="170" y="142"/>
                    <a:pt x="169" y="141"/>
                  </a:cubicBezTo>
                  <a:cubicBezTo>
                    <a:pt x="169" y="141"/>
                    <a:pt x="169" y="141"/>
                    <a:pt x="168" y="141"/>
                  </a:cubicBezTo>
                  <a:cubicBezTo>
                    <a:pt x="167" y="141"/>
                    <a:pt x="165" y="142"/>
                    <a:pt x="165" y="141"/>
                  </a:cubicBezTo>
                  <a:cubicBezTo>
                    <a:pt x="164" y="140"/>
                    <a:pt x="164" y="140"/>
                    <a:pt x="163" y="140"/>
                  </a:cubicBezTo>
                  <a:cubicBezTo>
                    <a:pt x="163" y="140"/>
                    <a:pt x="162" y="140"/>
                    <a:pt x="162" y="140"/>
                  </a:cubicBezTo>
                  <a:cubicBezTo>
                    <a:pt x="161" y="139"/>
                    <a:pt x="161" y="139"/>
                    <a:pt x="160" y="138"/>
                  </a:cubicBezTo>
                  <a:cubicBezTo>
                    <a:pt x="160" y="138"/>
                    <a:pt x="160" y="138"/>
                    <a:pt x="159" y="139"/>
                  </a:cubicBezTo>
                  <a:cubicBezTo>
                    <a:pt x="158" y="139"/>
                    <a:pt x="156" y="139"/>
                    <a:pt x="156" y="138"/>
                  </a:cubicBezTo>
                  <a:cubicBezTo>
                    <a:pt x="155" y="137"/>
                    <a:pt x="156" y="136"/>
                    <a:pt x="153" y="136"/>
                  </a:cubicBezTo>
                  <a:cubicBezTo>
                    <a:pt x="152" y="136"/>
                    <a:pt x="152" y="137"/>
                    <a:pt x="151" y="138"/>
                  </a:cubicBezTo>
                  <a:cubicBezTo>
                    <a:pt x="151" y="138"/>
                    <a:pt x="151" y="139"/>
                    <a:pt x="151" y="139"/>
                  </a:cubicBezTo>
                  <a:cubicBezTo>
                    <a:pt x="151" y="140"/>
                    <a:pt x="150" y="142"/>
                    <a:pt x="148" y="142"/>
                  </a:cubicBezTo>
                  <a:cubicBezTo>
                    <a:pt x="148" y="142"/>
                    <a:pt x="147" y="141"/>
                    <a:pt x="147" y="141"/>
                  </a:cubicBezTo>
                  <a:cubicBezTo>
                    <a:pt x="146" y="141"/>
                    <a:pt x="146" y="141"/>
                    <a:pt x="145" y="141"/>
                  </a:cubicBezTo>
                  <a:cubicBezTo>
                    <a:pt x="144" y="142"/>
                    <a:pt x="142" y="141"/>
                    <a:pt x="141" y="140"/>
                  </a:cubicBezTo>
                  <a:cubicBezTo>
                    <a:pt x="140" y="140"/>
                    <a:pt x="140" y="141"/>
                    <a:pt x="139" y="141"/>
                  </a:cubicBezTo>
                  <a:cubicBezTo>
                    <a:pt x="138" y="141"/>
                    <a:pt x="137" y="141"/>
                    <a:pt x="137" y="141"/>
                  </a:cubicBezTo>
                  <a:cubicBezTo>
                    <a:pt x="136" y="141"/>
                    <a:pt x="136" y="140"/>
                    <a:pt x="135" y="140"/>
                  </a:cubicBezTo>
                  <a:cubicBezTo>
                    <a:pt x="135" y="140"/>
                    <a:pt x="135" y="141"/>
                    <a:pt x="134" y="140"/>
                  </a:cubicBezTo>
                  <a:cubicBezTo>
                    <a:pt x="134" y="140"/>
                    <a:pt x="133" y="140"/>
                    <a:pt x="133" y="140"/>
                  </a:cubicBezTo>
                  <a:cubicBezTo>
                    <a:pt x="133" y="140"/>
                    <a:pt x="132" y="140"/>
                    <a:pt x="132" y="139"/>
                  </a:cubicBezTo>
                  <a:cubicBezTo>
                    <a:pt x="131" y="139"/>
                    <a:pt x="131" y="137"/>
                    <a:pt x="130" y="136"/>
                  </a:cubicBezTo>
                  <a:cubicBezTo>
                    <a:pt x="130" y="136"/>
                    <a:pt x="128" y="133"/>
                    <a:pt x="128" y="135"/>
                  </a:cubicBezTo>
                  <a:cubicBezTo>
                    <a:pt x="127" y="136"/>
                    <a:pt x="125" y="134"/>
                    <a:pt x="125" y="134"/>
                  </a:cubicBezTo>
                  <a:cubicBezTo>
                    <a:pt x="124" y="133"/>
                    <a:pt x="124" y="133"/>
                    <a:pt x="123" y="134"/>
                  </a:cubicBezTo>
                  <a:cubicBezTo>
                    <a:pt x="123" y="134"/>
                    <a:pt x="122" y="134"/>
                    <a:pt x="122" y="133"/>
                  </a:cubicBezTo>
                  <a:cubicBezTo>
                    <a:pt x="121" y="133"/>
                    <a:pt x="121" y="133"/>
                    <a:pt x="120" y="132"/>
                  </a:cubicBezTo>
                  <a:cubicBezTo>
                    <a:pt x="120" y="132"/>
                    <a:pt x="120" y="131"/>
                    <a:pt x="120" y="131"/>
                  </a:cubicBezTo>
                  <a:cubicBezTo>
                    <a:pt x="119" y="130"/>
                    <a:pt x="119" y="131"/>
                    <a:pt x="118" y="131"/>
                  </a:cubicBezTo>
                  <a:cubicBezTo>
                    <a:pt x="118" y="131"/>
                    <a:pt x="117" y="130"/>
                    <a:pt x="117" y="130"/>
                  </a:cubicBezTo>
                  <a:cubicBezTo>
                    <a:pt x="116" y="131"/>
                    <a:pt x="116" y="131"/>
                    <a:pt x="116" y="132"/>
                  </a:cubicBezTo>
                  <a:cubicBezTo>
                    <a:pt x="116" y="132"/>
                    <a:pt x="116" y="132"/>
                    <a:pt x="115" y="132"/>
                  </a:cubicBezTo>
                  <a:cubicBezTo>
                    <a:pt x="115" y="132"/>
                    <a:pt x="114" y="133"/>
                    <a:pt x="114" y="132"/>
                  </a:cubicBezTo>
                  <a:cubicBezTo>
                    <a:pt x="114" y="132"/>
                    <a:pt x="114" y="132"/>
                    <a:pt x="113" y="131"/>
                  </a:cubicBezTo>
                  <a:cubicBezTo>
                    <a:pt x="113" y="131"/>
                    <a:pt x="113" y="131"/>
                    <a:pt x="113" y="131"/>
                  </a:cubicBezTo>
                  <a:cubicBezTo>
                    <a:pt x="112" y="131"/>
                    <a:pt x="112" y="131"/>
                    <a:pt x="112" y="131"/>
                  </a:cubicBezTo>
                  <a:cubicBezTo>
                    <a:pt x="112" y="131"/>
                    <a:pt x="112" y="132"/>
                    <a:pt x="111" y="132"/>
                  </a:cubicBezTo>
                  <a:cubicBezTo>
                    <a:pt x="111" y="132"/>
                    <a:pt x="110" y="131"/>
                    <a:pt x="110" y="131"/>
                  </a:cubicBezTo>
                  <a:cubicBezTo>
                    <a:pt x="109" y="131"/>
                    <a:pt x="109" y="131"/>
                    <a:pt x="109" y="131"/>
                  </a:cubicBezTo>
                  <a:cubicBezTo>
                    <a:pt x="108" y="131"/>
                    <a:pt x="108" y="131"/>
                    <a:pt x="108" y="131"/>
                  </a:cubicBezTo>
                  <a:cubicBezTo>
                    <a:pt x="108" y="131"/>
                    <a:pt x="108" y="130"/>
                    <a:pt x="107" y="130"/>
                  </a:cubicBezTo>
                  <a:cubicBezTo>
                    <a:pt x="106" y="130"/>
                    <a:pt x="106" y="132"/>
                    <a:pt x="105" y="133"/>
                  </a:cubicBezTo>
                  <a:cubicBezTo>
                    <a:pt x="105" y="133"/>
                    <a:pt x="105" y="134"/>
                    <a:pt x="105" y="135"/>
                  </a:cubicBezTo>
                  <a:cubicBezTo>
                    <a:pt x="105" y="135"/>
                    <a:pt x="105" y="136"/>
                    <a:pt x="104" y="136"/>
                  </a:cubicBezTo>
                  <a:cubicBezTo>
                    <a:pt x="104" y="137"/>
                    <a:pt x="103" y="137"/>
                    <a:pt x="103" y="136"/>
                  </a:cubicBezTo>
                  <a:cubicBezTo>
                    <a:pt x="103" y="136"/>
                    <a:pt x="103" y="136"/>
                    <a:pt x="103" y="137"/>
                  </a:cubicBezTo>
                  <a:cubicBezTo>
                    <a:pt x="103" y="137"/>
                    <a:pt x="103" y="138"/>
                    <a:pt x="103" y="138"/>
                  </a:cubicBezTo>
                  <a:cubicBezTo>
                    <a:pt x="102" y="138"/>
                    <a:pt x="101" y="140"/>
                    <a:pt x="101" y="140"/>
                  </a:cubicBezTo>
                  <a:cubicBezTo>
                    <a:pt x="100" y="140"/>
                    <a:pt x="101" y="139"/>
                    <a:pt x="100" y="139"/>
                  </a:cubicBezTo>
                  <a:cubicBezTo>
                    <a:pt x="99" y="139"/>
                    <a:pt x="99" y="140"/>
                    <a:pt x="99" y="140"/>
                  </a:cubicBezTo>
                  <a:cubicBezTo>
                    <a:pt x="99" y="140"/>
                    <a:pt x="99" y="141"/>
                    <a:pt x="99" y="140"/>
                  </a:cubicBezTo>
                  <a:cubicBezTo>
                    <a:pt x="99" y="140"/>
                    <a:pt x="100" y="140"/>
                    <a:pt x="100" y="140"/>
                  </a:cubicBezTo>
                  <a:cubicBezTo>
                    <a:pt x="101" y="140"/>
                    <a:pt x="102" y="141"/>
                    <a:pt x="103" y="141"/>
                  </a:cubicBezTo>
                  <a:cubicBezTo>
                    <a:pt x="103" y="140"/>
                    <a:pt x="104" y="141"/>
                    <a:pt x="105" y="141"/>
                  </a:cubicBezTo>
                  <a:cubicBezTo>
                    <a:pt x="105" y="140"/>
                    <a:pt x="105" y="140"/>
                    <a:pt x="106" y="140"/>
                  </a:cubicBezTo>
                  <a:cubicBezTo>
                    <a:pt x="107" y="140"/>
                    <a:pt x="107" y="141"/>
                    <a:pt x="108" y="141"/>
                  </a:cubicBezTo>
                  <a:cubicBezTo>
                    <a:pt x="109" y="142"/>
                    <a:pt x="109" y="142"/>
                    <a:pt x="109" y="142"/>
                  </a:cubicBezTo>
                  <a:cubicBezTo>
                    <a:pt x="110" y="142"/>
                    <a:pt x="110" y="142"/>
                    <a:pt x="110" y="142"/>
                  </a:cubicBezTo>
                  <a:cubicBezTo>
                    <a:pt x="111" y="142"/>
                    <a:pt x="112" y="142"/>
                    <a:pt x="111" y="143"/>
                  </a:cubicBezTo>
                  <a:cubicBezTo>
                    <a:pt x="110" y="144"/>
                    <a:pt x="109" y="145"/>
                    <a:pt x="110" y="146"/>
                  </a:cubicBezTo>
                  <a:cubicBezTo>
                    <a:pt x="110" y="146"/>
                    <a:pt x="111" y="146"/>
                    <a:pt x="111" y="146"/>
                  </a:cubicBezTo>
                  <a:cubicBezTo>
                    <a:pt x="111" y="147"/>
                    <a:pt x="112" y="147"/>
                    <a:pt x="112" y="147"/>
                  </a:cubicBezTo>
                  <a:cubicBezTo>
                    <a:pt x="114" y="147"/>
                    <a:pt x="115" y="147"/>
                    <a:pt x="116" y="147"/>
                  </a:cubicBezTo>
                  <a:cubicBezTo>
                    <a:pt x="117" y="147"/>
                    <a:pt x="118" y="148"/>
                    <a:pt x="119" y="148"/>
                  </a:cubicBezTo>
                  <a:cubicBezTo>
                    <a:pt x="120" y="148"/>
                    <a:pt x="121" y="148"/>
                    <a:pt x="122" y="149"/>
                  </a:cubicBezTo>
                  <a:cubicBezTo>
                    <a:pt x="122" y="149"/>
                    <a:pt x="122" y="149"/>
                    <a:pt x="122" y="149"/>
                  </a:cubicBezTo>
                  <a:cubicBezTo>
                    <a:pt x="123" y="150"/>
                    <a:pt x="123" y="150"/>
                    <a:pt x="123" y="150"/>
                  </a:cubicBezTo>
                  <a:cubicBezTo>
                    <a:pt x="124" y="150"/>
                    <a:pt x="125" y="150"/>
                    <a:pt x="126" y="151"/>
                  </a:cubicBezTo>
                  <a:cubicBezTo>
                    <a:pt x="127" y="151"/>
                    <a:pt x="128" y="151"/>
                    <a:pt x="129" y="151"/>
                  </a:cubicBezTo>
                  <a:cubicBezTo>
                    <a:pt x="130" y="151"/>
                    <a:pt x="130" y="150"/>
                    <a:pt x="130" y="150"/>
                  </a:cubicBezTo>
                  <a:cubicBezTo>
                    <a:pt x="131" y="150"/>
                    <a:pt x="132" y="150"/>
                    <a:pt x="132" y="150"/>
                  </a:cubicBezTo>
                  <a:cubicBezTo>
                    <a:pt x="132" y="150"/>
                    <a:pt x="132" y="150"/>
                    <a:pt x="133" y="150"/>
                  </a:cubicBezTo>
                  <a:cubicBezTo>
                    <a:pt x="133" y="150"/>
                    <a:pt x="133" y="149"/>
                    <a:pt x="133" y="149"/>
                  </a:cubicBezTo>
                  <a:cubicBezTo>
                    <a:pt x="134" y="149"/>
                    <a:pt x="134" y="150"/>
                    <a:pt x="134" y="150"/>
                  </a:cubicBezTo>
                  <a:cubicBezTo>
                    <a:pt x="134" y="150"/>
                    <a:pt x="135" y="150"/>
                    <a:pt x="135" y="150"/>
                  </a:cubicBezTo>
                  <a:cubicBezTo>
                    <a:pt x="135" y="150"/>
                    <a:pt x="135" y="150"/>
                    <a:pt x="136" y="150"/>
                  </a:cubicBezTo>
                  <a:cubicBezTo>
                    <a:pt x="136" y="150"/>
                    <a:pt x="137" y="150"/>
                    <a:pt x="138" y="150"/>
                  </a:cubicBezTo>
                  <a:cubicBezTo>
                    <a:pt x="138" y="150"/>
                    <a:pt x="138" y="150"/>
                    <a:pt x="139" y="151"/>
                  </a:cubicBezTo>
                  <a:cubicBezTo>
                    <a:pt x="139" y="151"/>
                    <a:pt x="139" y="151"/>
                    <a:pt x="140" y="151"/>
                  </a:cubicBezTo>
                  <a:cubicBezTo>
                    <a:pt x="142" y="151"/>
                    <a:pt x="144" y="151"/>
                    <a:pt x="146" y="152"/>
                  </a:cubicBezTo>
                  <a:cubicBezTo>
                    <a:pt x="147" y="153"/>
                    <a:pt x="148" y="154"/>
                    <a:pt x="150" y="155"/>
                  </a:cubicBezTo>
                  <a:cubicBezTo>
                    <a:pt x="151" y="155"/>
                    <a:pt x="152" y="155"/>
                    <a:pt x="153" y="156"/>
                  </a:cubicBezTo>
                  <a:cubicBezTo>
                    <a:pt x="153" y="156"/>
                    <a:pt x="154" y="156"/>
                    <a:pt x="154" y="156"/>
                  </a:cubicBezTo>
                  <a:cubicBezTo>
                    <a:pt x="155" y="155"/>
                    <a:pt x="155" y="156"/>
                    <a:pt x="155" y="156"/>
                  </a:cubicBezTo>
                  <a:cubicBezTo>
                    <a:pt x="156" y="156"/>
                    <a:pt x="156" y="156"/>
                    <a:pt x="157" y="156"/>
                  </a:cubicBezTo>
                  <a:cubicBezTo>
                    <a:pt x="157" y="156"/>
                    <a:pt x="158" y="156"/>
                    <a:pt x="158" y="157"/>
                  </a:cubicBezTo>
                  <a:cubicBezTo>
                    <a:pt x="159" y="157"/>
                    <a:pt x="160" y="156"/>
                    <a:pt x="160" y="157"/>
                  </a:cubicBezTo>
                  <a:cubicBezTo>
                    <a:pt x="161" y="158"/>
                    <a:pt x="160" y="157"/>
                    <a:pt x="161" y="157"/>
                  </a:cubicBezTo>
                  <a:cubicBezTo>
                    <a:pt x="161" y="157"/>
                    <a:pt x="161" y="157"/>
                    <a:pt x="161" y="156"/>
                  </a:cubicBezTo>
                  <a:cubicBezTo>
                    <a:pt x="161" y="156"/>
                    <a:pt x="162" y="156"/>
                    <a:pt x="162" y="156"/>
                  </a:cubicBezTo>
                  <a:cubicBezTo>
                    <a:pt x="163" y="157"/>
                    <a:pt x="163" y="156"/>
                    <a:pt x="164" y="156"/>
                  </a:cubicBezTo>
                  <a:cubicBezTo>
                    <a:pt x="165" y="157"/>
                    <a:pt x="166" y="156"/>
                    <a:pt x="167" y="157"/>
                  </a:cubicBezTo>
                  <a:cubicBezTo>
                    <a:pt x="168" y="158"/>
                    <a:pt x="168" y="158"/>
                    <a:pt x="169" y="158"/>
                  </a:cubicBezTo>
                  <a:cubicBezTo>
                    <a:pt x="170" y="158"/>
                    <a:pt x="170" y="158"/>
                    <a:pt x="171" y="157"/>
                  </a:cubicBezTo>
                  <a:cubicBezTo>
                    <a:pt x="171" y="157"/>
                    <a:pt x="172" y="157"/>
                    <a:pt x="172" y="157"/>
                  </a:cubicBezTo>
                  <a:cubicBezTo>
                    <a:pt x="172" y="158"/>
                    <a:pt x="173" y="157"/>
                    <a:pt x="173" y="157"/>
                  </a:cubicBezTo>
                  <a:cubicBezTo>
                    <a:pt x="174" y="156"/>
                    <a:pt x="175" y="156"/>
                    <a:pt x="175" y="156"/>
                  </a:cubicBezTo>
                  <a:cubicBezTo>
                    <a:pt x="176" y="156"/>
                    <a:pt x="176" y="157"/>
                    <a:pt x="177" y="157"/>
                  </a:cubicBezTo>
                  <a:cubicBezTo>
                    <a:pt x="177" y="157"/>
                    <a:pt x="177" y="157"/>
                    <a:pt x="178" y="157"/>
                  </a:cubicBezTo>
                  <a:cubicBezTo>
                    <a:pt x="178" y="157"/>
                    <a:pt x="178" y="158"/>
                    <a:pt x="178" y="158"/>
                  </a:cubicBezTo>
                  <a:cubicBezTo>
                    <a:pt x="179" y="158"/>
                    <a:pt x="179" y="158"/>
                    <a:pt x="179" y="158"/>
                  </a:cubicBezTo>
                  <a:cubicBezTo>
                    <a:pt x="180" y="159"/>
                    <a:pt x="180" y="159"/>
                    <a:pt x="180" y="159"/>
                  </a:cubicBezTo>
                  <a:cubicBezTo>
                    <a:pt x="180" y="159"/>
                    <a:pt x="180" y="159"/>
                    <a:pt x="181" y="159"/>
                  </a:cubicBezTo>
                  <a:cubicBezTo>
                    <a:pt x="181" y="159"/>
                    <a:pt x="181" y="159"/>
                    <a:pt x="181" y="159"/>
                  </a:cubicBezTo>
                  <a:cubicBezTo>
                    <a:pt x="181" y="159"/>
                    <a:pt x="181" y="159"/>
                    <a:pt x="182" y="159"/>
                  </a:cubicBezTo>
                  <a:cubicBezTo>
                    <a:pt x="182" y="160"/>
                    <a:pt x="182" y="159"/>
                    <a:pt x="182" y="160"/>
                  </a:cubicBezTo>
                  <a:cubicBezTo>
                    <a:pt x="182" y="160"/>
                    <a:pt x="182" y="160"/>
                    <a:pt x="183" y="160"/>
                  </a:cubicBezTo>
                  <a:cubicBezTo>
                    <a:pt x="183" y="160"/>
                    <a:pt x="183" y="160"/>
                    <a:pt x="183" y="160"/>
                  </a:cubicBezTo>
                  <a:cubicBezTo>
                    <a:pt x="183" y="160"/>
                    <a:pt x="184" y="160"/>
                    <a:pt x="184" y="160"/>
                  </a:cubicBezTo>
                  <a:cubicBezTo>
                    <a:pt x="184" y="160"/>
                    <a:pt x="185" y="160"/>
                    <a:pt x="185" y="160"/>
                  </a:cubicBezTo>
                  <a:cubicBezTo>
                    <a:pt x="186" y="160"/>
                    <a:pt x="187" y="161"/>
                    <a:pt x="186" y="161"/>
                  </a:cubicBezTo>
                  <a:cubicBezTo>
                    <a:pt x="186" y="161"/>
                    <a:pt x="187" y="161"/>
                    <a:pt x="187" y="161"/>
                  </a:cubicBezTo>
                  <a:cubicBezTo>
                    <a:pt x="187" y="162"/>
                    <a:pt x="189" y="162"/>
                    <a:pt x="188" y="161"/>
                  </a:cubicBezTo>
                  <a:cubicBezTo>
                    <a:pt x="188" y="160"/>
                    <a:pt x="188" y="160"/>
                    <a:pt x="187" y="160"/>
                  </a:cubicBezTo>
                  <a:close/>
                  <a:moveTo>
                    <a:pt x="236" y="160"/>
                  </a:moveTo>
                  <a:cubicBezTo>
                    <a:pt x="237" y="160"/>
                    <a:pt x="236" y="159"/>
                    <a:pt x="236" y="159"/>
                  </a:cubicBezTo>
                  <a:cubicBezTo>
                    <a:pt x="236" y="159"/>
                    <a:pt x="236" y="158"/>
                    <a:pt x="236" y="158"/>
                  </a:cubicBezTo>
                  <a:cubicBezTo>
                    <a:pt x="235" y="158"/>
                    <a:pt x="235" y="158"/>
                    <a:pt x="235" y="158"/>
                  </a:cubicBezTo>
                  <a:cubicBezTo>
                    <a:pt x="235" y="158"/>
                    <a:pt x="235" y="158"/>
                    <a:pt x="235" y="159"/>
                  </a:cubicBezTo>
                  <a:cubicBezTo>
                    <a:pt x="235" y="159"/>
                    <a:pt x="235" y="159"/>
                    <a:pt x="235" y="159"/>
                  </a:cubicBezTo>
                  <a:cubicBezTo>
                    <a:pt x="234" y="160"/>
                    <a:pt x="235" y="160"/>
                    <a:pt x="235" y="160"/>
                  </a:cubicBezTo>
                  <a:cubicBezTo>
                    <a:pt x="235" y="161"/>
                    <a:pt x="234" y="161"/>
                    <a:pt x="234" y="161"/>
                  </a:cubicBezTo>
                  <a:cubicBezTo>
                    <a:pt x="234" y="161"/>
                    <a:pt x="235" y="161"/>
                    <a:pt x="235" y="161"/>
                  </a:cubicBezTo>
                  <a:cubicBezTo>
                    <a:pt x="235" y="161"/>
                    <a:pt x="235" y="161"/>
                    <a:pt x="235" y="160"/>
                  </a:cubicBezTo>
                  <a:cubicBezTo>
                    <a:pt x="235" y="160"/>
                    <a:pt x="235" y="160"/>
                    <a:pt x="235" y="160"/>
                  </a:cubicBezTo>
                  <a:cubicBezTo>
                    <a:pt x="236" y="160"/>
                    <a:pt x="236" y="160"/>
                    <a:pt x="235" y="160"/>
                  </a:cubicBezTo>
                  <a:cubicBezTo>
                    <a:pt x="235" y="159"/>
                    <a:pt x="236" y="160"/>
                    <a:pt x="236" y="160"/>
                  </a:cubicBezTo>
                  <a:close/>
                  <a:moveTo>
                    <a:pt x="221" y="21"/>
                  </a:moveTo>
                  <a:cubicBezTo>
                    <a:pt x="222" y="20"/>
                    <a:pt x="221" y="19"/>
                    <a:pt x="220" y="20"/>
                  </a:cubicBezTo>
                  <a:cubicBezTo>
                    <a:pt x="219" y="21"/>
                    <a:pt x="221" y="22"/>
                    <a:pt x="221" y="21"/>
                  </a:cubicBezTo>
                  <a:close/>
                  <a:moveTo>
                    <a:pt x="130" y="24"/>
                  </a:moveTo>
                  <a:cubicBezTo>
                    <a:pt x="130" y="24"/>
                    <a:pt x="129" y="24"/>
                    <a:pt x="129" y="24"/>
                  </a:cubicBezTo>
                  <a:cubicBezTo>
                    <a:pt x="129" y="24"/>
                    <a:pt x="128" y="24"/>
                    <a:pt x="128" y="24"/>
                  </a:cubicBezTo>
                  <a:cubicBezTo>
                    <a:pt x="128" y="25"/>
                    <a:pt x="129" y="25"/>
                    <a:pt x="130" y="25"/>
                  </a:cubicBezTo>
                  <a:cubicBezTo>
                    <a:pt x="130" y="25"/>
                    <a:pt x="130" y="24"/>
                    <a:pt x="131" y="23"/>
                  </a:cubicBezTo>
                  <a:cubicBezTo>
                    <a:pt x="131" y="23"/>
                    <a:pt x="131" y="23"/>
                    <a:pt x="131" y="22"/>
                  </a:cubicBezTo>
                  <a:cubicBezTo>
                    <a:pt x="130" y="22"/>
                    <a:pt x="131" y="22"/>
                    <a:pt x="131" y="22"/>
                  </a:cubicBezTo>
                  <a:cubicBezTo>
                    <a:pt x="131" y="21"/>
                    <a:pt x="129" y="20"/>
                    <a:pt x="129" y="19"/>
                  </a:cubicBezTo>
                  <a:cubicBezTo>
                    <a:pt x="129" y="18"/>
                    <a:pt x="129" y="19"/>
                    <a:pt x="128" y="20"/>
                  </a:cubicBezTo>
                  <a:cubicBezTo>
                    <a:pt x="128" y="20"/>
                    <a:pt x="128" y="20"/>
                    <a:pt x="127" y="21"/>
                  </a:cubicBezTo>
                  <a:cubicBezTo>
                    <a:pt x="127" y="21"/>
                    <a:pt x="127" y="22"/>
                    <a:pt x="128" y="23"/>
                  </a:cubicBezTo>
                  <a:cubicBezTo>
                    <a:pt x="128" y="23"/>
                    <a:pt x="129" y="23"/>
                    <a:pt x="130" y="24"/>
                  </a:cubicBezTo>
                  <a:close/>
                  <a:moveTo>
                    <a:pt x="264" y="70"/>
                  </a:moveTo>
                  <a:cubicBezTo>
                    <a:pt x="265" y="70"/>
                    <a:pt x="265" y="69"/>
                    <a:pt x="265" y="69"/>
                  </a:cubicBezTo>
                  <a:cubicBezTo>
                    <a:pt x="265" y="69"/>
                    <a:pt x="265" y="69"/>
                    <a:pt x="265" y="68"/>
                  </a:cubicBezTo>
                  <a:cubicBezTo>
                    <a:pt x="264" y="68"/>
                    <a:pt x="264" y="69"/>
                    <a:pt x="264" y="70"/>
                  </a:cubicBezTo>
                  <a:close/>
                  <a:moveTo>
                    <a:pt x="94" y="65"/>
                  </a:moveTo>
                  <a:cubicBezTo>
                    <a:pt x="94" y="64"/>
                    <a:pt x="94" y="64"/>
                    <a:pt x="93" y="63"/>
                  </a:cubicBezTo>
                  <a:cubicBezTo>
                    <a:pt x="93" y="63"/>
                    <a:pt x="94" y="64"/>
                    <a:pt x="93" y="64"/>
                  </a:cubicBezTo>
                  <a:cubicBezTo>
                    <a:pt x="93" y="64"/>
                    <a:pt x="93" y="65"/>
                    <a:pt x="94" y="65"/>
                  </a:cubicBezTo>
                  <a:close/>
                  <a:moveTo>
                    <a:pt x="260" y="67"/>
                  </a:moveTo>
                  <a:cubicBezTo>
                    <a:pt x="260" y="68"/>
                    <a:pt x="260" y="67"/>
                    <a:pt x="260" y="67"/>
                  </a:cubicBezTo>
                  <a:cubicBezTo>
                    <a:pt x="260" y="66"/>
                    <a:pt x="259" y="67"/>
                    <a:pt x="260" y="67"/>
                  </a:cubicBezTo>
                  <a:close/>
                  <a:moveTo>
                    <a:pt x="346" y="68"/>
                  </a:moveTo>
                  <a:cubicBezTo>
                    <a:pt x="346" y="68"/>
                    <a:pt x="346" y="68"/>
                    <a:pt x="347" y="69"/>
                  </a:cubicBezTo>
                  <a:cubicBezTo>
                    <a:pt x="347" y="69"/>
                    <a:pt x="347" y="70"/>
                    <a:pt x="347" y="70"/>
                  </a:cubicBezTo>
                  <a:cubicBezTo>
                    <a:pt x="347" y="70"/>
                    <a:pt x="347" y="69"/>
                    <a:pt x="347" y="69"/>
                  </a:cubicBezTo>
                  <a:cubicBezTo>
                    <a:pt x="348" y="69"/>
                    <a:pt x="348" y="69"/>
                    <a:pt x="348" y="69"/>
                  </a:cubicBezTo>
                  <a:cubicBezTo>
                    <a:pt x="348" y="70"/>
                    <a:pt x="349" y="70"/>
                    <a:pt x="350" y="70"/>
                  </a:cubicBezTo>
                  <a:cubicBezTo>
                    <a:pt x="351" y="70"/>
                    <a:pt x="350" y="68"/>
                    <a:pt x="349" y="69"/>
                  </a:cubicBezTo>
                  <a:cubicBezTo>
                    <a:pt x="348" y="69"/>
                    <a:pt x="348" y="68"/>
                    <a:pt x="348" y="67"/>
                  </a:cubicBezTo>
                  <a:cubicBezTo>
                    <a:pt x="348" y="67"/>
                    <a:pt x="347" y="67"/>
                    <a:pt x="348" y="66"/>
                  </a:cubicBezTo>
                  <a:cubicBezTo>
                    <a:pt x="347" y="66"/>
                    <a:pt x="348" y="66"/>
                    <a:pt x="348" y="66"/>
                  </a:cubicBezTo>
                  <a:cubicBezTo>
                    <a:pt x="348" y="66"/>
                    <a:pt x="349" y="67"/>
                    <a:pt x="349" y="67"/>
                  </a:cubicBezTo>
                  <a:cubicBezTo>
                    <a:pt x="349" y="67"/>
                    <a:pt x="349" y="68"/>
                    <a:pt x="349" y="68"/>
                  </a:cubicBezTo>
                  <a:cubicBezTo>
                    <a:pt x="350" y="68"/>
                    <a:pt x="350" y="68"/>
                    <a:pt x="350" y="68"/>
                  </a:cubicBezTo>
                  <a:cubicBezTo>
                    <a:pt x="350" y="68"/>
                    <a:pt x="350" y="68"/>
                    <a:pt x="350" y="69"/>
                  </a:cubicBezTo>
                  <a:cubicBezTo>
                    <a:pt x="351" y="70"/>
                    <a:pt x="351" y="69"/>
                    <a:pt x="352" y="69"/>
                  </a:cubicBezTo>
                  <a:cubicBezTo>
                    <a:pt x="353" y="69"/>
                    <a:pt x="353" y="70"/>
                    <a:pt x="354" y="69"/>
                  </a:cubicBezTo>
                  <a:cubicBezTo>
                    <a:pt x="354" y="69"/>
                    <a:pt x="355" y="69"/>
                    <a:pt x="354" y="68"/>
                  </a:cubicBezTo>
                  <a:cubicBezTo>
                    <a:pt x="354" y="68"/>
                    <a:pt x="354" y="67"/>
                    <a:pt x="354" y="67"/>
                  </a:cubicBezTo>
                  <a:cubicBezTo>
                    <a:pt x="354" y="67"/>
                    <a:pt x="353" y="67"/>
                    <a:pt x="353" y="67"/>
                  </a:cubicBezTo>
                  <a:cubicBezTo>
                    <a:pt x="353" y="67"/>
                    <a:pt x="353" y="66"/>
                    <a:pt x="352" y="66"/>
                  </a:cubicBezTo>
                  <a:cubicBezTo>
                    <a:pt x="351" y="66"/>
                    <a:pt x="352" y="66"/>
                    <a:pt x="352" y="66"/>
                  </a:cubicBezTo>
                  <a:cubicBezTo>
                    <a:pt x="351" y="66"/>
                    <a:pt x="351" y="66"/>
                    <a:pt x="351" y="66"/>
                  </a:cubicBezTo>
                  <a:cubicBezTo>
                    <a:pt x="350" y="66"/>
                    <a:pt x="350" y="65"/>
                    <a:pt x="349" y="65"/>
                  </a:cubicBezTo>
                  <a:cubicBezTo>
                    <a:pt x="349" y="65"/>
                    <a:pt x="348" y="66"/>
                    <a:pt x="349" y="66"/>
                  </a:cubicBezTo>
                  <a:cubicBezTo>
                    <a:pt x="349" y="66"/>
                    <a:pt x="348" y="66"/>
                    <a:pt x="348" y="66"/>
                  </a:cubicBezTo>
                  <a:cubicBezTo>
                    <a:pt x="347" y="66"/>
                    <a:pt x="347" y="66"/>
                    <a:pt x="347" y="66"/>
                  </a:cubicBezTo>
                  <a:cubicBezTo>
                    <a:pt x="346" y="66"/>
                    <a:pt x="346" y="66"/>
                    <a:pt x="346" y="66"/>
                  </a:cubicBezTo>
                  <a:cubicBezTo>
                    <a:pt x="346" y="66"/>
                    <a:pt x="345" y="66"/>
                    <a:pt x="346" y="66"/>
                  </a:cubicBezTo>
                  <a:cubicBezTo>
                    <a:pt x="345" y="66"/>
                    <a:pt x="345" y="66"/>
                    <a:pt x="345" y="66"/>
                  </a:cubicBezTo>
                  <a:cubicBezTo>
                    <a:pt x="345" y="66"/>
                    <a:pt x="345" y="67"/>
                    <a:pt x="345" y="67"/>
                  </a:cubicBezTo>
                  <a:cubicBezTo>
                    <a:pt x="345" y="66"/>
                    <a:pt x="345" y="66"/>
                    <a:pt x="344" y="66"/>
                  </a:cubicBezTo>
                  <a:cubicBezTo>
                    <a:pt x="344" y="67"/>
                    <a:pt x="344" y="67"/>
                    <a:pt x="345" y="67"/>
                  </a:cubicBezTo>
                  <a:cubicBezTo>
                    <a:pt x="345" y="67"/>
                    <a:pt x="345" y="67"/>
                    <a:pt x="345" y="67"/>
                  </a:cubicBezTo>
                  <a:cubicBezTo>
                    <a:pt x="345" y="67"/>
                    <a:pt x="345" y="67"/>
                    <a:pt x="345" y="67"/>
                  </a:cubicBezTo>
                  <a:cubicBezTo>
                    <a:pt x="346" y="67"/>
                    <a:pt x="345" y="68"/>
                    <a:pt x="345" y="68"/>
                  </a:cubicBezTo>
                  <a:cubicBezTo>
                    <a:pt x="344" y="68"/>
                    <a:pt x="344" y="67"/>
                    <a:pt x="344" y="68"/>
                  </a:cubicBezTo>
                  <a:cubicBezTo>
                    <a:pt x="343" y="68"/>
                    <a:pt x="345" y="68"/>
                    <a:pt x="346" y="68"/>
                  </a:cubicBezTo>
                  <a:close/>
                  <a:moveTo>
                    <a:pt x="339" y="115"/>
                  </a:moveTo>
                  <a:cubicBezTo>
                    <a:pt x="339" y="115"/>
                    <a:pt x="339" y="115"/>
                    <a:pt x="339" y="115"/>
                  </a:cubicBezTo>
                  <a:cubicBezTo>
                    <a:pt x="339" y="115"/>
                    <a:pt x="339" y="115"/>
                    <a:pt x="339" y="115"/>
                  </a:cubicBezTo>
                  <a:close/>
                  <a:moveTo>
                    <a:pt x="356" y="115"/>
                  </a:moveTo>
                  <a:cubicBezTo>
                    <a:pt x="356" y="115"/>
                    <a:pt x="356" y="114"/>
                    <a:pt x="356" y="114"/>
                  </a:cubicBezTo>
                  <a:cubicBezTo>
                    <a:pt x="355" y="114"/>
                    <a:pt x="356" y="115"/>
                    <a:pt x="356" y="115"/>
                  </a:cubicBezTo>
                  <a:close/>
                  <a:moveTo>
                    <a:pt x="290" y="164"/>
                  </a:moveTo>
                  <a:cubicBezTo>
                    <a:pt x="289" y="164"/>
                    <a:pt x="289" y="165"/>
                    <a:pt x="288" y="165"/>
                  </a:cubicBezTo>
                  <a:cubicBezTo>
                    <a:pt x="288" y="165"/>
                    <a:pt x="288" y="164"/>
                    <a:pt x="288" y="164"/>
                  </a:cubicBezTo>
                  <a:cubicBezTo>
                    <a:pt x="287" y="164"/>
                    <a:pt x="286" y="164"/>
                    <a:pt x="286" y="165"/>
                  </a:cubicBezTo>
                  <a:cubicBezTo>
                    <a:pt x="285" y="166"/>
                    <a:pt x="285" y="166"/>
                    <a:pt x="284" y="166"/>
                  </a:cubicBezTo>
                  <a:cubicBezTo>
                    <a:pt x="283" y="166"/>
                    <a:pt x="283" y="167"/>
                    <a:pt x="283" y="168"/>
                  </a:cubicBezTo>
                  <a:cubicBezTo>
                    <a:pt x="283" y="168"/>
                    <a:pt x="282" y="168"/>
                    <a:pt x="282" y="169"/>
                  </a:cubicBezTo>
                  <a:cubicBezTo>
                    <a:pt x="282" y="169"/>
                    <a:pt x="282" y="170"/>
                    <a:pt x="281" y="170"/>
                  </a:cubicBezTo>
                  <a:cubicBezTo>
                    <a:pt x="281" y="170"/>
                    <a:pt x="281" y="169"/>
                    <a:pt x="281" y="169"/>
                  </a:cubicBezTo>
                  <a:cubicBezTo>
                    <a:pt x="281" y="169"/>
                    <a:pt x="281" y="168"/>
                    <a:pt x="280" y="168"/>
                  </a:cubicBezTo>
                  <a:cubicBezTo>
                    <a:pt x="280" y="169"/>
                    <a:pt x="280" y="169"/>
                    <a:pt x="280" y="169"/>
                  </a:cubicBezTo>
                  <a:cubicBezTo>
                    <a:pt x="279" y="168"/>
                    <a:pt x="279" y="168"/>
                    <a:pt x="278" y="168"/>
                  </a:cubicBezTo>
                  <a:cubicBezTo>
                    <a:pt x="278" y="169"/>
                    <a:pt x="277" y="169"/>
                    <a:pt x="277" y="170"/>
                  </a:cubicBezTo>
                  <a:cubicBezTo>
                    <a:pt x="276" y="170"/>
                    <a:pt x="275" y="171"/>
                    <a:pt x="275" y="171"/>
                  </a:cubicBezTo>
                  <a:cubicBezTo>
                    <a:pt x="275" y="172"/>
                    <a:pt x="275" y="172"/>
                    <a:pt x="275" y="172"/>
                  </a:cubicBezTo>
                  <a:cubicBezTo>
                    <a:pt x="275" y="173"/>
                    <a:pt x="275" y="173"/>
                    <a:pt x="275" y="173"/>
                  </a:cubicBezTo>
                  <a:cubicBezTo>
                    <a:pt x="275" y="174"/>
                    <a:pt x="274" y="174"/>
                    <a:pt x="274" y="175"/>
                  </a:cubicBezTo>
                  <a:cubicBezTo>
                    <a:pt x="274" y="175"/>
                    <a:pt x="274" y="175"/>
                    <a:pt x="274" y="176"/>
                  </a:cubicBezTo>
                  <a:cubicBezTo>
                    <a:pt x="274" y="176"/>
                    <a:pt x="275" y="175"/>
                    <a:pt x="275" y="175"/>
                  </a:cubicBezTo>
                  <a:cubicBezTo>
                    <a:pt x="275" y="175"/>
                    <a:pt x="276" y="176"/>
                    <a:pt x="275" y="176"/>
                  </a:cubicBezTo>
                  <a:cubicBezTo>
                    <a:pt x="275" y="177"/>
                    <a:pt x="274" y="177"/>
                    <a:pt x="274" y="177"/>
                  </a:cubicBezTo>
                  <a:cubicBezTo>
                    <a:pt x="273" y="177"/>
                    <a:pt x="273" y="179"/>
                    <a:pt x="273" y="179"/>
                  </a:cubicBezTo>
                  <a:cubicBezTo>
                    <a:pt x="273" y="179"/>
                    <a:pt x="274" y="179"/>
                    <a:pt x="274" y="179"/>
                  </a:cubicBezTo>
                  <a:cubicBezTo>
                    <a:pt x="275" y="179"/>
                    <a:pt x="276" y="179"/>
                    <a:pt x="276" y="179"/>
                  </a:cubicBezTo>
                  <a:cubicBezTo>
                    <a:pt x="277" y="179"/>
                    <a:pt x="277" y="178"/>
                    <a:pt x="277" y="178"/>
                  </a:cubicBezTo>
                  <a:cubicBezTo>
                    <a:pt x="278" y="178"/>
                    <a:pt x="278" y="178"/>
                    <a:pt x="278" y="178"/>
                  </a:cubicBezTo>
                  <a:cubicBezTo>
                    <a:pt x="279" y="177"/>
                    <a:pt x="279" y="177"/>
                    <a:pt x="280" y="177"/>
                  </a:cubicBezTo>
                  <a:cubicBezTo>
                    <a:pt x="281" y="177"/>
                    <a:pt x="282" y="177"/>
                    <a:pt x="282" y="177"/>
                  </a:cubicBezTo>
                  <a:cubicBezTo>
                    <a:pt x="283" y="177"/>
                    <a:pt x="283" y="176"/>
                    <a:pt x="283" y="176"/>
                  </a:cubicBezTo>
                  <a:cubicBezTo>
                    <a:pt x="284" y="175"/>
                    <a:pt x="285" y="175"/>
                    <a:pt x="285" y="174"/>
                  </a:cubicBezTo>
                  <a:cubicBezTo>
                    <a:pt x="286" y="174"/>
                    <a:pt x="286" y="173"/>
                    <a:pt x="286" y="173"/>
                  </a:cubicBezTo>
                  <a:cubicBezTo>
                    <a:pt x="286" y="173"/>
                    <a:pt x="287" y="172"/>
                    <a:pt x="287" y="172"/>
                  </a:cubicBezTo>
                  <a:cubicBezTo>
                    <a:pt x="288" y="171"/>
                    <a:pt x="288" y="171"/>
                    <a:pt x="288" y="170"/>
                  </a:cubicBezTo>
                  <a:cubicBezTo>
                    <a:pt x="288" y="170"/>
                    <a:pt x="289" y="170"/>
                    <a:pt x="289" y="169"/>
                  </a:cubicBezTo>
                  <a:cubicBezTo>
                    <a:pt x="289" y="168"/>
                    <a:pt x="288" y="168"/>
                    <a:pt x="288" y="167"/>
                  </a:cubicBezTo>
                  <a:cubicBezTo>
                    <a:pt x="288" y="166"/>
                    <a:pt x="289" y="166"/>
                    <a:pt x="289" y="166"/>
                  </a:cubicBezTo>
                  <a:cubicBezTo>
                    <a:pt x="289" y="166"/>
                    <a:pt x="290" y="166"/>
                    <a:pt x="290" y="166"/>
                  </a:cubicBezTo>
                  <a:cubicBezTo>
                    <a:pt x="290" y="165"/>
                    <a:pt x="291" y="164"/>
                    <a:pt x="290" y="164"/>
                  </a:cubicBezTo>
                  <a:close/>
                  <a:moveTo>
                    <a:pt x="125" y="32"/>
                  </a:moveTo>
                  <a:cubicBezTo>
                    <a:pt x="126" y="33"/>
                    <a:pt x="125" y="31"/>
                    <a:pt x="125" y="32"/>
                  </a:cubicBezTo>
                  <a:close/>
                  <a:moveTo>
                    <a:pt x="54" y="98"/>
                  </a:moveTo>
                  <a:cubicBezTo>
                    <a:pt x="54" y="98"/>
                    <a:pt x="53" y="97"/>
                    <a:pt x="53" y="97"/>
                  </a:cubicBezTo>
                  <a:cubicBezTo>
                    <a:pt x="52" y="96"/>
                    <a:pt x="52" y="95"/>
                    <a:pt x="51" y="96"/>
                  </a:cubicBezTo>
                  <a:cubicBezTo>
                    <a:pt x="51" y="96"/>
                    <a:pt x="51" y="97"/>
                    <a:pt x="52" y="97"/>
                  </a:cubicBezTo>
                  <a:cubicBezTo>
                    <a:pt x="52" y="98"/>
                    <a:pt x="52" y="99"/>
                    <a:pt x="52" y="99"/>
                  </a:cubicBezTo>
                  <a:cubicBezTo>
                    <a:pt x="53" y="99"/>
                    <a:pt x="53" y="100"/>
                    <a:pt x="53" y="101"/>
                  </a:cubicBezTo>
                  <a:cubicBezTo>
                    <a:pt x="53" y="101"/>
                    <a:pt x="53" y="101"/>
                    <a:pt x="53" y="101"/>
                  </a:cubicBezTo>
                  <a:cubicBezTo>
                    <a:pt x="54" y="101"/>
                    <a:pt x="54" y="102"/>
                    <a:pt x="54" y="102"/>
                  </a:cubicBezTo>
                  <a:cubicBezTo>
                    <a:pt x="55" y="102"/>
                    <a:pt x="53" y="100"/>
                    <a:pt x="54" y="100"/>
                  </a:cubicBezTo>
                  <a:cubicBezTo>
                    <a:pt x="54" y="99"/>
                    <a:pt x="54" y="99"/>
                    <a:pt x="54" y="98"/>
                  </a:cubicBezTo>
                  <a:close/>
                  <a:moveTo>
                    <a:pt x="260" y="123"/>
                  </a:moveTo>
                  <a:cubicBezTo>
                    <a:pt x="260" y="123"/>
                    <a:pt x="261" y="124"/>
                    <a:pt x="261" y="124"/>
                  </a:cubicBezTo>
                  <a:cubicBezTo>
                    <a:pt x="261" y="125"/>
                    <a:pt x="261" y="125"/>
                    <a:pt x="262" y="125"/>
                  </a:cubicBezTo>
                  <a:cubicBezTo>
                    <a:pt x="262" y="126"/>
                    <a:pt x="263" y="124"/>
                    <a:pt x="263" y="123"/>
                  </a:cubicBezTo>
                  <a:cubicBezTo>
                    <a:pt x="263" y="123"/>
                    <a:pt x="263" y="122"/>
                    <a:pt x="263" y="122"/>
                  </a:cubicBezTo>
                  <a:cubicBezTo>
                    <a:pt x="262" y="122"/>
                    <a:pt x="262" y="121"/>
                    <a:pt x="262" y="121"/>
                  </a:cubicBezTo>
                  <a:cubicBezTo>
                    <a:pt x="262" y="121"/>
                    <a:pt x="261" y="122"/>
                    <a:pt x="261" y="121"/>
                  </a:cubicBezTo>
                  <a:cubicBezTo>
                    <a:pt x="261" y="121"/>
                    <a:pt x="261" y="121"/>
                    <a:pt x="261" y="122"/>
                  </a:cubicBezTo>
                  <a:cubicBezTo>
                    <a:pt x="261" y="122"/>
                    <a:pt x="260" y="122"/>
                    <a:pt x="260" y="123"/>
                  </a:cubicBezTo>
                  <a:close/>
                  <a:moveTo>
                    <a:pt x="233" y="95"/>
                  </a:moveTo>
                  <a:cubicBezTo>
                    <a:pt x="233" y="94"/>
                    <a:pt x="233" y="94"/>
                    <a:pt x="232" y="94"/>
                  </a:cubicBezTo>
                  <a:cubicBezTo>
                    <a:pt x="232" y="94"/>
                    <a:pt x="231" y="96"/>
                    <a:pt x="232" y="97"/>
                  </a:cubicBezTo>
                  <a:cubicBezTo>
                    <a:pt x="232" y="97"/>
                    <a:pt x="233" y="96"/>
                    <a:pt x="233" y="97"/>
                  </a:cubicBezTo>
                  <a:cubicBezTo>
                    <a:pt x="233" y="98"/>
                    <a:pt x="233" y="99"/>
                    <a:pt x="232" y="99"/>
                  </a:cubicBezTo>
                  <a:cubicBezTo>
                    <a:pt x="231" y="99"/>
                    <a:pt x="232" y="101"/>
                    <a:pt x="232" y="101"/>
                  </a:cubicBezTo>
                  <a:cubicBezTo>
                    <a:pt x="232" y="102"/>
                    <a:pt x="233" y="105"/>
                    <a:pt x="234" y="104"/>
                  </a:cubicBezTo>
                  <a:cubicBezTo>
                    <a:pt x="234" y="104"/>
                    <a:pt x="234" y="104"/>
                    <a:pt x="234" y="104"/>
                  </a:cubicBezTo>
                  <a:cubicBezTo>
                    <a:pt x="234" y="104"/>
                    <a:pt x="234" y="104"/>
                    <a:pt x="235" y="104"/>
                  </a:cubicBezTo>
                  <a:cubicBezTo>
                    <a:pt x="235" y="104"/>
                    <a:pt x="236" y="104"/>
                    <a:pt x="236" y="103"/>
                  </a:cubicBezTo>
                  <a:cubicBezTo>
                    <a:pt x="237" y="103"/>
                    <a:pt x="237" y="103"/>
                    <a:pt x="237" y="103"/>
                  </a:cubicBezTo>
                  <a:cubicBezTo>
                    <a:pt x="238" y="103"/>
                    <a:pt x="238" y="103"/>
                    <a:pt x="239" y="104"/>
                  </a:cubicBezTo>
                  <a:cubicBezTo>
                    <a:pt x="239" y="104"/>
                    <a:pt x="238" y="105"/>
                    <a:pt x="238" y="106"/>
                  </a:cubicBezTo>
                  <a:cubicBezTo>
                    <a:pt x="238" y="107"/>
                    <a:pt x="239" y="108"/>
                    <a:pt x="239" y="109"/>
                  </a:cubicBezTo>
                  <a:cubicBezTo>
                    <a:pt x="239" y="109"/>
                    <a:pt x="240" y="109"/>
                    <a:pt x="240" y="109"/>
                  </a:cubicBezTo>
                  <a:cubicBezTo>
                    <a:pt x="240" y="109"/>
                    <a:pt x="240" y="110"/>
                    <a:pt x="240" y="110"/>
                  </a:cubicBezTo>
                  <a:cubicBezTo>
                    <a:pt x="240" y="110"/>
                    <a:pt x="240" y="110"/>
                    <a:pt x="240" y="111"/>
                  </a:cubicBezTo>
                  <a:cubicBezTo>
                    <a:pt x="240" y="111"/>
                    <a:pt x="239" y="112"/>
                    <a:pt x="239" y="112"/>
                  </a:cubicBezTo>
                  <a:cubicBezTo>
                    <a:pt x="240" y="113"/>
                    <a:pt x="239" y="114"/>
                    <a:pt x="239" y="115"/>
                  </a:cubicBezTo>
                  <a:cubicBezTo>
                    <a:pt x="239" y="116"/>
                    <a:pt x="238" y="116"/>
                    <a:pt x="238" y="117"/>
                  </a:cubicBezTo>
                  <a:cubicBezTo>
                    <a:pt x="238" y="118"/>
                    <a:pt x="238" y="119"/>
                    <a:pt x="238" y="120"/>
                  </a:cubicBezTo>
                  <a:cubicBezTo>
                    <a:pt x="238" y="120"/>
                    <a:pt x="238" y="121"/>
                    <a:pt x="237" y="121"/>
                  </a:cubicBezTo>
                  <a:cubicBezTo>
                    <a:pt x="237" y="122"/>
                    <a:pt x="237" y="122"/>
                    <a:pt x="237" y="122"/>
                  </a:cubicBezTo>
                  <a:cubicBezTo>
                    <a:pt x="236" y="123"/>
                    <a:pt x="236" y="124"/>
                    <a:pt x="237" y="125"/>
                  </a:cubicBezTo>
                  <a:cubicBezTo>
                    <a:pt x="237" y="125"/>
                    <a:pt x="237" y="127"/>
                    <a:pt x="237" y="127"/>
                  </a:cubicBezTo>
                  <a:cubicBezTo>
                    <a:pt x="237" y="126"/>
                    <a:pt x="238" y="126"/>
                    <a:pt x="238" y="126"/>
                  </a:cubicBezTo>
                  <a:cubicBezTo>
                    <a:pt x="238" y="127"/>
                    <a:pt x="238" y="127"/>
                    <a:pt x="238" y="127"/>
                  </a:cubicBezTo>
                  <a:cubicBezTo>
                    <a:pt x="238" y="128"/>
                    <a:pt x="239" y="127"/>
                    <a:pt x="239" y="127"/>
                  </a:cubicBezTo>
                  <a:cubicBezTo>
                    <a:pt x="239" y="127"/>
                    <a:pt x="239" y="127"/>
                    <a:pt x="239" y="128"/>
                  </a:cubicBezTo>
                  <a:cubicBezTo>
                    <a:pt x="239" y="128"/>
                    <a:pt x="239" y="128"/>
                    <a:pt x="240" y="128"/>
                  </a:cubicBezTo>
                  <a:cubicBezTo>
                    <a:pt x="241" y="128"/>
                    <a:pt x="241" y="127"/>
                    <a:pt x="241" y="127"/>
                  </a:cubicBezTo>
                  <a:cubicBezTo>
                    <a:pt x="242" y="126"/>
                    <a:pt x="242" y="126"/>
                    <a:pt x="243" y="127"/>
                  </a:cubicBezTo>
                  <a:cubicBezTo>
                    <a:pt x="244" y="127"/>
                    <a:pt x="244" y="126"/>
                    <a:pt x="245" y="126"/>
                  </a:cubicBezTo>
                  <a:cubicBezTo>
                    <a:pt x="245" y="126"/>
                    <a:pt x="246" y="126"/>
                    <a:pt x="246" y="126"/>
                  </a:cubicBezTo>
                  <a:cubicBezTo>
                    <a:pt x="246" y="126"/>
                    <a:pt x="246" y="127"/>
                    <a:pt x="247" y="127"/>
                  </a:cubicBezTo>
                  <a:cubicBezTo>
                    <a:pt x="247" y="127"/>
                    <a:pt x="247" y="126"/>
                    <a:pt x="247" y="125"/>
                  </a:cubicBezTo>
                  <a:cubicBezTo>
                    <a:pt x="247" y="125"/>
                    <a:pt x="246" y="124"/>
                    <a:pt x="246" y="124"/>
                  </a:cubicBezTo>
                  <a:cubicBezTo>
                    <a:pt x="246" y="123"/>
                    <a:pt x="245" y="122"/>
                    <a:pt x="246" y="121"/>
                  </a:cubicBezTo>
                  <a:cubicBezTo>
                    <a:pt x="246" y="120"/>
                    <a:pt x="246" y="119"/>
                    <a:pt x="246" y="118"/>
                  </a:cubicBezTo>
                  <a:cubicBezTo>
                    <a:pt x="247" y="118"/>
                    <a:pt x="247" y="116"/>
                    <a:pt x="247" y="116"/>
                  </a:cubicBezTo>
                  <a:cubicBezTo>
                    <a:pt x="247" y="116"/>
                    <a:pt x="247" y="115"/>
                    <a:pt x="247" y="115"/>
                  </a:cubicBezTo>
                  <a:cubicBezTo>
                    <a:pt x="247" y="114"/>
                    <a:pt x="247" y="114"/>
                    <a:pt x="247" y="114"/>
                  </a:cubicBezTo>
                  <a:cubicBezTo>
                    <a:pt x="247" y="113"/>
                    <a:pt x="247" y="113"/>
                    <a:pt x="247" y="112"/>
                  </a:cubicBezTo>
                  <a:cubicBezTo>
                    <a:pt x="247" y="112"/>
                    <a:pt x="247" y="111"/>
                    <a:pt x="247" y="111"/>
                  </a:cubicBezTo>
                  <a:cubicBezTo>
                    <a:pt x="247" y="111"/>
                    <a:pt x="247" y="110"/>
                    <a:pt x="247" y="110"/>
                  </a:cubicBezTo>
                  <a:cubicBezTo>
                    <a:pt x="247" y="110"/>
                    <a:pt x="247" y="110"/>
                    <a:pt x="247" y="109"/>
                  </a:cubicBezTo>
                  <a:cubicBezTo>
                    <a:pt x="247" y="109"/>
                    <a:pt x="247" y="108"/>
                    <a:pt x="247" y="108"/>
                  </a:cubicBezTo>
                  <a:cubicBezTo>
                    <a:pt x="247" y="107"/>
                    <a:pt x="248" y="107"/>
                    <a:pt x="248" y="106"/>
                  </a:cubicBezTo>
                  <a:cubicBezTo>
                    <a:pt x="247" y="105"/>
                    <a:pt x="247" y="103"/>
                    <a:pt x="247" y="102"/>
                  </a:cubicBezTo>
                  <a:cubicBezTo>
                    <a:pt x="247" y="102"/>
                    <a:pt x="248" y="101"/>
                    <a:pt x="248" y="101"/>
                  </a:cubicBezTo>
                  <a:cubicBezTo>
                    <a:pt x="247" y="101"/>
                    <a:pt x="247" y="100"/>
                    <a:pt x="247" y="100"/>
                  </a:cubicBezTo>
                  <a:cubicBezTo>
                    <a:pt x="246" y="100"/>
                    <a:pt x="246" y="100"/>
                    <a:pt x="246" y="99"/>
                  </a:cubicBezTo>
                  <a:cubicBezTo>
                    <a:pt x="246" y="99"/>
                    <a:pt x="246" y="99"/>
                    <a:pt x="246" y="98"/>
                  </a:cubicBezTo>
                  <a:cubicBezTo>
                    <a:pt x="246" y="98"/>
                    <a:pt x="246" y="98"/>
                    <a:pt x="247" y="97"/>
                  </a:cubicBezTo>
                  <a:cubicBezTo>
                    <a:pt x="248" y="96"/>
                    <a:pt x="248" y="96"/>
                    <a:pt x="249" y="95"/>
                  </a:cubicBezTo>
                  <a:cubicBezTo>
                    <a:pt x="250" y="95"/>
                    <a:pt x="251" y="94"/>
                    <a:pt x="252" y="94"/>
                  </a:cubicBezTo>
                  <a:cubicBezTo>
                    <a:pt x="253" y="94"/>
                    <a:pt x="254" y="94"/>
                    <a:pt x="254" y="95"/>
                  </a:cubicBezTo>
                  <a:cubicBezTo>
                    <a:pt x="254" y="96"/>
                    <a:pt x="254" y="96"/>
                    <a:pt x="254" y="96"/>
                  </a:cubicBezTo>
                  <a:cubicBezTo>
                    <a:pt x="254" y="96"/>
                    <a:pt x="253" y="96"/>
                    <a:pt x="253" y="96"/>
                  </a:cubicBezTo>
                  <a:cubicBezTo>
                    <a:pt x="253" y="97"/>
                    <a:pt x="254" y="97"/>
                    <a:pt x="254" y="96"/>
                  </a:cubicBezTo>
                  <a:cubicBezTo>
                    <a:pt x="254" y="97"/>
                    <a:pt x="254" y="96"/>
                    <a:pt x="254" y="97"/>
                  </a:cubicBezTo>
                  <a:cubicBezTo>
                    <a:pt x="254" y="97"/>
                    <a:pt x="254" y="97"/>
                    <a:pt x="254" y="98"/>
                  </a:cubicBezTo>
                  <a:cubicBezTo>
                    <a:pt x="254" y="99"/>
                    <a:pt x="254" y="99"/>
                    <a:pt x="254" y="100"/>
                  </a:cubicBezTo>
                  <a:cubicBezTo>
                    <a:pt x="254" y="101"/>
                    <a:pt x="253" y="101"/>
                    <a:pt x="253" y="102"/>
                  </a:cubicBezTo>
                  <a:cubicBezTo>
                    <a:pt x="253" y="102"/>
                    <a:pt x="252" y="103"/>
                    <a:pt x="252" y="103"/>
                  </a:cubicBezTo>
                  <a:cubicBezTo>
                    <a:pt x="252" y="105"/>
                    <a:pt x="253" y="105"/>
                    <a:pt x="254" y="106"/>
                  </a:cubicBezTo>
                  <a:cubicBezTo>
                    <a:pt x="254" y="107"/>
                    <a:pt x="255" y="107"/>
                    <a:pt x="255" y="107"/>
                  </a:cubicBezTo>
                  <a:cubicBezTo>
                    <a:pt x="256" y="107"/>
                    <a:pt x="256" y="108"/>
                    <a:pt x="256" y="108"/>
                  </a:cubicBezTo>
                  <a:cubicBezTo>
                    <a:pt x="256" y="108"/>
                    <a:pt x="256" y="108"/>
                    <a:pt x="256" y="109"/>
                  </a:cubicBezTo>
                  <a:cubicBezTo>
                    <a:pt x="257" y="109"/>
                    <a:pt x="257" y="109"/>
                    <a:pt x="258" y="109"/>
                  </a:cubicBezTo>
                  <a:cubicBezTo>
                    <a:pt x="258" y="110"/>
                    <a:pt x="259" y="110"/>
                    <a:pt x="259" y="110"/>
                  </a:cubicBezTo>
                  <a:cubicBezTo>
                    <a:pt x="259" y="111"/>
                    <a:pt x="259" y="112"/>
                    <a:pt x="258" y="112"/>
                  </a:cubicBezTo>
                  <a:cubicBezTo>
                    <a:pt x="258" y="112"/>
                    <a:pt x="258" y="111"/>
                    <a:pt x="258" y="112"/>
                  </a:cubicBezTo>
                  <a:cubicBezTo>
                    <a:pt x="258" y="113"/>
                    <a:pt x="258" y="113"/>
                    <a:pt x="258" y="114"/>
                  </a:cubicBezTo>
                  <a:cubicBezTo>
                    <a:pt x="258" y="115"/>
                    <a:pt x="257" y="116"/>
                    <a:pt x="258" y="117"/>
                  </a:cubicBezTo>
                  <a:cubicBezTo>
                    <a:pt x="258" y="117"/>
                    <a:pt x="259" y="118"/>
                    <a:pt x="260" y="118"/>
                  </a:cubicBezTo>
                  <a:cubicBezTo>
                    <a:pt x="261" y="118"/>
                    <a:pt x="261" y="119"/>
                    <a:pt x="262" y="119"/>
                  </a:cubicBezTo>
                  <a:cubicBezTo>
                    <a:pt x="263" y="119"/>
                    <a:pt x="264" y="118"/>
                    <a:pt x="263" y="117"/>
                  </a:cubicBezTo>
                  <a:cubicBezTo>
                    <a:pt x="262" y="116"/>
                    <a:pt x="263" y="115"/>
                    <a:pt x="264" y="115"/>
                  </a:cubicBezTo>
                  <a:cubicBezTo>
                    <a:pt x="265" y="114"/>
                    <a:pt x="265" y="114"/>
                    <a:pt x="266" y="114"/>
                  </a:cubicBezTo>
                  <a:cubicBezTo>
                    <a:pt x="266" y="114"/>
                    <a:pt x="266" y="114"/>
                    <a:pt x="267" y="114"/>
                  </a:cubicBezTo>
                  <a:cubicBezTo>
                    <a:pt x="267" y="114"/>
                    <a:pt x="267" y="114"/>
                    <a:pt x="267" y="114"/>
                  </a:cubicBezTo>
                  <a:cubicBezTo>
                    <a:pt x="268" y="114"/>
                    <a:pt x="268" y="113"/>
                    <a:pt x="269" y="114"/>
                  </a:cubicBezTo>
                  <a:cubicBezTo>
                    <a:pt x="269" y="114"/>
                    <a:pt x="269" y="114"/>
                    <a:pt x="269" y="114"/>
                  </a:cubicBezTo>
                  <a:cubicBezTo>
                    <a:pt x="269" y="114"/>
                    <a:pt x="270" y="115"/>
                    <a:pt x="270" y="114"/>
                  </a:cubicBezTo>
                  <a:cubicBezTo>
                    <a:pt x="270" y="114"/>
                    <a:pt x="269" y="113"/>
                    <a:pt x="269" y="113"/>
                  </a:cubicBezTo>
                  <a:cubicBezTo>
                    <a:pt x="270" y="113"/>
                    <a:pt x="270" y="114"/>
                    <a:pt x="270" y="114"/>
                  </a:cubicBezTo>
                  <a:cubicBezTo>
                    <a:pt x="271" y="114"/>
                    <a:pt x="271" y="114"/>
                    <a:pt x="271" y="113"/>
                  </a:cubicBezTo>
                  <a:cubicBezTo>
                    <a:pt x="271" y="112"/>
                    <a:pt x="272" y="110"/>
                    <a:pt x="271" y="110"/>
                  </a:cubicBezTo>
                  <a:cubicBezTo>
                    <a:pt x="270" y="109"/>
                    <a:pt x="270" y="110"/>
                    <a:pt x="271" y="110"/>
                  </a:cubicBezTo>
                  <a:cubicBezTo>
                    <a:pt x="271" y="111"/>
                    <a:pt x="270" y="111"/>
                    <a:pt x="270" y="111"/>
                  </a:cubicBezTo>
                  <a:cubicBezTo>
                    <a:pt x="269" y="110"/>
                    <a:pt x="270" y="111"/>
                    <a:pt x="269" y="111"/>
                  </a:cubicBezTo>
                  <a:cubicBezTo>
                    <a:pt x="269" y="110"/>
                    <a:pt x="269" y="110"/>
                    <a:pt x="269" y="110"/>
                  </a:cubicBezTo>
                  <a:cubicBezTo>
                    <a:pt x="269" y="109"/>
                    <a:pt x="269" y="109"/>
                    <a:pt x="268" y="109"/>
                  </a:cubicBezTo>
                  <a:cubicBezTo>
                    <a:pt x="268" y="109"/>
                    <a:pt x="270" y="109"/>
                    <a:pt x="269" y="108"/>
                  </a:cubicBezTo>
                  <a:cubicBezTo>
                    <a:pt x="269" y="108"/>
                    <a:pt x="268" y="108"/>
                    <a:pt x="268" y="108"/>
                  </a:cubicBezTo>
                  <a:cubicBezTo>
                    <a:pt x="268" y="107"/>
                    <a:pt x="267" y="107"/>
                    <a:pt x="267" y="106"/>
                  </a:cubicBezTo>
                  <a:cubicBezTo>
                    <a:pt x="266" y="106"/>
                    <a:pt x="266" y="106"/>
                    <a:pt x="266" y="106"/>
                  </a:cubicBezTo>
                  <a:cubicBezTo>
                    <a:pt x="265" y="105"/>
                    <a:pt x="264" y="105"/>
                    <a:pt x="265" y="104"/>
                  </a:cubicBezTo>
                  <a:cubicBezTo>
                    <a:pt x="265" y="104"/>
                    <a:pt x="265" y="104"/>
                    <a:pt x="265" y="104"/>
                  </a:cubicBezTo>
                  <a:cubicBezTo>
                    <a:pt x="266" y="104"/>
                    <a:pt x="266" y="104"/>
                    <a:pt x="266" y="103"/>
                  </a:cubicBezTo>
                  <a:cubicBezTo>
                    <a:pt x="266" y="103"/>
                    <a:pt x="265" y="102"/>
                    <a:pt x="266" y="102"/>
                  </a:cubicBezTo>
                  <a:cubicBezTo>
                    <a:pt x="266" y="102"/>
                    <a:pt x="267" y="103"/>
                    <a:pt x="267" y="103"/>
                  </a:cubicBezTo>
                  <a:cubicBezTo>
                    <a:pt x="267" y="102"/>
                    <a:pt x="266" y="102"/>
                    <a:pt x="266" y="102"/>
                  </a:cubicBezTo>
                  <a:cubicBezTo>
                    <a:pt x="266" y="101"/>
                    <a:pt x="266" y="101"/>
                    <a:pt x="267" y="101"/>
                  </a:cubicBezTo>
                  <a:cubicBezTo>
                    <a:pt x="267" y="101"/>
                    <a:pt x="267" y="101"/>
                    <a:pt x="267" y="101"/>
                  </a:cubicBezTo>
                  <a:cubicBezTo>
                    <a:pt x="267" y="101"/>
                    <a:pt x="267" y="100"/>
                    <a:pt x="267" y="100"/>
                  </a:cubicBezTo>
                  <a:cubicBezTo>
                    <a:pt x="268" y="100"/>
                    <a:pt x="267" y="100"/>
                    <a:pt x="267" y="100"/>
                  </a:cubicBezTo>
                  <a:cubicBezTo>
                    <a:pt x="267" y="99"/>
                    <a:pt x="267" y="100"/>
                    <a:pt x="266" y="99"/>
                  </a:cubicBezTo>
                  <a:cubicBezTo>
                    <a:pt x="266" y="99"/>
                    <a:pt x="266" y="99"/>
                    <a:pt x="266" y="98"/>
                  </a:cubicBezTo>
                  <a:cubicBezTo>
                    <a:pt x="266" y="98"/>
                    <a:pt x="266" y="97"/>
                    <a:pt x="266" y="97"/>
                  </a:cubicBezTo>
                  <a:cubicBezTo>
                    <a:pt x="266" y="97"/>
                    <a:pt x="265" y="97"/>
                    <a:pt x="265" y="97"/>
                  </a:cubicBezTo>
                  <a:cubicBezTo>
                    <a:pt x="265" y="96"/>
                    <a:pt x="265" y="96"/>
                    <a:pt x="264" y="96"/>
                  </a:cubicBezTo>
                  <a:cubicBezTo>
                    <a:pt x="264" y="95"/>
                    <a:pt x="263" y="95"/>
                    <a:pt x="263" y="95"/>
                  </a:cubicBezTo>
                  <a:cubicBezTo>
                    <a:pt x="263" y="94"/>
                    <a:pt x="263" y="93"/>
                    <a:pt x="262" y="92"/>
                  </a:cubicBezTo>
                  <a:cubicBezTo>
                    <a:pt x="262" y="92"/>
                    <a:pt x="262" y="91"/>
                    <a:pt x="262" y="91"/>
                  </a:cubicBezTo>
                  <a:cubicBezTo>
                    <a:pt x="262" y="90"/>
                    <a:pt x="261" y="89"/>
                    <a:pt x="260" y="89"/>
                  </a:cubicBezTo>
                  <a:cubicBezTo>
                    <a:pt x="260" y="89"/>
                    <a:pt x="259" y="89"/>
                    <a:pt x="259" y="89"/>
                  </a:cubicBezTo>
                  <a:cubicBezTo>
                    <a:pt x="259" y="88"/>
                    <a:pt x="259" y="88"/>
                    <a:pt x="259" y="88"/>
                  </a:cubicBezTo>
                  <a:cubicBezTo>
                    <a:pt x="258" y="88"/>
                    <a:pt x="258" y="87"/>
                    <a:pt x="258" y="87"/>
                  </a:cubicBezTo>
                  <a:cubicBezTo>
                    <a:pt x="258" y="87"/>
                    <a:pt x="258" y="86"/>
                    <a:pt x="258" y="86"/>
                  </a:cubicBezTo>
                  <a:cubicBezTo>
                    <a:pt x="257" y="87"/>
                    <a:pt x="257" y="87"/>
                    <a:pt x="257" y="87"/>
                  </a:cubicBezTo>
                  <a:cubicBezTo>
                    <a:pt x="257" y="87"/>
                    <a:pt x="257" y="86"/>
                    <a:pt x="257" y="86"/>
                  </a:cubicBezTo>
                  <a:cubicBezTo>
                    <a:pt x="257" y="85"/>
                    <a:pt x="257" y="86"/>
                    <a:pt x="257" y="86"/>
                  </a:cubicBezTo>
                  <a:cubicBezTo>
                    <a:pt x="256" y="85"/>
                    <a:pt x="257" y="85"/>
                    <a:pt x="258" y="85"/>
                  </a:cubicBezTo>
                  <a:cubicBezTo>
                    <a:pt x="258" y="85"/>
                    <a:pt x="258" y="85"/>
                    <a:pt x="258" y="85"/>
                  </a:cubicBezTo>
                  <a:cubicBezTo>
                    <a:pt x="258" y="85"/>
                    <a:pt x="258" y="86"/>
                    <a:pt x="258" y="86"/>
                  </a:cubicBezTo>
                  <a:cubicBezTo>
                    <a:pt x="259" y="86"/>
                    <a:pt x="259" y="86"/>
                    <a:pt x="259" y="86"/>
                  </a:cubicBezTo>
                  <a:cubicBezTo>
                    <a:pt x="260" y="87"/>
                    <a:pt x="261" y="86"/>
                    <a:pt x="261" y="85"/>
                  </a:cubicBezTo>
                  <a:cubicBezTo>
                    <a:pt x="261" y="84"/>
                    <a:pt x="262" y="84"/>
                    <a:pt x="262" y="84"/>
                  </a:cubicBezTo>
                  <a:cubicBezTo>
                    <a:pt x="263" y="84"/>
                    <a:pt x="263" y="83"/>
                    <a:pt x="264" y="83"/>
                  </a:cubicBezTo>
                  <a:cubicBezTo>
                    <a:pt x="264" y="83"/>
                    <a:pt x="265" y="83"/>
                    <a:pt x="265" y="83"/>
                  </a:cubicBezTo>
                  <a:cubicBezTo>
                    <a:pt x="266" y="83"/>
                    <a:pt x="266" y="82"/>
                    <a:pt x="266" y="82"/>
                  </a:cubicBezTo>
                  <a:cubicBezTo>
                    <a:pt x="267" y="81"/>
                    <a:pt x="268" y="81"/>
                    <a:pt x="269" y="80"/>
                  </a:cubicBezTo>
                  <a:cubicBezTo>
                    <a:pt x="270" y="79"/>
                    <a:pt x="270" y="78"/>
                    <a:pt x="271" y="77"/>
                  </a:cubicBezTo>
                  <a:cubicBezTo>
                    <a:pt x="271" y="76"/>
                    <a:pt x="271" y="75"/>
                    <a:pt x="272" y="75"/>
                  </a:cubicBezTo>
                  <a:cubicBezTo>
                    <a:pt x="273" y="75"/>
                    <a:pt x="273" y="75"/>
                    <a:pt x="274" y="75"/>
                  </a:cubicBezTo>
                  <a:cubicBezTo>
                    <a:pt x="274" y="75"/>
                    <a:pt x="274" y="74"/>
                    <a:pt x="274" y="75"/>
                  </a:cubicBezTo>
                  <a:cubicBezTo>
                    <a:pt x="275" y="75"/>
                    <a:pt x="275" y="76"/>
                    <a:pt x="275" y="76"/>
                  </a:cubicBezTo>
                  <a:cubicBezTo>
                    <a:pt x="275" y="76"/>
                    <a:pt x="276" y="76"/>
                    <a:pt x="276" y="77"/>
                  </a:cubicBezTo>
                  <a:cubicBezTo>
                    <a:pt x="277" y="77"/>
                    <a:pt x="277" y="76"/>
                    <a:pt x="277" y="75"/>
                  </a:cubicBezTo>
                  <a:cubicBezTo>
                    <a:pt x="277" y="74"/>
                    <a:pt x="278" y="73"/>
                    <a:pt x="277" y="72"/>
                  </a:cubicBezTo>
                  <a:cubicBezTo>
                    <a:pt x="276" y="72"/>
                    <a:pt x="275" y="71"/>
                    <a:pt x="274" y="71"/>
                  </a:cubicBezTo>
                  <a:cubicBezTo>
                    <a:pt x="274" y="71"/>
                    <a:pt x="274" y="72"/>
                    <a:pt x="273" y="72"/>
                  </a:cubicBezTo>
                  <a:cubicBezTo>
                    <a:pt x="273" y="72"/>
                    <a:pt x="272" y="72"/>
                    <a:pt x="272" y="72"/>
                  </a:cubicBezTo>
                  <a:cubicBezTo>
                    <a:pt x="272" y="72"/>
                    <a:pt x="270" y="73"/>
                    <a:pt x="271" y="73"/>
                  </a:cubicBezTo>
                  <a:cubicBezTo>
                    <a:pt x="272" y="73"/>
                    <a:pt x="272" y="73"/>
                    <a:pt x="273" y="73"/>
                  </a:cubicBezTo>
                  <a:cubicBezTo>
                    <a:pt x="273" y="73"/>
                    <a:pt x="272" y="74"/>
                    <a:pt x="272" y="74"/>
                  </a:cubicBezTo>
                  <a:cubicBezTo>
                    <a:pt x="271" y="74"/>
                    <a:pt x="271" y="74"/>
                    <a:pt x="270" y="74"/>
                  </a:cubicBezTo>
                  <a:cubicBezTo>
                    <a:pt x="270" y="73"/>
                    <a:pt x="269" y="74"/>
                    <a:pt x="268" y="74"/>
                  </a:cubicBezTo>
                  <a:cubicBezTo>
                    <a:pt x="268" y="73"/>
                    <a:pt x="266" y="73"/>
                    <a:pt x="265" y="74"/>
                  </a:cubicBezTo>
                  <a:cubicBezTo>
                    <a:pt x="265" y="75"/>
                    <a:pt x="265" y="76"/>
                    <a:pt x="264" y="75"/>
                  </a:cubicBezTo>
                  <a:cubicBezTo>
                    <a:pt x="264" y="75"/>
                    <a:pt x="263" y="76"/>
                    <a:pt x="263" y="76"/>
                  </a:cubicBezTo>
                  <a:cubicBezTo>
                    <a:pt x="262" y="76"/>
                    <a:pt x="260" y="76"/>
                    <a:pt x="260" y="74"/>
                  </a:cubicBezTo>
                  <a:cubicBezTo>
                    <a:pt x="260" y="74"/>
                    <a:pt x="260" y="74"/>
                    <a:pt x="259" y="75"/>
                  </a:cubicBezTo>
                  <a:cubicBezTo>
                    <a:pt x="259" y="75"/>
                    <a:pt x="258" y="75"/>
                    <a:pt x="258" y="76"/>
                  </a:cubicBezTo>
                  <a:cubicBezTo>
                    <a:pt x="258" y="77"/>
                    <a:pt x="257" y="77"/>
                    <a:pt x="256" y="78"/>
                  </a:cubicBezTo>
                  <a:cubicBezTo>
                    <a:pt x="256" y="79"/>
                    <a:pt x="256" y="79"/>
                    <a:pt x="255" y="80"/>
                  </a:cubicBezTo>
                  <a:cubicBezTo>
                    <a:pt x="255" y="80"/>
                    <a:pt x="255" y="81"/>
                    <a:pt x="254" y="81"/>
                  </a:cubicBezTo>
                  <a:cubicBezTo>
                    <a:pt x="254" y="80"/>
                    <a:pt x="253" y="81"/>
                    <a:pt x="253" y="81"/>
                  </a:cubicBezTo>
                  <a:cubicBezTo>
                    <a:pt x="252" y="81"/>
                    <a:pt x="252" y="80"/>
                    <a:pt x="251" y="80"/>
                  </a:cubicBezTo>
                  <a:cubicBezTo>
                    <a:pt x="251" y="81"/>
                    <a:pt x="251" y="81"/>
                    <a:pt x="250" y="80"/>
                  </a:cubicBezTo>
                  <a:cubicBezTo>
                    <a:pt x="250" y="79"/>
                    <a:pt x="250" y="79"/>
                    <a:pt x="250" y="78"/>
                  </a:cubicBezTo>
                  <a:cubicBezTo>
                    <a:pt x="250" y="78"/>
                    <a:pt x="250" y="77"/>
                    <a:pt x="249" y="77"/>
                  </a:cubicBezTo>
                  <a:cubicBezTo>
                    <a:pt x="249" y="76"/>
                    <a:pt x="249" y="76"/>
                    <a:pt x="248" y="75"/>
                  </a:cubicBezTo>
                  <a:cubicBezTo>
                    <a:pt x="248" y="75"/>
                    <a:pt x="248" y="76"/>
                    <a:pt x="247" y="76"/>
                  </a:cubicBezTo>
                  <a:cubicBezTo>
                    <a:pt x="246" y="75"/>
                    <a:pt x="245" y="73"/>
                    <a:pt x="245" y="72"/>
                  </a:cubicBezTo>
                  <a:cubicBezTo>
                    <a:pt x="245" y="71"/>
                    <a:pt x="245" y="71"/>
                    <a:pt x="245" y="70"/>
                  </a:cubicBezTo>
                  <a:cubicBezTo>
                    <a:pt x="244" y="69"/>
                    <a:pt x="244" y="68"/>
                    <a:pt x="244" y="68"/>
                  </a:cubicBezTo>
                  <a:cubicBezTo>
                    <a:pt x="244" y="67"/>
                    <a:pt x="244" y="66"/>
                    <a:pt x="245" y="66"/>
                  </a:cubicBezTo>
                  <a:cubicBezTo>
                    <a:pt x="245" y="65"/>
                    <a:pt x="245" y="64"/>
                    <a:pt x="246" y="63"/>
                  </a:cubicBezTo>
                  <a:cubicBezTo>
                    <a:pt x="246" y="62"/>
                    <a:pt x="247" y="60"/>
                    <a:pt x="249" y="60"/>
                  </a:cubicBezTo>
                  <a:cubicBezTo>
                    <a:pt x="250" y="59"/>
                    <a:pt x="250" y="59"/>
                    <a:pt x="251" y="60"/>
                  </a:cubicBezTo>
                  <a:cubicBezTo>
                    <a:pt x="252" y="60"/>
                    <a:pt x="252" y="60"/>
                    <a:pt x="253" y="61"/>
                  </a:cubicBezTo>
                  <a:cubicBezTo>
                    <a:pt x="254" y="61"/>
                    <a:pt x="254" y="60"/>
                    <a:pt x="255" y="61"/>
                  </a:cubicBezTo>
                  <a:cubicBezTo>
                    <a:pt x="255" y="61"/>
                    <a:pt x="256" y="60"/>
                    <a:pt x="256" y="60"/>
                  </a:cubicBezTo>
                  <a:cubicBezTo>
                    <a:pt x="257" y="60"/>
                    <a:pt x="257" y="60"/>
                    <a:pt x="258" y="60"/>
                  </a:cubicBezTo>
                  <a:cubicBezTo>
                    <a:pt x="258" y="60"/>
                    <a:pt x="259" y="60"/>
                    <a:pt x="259" y="60"/>
                  </a:cubicBezTo>
                  <a:cubicBezTo>
                    <a:pt x="259" y="59"/>
                    <a:pt x="260" y="59"/>
                    <a:pt x="260" y="59"/>
                  </a:cubicBezTo>
                  <a:cubicBezTo>
                    <a:pt x="261" y="60"/>
                    <a:pt x="261" y="60"/>
                    <a:pt x="262" y="60"/>
                  </a:cubicBezTo>
                  <a:cubicBezTo>
                    <a:pt x="262" y="61"/>
                    <a:pt x="263" y="61"/>
                    <a:pt x="263" y="60"/>
                  </a:cubicBezTo>
                  <a:cubicBezTo>
                    <a:pt x="264" y="60"/>
                    <a:pt x="264" y="60"/>
                    <a:pt x="264" y="60"/>
                  </a:cubicBezTo>
                  <a:cubicBezTo>
                    <a:pt x="265" y="60"/>
                    <a:pt x="265" y="60"/>
                    <a:pt x="265" y="60"/>
                  </a:cubicBezTo>
                  <a:cubicBezTo>
                    <a:pt x="266" y="60"/>
                    <a:pt x="267" y="60"/>
                    <a:pt x="268" y="60"/>
                  </a:cubicBezTo>
                  <a:cubicBezTo>
                    <a:pt x="269" y="60"/>
                    <a:pt x="270" y="60"/>
                    <a:pt x="270" y="60"/>
                  </a:cubicBezTo>
                  <a:cubicBezTo>
                    <a:pt x="270" y="60"/>
                    <a:pt x="270" y="60"/>
                    <a:pt x="270" y="60"/>
                  </a:cubicBezTo>
                  <a:cubicBezTo>
                    <a:pt x="270" y="59"/>
                    <a:pt x="270" y="60"/>
                    <a:pt x="270" y="60"/>
                  </a:cubicBezTo>
                  <a:cubicBezTo>
                    <a:pt x="271" y="60"/>
                    <a:pt x="272" y="60"/>
                    <a:pt x="273" y="60"/>
                  </a:cubicBezTo>
                  <a:cubicBezTo>
                    <a:pt x="274" y="60"/>
                    <a:pt x="274" y="59"/>
                    <a:pt x="275" y="60"/>
                  </a:cubicBezTo>
                  <a:cubicBezTo>
                    <a:pt x="275" y="61"/>
                    <a:pt x="275" y="61"/>
                    <a:pt x="276" y="62"/>
                  </a:cubicBezTo>
                  <a:cubicBezTo>
                    <a:pt x="276" y="62"/>
                    <a:pt x="277" y="62"/>
                    <a:pt x="278" y="62"/>
                  </a:cubicBezTo>
                  <a:cubicBezTo>
                    <a:pt x="278" y="62"/>
                    <a:pt x="279" y="62"/>
                    <a:pt x="279" y="62"/>
                  </a:cubicBezTo>
                  <a:cubicBezTo>
                    <a:pt x="280" y="62"/>
                    <a:pt x="280" y="62"/>
                    <a:pt x="281" y="62"/>
                  </a:cubicBezTo>
                  <a:cubicBezTo>
                    <a:pt x="282" y="62"/>
                    <a:pt x="282" y="62"/>
                    <a:pt x="283" y="62"/>
                  </a:cubicBezTo>
                  <a:cubicBezTo>
                    <a:pt x="284" y="61"/>
                    <a:pt x="284" y="61"/>
                    <a:pt x="285" y="61"/>
                  </a:cubicBezTo>
                  <a:cubicBezTo>
                    <a:pt x="285" y="61"/>
                    <a:pt x="286" y="61"/>
                    <a:pt x="286" y="61"/>
                  </a:cubicBezTo>
                  <a:cubicBezTo>
                    <a:pt x="287" y="60"/>
                    <a:pt x="288" y="60"/>
                    <a:pt x="288" y="60"/>
                  </a:cubicBezTo>
                  <a:cubicBezTo>
                    <a:pt x="288" y="59"/>
                    <a:pt x="289" y="59"/>
                    <a:pt x="289" y="58"/>
                  </a:cubicBezTo>
                  <a:cubicBezTo>
                    <a:pt x="289" y="58"/>
                    <a:pt x="289" y="58"/>
                    <a:pt x="289" y="58"/>
                  </a:cubicBezTo>
                  <a:cubicBezTo>
                    <a:pt x="289" y="58"/>
                    <a:pt x="289" y="57"/>
                    <a:pt x="289" y="57"/>
                  </a:cubicBezTo>
                  <a:cubicBezTo>
                    <a:pt x="290" y="56"/>
                    <a:pt x="290" y="56"/>
                    <a:pt x="291" y="55"/>
                  </a:cubicBezTo>
                  <a:cubicBezTo>
                    <a:pt x="292" y="54"/>
                    <a:pt x="293" y="53"/>
                    <a:pt x="293" y="51"/>
                  </a:cubicBezTo>
                  <a:cubicBezTo>
                    <a:pt x="294" y="51"/>
                    <a:pt x="294" y="49"/>
                    <a:pt x="295" y="49"/>
                  </a:cubicBezTo>
                  <a:cubicBezTo>
                    <a:pt x="295" y="49"/>
                    <a:pt x="295" y="49"/>
                    <a:pt x="295" y="48"/>
                  </a:cubicBezTo>
                  <a:cubicBezTo>
                    <a:pt x="294" y="48"/>
                    <a:pt x="294" y="48"/>
                    <a:pt x="294" y="48"/>
                  </a:cubicBezTo>
                  <a:cubicBezTo>
                    <a:pt x="294" y="47"/>
                    <a:pt x="295" y="47"/>
                    <a:pt x="294" y="47"/>
                  </a:cubicBezTo>
                  <a:cubicBezTo>
                    <a:pt x="294" y="47"/>
                    <a:pt x="293" y="47"/>
                    <a:pt x="293" y="47"/>
                  </a:cubicBezTo>
                  <a:cubicBezTo>
                    <a:pt x="293" y="46"/>
                    <a:pt x="293" y="46"/>
                    <a:pt x="292" y="46"/>
                  </a:cubicBezTo>
                  <a:cubicBezTo>
                    <a:pt x="292" y="47"/>
                    <a:pt x="292" y="47"/>
                    <a:pt x="291" y="48"/>
                  </a:cubicBezTo>
                  <a:cubicBezTo>
                    <a:pt x="291" y="48"/>
                    <a:pt x="291" y="49"/>
                    <a:pt x="291" y="49"/>
                  </a:cubicBezTo>
                  <a:cubicBezTo>
                    <a:pt x="291" y="49"/>
                    <a:pt x="290" y="49"/>
                    <a:pt x="290" y="50"/>
                  </a:cubicBezTo>
                  <a:cubicBezTo>
                    <a:pt x="290" y="50"/>
                    <a:pt x="289" y="50"/>
                    <a:pt x="289" y="50"/>
                  </a:cubicBezTo>
                  <a:cubicBezTo>
                    <a:pt x="288" y="50"/>
                    <a:pt x="288" y="51"/>
                    <a:pt x="288" y="51"/>
                  </a:cubicBezTo>
                  <a:cubicBezTo>
                    <a:pt x="288" y="51"/>
                    <a:pt x="289" y="51"/>
                    <a:pt x="289" y="52"/>
                  </a:cubicBezTo>
                  <a:cubicBezTo>
                    <a:pt x="289" y="52"/>
                    <a:pt x="289" y="52"/>
                    <a:pt x="289" y="52"/>
                  </a:cubicBezTo>
                  <a:cubicBezTo>
                    <a:pt x="288" y="52"/>
                    <a:pt x="287" y="52"/>
                    <a:pt x="286" y="53"/>
                  </a:cubicBezTo>
                  <a:cubicBezTo>
                    <a:pt x="286" y="54"/>
                    <a:pt x="285" y="55"/>
                    <a:pt x="284" y="55"/>
                  </a:cubicBezTo>
                  <a:cubicBezTo>
                    <a:pt x="283" y="55"/>
                    <a:pt x="283" y="56"/>
                    <a:pt x="282" y="56"/>
                  </a:cubicBezTo>
                  <a:cubicBezTo>
                    <a:pt x="281" y="56"/>
                    <a:pt x="280" y="56"/>
                    <a:pt x="280" y="56"/>
                  </a:cubicBezTo>
                  <a:cubicBezTo>
                    <a:pt x="279" y="56"/>
                    <a:pt x="279" y="56"/>
                    <a:pt x="278" y="56"/>
                  </a:cubicBezTo>
                  <a:cubicBezTo>
                    <a:pt x="278" y="55"/>
                    <a:pt x="277" y="55"/>
                    <a:pt x="276" y="55"/>
                  </a:cubicBezTo>
                  <a:cubicBezTo>
                    <a:pt x="276" y="55"/>
                    <a:pt x="276" y="54"/>
                    <a:pt x="275" y="55"/>
                  </a:cubicBezTo>
                  <a:cubicBezTo>
                    <a:pt x="275" y="55"/>
                    <a:pt x="275" y="55"/>
                    <a:pt x="275" y="55"/>
                  </a:cubicBezTo>
                  <a:cubicBezTo>
                    <a:pt x="275" y="55"/>
                    <a:pt x="274" y="55"/>
                    <a:pt x="274" y="55"/>
                  </a:cubicBezTo>
                  <a:cubicBezTo>
                    <a:pt x="273" y="54"/>
                    <a:pt x="273" y="55"/>
                    <a:pt x="273" y="55"/>
                  </a:cubicBezTo>
                  <a:cubicBezTo>
                    <a:pt x="272" y="57"/>
                    <a:pt x="271" y="55"/>
                    <a:pt x="270" y="55"/>
                  </a:cubicBezTo>
                  <a:cubicBezTo>
                    <a:pt x="269" y="54"/>
                    <a:pt x="268" y="54"/>
                    <a:pt x="268" y="54"/>
                  </a:cubicBezTo>
                  <a:cubicBezTo>
                    <a:pt x="267" y="54"/>
                    <a:pt x="267" y="54"/>
                    <a:pt x="266" y="54"/>
                  </a:cubicBezTo>
                  <a:cubicBezTo>
                    <a:pt x="265" y="54"/>
                    <a:pt x="265" y="54"/>
                    <a:pt x="264" y="54"/>
                  </a:cubicBezTo>
                  <a:cubicBezTo>
                    <a:pt x="264" y="54"/>
                    <a:pt x="264" y="54"/>
                    <a:pt x="263" y="54"/>
                  </a:cubicBezTo>
                  <a:cubicBezTo>
                    <a:pt x="263" y="53"/>
                    <a:pt x="261" y="54"/>
                    <a:pt x="260" y="54"/>
                  </a:cubicBezTo>
                  <a:cubicBezTo>
                    <a:pt x="259" y="54"/>
                    <a:pt x="259" y="53"/>
                    <a:pt x="258" y="53"/>
                  </a:cubicBezTo>
                  <a:cubicBezTo>
                    <a:pt x="258" y="52"/>
                    <a:pt x="258" y="52"/>
                    <a:pt x="259" y="51"/>
                  </a:cubicBezTo>
                  <a:cubicBezTo>
                    <a:pt x="259" y="51"/>
                    <a:pt x="257" y="52"/>
                    <a:pt x="257" y="52"/>
                  </a:cubicBezTo>
                  <a:cubicBezTo>
                    <a:pt x="257" y="52"/>
                    <a:pt x="256" y="52"/>
                    <a:pt x="255" y="51"/>
                  </a:cubicBezTo>
                  <a:cubicBezTo>
                    <a:pt x="255" y="51"/>
                    <a:pt x="254" y="50"/>
                    <a:pt x="253" y="51"/>
                  </a:cubicBezTo>
                  <a:cubicBezTo>
                    <a:pt x="253" y="51"/>
                    <a:pt x="253" y="51"/>
                    <a:pt x="253" y="50"/>
                  </a:cubicBezTo>
                  <a:cubicBezTo>
                    <a:pt x="253" y="51"/>
                    <a:pt x="252" y="51"/>
                    <a:pt x="252" y="51"/>
                  </a:cubicBezTo>
                  <a:cubicBezTo>
                    <a:pt x="252" y="52"/>
                    <a:pt x="252" y="52"/>
                    <a:pt x="252" y="53"/>
                  </a:cubicBezTo>
                  <a:cubicBezTo>
                    <a:pt x="252" y="53"/>
                    <a:pt x="252" y="54"/>
                    <a:pt x="251" y="54"/>
                  </a:cubicBezTo>
                  <a:cubicBezTo>
                    <a:pt x="251" y="54"/>
                    <a:pt x="251" y="55"/>
                    <a:pt x="251" y="54"/>
                  </a:cubicBezTo>
                  <a:cubicBezTo>
                    <a:pt x="251" y="54"/>
                    <a:pt x="251" y="54"/>
                    <a:pt x="251" y="54"/>
                  </a:cubicBezTo>
                  <a:cubicBezTo>
                    <a:pt x="250" y="55"/>
                    <a:pt x="250" y="57"/>
                    <a:pt x="250" y="57"/>
                  </a:cubicBezTo>
                  <a:cubicBezTo>
                    <a:pt x="249" y="56"/>
                    <a:pt x="248" y="57"/>
                    <a:pt x="248" y="56"/>
                  </a:cubicBezTo>
                  <a:cubicBezTo>
                    <a:pt x="247" y="55"/>
                    <a:pt x="248" y="54"/>
                    <a:pt x="247" y="54"/>
                  </a:cubicBezTo>
                  <a:cubicBezTo>
                    <a:pt x="247" y="54"/>
                    <a:pt x="247" y="55"/>
                    <a:pt x="247" y="56"/>
                  </a:cubicBezTo>
                  <a:cubicBezTo>
                    <a:pt x="247" y="57"/>
                    <a:pt x="245" y="57"/>
                    <a:pt x="245" y="58"/>
                  </a:cubicBezTo>
                  <a:cubicBezTo>
                    <a:pt x="244" y="58"/>
                    <a:pt x="245" y="59"/>
                    <a:pt x="245" y="59"/>
                  </a:cubicBezTo>
                  <a:cubicBezTo>
                    <a:pt x="244" y="60"/>
                    <a:pt x="244" y="60"/>
                    <a:pt x="244" y="60"/>
                  </a:cubicBezTo>
                  <a:cubicBezTo>
                    <a:pt x="243" y="60"/>
                    <a:pt x="243" y="61"/>
                    <a:pt x="243" y="61"/>
                  </a:cubicBezTo>
                  <a:cubicBezTo>
                    <a:pt x="243" y="62"/>
                    <a:pt x="243" y="62"/>
                    <a:pt x="243" y="62"/>
                  </a:cubicBezTo>
                  <a:cubicBezTo>
                    <a:pt x="243" y="63"/>
                    <a:pt x="242" y="62"/>
                    <a:pt x="242" y="63"/>
                  </a:cubicBezTo>
                  <a:cubicBezTo>
                    <a:pt x="242" y="63"/>
                    <a:pt x="243" y="64"/>
                    <a:pt x="243" y="64"/>
                  </a:cubicBezTo>
                  <a:cubicBezTo>
                    <a:pt x="243" y="65"/>
                    <a:pt x="243" y="67"/>
                    <a:pt x="242" y="66"/>
                  </a:cubicBezTo>
                  <a:cubicBezTo>
                    <a:pt x="242" y="66"/>
                    <a:pt x="242" y="65"/>
                    <a:pt x="241" y="65"/>
                  </a:cubicBezTo>
                  <a:cubicBezTo>
                    <a:pt x="241" y="65"/>
                    <a:pt x="241" y="65"/>
                    <a:pt x="241" y="66"/>
                  </a:cubicBezTo>
                  <a:cubicBezTo>
                    <a:pt x="241" y="66"/>
                    <a:pt x="241" y="67"/>
                    <a:pt x="242" y="67"/>
                  </a:cubicBezTo>
                  <a:cubicBezTo>
                    <a:pt x="242" y="66"/>
                    <a:pt x="243" y="67"/>
                    <a:pt x="242" y="67"/>
                  </a:cubicBezTo>
                  <a:cubicBezTo>
                    <a:pt x="242" y="69"/>
                    <a:pt x="242" y="70"/>
                    <a:pt x="242" y="71"/>
                  </a:cubicBezTo>
                  <a:cubicBezTo>
                    <a:pt x="242" y="72"/>
                    <a:pt x="243" y="73"/>
                    <a:pt x="243" y="74"/>
                  </a:cubicBezTo>
                  <a:cubicBezTo>
                    <a:pt x="243" y="74"/>
                    <a:pt x="243" y="75"/>
                    <a:pt x="242" y="74"/>
                  </a:cubicBezTo>
                  <a:cubicBezTo>
                    <a:pt x="242" y="74"/>
                    <a:pt x="242" y="73"/>
                    <a:pt x="242" y="72"/>
                  </a:cubicBezTo>
                  <a:cubicBezTo>
                    <a:pt x="241" y="73"/>
                    <a:pt x="241" y="74"/>
                    <a:pt x="240" y="74"/>
                  </a:cubicBezTo>
                  <a:cubicBezTo>
                    <a:pt x="239" y="75"/>
                    <a:pt x="239" y="76"/>
                    <a:pt x="239" y="77"/>
                  </a:cubicBezTo>
                  <a:cubicBezTo>
                    <a:pt x="239" y="78"/>
                    <a:pt x="238" y="78"/>
                    <a:pt x="238" y="79"/>
                  </a:cubicBezTo>
                  <a:cubicBezTo>
                    <a:pt x="238" y="80"/>
                    <a:pt x="237" y="81"/>
                    <a:pt x="237" y="82"/>
                  </a:cubicBezTo>
                  <a:cubicBezTo>
                    <a:pt x="238" y="83"/>
                    <a:pt x="237" y="84"/>
                    <a:pt x="238" y="85"/>
                  </a:cubicBezTo>
                  <a:cubicBezTo>
                    <a:pt x="238" y="85"/>
                    <a:pt x="238" y="87"/>
                    <a:pt x="237" y="87"/>
                  </a:cubicBezTo>
                  <a:cubicBezTo>
                    <a:pt x="236" y="87"/>
                    <a:pt x="236" y="88"/>
                    <a:pt x="236" y="89"/>
                  </a:cubicBezTo>
                  <a:cubicBezTo>
                    <a:pt x="235" y="90"/>
                    <a:pt x="236" y="91"/>
                    <a:pt x="236" y="92"/>
                  </a:cubicBezTo>
                  <a:cubicBezTo>
                    <a:pt x="236" y="92"/>
                    <a:pt x="235" y="93"/>
                    <a:pt x="235" y="93"/>
                  </a:cubicBezTo>
                  <a:cubicBezTo>
                    <a:pt x="234" y="93"/>
                    <a:pt x="234" y="94"/>
                    <a:pt x="234" y="94"/>
                  </a:cubicBezTo>
                  <a:cubicBezTo>
                    <a:pt x="234" y="94"/>
                    <a:pt x="233" y="95"/>
                    <a:pt x="233" y="95"/>
                  </a:cubicBezTo>
                  <a:close/>
                  <a:moveTo>
                    <a:pt x="95" y="129"/>
                  </a:moveTo>
                  <a:cubicBezTo>
                    <a:pt x="96" y="129"/>
                    <a:pt x="95" y="128"/>
                    <a:pt x="95" y="128"/>
                  </a:cubicBezTo>
                  <a:cubicBezTo>
                    <a:pt x="95" y="128"/>
                    <a:pt x="95" y="129"/>
                    <a:pt x="95" y="129"/>
                  </a:cubicBezTo>
                  <a:close/>
                  <a:moveTo>
                    <a:pt x="133" y="150"/>
                  </a:moveTo>
                  <a:cubicBezTo>
                    <a:pt x="133" y="150"/>
                    <a:pt x="133" y="150"/>
                    <a:pt x="133" y="150"/>
                  </a:cubicBezTo>
                  <a:cubicBezTo>
                    <a:pt x="133" y="150"/>
                    <a:pt x="134" y="150"/>
                    <a:pt x="134" y="150"/>
                  </a:cubicBezTo>
                  <a:cubicBezTo>
                    <a:pt x="134" y="150"/>
                    <a:pt x="135" y="151"/>
                    <a:pt x="135" y="151"/>
                  </a:cubicBezTo>
                  <a:cubicBezTo>
                    <a:pt x="135" y="150"/>
                    <a:pt x="133" y="150"/>
                    <a:pt x="133" y="150"/>
                  </a:cubicBezTo>
                  <a:close/>
                  <a:moveTo>
                    <a:pt x="36" y="47"/>
                  </a:moveTo>
                  <a:cubicBezTo>
                    <a:pt x="36" y="47"/>
                    <a:pt x="35" y="47"/>
                    <a:pt x="35" y="47"/>
                  </a:cubicBezTo>
                  <a:cubicBezTo>
                    <a:pt x="35" y="46"/>
                    <a:pt x="35" y="47"/>
                    <a:pt x="35" y="47"/>
                  </a:cubicBezTo>
                  <a:cubicBezTo>
                    <a:pt x="35" y="47"/>
                    <a:pt x="36" y="47"/>
                    <a:pt x="36" y="47"/>
                  </a:cubicBezTo>
                  <a:cubicBezTo>
                    <a:pt x="37" y="47"/>
                    <a:pt x="36" y="47"/>
                    <a:pt x="36" y="47"/>
                  </a:cubicBezTo>
                  <a:close/>
                  <a:moveTo>
                    <a:pt x="47" y="89"/>
                  </a:moveTo>
                  <a:cubicBezTo>
                    <a:pt x="47" y="88"/>
                    <a:pt x="46" y="87"/>
                    <a:pt x="45" y="88"/>
                  </a:cubicBezTo>
                  <a:cubicBezTo>
                    <a:pt x="45" y="88"/>
                    <a:pt x="46" y="89"/>
                    <a:pt x="46" y="89"/>
                  </a:cubicBezTo>
                  <a:cubicBezTo>
                    <a:pt x="46" y="89"/>
                    <a:pt x="45" y="89"/>
                    <a:pt x="45" y="89"/>
                  </a:cubicBezTo>
                  <a:cubicBezTo>
                    <a:pt x="45" y="89"/>
                    <a:pt x="46" y="90"/>
                    <a:pt x="46" y="90"/>
                  </a:cubicBezTo>
                  <a:cubicBezTo>
                    <a:pt x="46" y="90"/>
                    <a:pt x="48" y="91"/>
                    <a:pt x="48" y="91"/>
                  </a:cubicBezTo>
                  <a:cubicBezTo>
                    <a:pt x="49" y="91"/>
                    <a:pt x="48" y="90"/>
                    <a:pt x="48" y="90"/>
                  </a:cubicBezTo>
                  <a:cubicBezTo>
                    <a:pt x="47" y="89"/>
                    <a:pt x="47" y="89"/>
                    <a:pt x="47" y="89"/>
                  </a:cubicBezTo>
                  <a:close/>
                  <a:moveTo>
                    <a:pt x="275" y="78"/>
                  </a:moveTo>
                  <a:cubicBezTo>
                    <a:pt x="275" y="78"/>
                    <a:pt x="275" y="78"/>
                    <a:pt x="274" y="78"/>
                  </a:cubicBezTo>
                  <a:cubicBezTo>
                    <a:pt x="274" y="78"/>
                    <a:pt x="274" y="78"/>
                    <a:pt x="273" y="78"/>
                  </a:cubicBezTo>
                  <a:cubicBezTo>
                    <a:pt x="273" y="78"/>
                    <a:pt x="272" y="78"/>
                    <a:pt x="272" y="79"/>
                  </a:cubicBezTo>
                  <a:cubicBezTo>
                    <a:pt x="272" y="79"/>
                    <a:pt x="271" y="80"/>
                    <a:pt x="272" y="81"/>
                  </a:cubicBezTo>
                  <a:cubicBezTo>
                    <a:pt x="272" y="82"/>
                    <a:pt x="272" y="83"/>
                    <a:pt x="273" y="83"/>
                  </a:cubicBezTo>
                  <a:cubicBezTo>
                    <a:pt x="273" y="82"/>
                    <a:pt x="273" y="81"/>
                    <a:pt x="274" y="81"/>
                  </a:cubicBezTo>
                  <a:cubicBezTo>
                    <a:pt x="274" y="80"/>
                    <a:pt x="274" y="80"/>
                    <a:pt x="274" y="80"/>
                  </a:cubicBezTo>
                  <a:cubicBezTo>
                    <a:pt x="274" y="80"/>
                    <a:pt x="275" y="80"/>
                    <a:pt x="275" y="80"/>
                  </a:cubicBezTo>
                  <a:cubicBezTo>
                    <a:pt x="275" y="80"/>
                    <a:pt x="275" y="81"/>
                    <a:pt x="275" y="81"/>
                  </a:cubicBezTo>
                  <a:cubicBezTo>
                    <a:pt x="275" y="82"/>
                    <a:pt x="275" y="82"/>
                    <a:pt x="275" y="82"/>
                  </a:cubicBezTo>
                  <a:cubicBezTo>
                    <a:pt x="274" y="83"/>
                    <a:pt x="276" y="83"/>
                    <a:pt x="276" y="83"/>
                  </a:cubicBezTo>
                  <a:cubicBezTo>
                    <a:pt x="276" y="83"/>
                    <a:pt x="276" y="82"/>
                    <a:pt x="276" y="81"/>
                  </a:cubicBezTo>
                  <a:cubicBezTo>
                    <a:pt x="276" y="81"/>
                    <a:pt x="277" y="83"/>
                    <a:pt x="278" y="81"/>
                  </a:cubicBezTo>
                  <a:cubicBezTo>
                    <a:pt x="278" y="81"/>
                    <a:pt x="279" y="80"/>
                    <a:pt x="279" y="79"/>
                  </a:cubicBezTo>
                  <a:cubicBezTo>
                    <a:pt x="278" y="79"/>
                    <a:pt x="278" y="79"/>
                    <a:pt x="278" y="79"/>
                  </a:cubicBezTo>
                  <a:cubicBezTo>
                    <a:pt x="277" y="79"/>
                    <a:pt x="277" y="78"/>
                    <a:pt x="277" y="79"/>
                  </a:cubicBezTo>
                  <a:cubicBezTo>
                    <a:pt x="277" y="79"/>
                    <a:pt x="276" y="81"/>
                    <a:pt x="276" y="80"/>
                  </a:cubicBezTo>
                  <a:cubicBezTo>
                    <a:pt x="275" y="80"/>
                    <a:pt x="275" y="79"/>
                    <a:pt x="275" y="79"/>
                  </a:cubicBezTo>
                  <a:cubicBezTo>
                    <a:pt x="276" y="79"/>
                    <a:pt x="275" y="78"/>
                    <a:pt x="275" y="78"/>
                  </a:cubicBezTo>
                  <a:close/>
                  <a:moveTo>
                    <a:pt x="289" y="155"/>
                  </a:moveTo>
                  <a:cubicBezTo>
                    <a:pt x="288" y="155"/>
                    <a:pt x="287" y="155"/>
                    <a:pt x="287" y="155"/>
                  </a:cubicBezTo>
                  <a:cubicBezTo>
                    <a:pt x="286" y="155"/>
                    <a:pt x="286" y="155"/>
                    <a:pt x="286" y="155"/>
                  </a:cubicBezTo>
                  <a:cubicBezTo>
                    <a:pt x="285" y="155"/>
                    <a:pt x="286" y="155"/>
                    <a:pt x="285" y="155"/>
                  </a:cubicBezTo>
                  <a:cubicBezTo>
                    <a:pt x="285" y="155"/>
                    <a:pt x="285" y="155"/>
                    <a:pt x="284" y="155"/>
                  </a:cubicBezTo>
                  <a:cubicBezTo>
                    <a:pt x="284" y="155"/>
                    <a:pt x="283" y="156"/>
                    <a:pt x="283" y="156"/>
                  </a:cubicBezTo>
                  <a:cubicBezTo>
                    <a:pt x="284" y="156"/>
                    <a:pt x="285" y="155"/>
                    <a:pt x="285" y="156"/>
                  </a:cubicBezTo>
                  <a:cubicBezTo>
                    <a:pt x="285" y="156"/>
                    <a:pt x="283" y="157"/>
                    <a:pt x="283" y="157"/>
                  </a:cubicBezTo>
                  <a:cubicBezTo>
                    <a:pt x="282" y="158"/>
                    <a:pt x="283" y="159"/>
                    <a:pt x="284" y="158"/>
                  </a:cubicBezTo>
                  <a:cubicBezTo>
                    <a:pt x="284" y="158"/>
                    <a:pt x="284" y="158"/>
                    <a:pt x="285" y="158"/>
                  </a:cubicBezTo>
                  <a:cubicBezTo>
                    <a:pt x="285" y="158"/>
                    <a:pt x="286" y="158"/>
                    <a:pt x="286" y="158"/>
                  </a:cubicBezTo>
                  <a:cubicBezTo>
                    <a:pt x="287" y="158"/>
                    <a:pt x="288" y="157"/>
                    <a:pt x="289" y="157"/>
                  </a:cubicBezTo>
                  <a:cubicBezTo>
                    <a:pt x="290" y="157"/>
                    <a:pt x="291" y="157"/>
                    <a:pt x="291" y="156"/>
                  </a:cubicBezTo>
                  <a:cubicBezTo>
                    <a:pt x="290" y="155"/>
                    <a:pt x="289" y="155"/>
                    <a:pt x="289" y="155"/>
                  </a:cubicBezTo>
                  <a:close/>
                  <a:moveTo>
                    <a:pt x="92" y="61"/>
                  </a:moveTo>
                  <a:cubicBezTo>
                    <a:pt x="92" y="61"/>
                    <a:pt x="92" y="61"/>
                    <a:pt x="92" y="61"/>
                  </a:cubicBezTo>
                  <a:cubicBezTo>
                    <a:pt x="92" y="62"/>
                    <a:pt x="94" y="62"/>
                    <a:pt x="92" y="61"/>
                  </a:cubicBezTo>
                  <a:close/>
                  <a:moveTo>
                    <a:pt x="357" y="118"/>
                  </a:moveTo>
                  <a:cubicBezTo>
                    <a:pt x="357" y="117"/>
                    <a:pt x="357" y="117"/>
                    <a:pt x="357" y="117"/>
                  </a:cubicBezTo>
                  <a:cubicBezTo>
                    <a:pt x="357" y="117"/>
                    <a:pt x="357" y="117"/>
                    <a:pt x="357" y="118"/>
                  </a:cubicBezTo>
                  <a:close/>
                  <a:moveTo>
                    <a:pt x="115" y="98"/>
                  </a:moveTo>
                  <a:cubicBezTo>
                    <a:pt x="115" y="98"/>
                    <a:pt x="116" y="99"/>
                    <a:pt x="116" y="99"/>
                  </a:cubicBezTo>
                  <a:cubicBezTo>
                    <a:pt x="116" y="99"/>
                    <a:pt x="117" y="98"/>
                    <a:pt x="117" y="98"/>
                  </a:cubicBezTo>
                  <a:cubicBezTo>
                    <a:pt x="117" y="97"/>
                    <a:pt x="116" y="97"/>
                    <a:pt x="116" y="97"/>
                  </a:cubicBezTo>
                  <a:cubicBezTo>
                    <a:pt x="116" y="97"/>
                    <a:pt x="115" y="97"/>
                    <a:pt x="115" y="98"/>
                  </a:cubicBezTo>
                  <a:close/>
                  <a:moveTo>
                    <a:pt x="354" y="109"/>
                  </a:moveTo>
                  <a:cubicBezTo>
                    <a:pt x="354" y="108"/>
                    <a:pt x="354" y="110"/>
                    <a:pt x="354" y="110"/>
                  </a:cubicBezTo>
                  <a:cubicBezTo>
                    <a:pt x="354" y="110"/>
                    <a:pt x="354" y="109"/>
                    <a:pt x="354" y="109"/>
                  </a:cubicBezTo>
                  <a:close/>
                  <a:moveTo>
                    <a:pt x="83" y="54"/>
                  </a:moveTo>
                  <a:cubicBezTo>
                    <a:pt x="83" y="54"/>
                    <a:pt x="83" y="54"/>
                    <a:pt x="83" y="53"/>
                  </a:cubicBezTo>
                  <a:cubicBezTo>
                    <a:pt x="83" y="53"/>
                    <a:pt x="83" y="53"/>
                    <a:pt x="83" y="53"/>
                  </a:cubicBezTo>
                  <a:cubicBezTo>
                    <a:pt x="83" y="53"/>
                    <a:pt x="82" y="53"/>
                    <a:pt x="82" y="54"/>
                  </a:cubicBezTo>
                  <a:cubicBezTo>
                    <a:pt x="82" y="54"/>
                    <a:pt x="84" y="55"/>
                    <a:pt x="83" y="54"/>
                  </a:cubicBezTo>
                  <a:close/>
                  <a:moveTo>
                    <a:pt x="201" y="119"/>
                  </a:moveTo>
                  <a:cubicBezTo>
                    <a:pt x="201" y="118"/>
                    <a:pt x="200" y="121"/>
                    <a:pt x="201" y="119"/>
                  </a:cubicBezTo>
                  <a:close/>
                  <a:moveTo>
                    <a:pt x="266" y="125"/>
                  </a:moveTo>
                  <a:cubicBezTo>
                    <a:pt x="267" y="125"/>
                    <a:pt x="267" y="124"/>
                    <a:pt x="267" y="123"/>
                  </a:cubicBezTo>
                  <a:cubicBezTo>
                    <a:pt x="267" y="123"/>
                    <a:pt x="267" y="125"/>
                    <a:pt x="267" y="125"/>
                  </a:cubicBezTo>
                  <a:cubicBezTo>
                    <a:pt x="268" y="125"/>
                    <a:pt x="268" y="125"/>
                    <a:pt x="268" y="125"/>
                  </a:cubicBezTo>
                  <a:cubicBezTo>
                    <a:pt x="268" y="124"/>
                    <a:pt x="268" y="124"/>
                    <a:pt x="268" y="124"/>
                  </a:cubicBezTo>
                  <a:cubicBezTo>
                    <a:pt x="268" y="123"/>
                    <a:pt x="268" y="123"/>
                    <a:pt x="268" y="123"/>
                  </a:cubicBezTo>
                  <a:cubicBezTo>
                    <a:pt x="268" y="123"/>
                    <a:pt x="268" y="123"/>
                    <a:pt x="268" y="122"/>
                  </a:cubicBezTo>
                  <a:cubicBezTo>
                    <a:pt x="268" y="122"/>
                    <a:pt x="268" y="122"/>
                    <a:pt x="268" y="122"/>
                  </a:cubicBezTo>
                  <a:cubicBezTo>
                    <a:pt x="268" y="122"/>
                    <a:pt x="268" y="122"/>
                    <a:pt x="268" y="121"/>
                  </a:cubicBezTo>
                  <a:cubicBezTo>
                    <a:pt x="268" y="121"/>
                    <a:pt x="269" y="121"/>
                    <a:pt x="269" y="120"/>
                  </a:cubicBezTo>
                  <a:cubicBezTo>
                    <a:pt x="270" y="119"/>
                    <a:pt x="270" y="119"/>
                    <a:pt x="270" y="117"/>
                  </a:cubicBezTo>
                  <a:cubicBezTo>
                    <a:pt x="270" y="117"/>
                    <a:pt x="270" y="116"/>
                    <a:pt x="269" y="116"/>
                  </a:cubicBezTo>
                  <a:cubicBezTo>
                    <a:pt x="268" y="117"/>
                    <a:pt x="268" y="117"/>
                    <a:pt x="267" y="117"/>
                  </a:cubicBezTo>
                  <a:cubicBezTo>
                    <a:pt x="266" y="117"/>
                    <a:pt x="265" y="119"/>
                    <a:pt x="266" y="119"/>
                  </a:cubicBezTo>
                  <a:cubicBezTo>
                    <a:pt x="266" y="120"/>
                    <a:pt x="266" y="120"/>
                    <a:pt x="266" y="121"/>
                  </a:cubicBezTo>
                  <a:cubicBezTo>
                    <a:pt x="266" y="121"/>
                    <a:pt x="265" y="122"/>
                    <a:pt x="265" y="122"/>
                  </a:cubicBezTo>
                  <a:cubicBezTo>
                    <a:pt x="265" y="123"/>
                    <a:pt x="264" y="125"/>
                    <a:pt x="265" y="125"/>
                  </a:cubicBezTo>
                  <a:cubicBezTo>
                    <a:pt x="266" y="125"/>
                    <a:pt x="266" y="123"/>
                    <a:pt x="266" y="124"/>
                  </a:cubicBezTo>
                  <a:cubicBezTo>
                    <a:pt x="266" y="124"/>
                    <a:pt x="266" y="125"/>
                    <a:pt x="266" y="125"/>
                  </a:cubicBezTo>
                  <a:close/>
                  <a:moveTo>
                    <a:pt x="269" y="127"/>
                  </a:moveTo>
                  <a:cubicBezTo>
                    <a:pt x="269" y="127"/>
                    <a:pt x="269" y="128"/>
                    <a:pt x="269" y="128"/>
                  </a:cubicBezTo>
                  <a:cubicBezTo>
                    <a:pt x="269" y="127"/>
                    <a:pt x="270" y="128"/>
                    <a:pt x="270" y="127"/>
                  </a:cubicBezTo>
                  <a:cubicBezTo>
                    <a:pt x="270" y="127"/>
                    <a:pt x="271" y="127"/>
                    <a:pt x="271" y="126"/>
                  </a:cubicBezTo>
                  <a:cubicBezTo>
                    <a:pt x="271" y="126"/>
                    <a:pt x="271" y="126"/>
                    <a:pt x="270" y="126"/>
                  </a:cubicBezTo>
                  <a:cubicBezTo>
                    <a:pt x="270" y="125"/>
                    <a:pt x="271" y="124"/>
                    <a:pt x="272" y="125"/>
                  </a:cubicBezTo>
                  <a:cubicBezTo>
                    <a:pt x="272" y="125"/>
                    <a:pt x="274" y="124"/>
                    <a:pt x="274" y="123"/>
                  </a:cubicBezTo>
                  <a:cubicBezTo>
                    <a:pt x="274" y="123"/>
                    <a:pt x="272" y="122"/>
                    <a:pt x="272" y="122"/>
                  </a:cubicBezTo>
                  <a:cubicBezTo>
                    <a:pt x="272" y="122"/>
                    <a:pt x="272" y="123"/>
                    <a:pt x="271" y="122"/>
                  </a:cubicBezTo>
                  <a:cubicBezTo>
                    <a:pt x="271" y="122"/>
                    <a:pt x="272" y="121"/>
                    <a:pt x="272" y="121"/>
                  </a:cubicBezTo>
                  <a:cubicBezTo>
                    <a:pt x="272" y="121"/>
                    <a:pt x="271" y="120"/>
                    <a:pt x="272" y="120"/>
                  </a:cubicBezTo>
                  <a:cubicBezTo>
                    <a:pt x="272" y="119"/>
                    <a:pt x="272" y="120"/>
                    <a:pt x="272" y="119"/>
                  </a:cubicBezTo>
                  <a:cubicBezTo>
                    <a:pt x="272" y="119"/>
                    <a:pt x="272" y="119"/>
                    <a:pt x="272" y="119"/>
                  </a:cubicBezTo>
                  <a:cubicBezTo>
                    <a:pt x="272" y="118"/>
                    <a:pt x="272" y="118"/>
                    <a:pt x="273" y="117"/>
                  </a:cubicBezTo>
                  <a:cubicBezTo>
                    <a:pt x="273" y="117"/>
                    <a:pt x="273" y="118"/>
                    <a:pt x="273" y="118"/>
                  </a:cubicBezTo>
                  <a:cubicBezTo>
                    <a:pt x="273" y="118"/>
                    <a:pt x="273" y="117"/>
                    <a:pt x="273" y="117"/>
                  </a:cubicBezTo>
                  <a:cubicBezTo>
                    <a:pt x="274" y="117"/>
                    <a:pt x="274" y="118"/>
                    <a:pt x="274" y="118"/>
                  </a:cubicBezTo>
                  <a:cubicBezTo>
                    <a:pt x="274" y="119"/>
                    <a:pt x="274" y="118"/>
                    <a:pt x="274" y="118"/>
                  </a:cubicBezTo>
                  <a:cubicBezTo>
                    <a:pt x="274" y="117"/>
                    <a:pt x="274" y="117"/>
                    <a:pt x="274" y="116"/>
                  </a:cubicBezTo>
                  <a:cubicBezTo>
                    <a:pt x="274" y="116"/>
                    <a:pt x="274" y="116"/>
                    <a:pt x="274" y="115"/>
                  </a:cubicBezTo>
                  <a:cubicBezTo>
                    <a:pt x="274" y="115"/>
                    <a:pt x="273" y="114"/>
                    <a:pt x="273" y="114"/>
                  </a:cubicBezTo>
                  <a:cubicBezTo>
                    <a:pt x="273" y="113"/>
                    <a:pt x="272" y="114"/>
                    <a:pt x="272" y="114"/>
                  </a:cubicBezTo>
                  <a:cubicBezTo>
                    <a:pt x="271" y="114"/>
                    <a:pt x="271" y="115"/>
                    <a:pt x="271" y="116"/>
                  </a:cubicBezTo>
                  <a:cubicBezTo>
                    <a:pt x="270" y="117"/>
                    <a:pt x="271" y="118"/>
                    <a:pt x="270" y="119"/>
                  </a:cubicBezTo>
                  <a:cubicBezTo>
                    <a:pt x="270" y="119"/>
                    <a:pt x="270" y="120"/>
                    <a:pt x="270" y="120"/>
                  </a:cubicBezTo>
                  <a:cubicBezTo>
                    <a:pt x="270" y="120"/>
                    <a:pt x="270" y="120"/>
                    <a:pt x="270" y="121"/>
                  </a:cubicBezTo>
                  <a:cubicBezTo>
                    <a:pt x="270" y="120"/>
                    <a:pt x="269" y="122"/>
                    <a:pt x="269" y="123"/>
                  </a:cubicBezTo>
                  <a:cubicBezTo>
                    <a:pt x="270" y="122"/>
                    <a:pt x="270" y="122"/>
                    <a:pt x="270" y="122"/>
                  </a:cubicBezTo>
                  <a:cubicBezTo>
                    <a:pt x="270" y="123"/>
                    <a:pt x="269" y="123"/>
                    <a:pt x="269" y="123"/>
                  </a:cubicBezTo>
                  <a:cubicBezTo>
                    <a:pt x="269" y="123"/>
                    <a:pt x="269" y="124"/>
                    <a:pt x="269" y="124"/>
                  </a:cubicBezTo>
                  <a:cubicBezTo>
                    <a:pt x="268" y="124"/>
                    <a:pt x="268" y="125"/>
                    <a:pt x="268" y="125"/>
                  </a:cubicBezTo>
                  <a:cubicBezTo>
                    <a:pt x="267" y="126"/>
                    <a:pt x="268" y="127"/>
                    <a:pt x="268" y="128"/>
                  </a:cubicBezTo>
                  <a:cubicBezTo>
                    <a:pt x="268" y="128"/>
                    <a:pt x="269" y="127"/>
                    <a:pt x="269" y="127"/>
                  </a:cubicBezTo>
                  <a:close/>
                  <a:moveTo>
                    <a:pt x="123" y="54"/>
                  </a:moveTo>
                  <a:cubicBezTo>
                    <a:pt x="123" y="54"/>
                    <a:pt x="124" y="55"/>
                    <a:pt x="123" y="55"/>
                  </a:cubicBezTo>
                  <a:cubicBezTo>
                    <a:pt x="124" y="54"/>
                    <a:pt x="123" y="53"/>
                    <a:pt x="123" y="54"/>
                  </a:cubicBezTo>
                  <a:close/>
                  <a:moveTo>
                    <a:pt x="87" y="57"/>
                  </a:moveTo>
                  <a:cubicBezTo>
                    <a:pt x="87" y="56"/>
                    <a:pt x="86" y="55"/>
                    <a:pt x="86" y="56"/>
                  </a:cubicBezTo>
                  <a:cubicBezTo>
                    <a:pt x="86" y="56"/>
                    <a:pt x="87" y="57"/>
                    <a:pt x="87" y="57"/>
                  </a:cubicBezTo>
                  <a:close/>
                  <a:moveTo>
                    <a:pt x="398" y="76"/>
                  </a:moveTo>
                  <a:cubicBezTo>
                    <a:pt x="398" y="77"/>
                    <a:pt x="398" y="78"/>
                    <a:pt x="398" y="78"/>
                  </a:cubicBezTo>
                  <a:cubicBezTo>
                    <a:pt x="399" y="79"/>
                    <a:pt x="399" y="78"/>
                    <a:pt x="400" y="78"/>
                  </a:cubicBezTo>
                  <a:cubicBezTo>
                    <a:pt x="400" y="79"/>
                    <a:pt x="401" y="79"/>
                    <a:pt x="401" y="79"/>
                  </a:cubicBezTo>
                  <a:cubicBezTo>
                    <a:pt x="401" y="79"/>
                    <a:pt x="403" y="78"/>
                    <a:pt x="403" y="78"/>
                  </a:cubicBezTo>
                  <a:cubicBezTo>
                    <a:pt x="403" y="77"/>
                    <a:pt x="403" y="78"/>
                    <a:pt x="403" y="77"/>
                  </a:cubicBezTo>
                  <a:cubicBezTo>
                    <a:pt x="403" y="77"/>
                    <a:pt x="402" y="77"/>
                    <a:pt x="402" y="77"/>
                  </a:cubicBezTo>
                  <a:cubicBezTo>
                    <a:pt x="402" y="77"/>
                    <a:pt x="402" y="77"/>
                    <a:pt x="401" y="77"/>
                  </a:cubicBezTo>
                  <a:cubicBezTo>
                    <a:pt x="401" y="77"/>
                    <a:pt x="401" y="75"/>
                    <a:pt x="400" y="75"/>
                  </a:cubicBezTo>
                  <a:cubicBezTo>
                    <a:pt x="401" y="75"/>
                    <a:pt x="399" y="74"/>
                    <a:pt x="399" y="74"/>
                  </a:cubicBezTo>
                  <a:cubicBezTo>
                    <a:pt x="399" y="74"/>
                    <a:pt x="399" y="73"/>
                    <a:pt x="398" y="73"/>
                  </a:cubicBezTo>
                  <a:cubicBezTo>
                    <a:pt x="398" y="73"/>
                    <a:pt x="398" y="73"/>
                    <a:pt x="397" y="74"/>
                  </a:cubicBezTo>
                  <a:cubicBezTo>
                    <a:pt x="397" y="74"/>
                    <a:pt x="398" y="75"/>
                    <a:pt x="398" y="76"/>
                  </a:cubicBezTo>
                  <a:close/>
                  <a:moveTo>
                    <a:pt x="370" y="124"/>
                  </a:moveTo>
                  <a:cubicBezTo>
                    <a:pt x="369" y="124"/>
                    <a:pt x="369" y="125"/>
                    <a:pt x="369" y="126"/>
                  </a:cubicBezTo>
                  <a:cubicBezTo>
                    <a:pt x="369" y="126"/>
                    <a:pt x="369" y="127"/>
                    <a:pt x="368" y="127"/>
                  </a:cubicBezTo>
                  <a:cubicBezTo>
                    <a:pt x="368" y="127"/>
                    <a:pt x="368" y="128"/>
                    <a:pt x="368" y="129"/>
                  </a:cubicBezTo>
                  <a:cubicBezTo>
                    <a:pt x="367" y="130"/>
                    <a:pt x="367" y="130"/>
                    <a:pt x="367" y="131"/>
                  </a:cubicBezTo>
                  <a:cubicBezTo>
                    <a:pt x="367" y="131"/>
                    <a:pt x="368" y="130"/>
                    <a:pt x="368" y="129"/>
                  </a:cubicBezTo>
                  <a:cubicBezTo>
                    <a:pt x="368" y="128"/>
                    <a:pt x="368" y="128"/>
                    <a:pt x="369" y="127"/>
                  </a:cubicBezTo>
                  <a:cubicBezTo>
                    <a:pt x="370" y="127"/>
                    <a:pt x="370" y="126"/>
                    <a:pt x="370" y="125"/>
                  </a:cubicBezTo>
                  <a:cubicBezTo>
                    <a:pt x="370" y="125"/>
                    <a:pt x="371" y="123"/>
                    <a:pt x="370" y="124"/>
                  </a:cubicBezTo>
                  <a:close/>
                  <a:moveTo>
                    <a:pt x="316" y="56"/>
                  </a:moveTo>
                  <a:cubicBezTo>
                    <a:pt x="315" y="55"/>
                    <a:pt x="315" y="57"/>
                    <a:pt x="315" y="57"/>
                  </a:cubicBezTo>
                  <a:cubicBezTo>
                    <a:pt x="316" y="57"/>
                    <a:pt x="316" y="56"/>
                    <a:pt x="316" y="56"/>
                  </a:cubicBezTo>
                  <a:close/>
                  <a:moveTo>
                    <a:pt x="74" y="55"/>
                  </a:moveTo>
                  <a:cubicBezTo>
                    <a:pt x="74" y="55"/>
                    <a:pt x="73" y="55"/>
                    <a:pt x="74" y="56"/>
                  </a:cubicBezTo>
                  <a:cubicBezTo>
                    <a:pt x="75" y="57"/>
                    <a:pt x="75" y="57"/>
                    <a:pt x="77" y="57"/>
                  </a:cubicBezTo>
                  <a:cubicBezTo>
                    <a:pt x="77" y="57"/>
                    <a:pt x="78" y="56"/>
                    <a:pt x="79" y="57"/>
                  </a:cubicBezTo>
                  <a:cubicBezTo>
                    <a:pt x="80" y="58"/>
                    <a:pt x="80" y="57"/>
                    <a:pt x="80" y="57"/>
                  </a:cubicBezTo>
                  <a:cubicBezTo>
                    <a:pt x="80" y="56"/>
                    <a:pt x="78" y="55"/>
                    <a:pt x="78" y="55"/>
                  </a:cubicBezTo>
                  <a:cubicBezTo>
                    <a:pt x="77" y="54"/>
                    <a:pt x="77" y="54"/>
                    <a:pt x="77" y="54"/>
                  </a:cubicBezTo>
                  <a:cubicBezTo>
                    <a:pt x="76" y="54"/>
                    <a:pt x="76" y="55"/>
                    <a:pt x="76" y="54"/>
                  </a:cubicBezTo>
                  <a:cubicBezTo>
                    <a:pt x="75" y="54"/>
                    <a:pt x="75" y="52"/>
                    <a:pt x="74" y="53"/>
                  </a:cubicBezTo>
                  <a:cubicBezTo>
                    <a:pt x="74" y="53"/>
                    <a:pt x="74" y="54"/>
                    <a:pt x="74" y="55"/>
                  </a:cubicBezTo>
                  <a:close/>
                  <a:moveTo>
                    <a:pt x="356" y="94"/>
                  </a:moveTo>
                  <a:cubicBezTo>
                    <a:pt x="356" y="94"/>
                    <a:pt x="357" y="94"/>
                    <a:pt x="357" y="94"/>
                  </a:cubicBezTo>
                  <a:cubicBezTo>
                    <a:pt x="357" y="94"/>
                    <a:pt x="356" y="94"/>
                    <a:pt x="356" y="94"/>
                  </a:cubicBezTo>
                  <a:close/>
                  <a:moveTo>
                    <a:pt x="246" y="174"/>
                  </a:moveTo>
                  <a:cubicBezTo>
                    <a:pt x="246" y="174"/>
                    <a:pt x="246" y="173"/>
                    <a:pt x="246" y="173"/>
                  </a:cubicBezTo>
                  <a:cubicBezTo>
                    <a:pt x="245" y="172"/>
                    <a:pt x="245" y="172"/>
                    <a:pt x="245" y="172"/>
                  </a:cubicBezTo>
                  <a:cubicBezTo>
                    <a:pt x="244" y="172"/>
                    <a:pt x="244" y="171"/>
                    <a:pt x="244" y="171"/>
                  </a:cubicBezTo>
                  <a:cubicBezTo>
                    <a:pt x="243" y="171"/>
                    <a:pt x="243" y="172"/>
                    <a:pt x="243" y="172"/>
                  </a:cubicBezTo>
                  <a:cubicBezTo>
                    <a:pt x="242" y="172"/>
                    <a:pt x="242" y="171"/>
                    <a:pt x="242" y="170"/>
                  </a:cubicBezTo>
                  <a:cubicBezTo>
                    <a:pt x="242" y="169"/>
                    <a:pt x="241" y="170"/>
                    <a:pt x="241" y="169"/>
                  </a:cubicBezTo>
                  <a:cubicBezTo>
                    <a:pt x="240" y="169"/>
                    <a:pt x="240" y="168"/>
                    <a:pt x="239" y="167"/>
                  </a:cubicBezTo>
                  <a:cubicBezTo>
                    <a:pt x="239" y="168"/>
                    <a:pt x="238" y="169"/>
                    <a:pt x="237" y="168"/>
                  </a:cubicBezTo>
                  <a:cubicBezTo>
                    <a:pt x="237" y="168"/>
                    <a:pt x="236" y="168"/>
                    <a:pt x="236" y="168"/>
                  </a:cubicBezTo>
                  <a:cubicBezTo>
                    <a:pt x="235" y="168"/>
                    <a:pt x="235" y="168"/>
                    <a:pt x="235" y="168"/>
                  </a:cubicBezTo>
                  <a:cubicBezTo>
                    <a:pt x="234" y="168"/>
                    <a:pt x="234" y="168"/>
                    <a:pt x="233" y="168"/>
                  </a:cubicBezTo>
                  <a:cubicBezTo>
                    <a:pt x="233" y="168"/>
                    <a:pt x="232" y="168"/>
                    <a:pt x="232" y="169"/>
                  </a:cubicBezTo>
                  <a:cubicBezTo>
                    <a:pt x="231" y="169"/>
                    <a:pt x="229" y="170"/>
                    <a:pt x="230" y="171"/>
                  </a:cubicBezTo>
                  <a:cubicBezTo>
                    <a:pt x="230" y="171"/>
                    <a:pt x="230" y="172"/>
                    <a:pt x="231" y="172"/>
                  </a:cubicBezTo>
                  <a:cubicBezTo>
                    <a:pt x="231" y="172"/>
                    <a:pt x="232" y="172"/>
                    <a:pt x="233" y="172"/>
                  </a:cubicBezTo>
                  <a:cubicBezTo>
                    <a:pt x="233" y="172"/>
                    <a:pt x="234" y="173"/>
                    <a:pt x="234" y="173"/>
                  </a:cubicBezTo>
                  <a:cubicBezTo>
                    <a:pt x="234" y="172"/>
                    <a:pt x="235" y="172"/>
                    <a:pt x="236" y="173"/>
                  </a:cubicBezTo>
                  <a:cubicBezTo>
                    <a:pt x="236" y="173"/>
                    <a:pt x="237" y="173"/>
                    <a:pt x="237" y="173"/>
                  </a:cubicBezTo>
                  <a:cubicBezTo>
                    <a:pt x="237" y="174"/>
                    <a:pt x="238" y="174"/>
                    <a:pt x="238" y="174"/>
                  </a:cubicBezTo>
                  <a:cubicBezTo>
                    <a:pt x="239" y="175"/>
                    <a:pt x="239" y="176"/>
                    <a:pt x="240" y="177"/>
                  </a:cubicBezTo>
                  <a:cubicBezTo>
                    <a:pt x="241" y="178"/>
                    <a:pt x="241" y="178"/>
                    <a:pt x="242" y="178"/>
                  </a:cubicBezTo>
                  <a:cubicBezTo>
                    <a:pt x="243" y="178"/>
                    <a:pt x="243" y="178"/>
                    <a:pt x="244" y="179"/>
                  </a:cubicBezTo>
                  <a:cubicBezTo>
                    <a:pt x="244" y="178"/>
                    <a:pt x="244" y="178"/>
                    <a:pt x="245" y="178"/>
                  </a:cubicBezTo>
                  <a:cubicBezTo>
                    <a:pt x="245" y="178"/>
                    <a:pt x="246" y="178"/>
                    <a:pt x="246" y="177"/>
                  </a:cubicBezTo>
                  <a:cubicBezTo>
                    <a:pt x="247" y="177"/>
                    <a:pt x="248" y="176"/>
                    <a:pt x="247" y="175"/>
                  </a:cubicBezTo>
                  <a:cubicBezTo>
                    <a:pt x="247" y="175"/>
                    <a:pt x="246" y="174"/>
                    <a:pt x="246" y="174"/>
                  </a:cubicBezTo>
                  <a:close/>
                  <a:moveTo>
                    <a:pt x="15" y="38"/>
                  </a:moveTo>
                  <a:cubicBezTo>
                    <a:pt x="14" y="38"/>
                    <a:pt x="14" y="37"/>
                    <a:pt x="13" y="37"/>
                  </a:cubicBezTo>
                  <a:cubicBezTo>
                    <a:pt x="13" y="36"/>
                    <a:pt x="12" y="36"/>
                    <a:pt x="12" y="36"/>
                  </a:cubicBezTo>
                  <a:cubicBezTo>
                    <a:pt x="12" y="36"/>
                    <a:pt x="12" y="36"/>
                    <a:pt x="13" y="36"/>
                  </a:cubicBezTo>
                  <a:cubicBezTo>
                    <a:pt x="12" y="36"/>
                    <a:pt x="12" y="36"/>
                    <a:pt x="12" y="36"/>
                  </a:cubicBezTo>
                  <a:cubicBezTo>
                    <a:pt x="12" y="36"/>
                    <a:pt x="12" y="35"/>
                    <a:pt x="12" y="35"/>
                  </a:cubicBezTo>
                  <a:cubicBezTo>
                    <a:pt x="11" y="35"/>
                    <a:pt x="10" y="34"/>
                    <a:pt x="10" y="34"/>
                  </a:cubicBezTo>
                  <a:cubicBezTo>
                    <a:pt x="10" y="34"/>
                    <a:pt x="10" y="34"/>
                    <a:pt x="10" y="34"/>
                  </a:cubicBezTo>
                  <a:cubicBezTo>
                    <a:pt x="10" y="33"/>
                    <a:pt x="9" y="33"/>
                    <a:pt x="9" y="33"/>
                  </a:cubicBezTo>
                  <a:cubicBezTo>
                    <a:pt x="9" y="33"/>
                    <a:pt x="9" y="33"/>
                    <a:pt x="9" y="34"/>
                  </a:cubicBezTo>
                  <a:cubicBezTo>
                    <a:pt x="9" y="34"/>
                    <a:pt x="9" y="34"/>
                    <a:pt x="8" y="34"/>
                  </a:cubicBezTo>
                  <a:cubicBezTo>
                    <a:pt x="8" y="34"/>
                    <a:pt x="8" y="35"/>
                    <a:pt x="8" y="35"/>
                  </a:cubicBezTo>
                  <a:cubicBezTo>
                    <a:pt x="8" y="35"/>
                    <a:pt x="9" y="35"/>
                    <a:pt x="9" y="36"/>
                  </a:cubicBezTo>
                  <a:cubicBezTo>
                    <a:pt x="9" y="36"/>
                    <a:pt x="9" y="36"/>
                    <a:pt x="10" y="36"/>
                  </a:cubicBezTo>
                  <a:cubicBezTo>
                    <a:pt x="10" y="36"/>
                    <a:pt x="11" y="37"/>
                    <a:pt x="11" y="37"/>
                  </a:cubicBezTo>
                  <a:cubicBezTo>
                    <a:pt x="12" y="37"/>
                    <a:pt x="13" y="38"/>
                    <a:pt x="14" y="39"/>
                  </a:cubicBezTo>
                  <a:cubicBezTo>
                    <a:pt x="14" y="39"/>
                    <a:pt x="14" y="39"/>
                    <a:pt x="14" y="39"/>
                  </a:cubicBezTo>
                  <a:cubicBezTo>
                    <a:pt x="14" y="39"/>
                    <a:pt x="15" y="39"/>
                    <a:pt x="15" y="40"/>
                  </a:cubicBezTo>
                  <a:cubicBezTo>
                    <a:pt x="16" y="39"/>
                    <a:pt x="16" y="39"/>
                    <a:pt x="15" y="38"/>
                  </a:cubicBezTo>
                  <a:cubicBezTo>
                    <a:pt x="15" y="38"/>
                    <a:pt x="15" y="38"/>
                    <a:pt x="15" y="38"/>
                  </a:cubicBezTo>
                  <a:close/>
                  <a:moveTo>
                    <a:pt x="349" y="79"/>
                  </a:moveTo>
                  <a:cubicBezTo>
                    <a:pt x="349" y="79"/>
                    <a:pt x="349" y="80"/>
                    <a:pt x="350" y="80"/>
                  </a:cubicBezTo>
                  <a:cubicBezTo>
                    <a:pt x="351" y="81"/>
                    <a:pt x="352" y="78"/>
                    <a:pt x="352" y="77"/>
                  </a:cubicBezTo>
                  <a:cubicBezTo>
                    <a:pt x="352" y="77"/>
                    <a:pt x="352" y="76"/>
                    <a:pt x="351" y="75"/>
                  </a:cubicBezTo>
                  <a:cubicBezTo>
                    <a:pt x="351" y="75"/>
                    <a:pt x="351" y="76"/>
                    <a:pt x="351" y="75"/>
                  </a:cubicBezTo>
                  <a:cubicBezTo>
                    <a:pt x="350" y="75"/>
                    <a:pt x="350" y="75"/>
                    <a:pt x="350" y="75"/>
                  </a:cubicBezTo>
                  <a:cubicBezTo>
                    <a:pt x="350" y="75"/>
                    <a:pt x="349" y="75"/>
                    <a:pt x="349" y="76"/>
                  </a:cubicBezTo>
                  <a:cubicBezTo>
                    <a:pt x="349" y="76"/>
                    <a:pt x="348" y="76"/>
                    <a:pt x="348" y="76"/>
                  </a:cubicBezTo>
                  <a:cubicBezTo>
                    <a:pt x="347" y="76"/>
                    <a:pt x="348" y="77"/>
                    <a:pt x="348" y="77"/>
                  </a:cubicBezTo>
                  <a:cubicBezTo>
                    <a:pt x="348" y="78"/>
                    <a:pt x="348" y="79"/>
                    <a:pt x="349" y="79"/>
                  </a:cubicBezTo>
                  <a:close/>
                  <a:moveTo>
                    <a:pt x="97" y="55"/>
                  </a:moveTo>
                  <a:cubicBezTo>
                    <a:pt x="97" y="54"/>
                    <a:pt x="97" y="54"/>
                    <a:pt x="97" y="54"/>
                  </a:cubicBezTo>
                  <a:cubicBezTo>
                    <a:pt x="97" y="54"/>
                    <a:pt x="97" y="55"/>
                    <a:pt x="97" y="55"/>
                  </a:cubicBezTo>
                  <a:close/>
                  <a:moveTo>
                    <a:pt x="35" y="69"/>
                  </a:moveTo>
                  <a:cubicBezTo>
                    <a:pt x="34" y="69"/>
                    <a:pt x="34" y="70"/>
                    <a:pt x="34" y="70"/>
                  </a:cubicBezTo>
                  <a:cubicBezTo>
                    <a:pt x="34" y="71"/>
                    <a:pt x="34" y="71"/>
                    <a:pt x="33" y="71"/>
                  </a:cubicBezTo>
                  <a:cubicBezTo>
                    <a:pt x="34" y="71"/>
                    <a:pt x="34" y="71"/>
                    <a:pt x="35" y="72"/>
                  </a:cubicBezTo>
                  <a:cubicBezTo>
                    <a:pt x="35" y="72"/>
                    <a:pt x="35" y="71"/>
                    <a:pt x="35" y="71"/>
                  </a:cubicBezTo>
                  <a:cubicBezTo>
                    <a:pt x="35" y="71"/>
                    <a:pt x="35" y="71"/>
                    <a:pt x="36" y="71"/>
                  </a:cubicBezTo>
                  <a:cubicBezTo>
                    <a:pt x="36" y="71"/>
                    <a:pt x="36" y="71"/>
                    <a:pt x="36" y="70"/>
                  </a:cubicBezTo>
                  <a:cubicBezTo>
                    <a:pt x="36" y="70"/>
                    <a:pt x="36" y="69"/>
                    <a:pt x="35" y="68"/>
                  </a:cubicBezTo>
                  <a:cubicBezTo>
                    <a:pt x="35" y="68"/>
                    <a:pt x="35" y="69"/>
                    <a:pt x="35" y="69"/>
                  </a:cubicBezTo>
                  <a:close/>
                  <a:moveTo>
                    <a:pt x="137" y="59"/>
                  </a:moveTo>
                  <a:cubicBezTo>
                    <a:pt x="137" y="59"/>
                    <a:pt x="137" y="60"/>
                    <a:pt x="137" y="60"/>
                  </a:cubicBezTo>
                  <a:cubicBezTo>
                    <a:pt x="137" y="61"/>
                    <a:pt x="137" y="61"/>
                    <a:pt x="137" y="62"/>
                  </a:cubicBezTo>
                  <a:cubicBezTo>
                    <a:pt x="137" y="62"/>
                    <a:pt x="137" y="62"/>
                    <a:pt x="138" y="62"/>
                  </a:cubicBezTo>
                  <a:cubicBezTo>
                    <a:pt x="138" y="62"/>
                    <a:pt x="138" y="62"/>
                    <a:pt x="139" y="63"/>
                  </a:cubicBezTo>
                  <a:cubicBezTo>
                    <a:pt x="139" y="63"/>
                    <a:pt x="139" y="64"/>
                    <a:pt x="139" y="64"/>
                  </a:cubicBezTo>
                  <a:cubicBezTo>
                    <a:pt x="140" y="65"/>
                    <a:pt x="140" y="65"/>
                    <a:pt x="140" y="65"/>
                  </a:cubicBezTo>
                  <a:cubicBezTo>
                    <a:pt x="140" y="65"/>
                    <a:pt x="139" y="65"/>
                    <a:pt x="139" y="65"/>
                  </a:cubicBezTo>
                  <a:cubicBezTo>
                    <a:pt x="139" y="66"/>
                    <a:pt x="139" y="67"/>
                    <a:pt x="140" y="68"/>
                  </a:cubicBezTo>
                  <a:cubicBezTo>
                    <a:pt x="139" y="67"/>
                    <a:pt x="138" y="67"/>
                    <a:pt x="138" y="68"/>
                  </a:cubicBezTo>
                  <a:cubicBezTo>
                    <a:pt x="138" y="68"/>
                    <a:pt x="138" y="68"/>
                    <a:pt x="138" y="68"/>
                  </a:cubicBezTo>
                  <a:cubicBezTo>
                    <a:pt x="138" y="69"/>
                    <a:pt x="139" y="69"/>
                    <a:pt x="139" y="69"/>
                  </a:cubicBezTo>
                  <a:cubicBezTo>
                    <a:pt x="139" y="69"/>
                    <a:pt x="138" y="69"/>
                    <a:pt x="138" y="70"/>
                  </a:cubicBezTo>
                  <a:cubicBezTo>
                    <a:pt x="139" y="70"/>
                    <a:pt x="139" y="71"/>
                    <a:pt x="139" y="71"/>
                  </a:cubicBezTo>
                  <a:cubicBezTo>
                    <a:pt x="140" y="72"/>
                    <a:pt x="141" y="71"/>
                    <a:pt x="142" y="72"/>
                  </a:cubicBezTo>
                  <a:cubicBezTo>
                    <a:pt x="141" y="72"/>
                    <a:pt x="142" y="73"/>
                    <a:pt x="142" y="73"/>
                  </a:cubicBezTo>
                  <a:cubicBezTo>
                    <a:pt x="142" y="74"/>
                    <a:pt x="141" y="72"/>
                    <a:pt x="140" y="73"/>
                  </a:cubicBezTo>
                  <a:cubicBezTo>
                    <a:pt x="139" y="73"/>
                    <a:pt x="140" y="75"/>
                    <a:pt x="141" y="75"/>
                  </a:cubicBezTo>
                  <a:cubicBezTo>
                    <a:pt x="142" y="76"/>
                    <a:pt x="141" y="75"/>
                    <a:pt x="142" y="75"/>
                  </a:cubicBezTo>
                  <a:cubicBezTo>
                    <a:pt x="142" y="75"/>
                    <a:pt x="143" y="75"/>
                    <a:pt x="143" y="75"/>
                  </a:cubicBezTo>
                  <a:cubicBezTo>
                    <a:pt x="143" y="76"/>
                    <a:pt x="144" y="76"/>
                    <a:pt x="144" y="76"/>
                  </a:cubicBezTo>
                  <a:cubicBezTo>
                    <a:pt x="145" y="76"/>
                    <a:pt x="144" y="75"/>
                    <a:pt x="145" y="75"/>
                  </a:cubicBezTo>
                  <a:cubicBezTo>
                    <a:pt x="144" y="75"/>
                    <a:pt x="145" y="77"/>
                    <a:pt x="146" y="77"/>
                  </a:cubicBezTo>
                  <a:cubicBezTo>
                    <a:pt x="146" y="77"/>
                    <a:pt x="147" y="77"/>
                    <a:pt x="147" y="78"/>
                  </a:cubicBezTo>
                  <a:cubicBezTo>
                    <a:pt x="146" y="78"/>
                    <a:pt x="146" y="79"/>
                    <a:pt x="147" y="79"/>
                  </a:cubicBezTo>
                  <a:cubicBezTo>
                    <a:pt x="148" y="80"/>
                    <a:pt x="148" y="81"/>
                    <a:pt x="148" y="82"/>
                  </a:cubicBezTo>
                  <a:cubicBezTo>
                    <a:pt x="148" y="83"/>
                    <a:pt x="147" y="83"/>
                    <a:pt x="147" y="84"/>
                  </a:cubicBezTo>
                  <a:cubicBezTo>
                    <a:pt x="147" y="84"/>
                    <a:pt x="147" y="84"/>
                    <a:pt x="146" y="85"/>
                  </a:cubicBezTo>
                  <a:cubicBezTo>
                    <a:pt x="145" y="86"/>
                    <a:pt x="148" y="86"/>
                    <a:pt x="148" y="87"/>
                  </a:cubicBezTo>
                  <a:cubicBezTo>
                    <a:pt x="148" y="88"/>
                    <a:pt x="148" y="88"/>
                    <a:pt x="148" y="89"/>
                  </a:cubicBezTo>
                  <a:cubicBezTo>
                    <a:pt x="148" y="90"/>
                    <a:pt x="148" y="90"/>
                    <a:pt x="148" y="91"/>
                  </a:cubicBezTo>
                  <a:cubicBezTo>
                    <a:pt x="148" y="91"/>
                    <a:pt x="149" y="94"/>
                    <a:pt x="150" y="93"/>
                  </a:cubicBezTo>
                  <a:cubicBezTo>
                    <a:pt x="150" y="94"/>
                    <a:pt x="149" y="93"/>
                    <a:pt x="149" y="94"/>
                  </a:cubicBezTo>
                  <a:cubicBezTo>
                    <a:pt x="148" y="94"/>
                    <a:pt x="149" y="95"/>
                    <a:pt x="149" y="95"/>
                  </a:cubicBezTo>
                  <a:cubicBezTo>
                    <a:pt x="149" y="96"/>
                    <a:pt x="149" y="96"/>
                    <a:pt x="149" y="96"/>
                  </a:cubicBezTo>
                  <a:cubicBezTo>
                    <a:pt x="149" y="97"/>
                    <a:pt x="149" y="97"/>
                    <a:pt x="149" y="98"/>
                  </a:cubicBezTo>
                  <a:cubicBezTo>
                    <a:pt x="149" y="99"/>
                    <a:pt x="150" y="98"/>
                    <a:pt x="151" y="97"/>
                  </a:cubicBezTo>
                  <a:cubicBezTo>
                    <a:pt x="151" y="97"/>
                    <a:pt x="152" y="96"/>
                    <a:pt x="153" y="98"/>
                  </a:cubicBezTo>
                  <a:cubicBezTo>
                    <a:pt x="153" y="98"/>
                    <a:pt x="153" y="99"/>
                    <a:pt x="153" y="99"/>
                  </a:cubicBezTo>
                  <a:cubicBezTo>
                    <a:pt x="154" y="99"/>
                    <a:pt x="154" y="98"/>
                    <a:pt x="155" y="98"/>
                  </a:cubicBezTo>
                  <a:cubicBezTo>
                    <a:pt x="155" y="98"/>
                    <a:pt x="156" y="97"/>
                    <a:pt x="156" y="97"/>
                  </a:cubicBezTo>
                  <a:cubicBezTo>
                    <a:pt x="156" y="97"/>
                    <a:pt x="154" y="98"/>
                    <a:pt x="154" y="98"/>
                  </a:cubicBezTo>
                  <a:cubicBezTo>
                    <a:pt x="154" y="99"/>
                    <a:pt x="155" y="99"/>
                    <a:pt x="155" y="99"/>
                  </a:cubicBezTo>
                  <a:cubicBezTo>
                    <a:pt x="156" y="100"/>
                    <a:pt x="158" y="98"/>
                    <a:pt x="159" y="98"/>
                  </a:cubicBezTo>
                  <a:cubicBezTo>
                    <a:pt x="160" y="97"/>
                    <a:pt x="161" y="97"/>
                    <a:pt x="161" y="98"/>
                  </a:cubicBezTo>
                  <a:cubicBezTo>
                    <a:pt x="162" y="99"/>
                    <a:pt x="162" y="98"/>
                    <a:pt x="163" y="98"/>
                  </a:cubicBezTo>
                  <a:cubicBezTo>
                    <a:pt x="163" y="98"/>
                    <a:pt x="163" y="98"/>
                    <a:pt x="163" y="97"/>
                  </a:cubicBezTo>
                  <a:cubicBezTo>
                    <a:pt x="163" y="97"/>
                    <a:pt x="163" y="97"/>
                    <a:pt x="163" y="97"/>
                  </a:cubicBezTo>
                  <a:cubicBezTo>
                    <a:pt x="163" y="96"/>
                    <a:pt x="163" y="96"/>
                    <a:pt x="164" y="96"/>
                  </a:cubicBezTo>
                  <a:cubicBezTo>
                    <a:pt x="163" y="96"/>
                    <a:pt x="164" y="98"/>
                    <a:pt x="164" y="99"/>
                  </a:cubicBezTo>
                  <a:cubicBezTo>
                    <a:pt x="164" y="99"/>
                    <a:pt x="164" y="100"/>
                    <a:pt x="164" y="101"/>
                  </a:cubicBezTo>
                  <a:cubicBezTo>
                    <a:pt x="164" y="101"/>
                    <a:pt x="165" y="102"/>
                    <a:pt x="164" y="103"/>
                  </a:cubicBezTo>
                  <a:cubicBezTo>
                    <a:pt x="164" y="103"/>
                    <a:pt x="164" y="104"/>
                    <a:pt x="164" y="104"/>
                  </a:cubicBezTo>
                  <a:cubicBezTo>
                    <a:pt x="165" y="105"/>
                    <a:pt x="165" y="104"/>
                    <a:pt x="166" y="104"/>
                  </a:cubicBezTo>
                  <a:cubicBezTo>
                    <a:pt x="166" y="103"/>
                    <a:pt x="167" y="102"/>
                    <a:pt x="168" y="102"/>
                  </a:cubicBezTo>
                  <a:cubicBezTo>
                    <a:pt x="169" y="101"/>
                    <a:pt x="170" y="102"/>
                    <a:pt x="171" y="103"/>
                  </a:cubicBezTo>
                  <a:cubicBezTo>
                    <a:pt x="172" y="104"/>
                    <a:pt x="173" y="102"/>
                    <a:pt x="174" y="101"/>
                  </a:cubicBezTo>
                  <a:cubicBezTo>
                    <a:pt x="175" y="101"/>
                    <a:pt x="175" y="101"/>
                    <a:pt x="175" y="100"/>
                  </a:cubicBezTo>
                  <a:cubicBezTo>
                    <a:pt x="176" y="100"/>
                    <a:pt x="176" y="100"/>
                    <a:pt x="175" y="100"/>
                  </a:cubicBezTo>
                  <a:cubicBezTo>
                    <a:pt x="175" y="99"/>
                    <a:pt x="175" y="99"/>
                    <a:pt x="176" y="99"/>
                  </a:cubicBezTo>
                  <a:cubicBezTo>
                    <a:pt x="176" y="98"/>
                    <a:pt x="176" y="98"/>
                    <a:pt x="176" y="97"/>
                  </a:cubicBezTo>
                  <a:cubicBezTo>
                    <a:pt x="176" y="98"/>
                    <a:pt x="177" y="98"/>
                    <a:pt x="177" y="99"/>
                  </a:cubicBezTo>
                  <a:cubicBezTo>
                    <a:pt x="177" y="99"/>
                    <a:pt x="177" y="99"/>
                    <a:pt x="178" y="99"/>
                  </a:cubicBezTo>
                  <a:cubicBezTo>
                    <a:pt x="178" y="100"/>
                    <a:pt x="178" y="101"/>
                    <a:pt x="179" y="101"/>
                  </a:cubicBezTo>
                  <a:cubicBezTo>
                    <a:pt x="179" y="101"/>
                    <a:pt x="179" y="100"/>
                    <a:pt x="179" y="100"/>
                  </a:cubicBezTo>
                  <a:cubicBezTo>
                    <a:pt x="179" y="100"/>
                    <a:pt x="179" y="101"/>
                    <a:pt x="180" y="101"/>
                  </a:cubicBezTo>
                  <a:cubicBezTo>
                    <a:pt x="180" y="101"/>
                    <a:pt x="180" y="101"/>
                    <a:pt x="180" y="100"/>
                  </a:cubicBezTo>
                  <a:cubicBezTo>
                    <a:pt x="182" y="99"/>
                    <a:pt x="182" y="101"/>
                    <a:pt x="182" y="102"/>
                  </a:cubicBezTo>
                  <a:cubicBezTo>
                    <a:pt x="182" y="104"/>
                    <a:pt x="183" y="104"/>
                    <a:pt x="184" y="103"/>
                  </a:cubicBezTo>
                  <a:cubicBezTo>
                    <a:pt x="184" y="103"/>
                    <a:pt x="185" y="103"/>
                    <a:pt x="186" y="102"/>
                  </a:cubicBezTo>
                  <a:cubicBezTo>
                    <a:pt x="186" y="102"/>
                    <a:pt x="186" y="101"/>
                    <a:pt x="187" y="100"/>
                  </a:cubicBezTo>
                  <a:cubicBezTo>
                    <a:pt x="187" y="101"/>
                    <a:pt x="186" y="103"/>
                    <a:pt x="187" y="102"/>
                  </a:cubicBezTo>
                  <a:cubicBezTo>
                    <a:pt x="188" y="102"/>
                    <a:pt x="188" y="101"/>
                    <a:pt x="189" y="101"/>
                  </a:cubicBezTo>
                  <a:cubicBezTo>
                    <a:pt x="189" y="101"/>
                    <a:pt x="188" y="102"/>
                    <a:pt x="188" y="102"/>
                  </a:cubicBezTo>
                  <a:cubicBezTo>
                    <a:pt x="188" y="103"/>
                    <a:pt x="189" y="103"/>
                    <a:pt x="189" y="103"/>
                  </a:cubicBezTo>
                  <a:cubicBezTo>
                    <a:pt x="189" y="103"/>
                    <a:pt x="190" y="104"/>
                    <a:pt x="190" y="103"/>
                  </a:cubicBezTo>
                  <a:cubicBezTo>
                    <a:pt x="190" y="103"/>
                    <a:pt x="190" y="102"/>
                    <a:pt x="190" y="102"/>
                  </a:cubicBezTo>
                  <a:cubicBezTo>
                    <a:pt x="191" y="102"/>
                    <a:pt x="190" y="104"/>
                    <a:pt x="190" y="104"/>
                  </a:cubicBezTo>
                  <a:cubicBezTo>
                    <a:pt x="190" y="105"/>
                    <a:pt x="191" y="105"/>
                    <a:pt x="191" y="106"/>
                  </a:cubicBezTo>
                  <a:cubicBezTo>
                    <a:pt x="191" y="107"/>
                    <a:pt x="191" y="108"/>
                    <a:pt x="191" y="109"/>
                  </a:cubicBezTo>
                  <a:cubicBezTo>
                    <a:pt x="191" y="110"/>
                    <a:pt x="191" y="111"/>
                    <a:pt x="191" y="111"/>
                  </a:cubicBezTo>
                  <a:cubicBezTo>
                    <a:pt x="192" y="112"/>
                    <a:pt x="194" y="110"/>
                    <a:pt x="195" y="109"/>
                  </a:cubicBezTo>
                  <a:cubicBezTo>
                    <a:pt x="197" y="108"/>
                    <a:pt x="199" y="108"/>
                    <a:pt x="200" y="107"/>
                  </a:cubicBezTo>
                  <a:cubicBezTo>
                    <a:pt x="201" y="106"/>
                    <a:pt x="202" y="106"/>
                    <a:pt x="203" y="105"/>
                  </a:cubicBezTo>
                  <a:cubicBezTo>
                    <a:pt x="203" y="105"/>
                    <a:pt x="204" y="105"/>
                    <a:pt x="204" y="105"/>
                  </a:cubicBezTo>
                  <a:cubicBezTo>
                    <a:pt x="205" y="104"/>
                    <a:pt x="206" y="100"/>
                    <a:pt x="206" y="101"/>
                  </a:cubicBezTo>
                  <a:cubicBezTo>
                    <a:pt x="206" y="101"/>
                    <a:pt x="206" y="101"/>
                    <a:pt x="206" y="101"/>
                  </a:cubicBezTo>
                  <a:cubicBezTo>
                    <a:pt x="206" y="101"/>
                    <a:pt x="206" y="101"/>
                    <a:pt x="206" y="101"/>
                  </a:cubicBezTo>
                  <a:cubicBezTo>
                    <a:pt x="207" y="101"/>
                    <a:pt x="206" y="100"/>
                    <a:pt x="206" y="100"/>
                  </a:cubicBezTo>
                  <a:cubicBezTo>
                    <a:pt x="207" y="100"/>
                    <a:pt x="207" y="100"/>
                    <a:pt x="207" y="100"/>
                  </a:cubicBezTo>
                  <a:cubicBezTo>
                    <a:pt x="208" y="100"/>
                    <a:pt x="207" y="99"/>
                    <a:pt x="207" y="99"/>
                  </a:cubicBezTo>
                  <a:cubicBezTo>
                    <a:pt x="207" y="98"/>
                    <a:pt x="206" y="98"/>
                    <a:pt x="206" y="98"/>
                  </a:cubicBezTo>
                  <a:cubicBezTo>
                    <a:pt x="206" y="98"/>
                    <a:pt x="206" y="97"/>
                    <a:pt x="206" y="96"/>
                  </a:cubicBezTo>
                  <a:cubicBezTo>
                    <a:pt x="207" y="96"/>
                    <a:pt x="207" y="98"/>
                    <a:pt x="207" y="98"/>
                  </a:cubicBezTo>
                  <a:cubicBezTo>
                    <a:pt x="208" y="98"/>
                    <a:pt x="209" y="97"/>
                    <a:pt x="209" y="96"/>
                  </a:cubicBezTo>
                  <a:cubicBezTo>
                    <a:pt x="209" y="95"/>
                    <a:pt x="209" y="95"/>
                    <a:pt x="209" y="94"/>
                  </a:cubicBezTo>
                  <a:cubicBezTo>
                    <a:pt x="209" y="93"/>
                    <a:pt x="208" y="94"/>
                    <a:pt x="208" y="94"/>
                  </a:cubicBezTo>
                  <a:cubicBezTo>
                    <a:pt x="208" y="94"/>
                    <a:pt x="208" y="93"/>
                    <a:pt x="208" y="93"/>
                  </a:cubicBezTo>
                  <a:cubicBezTo>
                    <a:pt x="208" y="93"/>
                    <a:pt x="209" y="93"/>
                    <a:pt x="210" y="93"/>
                  </a:cubicBezTo>
                  <a:cubicBezTo>
                    <a:pt x="210" y="93"/>
                    <a:pt x="210" y="94"/>
                    <a:pt x="210" y="93"/>
                  </a:cubicBezTo>
                  <a:cubicBezTo>
                    <a:pt x="210" y="93"/>
                    <a:pt x="210" y="93"/>
                    <a:pt x="210" y="93"/>
                  </a:cubicBezTo>
                  <a:cubicBezTo>
                    <a:pt x="210" y="92"/>
                    <a:pt x="211" y="92"/>
                    <a:pt x="211" y="91"/>
                  </a:cubicBezTo>
                  <a:cubicBezTo>
                    <a:pt x="211" y="91"/>
                    <a:pt x="211" y="89"/>
                    <a:pt x="211" y="89"/>
                  </a:cubicBezTo>
                  <a:cubicBezTo>
                    <a:pt x="210" y="90"/>
                    <a:pt x="210" y="89"/>
                    <a:pt x="210" y="89"/>
                  </a:cubicBezTo>
                  <a:cubicBezTo>
                    <a:pt x="210" y="89"/>
                    <a:pt x="209" y="90"/>
                    <a:pt x="209" y="89"/>
                  </a:cubicBezTo>
                  <a:cubicBezTo>
                    <a:pt x="209" y="89"/>
                    <a:pt x="208" y="89"/>
                    <a:pt x="208" y="89"/>
                  </a:cubicBezTo>
                  <a:cubicBezTo>
                    <a:pt x="208" y="88"/>
                    <a:pt x="210" y="88"/>
                    <a:pt x="210" y="87"/>
                  </a:cubicBezTo>
                  <a:cubicBezTo>
                    <a:pt x="210" y="87"/>
                    <a:pt x="210" y="86"/>
                    <a:pt x="210" y="86"/>
                  </a:cubicBezTo>
                  <a:cubicBezTo>
                    <a:pt x="209" y="85"/>
                    <a:pt x="210" y="85"/>
                    <a:pt x="209" y="85"/>
                  </a:cubicBezTo>
                  <a:cubicBezTo>
                    <a:pt x="209" y="84"/>
                    <a:pt x="208" y="85"/>
                    <a:pt x="208" y="85"/>
                  </a:cubicBezTo>
                  <a:cubicBezTo>
                    <a:pt x="207" y="85"/>
                    <a:pt x="208" y="84"/>
                    <a:pt x="209" y="84"/>
                  </a:cubicBezTo>
                  <a:cubicBezTo>
                    <a:pt x="209" y="84"/>
                    <a:pt x="211" y="83"/>
                    <a:pt x="211" y="82"/>
                  </a:cubicBezTo>
                  <a:cubicBezTo>
                    <a:pt x="210" y="81"/>
                    <a:pt x="212" y="81"/>
                    <a:pt x="212" y="80"/>
                  </a:cubicBezTo>
                  <a:cubicBezTo>
                    <a:pt x="213" y="80"/>
                    <a:pt x="213" y="79"/>
                    <a:pt x="213" y="79"/>
                  </a:cubicBezTo>
                  <a:cubicBezTo>
                    <a:pt x="213" y="79"/>
                    <a:pt x="213" y="79"/>
                    <a:pt x="213" y="79"/>
                  </a:cubicBezTo>
                  <a:cubicBezTo>
                    <a:pt x="213" y="79"/>
                    <a:pt x="213" y="78"/>
                    <a:pt x="213" y="78"/>
                  </a:cubicBezTo>
                  <a:cubicBezTo>
                    <a:pt x="213" y="78"/>
                    <a:pt x="212" y="77"/>
                    <a:pt x="213" y="76"/>
                  </a:cubicBezTo>
                  <a:cubicBezTo>
                    <a:pt x="213" y="77"/>
                    <a:pt x="212" y="77"/>
                    <a:pt x="213" y="78"/>
                  </a:cubicBezTo>
                  <a:cubicBezTo>
                    <a:pt x="213" y="78"/>
                    <a:pt x="213" y="78"/>
                    <a:pt x="213" y="79"/>
                  </a:cubicBezTo>
                  <a:cubicBezTo>
                    <a:pt x="213" y="78"/>
                    <a:pt x="213" y="79"/>
                    <a:pt x="214" y="79"/>
                  </a:cubicBezTo>
                  <a:cubicBezTo>
                    <a:pt x="215" y="79"/>
                    <a:pt x="215" y="78"/>
                    <a:pt x="216" y="77"/>
                  </a:cubicBezTo>
                  <a:cubicBezTo>
                    <a:pt x="216" y="77"/>
                    <a:pt x="216" y="76"/>
                    <a:pt x="217" y="76"/>
                  </a:cubicBezTo>
                  <a:cubicBezTo>
                    <a:pt x="217" y="75"/>
                    <a:pt x="218" y="75"/>
                    <a:pt x="218" y="75"/>
                  </a:cubicBezTo>
                  <a:cubicBezTo>
                    <a:pt x="218" y="73"/>
                    <a:pt x="218" y="75"/>
                    <a:pt x="219" y="75"/>
                  </a:cubicBezTo>
                  <a:cubicBezTo>
                    <a:pt x="218" y="75"/>
                    <a:pt x="219" y="75"/>
                    <a:pt x="219" y="75"/>
                  </a:cubicBezTo>
                  <a:cubicBezTo>
                    <a:pt x="219" y="75"/>
                    <a:pt x="220" y="75"/>
                    <a:pt x="220" y="75"/>
                  </a:cubicBezTo>
                  <a:cubicBezTo>
                    <a:pt x="220" y="74"/>
                    <a:pt x="220" y="74"/>
                    <a:pt x="220" y="74"/>
                  </a:cubicBezTo>
                  <a:cubicBezTo>
                    <a:pt x="220" y="74"/>
                    <a:pt x="221" y="74"/>
                    <a:pt x="221" y="74"/>
                  </a:cubicBezTo>
                  <a:cubicBezTo>
                    <a:pt x="221" y="73"/>
                    <a:pt x="220" y="73"/>
                    <a:pt x="220" y="73"/>
                  </a:cubicBezTo>
                  <a:cubicBezTo>
                    <a:pt x="220" y="73"/>
                    <a:pt x="221" y="73"/>
                    <a:pt x="221" y="72"/>
                  </a:cubicBezTo>
                  <a:cubicBezTo>
                    <a:pt x="221" y="72"/>
                    <a:pt x="220" y="72"/>
                    <a:pt x="220" y="72"/>
                  </a:cubicBezTo>
                  <a:cubicBezTo>
                    <a:pt x="220" y="72"/>
                    <a:pt x="221" y="72"/>
                    <a:pt x="221" y="71"/>
                  </a:cubicBezTo>
                  <a:cubicBezTo>
                    <a:pt x="221" y="71"/>
                    <a:pt x="221" y="70"/>
                    <a:pt x="221" y="71"/>
                  </a:cubicBezTo>
                  <a:cubicBezTo>
                    <a:pt x="221" y="71"/>
                    <a:pt x="222" y="70"/>
                    <a:pt x="221" y="70"/>
                  </a:cubicBezTo>
                  <a:cubicBezTo>
                    <a:pt x="220" y="70"/>
                    <a:pt x="220" y="71"/>
                    <a:pt x="220" y="71"/>
                  </a:cubicBezTo>
                  <a:cubicBezTo>
                    <a:pt x="220" y="70"/>
                    <a:pt x="220" y="70"/>
                    <a:pt x="220" y="69"/>
                  </a:cubicBezTo>
                  <a:cubicBezTo>
                    <a:pt x="220" y="69"/>
                    <a:pt x="220" y="69"/>
                    <a:pt x="220" y="69"/>
                  </a:cubicBezTo>
                  <a:cubicBezTo>
                    <a:pt x="219" y="68"/>
                    <a:pt x="220" y="67"/>
                    <a:pt x="220" y="66"/>
                  </a:cubicBezTo>
                  <a:cubicBezTo>
                    <a:pt x="220" y="66"/>
                    <a:pt x="220" y="66"/>
                    <a:pt x="220" y="65"/>
                  </a:cubicBezTo>
                  <a:cubicBezTo>
                    <a:pt x="220" y="65"/>
                    <a:pt x="220" y="64"/>
                    <a:pt x="220" y="64"/>
                  </a:cubicBezTo>
                  <a:cubicBezTo>
                    <a:pt x="220" y="63"/>
                    <a:pt x="220" y="62"/>
                    <a:pt x="221" y="61"/>
                  </a:cubicBezTo>
                  <a:cubicBezTo>
                    <a:pt x="221" y="60"/>
                    <a:pt x="221" y="60"/>
                    <a:pt x="221" y="60"/>
                  </a:cubicBezTo>
                  <a:cubicBezTo>
                    <a:pt x="222" y="59"/>
                    <a:pt x="222" y="58"/>
                    <a:pt x="222" y="58"/>
                  </a:cubicBezTo>
                  <a:cubicBezTo>
                    <a:pt x="222" y="57"/>
                    <a:pt x="223" y="56"/>
                    <a:pt x="224" y="56"/>
                  </a:cubicBezTo>
                  <a:cubicBezTo>
                    <a:pt x="224" y="56"/>
                    <a:pt x="224" y="57"/>
                    <a:pt x="225" y="57"/>
                  </a:cubicBezTo>
                  <a:cubicBezTo>
                    <a:pt x="226" y="57"/>
                    <a:pt x="225" y="55"/>
                    <a:pt x="225" y="55"/>
                  </a:cubicBezTo>
                  <a:cubicBezTo>
                    <a:pt x="224" y="54"/>
                    <a:pt x="224" y="54"/>
                    <a:pt x="224" y="53"/>
                  </a:cubicBezTo>
                  <a:cubicBezTo>
                    <a:pt x="224" y="53"/>
                    <a:pt x="224" y="53"/>
                    <a:pt x="225" y="53"/>
                  </a:cubicBezTo>
                  <a:cubicBezTo>
                    <a:pt x="225" y="54"/>
                    <a:pt x="225" y="54"/>
                    <a:pt x="225" y="55"/>
                  </a:cubicBezTo>
                  <a:cubicBezTo>
                    <a:pt x="226" y="55"/>
                    <a:pt x="226" y="56"/>
                    <a:pt x="227" y="56"/>
                  </a:cubicBezTo>
                  <a:cubicBezTo>
                    <a:pt x="227" y="56"/>
                    <a:pt x="228" y="56"/>
                    <a:pt x="228" y="56"/>
                  </a:cubicBezTo>
                  <a:cubicBezTo>
                    <a:pt x="228" y="56"/>
                    <a:pt x="229" y="56"/>
                    <a:pt x="229" y="56"/>
                  </a:cubicBezTo>
                  <a:cubicBezTo>
                    <a:pt x="229" y="56"/>
                    <a:pt x="230" y="56"/>
                    <a:pt x="230" y="56"/>
                  </a:cubicBezTo>
                  <a:cubicBezTo>
                    <a:pt x="231" y="56"/>
                    <a:pt x="231" y="56"/>
                    <a:pt x="232" y="56"/>
                  </a:cubicBezTo>
                  <a:cubicBezTo>
                    <a:pt x="233" y="57"/>
                    <a:pt x="233" y="56"/>
                    <a:pt x="233" y="56"/>
                  </a:cubicBezTo>
                  <a:cubicBezTo>
                    <a:pt x="234" y="55"/>
                    <a:pt x="234" y="55"/>
                    <a:pt x="235" y="54"/>
                  </a:cubicBezTo>
                  <a:cubicBezTo>
                    <a:pt x="235" y="54"/>
                    <a:pt x="234" y="53"/>
                    <a:pt x="234" y="54"/>
                  </a:cubicBezTo>
                  <a:cubicBezTo>
                    <a:pt x="233" y="54"/>
                    <a:pt x="232" y="52"/>
                    <a:pt x="232" y="51"/>
                  </a:cubicBezTo>
                  <a:cubicBezTo>
                    <a:pt x="231" y="51"/>
                    <a:pt x="230" y="50"/>
                    <a:pt x="230" y="50"/>
                  </a:cubicBezTo>
                  <a:cubicBezTo>
                    <a:pt x="229" y="50"/>
                    <a:pt x="229" y="50"/>
                    <a:pt x="229" y="49"/>
                  </a:cubicBezTo>
                  <a:cubicBezTo>
                    <a:pt x="228" y="49"/>
                    <a:pt x="229" y="49"/>
                    <a:pt x="229" y="49"/>
                  </a:cubicBezTo>
                  <a:cubicBezTo>
                    <a:pt x="229" y="49"/>
                    <a:pt x="228" y="48"/>
                    <a:pt x="227" y="48"/>
                  </a:cubicBezTo>
                  <a:cubicBezTo>
                    <a:pt x="227" y="48"/>
                    <a:pt x="226" y="47"/>
                    <a:pt x="226" y="47"/>
                  </a:cubicBezTo>
                  <a:cubicBezTo>
                    <a:pt x="225" y="46"/>
                    <a:pt x="225" y="46"/>
                    <a:pt x="225" y="45"/>
                  </a:cubicBezTo>
                  <a:cubicBezTo>
                    <a:pt x="224" y="45"/>
                    <a:pt x="223" y="45"/>
                    <a:pt x="223" y="45"/>
                  </a:cubicBezTo>
                  <a:cubicBezTo>
                    <a:pt x="223" y="45"/>
                    <a:pt x="223" y="44"/>
                    <a:pt x="223" y="43"/>
                  </a:cubicBezTo>
                  <a:cubicBezTo>
                    <a:pt x="223" y="43"/>
                    <a:pt x="222" y="43"/>
                    <a:pt x="222" y="43"/>
                  </a:cubicBezTo>
                  <a:cubicBezTo>
                    <a:pt x="222" y="43"/>
                    <a:pt x="223" y="43"/>
                    <a:pt x="224" y="43"/>
                  </a:cubicBezTo>
                  <a:cubicBezTo>
                    <a:pt x="224" y="43"/>
                    <a:pt x="223" y="42"/>
                    <a:pt x="223" y="42"/>
                  </a:cubicBezTo>
                  <a:cubicBezTo>
                    <a:pt x="223" y="42"/>
                    <a:pt x="224" y="43"/>
                    <a:pt x="224" y="42"/>
                  </a:cubicBezTo>
                  <a:cubicBezTo>
                    <a:pt x="224" y="41"/>
                    <a:pt x="225" y="41"/>
                    <a:pt x="225" y="41"/>
                  </a:cubicBezTo>
                  <a:cubicBezTo>
                    <a:pt x="226" y="40"/>
                    <a:pt x="224" y="38"/>
                    <a:pt x="224" y="38"/>
                  </a:cubicBezTo>
                  <a:cubicBezTo>
                    <a:pt x="223" y="37"/>
                    <a:pt x="223" y="37"/>
                    <a:pt x="223" y="36"/>
                  </a:cubicBezTo>
                  <a:cubicBezTo>
                    <a:pt x="222" y="35"/>
                    <a:pt x="222" y="35"/>
                    <a:pt x="222" y="35"/>
                  </a:cubicBezTo>
                  <a:cubicBezTo>
                    <a:pt x="221" y="34"/>
                    <a:pt x="220" y="34"/>
                    <a:pt x="221" y="34"/>
                  </a:cubicBezTo>
                  <a:cubicBezTo>
                    <a:pt x="221" y="34"/>
                    <a:pt x="222" y="34"/>
                    <a:pt x="222" y="33"/>
                  </a:cubicBezTo>
                  <a:cubicBezTo>
                    <a:pt x="222" y="33"/>
                    <a:pt x="220" y="33"/>
                    <a:pt x="220" y="33"/>
                  </a:cubicBezTo>
                  <a:cubicBezTo>
                    <a:pt x="220" y="33"/>
                    <a:pt x="221" y="33"/>
                    <a:pt x="221" y="33"/>
                  </a:cubicBezTo>
                  <a:cubicBezTo>
                    <a:pt x="221" y="33"/>
                    <a:pt x="221" y="32"/>
                    <a:pt x="221" y="32"/>
                  </a:cubicBezTo>
                  <a:cubicBezTo>
                    <a:pt x="220" y="32"/>
                    <a:pt x="220" y="33"/>
                    <a:pt x="221" y="32"/>
                  </a:cubicBezTo>
                  <a:cubicBezTo>
                    <a:pt x="221" y="31"/>
                    <a:pt x="219" y="31"/>
                    <a:pt x="219" y="31"/>
                  </a:cubicBezTo>
                  <a:cubicBezTo>
                    <a:pt x="219" y="31"/>
                    <a:pt x="217" y="30"/>
                    <a:pt x="217" y="29"/>
                  </a:cubicBezTo>
                  <a:cubicBezTo>
                    <a:pt x="218" y="29"/>
                    <a:pt x="218" y="30"/>
                    <a:pt x="218" y="29"/>
                  </a:cubicBezTo>
                  <a:cubicBezTo>
                    <a:pt x="218" y="29"/>
                    <a:pt x="219" y="28"/>
                    <a:pt x="218" y="27"/>
                  </a:cubicBezTo>
                  <a:cubicBezTo>
                    <a:pt x="218" y="27"/>
                    <a:pt x="217" y="27"/>
                    <a:pt x="216" y="26"/>
                  </a:cubicBezTo>
                  <a:cubicBezTo>
                    <a:pt x="216" y="26"/>
                    <a:pt x="217" y="26"/>
                    <a:pt x="216" y="26"/>
                  </a:cubicBezTo>
                  <a:cubicBezTo>
                    <a:pt x="216" y="25"/>
                    <a:pt x="215" y="26"/>
                    <a:pt x="215" y="26"/>
                  </a:cubicBezTo>
                  <a:cubicBezTo>
                    <a:pt x="215" y="25"/>
                    <a:pt x="218" y="25"/>
                    <a:pt x="218" y="25"/>
                  </a:cubicBezTo>
                  <a:cubicBezTo>
                    <a:pt x="219" y="25"/>
                    <a:pt x="219" y="26"/>
                    <a:pt x="219" y="25"/>
                  </a:cubicBezTo>
                  <a:cubicBezTo>
                    <a:pt x="219" y="25"/>
                    <a:pt x="219" y="24"/>
                    <a:pt x="219" y="24"/>
                  </a:cubicBezTo>
                  <a:cubicBezTo>
                    <a:pt x="219" y="24"/>
                    <a:pt x="219" y="24"/>
                    <a:pt x="220" y="25"/>
                  </a:cubicBezTo>
                  <a:cubicBezTo>
                    <a:pt x="220" y="25"/>
                    <a:pt x="221" y="25"/>
                    <a:pt x="221" y="25"/>
                  </a:cubicBezTo>
                  <a:cubicBezTo>
                    <a:pt x="221" y="25"/>
                    <a:pt x="222" y="25"/>
                    <a:pt x="222" y="24"/>
                  </a:cubicBezTo>
                  <a:cubicBezTo>
                    <a:pt x="222" y="24"/>
                    <a:pt x="221" y="24"/>
                    <a:pt x="221" y="24"/>
                  </a:cubicBezTo>
                  <a:cubicBezTo>
                    <a:pt x="221" y="24"/>
                    <a:pt x="222" y="24"/>
                    <a:pt x="222" y="24"/>
                  </a:cubicBezTo>
                  <a:cubicBezTo>
                    <a:pt x="222" y="23"/>
                    <a:pt x="221" y="23"/>
                    <a:pt x="221" y="23"/>
                  </a:cubicBezTo>
                  <a:cubicBezTo>
                    <a:pt x="220" y="23"/>
                    <a:pt x="220" y="22"/>
                    <a:pt x="219" y="22"/>
                  </a:cubicBezTo>
                  <a:cubicBezTo>
                    <a:pt x="220" y="22"/>
                    <a:pt x="221" y="23"/>
                    <a:pt x="221" y="22"/>
                  </a:cubicBezTo>
                  <a:cubicBezTo>
                    <a:pt x="221" y="22"/>
                    <a:pt x="220" y="22"/>
                    <a:pt x="220" y="21"/>
                  </a:cubicBezTo>
                  <a:cubicBezTo>
                    <a:pt x="220" y="21"/>
                    <a:pt x="220" y="21"/>
                    <a:pt x="219" y="21"/>
                  </a:cubicBezTo>
                  <a:cubicBezTo>
                    <a:pt x="219" y="21"/>
                    <a:pt x="219" y="21"/>
                    <a:pt x="219" y="21"/>
                  </a:cubicBezTo>
                  <a:cubicBezTo>
                    <a:pt x="219" y="21"/>
                    <a:pt x="219" y="21"/>
                    <a:pt x="219" y="21"/>
                  </a:cubicBezTo>
                  <a:cubicBezTo>
                    <a:pt x="218" y="20"/>
                    <a:pt x="218" y="20"/>
                    <a:pt x="218" y="20"/>
                  </a:cubicBezTo>
                  <a:cubicBezTo>
                    <a:pt x="218" y="20"/>
                    <a:pt x="218" y="20"/>
                    <a:pt x="218" y="19"/>
                  </a:cubicBezTo>
                  <a:cubicBezTo>
                    <a:pt x="219" y="20"/>
                    <a:pt x="219" y="20"/>
                    <a:pt x="220" y="19"/>
                  </a:cubicBezTo>
                  <a:cubicBezTo>
                    <a:pt x="219" y="19"/>
                    <a:pt x="219" y="20"/>
                    <a:pt x="218" y="19"/>
                  </a:cubicBezTo>
                  <a:cubicBezTo>
                    <a:pt x="218" y="18"/>
                    <a:pt x="217" y="18"/>
                    <a:pt x="217" y="18"/>
                  </a:cubicBezTo>
                  <a:cubicBezTo>
                    <a:pt x="217" y="18"/>
                    <a:pt x="217" y="17"/>
                    <a:pt x="216" y="17"/>
                  </a:cubicBezTo>
                  <a:cubicBezTo>
                    <a:pt x="216" y="17"/>
                    <a:pt x="216" y="18"/>
                    <a:pt x="215" y="18"/>
                  </a:cubicBezTo>
                  <a:cubicBezTo>
                    <a:pt x="215" y="18"/>
                    <a:pt x="214" y="18"/>
                    <a:pt x="213" y="18"/>
                  </a:cubicBezTo>
                  <a:cubicBezTo>
                    <a:pt x="213" y="17"/>
                    <a:pt x="212" y="18"/>
                    <a:pt x="212" y="17"/>
                  </a:cubicBezTo>
                  <a:cubicBezTo>
                    <a:pt x="211" y="17"/>
                    <a:pt x="211" y="18"/>
                    <a:pt x="211" y="18"/>
                  </a:cubicBezTo>
                  <a:cubicBezTo>
                    <a:pt x="210" y="17"/>
                    <a:pt x="210" y="17"/>
                    <a:pt x="210" y="17"/>
                  </a:cubicBezTo>
                  <a:cubicBezTo>
                    <a:pt x="209" y="17"/>
                    <a:pt x="210" y="18"/>
                    <a:pt x="209" y="18"/>
                  </a:cubicBezTo>
                  <a:cubicBezTo>
                    <a:pt x="209" y="18"/>
                    <a:pt x="209" y="18"/>
                    <a:pt x="208" y="18"/>
                  </a:cubicBezTo>
                  <a:cubicBezTo>
                    <a:pt x="208" y="17"/>
                    <a:pt x="208" y="17"/>
                    <a:pt x="207" y="17"/>
                  </a:cubicBezTo>
                  <a:cubicBezTo>
                    <a:pt x="206" y="17"/>
                    <a:pt x="206" y="17"/>
                    <a:pt x="205" y="18"/>
                  </a:cubicBezTo>
                  <a:cubicBezTo>
                    <a:pt x="205" y="18"/>
                    <a:pt x="205" y="18"/>
                    <a:pt x="204" y="18"/>
                  </a:cubicBezTo>
                  <a:cubicBezTo>
                    <a:pt x="204" y="17"/>
                    <a:pt x="204" y="17"/>
                    <a:pt x="204" y="17"/>
                  </a:cubicBezTo>
                  <a:cubicBezTo>
                    <a:pt x="203" y="17"/>
                    <a:pt x="203" y="17"/>
                    <a:pt x="203" y="17"/>
                  </a:cubicBezTo>
                  <a:cubicBezTo>
                    <a:pt x="203" y="17"/>
                    <a:pt x="203" y="18"/>
                    <a:pt x="203" y="18"/>
                  </a:cubicBezTo>
                  <a:cubicBezTo>
                    <a:pt x="203" y="19"/>
                    <a:pt x="202" y="19"/>
                    <a:pt x="202" y="19"/>
                  </a:cubicBezTo>
                  <a:cubicBezTo>
                    <a:pt x="201" y="19"/>
                    <a:pt x="201" y="20"/>
                    <a:pt x="201" y="20"/>
                  </a:cubicBezTo>
                  <a:cubicBezTo>
                    <a:pt x="201" y="21"/>
                    <a:pt x="201" y="21"/>
                    <a:pt x="201" y="22"/>
                  </a:cubicBezTo>
                  <a:cubicBezTo>
                    <a:pt x="201" y="22"/>
                    <a:pt x="200" y="22"/>
                    <a:pt x="200" y="22"/>
                  </a:cubicBezTo>
                  <a:cubicBezTo>
                    <a:pt x="201" y="23"/>
                    <a:pt x="201" y="23"/>
                    <a:pt x="201" y="23"/>
                  </a:cubicBezTo>
                  <a:cubicBezTo>
                    <a:pt x="201" y="24"/>
                    <a:pt x="201" y="24"/>
                    <a:pt x="201" y="25"/>
                  </a:cubicBezTo>
                  <a:cubicBezTo>
                    <a:pt x="200" y="25"/>
                    <a:pt x="201" y="26"/>
                    <a:pt x="201" y="27"/>
                  </a:cubicBezTo>
                  <a:cubicBezTo>
                    <a:pt x="201" y="27"/>
                    <a:pt x="201" y="27"/>
                    <a:pt x="201" y="28"/>
                  </a:cubicBezTo>
                  <a:cubicBezTo>
                    <a:pt x="201" y="28"/>
                    <a:pt x="200" y="29"/>
                    <a:pt x="200" y="30"/>
                  </a:cubicBezTo>
                  <a:cubicBezTo>
                    <a:pt x="200" y="30"/>
                    <a:pt x="200" y="30"/>
                    <a:pt x="200" y="31"/>
                  </a:cubicBezTo>
                  <a:cubicBezTo>
                    <a:pt x="200" y="31"/>
                    <a:pt x="200" y="31"/>
                    <a:pt x="200" y="31"/>
                  </a:cubicBezTo>
                  <a:cubicBezTo>
                    <a:pt x="200" y="32"/>
                    <a:pt x="199" y="33"/>
                    <a:pt x="198" y="32"/>
                  </a:cubicBezTo>
                  <a:cubicBezTo>
                    <a:pt x="198" y="32"/>
                    <a:pt x="198" y="32"/>
                    <a:pt x="197" y="32"/>
                  </a:cubicBezTo>
                  <a:cubicBezTo>
                    <a:pt x="197" y="33"/>
                    <a:pt x="197" y="34"/>
                    <a:pt x="196" y="34"/>
                  </a:cubicBezTo>
                  <a:cubicBezTo>
                    <a:pt x="197" y="34"/>
                    <a:pt x="197" y="35"/>
                    <a:pt x="196" y="35"/>
                  </a:cubicBezTo>
                  <a:cubicBezTo>
                    <a:pt x="196" y="35"/>
                    <a:pt x="196" y="37"/>
                    <a:pt x="196" y="37"/>
                  </a:cubicBezTo>
                  <a:cubicBezTo>
                    <a:pt x="197" y="37"/>
                    <a:pt x="197" y="37"/>
                    <a:pt x="197" y="37"/>
                  </a:cubicBezTo>
                  <a:cubicBezTo>
                    <a:pt x="198" y="37"/>
                    <a:pt x="198" y="38"/>
                    <a:pt x="197" y="38"/>
                  </a:cubicBezTo>
                  <a:cubicBezTo>
                    <a:pt x="197" y="38"/>
                    <a:pt x="196" y="38"/>
                    <a:pt x="196" y="39"/>
                  </a:cubicBezTo>
                  <a:cubicBezTo>
                    <a:pt x="196" y="39"/>
                    <a:pt x="195" y="39"/>
                    <a:pt x="195" y="40"/>
                  </a:cubicBezTo>
                  <a:cubicBezTo>
                    <a:pt x="195" y="40"/>
                    <a:pt x="194" y="40"/>
                    <a:pt x="194" y="40"/>
                  </a:cubicBezTo>
                  <a:cubicBezTo>
                    <a:pt x="193" y="40"/>
                    <a:pt x="193" y="41"/>
                    <a:pt x="193" y="42"/>
                  </a:cubicBezTo>
                  <a:cubicBezTo>
                    <a:pt x="193" y="42"/>
                    <a:pt x="193" y="43"/>
                    <a:pt x="194" y="43"/>
                  </a:cubicBezTo>
                  <a:cubicBezTo>
                    <a:pt x="194" y="43"/>
                    <a:pt x="194" y="44"/>
                    <a:pt x="194" y="44"/>
                  </a:cubicBezTo>
                  <a:cubicBezTo>
                    <a:pt x="194" y="45"/>
                    <a:pt x="194" y="45"/>
                    <a:pt x="193" y="45"/>
                  </a:cubicBezTo>
                  <a:cubicBezTo>
                    <a:pt x="192" y="45"/>
                    <a:pt x="193" y="46"/>
                    <a:pt x="193" y="46"/>
                  </a:cubicBezTo>
                  <a:cubicBezTo>
                    <a:pt x="192" y="47"/>
                    <a:pt x="192" y="48"/>
                    <a:pt x="192" y="49"/>
                  </a:cubicBezTo>
                  <a:cubicBezTo>
                    <a:pt x="192" y="49"/>
                    <a:pt x="191" y="50"/>
                    <a:pt x="191" y="49"/>
                  </a:cubicBezTo>
                  <a:cubicBezTo>
                    <a:pt x="190" y="49"/>
                    <a:pt x="190" y="49"/>
                    <a:pt x="189" y="49"/>
                  </a:cubicBezTo>
                  <a:cubicBezTo>
                    <a:pt x="189" y="49"/>
                    <a:pt x="188" y="49"/>
                    <a:pt x="188" y="49"/>
                  </a:cubicBezTo>
                  <a:cubicBezTo>
                    <a:pt x="187" y="50"/>
                    <a:pt x="187" y="49"/>
                    <a:pt x="187" y="49"/>
                  </a:cubicBezTo>
                  <a:cubicBezTo>
                    <a:pt x="187" y="49"/>
                    <a:pt x="186" y="49"/>
                    <a:pt x="186" y="49"/>
                  </a:cubicBezTo>
                  <a:cubicBezTo>
                    <a:pt x="185" y="49"/>
                    <a:pt x="185" y="50"/>
                    <a:pt x="184" y="51"/>
                  </a:cubicBezTo>
                  <a:cubicBezTo>
                    <a:pt x="184" y="51"/>
                    <a:pt x="183" y="52"/>
                    <a:pt x="183" y="52"/>
                  </a:cubicBezTo>
                  <a:cubicBezTo>
                    <a:pt x="182" y="52"/>
                    <a:pt x="182" y="51"/>
                    <a:pt x="181" y="51"/>
                  </a:cubicBezTo>
                  <a:cubicBezTo>
                    <a:pt x="180" y="51"/>
                    <a:pt x="181" y="51"/>
                    <a:pt x="180" y="50"/>
                  </a:cubicBezTo>
                  <a:cubicBezTo>
                    <a:pt x="179" y="50"/>
                    <a:pt x="178" y="50"/>
                    <a:pt x="178" y="50"/>
                  </a:cubicBezTo>
                  <a:cubicBezTo>
                    <a:pt x="177" y="50"/>
                    <a:pt x="177" y="49"/>
                    <a:pt x="177" y="50"/>
                  </a:cubicBezTo>
                  <a:cubicBezTo>
                    <a:pt x="176" y="50"/>
                    <a:pt x="176" y="49"/>
                    <a:pt x="177" y="49"/>
                  </a:cubicBezTo>
                  <a:cubicBezTo>
                    <a:pt x="178" y="48"/>
                    <a:pt x="174" y="48"/>
                    <a:pt x="174" y="48"/>
                  </a:cubicBezTo>
                  <a:cubicBezTo>
                    <a:pt x="173" y="48"/>
                    <a:pt x="172" y="48"/>
                    <a:pt x="172" y="48"/>
                  </a:cubicBezTo>
                  <a:cubicBezTo>
                    <a:pt x="171" y="48"/>
                    <a:pt x="171" y="48"/>
                    <a:pt x="170" y="49"/>
                  </a:cubicBezTo>
                  <a:cubicBezTo>
                    <a:pt x="170" y="49"/>
                    <a:pt x="169" y="49"/>
                    <a:pt x="168" y="49"/>
                  </a:cubicBezTo>
                  <a:cubicBezTo>
                    <a:pt x="168" y="50"/>
                    <a:pt x="169" y="50"/>
                    <a:pt x="169" y="50"/>
                  </a:cubicBezTo>
                  <a:cubicBezTo>
                    <a:pt x="168" y="51"/>
                    <a:pt x="168" y="51"/>
                    <a:pt x="168" y="52"/>
                  </a:cubicBezTo>
                  <a:cubicBezTo>
                    <a:pt x="168" y="53"/>
                    <a:pt x="168" y="53"/>
                    <a:pt x="167" y="53"/>
                  </a:cubicBezTo>
                  <a:cubicBezTo>
                    <a:pt x="166" y="53"/>
                    <a:pt x="166" y="53"/>
                    <a:pt x="165" y="54"/>
                  </a:cubicBezTo>
                  <a:cubicBezTo>
                    <a:pt x="165" y="54"/>
                    <a:pt x="165" y="54"/>
                    <a:pt x="165" y="54"/>
                  </a:cubicBezTo>
                  <a:cubicBezTo>
                    <a:pt x="164" y="54"/>
                    <a:pt x="164" y="54"/>
                    <a:pt x="163" y="54"/>
                  </a:cubicBezTo>
                  <a:cubicBezTo>
                    <a:pt x="163" y="54"/>
                    <a:pt x="162" y="55"/>
                    <a:pt x="162" y="55"/>
                  </a:cubicBezTo>
                  <a:cubicBezTo>
                    <a:pt x="162" y="55"/>
                    <a:pt x="162" y="54"/>
                    <a:pt x="162" y="54"/>
                  </a:cubicBezTo>
                  <a:cubicBezTo>
                    <a:pt x="162" y="54"/>
                    <a:pt x="161" y="54"/>
                    <a:pt x="161" y="54"/>
                  </a:cubicBezTo>
                  <a:cubicBezTo>
                    <a:pt x="160" y="54"/>
                    <a:pt x="160" y="53"/>
                    <a:pt x="159" y="54"/>
                  </a:cubicBezTo>
                  <a:cubicBezTo>
                    <a:pt x="158" y="54"/>
                    <a:pt x="156" y="54"/>
                    <a:pt x="155" y="55"/>
                  </a:cubicBezTo>
                  <a:cubicBezTo>
                    <a:pt x="155" y="56"/>
                    <a:pt x="153" y="55"/>
                    <a:pt x="153" y="56"/>
                  </a:cubicBezTo>
                  <a:cubicBezTo>
                    <a:pt x="153" y="56"/>
                    <a:pt x="152" y="56"/>
                    <a:pt x="152" y="55"/>
                  </a:cubicBezTo>
                  <a:cubicBezTo>
                    <a:pt x="151" y="55"/>
                    <a:pt x="151" y="55"/>
                    <a:pt x="151" y="55"/>
                  </a:cubicBezTo>
                  <a:cubicBezTo>
                    <a:pt x="151" y="54"/>
                    <a:pt x="150" y="55"/>
                    <a:pt x="150" y="54"/>
                  </a:cubicBezTo>
                  <a:cubicBezTo>
                    <a:pt x="150" y="54"/>
                    <a:pt x="149" y="53"/>
                    <a:pt x="149" y="52"/>
                  </a:cubicBezTo>
                  <a:cubicBezTo>
                    <a:pt x="149" y="52"/>
                    <a:pt x="148" y="52"/>
                    <a:pt x="148" y="52"/>
                  </a:cubicBezTo>
                  <a:cubicBezTo>
                    <a:pt x="147" y="51"/>
                    <a:pt x="147" y="50"/>
                    <a:pt x="147" y="50"/>
                  </a:cubicBezTo>
                  <a:cubicBezTo>
                    <a:pt x="146" y="50"/>
                    <a:pt x="146" y="49"/>
                    <a:pt x="145" y="49"/>
                  </a:cubicBezTo>
                  <a:cubicBezTo>
                    <a:pt x="145" y="48"/>
                    <a:pt x="144" y="48"/>
                    <a:pt x="144" y="47"/>
                  </a:cubicBezTo>
                  <a:cubicBezTo>
                    <a:pt x="144" y="47"/>
                    <a:pt x="144" y="46"/>
                    <a:pt x="144" y="46"/>
                  </a:cubicBezTo>
                  <a:cubicBezTo>
                    <a:pt x="143" y="45"/>
                    <a:pt x="142" y="45"/>
                    <a:pt x="143" y="44"/>
                  </a:cubicBezTo>
                  <a:cubicBezTo>
                    <a:pt x="143" y="44"/>
                    <a:pt x="144" y="43"/>
                    <a:pt x="144" y="42"/>
                  </a:cubicBezTo>
                  <a:cubicBezTo>
                    <a:pt x="143" y="43"/>
                    <a:pt x="143" y="43"/>
                    <a:pt x="143" y="43"/>
                  </a:cubicBezTo>
                  <a:cubicBezTo>
                    <a:pt x="142" y="43"/>
                    <a:pt x="142" y="44"/>
                    <a:pt x="141" y="44"/>
                  </a:cubicBezTo>
                  <a:cubicBezTo>
                    <a:pt x="140" y="44"/>
                    <a:pt x="141" y="45"/>
                    <a:pt x="140" y="46"/>
                  </a:cubicBezTo>
                  <a:cubicBezTo>
                    <a:pt x="140" y="45"/>
                    <a:pt x="140" y="45"/>
                    <a:pt x="141" y="45"/>
                  </a:cubicBezTo>
                  <a:cubicBezTo>
                    <a:pt x="140" y="47"/>
                    <a:pt x="139" y="47"/>
                    <a:pt x="138" y="48"/>
                  </a:cubicBezTo>
                  <a:cubicBezTo>
                    <a:pt x="138" y="49"/>
                    <a:pt x="138" y="50"/>
                    <a:pt x="138" y="51"/>
                  </a:cubicBezTo>
                  <a:cubicBezTo>
                    <a:pt x="137" y="52"/>
                    <a:pt x="138" y="52"/>
                    <a:pt x="138" y="52"/>
                  </a:cubicBezTo>
                  <a:cubicBezTo>
                    <a:pt x="139" y="51"/>
                    <a:pt x="140" y="50"/>
                    <a:pt x="140" y="50"/>
                  </a:cubicBezTo>
                  <a:cubicBezTo>
                    <a:pt x="140" y="50"/>
                    <a:pt x="139" y="51"/>
                    <a:pt x="139" y="51"/>
                  </a:cubicBezTo>
                  <a:cubicBezTo>
                    <a:pt x="138" y="52"/>
                    <a:pt x="138" y="52"/>
                    <a:pt x="138" y="52"/>
                  </a:cubicBezTo>
                  <a:cubicBezTo>
                    <a:pt x="137" y="52"/>
                    <a:pt x="137" y="52"/>
                    <a:pt x="137" y="52"/>
                  </a:cubicBezTo>
                  <a:cubicBezTo>
                    <a:pt x="136" y="53"/>
                    <a:pt x="137" y="54"/>
                    <a:pt x="137" y="55"/>
                  </a:cubicBezTo>
                  <a:cubicBezTo>
                    <a:pt x="137" y="55"/>
                    <a:pt x="136" y="56"/>
                    <a:pt x="136" y="56"/>
                  </a:cubicBezTo>
                  <a:cubicBezTo>
                    <a:pt x="136" y="57"/>
                    <a:pt x="136" y="57"/>
                    <a:pt x="136" y="57"/>
                  </a:cubicBezTo>
                  <a:cubicBezTo>
                    <a:pt x="136" y="58"/>
                    <a:pt x="137" y="58"/>
                    <a:pt x="137" y="59"/>
                  </a:cubicBezTo>
                  <a:close/>
                  <a:moveTo>
                    <a:pt x="197" y="155"/>
                  </a:moveTo>
                  <a:cubicBezTo>
                    <a:pt x="196" y="154"/>
                    <a:pt x="195" y="154"/>
                    <a:pt x="194" y="154"/>
                  </a:cubicBezTo>
                  <a:cubicBezTo>
                    <a:pt x="194" y="154"/>
                    <a:pt x="193" y="155"/>
                    <a:pt x="192" y="155"/>
                  </a:cubicBezTo>
                  <a:cubicBezTo>
                    <a:pt x="191" y="156"/>
                    <a:pt x="190" y="155"/>
                    <a:pt x="189" y="155"/>
                  </a:cubicBezTo>
                  <a:cubicBezTo>
                    <a:pt x="189" y="155"/>
                    <a:pt x="188" y="155"/>
                    <a:pt x="188" y="155"/>
                  </a:cubicBezTo>
                  <a:cubicBezTo>
                    <a:pt x="188" y="154"/>
                    <a:pt x="188" y="154"/>
                    <a:pt x="188" y="154"/>
                  </a:cubicBezTo>
                  <a:cubicBezTo>
                    <a:pt x="187" y="154"/>
                    <a:pt x="188" y="156"/>
                    <a:pt x="188" y="157"/>
                  </a:cubicBezTo>
                  <a:cubicBezTo>
                    <a:pt x="188" y="157"/>
                    <a:pt x="189" y="158"/>
                    <a:pt x="190" y="158"/>
                  </a:cubicBezTo>
                  <a:cubicBezTo>
                    <a:pt x="191" y="158"/>
                    <a:pt x="191" y="158"/>
                    <a:pt x="192" y="159"/>
                  </a:cubicBezTo>
                  <a:cubicBezTo>
                    <a:pt x="193" y="159"/>
                    <a:pt x="193" y="160"/>
                    <a:pt x="194" y="161"/>
                  </a:cubicBezTo>
                  <a:cubicBezTo>
                    <a:pt x="194" y="162"/>
                    <a:pt x="193" y="162"/>
                    <a:pt x="193" y="162"/>
                  </a:cubicBezTo>
                  <a:cubicBezTo>
                    <a:pt x="193" y="163"/>
                    <a:pt x="194" y="163"/>
                    <a:pt x="194" y="162"/>
                  </a:cubicBezTo>
                  <a:cubicBezTo>
                    <a:pt x="195" y="162"/>
                    <a:pt x="194" y="161"/>
                    <a:pt x="194" y="162"/>
                  </a:cubicBezTo>
                  <a:cubicBezTo>
                    <a:pt x="194" y="162"/>
                    <a:pt x="195" y="161"/>
                    <a:pt x="195" y="160"/>
                  </a:cubicBezTo>
                  <a:cubicBezTo>
                    <a:pt x="196" y="160"/>
                    <a:pt x="196" y="160"/>
                    <a:pt x="197" y="159"/>
                  </a:cubicBezTo>
                  <a:cubicBezTo>
                    <a:pt x="197" y="159"/>
                    <a:pt x="197" y="159"/>
                    <a:pt x="198" y="159"/>
                  </a:cubicBezTo>
                  <a:cubicBezTo>
                    <a:pt x="198" y="159"/>
                    <a:pt x="200" y="158"/>
                    <a:pt x="199" y="157"/>
                  </a:cubicBezTo>
                  <a:cubicBezTo>
                    <a:pt x="198" y="156"/>
                    <a:pt x="198" y="155"/>
                    <a:pt x="197" y="155"/>
                  </a:cubicBezTo>
                  <a:close/>
                  <a:moveTo>
                    <a:pt x="268" y="160"/>
                  </a:moveTo>
                  <a:cubicBezTo>
                    <a:pt x="268" y="159"/>
                    <a:pt x="267" y="158"/>
                    <a:pt x="268" y="158"/>
                  </a:cubicBezTo>
                  <a:cubicBezTo>
                    <a:pt x="268" y="158"/>
                    <a:pt x="269" y="159"/>
                    <a:pt x="269" y="158"/>
                  </a:cubicBezTo>
                  <a:cubicBezTo>
                    <a:pt x="269" y="157"/>
                    <a:pt x="269" y="157"/>
                    <a:pt x="270" y="157"/>
                  </a:cubicBezTo>
                  <a:cubicBezTo>
                    <a:pt x="270" y="157"/>
                    <a:pt x="270" y="156"/>
                    <a:pt x="270" y="156"/>
                  </a:cubicBezTo>
                  <a:cubicBezTo>
                    <a:pt x="270" y="154"/>
                    <a:pt x="268" y="153"/>
                    <a:pt x="268" y="155"/>
                  </a:cubicBezTo>
                  <a:cubicBezTo>
                    <a:pt x="267" y="156"/>
                    <a:pt x="268" y="156"/>
                    <a:pt x="268" y="156"/>
                  </a:cubicBezTo>
                  <a:cubicBezTo>
                    <a:pt x="268" y="155"/>
                    <a:pt x="269" y="155"/>
                    <a:pt x="269" y="156"/>
                  </a:cubicBezTo>
                  <a:cubicBezTo>
                    <a:pt x="269" y="157"/>
                    <a:pt x="267" y="157"/>
                    <a:pt x="266" y="157"/>
                  </a:cubicBezTo>
                  <a:cubicBezTo>
                    <a:pt x="266" y="158"/>
                    <a:pt x="265" y="158"/>
                    <a:pt x="265" y="159"/>
                  </a:cubicBezTo>
                  <a:cubicBezTo>
                    <a:pt x="265" y="159"/>
                    <a:pt x="265" y="160"/>
                    <a:pt x="264" y="160"/>
                  </a:cubicBezTo>
                  <a:cubicBezTo>
                    <a:pt x="264" y="160"/>
                    <a:pt x="263" y="160"/>
                    <a:pt x="262" y="160"/>
                  </a:cubicBezTo>
                  <a:cubicBezTo>
                    <a:pt x="262" y="160"/>
                    <a:pt x="262" y="159"/>
                    <a:pt x="261" y="159"/>
                  </a:cubicBezTo>
                  <a:cubicBezTo>
                    <a:pt x="260" y="159"/>
                    <a:pt x="260" y="159"/>
                    <a:pt x="260" y="158"/>
                  </a:cubicBezTo>
                  <a:cubicBezTo>
                    <a:pt x="261" y="158"/>
                    <a:pt x="260" y="158"/>
                    <a:pt x="260" y="158"/>
                  </a:cubicBezTo>
                  <a:cubicBezTo>
                    <a:pt x="259" y="159"/>
                    <a:pt x="257" y="159"/>
                    <a:pt x="256" y="158"/>
                  </a:cubicBezTo>
                  <a:cubicBezTo>
                    <a:pt x="256" y="159"/>
                    <a:pt x="256" y="159"/>
                    <a:pt x="256" y="159"/>
                  </a:cubicBezTo>
                  <a:cubicBezTo>
                    <a:pt x="256" y="159"/>
                    <a:pt x="255" y="160"/>
                    <a:pt x="255" y="160"/>
                  </a:cubicBezTo>
                  <a:cubicBezTo>
                    <a:pt x="255" y="159"/>
                    <a:pt x="255" y="160"/>
                    <a:pt x="254" y="160"/>
                  </a:cubicBezTo>
                  <a:cubicBezTo>
                    <a:pt x="254" y="160"/>
                    <a:pt x="254" y="159"/>
                    <a:pt x="253" y="159"/>
                  </a:cubicBezTo>
                  <a:cubicBezTo>
                    <a:pt x="253" y="158"/>
                    <a:pt x="252" y="158"/>
                    <a:pt x="251" y="157"/>
                  </a:cubicBezTo>
                  <a:cubicBezTo>
                    <a:pt x="250" y="157"/>
                    <a:pt x="249" y="157"/>
                    <a:pt x="248" y="157"/>
                  </a:cubicBezTo>
                  <a:cubicBezTo>
                    <a:pt x="248" y="157"/>
                    <a:pt x="247" y="156"/>
                    <a:pt x="247" y="156"/>
                  </a:cubicBezTo>
                  <a:cubicBezTo>
                    <a:pt x="247" y="156"/>
                    <a:pt x="246" y="156"/>
                    <a:pt x="246" y="156"/>
                  </a:cubicBezTo>
                  <a:cubicBezTo>
                    <a:pt x="246" y="156"/>
                    <a:pt x="246" y="156"/>
                    <a:pt x="246" y="156"/>
                  </a:cubicBezTo>
                  <a:cubicBezTo>
                    <a:pt x="245" y="156"/>
                    <a:pt x="245" y="156"/>
                    <a:pt x="245" y="156"/>
                  </a:cubicBezTo>
                  <a:cubicBezTo>
                    <a:pt x="245" y="156"/>
                    <a:pt x="245" y="156"/>
                    <a:pt x="245" y="156"/>
                  </a:cubicBezTo>
                  <a:cubicBezTo>
                    <a:pt x="244" y="156"/>
                    <a:pt x="243" y="156"/>
                    <a:pt x="243" y="156"/>
                  </a:cubicBezTo>
                  <a:cubicBezTo>
                    <a:pt x="243" y="157"/>
                    <a:pt x="242" y="157"/>
                    <a:pt x="242" y="157"/>
                  </a:cubicBezTo>
                  <a:cubicBezTo>
                    <a:pt x="242" y="158"/>
                    <a:pt x="241" y="157"/>
                    <a:pt x="241" y="158"/>
                  </a:cubicBezTo>
                  <a:cubicBezTo>
                    <a:pt x="241" y="158"/>
                    <a:pt x="241" y="158"/>
                    <a:pt x="240" y="158"/>
                  </a:cubicBezTo>
                  <a:cubicBezTo>
                    <a:pt x="240" y="158"/>
                    <a:pt x="240" y="158"/>
                    <a:pt x="239" y="158"/>
                  </a:cubicBezTo>
                  <a:cubicBezTo>
                    <a:pt x="239" y="158"/>
                    <a:pt x="240" y="158"/>
                    <a:pt x="239" y="159"/>
                  </a:cubicBezTo>
                  <a:cubicBezTo>
                    <a:pt x="239" y="159"/>
                    <a:pt x="239" y="159"/>
                    <a:pt x="239" y="159"/>
                  </a:cubicBezTo>
                  <a:cubicBezTo>
                    <a:pt x="238" y="160"/>
                    <a:pt x="238" y="160"/>
                    <a:pt x="238" y="161"/>
                  </a:cubicBezTo>
                  <a:cubicBezTo>
                    <a:pt x="239" y="161"/>
                    <a:pt x="239" y="162"/>
                    <a:pt x="239" y="162"/>
                  </a:cubicBezTo>
                  <a:cubicBezTo>
                    <a:pt x="240" y="162"/>
                    <a:pt x="239" y="163"/>
                    <a:pt x="240" y="163"/>
                  </a:cubicBezTo>
                  <a:cubicBezTo>
                    <a:pt x="240" y="163"/>
                    <a:pt x="240" y="162"/>
                    <a:pt x="240" y="162"/>
                  </a:cubicBezTo>
                  <a:cubicBezTo>
                    <a:pt x="240" y="162"/>
                    <a:pt x="241" y="162"/>
                    <a:pt x="241" y="162"/>
                  </a:cubicBezTo>
                  <a:cubicBezTo>
                    <a:pt x="242" y="162"/>
                    <a:pt x="242" y="162"/>
                    <a:pt x="242" y="162"/>
                  </a:cubicBezTo>
                  <a:cubicBezTo>
                    <a:pt x="243" y="163"/>
                    <a:pt x="244" y="162"/>
                    <a:pt x="244" y="162"/>
                  </a:cubicBezTo>
                  <a:cubicBezTo>
                    <a:pt x="245" y="162"/>
                    <a:pt x="246" y="162"/>
                    <a:pt x="246" y="162"/>
                  </a:cubicBezTo>
                  <a:cubicBezTo>
                    <a:pt x="246" y="162"/>
                    <a:pt x="247" y="163"/>
                    <a:pt x="248" y="163"/>
                  </a:cubicBezTo>
                  <a:cubicBezTo>
                    <a:pt x="248" y="162"/>
                    <a:pt x="249" y="162"/>
                    <a:pt x="249" y="163"/>
                  </a:cubicBezTo>
                  <a:cubicBezTo>
                    <a:pt x="249" y="164"/>
                    <a:pt x="251" y="163"/>
                    <a:pt x="252" y="163"/>
                  </a:cubicBezTo>
                  <a:cubicBezTo>
                    <a:pt x="252" y="163"/>
                    <a:pt x="253" y="164"/>
                    <a:pt x="254" y="163"/>
                  </a:cubicBezTo>
                  <a:cubicBezTo>
                    <a:pt x="254" y="163"/>
                    <a:pt x="254" y="162"/>
                    <a:pt x="254" y="162"/>
                  </a:cubicBezTo>
                  <a:cubicBezTo>
                    <a:pt x="254" y="162"/>
                    <a:pt x="256" y="162"/>
                    <a:pt x="256" y="162"/>
                  </a:cubicBezTo>
                  <a:cubicBezTo>
                    <a:pt x="256" y="162"/>
                    <a:pt x="256" y="163"/>
                    <a:pt x="256" y="163"/>
                  </a:cubicBezTo>
                  <a:cubicBezTo>
                    <a:pt x="256" y="163"/>
                    <a:pt x="257" y="163"/>
                    <a:pt x="257" y="163"/>
                  </a:cubicBezTo>
                  <a:cubicBezTo>
                    <a:pt x="257" y="163"/>
                    <a:pt x="257" y="163"/>
                    <a:pt x="257" y="163"/>
                  </a:cubicBezTo>
                  <a:cubicBezTo>
                    <a:pt x="258" y="163"/>
                    <a:pt x="259" y="162"/>
                    <a:pt x="259" y="162"/>
                  </a:cubicBezTo>
                  <a:cubicBezTo>
                    <a:pt x="260" y="162"/>
                    <a:pt x="261" y="161"/>
                    <a:pt x="262" y="161"/>
                  </a:cubicBezTo>
                  <a:cubicBezTo>
                    <a:pt x="262" y="161"/>
                    <a:pt x="263" y="162"/>
                    <a:pt x="264" y="161"/>
                  </a:cubicBezTo>
                  <a:cubicBezTo>
                    <a:pt x="265" y="161"/>
                    <a:pt x="266" y="160"/>
                    <a:pt x="266" y="160"/>
                  </a:cubicBezTo>
                  <a:cubicBezTo>
                    <a:pt x="267" y="160"/>
                    <a:pt x="268" y="160"/>
                    <a:pt x="268" y="160"/>
                  </a:cubicBezTo>
                  <a:close/>
                  <a:moveTo>
                    <a:pt x="208" y="160"/>
                  </a:moveTo>
                  <a:cubicBezTo>
                    <a:pt x="208" y="159"/>
                    <a:pt x="209" y="158"/>
                    <a:pt x="209" y="157"/>
                  </a:cubicBezTo>
                  <a:cubicBezTo>
                    <a:pt x="209" y="156"/>
                    <a:pt x="206" y="155"/>
                    <a:pt x="205" y="156"/>
                  </a:cubicBezTo>
                  <a:cubicBezTo>
                    <a:pt x="205" y="156"/>
                    <a:pt x="204" y="156"/>
                    <a:pt x="204" y="157"/>
                  </a:cubicBezTo>
                  <a:cubicBezTo>
                    <a:pt x="203" y="157"/>
                    <a:pt x="203" y="158"/>
                    <a:pt x="202" y="158"/>
                  </a:cubicBezTo>
                  <a:cubicBezTo>
                    <a:pt x="202" y="159"/>
                    <a:pt x="203" y="161"/>
                    <a:pt x="202" y="162"/>
                  </a:cubicBezTo>
                  <a:cubicBezTo>
                    <a:pt x="202" y="161"/>
                    <a:pt x="201" y="162"/>
                    <a:pt x="201" y="161"/>
                  </a:cubicBezTo>
                  <a:cubicBezTo>
                    <a:pt x="200" y="161"/>
                    <a:pt x="200" y="162"/>
                    <a:pt x="201" y="162"/>
                  </a:cubicBezTo>
                  <a:cubicBezTo>
                    <a:pt x="201" y="163"/>
                    <a:pt x="201" y="162"/>
                    <a:pt x="201" y="163"/>
                  </a:cubicBezTo>
                  <a:cubicBezTo>
                    <a:pt x="202" y="163"/>
                    <a:pt x="202" y="163"/>
                    <a:pt x="202" y="163"/>
                  </a:cubicBezTo>
                  <a:cubicBezTo>
                    <a:pt x="202" y="163"/>
                    <a:pt x="202" y="163"/>
                    <a:pt x="202" y="163"/>
                  </a:cubicBezTo>
                  <a:cubicBezTo>
                    <a:pt x="203" y="163"/>
                    <a:pt x="202" y="163"/>
                    <a:pt x="202" y="163"/>
                  </a:cubicBezTo>
                  <a:cubicBezTo>
                    <a:pt x="203" y="163"/>
                    <a:pt x="203" y="163"/>
                    <a:pt x="203" y="163"/>
                  </a:cubicBezTo>
                  <a:cubicBezTo>
                    <a:pt x="203" y="163"/>
                    <a:pt x="203" y="163"/>
                    <a:pt x="204" y="163"/>
                  </a:cubicBezTo>
                  <a:cubicBezTo>
                    <a:pt x="204" y="163"/>
                    <a:pt x="204" y="163"/>
                    <a:pt x="204" y="163"/>
                  </a:cubicBezTo>
                  <a:cubicBezTo>
                    <a:pt x="204" y="163"/>
                    <a:pt x="206" y="163"/>
                    <a:pt x="205" y="164"/>
                  </a:cubicBezTo>
                  <a:cubicBezTo>
                    <a:pt x="206" y="163"/>
                    <a:pt x="205" y="162"/>
                    <a:pt x="206" y="162"/>
                  </a:cubicBezTo>
                  <a:cubicBezTo>
                    <a:pt x="207" y="162"/>
                    <a:pt x="206" y="163"/>
                    <a:pt x="206" y="163"/>
                  </a:cubicBezTo>
                  <a:cubicBezTo>
                    <a:pt x="206" y="163"/>
                    <a:pt x="208" y="163"/>
                    <a:pt x="207" y="163"/>
                  </a:cubicBezTo>
                  <a:cubicBezTo>
                    <a:pt x="207" y="162"/>
                    <a:pt x="207" y="163"/>
                    <a:pt x="207" y="163"/>
                  </a:cubicBezTo>
                  <a:cubicBezTo>
                    <a:pt x="206" y="163"/>
                    <a:pt x="207" y="161"/>
                    <a:pt x="207" y="161"/>
                  </a:cubicBezTo>
                  <a:cubicBezTo>
                    <a:pt x="208" y="161"/>
                    <a:pt x="208" y="160"/>
                    <a:pt x="208" y="160"/>
                  </a:cubicBezTo>
                  <a:close/>
                  <a:moveTo>
                    <a:pt x="229" y="162"/>
                  </a:moveTo>
                  <a:cubicBezTo>
                    <a:pt x="229" y="162"/>
                    <a:pt x="228" y="162"/>
                    <a:pt x="228" y="162"/>
                  </a:cubicBezTo>
                  <a:cubicBezTo>
                    <a:pt x="228" y="162"/>
                    <a:pt x="228" y="161"/>
                    <a:pt x="228" y="161"/>
                  </a:cubicBezTo>
                  <a:cubicBezTo>
                    <a:pt x="229" y="161"/>
                    <a:pt x="229" y="161"/>
                    <a:pt x="229" y="161"/>
                  </a:cubicBezTo>
                  <a:cubicBezTo>
                    <a:pt x="229" y="161"/>
                    <a:pt x="230" y="161"/>
                    <a:pt x="230" y="161"/>
                  </a:cubicBezTo>
                  <a:cubicBezTo>
                    <a:pt x="231" y="161"/>
                    <a:pt x="231" y="162"/>
                    <a:pt x="232" y="161"/>
                  </a:cubicBezTo>
                  <a:cubicBezTo>
                    <a:pt x="233" y="161"/>
                    <a:pt x="233" y="160"/>
                    <a:pt x="233" y="159"/>
                  </a:cubicBezTo>
                  <a:cubicBezTo>
                    <a:pt x="232" y="160"/>
                    <a:pt x="231" y="161"/>
                    <a:pt x="231" y="159"/>
                  </a:cubicBezTo>
                  <a:cubicBezTo>
                    <a:pt x="231" y="159"/>
                    <a:pt x="232" y="158"/>
                    <a:pt x="231" y="158"/>
                  </a:cubicBezTo>
                  <a:cubicBezTo>
                    <a:pt x="231" y="157"/>
                    <a:pt x="231" y="157"/>
                    <a:pt x="231" y="157"/>
                  </a:cubicBezTo>
                  <a:cubicBezTo>
                    <a:pt x="231" y="156"/>
                    <a:pt x="229" y="156"/>
                    <a:pt x="229" y="157"/>
                  </a:cubicBezTo>
                  <a:cubicBezTo>
                    <a:pt x="228" y="158"/>
                    <a:pt x="228" y="159"/>
                    <a:pt x="228" y="159"/>
                  </a:cubicBezTo>
                  <a:cubicBezTo>
                    <a:pt x="228" y="158"/>
                    <a:pt x="229" y="157"/>
                    <a:pt x="227" y="156"/>
                  </a:cubicBezTo>
                  <a:cubicBezTo>
                    <a:pt x="225" y="156"/>
                    <a:pt x="226" y="157"/>
                    <a:pt x="225" y="157"/>
                  </a:cubicBezTo>
                  <a:cubicBezTo>
                    <a:pt x="223" y="157"/>
                    <a:pt x="224" y="155"/>
                    <a:pt x="223" y="154"/>
                  </a:cubicBezTo>
                  <a:cubicBezTo>
                    <a:pt x="222" y="154"/>
                    <a:pt x="220" y="154"/>
                    <a:pt x="219" y="155"/>
                  </a:cubicBezTo>
                  <a:cubicBezTo>
                    <a:pt x="218" y="155"/>
                    <a:pt x="219" y="156"/>
                    <a:pt x="219" y="156"/>
                  </a:cubicBezTo>
                  <a:cubicBezTo>
                    <a:pt x="219" y="157"/>
                    <a:pt x="220" y="157"/>
                    <a:pt x="220" y="158"/>
                  </a:cubicBezTo>
                  <a:cubicBezTo>
                    <a:pt x="220" y="158"/>
                    <a:pt x="221" y="158"/>
                    <a:pt x="221" y="158"/>
                  </a:cubicBezTo>
                  <a:cubicBezTo>
                    <a:pt x="221" y="158"/>
                    <a:pt x="222" y="158"/>
                    <a:pt x="222" y="158"/>
                  </a:cubicBezTo>
                  <a:cubicBezTo>
                    <a:pt x="222" y="159"/>
                    <a:pt x="223" y="159"/>
                    <a:pt x="223" y="159"/>
                  </a:cubicBezTo>
                  <a:cubicBezTo>
                    <a:pt x="224" y="159"/>
                    <a:pt x="224" y="161"/>
                    <a:pt x="223" y="160"/>
                  </a:cubicBezTo>
                  <a:cubicBezTo>
                    <a:pt x="222" y="160"/>
                    <a:pt x="222" y="161"/>
                    <a:pt x="221" y="161"/>
                  </a:cubicBezTo>
                  <a:cubicBezTo>
                    <a:pt x="221" y="162"/>
                    <a:pt x="220" y="161"/>
                    <a:pt x="220" y="161"/>
                  </a:cubicBezTo>
                  <a:cubicBezTo>
                    <a:pt x="219" y="161"/>
                    <a:pt x="219" y="160"/>
                    <a:pt x="219" y="160"/>
                  </a:cubicBezTo>
                  <a:cubicBezTo>
                    <a:pt x="219" y="160"/>
                    <a:pt x="219" y="160"/>
                    <a:pt x="218" y="159"/>
                  </a:cubicBezTo>
                  <a:cubicBezTo>
                    <a:pt x="218" y="159"/>
                    <a:pt x="218" y="159"/>
                    <a:pt x="218" y="159"/>
                  </a:cubicBezTo>
                  <a:cubicBezTo>
                    <a:pt x="218" y="158"/>
                    <a:pt x="218" y="158"/>
                    <a:pt x="217" y="159"/>
                  </a:cubicBezTo>
                  <a:cubicBezTo>
                    <a:pt x="217" y="159"/>
                    <a:pt x="217" y="158"/>
                    <a:pt x="217" y="158"/>
                  </a:cubicBezTo>
                  <a:cubicBezTo>
                    <a:pt x="217" y="158"/>
                    <a:pt x="217" y="158"/>
                    <a:pt x="217" y="158"/>
                  </a:cubicBezTo>
                  <a:cubicBezTo>
                    <a:pt x="216" y="158"/>
                    <a:pt x="216" y="158"/>
                    <a:pt x="216" y="158"/>
                  </a:cubicBezTo>
                  <a:cubicBezTo>
                    <a:pt x="214" y="158"/>
                    <a:pt x="214" y="157"/>
                    <a:pt x="212" y="158"/>
                  </a:cubicBezTo>
                  <a:cubicBezTo>
                    <a:pt x="212" y="158"/>
                    <a:pt x="211" y="160"/>
                    <a:pt x="210" y="159"/>
                  </a:cubicBezTo>
                  <a:cubicBezTo>
                    <a:pt x="210" y="159"/>
                    <a:pt x="209" y="160"/>
                    <a:pt x="209" y="160"/>
                  </a:cubicBezTo>
                  <a:cubicBezTo>
                    <a:pt x="209" y="161"/>
                    <a:pt x="209" y="161"/>
                    <a:pt x="210" y="162"/>
                  </a:cubicBezTo>
                  <a:cubicBezTo>
                    <a:pt x="210" y="162"/>
                    <a:pt x="209" y="162"/>
                    <a:pt x="209" y="163"/>
                  </a:cubicBezTo>
                  <a:cubicBezTo>
                    <a:pt x="209" y="163"/>
                    <a:pt x="209" y="164"/>
                    <a:pt x="209" y="164"/>
                  </a:cubicBezTo>
                  <a:cubicBezTo>
                    <a:pt x="209" y="164"/>
                    <a:pt x="210" y="165"/>
                    <a:pt x="210" y="165"/>
                  </a:cubicBezTo>
                  <a:cubicBezTo>
                    <a:pt x="211" y="165"/>
                    <a:pt x="211" y="165"/>
                    <a:pt x="212" y="165"/>
                  </a:cubicBezTo>
                  <a:cubicBezTo>
                    <a:pt x="213" y="166"/>
                    <a:pt x="213" y="164"/>
                    <a:pt x="214" y="165"/>
                  </a:cubicBezTo>
                  <a:cubicBezTo>
                    <a:pt x="215" y="165"/>
                    <a:pt x="216" y="165"/>
                    <a:pt x="216" y="164"/>
                  </a:cubicBezTo>
                  <a:cubicBezTo>
                    <a:pt x="217" y="164"/>
                    <a:pt x="218" y="163"/>
                    <a:pt x="218" y="163"/>
                  </a:cubicBezTo>
                  <a:cubicBezTo>
                    <a:pt x="218" y="163"/>
                    <a:pt x="219" y="164"/>
                    <a:pt x="219" y="163"/>
                  </a:cubicBezTo>
                  <a:cubicBezTo>
                    <a:pt x="219" y="163"/>
                    <a:pt x="219" y="163"/>
                    <a:pt x="220" y="163"/>
                  </a:cubicBezTo>
                  <a:cubicBezTo>
                    <a:pt x="220" y="164"/>
                    <a:pt x="220" y="163"/>
                    <a:pt x="221" y="163"/>
                  </a:cubicBezTo>
                  <a:cubicBezTo>
                    <a:pt x="222" y="162"/>
                    <a:pt x="223" y="163"/>
                    <a:pt x="224" y="162"/>
                  </a:cubicBezTo>
                  <a:cubicBezTo>
                    <a:pt x="224" y="161"/>
                    <a:pt x="224" y="161"/>
                    <a:pt x="225" y="161"/>
                  </a:cubicBezTo>
                  <a:cubicBezTo>
                    <a:pt x="225" y="160"/>
                    <a:pt x="225" y="160"/>
                    <a:pt x="225" y="160"/>
                  </a:cubicBezTo>
                  <a:cubicBezTo>
                    <a:pt x="225" y="160"/>
                    <a:pt x="226" y="161"/>
                    <a:pt x="225" y="161"/>
                  </a:cubicBezTo>
                  <a:cubicBezTo>
                    <a:pt x="225" y="162"/>
                    <a:pt x="225" y="162"/>
                    <a:pt x="225" y="162"/>
                  </a:cubicBezTo>
                  <a:cubicBezTo>
                    <a:pt x="225" y="163"/>
                    <a:pt x="227" y="162"/>
                    <a:pt x="227" y="162"/>
                  </a:cubicBezTo>
                  <a:cubicBezTo>
                    <a:pt x="228" y="162"/>
                    <a:pt x="229" y="162"/>
                    <a:pt x="230" y="163"/>
                  </a:cubicBezTo>
                  <a:cubicBezTo>
                    <a:pt x="231" y="163"/>
                    <a:pt x="230" y="162"/>
                    <a:pt x="229" y="162"/>
                  </a:cubicBezTo>
                  <a:close/>
                  <a:moveTo>
                    <a:pt x="29" y="54"/>
                  </a:moveTo>
                  <a:cubicBezTo>
                    <a:pt x="29" y="53"/>
                    <a:pt x="29" y="53"/>
                    <a:pt x="28" y="53"/>
                  </a:cubicBezTo>
                  <a:cubicBezTo>
                    <a:pt x="28" y="52"/>
                    <a:pt x="28" y="52"/>
                    <a:pt x="27" y="52"/>
                  </a:cubicBezTo>
                  <a:cubicBezTo>
                    <a:pt x="27" y="51"/>
                    <a:pt x="26" y="50"/>
                    <a:pt x="26" y="49"/>
                  </a:cubicBezTo>
                  <a:cubicBezTo>
                    <a:pt x="26" y="49"/>
                    <a:pt x="25" y="49"/>
                    <a:pt x="25" y="49"/>
                  </a:cubicBezTo>
                  <a:cubicBezTo>
                    <a:pt x="25" y="49"/>
                    <a:pt x="25" y="49"/>
                    <a:pt x="25" y="49"/>
                  </a:cubicBezTo>
                  <a:cubicBezTo>
                    <a:pt x="24" y="48"/>
                    <a:pt x="24" y="48"/>
                    <a:pt x="24" y="49"/>
                  </a:cubicBezTo>
                  <a:cubicBezTo>
                    <a:pt x="24" y="49"/>
                    <a:pt x="24" y="49"/>
                    <a:pt x="23" y="50"/>
                  </a:cubicBezTo>
                  <a:cubicBezTo>
                    <a:pt x="23" y="50"/>
                    <a:pt x="23" y="50"/>
                    <a:pt x="22" y="50"/>
                  </a:cubicBezTo>
                  <a:cubicBezTo>
                    <a:pt x="22" y="50"/>
                    <a:pt x="21" y="50"/>
                    <a:pt x="22" y="50"/>
                  </a:cubicBezTo>
                  <a:cubicBezTo>
                    <a:pt x="22" y="50"/>
                    <a:pt x="22" y="50"/>
                    <a:pt x="23" y="51"/>
                  </a:cubicBezTo>
                  <a:cubicBezTo>
                    <a:pt x="23" y="51"/>
                    <a:pt x="23" y="51"/>
                    <a:pt x="23" y="52"/>
                  </a:cubicBezTo>
                  <a:cubicBezTo>
                    <a:pt x="24" y="52"/>
                    <a:pt x="25" y="53"/>
                    <a:pt x="25" y="54"/>
                  </a:cubicBezTo>
                  <a:cubicBezTo>
                    <a:pt x="25" y="55"/>
                    <a:pt x="25" y="55"/>
                    <a:pt x="25" y="55"/>
                  </a:cubicBezTo>
                  <a:cubicBezTo>
                    <a:pt x="26" y="55"/>
                    <a:pt x="26" y="55"/>
                    <a:pt x="26" y="55"/>
                  </a:cubicBezTo>
                  <a:cubicBezTo>
                    <a:pt x="27" y="56"/>
                    <a:pt x="27" y="56"/>
                    <a:pt x="27" y="57"/>
                  </a:cubicBezTo>
                  <a:cubicBezTo>
                    <a:pt x="27" y="57"/>
                    <a:pt x="27" y="58"/>
                    <a:pt x="28" y="58"/>
                  </a:cubicBezTo>
                  <a:cubicBezTo>
                    <a:pt x="28" y="58"/>
                    <a:pt x="27" y="59"/>
                    <a:pt x="28" y="59"/>
                  </a:cubicBezTo>
                  <a:cubicBezTo>
                    <a:pt x="29" y="59"/>
                    <a:pt x="29" y="59"/>
                    <a:pt x="29" y="59"/>
                  </a:cubicBezTo>
                  <a:cubicBezTo>
                    <a:pt x="30" y="58"/>
                    <a:pt x="30" y="57"/>
                    <a:pt x="30" y="56"/>
                  </a:cubicBezTo>
                  <a:cubicBezTo>
                    <a:pt x="30" y="55"/>
                    <a:pt x="30" y="54"/>
                    <a:pt x="29" y="54"/>
                  </a:cubicBezTo>
                  <a:close/>
                  <a:moveTo>
                    <a:pt x="93" y="73"/>
                  </a:moveTo>
                  <a:cubicBezTo>
                    <a:pt x="93" y="73"/>
                    <a:pt x="93" y="72"/>
                    <a:pt x="93" y="72"/>
                  </a:cubicBezTo>
                  <a:cubicBezTo>
                    <a:pt x="93" y="72"/>
                    <a:pt x="93" y="72"/>
                    <a:pt x="94" y="72"/>
                  </a:cubicBezTo>
                  <a:cubicBezTo>
                    <a:pt x="94" y="72"/>
                    <a:pt x="94" y="71"/>
                    <a:pt x="94" y="71"/>
                  </a:cubicBezTo>
                  <a:cubicBezTo>
                    <a:pt x="94" y="71"/>
                    <a:pt x="95" y="71"/>
                    <a:pt x="95" y="70"/>
                  </a:cubicBezTo>
                  <a:cubicBezTo>
                    <a:pt x="95" y="70"/>
                    <a:pt x="94" y="69"/>
                    <a:pt x="94" y="69"/>
                  </a:cubicBezTo>
                  <a:cubicBezTo>
                    <a:pt x="93" y="69"/>
                    <a:pt x="93" y="69"/>
                    <a:pt x="93" y="70"/>
                  </a:cubicBezTo>
                  <a:cubicBezTo>
                    <a:pt x="93" y="70"/>
                    <a:pt x="92" y="69"/>
                    <a:pt x="92" y="70"/>
                  </a:cubicBezTo>
                  <a:cubicBezTo>
                    <a:pt x="92" y="70"/>
                    <a:pt x="92" y="69"/>
                    <a:pt x="92" y="69"/>
                  </a:cubicBezTo>
                  <a:cubicBezTo>
                    <a:pt x="92" y="70"/>
                    <a:pt x="91" y="70"/>
                    <a:pt x="92" y="71"/>
                  </a:cubicBezTo>
                  <a:cubicBezTo>
                    <a:pt x="92" y="71"/>
                    <a:pt x="93" y="73"/>
                    <a:pt x="93" y="73"/>
                  </a:cubicBezTo>
                  <a:close/>
                  <a:moveTo>
                    <a:pt x="198" y="142"/>
                  </a:moveTo>
                  <a:cubicBezTo>
                    <a:pt x="199" y="142"/>
                    <a:pt x="199" y="141"/>
                    <a:pt x="198" y="141"/>
                  </a:cubicBezTo>
                  <a:cubicBezTo>
                    <a:pt x="198" y="140"/>
                    <a:pt x="197" y="140"/>
                    <a:pt x="196" y="140"/>
                  </a:cubicBezTo>
                  <a:cubicBezTo>
                    <a:pt x="196" y="140"/>
                    <a:pt x="196" y="141"/>
                    <a:pt x="195" y="141"/>
                  </a:cubicBezTo>
                  <a:cubicBezTo>
                    <a:pt x="195" y="141"/>
                    <a:pt x="196" y="141"/>
                    <a:pt x="196" y="142"/>
                  </a:cubicBezTo>
                  <a:cubicBezTo>
                    <a:pt x="196" y="143"/>
                    <a:pt x="196" y="142"/>
                    <a:pt x="196" y="142"/>
                  </a:cubicBezTo>
                  <a:cubicBezTo>
                    <a:pt x="196" y="142"/>
                    <a:pt x="197" y="142"/>
                    <a:pt x="197" y="142"/>
                  </a:cubicBezTo>
                  <a:cubicBezTo>
                    <a:pt x="197" y="142"/>
                    <a:pt x="197" y="141"/>
                    <a:pt x="197" y="141"/>
                  </a:cubicBezTo>
                  <a:cubicBezTo>
                    <a:pt x="197" y="141"/>
                    <a:pt x="198" y="141"/>
                    <a:pt x="198" y="142"/>
                  </a:cubicBezTo>
                  <a:close/>
                  <a:moveTo>
                    <a:pt x="321" y="84"/>
                  </a:moveTo>
                  <a:cubicBezTo>
                    <a:pt x="322" y="84"/>
                    <a:pt x="322" y="84"/>
                    <a:pt x="322" y="84"/>
                  </a:cubicBezTo>
                  <a:cubicBezTo>
                    <a:pt x="324" y="84"/>
                    <a:pt x="324" y="83"/>
                    <a:pt x="322" y="82"/>
                  </a:cubicBezTo>
                  <a:cubicBezTo>
                    <a:pt x="322" y="82"/>
                    <a:pt x="322" y="82"/>
                    <a:pt x="321" y="81"/>
                  </a:cubicBezTo>
                  <a:cubicBezTo>
                    <a:pt x="321" y="81"/>
                    <a:pt x="321" y="81"/>
                    <a:pt x="320" y="81"/>
                  </a:cubicBezTo>
                  <a:cubicBezTo>
                    <a:pt x="320" y="81"/>
                    <a:pt x="319" y="79"/>
                    <a:pt x="318" y="80"/>
                  </a:cubicBezTo>
                  <a:cubicBezTo>
                    <a:pt x="318" y="80"/>
                    <a:pt x="317" y="81"/>
                    <a:pt x="317" y="81"/>
                  </a:cubicBezTo>
                  <a:cubicBezTo>
                    <a:pt x="316" y="80"/>
                    <a:pt x="316" y="82"/>
                    <a:pt x="316" y="82"/>
                  </a:cubicBezTo>
                  <a:cubicBezTo>
                    <a:pt x="316" y="83"/>
                    <a:pt x="316" y="84"/>
                    <a:pt x="317" y="84"/>
                  </a:cubicBezTo>
                  <a:cubicBezTo>
                    <a:pt x="318" y="85"/>
                    <a:pt x="319" y="84"/>
                    <a:pt x="320" y="84"/>
                  </a:cubicBezTo>
                  <a:cubicBezTo>
                    <a:pt x="320" y="84"/>
                    <a:pt x="321" y="84"/>
                    <a:pt x="321" y="84"/>
                  </a:cubicBezTo>
                  <a:close/>
                  <a:moveTo>
                    <a:pt x="43" y="83"/>
                  </a:moveTo>
                  <a:cubicBezTo>
                    <a:pt x="42" y="83"/>
                    <a:pt x="42" y="82"/>
                    <a:pt x="42" y="82"/>
                  </a:cubicBezTo>
                  <a:cubicBezTo>
                    <a:pt x="42" y="82"/>
                    <a:pt x="42" y="81"/>
                    <a:pt x="42" y="81"/>
                  </a:cubicBezTo>
                  <a:cubicBezTo>
                    <a:pt x="42" y="81"/>
                    <a:pt x="42" y="81"/>
                    <a:pt x="42" y="80"/>
                  </a:cubicBezTo>
                  <a:cubicBezTo>
                    <a:pt x="41" y="80"/>
                    <a:pt x="41" y="80"/>
                    <a:pt x="41" y="79"/>
                  </a:cubicBezTo>
                  <a:cubicBezTo>
                    <a:pt x="41" y="78"/>
                    <a:pt x="40" y="78"/>
                    <a:pt x="40" y="77"/>
                  </a:cubicBezTo>
                  <a:cubicBezTo>
                    <a:pt x="40" y="77"/>
                    <a:pt x="39" y="76"/>
                    <a:pt x="40" y="76"/>
                  </a:cubicBezTo>
                  <a:cubicBezTo>
                    <a:pt x="40" y="76"/>
                    <a:pt x="40" y="76"/>
                    <a:pt x="40" y="76"/>
                  </a:cubicBezTo>
                  <a:cubicBezTo>
                    <a:pt x="39" y="75"/>
                    <a:pt x="38" y="76"/>
                    <a:pt x="38" y="76"/>
                  </a:cubicBezTo>
                  <a:cubicBezTo>
                    <a:pt x="37" y="76"/>
                    <a:pt x="37" y="77"/>
                    <a:pt x="37" y="78"/>
                  </a:cubicBezTo>
                  <a:cubicBezTo>
                    <a:pt x="36" y="79"/>
                    <a:pt x="37" y="80"/>
                    <a:pt x="38" y="81"/>
                  </a:cubicBezTo>
                  <a:cubicBezTo>
                    <a:pt x="38" y="82"/>
                    <a:pt x="39" y="83"/>
                    <a:pt x="39" y="84"/>
                  </a:cubicBezTo>
                  <a:cubicBezTo>
                    <a:pt x="40" y="84"/>
                    <a:pt x="41" y="85"/>
                    <a:pt x="41" y="85"/>
                  </a:cubicBezTo>
                  <a:cubicBezTo>
                    <a:pt x="42" y="85"/>
                    <a:pt x="43" y="85"/>
                    <a:pt x="43" y="84"/>
                  </a:cubicBezTo>
                  <a:cubicBezTo>
                    <a:pt x="42" y="83"/>
                    <a:pt x="43" y="83"/>
                    <a:pt x="43" y="84"/>
                  </a:cubicBezTo>
                  <a:cubicBezTo>
                    <a:pt x="43" y="84"/>
                    <a:pt x="43" y="84"/>
                    <a:pt x="43" y="84"/>
                  </a:cubicBezTo>
                  <a:cubicBezTo>
                    <a:pt x="43" y="84"/>
                    <a:pt x="43" y="83"/>
                    <a:pt x="43" y="83"/>
                  </a:cubicBezTo>
                  <a:cubicBezTo>
                    <a:pt x="43" y="83"/>
                    <a:pt x="43" y="83"/>
                    <a:pt x="43" y="83"/>
                  </a:cubicBezTo>
                  <a:close/>
                  <a:moveTo>
                    <a:pt x="385" y="131"/>
                  </a:moveTo>
                  <a:cubicBezTo>
                    <a:pt x="384" y="131"/>
                    <a:pt x="384" y="131"/>
                    <a:pt x="384" y="131"/>
                  </a:cubicBezTo>
                  <a:cubicBezTo>
                    <a:pt x="384" y="130"/>
                    <a:pt x="385" y="131"/>
                    <a:pt x="385" y="131"/>
                  </a:cubicBezTo>
                  <a:cubicBezTo>
                    <a:pt x="385" y="131"/>
                    <a:pt x="385" y="130"/>
                    <a:pt x="385" y="130"/>
                  </a:cubicBezTo>
                  <a:cubicBezTo>
                    <a:pt x="385" y="130"/>
                    <a:pt x="385" y="130"/>
                    <a:pt x="385" y="130"/>
                  </a:cubicBezTo>
                  <a:cubicBezTo>
                    <a:pt x="385" y="129"/>
                    <a:pt x="385" y="129"/>
                    <a:pt x="385" y="129"/>
                  </a:cubicBezTo>
                  <a:cubicBezTo>
                    <a:pt x="385" y="128"/>
                    <a:pt x="385" y="128"/>
                    <a:pt x="385" y="128"/>
                  </a:cubicBezTo>
                  <a:cubicBezTo>
                    <a:pt x="385" y="127"/>
                    <a:pt x="385" y="127"/>
                    <a:pt x="384" y="127"/>
                  </a:cubicBezTo>
                  <a:cubicBezTo>
                    <a:pt x="385" y="127"/>
                    <a:pt x="385" y="126"/>
                    <a:pt x="385" y="126"/>
                  </a:cubicBezTo>
                  <a:cubicBezTo>
                    <a:pt x="384" y="125"/>
                    <a:pt x="384" y="125"/>
                    <a:pt x="383" y="125"/>
                  </a:cubicBezTo>
                  <a:cubicBezTo>
                    <a:pt x="383" y="125"/>
                    <a:pt x="383" y="126"/>
                    <a:pt x="383" y="126"/>
                  </a:cubicBezTo>
                  <a:cubicBezTo>
                    <a:pt x="383" y="126"/>
                    <a:pt x="383" y="126"/>
                    <a:pt x="382" y="127"/>
                  </a:cubicBezTo>
                  <a:cubicBezTo>
                    <a:pt x="382" y="127"/>
                    <a:pt x="382" y="127"/>
                    <a:pt x="382" y="128"/>
                  </a:cubicBezTo>
                  <a:cubicBezTo>
                    <a:pt x="382" y="128"/>
                    <a:pt x="382" y="128"/>
                    <a:pt x="382" y="128"/>
                  </a:cubicBezTo>
                  <a:cubicBezTo>
                    <a:pt x="381" y="128"/>
                    <a:pt x="381" y="128"/>
                    <a:pt x="380" y="128"/>
                  </a:cubicBezTo>
                  <a:cubicBezTo>
                    <a:pt x="380" y="128"/>
                    <a:pt x="380" y="128"/>
                    <a:pt x="381" y="129"/>
                  </a:cubicBezTo>
                  <a:cubicBezTo>
                    <a:pt x="381" y="129"/>
                    <a:pt x="381" y="129"/>
                    <a:pt x="381" y="129"/>
                  </a:cubicBezTo>
                  <a:cubicBezTo>
                    <a:pt x="381" y="129"/>
                    <a:pt x="381" y="129"/>
                    <a:pt x="381" y="129"/>
                  </a:cubicBezTo>
                  <a:cubicBezTo>
                    <a:pt x="381" y="129"/>
                    <a:pt x="382" y="129"/>
                    <a:pt x="382" y="129"/>
                  </a:cubicBezTo>
                  <a:cubicBezTo>
                    <a:pt x="382" y="130"/>
                    <a:pt x="380" y="130"/>
                    <a:pt x="381" y="131"/>
                  </a:cubicBezTo>
                  <a:cubicBezTo>
                    <a:pt x="381" y="131"/>
                    <a:pt x="381" y="132"/>
                    <a:pt x="382" y="131"/>
                  </a:cubicBezTo>
                  <a:cubicBezTo>
                    <a:pt x="381" y="132"/>
                    <a:pt x="381" y="132"/>
                    <a:pt x="381" y="132"/>
                  </a:cubicBezTo>
                  <a:cubicBezTo>
                    <a:pt x="380" y="132"/>
                    <a:pt x="381" y="133"/>
                    <a:pt x="381" y="133"/>
                  </a:cubicBezTo>
                  <a:cubicBezTo>
                    <a:pt x="381" y="134"/>
                    <a:pt x="382" y="134"/>
                    <a:pt x="383" y="135"/>
                  </a:cubicBezTo>
                  <a:cubicBezTo>
                    <a:pt x="383" y="135"/>
                    <a:pt x="384" y="135"/>
                    <a:pt x="384" y="135"/>
                  </a:cubicBezTo>
                  <a:cubicBezTo>
                    <a:pt x="385" y="134"/>
                    <a:pt x="385" y="134"/>
                    <a:pt x="385" y="133"/>
                  </a:cubicBezTo>
                  <a:cubicBezTo>
                    <a:pt x="385" y="133"/>
                    <a:pt x="385" y="133"/>
                    <a:pt x="384" y="133"/>
                  </a:cubicBezTo>
                  <a:cubicBezTo>
                    <a:pt x="385" y="133"/>
                    <a:pt x="385" y="133"/>
                    <a:pt x="385" y="132"/>
                  </a:cubicBezTo>
                  <a:cubicBezTo>
                    <a:pt x="385" y="132"/>
                    <a:pt x="385" y="131"/>
                    <a:pt x="385" y="131"/>
                  </a:cubicBezTo>
                  <a:close/>
                  <a:moveTo>
                    <a:pt x="274" y="86"/>
                  </a:moveTo>
                  <a:cubicBezTo>
                    <a:pt x="274" y="86"/>
                    <a:pt x="274" y="86"/>
                    <a:pt x="275" y="85"/>
                  </a:cubicBezTo>
                  <a:cubicBezTo>
                    <a:pt x="275" y="85"/>
                    <a:pt x="274" y="84"/>
                    <a:pt x="274" y="85"/>
                  </a:cubicBezTo>
                  <a:cubicBezTo>
                    <a:pt x="274" y="85"/>
                    <a:pt x="274" y="86"/>
                    <a:pt x="274" y="86"/>
                  </a:cubicBezTo>
                  <a:close/>
                  <a:moveTo>
                    <a:pt x="400" y="83"/>
                  </a:moveTo>
                  <a:cubicBezTo>
                    <a:pt x="399" y="83"/>
                    <a:pt x="398" y="83"/>
                    <a:pt x="397" y="83"/>
                  </a:cubicBezTo>
                  <a:cubicBezTo>
                    <a:pt x="396" y="83"/>
                    <a:pt x="395" y="83"/>
                    <a:pt x="395" y="83"/>
                  </a:cubicBezTo>
                  <a:cubicBezTo>
                    <a:pt x="394" y="83"/>
                    <a:pt x="394" y="83"/>
                    <a:pt x="394" y="83"/>
                  </a:cubicBezTo>
                  <a:cubicBezTo>
                    <a:pt x="395" y="84"/>
                    <a:pt x="395" y="84"/>
                    <a:pt x="395" y="84"/>
                  </a:cubicBezTo>
                  <a:cubicBezTo>
                    <a:pt x="396" y="84"/>
                    <a:pt x="398" y="84"/>
                    <a:pt x="399" y="85"/>
                  </a:cubicBezTo>
                  <a:cubicBezTo>
                    <a:pt x="400" y="85"/>
                    <a:pt x="401" y="85"/>
                    <a:pt x="402" y="86"/>
                  </a:cubicBezTo>
                  <a:cubicBezTo>
                    <a:pt x="402" y="86"/>
                    <a:pt x="402" y="86"/>
                    <a:pt x="403" y="86"/>
                  </a:cubicBezTo>
                  <a:cubicBezTo>
                    <a:pt x="403" y="86"/>
                    <a:pt x="404" y="86"/>
                    <a:pt x="405" y="86"/>
                  </a:cubicBezTo>
                  <a:cubicBezTo>
                    <a:pt x="405" y="86"/>
                    <a:pt x="404" y="86"/>
                    <a:pt x="405" y="86"/>
                  </a:cubicBezTo>
                  <a:cubicBezTo>
                    <a:pt x="406" y="86"/>
                    <a:pt x="406" y="86"/>
                    <a:pt x="406" y="85"/>
                  </a:cubicBezTo>
                  <a:cubicBezTo>
                    <a:pt x="407" y="85"/>
                    <a:pt x="408" y="86"/>
                    <a:pt x="408" y="85"/>
                  </a:cubicBezTo>
                  <a:cubicBezTo>
                    <a:pt x="408" y="84"/>
                    <a:pt x="406" y="84"/>
                    <a:pt x="405" y="84"/>
                  </a:cubicBezTo>
                  <a:cubicBezTo>
                    <a:pt x="404" y="84"/>
                    <a:pt x="403" y="84"/>
                    <a:pt x="402" y="84"/>
                  </a:cubicBezTo>
                  <a:cubicBezTo>
                    <a:pt x="402" y="84"/>
                    <a:pt x="401" y="83"/>
                    <a:pt x="400" y="83"/>
                  </a:cubicBezTo>
                  <a:close/>
                  <a:moveTo>
                    <a:pt x="300" y="86"/>
                  </a:moveTo>
                  <a:cubicBezTo>
                    <a:pt x="301" y="86"/>
                    <a:pt x="301" y="86"/>
                    <a:pt x="301" y="86"/>
                  </a:cubicBezTo>
                  <a:cubicBezTo>
                    <a:pt x="301" y="86"/>
                    <a:pt x="302" y="86"/>
                    <a:pt x="302" y="86"/>
                  </a:cubicBezTo>
                  <a:cubicBezTo>
                    <a:pt x="303" y="86"/>
                    <a:pt x="304" y="86"/>
                    <a:pt x="305" y="86"/>
                  </a:cubicBezTo>
                  <a:cubicBezTo>
                    <a:pt x="305" y="86"/>
                    <a:pt x="306" y="85"/>
                    <a:pt x="305" y="85"/>
                  </a:cubicBezTo>
                  <a:cubicBezTo>
                    <a:pt x="304" y="85"/>
                    <a:pt x="302" y="85"/>
                    <a:pt x="301" y="85"/>
                  </a:cubicBezTo>
                  <a:cubicBezTo>
                    <a:pt x="300" y="85"/>
                    <a:pt x="300" y="85"/>
                    <a:pt x="299" y="85"/>
                  </a:cubicBezTo>
                  <a:cubicBezTo>
                    <a:pt x="299" y="85"/>
                    <a:pt x="298" y="85"/>
                    <a:pt x="298" y="85"/>
                  </a:cubicBezTo>
                  <a:cubicBezTo>
                    <a:pt x="298" y="85"/>
                    <a:pt x="297" y="85"/>
                    <a:pt x="297" y="85"/>
                  </a:cubicBezTo>
                  <a:cubicBezTo>
                    <a:pt x="296" y="85"/>
                    <a:pt x="296" y="85"/>
                    <a:pt x="296" y="86"/>
                  </a:cubicBezTo>
                  <a:cubicBezTo>
                    <a:pt x="296" y="86"/>
                    <a:pt x="297" y="86"/>
                    <a:pt x="297" y="87"/>
                  </a:cubicBezTo>
                  <a:cubicBezTo>
                    <a:pt x="298" y="86"/>
                    <a:pt x="299" y="87"/>
                    <a:pt x="300" y="86"/>
                  </a:cubicBezTo>
                  <a:close/>
                  <a:moveTo>
                    <a:pt x="325" y="144"/>
                  </a:moveTo>
                  <a:cubicBezTo>
                    <a:pt x="325" y="144"/>
                    <a:pt x="326" y="143"/>
                    <a:pt x="326" y="143"/>
                  </a:cubicBezTo>
                  <a:cubicBezTo>
                    <a:pt x="326" y="143"/>
                    <a:pt x="325" y="143"/>
                    <a:pt x="325" y="143"/>
                  </a:cubicBezTo>
                  <a:cubicBezTo>
                    <a:pt x="324" y="143"/>
                    <a:pt x="325" y="145"/>
                    <a:pt x="325" y="144"/>
                  </a:cubicBezTo>
                  <a:close/>
                  <a:moveTo>
                    <a:pt x="185" y="142"/>
                  </a:moveTo>
                  <a:cubicBezTo>
                    <a:pt x="184" y="140"/>
                    <a:pt x="181" y="141"/>
                    <a:pt x="180" y="141"/>
                  </a:cubicBezTo>
                  <a:cubicBezTo>
                    <a:pt x="178" y="141"/>
                    <a:pt x="175" y="141"/>
                    <a:pt x="173" y="141"/>
                  </a:cubicBezTo>
                  <a:cubicBezTo>
                    <a:pt x="173" y="141"/>
                    <a:pt x="172" y="142"/>
                    <a:pt x="172" y="142"/>
                  </a:cubicBezTo>
                  <a:cubicBezTo>
                    <a:pt x="172" y="142"/>
                    <a:pt x="171" y="142"/>
                    <a:pt x="171" y="143"/>
                  </a:cubicBezTo>
                  <a:cubicBezTo>
                    <a:pt x="171" y="143"/>
                    <a:pt x="171" y="143"/>
                    <a:pt x="171" y="143"/>
                  </a:cubicBezTo>
                  <a:cubicBezTo>
                    <a:pt x="171" y="144"/>
                    <a:pt x="173" y="144"/>
                    <a:pt x="174" y="144"/>
                  </a:cubicBezTo>
                  <a:cubicBezTo>
                    <a:pt x="174" y="144"/>
                    <a:pt x="175" y="145"/>
                    <a:pt x="175" y="145"/>
                  </a:cubicBezTo>
                  <a:cubicBezTo>
                    <a:pt x="175" y="144"/>
                    <a:pt x="174" y="144"/>
                    <a:pt x="175" y="144"/>
                  </a:cubicBezTo>
                  <a:cubicBezTo>
                    <a:pt x="175" y="144"/>
                    <a:pt x="175" y="144"/>
                    <a:pt x="176" y="145"/>
                  </a:cubicBezTo>
                  <a:cubicBezTo>
                    <a:pt x="176" y="145"/>
                    <a:pt x="177" y="145"/>
                    <a:pt x="178" y="145"/>
                  </a:cubicBezTo>
                  <a:cubicBezTo>
                    <a:pt x="178" y="145"/>
                    <a:pt x="179" y="145"/>
                    <a:pt x="179" y="144"/>
                  </a:cubicBezTo>
                  <a:cubicBezTo>
                    <a:pt x="179" y="144"/>
                    <a:pt x="180" y="144"/>
                    <a:pt x="180" y="143"/>
                  </a:cubicBezTo>
                  <a:cubicBezTo>
                    <a:pt x="181" y="143"/>
                    <a:pt x="181" y="144"/>
                    <a:pt x="182" y="144"/>
                  </a:cubicBezTo>
                  <a:cubicBezTo>
                    <a:pt x="183" y="144"/>
                    <a:pt x="182" y="143"/>
                    <a:pt x="182" y="143"/>
                  </a:cubicBezTo>
                  <a:cubicBezTo>
                    <a:pt x="182" y="143"/>
                    <a:pt x="185" y="142"/>
                    <a:pt x="185" y="142"/>
                  </a:cubicBezTo>
                  <a:close/>
                  <a:moveTo>
                    <a:pt x="122" y="96"/>
                  </a:moveTo>
                  <a:cubicBezTo>
                    <a:pt x="122" y="96"/>
                    <a:pt x="121" y="97"/>
                    <a:pt x="122" y="97"/>
                  </a:cubicBezTo>
                  <a:cubicBezTo>
                    <a:pt x="122" y="98"/>
                    <a:pt x="123" y="97"/>
                    <a:pt x="122" y="96"/>
                  </a:cubicBezTo>
                  <a:close/>
                  <a:moveTo>
                    <a:pt x="95" y="66"/>
                  </a:moveTo>
                  <a:cubicBezTo>
                    <a:pt x="96" y="66"/>
                    <a:pt x="94" y="64"/>
                    <a:pt x="94" y="65"/>
                  </a:cubicBezTo>
                  <a:cubicBezTo>
                    <a:pt x="94" y="66"/>
                    <a:pt x="94" y="66"/>
                    <a:pt x="94" y="67"/>
                  </a:cubicBezTo>
                  <a:cubicBezTo>
                    <a:pt x="94" y="67"/>
                    <a:pt x="93" y="68"/>
                    <a:pt x="93" y="68"/>
                  </a:cubicBezTo>
                  <a:cubicBezTo>
                    <a:pt x="94" y="68"/>
                    <a:pt x="94" y="68"/>
                    <a:pt x="94" y="68"/>
                  </a:cubicBezTo>
                  <a:cubicBezTo>
                    <a:pt x="94" y="68"/>
                    <a:pt x="95" y="68"/>
                    <a:pt x="95" y="68"/>
                  </a:cubicBezTo>
                  <a:cubicBezTo>
                    <a:pt x="96" y="67"/>
                    <a:pt x="97" y="69"/>
                    <a:pt x="98" y="69"/>
                  </a:cubicBezTo>
                  <a:cubicBezTo>
                    <a:pt x="98" y="68"/>
                    <a:pt x="99" y="69"/>
                    <a:pt x="99" y="68"/>
                  </a:cubicBezTo>
                  <a:cubicBezTo>
                    <a:pt x="98" y="68"/>
                    <a:pt x="98" y="68"/>
                    <a:pt x="98" y="68"/>
                  </a:cubicBezTo>
                  <a:cubicBezTo>
                    <a:pt x="98" y="67"/>
                    <a:pt x="97" y="67"/>
                    <a:pt x="97" y="67"/>
                  </a:cubicBezTo>
                  <a:cubicBezTo>
                    <a:pt x="97" y="67"/>
                    <a:pt x="97" y="68"/>
                    <a:pt x="96" y="67"/>
                  </a:cubicBezTo>
                  <a:cubicBezTo>
                    <a:pt x="96" y="67"/>
                    <a:pt x="96" y="66"/>
                    <a:pt x="95" y="66"/>
                  </a:cubicBezTo>
                  <a:close/>
                  <a:moveTo>
                    <a:pt x="274" y="112"/>
                  </a:moveTo>
                  <a:cubicBezTo>
                    <a:pt x="274" y="111"/>
                    <a:pt x="275" y="110"/>
                    <a:pt x="275" y="110"/>
                  </a:cubicBezTo>
                  <a:cubicBezTo>
                    <a:pt x="274" y="109"/>
                    <a:pt x="273" y="110"/>
                    <a:pt x="273" y="109"/>
                  </a:cubicBezTo>
                  <a:cubicBezTo>
                    <a:pt x="271" y="109"/>
                    <a:pt x="272" y="113"/>
                    <a:pt x="274" y="112"/>
                  </a:cubicBezTo>
                  <a:close/>
                  <a:moveTo>
                    <a:pt x="296" y="39"/>
                  </a:moveTo>
                  <a:cubicBezTo>
                    <a:pt x="296" y="40"/>
                    <a:pt x="297" y="40"/>
                    <a:pt x="297" y="40"/>
                  </a:cubicBezTo>
                  <a:cubicBezTo>
                    <a:pt x="297" y="39"/>
                    <a:pt x="296" y="39"/>
                    <a:pt x="296" y="39"/>
                  </a:cubicBezTo>
                  <a:close/>
                  <a:moveTo>
                    <a:pt x="221" y="29"/>
                  </a:moveTo>
                  <a:cubicBezTo>
                    <a:pt x="221" y="29"/>
                    <a:pt x="221" y="28"/>
                    <a:pt x="221" y="28"/>
                  </a:cubicBezTo>
                  <a:cubicBezTo>
                    <a:pt x="221" y="27"/>
                    <a:pt x="220" y="28"/>
                    <a:pt x="220" y="28"/>
                  </a:cubicBezTo>
                  <a:cubicBezTo>
                    <a:pt x="219" y="28"/>
                    <a:pt x="221" y="30"/>
                    <a:pt x="221" y="29"/>
                  </a:cubicBezTo>
                  <a:close/>
                  <a:moveTo>
                    <a:pt x="313" y="149"/>
                  </a:moveTo>
                  <a:cubicBezTo>
                    <a:pt x="313" y="149"/>
                    <a:pt x="313" y="149"/>
                    <a:pt x="313" y="149"/>
                  </a:cubicBezTo>
                  <a:cubicBezTo>
                    <a:pt x="313" y="149"/>
                    <a:pt x="314" y="149"/>
                    <a:pt x="314" y="148"/>
                  </a:cubicBezTo>
                  <a:cubicBezTo>
                    <a:pt x="314" y="148"/>
                    <a:pt x="313" y="148"/>
                    <a:pt x="313" y="148"/>
                  </a:cubicBezTo>
                  <a:cubicBezTo>
                    <a:pt x="313" y="147"/>
                    <a:pt x="312" y="149"/>
                    <a:pt x="313" y="149"/>
                  </a:cubicBezTo>
                  <a:close/>
                  <a:moveTo>
                    <a:pt x="72" y="50"/>
                  </a:moveTo>
                  <a:cubicBezTo>
                    <a:pt x="71" y="49"/>
                    <a:pt x="72" y="52"/>
                    <a:pt x="72" y="53"/>
                  </a:cubicBezTo>
                  <a:cubicBezTo>
                    <a:pt x="72" y="53"/>
                    <a:pt x="72" y="55"/>
                    <a:pt x="73" y="55"/>
                  </a:cubicBezTo>
                  <a:cubicBezTo>
                    <a:pt x="74" y="55"/>
                    <a:pt x="74" y="54"/>
                    <a:pt x="74" y="54"/>
                  </a:cubicBezTo>
                  <a:cubicBezTo>
                    <a:pt x="74" y="53"/>
                    <a:pt x="74" y="53"/>
                    <a:pt x="74" y="52"/>
                  </a:cubicBezTo>
                  <a:cubicBezTo>
                    <a:pt x="74" y="51"/>
                    <a:pt x="73" y="50"/>
                    <a:pt x="72" y="50"/>
                  </a:cubicBezTo>
                  <a:close/>
                  <a:moveTo>
                    <a:pt x="295" y="85"/>
                  </a:moveTo>
                  <a:cubicBezTo>
                    <a:pt x="295" y="85"/>
                    <a:pt x="295" y="84"/>
                    <a:pt x="295" y="84"/>
                  </a:cubicBezTo>
                  <a:cubicBezTo>
                    <a:pt x="295" y="85"/>
                    <a:pt x="295" y="85"/>
                    <a:pt x="294" y="85"/>
                  </a:cubicBezTo>
                  <a:cubicBezTo>
                    <a:pt x="294" y="85"/>
                    <a:pt x="295" y="84"/>
                    <a:pt x="294" y="84"/>
                  </a:cubicBezTo>
                  <a:cubicBezTo>
                    <a:pt x="294" y="84"/>
                    <a:pt x="294" y="84"/>
                    <a:pt x="294" y="84"/>
                  </a:cubicBezTo>
                  <a:cubicBezTo>
                    <a:pt x="294" y="85"/>
                    <a:pt x="293" y="85"/>
                    <a:pt x="293" y="84"/>
                  </a:cubicBezTo>
                  <a:cubicBezTo>
                    <a:pt x="292" y="84"/>
                    <a:pt x="292" y="84"/>
                    <a:pt x="291" y="84"/>
                  </a:cubicBezTo>
                  <a:cubicBezTo>
                    <a:pt x="290" y="84"/>
                    <a:pt x="289" y="83"/>
                    <a:pt x="288" y="83"/>
                  </a:cubicBezTo>
                  <a:cubicBezTo>
                    <a:pt x="288" y="83"/>
                    <a:pt x="287" y="83"/>
                    <a:pt x="287" y="83"/>
                  </a:cubicBezTo>
                  <a:cubicBezTo>
                    <a:pt x="286" y="83"/>
                    <a:pt x="287" y="84"/>
                    <a:pt x="286" y="85"/>
                  </a:cubicBezTo>
                  <a:cubicBezTo>
                    <a:pt x="286" y="86"/>
                    <a:pt x="286" y="86"/>
                    <a:pt x="286" y="87"/>
                  </a:cubicBezTo>
                  <a:cubicBezTo>
                    <a:pt x="287" y="88"/>
                    <a:pt x="289" y="87"/>
                    <a:pt x="290" y="86"/>
                  </a:cubicBezTo>
                  <a:cubicBezTo>
                    <a:pt x="291" y="86"/>
                    <a:pt x="292" y="87"/>
                    <a:pt x="293" y="87"/>
                  </a:cubicBezTo>
                  <a:cubicBezTo>
                    <a:pt x="293" y="86"/>
                    <a:pt x="293" y="86"/>
                    <a:pt x="293" y="86"/>
                  </a:cubicBezTo>
                  <a:cubicBezTo>
                    <a:pt x="293" y="86"/>
                    <a:pt x="294" y="86"/>
                    <a:pt x="294" y="86"/>
                  </a:cubicBezTo>
                  <a:cubicBezTo>
                    <a:pt x="294" y="86"/>
                    <a:pt x="296" y="86"/>
                    <a:pt x="296" y="86"/>
                  </a:cubicBezTo>
                  <a:cubicBezTo>
                    <a:pt x="296" y="85"/>
                    <a:pt x="296" y="85"/>
                    <a:pt x="296" y="85"/>
                  </a:cubicBezTo>
                  <a:cubicBezTo>
                    <a:pt x="296" y="85"/>
                    <a:pt x="295" y="85"/>
                    <a:pt x="295" y="85"/>
                  </a:cubicBezTo>
                  <a:close/>
                  <a:moveTo>
                    <a:pt x="341" y="87"/>
                  </a:moveTo>
                  <a:cubicBezTo>
                    <a:pt x="341" y="87"/>
                    <a:pt x="342" y="87"/>
                    <a:pt x="342" y="88"/>
                  </a:cubicBezTo>
                  <a:cubicBezTo>
                    <a:pt x="343" y="88"/>
                    <a:pt x="343" y="88"/>
                    <a:pt x="344" y="87"/>
                  </a:cubicBezTo>
                  <a:cubicBezTo>
                    <a:pt x="344" y="87"/>
                    <a:pt x="344" y="87"/>
                    <a:pt x="344" y="87"/>
                  </a:cubicBezTo>
                  <a:cubicBezTo>
                    <a:pt x="345" y="87"/>
                    <a:pt x="344" y="87"/>
                    <a:pt x="345" y="87"/>
                  </a:cubicBezTo>
                  <a:cubicBezTo>
                    <a:pt x="345" y="87"/>
                    <a:pt x="345" y="87"/>
                    <a:pt x="345" y="87"/>
                  </a:cubicBezTo>
                  <a:cubicBezTo>
                    <a:pt x="345" y="87"/>
                    <a:pt x="344" y="87"/>
                    <a:pt x="345" y="86"/>
                  </a:cubicBezTo>
                  <a:cubicBezTo>
                    <a:pt x="345" y="86"/>
                    <a:pt x="345" y="86"/>
                    <a:pt x="345" y="86"/>
                  </a:cubicBezTo>
                  <a:cubicBezTo>
                    <a:pt x="346" y="85"/>
                    <a:pt x="345" y="85"/>
                    <a:pt x="345" y="84"/>
                  </a:cubicBezTo>
                  <a:cubicBezTo>
                    <a:pt x="344" y="83"/>
                    <a:pt x="344" y="84"/>
                    <a:pt x="344" y="84"/>
                  </a:cubicBezTo>
                  <a:cubicBezTo>
                    <a:pt x="343" y="84"/>
                    <a:pt x="343" y="84"/>
                    <a:pt x="342" y="84"/>
                  </a:cubicBezTo>
                  <a:cubicBezTo>
                    <a:pt x="342" y="84"/>
                    <a:pt x="341" y="85"/>
                    <a:pt x="341" y="85"/>
                  </a:cubicBezTo>
                  <a:cubicBezTo>
                    <a:pt x="340" y="85"/>
                    <a:pt x="339" y="85"/>
                    <a:pt x="339" y="86"/>
                  </a:cubicBezTo>
                  <a:cubicBezTo>
                    <a:pt x="338" y="86"/>
                    <a:pt x="340" y="87"/>
                    <a:pt x="341" y="87"/>
                  </a:cubicBezTo>
                  <a:close/>
                  <a:moveTo>
                    <a:pt x="384" y="87"/>
                  </a:moveTo>
                  <a:cubicBezTo>
                    <a:pt x="383" y="87"/>
                    <a:pt x="383" y="88"/>
                    <a:pt x="383" y="89"/>
                  </a:cubicBezTo>
                  <a:cubicBezTo>
                    <a:pt x="384" y="89"/>
                    <a:pt x="384" y="88"/>
                    <a:pt x="384" y="87"/>
                  </a:cubicBezTo>
                  <a:close/>
                  <a:moveTo>
                    <a:pt x="100" y="88"/>
                  </a:moveTo>
                  <a:cubicBezTo>
                    <a:pt x="101" y="88"/>
                    <a:pt x="101" y="88"/>
                    <a:pt x="101" y="88"/>
                  </a:cubicBezTo>
                  <a:cubicBezTo>
                    <a:pt x="102" y="89"/>
                    <a:pt x="103" y="88"/>
                    <a:pt x="104" y="88"/>
                  </a:cubicBezTo>
                  <a:cubicBezTo>
                    <a:pt x="104" y="88"/>
                    <a:pt x="104" y="89"/>
                    <a:pt x="104" y="89"/>
                  </a:cubicBezTo>
                  <a:cubicBezTo>
                    <a:pt x="105" y="89"/>
                    <a:pt x="105" y="89"/>
                    <a:pt x="105" y="89"/>
                  </a:cubicBezTo>
                  <a:cubicBezTo>
                    <a:pt x="105" y="89"/>
                    <a:pt x="106" y="89"/>
                    <a:pt x="106" y="89"/>
                  </a:cubicBezTo>
                  <a:cubicBezTo>
                    <a:pt x="107" y="90"/>
                    <a:pt x="106" y="91"/>
                    <a:pt x="107" y="92"/>
                  </a:cubicBezTo>
                  <a:cubicBezTo>
                    <a:pt x="108" y="93"/>
                    <a:pt x="107" y="94"/>
                    <a:pt x="107" y="95"/>
                  </a:cubicBezTo>
                  <a:cubicBezTo>
                    <a:pt x="108" y="96"/>
                    <a:pt x="109" y="96"/>
                    <a:pt x="110" y="97"/>
                  </a:cubicBezTo>
                  <a:cubicBezTo>
                    <a:pt x="110" y="97"/>
                    <a:pt x="111" y="97"/>
                    <a:pt x="111" y="98"/>
                  </a:cubicBezTo>
                  <a:cubicBezTo>
                    <a:pt x="112" y="98"/>
                    <a:pt x="112" y="98"/>
                    <a:pt x="112" y="98"/>
                  </a:cubicBezTo>
                  <a:cubicBezTo>
                    <a:pt x="112" y="98"/>
                    <a:pt x="113" y="99"/>
                    <a:pt x="113" y="99"/>
                  </a:cubicBezTo>
                  <a:cubicBezTo>
                    <a:pt x="113" y="99"/>
                    <a:pt x="114" y="99"/>
                    <a:pt x="114" y="99"/>
                  </a:cubicBezTo>
                  <a:cubicBezTo>
                    <a:pt x="115" y="100"/>
                    <a:pt x="115" y="98"/>
                    <a:pt x="115" y="98"/>
                  </a:cubicBezTo>
                  <a:cubicBezTo>
                    <a:pt x="114" y="98"/>
                    <a:pt x="114" y="98"/>
                    <a:pt x="114" y="98"/>
                  </a:cubicBezTo>
                  <a:cubicBezTo>
                    <a:pt x="114" y="97"/>
                    <a:pt x="114" y="97"/>
                    <a:pt x="114" y="96"/>
                  </a:cubicBezTo>
                  <a:cubicBezTo>
                    <a:pt x="115" y="95"/>
                    <a:pt x="115" y="94"/>
                    <a:pt x="116" y="94"/>
                  </a:cubicBezTo>
                  <a:cubicBezTo>
                    <a:pt x="115" y="92"/>
                    <a:pt x="112" y="93"/>
                    <a:pt x="111" y="92"/>
                  </a:cubicBezTo>
                  <a:cubicBezTo>
                    <a:pt x="110" y="91"/>
                    <a:pt x="110" y="89"/>
                    <a:pt x="110" y="88"/>
                  </a:cubicBezTo>
                  <a:cubicBezTo>
                    <a:pt x="110" y="87"/>
                    <a:pt x="110" y="86"/>
                    <a:pt x="109" y="85"/>
                  </a:cubicBezTo>
                  <a:cubicBezTo>
                    <a:pt x="109" y="84"/>
                    <a:pt x="108" y="84"/>
                    <a:pt x="109" y="83"/>
                  </a:cubicBezTo>
                  <a:cubicBezTo>
                    <a:pt x="109" y="83"/>
                    <a:pt x="109" y="83"/>
                    <a:pt x="108" y="82"/>
                  </a:cubicBezTo>
                  <a:cubicBezTo>
                    <a:pt x="108" y="82"/>
                    <a:pt x="108" y="82"/>
                    <a:pt x="108" y="82"/>
                  </a:cubicBezTo>
                  <a:cubicBezTo>
                    <a:pt x="108" y="82"/>
                    <a:pt x="107" y="82"/>
                    <a:pt x="107" y="82"/>
                  </a:cubicBezTo>
                  <a:cubicBezTo>
                    <a:pt x="107" y="82"/>
                    <a:pt x="106" y="82"/>
                    <a:pt x="106" y="82"/>
                  </a:cubicBezTo>
                  <a:cubicBezTo>
                    <a:pt x="105" y="82"/>
                    <a:pt x="106" y="83"/>
                    <a:pt x="106" y="84"/>
                  </a:cubicBezTo>
                  <a:cubicBezTo>
                    <a:pt x="106" y="84"/>
                    <a:pt x="107" y="85"/>
                    <a:pt x="106" y="85"/>
                  </a:cubicBezTo>
                  <a:cubicBezTo>
                    <a:pt x="106" y="84"/>
                    <a:pt x="105" y="85"/>
                    <a:pt x="105" y="84"/>
                  </a:cubicBezTo>
                  <a:cubicBezTo>
                    <a:pt x="105" y="84"/>
                    <a:pt x="105" y="84"/>
                    <a:pt x="105" y="83"/>
                  </a:cubicBezTo>
                  <a:cubicBezTo>
                    <a:pt x="105" y="83"/>
                    <a:pt x="105" y="83"/>
                    <a:pt x="104" y="82"/>
                  </a:cubicBezTo>
                  <a:cubicBezTo>
                    <a:pt x="104" y="82"/>
                    <a:pt x="104" y="82"/>
                    <a:pt x="104" y="82"/>
                  </a:cubicBezTo>
                  <a:cubicBezTo>
                    <a:pt x="103" y="83"/>
                    <a:pt x="103" y="82"/>
                    <a:pt x="102" y="83"/>
                  </a:cubicBezTo>
                  <a:cubicBezTo>
                    <a:pt x="102" y="83"/>
                    <a:pt x="102" y="84"/>
                    <a:pt x="102" y="84"/>
                  </a:cubicBezTo>
                  <a:cubicBezTo>
                    <a:pt x="102" y="84"/>
                    <a:pt x="102" y="84"/>
                    <a:pt x="102" y="85"/>
                  </a:cubicBezTo>
                  <a:cubicBezTo>
                    <a:pt x="102" y="85"/>
                    <a:pt x="102" y="86"/>
                    <a:pt x="102" y="86"/>
                  </a:cubicBezTo>
                  <a:cubicBezTo>
                    <a:pt x="101" y="86"/>
                    <a:pt x="99" y="86"/>
                    <a:pt x="100" y="88"/>
                  </a:cubicBezTo>
                  <a:cubicBezTo>
                    <a:pt x="100" y="88"/>
                    <a:pt x="100" y="88"/>
                    <a:pt x="100" y="88"/>
                  </a:cubicBezTo>
                  <a:close/>
                  <a:moveTo>
                    <a:pt x="124" y="98"/>
                  </a:moveTo>
                  <a:cubicBezTo>
                    <a:pt x="123" y="98"/>
                    <a:pt x="123" y="98"/>
                    <a:pt x="123" y="99"/>
                  </a:cubicBezTo>
                  <a:cubicBezTo>
                    <a:pt x="123" y="99"/>
                    <a:pt x="124" y="99"/>
                    <a:pt x="124" y="100"/>
                  </a:cubicBezTo>
                  <a:cubicBezTo>
                    <a:pt x="124" y="100"/>
                    <a:pt x="123" y="101"/>
                    <a:pt x="124" y="101"/>
                  </a:cubicBezTo>
                  <a:cubicBezTo>
                    <a:pt x="124" y="101"/>
                    <a:pt x="125" y="100"/>
                    <a:pt x="125" y="100"/>
                  </a:cubicBezTo>
                  <a:cubicBezTo>
                    <a:pt x="126" y="100"/>
                    <a:pt x="125" y="99"/>
                    <a:pt x="126" y="99"/>
                  </a:cubicBezTo>
                  <a:cubicBezTo>
                    <a:pt x="126" y="98"/>
                    <a:pt x="127" y="101"/>
                    <a:pt x="127" y="101"/>
                  </a:cubicBezTo>
                  <a:cubicBezTo>
                    <a:pt x="128" y="101"/>
                    <a:pt x="128" y="100"/>
                    <a:pt x="128" y="100"/>
                  </a:cubicBezTo>
                  <a:cubicBezTo>
                    <a:pt x="129" y="100"/>
                    <a:pt x="129" y="100"/>
                    <a:pt x="129" y="100"/>
                  </a:cubicBezTo>
                  <a:cubicBezTo>
                    <a:pt x="129" y="99"/>
                    <a:pt x="129" y="100"/>
                    <a:pt x="129" y="99"/>
                  </a:cubicBezTo>
                  <a:cubicBezTo>
                    <a:pt x="129" y="98"/>
                    <a:pt x="131" y="96"/>
                    <a:pt x="130" y="95"/>
                  </a:cubicBezTo>
                  <a:cubicBezTo>
                    <a:pt x="129" y="95"/>
                    <a:pt x="129" y="95"/>
                    <a:pt x="129" y="94"/>
                  </a:cubicBezTo>
                  <a:cubicBezTo>
                    <a:pt x="128" y="94"/>
                    <a:pt x="128" y="94"/>
                    <a:pt x="128" y="94"/>
                  </a:cubicBezTo>
                  <a:cubicBezTo>
                    <a:pt x="127" y="94"/>
                    <a:pt x="128" y="94"/>
                    <a:pt x="127" y="94"/>
                  </a:cubicBezTo>
                  <a:cubicBezTo>
                    <a:pt x="127" y="93"/>
                    <a:pt x="126" y="94"/>
                    <a:pt x="126" y="93"/>
                  </a:cubicBezTo>
                  <a:cubicBezTo>
                    <a:pt x="126" y="93"/>
                    <a:pt x="125" y="93"/>
                    <a:pt x="125" y="93"/>
                  </a:cubicBezTo>
                  <a:cubicBezTo>
                    <a:pt x="124" y="93"/>
                    <a:pt x="124" y="94"/>
                    <a:pt x="124" y="94"/>
                  </a:cubicBezTo>
                  <a:cubicBezTo>
                    <a:pt x="124" y="95"/>
                    <a:pt x="124" y="95"/>
                    <a:pt x="124" y="95"/>
                  </a:cubicBezTo>
                  <a:cubicBezTo>
                    <a:pt x="124" y="96"/>
                    <a:pt x="124" y="96"/>
                    <a:pt x="123" y="96"/>
                  </a:cubicBezTo>
                  <a:cubicBezTo>
                    <a:pt x="123" y="96"/>
                    <a:pt x="124" y="97"/>
                    <a:pt x="123" y="97"/>
                  </a:cubicBezTo>
                  <a:cubicBezTo>
                    <a:pt x="123" y="97"/>
                    <a:pt x="123" y="97"/>
                    <a:pt x="123" y="97"/>
                  </a:cubicBezTo>
                  <a:cubicBezTo>
                    <a:pt x="123" y="98"/>
                    <a:pt x="124" y="97"/>
                    <a:pt x="124" y="98"/>
                  </a:cubicBezTo>
                  <a:close/>
                  <a:moveTo>
                    <a:pt x="84" y="68"/>
                  </a:moveTo>
                  <a:cubicBezTo>
                    <a:pt x="84" y="69"/>
                    <a:pt x="84" y="69"/>
                    <a:pt x="84" y="69"/>
                  </a:cubicBezTo>
                  <a:cubicBezTo>
                    <a:pt x="85" y="69"/>
                    <a:pt x="88" y="69"/>
                    <a:pt x="86" y="68"/>
                  </a:cubicBezTo>
                  <a:cubicBezTo>
                    <a:pt x="86" y="68"/>
                    <a:pt x="85" y="67"/>
                    <a:pt x="84" y="68"/>
                  </a:cubicBezTo>
                  <a:close/>
                  <a:moveTo>
                    <a:pt x="395" y="74"/>
                  </a:moveTo>
                  <a:cubicBezTo>
                    <a:pt x="395" y="74"/>
                    <a:pt x="395" y="74"/>
                    <a:pt x="395" y="74"/>
                  </a:cubicBezTo>
                  <a:cubicBezTo>
                    <a:pt x="395" y="73"/>
                    <a:pt x="396" y="76"/>
                    <a:pt x="397" y="74"/>
                  </a:cubicBezTo>
                  <a:cubicBezTo>
                    <a:pt x="397" y="74"/>
                    <a:pt x="397" y="74"/>
                    <a:pt x="397" y="74"/>
                  </a:cubicBezTo>
                  <a:cubicBezTo>
                    <a:pt x="397" y="73"/>
                    <a:pt x="397" y="73"/>
                    <a:pt x="397" y="73"/>
                  </a:cubicBezTo>
                  <a:cubicBezTo>
                    <a:pt x="397" y="73"/>
                    <a:pt x="396" y="73"/>
                    <a:pt x="396" y="73"/>
                  </a:cubicBezTo>
                  <a:cubicBezTo>
                    <a:pt x="396" y="73"/>
                    <a:pt x="396" y="73"/>
                    <a:pt x="396" y="73"/>
                  </a:cubicBezTo>
                  <a:cubicBezTo>
                    <a:pt x="396" y="73"/>
                    <a:pt x="395" y="73"/>
                    <a:pt x="395" y="73"/>
                  </a:cubicBezTo>
                  <a:cubicBezTo>
                    <a:pt x="395" y="73"/>
                    <a:pt x="393" y="72"/>
                    <a:pt x="393" y="73"/>
                  </a:cubicBezTo>
                  <a:cubicBezTo>
                    <a:pt x="393" y="73"/>
                    <a:pt x="394" y="74"/>
                    <a:pt x="395" y="74"/>
                  </a:cubicBezTo>
                  <a:close/>
                  <a:moveTo>
                    <a:pt x="317" y="54"/>
                  </a:moveTo>
                  <a:cubicBezTo>
                    <a:pt x="317" y="54"/>
                    <a:pt x="317" y="55"/>
                    <a:pt x="317" y="55"/>
                  </a:cubicBezTo>
                  <a:cubicBezTo>
                    <a:pt x="317" y="56"/>
                    <a:pt x="318" y="56"/>
                    <a:pt x="318" y="56"/>
                  </a:cubicBezTo>
                  <a:cubicBezTo>
                    <a:pt x="318" y="56"/>
                    <a:pt x="318" y="57"/>
                    <a:pt x="318" y="57"/>
                  </a:cubicBezTo>
                  <a:cubicBezTo>
                    <a:pt x="317" y="58"/>
                    <a:pt x="317" y="59"/>
                    <a:pt x="317" y="59"/>
                  </a:cubicBezTo>
                  <a:cubicBezTo>
                    <a:pt x="318" y="60"/>
                    <a:pt x="318" y="61"/>
                    <a:pt x="318" y="61"/>
                  </a:cubicBezTo>
                  <a:cubicBezTo>
                    <a:pt x="319" y="62"/>
                    <a:pt x="319" y="62"/>
                    <a:pt x="319" y="63"/>
                  </a:cubicBezTo>
                  <a:cubicBezTo>
                    <a:pt x="319" y="64"/>
                    <a:pt x="319" y="64"/>
                    <a:pt x="319" y="65"/>
                  </a:cubicBezTo>
                  <a:cubicBezTo>
                    <a:pt x="319" y="66"/>
                    <a:pt x="318" y="68"/>
                    <a:pt x="320" y="69"/>
                  </a:cubicBezTo>
                  <a:cubicBezTo>
                    <a:pt x="321" y="70"/>
                    <a:pt x="321" y="71"/>
                    <a:pt x="322" y="72"/>
                  </a:cubicBezTo>
                  <a:cubicBezTo>
                    <a:pt x="322" y="73"/>
                    <a:pt x="322" y="73"/>
                    <a:pt x="323" y="73"/>
                  </a:cubicBezTo>
                  <a:cubicBezTo>
                    <a:pt x="323" y="74"/>
                    <a:pt x="325" y="74"/>
                    <a:pt x="325" y="74"/>
                  </a:cubicBezTo>
                  <a:cubicBezTo>
                    <a:pt x="325" y="74"/>
                    <a:pt x="324" y="74"/>
                    <a:pt x="324" y="74"/>
                  </a:cubicBezTo>
                  <a:cubicBezTo>
                    <a:pt x="324" y="75"/>
                    <a:pt x="326" y="75"/>
                    <a:pt x="326" y="75"/>
                  </a:cubicBezTo>
                  <a:cubicBezTo>
                    <a:pt x="326" y="75"/>
                    <a:pt x="325" y="74"/>
                    <a:pt x="324" y="73"/>
                  </a:cubicBezTo>
                  <a:cubicBezTo>
                    <a:pt x="323" y="72"/>
                    <a:pt x="323" y="71"/>
                    <a:pt x="322" y="69"/>
                  </a:cubicBezTo>
                  <a:cubicBezTo>
                    <a:pt x="322" y="68"/>
                    <a:pt x="321" y="67"/>
                    <a:pt x="321" y="66"/>
                  </a:cubicBezTo>
                  <a:cubicBezTo>
                    <a:pt x="321" y="65"/>
                    <a:pt x="321" y="63"/>
                    <a:pt x="321" y="62"/>
                  </a:cubicBezTo>
                  <a:cubicBezTo>
                    <a:pt x="321" y="62"/>
                    <a:pt x="321" y="60"/>
                    <a:pt x="322" y="60"/>
                  </a:cubicBezTo>
                  <a:cubicBezTo>
                    <a:pt x="322" y="60"/>
                    <a:pt x="323" y="60"/>
                    <a:pt x="323" y="60"/>
                  </a:cubicBezTo>
                  <a:cubicBezTo>
                    <a:pt x="324" y="60"/>
                    <a:pt x="324" y="61"/>
                    <a:pt x="324" y="61"/>
                  </a:cubicBezTo>
                  <a:cubicBezTo>
                    <a:pt x="325" y="61"/>
                    <a:pt x="326" y="61"/>
                    <a:pt x="326" y="61"/>
                  </a:cubicBezTo>
                  <a:cubicBezTo>
                    <a:pt x="327" y="61"/>
                    <a:pt x="327" y="62"/>
                    <a:pt x="327" y="62"/>
                  </a:cubicBezTo>
                  <a:cubicBezTo>
                    <a:pt x="328" y="62"/>
                    <a:pt x="329" y="62"/>
                    <a:pt x="329" y="62"/>
                  </a:cubicBezTo>
                  <a:cubicBezTo>
                    <a:pt x="330" y="62"/>
                    <a:pt x="330" y="63"/>
                    <a:pt x="331" y="63"/>
                  </a:cubicBezTo>
                  <a:cubicBezTo>
                    <a:pt x="331" y="63"/>
                    <a:pt x="330" y="62"/>
                    <a:pt x="330" y="62"/>
                  </a:cubicBezTo>
                  <a:cubicBezTo>
                    <a:pt x="329" y="62"/>
                    <a:pt x="329" y="62"/>
                    <a:pt x="329" y="61"/>
                  </a:cubicBezTo>
                  <a:cubicBezTo>
                    <a:pt x="329" y="61"/>
                    <a:pt x="329" y="59"/>
                    <a:pt x="328" y="59"/>
                  </a:cubicBezTo>
                  <a:cubicBezTo>
                    <a:pt x="328" y="59"/>
                    <a:pt x="327" y="59"/>
                    <a:pt x="326" y="58"/>
                  </a:cubicBezTo>
                  <a:cubicBezTo>
                    <a:pt x="325" y="58"/>
                    <a:pt x="324" y="58"/>
                    <a:pt x="324" y="57"/>
                  </a:cubicBezTo>
                  <a:cubicBezTo>
                    <a:pt x="324" y="56"/>
                    <a:pt x="325" y="56"/>
                    <a:pt x="325" y="56"/>
                  </a:cubicBezTo>
                  <a:cubicBezTo>
                    <a:pt x="325" y="56"/>
                    <a:pt x="325" y="56"/>
                    <a:pt x="325" y="56"/>
                  </a:cubicBezTo>
                  <a:cubicBezTo>
                    <a:pt x="325" y="55"/>
                    <a:pt x="326" y="55"/>
                    <a:pt x="326" y="55"/>
                  </a:cubicBezTo>
                  <a:cubicBezTo>
                    <a:pt x="327" y="55"/>
                    <a:pt x="327" y="54"/>
                    <a:pt x="328" y="54"/>
                  </a:cubicBezTo>
                  <a:cubicBezTo>
                    <a:pt x="328" y="54"/>
                    <a:pt x="329" y="54"/>
                    <a:pt x="329" y="53"/>
                  </a:cubicBezTo>
                  <a:cubicBezTo>
                    <a:pt x="329" y="52"/>
                    <a:pt x="329" y="52"/>
                    <a:pt x="329" y="51"/>
                  </a:cubicBezTo>
                  <a:cubicBezTo>
                    <a:pt x="329" y="51"/>
                    <a:pt x="329" y="50"/>
                    <a:pt x="329" y="50"/>
                  </a:cubicBezTo>
                  <a:cubicBezTo>
                    <a:pt x="329" y="50"/>
                    <a:pt x="328" y="49"/>
                    <a:pt x="329" y="49"/>
                  </a:cubicBezTo>
                  <a:cubicBezTo>
                    <a:pt x="329" y="49"/>
                    <a:pt x="329" y="48"/>
                    <a:pt x="329" y="48"/>
                  </a:cubicBezTo>
                  <a:cubicBezTo>
                    <a:pt x="328" y="48"/>
                    <a:pt x="328" y="48"/>
                    <a:pt x="327" y="48"/>
                  </a:cubicBezTo>
                  <a:cubicBezTo>
                    <a:pt x="327" y="48"/>
                    <a:pt x="327" y="48"/>
                    <a:pt x="327" y="48"/>
                  </a:cubicBezTo>
                  <a:cubicBezTo>
                    <a:pt x="327" y="48"/>
                    <a:pt x="326" y="48"/>
                    <a:pt x="326" y="48"/>
                  </a:cubicBezTo>
                  <a:cubicBezTo>
                    <a:pt x="326" y="48"/>
                    <a:pt x="325" y="49"/>
                    <a:pt x="325" y="49"/>
                  </a:cubicBezTo>
                  <a:cubicBezTo>
                    <a:pt x="325" y="50"/>
                    <a:pt x="324" y="50"/>
                    <a:pt x="323" y="51"/>
                  </a:cubicBezTo>
                  <a:cubicBezTo>
                    <a:pt x="323" y="51"/>
                    <a:pt x="323" y="51"/>
                    <a:pt x="323" y="52"/>
                  </a:cubicBezTo>
                  <a:cubicBezTo>
                    <a:pt x="324" y="52"/>
                    <a:pt x="323" y="53"/>
                    <a:pt x="323" y="53"/>
                  </a:cubicBezTo>
                  <a:cubicBezTo>
                    <a:pt x="322" y="53"/>
                    <a:pt x="321" y="54"/>
                    <a:pt x="321" y="55"/>
                  </a:cubicBezTo>
                  <a:cubicBezTo>
                    <a:pt x="321" y="55"/>
                    <a:pt x="321" y="56"/>
                    <a:pt x="320" y="56"/>
                  </a:cubicBezTo>
                  <a:cubicBezTo>
                    <a:pt x="320" y="56"/>
                    <a:pt x="319" y="56"/>
                    <a:pt x="319" y="56"/>
                  </a:cubicBezTo>
                  <a:cubicBezTo>
                    <a:pt x="318" y="54"/>
                    <a:pt x="319" y="54"/>
                    <a:pt x="320" y="53"/>
                  </a:cubicBezTo>
                  <a:cubicBezTo>
                    <a:pt x="320" y="53"/>
                    <a:pt x="321" y="53"/>
                    <a:pt x="321" y="53"/>
                  </a:cubicBezTo>
                  <a:cubicBezTo>
                    <a:pt x="321" y="52"/>
                    <a:pt x="321" y="52"/>
                    <a:pt x="321" y="52"/>
                  </a:cubicBezTo>
                  <a:cubicBezTo>
                    <a:pt x="321" y="52"/>
                    <a:pt x="322" y="51"/>
                    <a:pt x="322" y="51"/>
                  </a:cubicBezTo>
                  <a:cubicBezTo>
                    <a:pt x="322" y="50"/>
                    <a:pt x="322" y="49"/>
                    <a:pt x="322" y="49"/>
                  </a:cubicBezTo>
                  <a:cubicBezTo>
                    <a:pt x="322" y="48"/>
                    <a:pt x="322" y="48"/>
                    <a:pt x="322" y="47"/>
                  </a:cubicBezTo>
                  <a:cubicBezTo>
                    <a:pt x="322" y="46"/>
                    <a:pt x="322" y="46"/>
                    <a:pt x="321" y="46"/>
                  </a:cubicBezTo>
                  <a:cubicBezTo>
                    <a:pt x="320" y="45"/>
                    <a:pt x="320" y="45"/>
                    <a:pt x="320" y="44"/>
                  </a:cubicBezTo>
                  <a:cubicBezTo>
                    <a:pt x="320" y="44"/>
                    <a:pt x="323" y="42"/>
                    <a:pt x="322" y="41"/>
                  </a:cubicBezTo>
                  <a:cubicBezTo>
                    <a:pt x="322" y="41"/>
                    <a:pt x="322" y="41"/>
                    <a:pt x="321" y="41"/>
                  </a:cubicBezTo>
                  <a:cubicBezTo>
                    <a:pt x="321" y="41"/>
                    <a:pt x="320" y="42"/>
                    <a:pt x="320" y="42"/>
                  </a:cubicBezTo>
                  <a:cubicBezTo>
                    <a:pt x="319" y="43"/>
                    <a:pt x="318" y="45"/>
                    <a:pt x="318" y="46"/>
                  </a:cubicBezTo>
                  <a:cubicBezTo>
                    <a:pt x="317" y="47"/>
                    <a:pt x="318" y="47"/>
                    <a:pt x="317" y="48"/>
                  </a:cubicBezTo>
                  <a:cubicBezTo>
                    <a:pt x="317" y="48"/>
                    <a:pt x="317" y="49"/>
                    <a:pt x="317" y="50"/>
                  </a:cubicBezTo>
                  <a:cubicBezTo>
                    <a:pt x="317" y="50"/>
                    <a:pt x="316" y="51"/>
                    <a:pt x="316" y="52"/>
                  </a:cubicBezTo>
                  <a:cubicBezTo>
                    <a:pt x="316" y="52"/>
                    <a:pt x="316" y="53"/>
                    <a:pt x="316" y="53"/>
                  </a:cubicBezTo>
                  <a:cubicBezTo>
                    <a:pt x="316" y="53"/>
                    <a:pt x="316" y="53"/>
                    <a:pt x="316" y="54"/>
                  </a:cubicBezTo>
                  <a:cubicBezTo>
                    <a:pt x="316" y="54"/>
                    <a:pt x="317" y="53"/>
                    <a:pt x="317" y="54"/>
                  </a:cubicBezTo>
                  <a:close/>
                  <a:moveTo>
                    <a:pt x="136" y="82"/>
                  </a:moveTo>
                  <a:cubicBezTo>
                    <a:pt x="135" y="82"/>
                    <a:pt x="136" y="83"/>
                    <a:pt x="136" y="83"/>
                  </a:cubicBezTo>
                  <a:cubicBezTo>
                    <a:pt x="136" y="83"/>
                    <a:pt x="136" y="84"/>
                    <a:pt x="136" y="83"/>
                  </a:cubicBezTo>
                  <a:cubicBezTo>
                    <a:pt x="137" y="83"/>
                    <a:pt x="137" y="83"/>
                    <a:pt x="137" y="83"/>
                  </a:cubicBezTo>
                  <a:cubicBezTo>
                    <a:pt x="137" y="82"/>
                    <a:pt x="136" y="82"/>
                    <a:pt x="136" y="82"/>
                  </a:cubicBezTo>
                  <a:close/>
                  <a:moveTo>
                    <a:pt x="366" y="127"/>
                  </a:moveTo>
                  <a:cubicBezTo>
                    <a:pt x="366" y="127"/>
                    <a:pt x="365" y="127"/>
                    <a:pt x="365" y="127"/>
                  </a:cubicBezTo>
                  <a:cubicBezTo>
                    <a:pt x="365" y="128"/>
                    <a:pt x="365" y="128"/>
                    <a:pt x="365" y="129"/>
                  </a:cubicBezTo>
                  <a:cubicBezTo>
                    <a:pt x="365" y="129"/>
                    <a:pt x="365" y="131"/>
                    <a:pt x="366" y="130"/>
                  </a:cubicBezTo>
                  <a:cubicBezTo>
                    <a:pt x="366" y="131"/>
                    <a:pt x="366" y="131"/>
                    <a:pt x="366" y="130"/>
                  </a:cubicBezTo>
                  <a:cubicBezTo>
                    <a:pt x="366" y="130"/>
                    <a:pt x="366" y="130"/>
                    <a:pt x="366" y="130"/>
                  </a:cubicBezTo>
                  <a:cubicBezTo>
                    <a:pt x="367" y="129"/>
                    <a:pt x="366" y="128"/>
                    <a:pt x="366" y="128"/>
                  </a:cubicBezTo>
                  <a:cubicBezTo>
                    <a:pt x="366" y="127"/>
                    <a:pt x="366" y="128"/>
                    <a:pt x="366" y="127"/>
                  </a:cubicBezTo>
                  <a:close/>
                  <a:moveTo>
                    <a:pt x="381" y="135"/>
                  </a:moveTo>
                  <a:cubicBezTo>
                    <a:pt x="380" y="134"/>
                    <a:pt x="379" y="134"/>
                    <a:pt x="379" y="133"/>
                  </a:cubicBezTo>
                  <a:cubicBezTo>
                    <a:pt x="378" y="133"/>
                    <a:pt x="379" y="135"/>
                    <a:pt x="379" y="135"/>
                  </a:cubicBezTo>
                  <a:cubicBezTo>
                    <a:pt x="379" y="136"/>
                    <a:pt x="379" y="136"/>
                    <a:pt x="379" y="136"/>
                  </a:cubicBezTo>
                  <a:cubicBezTo>
                    <a:pt x="379" y="137"/>
                    <a:pt x="379" y="136"/>
                    <a:pt x="380" y="137"/>
                  </a:cubicBezTo>
                  <a:cubicBezTo>
                    <a:pt x="379" y="136"/>
                    <a:pt x="378" y="137"/>
                    <a:pt x="378" y="138"/>
                  </a:cubicBezTo>
                  <a:cubicBezTo>
                    <a:pt x="378" y="138"/>
                    <a:pt x="377" y="140"/>
                    <a:pt x="378" y="140"/>
                  </a:cubicBezTo>
                  <a:cubicBezTo>
                    <a:pt x="379" y="141"/>
                    <a:pt x="379" y="141"/>
                    <a:pt x="379" y="141"/>
                  </a:cubicBezTo>
                  <a:cubicBezTo>
                    <a:pt x="379" y="141"/>
                    <a:pt x="380" y="141"/>
                    <a:pt x="380" y="141"/>
                  </a:cubicBezTo>
                  <a:cubicBezTo>
                    <a:pt x="381" y="140"/>
                    <a:pt x="382" y="139"/>
                    <a:pt x="381" y="138"/>
                  </a:cubicBezTo>
                  <a:cubicBezTo>
                    <a:pt x="382" y="138"/>
                    <a:pt x="382" y="139"/>
                    <a:pt x="382" y="138"/>
                  </a:cubicBezTo>
                  <a:cubicBezTo>
                    <a:pt x="383" y="138"/>
                    <a:pt x="382" y="136"/>
                    <a:pt x="382" y="136"/>
                  </a:cubicBezTo>
                  <a:cubicBezTo>
                    <a:pt x="382" y="136"/>
                    <a:pt x="381" y="136"/>
                    <a:pt x="381" y="135"/>
                  </a:cubicBezTo>
                  <a:close/>
                  <a:moveTo>
                    <a:pt x="307" y="150"/>
                  </a:moveTo>
                  <a:cubicBezTo>
                    <a:pt x="306" y="150"/>
                    <a:pt x="306" y="149"/>
                    <a:pt x="305" y="149"/>
                  </a:cubicBezTo>
                  <a:cubicBezTo>
                    <a:pt x="305" y="148"/>
                    <a:pt x="304" y="149"/>
                    <a:pt x="304" y="149"/>
                  </a:cubicBezTo>
                  <a:cubicBezTo>
                    <a:pt x="303" y="149"/>
                    <a:pt x="303" y="150"/>
                    <a:pt x="302" y="150"/>
                  </a:cubicBezTo>
                  <a:cubicBezTo>
                    <a:pt x="301" y="150"/>
                    <a:pt x="301" y="150"/>
                    <a:pt x="300" y="150"/>
                  </a:cubicBezTo>
                  <a:cubicBezTo>
                    <a:pt x="300" y="150"/>
                    <a:pt x="299" y="149"/>
                    <a:pt x="299" y="150"/>
                  </a:cubicBezTo>
                  <a:cubicBezTo>
                    <a:pt x="298" y="150"/>
                    <a:pt x="298" y="150"/>
                    <a:pt x="298" y="151"/>
                  </a:cubicBezTo>
                  <a:cubicBezTo>
                    <a:pt x="298" y="151"/>
                    <a:pt x="297" y="153"/>
                    <a:pt x="297" y="153"/>
                  </a:cubicBezTo>
                  <a:cubicBezTo>
                    <a:pt x="298" y="153"/>
                    <a:pt x="298" y="152"/>
                    <a:pt x="299" y="152"/>
                  </a:cubicBezTo>
                  <a:cubicBezTo>
                    <a:pt x="299" y="152"/>
                    <a:pt x="300" y="152"/>
                    <a:pt x="300" y="152"/>
                  </a:cubicBezTo>
                  <a:cubicBezTo>
                    <a:pt x="300" y="152"/>
                    <a:pt x="300" y="152"/>
                    <a:pt x="301" y="152"/>
                  </a:cubicBezTo>
                  <a:cubicBezTo>
                    <a:pt x="301" y="152"/>
                    <a:pt x="302" y="152"/>
                    <a:pt x="303" y="152"/>
                  </a:cubicBezTo>
                  <a:cubicBezTo>
                    <a:pt x="303" y="152"/>
                    <a:pt x="304" y="153"/>
                    <a:pt x="304" y="153"/>
                  </a:cubicBezTo>
                  <a:cubicBezTo>
                    <a:pt x="304" y="152"/>
                    <a:pt x="304" y="152"/>
                    <a:pt x="304" y="151"/>
                  </a:cubicBezTo>
                  <a:cubicBezTo>
                    <a:pt x="305" y="151"/>
                    <a:pt x="305" y="151"/>
                    <a:pt x="306" y="151"/>
                  </a:cubicBezTo>
                  <a:cubicBezTo>
                    <a:pt x="307" y="151"/>
                    <a:pt x="307" y="151"/>
                    <a:pt x="307" y="150"/>
                  </a:cubicBezTo>
                  <a:cubicBezTo>
                    <a:pt x="307" y="150"/>
                    <a:pt x="307" y="150"/>
                    <a:pt x="307" y="150"/>
                  </a:cubicBezTo>
                  <a:close/>
                  <a:moveTo>
                    <a:pt x="354" y="144"/>
                  </a:moveTo>
                  <a:cubicBezTo>
                    <a:pt x="354" y="144"/>
                    <a:pt x="355" y="144"/>
                    <a:pt x="354" y="143"/>
                  </a:cubicBezTo>
                  <a:cubicBezTo>
                    <a:pt x="354" y="144"/>
                    <a:pt x="353" y="144"/>
                    <a:pt x="353" y="144"/>
                  </a:cubicBezTo>
                  <a:cubicBezTo>
                    <a:pt x="353" y="145"/>
                    <a:pt x="353" y="145"/>
                    <a:pt x="353" y="145"/>
                  </a:cubicBezTo>
                  <a:cubicBezTo>
                    <a:pt x="352" y="145"/>
                    <a:pt x="353" y="146"/>
                    <a:pt x="352" y="146"/>
                  </a:cubicBezTo>
                  <a:cubicBezTo>
                    <a:pt x="352" y="146"/>
                    <a:pt x="351" y="147"/>
                    <a:pt x="351" y="147"/>
                  </a:cubicBezTo>
                  <a:cubicBezTo>
                    <a:pt x="351" y="146"/>
                    <a:pt x="350" y="148"/>
                    <a:pt x="350" y="148"/>
                  </a:cubicBezTo>
                  <a:cubicBezTo>
                    <a:pt x="350" y="149"/>
                    <a:pt x="349" y="150"/>
                    <a:pt x="350" y="150"/>
                  </a:cubicBezTo>
                  <a:cubicBezTo>
                    <a:pt x="350" y="150"/>
                    <a:pt x="349" y="149"/>
                    <a:pt x="349" y="150"/>
                  </a:cubicBezTo>
                  <a:cubicBezTo>
                    <a:pt x="349" y="150"/>
                    <a:pt x="349" y="150"/>
                    <a:pt x="349" y="150"/>
                  </a:cubicBezTo>
                  <a:cubicBezTo>
                    <a:pt x="349" y="151"/>
                    <a:pt x="349" y="151"/>
                    <a:pt x="349" y="151"/>
                  </a:cubicBezTo>
                  <a:cubicBezTo>
                    <a:pt x="349" y="151"/>
                    <a:pt x="348" y="151"/>
                    <a:pt x="349" y="152"/>
                  </a:cubicBezTo>
                  <a:cubicBezTo>
                    <a:pt x="349" y="152"/>
                    <a:pt x="348" y="153"/>
                    <a:pt x="349" y="153"/>
                  </a:cubicBezTo>
                  <a:cubicBezTo>
                    <a:pt x="349" y="153"/>
                    <a:pt x="350" y="153"/>
                    <a:pt x="350" y="153"/>
                  </a:cubicBezTo>
                  <a:cubicBezTo>
                    <a:pt x="350" y="153"/>
                    <a:pt x="350" y="152"/>
                    <a:pt x="350" y="153"/>
                  </a:cubicBezTo>
                  <a:cubicBezTo>
                    <a:pt x="350" y="153"/>
                    <a:pt x="350" y="153"/>
                    <a:pt x="350" y="153"/>
                  </a:cubicBezTo>
                  <a:cubicBezTo>
                    <a:pt x="351" y="154"/>
                    <a:pt x="351" y="152"/>
                    <a:pt x="351" y="152"/>
                  </a:cubicBezTo>
                  <a:cubicBezTo>
                    <a:pt x="351" y="152"/>
                    <a:pt x="351" y="152"/>
                    <a:pt x="351" y="152"/>
                  </a:cubicBezTo>
                  <a:cubicBezTo>
                    <a:pt x="351" y="152"/>
                    <a:pt x="351" y="152"/>
                    <a:pt x="351" y="152"/>
                  </a:cubicBezTo>
                  <a:cubicBezTo>
                    <a:pt x="351" y="152"/>
                    <a:pt x="351" y="151"/>
                    <a:pt x="352" y="151"/>
                  </a:cubicBezTo>
                  <a:cubicBezTo>
                    <a:pt x="352" y="151"/>
                    <a:pt x="352" y="150"/>
                    <a:pt x="353" y="150"/>
                  </a:cubicBezTo>
                  <a:cubicBezTo>
                    <a:pt x="354" y="150"/>
                    <a:pt x="354" y="148"/>
                    <a:pt x="355" y="147"/>
                  </a:cubicBezTo>
                  <a:cubicBezTo>
                    <a:pt x="355" y="147"/>
                    <a:pt x="354" y="147"/>
                    <a:pt x="354" y="146"/>
                  </a:cubicBezTo>
                  <a:cubicBezTo>
                    <a:pt x="354" y="146"/>
                    <a:pt x="354" y="145"/>
                    <a:pt x="355" y="145"/>
                  </a:cubicBezTo>
                  <a:cubicBezTo>
                    <a:pt x="355" y="145"/>
                    <a:pt x="355" y="145"/>
                    <a:pt x="355" y="144"/>
                  </a:cubicBezTo>
                  <a:cubicBezTo>
                    <a:pt x="355" y="143"/>
                    <a:pt x="355" y="144"/>
                    <a:pt x="354" y="144"/>
                  </a:cubicBezTo>
                  <a:close/>
                  <a:moveTo>
                    <a:pt x="110" y="35"/>
                  </a:moveTo>
                  <a:cubicBezTo>
                    <a:pt x="110" y="35"/>
                    <a:pt x="110" y="34"/>
                    <a:pt x="110" y="34"/>
                  </a:cubicBezTo>
                  <a:cubicBezTo>
                    <a:pt x="110" y="34"/>
                    <a:pt x="110" y="35"/>
                    <a:pt x="110" y="35"/>
                  </a:cubicBezTo>
                  <a:close/>
                  <a:moveTo>
                    <a:pt x="317" y="73"/>
                  </a:moveTo>
                  <a:cubicBezTo>
                    <a:pt x="316" y="73"/>
                    <a:pt x="316" y="74"/>
                    <a:pt x="317" y="74"/>
                  </a:cubicBezTo>
                  <a:cubicBezTo>
                    <a:pt x="317" y="74"/>
                    <a:pt x="318" y="74"/>
                    <a:pt x="318" y="74"/>
                  </a:cubicBezTo>
                  <a:cubicBezTo>
                    <a:pt x="319" y="74"/>
                    <a:pt x="319" y="74"/>
                    <a:pt x="319" y="75"/>
                  </a:cubicBezTo>
                  <a:cubicBezTo>
                    <a:pt x="319" y="75"/>
                    <a:pt x="320" y="75"/>
                    <a:pt x="320" y="75"/>
                  </a:cubicBezTo>
                  <a:cubicBezTo>
                    <a:pt x="322" y="73"/>
                    <a:pt x="320" y="72"/>
                    <a:pt x="319" y="73"/>
                  </a:cubicBezTo>
                  <a:cubicBezTo>
                    <a:pt x="319" y="73"/>
                    <a:pt x="318" y="72"/>
                    <a:pt x="318" y="72"/>
                  </a:cubicBezTo>
                  <a:cubicBezTo>
                    <a:pt x="318" y="72"/>
                    <a:pt x="318" y="72"/>
                    <a:pt x="319" y="71"/>
                  </a:cubicBezTo>
                  <a:cubicBezTo>
                    <a:pt x="319" y="70"/>
                    <a:pt x="318" y="69"/>
                    <a:pt x="317" y="69"/>
                  </a:cubicBezTo>
                  <a:cubicBezTo>
                    <a:pt x="317" y="69"/>
                    <a:pt x="317" y="71"/>
                    <a:pt x="316" y="69"/>
                  </a:cubicBezTo>
                  <a:cubicBezTo>
                    <a:pt x="316" y="68"/>
                    <a:pt x="315" y="70"/>
                    <a:pt x="315" y="70"/>
                  </a:cubicBezTo>
                  <a:cubicBezTo>
                    <a:pt x="315" y="71"/>
                    <a:pt x="317" y="72"/>
                    <a:pt x="317" y="73"/>
                  </a:cubicBezTo>
                  <a:close/>
                  <a:moveTo>
                    <a:pt x="172" y="129"/>
                  </a:moveTo>
                  <a:cubicBezTo>
                    <a:pt x="172" y="129"/>
                    <a:pt x="172" y="128"/>
                    <a:pt x="172" y="128"/>
                  </a:cubicBezTo>
                  <a:cubicBezTo>
                    <a:pt x="171" y="128"/>
                    <a:pt x="170" y="130"/>
                    <a:pt x="171" y="130"/>
                  </a:cubicBezTo>
                  <a:cubicBezTo>
                    <a:pt x="171" y="130"/>
                    <a:pt x="172" y="130"/>
                    <a:pt x="172" y="129"/>
                  </a:cubicBezTo>
                  <a:close/>
                  <a:moveTo>
                    <a:pt x="99" y="129"/>
                  </a:moveTo>
                  <a:cubicBezTo>
                    <a:pt x="99" y="129"/>
                    <a:pt x="99" y="128"/>
                    <a:pt x="99" y="128"/>
                  </a:cubicBezTo>
                  <a:cubicBezTo>
                    <a:pt x="98" y="128"/>
                    <a:pt x="99" y="128"/>
                    <a:pt x="99" y="128"/>
                  </a:cubicBezTo>
                  <a:cubicBezTo>
                    <a:pt x="98" y="127"/>
                    <a:pt x="99" y="127"/>
                    <a:pt x="100" y="126"/>
                  </a:cubicBezTo>
                  <a:cubicBezTo>
                    <a:pt x="100" y="126"/>
                    <a:pt x="100" y="125"/>
                    <a:pt x="100" y="125"/>
                  </a:cubicBezTo>
                  <a:cubicBezTo>
                    <a:pt x="101" y="126"/>
                    <a:pt x="101" y="127"/>
                    <a:pt x="101" y="127"/>
                  </a:cubicBezTo>
                  <a:cubicBezTo>
                    <a:pt x="102" y="128"/>
                    <a:pt x="103" y="127"/>
                    <a:pt x="103" y="129"/>
                  </a:cubicBezTo>
                  <a:cubicBezTo>
                    <a:pt x="103" y="129"/>
                    <a:pt x="103" y="129"/>
                    <a:pt x="104" y="129"/>
                  </a:cubicBezTo>
                  <a:cubicBezTo>
                    <a:pt x="104" y="129"/>
                    <a:pt x="104" y="130"/>
                    <a:pt x="104" y="130"/>
                  </a:cubicBezTo>
                  <a:cubicBezTo>
                    <a:pt x="105" y="130"/>
                    <a:pt x="105" y="124"/>
                    <a:pt x="106" y="123"/>
                  </a:cubicBezTo>
                  <a:cubicBezTo>
                    <a:pt x="106" y="123"/>
                    <a:pt x="106" y="122"/>
                    <a:pt x="106" y="121"/>
                  </a:cubicBezTo>
                  <a:cubicBezTo>
                    <a:pt x="106" y="121"/>
                    <a:pt x="106" y="120"/>
                    <a:pt x="106" y="120"/>
                  </a:cubicBezTo>
                  <a:cubicBezTo>
                    <a:pt x="106" y="119"/>
                    <a:pt x="106" y="118"/>
                    <a:pt x="106" y="118"/>
                  </a:cubicBezTo>
                  <a:cubicBezTo>
                    <a:pt x="106" y="117"/>
                    <a:pt x="106" y="117"/>
                    <a:pt x="106" y="116"/>
                  </a:cubicBezTo>
                  <a:cubicBezTo>
                    <a:pt x="106" y="116"/>
                    <a:pt x="106" y="115"/>
                    <a:pt x="106" y="114"/>
                  </a:cubicBezTo>
                  <a:cubicBezTo>
                    <a:pt x="106" y="114"/>
                    <a:pt x="106" y="113"/>
                    <a:pt x="106" y="113"/>
                  </a:cubicBezTo>
                  <a:cubicBezTo>
                    <a:pt x="105" y="111"/>
                    <a:pt x="106" y="110"/>
                    <a:pt x="106" y="109"/>
                  </a:cubicBezTo>
                  <a:cubicBezTo>
                    <a:pt x="107" y="108"/>
                    <a:pt x="108" y="107"/>
                    <a:pt x="106" y="107"/>
                  </a:cubicBezTo>
                  <a:cubicBezTo>
                    <a:pt x="105" y="106"/>
                    <a:pt x="106" y="105"/>
                    <a:pt x="106" y="104"/>
                  </a:cubicBezTo>
                  <a:cubicBezTo>
                    <a:pt x="107" y="103"/>
                    <a:pt x="107" y="102"/>
                    <a:pt x="108" y="101"/>
                  </a:cubicBezTo>
                  <a:cubicBezTo>
                    <a:pt x="109" y="101"/>
                    <a:pt x="108" y="100"/>
                    <a:pt x="108" y="100"/>
                  </a:cubicBezTo>
                  <a:cubicBezTo>
                    <a:pt x="108" y="99"/>
                    <a:pt x="109" y="99"/>
                    <a:pt x="108" y="98"/>
                  </a:cubicBezTo>
                  <a:cubicBezTo>
                    <a:pt x="108" y="97"/>
                    <a:pt x="107" y="98"/>
                    <a:pt x="106" y="97"/>
                  </a:cubicBezTo>
                  <a:cubicBezTo>
                    <a:pt x="106" y="97"/>
                    <a:pt x="106" y="95"/>
                    <a:pt x="106" y="95"/>
                  </a:cubicBezTo>
                  <a:cubicBezTo>
                    <a:pt x="105" y="94"/>
                    <a:pt x="104" y="94"/>
                    <a:pt x="104" y="93"/>
                  </a:cubicBezTo>
                  <a:cubicBezTo>
                    <a:pt x="104" y="92"/>
                    <a:pt x="105" y="92"/>
                    <a:pt x="104" y="92"/>
                  </a:cubicBezTo>
                  <a:cubicBezTo>
                    <a:pt x="104" y="92"/>
                    <a:pt x="103" y="92"/>
                    <a:pt x="103" y="92"/>
                  </a:cubicBezTo>
                  <a:cubicBezTo>
                    <a:pt x="102" y="91"/>
                    <a:pt x="102" y="91"/>
                    <a:pt x="101" y="91"/>
                  </a:cubicBezTo>
                  <a:cubicBezTo>
                    <a:pt x="100" y="91"/>
                    <a:pt x="100" y="91"/>
                    <a:pt x="99" y="91"/>
                  </a:cubicBezTo>
                  <a:cubicBezTo>
                    <a:pt x="99" y="91"/>
                    <a:pt x="98" y="90"/>
                    <a:pt x="98" y="91"/>
                  </a:cubicBezTo>
                  <a:cubicBezTo>
                    <a:pt x="97" y="91"/>
                    <a:pt x="98" y="91"/>
                    <a:pt x="97" y="90"/>
                  </a:cubicBezTo>
                  <a:cubicBezTo>
                    <a:pt x="97" y="90"/>
                    <a:pt x="97" y="91"/>
                    <a:pt x="97" y="91"/>
                  </a:cubicBezTo>
                  <a:cubicBezTo>
                    <a:pt x="96" y="92"/>
                    <a:pt x="96" y="92"/>
                    <a:pt x="96" y="93"/>
                  </a:cubicBezTo>
                  <a:cubicBezTo>
                    <a:pt x="96" y="94"/>
                    <a:pt x="96" y="94"/>
                    <a:pt x="95" y="94"/>
                  </a:cubicBezTo>
                  <a:cubicBezTo>
                    <a:pt x="94" y="95"/>
                    <a:pt x="94" y="95"/>
                    <a:pt x="94" y="96"/>
                  </a:cubicBezTo>
                  <a:cubicBezTo>
                    <a:pt x="94" y="95"/>
                    <a:pt x="94" y="94"/>
                    <a:pt x="95" y="94"/>
                  </a:cubicBezTo>
                  <a:cubicBezTo>
                    <a:pt x="95" y="94"/>
                    <a:pt x="96" y="94"/>
                    <a:pt x="96" y="93"/>
                  </a:cubicBezTo>
                  <a:cubicBezTo>
                    <a:pt x="96" y="93"/>
                    <a:pt x="96" y="92"/>
                    <a:pt x="96" y="92"/>
                  </a:cubicBezTo>
                  <a:cubicBezTo>
                    <a:pt x="95" y="91"/>
                    <a:pt x="95" y="92"/>
                    <a:pt x="95" y="92"/>
                  </a:cubicBezTo>
                  <a:cubicBezTo>
                    <a:pt x="95" y="91"/>
                    <a:pt x="95" y="91"/>
                    <a:pt x="96" y="91"/>
                  </a:cubicBezTo>
                  <a:cubicBezTo>
                    <a:pt x="96" y="91"/>
                    <a:pt x="97" y="90"/>
                    <a:pt x="97" y="90"/>
                  </a:cubicBezTo>
                  <a:cubicBezTo>
                    <a:pt x="97" y="89"/>
                    <a:pt x="97" y="88"/>
                    <a:pt x="97" y="88"/>
                  </a:cubicBezTo>
                  <a:cubicBezTo>
                    <a:pt x="97" y="87"/>
                    <a:pt x="96" y="87"/>
                    <a:pt x="96" y="87"/>
                  </a:cubicBezTo>
                  <a:cubicBezTo>
                    <a:pt x="96" y="87"/>
                    <a:pt x="95" y="88"/>
                    <a:pt x="95" y="88"/>
                  </a:cubicBezTo>
                  <a:cubicBezTo>
                    <a:pt x="95" y="87"/>
                    <a:pt x="95" y="87"/>
                    <a:pt x="95" y="87"/>
                  </a:cubicBezTo>
                  <a:cubicBezTo>
                    <a:pt x="95" y="87"/>
                    <a:pt x="94" y="88"/>
                    <a:pt x="94" y="87"/>
                  </a:cubicBezTo>
                  <a:cubicBezTo>
                    <a:pt x="95" y="87"/>
                    <a:pt x="95" y="86"/>
                    <a:pt x="94" y="86"/>
                  </a:cubicBezTo>
                  <a:cubicBezTo>
                    <a:pt x="94" y="86"/>
                    <a:pt x="94" y="87"/>
                    <a:pt x="93" y="86"/>
                  </a:cubicBezTo>
                  <a:cubicBezTo>
                    <a:pt x="93" y="86"/>
                    <a:pt x="94" y="85"/>
                    <a:pt x="94" y="84"/>
                  </a:cubicBezTo>
                  <a:cubicBezTo>
                    <a:pt x="94" y="83"/>
                    <a:pt x="93" y="83"/>
                    <a:pt x="93" y="82"/>
                  </a:cubicBezTo>
                  <a:cubicBezTo>
                    <a:pt x="93" y="81"/>
                    <a:pt x="93" y="80"/>
                    <a:pt x="93" y="80"/>
                  </a:cubicBezTo>
                  <a:cubicBezTo>
                    <a:pt x="93" y="79"/>
                    <a:pt x="93" y="79"/>
                    <a:pt x="93" y="78"/>
                  </a:cubicBezTo>
                  <a:cubicBezTo>
                    <a:pt x="93" y="78"/>
                    <a:pt x="93" y="76"/>
                    <a:pt x="92" y="77"/>
                  </a:cubicBezTo>
                  <a:cubicBezTo>
                    <a:pt x="91" y="77"/>
                    <a:pt x="90" y="77"/>
                    <a:pt x="89" y="76"/>
                  </a:cubicBezTo>
                  <a:cubicBezTo>
                    <a:pt x="89" y="76"/>
                    <a:pt x="88" y="76"/>
                    <a:pt x="88" y="76"/>
                  </a:cubicBezTo>
                  <a:cubicBezTo>
                    <a:pt x="88" y="76"/>
                    <a:pt x="87" y="77"/>
                    <a:pt x="87" y="77"/>
                  </a:cubicBezTo>
                  <a:cubicBezTo>
                    <a:pt x="87" y="77"/>
                    <a:pt x="87" y="76"/>
                    <a:pt x="86" y="76"/>
                  </a:cubicBezTo>
                  <a:cubicBezTo>
                    <a:pt x="86" y="76"/>
                    <a:pt x="86" y="76"/>
                    <a:pt x="85" y="75"/>
                  </a:cubicBezTo>
                  <a:cubicBezTo>
                    <a:pt x="85" y="75"/>
                    <a:pt x="85" y="75"/>
                    <a:pt x="84" y="74"/>
                  </a:cubicBezTo>
                  <a:cubicBezTo>
                    <a:pt x="84" y="74"/>
                    <a:pt x="84" y="74"/>
                    <a:pt x="84" y="74"/>
                  </a:cubicBezTo>
                  <a:cubicBezTo>
                    <a:pt x="83" y="74"/>
                    <a:pt x="84" y="74"/>
                    <a:pt x="84" y="74"/>
                  </a:cubicBezTo>
                  <a:cubicBezTo>
                    <a:pt x="83" y="73"/>
                    <a:pt x="83" y="73"/>
                    <a:pt x="83" y="73"/>
                  </a:cubicBezTo>
                  <a:cubicBezTo>
                    <a:pt x="83" y="73"/>
                    <a:pt x="83" y="72"/>
                    <a:pt x="83" y="72"/>
                  </a:cubicBezTo>
                  <a:cubicBezTo>
                    <a:pt x="84" y="71"/>
                    <a:pt x="83" y="71"/>
                    <a:pt x="83" y="70"/>
                  </a:cubicBezTo>
                  <a:cubicBezTo>
                    <a:pt x="83" y="71"/>
                    <a:pt x="83" y="71"/>
                    <a:pt x="84" y="71"/>
                  </a:cubicBezTo>
                  <a:cubicBezTo>
                    <a:pt x="85" y="71"/>
                    <a:pt x="85" y="70"/>
                    <a:pt x="85" y="70"/>
                  </a:cubicBezTo>
                  <a:cubicBezTo>
                    <a:pt x="85" y="69"/>
                    <a:pt x="83" y="70"/>
                    <a:pt x="83" y="69"/>
                  </a:cubicBezTo>
                  <a:cubicBezTo>
                    <a:pt x="83" y="69"/>
                    <a:pt x="84" y="69"/>
                    <a:pt x="84" y="69"/>
                  </a:cubicBezTo>
                  <a:cubicBezTo>
                    <a:pt x="84" y="68"/>
                    <a:pt x="84" y="68"/>
                    <a:pt x="84" y="68"/>
                  </a:cubicBezTo>
                  <a:cubicBezTo>
                    <a:pt x="83" y="68"/>
                    <a:pt x="83" y="68"/>
                    <a:pt x="82" y="68"/>
                  </a:cubicBezTo>
                  <a:cubicBezTo>
                    <a:pt x="82" y="68"/>
                    <a:pt x="83" y="68"/>
                    <a:pt x="84" y="68"/>
                  </a:cubicBezTo>
                  <a:cubicBezTo>
                    <a:pt x="84" y="67"/>
                    <a:pt x="84" y="67"/>
                    <a:pt x="84" y="66"/>
                  </a:cubicBezTo>
                  <a:cubicBezTo>
                    <a:pt x="85" y="66"/>
                    <a:pt x="85" y="66"/>
                    <a:pt x="85" y="66"/>
                  </a:cubicBezTo>
                  <a:cubicBezTo>
                    <a:pt x="85" y="66"/>
                    <a:pt x="85" y="65"/>
                    <a:pt x="85" y="65"/>
                  </a:cubicBezTo>
                  <a:cubicBezTo>
                    <a:pt x="85" y="65"/>
                    <a:pt x="85" y="66"/>
                    <a:pt x="85" y="66"/>
                  </a:cubicBezTo>
                  <a:cubicBezTo>
                    <a:pt x="86" y="66"/>
                    <a:pt x="86" y="66"/>
                    <a:pt x="86" y="66"/>
                  </a:cubicBezTo>
                  <a:cubicBezTo>
                    <a:pt x="87" y="65"/>
                    <a:pt x="87" y="66"/>
                    <a:pt x="87" y="65"/>
                  </a:cubicBezTo>
                  <a:cubicBezTo>
                    <a:pt x="87" y="64"/>
                    <a:pt x="87" y="63"/>
                    <a:pt x="87" y="62"/>
                  </a:cubicBezTo>
                  <a:cubicBezTo>
                    <a:pt x="86" y="62"/>
                    <a:pt x="85" y="61"/>
                    <a:pt x="85" y="62"/>
                  </a:cubicBezTo>
                  <a:cubicBezTo>
                    <a:pt x="85" y="61"/>
                    <a:pt x="84" y="59"/>
                    <a:pt x="83" y="59"/>
                  </a:cubicBezTo>
                  <a:cubicBezTo>
                    <a:pt x="82" y="60"/>
                    <a:pt x="81" y="60"/>
                    <a:pt x="81" y="61"/>
                  </a:cubicBezTo>
                  <a:cubicBezTo>
                    <a:pt x="81" y="61"/>
                    <a:pt x="80" y="61"/>
                    <a:pt x="80" y="61"/>
                  </a:cubicBezTo>
                  <a:cubicBezTo>
                    <a:pt x="79" y="62"/>
                    <a:pt x="79" y="62"/>
                    <a:pt x="78" y="62"/>
                  </a:cubicBezTo>
                  <a:cubicBezTo>
                    <a:pt x="77" y="63"/>
                    <a:pt x="76" y="63"/>
                    <a:pt x="76" y="63"/>
                  </a:cubicBezTo>
                  <a:cubicBezTo>
                    <a:pt x="76" y="63"/>
                    <a:pt x="75" y="64"/>
                    <a:pt x="75" y="64"/>
                  </a:cubicBezTo>
                  <a:cubicBezTo>
                    <a:pt x="75" y="63"/>
                    <a:pt x="75" y="63"/>
                    <a:pt x="74" y="63"/>
                  </a:cubicBezTo>
                  <a:cubicBezTo>
                    <a:pt x="74" y="63"/>
                    <a:pt x="74" y="63"/>
                    <a:pt x="74" y="63"/>
                  </a:cubicBezTo>
                  <a:cubicBezTo>
                    <a:pt x="75" y="64"/>
                    <a:pt x="76" y="62"/>
                    <a:pt x="77" y="62"/>
                  </a:cubicBezTo>
                  <a:cubicBezTo>
                    <a:pt x="78" y="62"/>
                    <a:pt x="79" y="61"/>
                    <a:pt x="80" y="61"/>
                  </a:cubicBezTo>
                  <a:cubicBezTo>
                    <a:pt x="81" y="60"/>
                    <a:pt x="79" y="58"/>
                    <a:pt x="79" y="58"/>
                  </a:cubicBezTo>
                  <a:cubicBezTo>
                    <a:pt x="78" y="57"/>
                    <a:pt x="76" y="57"/>
                    <a:pt x="75" y="57"/>
                  </a:cubicBezTo>
                  <a:cubicBezTo>
                    <a:pt x="74" y="57"/>
                    <a:pt x="73" y="56"/>
                    <a:pt x="73" y="55"/>
                  </a:cubicBezTo>
                  <a:cubicBezTo>
                    <a:pt x="72" y="55"/>
                    <a:pt x="72" y="55"/>
                    <a:pt x="72" y="54"/>
                  </a:cubicBezTo>
                  <a:cubicBezTo>
                    <a:pt x="71" y="53"/>
                    <a:pt x="72" y="53"/>
                    <a:pt x="71" y="52"/>
                  </a:cubicBezTo>
                  <a:cubicBezTo>
                    <a:pt x="71" y="51"/>
                    <a:pt x="71" y="51"/>
                    <a:pt x="71" y="50"/>
                  </a:cubicBezTo>
                  <a:cubicBezTo>
                    <a:pt x="70" y="50"/>
                    <a:pt x="69" y="49"/>
                    <a:pt x="69" y="48"/>
                  </a:cubicBezTo>
                  <a:cubicBezTo>
                    <a:pt x="68" y="48"/>
                    <a:pt x="68" y="47"/>
                    <a:pt x="67" y="47"/>
                  </a:cubicBezTo>
                  <a:cubicBezTo>
                    <a:pt x="66" y="47"/>
                    <a:pt x="66" y="47"/>
                    <a:pt x="65" y="47"/>
                  </a:cubicBezTo>
                  <a:cubicBezTo>
                    <a:pt x="65" y="47"/>
                    <a:pt x="64" y="47"/>
                    <a:pt x="64" y="46"/>
                  </a:cubicBezTo>
                  <a:cubicBezTo>
                    <a:pt x="63" y="45"/>
                    <a:pt x="63" y="44"/>
                    <a:pt x="62" y="43"/>
                  </a:cubicBezTo>
                  <a:cubicBezTo>
                    <a:pt x="62" y="42"/>
                    <a:pt x="61" y="42"/>
                    <a:pt x="60" y="41"/>
                  </a:cubicBezTo>
                  <a:cubicBezTo>
                    <a:pt x="60" y="41"/>
                    <a:pt x="60" y="40"/>
                    <a:pt x="60" y="40"/>
                  </a:cubicBezTo>
                  <a:cubicBezTo>
                    <a:pt x="59" y="40"/>
                    <a:pt x="57" y="40"/>
                    <a:pt x="58" y="42"/>
                  </a:cubicBezTo>
                  <a:cubicBezTo>
                    <a:pt x="58" y="43"/>
                    <a:pt x="59" y="44"/>
                    <a:pt x="59" y="45"/>
                  </a:cubicBezTo>
                  <a:cubicBezTo>
                    <a:pt x="59" y="46"/>
                    <a:pt x="59" y="45"/>
                    <a:pt x="59" y="44"/>
                  </a:cubicBezTo>
                  <a:cubicBezTo>
                    <a:pt x="59" y="44"/>
                    <a:pt x="58" y="44"/>
                    <a:pt x="58" y="43"/>
                  </a:cubicBezTo>
                  <a:cubicBezTo>
                    <a:pt x="57" y="42"/>
                    <a:pt x="56" y="42"/>
                    <a:pt x="55" y="41"/>
                  </a:cubicBezTo>
                  <a:cubicBezTo>
                    <a:pt x="53" y="40"/>
                    <a:pt x="54" y="38"/>
                    <a:pt x="53" y="37"/>
                  </a:cubicBezTo>
                  <a:cubicBezTo>
                    <a:pt x="52" y="36"/>
                    <a:pt x="52" y="35"/>
                    <a:pt x="51" y="36"/>
                  </a:cubicBezTo>
                  <a:cubicBezTo>
                    <a:pt x="51" y="36"/>
                    <a:pt x="51" y="37"/>
                    <a:pt x="51" y="37"/>
                  </a:cubicBezTo>
                  <a:cubicBezTo>
                    <a:pt x="50" y="37"/>
                    <a:pt x="51" y="36"/>
                    <a:pt x="50" y="35"/>
                  </a:cubicBezTo>
                  <a:cubicBezTo>
                    <a:pt x="49" y="35"/>
                    <a:pt x="50" y="36"/>
                    <a:pt x="50" y="36"/>
                  </a:cubicBezTo>
                  <a:cubicBezTo>
                    <a:pt x="50" y="36"/>
                    <a:pt x="50" y="37"/>
                    <a:pt x="50" y="37"/>
                  </a:cubicBezTo>
                  <a:cubicBezTo>
                    <a:pt x="49" y="36"/>
                    <a:pt x="50" y="35"/>
                    <a:pt x="50" y="34"/>
                  </a:cubicBezTo>
                  <a:cubicBezTo>
                    <a:pt x="50" y="33"/>
                    <a:pt x="49" y="32"/>
                    <a:pt x="48" y="32"/>
                  </a:cubicBezTo>
                  <a:cubicBezTo>
                    <a:pt x="48" y="32"/>
                    <a:pt x="47" y="30"/>
                    <a:pt x="47" y="30"/>
                  </a:cubicBezTo>
                  <a:cubicBezTo>
                    <a:pt x="47" y="30"/>
                    <a:pt x="46" y="30"/>
                    <a:pt x="46" y="30"/>
                  </a:cubicBezTo>
                  <a:cubicBezTo>
                    <a:pt x="45" y="30"/>
                    <a:pt x="45" y="29"/>
                    <a:pt x="45" y="29"/>
                  </a:cubicBezTo>
                  <a:cubicBezTo>
                    <a:pt x="44" y="28"/>
                    <a:pt x="43" y="27"/>
                    <a:pt x="42" y="27"/>
                  </a:cubicBezTo>
                  <a:cubicBezTo>
                    <a:pt x="41" y="26"/>
                    <a:pt x="40" y="25"/>
                    <a:pt x="39" y="25"/>
                  </a:cubicBezTo>
                  <a:cubicBezTo>
                    <a:pt x="39" y="25"/>
                    <a:pt x="37" y="24"/>
                    <a:pt x="37" y="23"/>
                  </a:cubicBezTo>
                  <a:cubicBezTo>
                    <a:pt x="37" y="22"/>
                    <a:pt x="36" y="22"/>
                    <a:pt x="35" y="22"/>
                  </a:cubicBezTo>
                  <a:cubicBezTo>
                    <a:pt x="35" y="21"/>
                    <a:pt x="34" y="21"/>
                    <a:pt x="33" y="20"/>
                  </a:cubicBezTo>
                  <a:cubicBezTo>
                    <a:pt x="33" y="20"/>
                    <a:pt x="33" y="20"/>
                    <a:pt x="33" y="20"/>
                  </a:cubicBezTo>
                  <a:cubicBezTo>
                    <a:pt x="32" y="19"/>
                    <a:pt x="32" y="20"/>
                    <a:pt x="32" y="20"/>
                  </a:cubicBezTo>
                  <a:cubicBezTo>
                    <a:pt x="32" y="20"/>
                    <a:pt x="32" y="20"/>
                    <a:pt x="32" y="19"/>
                  </a:cubicBezTo>
                  <a:cubicBezTo>
                    <a:pt x="32" y="19"/>
                    <a:pt x="32" y="19"/>
                    <a:pt x="32" y="18"/>
                  </a:cubicBezTo>
                  <a:cubicBezTo>
                    <a:pt x="32" y="18"/>
                    <a:pt x="33" y="17"/>
                    <a:pt x="32" y="16"/>
                  </a:cubicBezTo>
                  <a:cubicBezTo>
                    <a:pt x="31" y="16"/>
                    <a:pt x="31" y="15"/>
                    <a:pt x="30" y="15"/>
                  </a:cubicBezTo>
                  <a:cubicBezTo>
                    <a:pt x="30" y="15"/>
                    <a:pt x="30" y="14"/>
                    <a:pt x="30" y="14"/>
                  </a:cubicBezTo>
                  <a:cubicBezTo>
                    <a:pt x="29" y="13"/>
                    <a:pt x="29" y="12"/>
                    <a:pt x="29" y="12"/>
                  </a:cubicBezTo>
                  <a:cubicBezTo>
                    <a:pt x="28" y="11"/>
                    <a:pt x="27" y="10"/>
                    <a:pt x="26" y="9"/>
                  </a:cubicBezTo>
                  <a:cubicBezTo>
                    <a:pt x="26" y="9"/>
                    <a:pt x="25" y="7"/>
                    <a:pt x="24" y="8"/>
                  </a:cubicBezTo>
                  <a:cubicBezTo>
                    <a:pt x="24" y="8"/>
                    <a:pt x="23" y="9"/>
                    <a:pt x="22" y="9"/>
                  </a:cubicBezTo>
                  <a:cubicBezTo>
                    <a:pt x="22" y="9"/>
                    <a:pt x="21" y="8"/>
                    <a:pt x="21" y="8"/>
                  </a:cubicBezTo>
                  <a:cubicBezTo>
                    <a:pt x="21" y="8"/>
                    <a:pt x="21" y="7"/>
                    <a:pt x="20" y="7"/>
                  </a:cubicBezTo>
                  <a:cubicBezTo>
                    <a:pt x="19" y="7"/>
                    <a:pt x="18" y="7"/>
                    <a:pt x="17" y="8"/>
                  </a:cubicBezTo>
                  <a:cubicBezTo>
                    <a:pt x="16" y="8"/>
                    <a:pt x="15" y="8"/>
                    <a:pt x="14" y="8"/>
                  </a:cubicBezTo>
                  <a:cubicBezTo>
                    <a:pt x="13" y="8"/>
                    <a:pt x="13" y="8"/>
                    <a:pt x="12" y="7"/>
                  </a:cubicBezTo>
                  <a:cubicBezTo>
                    <a:pt x="11" y="7"/>
                    <a:pt x="10" y="6"/>
                    <a:pt x="9" y="6"/>
                  </a:cubicBezTo>
                  <a:cubicBezTo>
                    <a:pt x="9" y="5"/>
                    <a:pt x="8" y="5"/>
                    <a:pt x="8" y="4"/>
                  </a:cubicBezTo>
                  <a:cubicBezTo>
                    <a:pt x="7" y="4"/>
                    <a:pt x="7" y="4"/>
                    <a:pt x="6" y="4"/>
                  </a:cubicBezTo>
                  <a:cubicBezTo>
                    <a:pt x="6" y="3"/>
                    <a:pt x="6" y="4"/>
                    <a:pt x="5" y="4"/>
                  </a:cubicBezTo>
                  <a:cubicBezTo>
                    <a:pt x="5" y="4"/>
                    <a:pt x="4" y="3"/>
                    <a:pt x="4" y="3"/>
                  </a:cubicBezTo>
                  <a:cubicBezTo>
                    <a:pt x="4" y="4"/>
                    <a:pt x="3" y="4"/>
                    <a:pt x="3" y="4"/>
                  </a:cubicBezTo>
                  <a:cubicBezTo>
                    <a:pt x="3" y="4"/>
                    <a:pt x="3" y="4"/>
                    <a:pt x="3" y="4"/>
                  </a:cubicBezTo>
                  <a:cubicBezTo>
                    <a:pt x="2" y="4"/>
                    <a:pt x="2" y="4"/>
                    <a:pt x="2" y="5"/>
                  </a:cubicBezTo>
                  <a:cubicBezTo>
                    <a:pt x="3" y="6"/>
                    <a:pt x="3" y="6"/>
                    <a:pt x="2" y="7"/>
                  </a:cubicBezTo>
                  <a:cubicBezTo>
                    <a:pt x="2" y="7"/>
                    <a:pt x="3" y="8"/>
                    <a:pt x="3" y="8"/>
                  </a:cubicBezTo>
                  <a:cubicBezTo>
                    <a:pt x="3" y="8"/>
                    <a:pt x="3" y="9"/>
                    <a:pt x="3" y="9"/>
                  </a:cubicBezTo>
                  <a:cubicBezTo>
                    <a:pt x="4" y="10"/>
                    <a:pt x="4" y="10"/>
                    <a:pt x="4" y="10"/>
                  </a:cubicBezTo>
                  <a:cubicBezTo>
                    <a:pt x="4" y="11"/>
                    <a:pt x="4" y="12"/>
                    <a:pt x="5" y="12"/>
                  </a:cubicBezTo>
                  <a:cubicBezTo>
                    <a:pt x="5" y="13"/>
                    <a:pt x="6" y="14"/>
                    <a:pt x="6" y="14"/>
                  </a:cubicBezTo>
                  <a:cubicBezTo>
                    <a:pt x="6" y="14"/>
                    <a:pt x="6" y="14"/>
                    <a:pt x="6" y="14"/>
                  </a:cubicBezTo>
                  <a:cubicBezTo>
                    <a:pt x="6" y="14"/>
                    <a:pt x="7" y="14"/>
                    <a:pt x="7" y="15"/>
                  </a:cubicBezTo>
                  <a:cubicBezTo>
                    <a:pt x="7" y="15"/>
                    <a:pt x="8" y="16"/>
                    <a:pt x="9" y="17"/>
                  </a:cubicBezTo>
                  <a:cubicBezTo>
                    <a:pt x="9" y="17"/>
                    <a:pt x="10" y="18"/>
                    <a:pt x="10" y="19"/>
                  </a:cubicBezTo>
                  <a:cubicBezTo>
                    <a:pt x="11" y="19"/>
                    <a:pt x="11" y="20"/>
                    <a:pt x="12" y="20"/>
                  </a:cubicBezTo>
                  <a:cubicBezTo>
                    <a:pt x="12" y="20"/>
                    <a:pt x="13" y="20"/>
                    <a:pt x="13" y="21"/>
                  </a:cubicBezTo>
                  <a:cubicBezTo>
                    <a:pt x="14" y="22"/>
                    <a:pt x="15" y="24"/>
                    <a:pt x="17" y="24"/>
                  </a:cubicBezTo>
                  <a:cubicBezTo>
                    <a:pt x="17" y="24"/>
                    <a:pt x="18" y="24"/>
                    <a:pt x="19" y="24"/>
                  </a:cubicBezTo>
                  <a:cubicBezTo>
                    <a:pt x="19" y="25"/>
                    <a:pt x="20" y="26"/>
                    <a:pt x="20" y="26"/>
                  </a:cubicBezTo>
                  <a:cubicBezTo>
                    <a:pt x="21" y="27"/>
                    <a:pt x="21" y="29"/>
                    <a:pt x="22" y="30"/>
                  </a:cubicBezTo>
                  <a:cubicBezTo>
                    <a:pt x="23" y="30"/>
                    <a:pt x="23" y="30"/>
                    <a:pt x="23" y="30"/>
                  </a:cubicBezTo>
                  <a:cubicBezTo>
                    <a:pt x="24" y="31"/>
                    <a:pt x="24" y="32"/>
                    <a:pt x="24" y="33"/>
                  </a:cubicBezTo>
                  <a:cubicBezTo>
                    <a:pt x="25" y="33"/>
                    <a:pt x="25" y="33"/>
                    <a:pt x="26" y="34"/>
                  </a:cubicBezTo>
                  <a:cubicBezTo>
                    <a:pt x="27" y="34"/>
                    <a:pt x="27" y="34"/>
                    <a:pt x="27" y="35"/>
                  </a:cubicBezTo>
                  <a:cubicBezTo>
                    <a:pt x="27" y="36"/>
                    <a:pt x="27" y="38"/>
                    <a:pt x="27" y="39"/>
                  </a:cubicBezTo>
                  <a:cubicBezTo>
                    <a:pt x="28" y="40"/>
                    <a:pt x="28" y="40"/>
                    <a:pt x="29" y="40"/>
                  </a:cubicBezTo>
                  <a:cubicBezTo>
                    <a:pt x="29" y="41"/>
                    <a:pt x="30" y="40"/>
                    <a:pt x="30" y="40"/>
                  </a:cubicBezTo>
                  <a:cubicBezTo>
                    <a:pt x="31" y="41"/>
                    <a:pt x="33" y="42"/>
                    <a:pt x="33" y="43"/>
                  </a:cubicBezTo>
                  <a:cubicBezTo>
                    <a:pt x="33" y="43"/>
                    <a:pt x="34" y="43"/>
                    <a:pt x="34" y="43"/>
                  </a:cubicBezTo>
                  <a:cubicBezTo>
                    <a:pt x="34" y="43"/>
                    <a:pt x="34" y="43"/>
                    <a:pt x="34" y="43"/>
                  </a:cubicBezTo>
                  <a:cubicBezTo>
                    <a:pt x="35" y="43"/>
                    <a:pt x="36" y="44"/>
                    <a:pt x="36" y="44"/>
                  </a:cubicBezTo>
                  <a:cubicBezTo>
                    <a:pt x="36" y="45"/>
                    <a:pt x="36" y="45"/>
                    <a:pt x="37" y="46"/>
                  </a:cubicBezTo>
                  <a:cubicBezTo>
                    <a:pt x="37" y="46"/>
                    <a:pt x="38" y="47"/>
                    <a:pt x="38" y="46"/>
                  </a:cubicBezTo>
                  <a:cubicBezTo>
                    <a:pt x="38" y="45"/>
                    <a:pt x="39" y="47"/>
                    <a:pt x="39" y="47"/>
                  </a:cubicBezTo>
                  <a:cubicBezTo>
                    <a:pt x="39" y="47"/>
                    <a:pt x="38" y="48"/>
                    <a:pt x="38" y="48"/>
                  </a:cubicBezTo>
                  <a:cubicBezTo>
                    <a:pt x="38" y="48"/>
                    <a:pt x="38" y="48"/>
                    <a:pt x="37" y="48"/>
                  </a:cubicBezTo>
                  <a:cubicBezTo>
                    <a:pt x="37" y="48"/>
                    <a:pt x="38" y="49"/>
                    <a:pt x="38" y="49"/>
                  </a:cubicBezTo>
                  <a:cubicBezTo>
                    <a:pt x="39" y="50"/>
                    <a:pt x="39" y="51"/>
                    <a:pt x="39" y="52"/>
                  </a:cubicBezTo>
                  <a:cubicBezTo>
                    <a:pt x="39" y="53"/>
                    <a:pt x="40" y="55"/>
                    <a:pt x="41" y="56"/>
                  </a:cubicBezTo>
                  <a:cubicBezTo>
                    <a:pt x="41" y="57"/>
                    <a:pt x="41" y="58"/>
                    <a:pt x="41" y="58"/>
                  </a:cubicBezTo>
                  <a:cubicBezTo>
                    <a:pt x="42" y="59"/>
                    <a:pt x="41" y="59"/>
                    <a:pt x="42" y="60"/>
                  </a:cubicBezTo>
                  <a:cubicBezTo>
                    <a:pt x="42" y="61"/>
                    <a:pt x="42" y="61"/>
                    <a:pt x="42" y="62"/>
                  </a:cubicBezTo>
                  <a:cubicBezTo>
                    <a:pt x="42" y="62"/>
                    <a:pt x="42" y="62"/>
                    <a:pt x="42" y="63"/>
                  </a:cubicBezTo>
                  <a:cubicBezTo>
                    <a:pt x="43" y="63"/>
                    <a:pt x="43" y="63"/>
                    <a:pt x="44" y="63"/>
                  </a:cubicBezTo>
                  <a:cubicBezTo>
                    <a:pt x="44" y="63"/>
                    <a:pt x="44" y="63"/>
                    <a:pt x="44" y="63"/>
                  </a:cubicBezTo>
                  <a:cubicBezTo>
                    <a:pt x="46" y="64"/>
                    <a:pt x="46" y="64"/>
                    <a:pt x="47" y="65"/>
                  </a:cubicBezTo>
                  <a:cubicBezTo>
                    <a:pt x="48" y="66"/>
                    <a:pt x="47" y="67"/>
                    <a:pt x="48" y="67"/>
                  </a:cubicBezTo>
                  <a:cubicBezTo>
                    <a:pt x="48" y="68"/>
                    <a:pt x="48" y="68"/>
                    <a:pt x="49" y="69"/>
                  </a:cubicBezTo>
                  <a:cubicBezTo>
                    <a:pt x="49" y="69"/>
                    <a:pt x="50" y="70"/>
                    <a:pt x="50" y="70"/>
                  </a:cubicBezTo>
                  <a:cubicBezTo>
                    <a:pt x="51" y="71"/>
                    <a:pt x="51" y="71"/>
                    <a:pt x="51" y="72"/>
                  </a:cubicBezTo>
                  <a:cubicBezTo>
                    <a:pt x="52" y="73"/>
                    <a:pt x="53" y="75"/>
                    <a:pt x="54" y="76"/>
                  </a:cubicBezTo>
                  <a:cubicBezTo>
                    <a:pt x="54" y="76"/>
                    <a:pt x="54" y="77"/>
                    <a:pt x="54" y="77"/>
                  </a:cubicBezTo>
                  <a:cubicBezTo>
                    <a:pt x="54" y="77"/>
                    <a:pt x="54" y="78"/>
                    <a:pt x="54" y="78"/>
                  </a:cubicBezTo>
                  <a:cubicBezTo>
                    <a:pt x="54" y="78"/>
                    <a:pt x="54" y="79"/>
                    <a:pt x="54" y="79"/>
                  </a:cubicBezTo>
                  <a:cubicBezTo>
                    <a:pt x="54" y="79"/>
                    <a:pt x="55" y="79"/>
                    <a:pt x="55" y="80"/>
                  </a:cubicBezTo>
                  <a:cubicBezTo>
                    <a:pt x="56" y="80"/>
                    <a:pt x="56" y="81"/>
                    <a:pt x="56" y="82"/>
                  </a:cubicBezTo>
                  <a:cubicBezTo>
                    <a:pt x="56" y="82"/>
                    <a:pt x="56" y="82"/>
                    <a:pt x="56" y="82"/>
                  </a:cubicBezTo>
                  <a:cubicBezTo>
                    <a:pt x="56" y="82"/>
                    <a:pt x="56" y="82"/>
                    <a:pt x="56" y="82"/>
                  </a:cubicBezTo>
                  <a:cubicBezTo>
                    <a:pt x="56" y="84"/>
                    <a:pt x="58" y="85"/>
                    <a:pt x="58" y="86"/>
                  </a:cubicBezTo>
                  <a:cubicBezTo>
                    <a:pt x="58" y="87"/>
                    <a:pt x="59" y="87"/>
                    <a:pt x="58" y="88"/>
                  </a:cubicBezTo>
                  <a:cubicBezTo>
                    <a:pt x="58" y="88"/>
                    <a:pt x="58" y="89"/>
                    <a:pt x="58" y="89"/>
                  </a:cubicBezTo>
                  <a:cubicBezTo>
                    <a:pt x="59" y="91"/>
                    <a:pt x="59" y="93"/>
                    <a:pt x="60" y="94"/>
                  </a:cubicBezTo>
                  <a:cubicBezTo>
                    <a:pt x="61" y="94"/>
                    <a:pt x="62" y="94"/>
                    <a:pt x="62" y="95"/>
                  </a:cubicBezTo>
                  <a:cubicBezTo>
                    <a:pt x="63" y="95"/>
                    <a:pt x="63" y="96"/>
                    <a:pt x="63" y="96"/>
                  </a:cubicBezTo>
                  <a:cubicBezTo>
                    <a:pt x="64" y="98"/>
                    <a:pt x="64" y="100"/>
                    <a:pt x="65" y="101"/>
                  </a:cubicBezTo>
                  <a:cubicBezTo>
                    <a:pt x="66" y="102"/>
                    <a:pt x="68" y="103"/>
                    <a:pt x="69" y="104"/>
                  </a:cubicBezTo>
                  <a:cubicBezTo>
                    <a:pt x="70" y="104"/>
                    <a:pt x="71" y="105"/>
                    <a:pt x="71" y="105"/>
                  </a:cubicBezTo>
                  <a:cubicBezTo>
                    <a:pt x="71" y="106"/>
                    <a:pt x="71" y="107"/>
                    <a:pt x="72" y="107"/>
                  </a:cubicBezTo>
                  <a:cubicBezTo>
                    <a:pt x="72" y="108"/>
                    <a:pt x="71" y="108"/>
                    <a:pt x="72" y="109"/>
                  </a:cubicBezTo>
                  <a:cubicBezTo>
                    <a:pt x="72" y="109"/>
                    <a:pt x="72" y="110"/>
                    <a:pt x="73" y="110"/>
                  </a:cubicBezTo>
                  <a:cubicBezTo>
                    <a:pt x="74" y="111"/>
                    <a:pt x="76" y="112"/>
                    <a:pt x="77" y="114"/>
                  </a:cubicBezTo>
                  <a:cubicBezTo>
                    <a:pt x="77" y="114"/>
                    <a:pt x="77" y="115"/>
                    <a:pt x="78" y="115"/>
                  </a:cubicBezTo>
                  <a:cubicBezTo>
                    <a:pt x="78" y="115"/>
                    <a:pt x="78" y="115"/>
                    <a:pt x="78" y="115"/>
                  </a:cubicBezTo>
                  <a:cubicBezTo>
                    <a:pt x="79" y="115"/>
                    <a:pt x="80" y="116"/>
                    <a:pt x="80" y="116"/>
                  </a:cubicBezTo>
                  <a:cubicBezTo>
                    <a:pt x="81" y="117"/>
                    <a:pt x="81" y="118"/>
                    <a:pt x="82" y="118"/>
                  </a:cubicBezTo>
                  <a:cubicBezTo>
                    <a:pt x="82" y="118"/>
                    <a:pt x="82" y="118"/>
                    <a:pt x="82" y="119"/>
                  </a:cubicBezTo>
                  <a:cubicBezTo>
                    <a:pt x="82" y="119"/>
                    <a:pt x="82" y="119"/>
                    <a:pt x="83" y="119"/>
                  </a:cubicBezTo>
                  <a:cubicBezTo>
                    <a:pt x="83" y="119"/>
                    <a:pt x="84" y="119"/>
                    <a:pt x="84" y="120"/>
                  </a:cubicBezTo>
                  <a:cubicBezTo>
                    <a:pt x="84" y="120"/>
                    <a:pt x="85" y="120"/>
                    <a:pt x="85" y="120"/>
                  </a:cubicBezTo>
                  <a:cubicBezTo>
                    <a:pt x="85" y="120"/>
                    <a:pt x="86" y="121"/>
                    <a:pt x="87" y="121"/>
                  </a:cubicBezTo>
                  <a:cubicBezTo>
                    <a:pt x="87" y="122"/>
                    <a:pt x="86" y="123"/>
                    <a:pt x="87" y="123"/>
                  </a:cubicBezTo>
                  <a:cubicBezTo>
                    <a:pt x="87" y="123"/>
                    <a:pt x="88" y="123"/>
                    <a:pt x="88" y="123"/>
                  </a:cubicBezTo>
                  <a:cubicBezTo>
                    <a:pt x="87" y="124"/>
                    <a:pt x="88" y="125"/>
                    <a:pt x="89" y="125"/>
                  </a:cubicBezTo>
                  <a:cubicBezTo>
                    <a:pt x="89" y="126"/>
                    <a:pt x="89" y="126"/>
                    <a:pt x="90" y="126"/>
                  </a:cubicBezTo>
                  <a:cubicBezTo>
                    <a:pt x="90" y="126"/>
                    <a:pt x="90" y="126"/>
                    <a:pt x="90" y="127"/>
                  </a:cubicBezTo>
                  <a:cubicBezTo>
                    <a:pt x="90" y="127"/>
                    <a:pt x="90" y="127"/>
                    <a:pt x="90" y="127"/>
                  </a:cubicBezTo>
                  <a:cubicBezTo>
                    <a:pt x="90" y="127"/>
                    <a:pt x="91" y="127"/>
                    <a:pt x="91" y="128"/>
                  </a:cubicBezTo>
                  <a:cubicBezTo>
                    <a:pt x="91" y="128"/>
                    <a:pt x="91" y="128"/>
                    <a:pt x="92" y="128"/>
                  </a:cubicBezTo>
                  <a:cubicBezTo>
                    <a:pt x="92" y="129"/>
                    <a:pt x="92" y="129"/>
                    <a:pt x="93" y="130"/>
                  </a:cubicBezTo>
                  <a:cubicBezTo>
                    <a:pt x="93" y="131"/>
                    <a:pt x="93" y="130"/>
                    <a:pt x="94" y="130"/>
                  </a:cubicBezTo>
                  <a:cubicBezTo>
                    <a:pt x="94" y="130"/>
                    <a:pt x="94" y="130"/>
                    <a:pt x="94" y="129"/>
                  </a:cubicBezTo>
                  <a:cubicBezTo>
                    <a:pt x="94" y="128"/>
                    <a:pt x="93" y="127"/>
                    <a:pt x="93" y="126"/>
                  </a:cubicBezTo>
                  <a:cubicBezTo>
                    <a:pt x="93" y="126"/>
                    <a:pt x="93" y="126"/>
                    <a:pt x="94" y="126"/>
                  </a:cubicBezTo>
                  <a:cubicBezTo>
                    <a:pt x="94" y="126"/>
                    <a:pt x="95" y="127"/>
                    <a:pt x="95" y="127"/>
                  </a:cubicBezTo>
                  <a:cubicBezTo>
                    <a:pt x="96" y="127"/>
                    <a:pt x="97" y="128"/>
                    <a:pt x="98" y="128"/>
                  </a:cubicBezTo>
                  <a:cubicBezTo>
                    <a:pt x="98" y="129"/>
                    <a:pt x="98" y="129"/>
                    <a:pt x="98" y="129"/>
                  </a:cubicBezTo>
                  <a:cubicBezTo>
                    <a:pt x="98" y="129"/>
                    <a:pt x="99" y="129"/>
                    <a:pt x="99" y="129"/>
                  </a:cubicBezTo>
                  <a:close/>
                  <a:moveTo>
                    <a:pt x="21" y="43"/>
                  </a:moveTo>
                  <a:cubicBezTo>
                    <a:pt x="22" y="43"/>
                    <a:pt x="22" y="43"/>
                    <a:pt x="22" y="43"/>
                  </a:cubicBezTo>
                  <a:cubicBezTo>
                    <a:pt x="22" y="42"/>
                    <a:pt x="21" y="42"/>
                    <a:pt x="21" y="43"/>
                  </a:cubicBezTo>
                  <a:close/>
                  <a:moveTo>
                    <a:pt x="324" y="43"/>
                  </a:moveTo>
                  <a:cubicBezTo>
                    <a:pt x="325" y="43"/>
                    <a:pt x="324" y="43"/>
                    <a:pt x="324" y="43"/>
                  </a:cubicBezTo>
                  <a:cubicBezTo>
                    <a:pt x="325" y="43"/>
                    <a:pt x="326" y="43"/>
                    <a:pt x="326" y="43"/>
                  </a:cubicBezTo>
                  <a:cubicBezTo>
                    <a:pt x="327" y="43"/>
                    <a:pt x="328" y="41"/>
                    <a:pt x="328" y="40"/>
                  </a:cubicBezTo>
                  <a:cubicBezTo>
                    <a:pt x="328" y="39"/>
                    <a:pt x="329" y="39"/>
                    <a:pt x="328" y="38"/>
                  </a:cubicBezTo>
                  <a:cubicBezTo>
                    <a:pt x="328" y="37"/>
                    <a:pt x="327" y="37"/>
                    <a:pt x="327" y="36"/>
                  </a:cubicBezTo>
                  <a:cubicBezTo>
                    <a:pt x="327" y="36"/>
                    <a:pt x="327" y="37"/>
                    <a:pt x="326" y="37"/>
                  </a:cubicBezTo>
                  <a:cubicBezTo>
                    <a:pt x="326" y="37"/>
                    <a:pt x="326" y="37"/>
                    <a:pt x="326" y="37"/>
                  </a:cubicBezTo>
                  <a:cubicBezTo>
                    <a:pt x="325" y="38"/>
                    <a:pt x="325" y="38"/>
                    <a:pt x="324" y="39"/>
                  </a:cubicBezTo>
                  <a:cubicBezTo>
                    <a:pt x="324" y="39"/>
                    <a:pt x="324" y="40"/>
                    <a:pt x="324" y="40"/>
                  </a:cubicBezTo>
                  <a:cubicBezTo>
                    <a:pt x="324" y="41"/>
                    <a:pt x="324" y="41"/>
                    <a:pt x="324" y="41"/>
                  </a:cubicBezTo>
                  <a:cubicBezTo>
                    <a:pt x="324" y="42"/>
                    <a:pt x="324" y="42"/>
                    <a:pt x="324" y="43"/>
                  </a:cubicBezTo>
                  <a:close/>
                  <a:moveTo>
                    <a:pt x="340" y="79"/>
                  </a:moveTo>
                  <a:cubicBezTo>
                    <a:pt x="340" y="79"/>
                    <a:pt x="340" y="79"/>
                    <a:pt x="340" y="79"/>
                  </a:cubicBezTo>
                  <a:cubicBezTo>
                    <a:pt x="340" y="79"/>
                    <a:pt x="340" y="79"/>
                    <a:pt x="341" y="78"/>
                  </a:cubicBezTo>
                  <a:cubicBezTo>
                    <a:pt x="341" y="78"/>
                    <a:pt x="340" y="78"/>
                    <a:pt x="340" y="78"/>
                  </a:cubicBezTo>
                  <a:cubicBezTo>
                    <a:pt x="340" y="78"/>
                    <a:pt x="339" y="78"/>
                    <a:pt x="339" y="78"/>
                  </a:cubicBezTo>
                  <a:cubicBezTo>
                    <a:pt x="339" y="79"/>
                    <a:pt x="340" y="79"/>
                    <a:pt x="340" y="79"/>
                  </a:cubicBezTo>
                  <a:close/>
                  <a:moveTo>
                    <a:pt x="231" y="156"/>
                  </a:moveTo>
                  <a:cubicBezTo>
                    <a:pt x="232" y="157"/>
                    <a:pt x="233" y="155"/>
                    <a:pt x="232" y="155"/>
                  </a:cubicBezTo>
                  <a:cubicBezTo>
                    <a:pt x="231" y="155"/>
                    <a:pt x="231" y="155"/>
                    <a:pt x="231" y="156"/>
                  </a:cubicBezTo>
                  <a:close/>
                  <a:moveTo>
                    <a:pt x="93" y="54"/>
                  </a:moveTo>
                  <a:cubicBezTo>
                    <a:pt x="94" y="54"/>
                    <a:pt x="93" y="54"/>
                    <a:pt x="93" y="55"/>
                  </a:cubicBezTo>
                  <a:cubicBezTo>
                    <a:pt x="93" y="55"/>
                    <a:pt x="94" y="55"/>
                    <a:pt x="94" y="55"/>
                  </a:cubicBezTo>
                  <a:cubicBezTo>
                    <a:pt x="94" y="55"/>
                    <a:pt x="93" y="55"/>
                    <a:pt x="93" y="55"/>
                  </a:cubicBezTo>
                  <a:cubicBezTo>
                    <a:pt x="93" y="55"/>
                    <a:pt x="95" y="57"/>
                    <a:pt x="95" y="56"/>
                  </a:cubicBezTo>
                  <a:cubicBezTo>
                    <a:pt x="95" y="56"/>
                    <a:pt x="95" y="55"/>
                    <a:pt x="95" y="55"/>
                  </a:cubicBezTo>
                  <a:cubicBezTo>
                    <a:pt x="95" y="55"/>
                    <a:pt x="95" y="55"/>
                    <a:pt x="95" y="55"/>
                  </a:cubicBezTo>
                  <a:cubicBezTo>
                    <a:pt x="95" y="55"/>
                    <a:pt x="95" y="54"/>
                    <a:pt x="95" y="54"/>
                  </a:cubicBezTo>
                  <a:cubicBezTo>
                    <a:pt x="95" y="53"/>
                    <a:pt x="95" y="53"/>
                    <a:pt x="95" y="53"/>
                  </a:cubicBezTo>
                  <a:cubicBezTo>
                    <a:pt x="95" y="53"/>
                    <a:pt x="95" y="52"/>
                    <a:pt x="95" y="52"/>
                  </a:cubicBezTo>
                  <a:cubicBezTo>
                    <a:pt x="94" y="52"/>
                    <a:pt x="94" y="52"/>
                    <a:pt x="94" y="52"/>
                  </a:cubicBezTo>
                  <a:cubicBezTo>
                    <a:pt x="94" y="52"/>
                    <a:pt x="93" y="52"/>
                    <a:pt x="93" y="52"/>
                  </a:cubicBezTo>
                  <a:cubicBezTo>
                    <a:pt x="93" y="52"/>
                    <a:pt x="92" y="52"/>
                    <a:pt x="92" y="52"/>
                  </a:cubicBezTo>
                  <a:cubicBezTo>
                    <a:pt x="92" y="53"/>
                    <a:pt x="92" y="53"/>
                    <a:pt x="92" y="53"/>
                  </a:cubicBezTo>
                  <a:cubicBezTo>
                    <a:pt x="92" y="53"/>
                    <a:pt x="91" y="53"/>
                    <a:pt x="91" y="53"/>
                  </a:cubicBezTo>
                  <a:cubicBezTo>
                    <a:pt x="91" y="54"/>
                    <a:pt x="91" y="54"/>
                    <a:pt x="92" y="54"/>
                  </a:cubicBezTo>
                  <a:cubicBezTo>
                    <a:pt x="92" y="54"/>
                    <a:pt x="93" y="53"/>
                    <a:pt x="93" y="54"/>
                  </a:cubicBezTo>
                  <a:close/>
                  <a:moveTo>
                    <a:pt x="324" y="104"/>
                  </a:moveTo>
                  <a:cubicBezTo>
                    <a:pt x="323" y="104"/>
                    <a:pt x="323" y="104"/>
                    <a:pt x="323" y="104"/>
                  </a:cubicBezTo>
                  <a:cubicBezTo>
                    <a:pt x="322" y="105"/>
                    <a:pt x="322" y="105"/>
                    <a:pt x="321" y="105"/>
                  </a:cubicBezTo>
                  <a:cubicBezTo>
                    <a:pt x="321" y="105"/>
                    <a:pt x="320" y="105"/>
                    <a:pt x="320" y="106"/>
                  </a:cubicBezTo>
                  <a:cubicBezTo>
                    <a:pt x="320" y="107"/>
                    <a:pt x="321" y="107"/>
                    <a:pt x="321" y="106"/>
                  </a:cubicBezTo>
                  <a:cubicBezTo>
                    <a:pt x="321" y="106"/>
                    <a:pt x="323" y="105"/>
                    <a:pt x="323" y="105"/>
                  </a:cubicBezTo>
                  <a:cubicBezTo>
                    <a:pt x="323" y="106"/>
                    <a:pt x="322" y="107"/>
                    <a:pt x="322" y="107"/>
                  </a:cubicBezTo>
                  <a:cubicBezTo>
                    <a:pt x="322" y="107"/>
                    <a:pt x="324" y="106"/>
                    <a:pt x="324" y="106"/>
                  </a:cubicBezTo>
                  <a:cubicBezTo>
                    <a:pt x="323" y="104"/>
                    <a:pt x="324" y="106"/>
                    <a:pt x="324" y="105"/>
                  </a:cubicBezTo>
                  <a:cubicBezTo>
                    <a:pt x="324" y="105"/>
                    <a:pt x="325" y="104"/>
                    <a:pt x="324" y="104"/>
                  </a:cubicBezTo>
                  <a:close/>
                  <a:moveTo>
                    <a:pt x="349" y="75"/>
                  </a:moveTo>
                  <a:cubicBezTo>
                    <a:pt x="349" y="75"/>
                    <a:pt x="350" y="74"/>
                    <a:pt x="350" y="74"/>
                  </a:cubicBezTo>
                  <a:cubicBezTo>
                    <a:pt x="350" y="74"/>
                    <a:pt x="350" y="74"/>
                    <a:pt x="350" y="74"/>
                  </a:cubicBezTo>
                  <a:cubicBezTo>
                    <a:pt x="350" y="74"/>
                    <a:pt x="350" y="74"/>
                    <a:pt x="350" y="74"/>
                  </a:cubicBezTo>
                  <a:cubicBezTo>
                    <a:pt x="349" y="74"/>
                    <a:pt x="349" y="74"/>
                    <a:pt x="349" y="74"/>
                  </a:cubicBezTo>
                  <a:cubicBezTo>
                    <a:pt x="349" y="74"/>
                    <a:pt x="348" y="74"/>
                    <a:pt x="348" y="74"/>
                  </a:cubicBezTo>
                  <a:cubicBezTo>
                    <a:pt x="348" y="74"/>
                    <a:pt x="348" y="74"/>
                    <a:pt x="347" y="74"/>
                  </a:cubicBezTo>
                  <a:cubicBezTo>
                    <a:pt x="347" y="74"/>
                    <a:pt x="347" y="74"/>
                    <a:pt x="347" y="74"/>
                  </a:cubicBezTo>
                  <a:cubicBezTo>
                    <a:pt x="347" y="74"/>
                    <a:pt x="347" y="74"/>
                    <a:pt x="347" y="74"/>
                  </a:cubicBezTo>
                  <a:cubicBezTo>
                    <a:pt x="346" y="75"/>
                    <a:pt x="346" y="74"/>
                    <a:pt x="346" y="74"/>
                  </a:cubicBezTo>
                  <a:cubicBezTo>
                    <a:pt x="346" y="74"/>
                    <a:pt x="345" y="75"/>
                    <a:pt x="345" y="75"/>
                  </a:cubicBezTo>
                  <a:cubicBezTo>
                    <a:pt x="346" y="75"/>
                    <a:pt x="348" y="75"/>
                    <a:pt x="349" y="75"/>
                  </a:cubicBezTo>
                  <a:close/>
                  <a:moveTo>
                    <a:pt x="309" y="21"/>
                  </a:moveTo>
                  <a:cubicBezTo>
                    <a:pt x="310" y="21"/>
                    <a:pt x="309" y="20"/>
                    <a:pt x="309" y="20"/>
                  </a:cubicBezTo>
                  <a:cubicBezTo>
                    <a:pt x="309" y="19"/>
                    <a:pt x="310" y="19"/>
                    <a:pt x="310" y="19"/>
                  </a:cubicBezTo>
                  <a:cubicBezTo>
                    <a:pt x="310" y="19"/>
                    <a:pt x="310" y="19"/>
                    <a:pt x="310" y="19"/>
                  </a:cubicBezTo>
                  <a:cubicBezTo>
                    <a:pt x="310" y="18"/>
                    <a:pt x="310" y="18"/>
                    <a:pt x="310" y="18"/>
                  </a:cubicBezTo>
                  <a:cubicBezTo>
                    <a:pt x="310" y="18"/>
                    <a:pt x="310" y="17"/>
                    <a:pt x="310" y="17"/>
                  </a:cubicBezTo>
                  <a:cubicBezTo>
                    <a:pt x="310" y="17"/>
                    <a:pt x="310" y="16"/>
                    <a:pt x="310" y="16"/>
                  </a:cubicBezTo>
                  <a:cubicBezTo>
                    <a:pt x="309" y="16"/>
                    <a:pt x="308" y="15"/>
                    <a:pt x="308" y="16"/>
                  </a:cubicBezTo>
                  <a:cubicBezTo>
                    <a:pt x="308" y="16"/>
                    <a:pt x="308" y="16"/>
                    <a:pt x="308" y="17"/>
                  </a:cubicBezTo>
                  <a:cubicBezTo>
                    <a:pt x="308" y="17"/>
                    <a:pt x="308" y="18"/>
                    <a:pt x="308" y="18"/>
                  </a:cubicBezTo>
                  <a:cubicBezTo>
                    <a:pt x="308" y="18"/>
                    <a:pt x="308" y="18"/>
                    <a:pt x="308" y="18"/>
                  </a:cubicBezTo>
                  <a:cubicBezTo>
                    <a:pt x="309" y="18"/>
                    <a:pt x="309" y="19"/>
                    <a:pt x="309" y="19"/>
                  </a:cubicBezTo>
                  <a:cubicBezTo>
                    <a:pt x="309" y="19"/>
                    <a:pt x="308" y="20"/>
                    <a:pt x="308" y="20"/>
                  </a:cubicBezTo>
                  <a:cubicBezTo>
                    <a:pt x="307" y="21"/>
                    <a:pt x="308" y="21"/>
                    <a:pt x="309" y="21"/>
                  </a:cubicBezTo>
                  <a:close/>
                  <a:moveTo>
                    <a:pt x="316" y="58"/>
                  </a:moveTo>
                  <a:cubicBezTo>
                    <a:pt x="316" y="59"/>
                    <a:pt x="317" y="57"/>
                    <a:pt x="317" y="57"/>
                  </a:cubicBezTo>
                  <a:cubicBezTo>
                    <a:pt x="316" y="57"/>
                    <a:pt x="315" y="58"/>
                    <a:pt x="316" y="58"/>
                  </a:cubicBezTo>
                  <a:close/>
                  <a:moveTo>
                    <a:pt x="348" y="155"/>
                  </a:moveTo>
                  <a:cubicBezTo>
                    <a:pt x="348" y="154"/>
                    <a:pt x="348" y="154"/>
                    <a:pt x="348" y="154"/>
                  </a:cubicBezTo>
                  <a:cubicBezTo>
                    <a:pt x="347" y="154"/>
                    <a:pt x="347" y="155"/>
                    <a:pt x="347" y="155"/>
                  </a:cubicBezTo>
                  <a:cubicBezTo>
                    <a:pt x="347" y="155"/>
                    <a:pt x="347" y="155"/>
                    <a:pt x="347" y="155"/>
                  </a:cubicBezTo>
                  <a:cubicBezTo>
                    <a:pt x="346" y="155"/>
                    <a:pt x="347" y="155"/>
                    <a:pt x="347" y="155"/>
                  </a:cubicBezTo>
                  <a:cubicBezTo>
                    <a:pt x="347" y="156"/>
                    <a:pt x="346" y="156"/>
                    <a:pt x="346" y="156"/>
                  </a:cubicBezTo>
                  <a:cubicBezTo>
                    <a:pt x="346" y="156"/>
                    <a:pt x="345" y="157"/>
                    <a:pt x="345" y="157"/>
                  </a:cubicBezTo>
                  <a:cubicBezTo>
                    <a:pt x="345" y="157"/>
                    <a:pt x="346" y="157"/>
                    <a:pt x="346" y="157"/>
                  </a:cubicBezTo>
                  <a:cubicBezTo>
                    <a:pt x="346" y="156"/>
                    <a:pt x="346" y="156"/>
                    <a:pt x="347" y="156"/>
                  </a:cubicBezTo>
                  <a:cubicBezTo>
                    <a:pt x="347" y="156"/>
                    <a:pt x="347" y="156"/>
                    <a:pt x="348" y="156"/>
                  </a:cubicBezTo>
                  <a:cubicBezTo>
                    <a:pt x="348" y="155"/>
                    <a:pt x="349" y="155"/>
                    <a:pt x="349" y="155"/>
                  </a:cubicBezTo>
                  <a:cubicBezTo>
                    <a:pt x="349" y="154"/>
                    <a:pt x="348" y="155"/>
                    <a:pt x="348" y="155"/>
                  </a:cubicBezTo>
                  <a:close/>
                  <a:moveTo>
                    <a:pt x="318" y="155"/>
                  </a:moveTo>
                  <a:cubicBezTo>
                    <a:pt x="317" y="155"/>
                    <a:pt x="317" y="154"/>
                    <a:pt x="316" y="154"/>
                  </a:cubicBezTo>
                  <a:cubicBezTo>
                    <a:pt x="316" y="154"/>
                    <a:pt x="317" y="155"/>
                    <a:pt x="317" y="155"/>
                  </a:cubicBezTo>
                  <a:cubicBezTo>
                    <a:pt x="317" y="156"/>
                    <a:pt x="318" y="156"/>
                    <a:pt x="319" y="156"/>
                  </a:cubicBezTo>
                  <a:cubicBezTo>
                    <a:pt x="319" y="156"/>
                    <a:pt x="320" y="155"/>
                    <a:pt x="319" y="155"/>
                  </a:cubicBezTo>
                  <a:cubicBezTo>
                    <a:pt x="319" y="155"/>
                    <a:pt x="318" y="155"/>
                    <a:pt x="318" y="155"/>
                  </a:cubicBezTo>
                  <a:close/>
                  <a:moveTo>
                    <a:pt x="77" y="54"/>
                  </a:moveTo>
                  <a:cubicBezTo>
                    <a:pt x="77" y="54"/>
                    <a:pt x="78" y="54"/>
                    <a:pt x="78" y="55"/>
                  </a:cubicBezTo>
                  <a:cubicBezTo>
                    <a:pt x="79" y="55"/>
                    <a:pt x="80" y="57"/>
                    <a:pt x="81" y="56"/>
                  </a:cubicBezTo>
                  <a:cubicBezTo>
                    <a:pt x="81" y="55"/>
                    <a:pt x="79" y="54"/>
                    <a:pt x="79" y="53"/>
                  </a:cubicBezTo>
                  <a:cubicBezTo>
                    <a:pt x="78" y="53"/>
                    <a:pt x="77" y="52"/>
                    <a:pt x="77" y="52"/>
                  </a:cubicBezTo>
                  <a:cubicBezTo>
                    <a:pt x="76" y="53"/>
                    <a:pt x="76" y="53"/>
                    <a:pt x="76" y="53"/>
                  </a:cubicBezTo>
                  <a:cubicBezTo>
                    <a:pt x="75" y="54"/>
                    <a:pt x="76" y="54"/>
                    <a:pt x="77" y="54"/>
                  </a:cubicBezTo>
                  <a:close/>
                  <a:moveTo>
                    <a:pt x="94" y="63"/>
                  </a:moveTo>
                  <a:cubicBezTo>
                    <a:pt x="94" y="63"/>
                    <a:pt x="95" y="65"/>
                    <a:pt x="96" y="65"/>
                  </a:cubicBezTo>
                  <a:cubicBezTo>
                    <a:pt x="96" y="65"/>
                    <a:pt x="95" y="63"/>
                    <a:pt x="94" y="63"/>
                  </a:cubicBezTo>
                  <a:cubicBezTo>
                    <a:pt x="94" y="63"/>
                    <a:pt x="94" y="63"/>
                    <a:pt x="94" y="63"/>
                  </a:cubicBezTo>
                  <a:close/>
                  <a:moveTo>
                    <a:pt x="83" y="56"/>
                  </a:moveTo>
                  <a:cubicBezTo>
                    <a:pt x="82" y="57"/>
                    <a:pt x="83" y="58"/>
                    <a:pt x="83" y="58"/>
                  </a:cubicBezTo>
                  <a:cubicBezTo>
                    <a:pt x="84" y="58"/>
                    <a:pt x="84" y="57"/>
                    <a:pt x="84" y="57"/>
                  </a:cubicBezTo>
                  <a:cubicBezTo>
                    <a:pt x="84" y="57"/>
                    <a:pt x="83" y="55"/>
                    <a:pt x="83" y="56"/>
                  </a:cubicBezTo>
                  <a:close/>
                  <a:moveTo>
                    <a:pt x="82" y="59"/>
                  </a:moveTo>
                  <a:cubicBezTo>
                    <a:pt x="82" y="58"/>
                    <a:pt x="81" y="57"/>
                    <a:pt x="81" y="59"/>
                  </a:cubicBezTo>
                  <a:cubicBezTo>
                    <a:pt x="80" y="60"/>
                    <a:pt x="82" y="60"/>
                    <a:pt x="82" y="59"/>
                  </a:cubicBezTo>
                  <a:close/>
                  <a:moveTo>
                    <a:pt x="272" y="180"/>
                  </a:moveTo>
                  <a:cubicBezTo>
                    <a:pt x="272" y="180"/>
                    <a:pt x="271" y="180"/>
                    <a:pt x="271" y="181"/>
                  </a:cubicBezTo>
                  <a:cubicBezTo>
                    <a:pt x="271" y="181"/>
                    <a:pt x="270" y="181"/>
                    <a:pt x="270" y="181"/>
                  </a:cubicBezTo>
                  <a:cubicBezTo>
                    <a:pt x="270" y="181"/>
                    <a:pt x="270" y="182"/>
                    <a:pt x="269" y="182"/>
                  </a:cubicBezTo>
                  <a:cubicBezTo>
                    <a:pt x="269" y="182"/>
                    <a:pt x="269" y="182"/>
                    <a:pt x="269" y="182"/>
                  </a:cubicBezTo>
                  <a:cubicBezTo>
                    <a:pt x="268" y="183"/>
                    <a:pt x="267" y="183"/>
                    <a:pt x="266" y="184"/>
                  </a:cubicBezTo>
                  <a:cubicBezTo>
                    <a:pt x="266" y="184"/>
                    <a:pt x="266" y="185"/>
                    <a:pt x="266" y="185"/>
                  </a:cubicBezTo>
                  <a:cubicBezTo>
                    <a:pt x="266" y="186"/>
                    <a:pt x="268" y="185"/>
                    <a:pt x="268" y="184"/>
                  </a:cubicBezTo>
                  <a:cubicBezTo>
                    <a:pt x="269" y="184"/>
                    <a:pt x="269" y="184"/>
                    <a:pt x="270" y="184"/>
                  </a:cubicBezTo>
                  <a:cubicBezTo>
                    <a:pt x="270" y="184"/>
                    <a:pt x="270" y="183"/>
                    <a:pt x="270" y="183"/>
                  </a:cubicBezTo>
                  <a:cubicBezTo>
                    <a:pt x="271" y="183"/>
                    <a:pt x="271" y="183"/>
                    <a:pt x="271" y="183"/>
                  </a:cubicBezTo>
                  <a:cubicBezTo>
                    <a:pt x="271" y="182"/>
                    <a:pt x="271" y="183"/>
                    <a:pt x="271" y="183"/>
                  </a:cubicBezTo>
                  <a:cubicBezTo>
                    <a:pt x="272" y="183"/>
                    <a:pt x="272" y="182"/>
                    <a:pt x="272" y="182"/>
                  </a:cubicBezTo>
                  <a:cubicBezTo>
                    <a:pt x="271" y="182"/>
                    <a:pt x="272" y="180"/>
                    <a:pt x="272" y="180"/>
                  </a:cubicBezTo>
                  <a:close/>
                  <a:moveTo>
                    <a:pt x="88" y="57"/>
                  </a:moveTo>
                  <a:cubicBezTo>
                    <a:pt x="88" y="56"/>
                    <a:pt x="88" y="56"/>
                    <a:pt x="88" y="56"/>
                  </a:cubicBezTo>
                  <a:cubicBezTo>
                    <a:pt x="88" y="56"/>
                    <a:pt x="87" y="55"/>
                    <a:pt x="87" y="56"/>
                  </a:cubicBezTo>
                  <a:cubicBezTo>
                    <a:pt x="87" y="56"/>
                    <a:pt x="88" y="57"/>
                    <a:pt x="88" y="57"/>
                  </a:cubicBezTo>
                  <a:close/>
                  <a:moveTo>
                    <a:pt x="91" y="57"/>
                  </a:moveTo>
                  <a:cubicBezTo>
                    <a:pt x="91" y="57"/>
                    <a:pt x="91" y="58"/>
                    <a:pt x="92" y="57"/>
                  </a:cubicBezTo>
                  <a:cubicBezTo>
                    <a:pt x="92" y="57"/>
                    <a:pt x="92" y="56"/>
                    <a:pt x="91" y="57"/>
                  </a:cubicBezTo>
                  <a:close/>
                  <a:moveTo>
                    <a:pt x="271" y="158"/>
                  </a:moveTo>
                  <a:cubicBezTo>
                    <a:pt x="271" y="158"/>
                    <a:pt x="271" y="157"/>
                    <a:pt x="272" y="158"/>
                  </a:cubicBezTo>
                  <a:cubicBezTo>
                    <a:pt x="272" y="158"/>
                    <a:pt x="273" y="158"/>
                    <a:pt x="273" y="157"/>
                  </a:cubicBezTo>
                  <a:cubicBezTo>
                    <a:pt x="273" y="157"/>
                    <a:pt x="273" y="156"/>
                    <a:pt x="273" y="156"/>
                  </a:cubicBezTo>
                  <a:cubicBezTo>
                    <a:pt x="272" y="156"/>
                    <a:pt x="271" y="156"/>
                    <a:pt x="271" y="156"/>
                  </a:cubicBezTo>
                  <a:cubicBezTo>
                    <a:pt x="270" y="157"/>
                    <a:pt x="269" y="158"/>
                    <a:pt x="271" y="158"/>
                  </a:cubicBezTo>
                  <a:close/>
                  <a:moveTo>
                    <a:pt x="281" y="87"/>
                  </a:moveTo>
                  <a:cubicBezTo>
                    <a:pt x="281" y="87"/>
                    <a:pt x="282" y="87"/>
                    <a:pt x="281" y="87"/>
                  </a:cubicBezTo>
                  <a:cubicBezTo>
                    <a:pt x="281" y="86"/>
                    <a:pt x="280" y="86"/>
                    <a:pt x="281" y="87"/>
                  </a:cubicBezTo>
                  <a:cubicBezTo>
                    <a:pt x="281" y="87"/>
                    <a:pt x="281" y="88"/>
                    <a:pt x="281" y="87"/>
                  </a:cubicBezTo>
                  <a:close/>
                  <a:moveTo>
                    <a:pt x="4" y="1"/>
                  </a:moveTo>
                  <a:cubicBezTo>
                    <a:pt x="4" y="1"/>
                    <a:pt x="3" y="0"/>
                    <a:pt x="3" y="1"/>
                  </a:cubicBezTo>
                  <a:cubicBezTo>
                    <a:pt x="3" y="1"/>
                    <a:pt x="2" y="0"/>
                    <a:pt x="2" y="0"/>
                  </a:cubicBezTo>
                  <a:cubicBezTo>
                    <a:pt x="2" y="1"/>
                    <a:pt x="4" y="3"/>
                    <a:pt x="4" y="1"/>
                  </a:cubicBezTo>
                  <a:close/>
                  <a:moveTo>
                    <a:pt x="247" y="136"/>
                  </a:moveTo>
                  <a:cubicBezTo>
                    <a:pt x="247" y="135"/>
                    <a:pt x="247" y="134"/>
                    <a:pt x="248" y="132"/>
                  </a:cubicBezTo>
                  <a:cubicBezTo>
                    <a:pt x="248" y="131"/>
                    <a:pt x="247" y="130"/>
                    <a:pt x="247" y="129"/>
                  </a:cubicBezTo>
                  <a:cubicBezTo>
                    <a:pt x="247" y="128"/>
                    <a:pt x="247" y="129"/>
                    <a:pt x="247" y="130"/>
                  </a:cubicBezTo>
                  <a:cubicBezTo>
                    <a:pt x="247" y="130"/>
                    <a:pt x="247" y="131"/>
                    <a:pt x="247" y="132"/>
                  </a:cubicBezTo>
                  <a:cubicBezTo>
                    <a:pt x="247" y="132"/>
                    <a:pt x="246" y="133"/>
                    <a:pt x="247" y="134"/>
                  </a:cubicBezTo>
                  <a:cubicBezTo>
                    <a:pt x="247" y="135"/>
                    <a:pt x="247" y="136"/>
                    <a:pt x="247" y="136"/>
                  </a:cubicBezTo>
                  <a:close/>
                  <a:moveTo>
                    <a:pt x="138" y="38"/>
                  </a:moveTo>
                  <a:cubicBezTo>
                    <a:pt x="138" y="37"/>
                    <a:pt x="137" y="37"/>
                    <a:pt x="137" y="37"/>
                  </a:cubicBezTo>
                  <a:cubicBezTo>
                    <a:pt x="137" y="38"/>
                    <a:pt x="138" y="38"/>
                    <a:pt x="138" y="38"/>
                  </a:cubicBezTo>
                  <a:close/>
                  <a:moveTo>
                    <a:pt x="296" y="36"/>
                  </a:moveTo>
                  <a:cubicBezTo>
                    <a:pt x="296" y="36"/>
                    <a:pt x="296" y="35"/>
                    <a:pt x="297" y="35"/>
                  </a:cubicBezTo>
                  <a:cubicBezTo>
                    <a:pt x="297" y="34"/>
                    <a:pt x="296" y="34"/>
                    <a:pt x="296" y="35"/>
                  </a:cubicBezTo>
                  <a:cubicBezTo>
                    <a:pt x="296" y="35"/>
                    <a:pt x="296" y="36"/>
                    <a:pt x="296" y="36"/>
                  </a:cubicBezTo>
                  <a:cubicBezTo>
                    <a:pt x="296" y="36"/>
                    <a:pt x="297" y="36"/>
                    <a:pt x="296" y="36"/>
                  </a:cubicBezTo>
                  <a:close/>
                  <a:moveTo>
                    <a:pt x="257" y="180"/>
                  </a:moveTo>
                  <a:cubicBezTo>
                    <a:pt x="257" y="180"/>
                    <a:pt x="256" y="181"/>
                    <a:pt x="256" y="181"/>
                  </a:cubicBezTo>
                  <a:cubicBezTo>
                    <a:pt x="255" y="181"/>
                    <a:pt x="256" y="182"/>
                    <a:pt x="256" y="182"/>
                  </a:cubicBezTo>
                  <a:cubicBezTo>
                    <a:pt x="257" y="182"/>
                    <a:pt x="258" y="182"/>
                    <a:pt x="258" y="181"/>
                  </a:cubicBezTo>
                  <a:cubicBezTo>
                    <a:pt x="259" y="180"/>
                    <a:pt x="258" y="180"/>
                    <a:pt x="257" y="180"/>
                  </a:cubicBezTo>
                  <a:close/>
                  <a:moveTo>
                    <a:pt x="355" y="143"/>
                  </a:moveTo>
                  <a:cubicBezTo>
                    <a:pt x="355" y="144"/>
                    <a:pt x="355" y="144"/>
                    <a:pt x="355" y="144"/>
                  </a:cubicBezTo>
                  <a:cubicBezTo>
                    <a:pt x="356" y="144"/>
                    <a:pt x="356" y="144"/>
                    <a:pt x="356" y="144"/>
                  </a:cubicBezTo>
                  <a:cubicBezTo>
                    <a:pt x="357" y="144"/>
                    <a:pt x="357" y="145"/>
                    <a:pt x="357" y="145"/>
                  </a:cubicBezTo>
                  <a:cubicBezTo>
                    <a:pt x="358" y="145"/>
                    <a:pt x="357" y="144"/>
                    <a:pt x="357" y="144"/>
                  </a:cubicBezTo>
                  <a:cubicBezTo>
                    <a:pt x="357" y="143"/>
                    <a:pt x="356" y="143"/>
                    <a:pt x="355" y="143"/>
                  </a:cubicBezTo>
                  <a:close/>
                  <a:moveTo>
                    <a:pt x="90" y="54"/>
                  </a:moveTo>
                  <a:cubicBezTo>
                    <a:pt x="90" y="54"/>
                    <a:pt x="90" y="53"/>
                    <a:pt x="90" y="53"/>
                  </a:cubicBezTo>
                  <a:cubicBezTo>
                    <a:pt x="90" y="52"/>
                    <a:pt x="90" y="52"/>
                    <a:pt x="90" y="52"/>
                  </a:cubicBezTo>
                  <a:cubicBezTo>
                    <a:pt x="90" y="53"/>
                    <a:pt x="90" y="53"/>
                    <a:pt x="89" y="53"/>
                  </a:cubicBezTo>
                  <a:cubicBezTo>
                    <a:pt x="89" y="52"/>
                    <a:pt x="89" y="52"/>
                    <a:pt x="89" y="52"/>
                  </a:cubicBezTo>
                  <a:cubicBezTo>
                    <a:pt x="89" y="53"/>
                    <a:pt x="89" y="53"/>
                    <a:pt x="89" y="53"/>
                  </a:cubicBezTo>
                  <a:cubicBezTo>
                    <a:pt x="88" y="53"/>
                    <a:pt x="89" y="53"/>
                    <a:pt x="88" y="53"/>
                  </a:cubicBezTo>
                  <a:cubicBezTo>
                    <a:pt x="88" y="53"/>
                    <a:pt x="88" y="53"/>
                    <a:pt x="88" y="54"/>
                  </a:cubicBezTo>
                  <a:cubicBezTo>
                    <a:pt x="89" y="55"/>
                    <a:pt x="90" y="55"/>
                    <a:pt x="90" y="54"/>
                  </a:cubicBezTo>
                  <a:close/>
                  <a:moveTo>
                    <a:pt x="374" y="112"/>
                  </a:moveTo>
                  <a:cubicBezTo>
                    <a:pt x="373" y="111"/>
                    <a:pt x="373" y="111"/>
                    <a:pt x="373" y="110"/>
                  </a:cubicBezTo>
                  <a:cubicBezTo>
                    <a:pt x="372" y="111"/>
                    <a:pt x="373" y="112"/>
                    <a:pt x="373" y="112"/>
                  </a:cubicBezTo>
                  <a:cubicBezTo>
                    <a:pt x="374" y="112"/>
                    <a:pt x="374" y="112"/>
                    <a:pt x="375" y="112"/>
                  </a:cubicBezTo>
                  <a:cubicBezTo>
                    <a:pt x="375" y="112"/>
                    <a:pt x="375" y="112"/>
                    <a:pt x="375" y="113"/>
                  </a:cubicBezTo>
                  <a:cubicBezTo>
                    <a:pt x="375" y="112"/>
                    <a:pt x="374" y="112"/>
                    <a:pt x="374" y="112"/>
                  </a:cubicBezTo>
                  <a:close/>
                  <a:moveTo>
                    <a:pt x="336" y="66"/>
                  </a:moveTo>
                  <a:cubicBezTo>
                    <a:pt x="336" y="67"/>
                    <a:pt x="336" y="67"/>
                    <a:pt x="337" y="68"/>
                  </a:cubicBezTo>
                  <a:cubicBezTo>
                    <a:pt x="338" y="67"/>
                    <a:pt x="335" y="65"/>
                    <a:pt x="335" y="65"/>
                  </a:cubicBezTo>
                  <a:cubicBezTo>
                    <a:pt x="335" y="65"/>
                    <a:pt x="335" y="66"/>
                    <a:pt x="336" y="66"/>
                  </a:cubicBezTo>
                  <a:close/>
                  <a:moveTo>
                    <a:pt x="264" y="70"/>
                  </a:moveTo>
                  <a:cubicBezTo>
                    <a:pt x="264" y="69"/>
                    <a:pt x="264" y="69"/>
                    <a:pt x="264" y="69"/>
                  </a:cubicBezTo>
                  <a:cubicBezTo>
                    <a:pt x="264" y="69"/>
                    <a:pt x="263" y="69"/>
                    <a:pt x="263" y="69"/>
                  </a:cubicBezTo>
                  <a:cubicBezTo>
                    <a:pt x="263" y="69"/>
                    <a:pt x="262" y="69"/>
                    <a:pt x="263" y="69"/>
                  </a:cubicBezTo>
                  <a:cubicBezTo>
                    <a:pt x="262" y="70"/>
                    <a:pt x="263" y="70"/>
                    <a:pt x="263" y="70"/>
                  </a:cubicBezTo>
                  <a:cubicBezTo>
                    <a:pt x="264" y="70"/>
                    <a:pt x="264" y="70"/>
                    <a:pt x="264" y="70"/>
                  </a:cubicBezTo>
                  <a:close/>
                  <a:moveTo>
                    <a:pt x="316" y="62"/>
                  </a:moveTo>
                  <a:cubicBezTo>
                    <a:pt x="316" y="62"/>
                    <a:pt x="316" y="61"/>
                    <a:pt x="316" y="61"/>
                  </a:cubicBezTo>
                  <a:cubicBezTo>
                    <a:pt x="315" y="61"/>
                    <a:pt x="315" y="62"/>
                    <a:pt x="316" y="62"/>
                  </a:cubicBezTo>
                  <a:close/>
                  <a:moveTo>
                    <a:pt x="52" y="96"/>
                  </a:moveTo>
                  <a:cubicBezTo>
                    <a:pt x="52" y="95"/>
                    <a:pt x="51" y="94"/>
                    <a:pt x="50" y="94"/>
                  </a:cubicBezTo>
                  <a:cubicBezTo>
                    <a:pt x="50" y="93"/>
                    <a:pt x="49" y="92"/>
                    <a:pt x="49" y="93"/>
                  </a:cubicBezTo>
                  <a:cubicBezTo>
                    <a:pt x="50" y="94"/>
                    <a:pt x="50" y="94"/>
                    <a:pt x="50" y="94"/>
                  </a:cubicBezTo>
                  <a:cubicBezTo>
                    <a:pt x="50" y="95"/>
                    <a:pt x="49" y="95"/>
                    <a:pt x="50" y="96"/>
                  </a:cubicBezTo>
                  <a:cubicBezTo>
                    <a:pt x="50" y="96"/>
                    <a:pt x="50" y="96"/>
                    <a:pt x="50" y="96"/>
                  </a:cubicBezTo>
                  <a:cubicBezTo>
                    <a:pt x="50" y="96"/>
                    <a:pt x="50" y="96"/>
                    <a:pt x="50" y="96"/>
                  </a:cubicBezTo>
                  <a:cubicBezTo>
                    <a:pt x="50" y="96"/>
                    <a:pt x="51" y="96"/>
                    <a:pt x="51" y="96"/>
                  </a:cubicBezTo>
                  <a:cubicBezTo>
                    <a:pt x="51" y="96"/>
                    <a:pt x="51" y="96"/>
                    <a:pt x="51" y="96"/>
                  </a:cubicBezTo>
                  <a:cubicBezTo>
                    <a:pt x="52" y="96"/>
                    <a:pt x="52" y="96"/>
                    <a:pt x="52" y="96"/>
                  </a:cubicBezTo>
                  <a:close/>
                  <a:moveTo>
                    <a:pt x="84" y="57"/>
                  </a:moveTo>
                  <a:cubicBezTo>
                    <a:pt x="84" y="57"/>
                    <a:pt x="84" y="57"/>
                    <a:pt x="84" y="57"/>
                  </a:cubicBezTo>
                  <a:cubicBezTo>
                    <a:pt x="84" y="56"/>
                    <a:pt x="84" y="56"/>
                    <a:pt x="83" y="56"/>
                  </a:cubicBezTo>
                  <a:cubicBezTo>
                    <a:pt x="83" y="56"/>
                    <a:pt x="84" y="56"/>
                    <a:pt x="84" y="57"/>
                  </a:cubicBezTo>
                  <a:close/>
                  <a:moveTo>
                    <a:pt x="136" y="34"/>
                  </a:moveTo>
                  <a:cubicBezTo>
                    <a:pt x="136" y="33"/>
                    <a:pt x="136" y="33"/>
                    <a:pt x="136" y="33"/>
                  </a:cubicBezTo>
                  <a:cubicBezTo>
                    <a:pt x="136" y="32"/>
                    <a:pt x="135" y="33"/>
                    <a:pt x="135" y="33"/>
                  </a:cubicBezTo>
                  <a:cubicBezTo>
                    <a:pt x="135" y="34"/>
                    <a:pt x="136" y="34"/>
                    <a:pt x="136" y="34"/>
                  </a:cubicBezTo>
                  <a:close/>
                  <a:moveTo>
                    <a:pt x="144" y="76"/>
                  </a:moveTo>
                  <a:cubicBezTo>
                    <a:pt x="143" y="76"/>
                    <a:pt x="143" y="76"/>
                    <a:pt x="142" y="76"/>
                  </a:cubicBezTo>
                  <a:cubicBezTo>
                    <a:pt x="141" y="76"/>
                    <a:pt x="142" y="78"/>
                    <a:pt x="142" y="79"/>
                  </a:cubicBezTo>
                  <a:cubicBezTo>
                    <a:pt x="141" y="80"/>
                    <a:pt x="143" y="79"/>
                    <a:pt x="144" y="79"/>
                  </a:cubicBezTo>
                  <a:cubicBezTo>
                    <a:pt x="145" y="78"/>
                    <a:pt x="145" y="78"/>
                    <a:pt x="145" y="77"/>
                  </a:cubicBezTo>
                  <a:cubicBezTo>
                    <a:pt x="145" y="76"/>
                    <a:pt x="144" y="77"/>
                    <a:pt x="144" y="76"/>
                  </a:cubicBezTo>
                  <a:close/>
                  <a:moveTo>
                    <a:pt x="66" y="46"/>
                  </a:moveTo>
                  <a:cubicBezTo>
                    <a:pt x="67" y="46"/>
                    <a:pt x="67" y="45"/>
                    <a:pt x="67" y="44"/>
                  </a:cubicBezTo>
                  <a:cubicBezTo>
                    <a:pt x="67" y="43"/>
                    <a:pt x="67" y="43"/>
                    <a:pt x="66" y="42"/>
                  </a:cubicBezTo>
                  <a:cubicBezTo>
                    <a:pt x="66" y="42"/>
                    <a:pt x="65" y="42"/>
                    <a:pt x="65" y="43"/>
                  </a:cubicBezTo>
                  <a:cubicBezTo>
                    <a:pt x="64" y="43"/>
                    <a:pt x="64" y="42"/>
                    <a:pt x="64" y="43"/>
                  </a:cubicBezTo>
                  <a:cubicBezTo>
                    <a:pt x="63" y="43"/>
                    <a:pt x="64" y="44"/>
                    <a:pt x="64" y="44"/>
                  </a:cubicBezTo>
                  <a:cubicBezTo>
                    <a:pt x="64" y="45"/>
                    <a:pt x="64" y="47"/>
                    <a:pt x="66" y="46"/>
                  </a:cubicBezTo>
                  <a:close/>
                  <a:moveTo>
                    <a:pt x="385" y="91"/>
                  </a:moveTo>
                  <a:cubicBezTo>
                    <a:pt x="385" y="91"/>
                    <a:pt x="385" y="91"/>
                    <a:pt x="385" y="90"/>
                  </a:cubicBezTo>
                  <a:cubicBezTo>
                    <a:pt x="385" y="91"/>
                    <a:pt x="384" y="92"/>
                    <a:pt x="385" y="92"/>
                  </a:cubicBezTo>
                  <a:cubicBezTo>
                    <a:pt x="386" y="92"/>
                    <a:pt x="385" y="91"/>
                    <a:pt x="385" y="91"/>
                  </a:cubicBezTo>
                  <a:close/>
                  <a:moveTo>
                    <a:pt x="35" y="66"/>
                  </a:moveTo>
                  <a:cubicBezTo>
                    <a:pt x="35" y="66"/>
                    <a:pt x="35" y="65"/>
                    <a:pt x="34" y="65"/>
                  </a:cubicBezTo>
                  <a:cubicBezTo>
                    <a:pt x="34" y="65"/>
                    <a:pt x="34" y="65"/>
                    <a:pt x="34" y="65"/>
                  </a:cubicBezTo>
                  <a:cubicBezTo>
                    <a:pt x="34" y="66"/>
                    <a:pt x="34" y="66"/>
                    <a:pt x="34" y="66"/>
                  </a:cubicBezTo>
                  <a:cubicBezTo>
                    <a:pt x="34" y="66"/>
                    <a:pt x="34" y="67"/>
                    <a:pt x="35" y="67"/>
                  </a:cubicBezTo>
                  <a:cubicBezTo>
                    <a:pt x="35" y="68"/>
                    <a:pt x="36" y="69"/>
                    <a:pt x="36" y="69"/>
                  </a:cubicBezTo>
                  <a:cubicBezTo>
                    <a:pt x="36" y="69"/>
                    <a:pt x="36" y="68"/>
                    <a:pt x="36" y="68"/>
                  </a:cubicBezTo>
                  <a:cubicBezTo>
                    <a:pt x="36" y="67"/>
                    <a:pt x="35" y="67"/>
                    <a:pt x="35" y="66"/>
                  </a:cubicBezTo>
                  <a:close/>
                  <a:moveTo>
                    <a:pt x="73" y="50"/>
                  </a:moveTo>
                  <a:cubicBezTo>
                    <a:pt x="73" y="51"/>
                    <a:pt x="74" y="51"/>
                    <a:pt x="74" y="51"/>
                  </a:cubicBezTo>
                  <a:cubicBezTo>
                    <a:pt x="74" y="52"/>
                    <a:pt x="74" y="50"/>
                    <a:pt x="74" y="49"/>
                  </a:cubicBezTo>
                  <a:cubicBezTo>
                    <a:pt x="74" y="48"/>
                    <a:pt x="72" y="48"/>
                    <a:pt x="71" y="48"/>
                  </a:cubicBezTo>
                  <a:cubicBezTo>
                    <a:pt x="71" y="48"/>
                    <a:pt x="70" y="47"/>
                    <a:pt x="70" y="48"/>
                  </a:cubicBezTo>
                  <a:cubicBezTo>
                    <a:pt x="69" y="48"/>
                    <a:pt x="70" y="48"/>
                    <a:pt x="70" y="49"/>
                  </a:cubicBezTo>
                  <a:cubicBezTo>
                    <a:pt x="71" y="50"/>
                    <a:pt x="72" y="49"/>
                    <a:pt x="73" y="50"/>
                  </a:cubicBezTo>
                  <a:close/>
                  <a:moveTo>
                    <a:pt x="325" y="104"/>
                  </a:moveTo>
                  <a:cubicBezTo>
                    <a:pt x="325" y="104"/>
                    <a:pt x="325" y="105"/>
                    <a:pt x="325" y="105"/>
                  </a:cubicBezTo>
                  <a:cubicBezTo>
                    <a:pt x="325" y="105"/>
                    <a:pt x="326" y="105"/>
                    <a:pt x="326" y="105"/>
                  </a:cubicBezTo>
                  <a:cubicBezTo>
                    <a:pt x="327" y="105"/>
                    <a:pt x="326" y="104"/>
                    <a:pt x="325" y="104"/>
                  </a:cubicBezTo>
                  <a:close/>
                  <a:moveTo>
                    <a:pt x="261" y="71"/>
                  </a:moveTo>
                  <a:cubicBezTo>
                    <a:pt x="261" y="71"/>
                    <a:pt x="262" y="71"/>
                    <a:pt x="262" y="71"/>
                  </a:cubicBezTo>
                  <a:cubicBezTo>
                    <a:pt x="262" y="71"/>
                    <a:pt x="263" y="71"/>
                    <a:pt x="263" y="71"/>
                  </a:cubicBezTo>
                  <a:cubicBezTo>
                    <a:pt x="263" y="70"/>
                    <a:pt x="263" y="70"/>
                    <a:pt x="262" y="70"/>
                  </a:cubicBezTo>
                  <a:cubicBezTo>
                    <a:pt x="262" y="70"/>
                    <a:pt x="261" y="70"/>
                    <a:pt x="261" y="70"/>
                  </a:cubicBezTo>
                  <a:cubicBezTo>
                    <a:pt x="261" y="70"/>
                    <a:pt x="260" y="71"/>
                    <a:pt x="260" y="71"/>
                  </a:cubicBezTo>
                  <a:cubicBezTo>
                    <a:pt x="260" y="72"/>
                    <a:pt x="261" y="71"/>
                    <a:pt x="261" y="71"/>
                  </a:cubicBezTo>
                  <a:close/>
                  <a:moveTo>
                    <a:pt x="267" y="68"/>
                  </a:moveTo>
                  <a:cubicBezTo>
                    <a:pt x="267" y="68"/>
                    <a:pt x="267" y="69"/>
                    <a:pt x="267" y="69"/>
                  </a:cubicBezTo>
                  <a:cubicBezTo>
                    <a:pt x="267" y="69"/>
                    <a:pt x="267" y="68"/>
                    <a:pt x="267" y="68"/>
                  </a:cubicBezTo>
                  <a:cubicBezTo>
                    <a:pt x="267" y="68"/>
                    <a:pt x="266" y="68"/>
                    <a:pt x="266" y="67"/>
                  </a:cubicBezTo>
                  <a:cubicBezTo>
                    <a:pt x="266" y="68"/>
                    <a:pt x="267" y="68"/>
                    <a:pt x="267" y="68"/>
                  </a:cubicBezTo>
                  <a:close/>
                  <a:moveTo>
                    <a:pt x="111" y="30"/>
                  </a:moveTo>
                  <a:cubicBezTo>
                    <a:pt x="110" y="30"/>
                    <a:pt x="110" y="29"/>
                    <a:pt x="110" y="29"/>
                  </a:cubicBezTo>
                  <a:cubicBezTo>
                    <a:pt x="110" y="29"/>
                    <a:pt x="111" y="29"/>
                    <a:pt x="111" y="29"/>
                  </a:cubicBezTo>
                  <a:cubicBezTo>
                    <a:pt x="111" y="29"/>
                    <a:pt x="111" y="28"/>
                    <a:pt x="110" y="28"/>
                  </a:cubicBezTo>
                  <a:cubicBezTo>
                    <a:pt x="110" y="28"/>
                    <a:pt x="110" y="29"/>
                    <a:pt x="110" y="29"/>
                  </a:cubicBezTo>
                  <a:cubicBezTo>
                    <a:pt x="110" y="29"/>
                    <a:pt x="110" y="30"/>
                    <a:pt x="111" y="30"/>
                  </a:cubicBezTo>
                  <a:close/>
                  <a:moveTo>
                    <a:pt x="217" y="26"/>
                  </a:moveTo>
                  <a:cubicBezTo>
                    <a:pt x="216" y="26"/>
                    <a:pt x="217" y="27"/>
                    <a:pt x="217" y="27"/>
                  </a:cubicBezTo>
                  <a:cubicBezTo>
                    <a:pt x="218" y="27"/>
                    <a:pt x="219" y="27"/>
                    <a:pt x="219" y="27"/>
                  </a:cubicBezTo>
                  <a:cubicBezTo>
                    <a:pt x="220" y="27"/>
                    <a:pt x="217" y="26"/>
                    <a:pt x="217" y="26"/>
                  </a:cubicBezTo>
                  <a:close/>
                  <a:moveTo>
                    <a:pt x="297" y="26"/>
                  </a:moveTo>
                  <a:cubicBezTo>
                    <a:pt x="297" y="26"/>
                    <a:pt x="297" y="28"/>
                    <a:pt x="298" y="28"/>
                  </a:cubicBezTo>
                  <a:cubicBezTo>
                    <a:pt x="298" y="28"/>
                    <a:pt x="298" y="28"/>
                    <a:pt x="298" y="28"/>
                  </a:cubicBezTo>
                  <a:cubicBezTo>
                    <a:pt x="298" y="28"/>
                    <a:pt x="298" y="28"/>
                    <a:pt x="298" y="28"/>
                  </a:cubicBezTo>
                  <a:cubicBezTo>
                    <a:pt x="298" y="28"/>
                    <a:pt x="298" y="28"/>
                    <a:pt x="299" y="28"/>
                  </a:cubicBezTo>
                  <a:cubicBezTo>
                    <a:pt x="299" y="28"/>
                    <a:pt x="299" y="27"/>
                    <a:pt x="298" y="26"/>
                  </a:cubicBezTo>
                  <a:cubicBezTo>
                    <a:pt x="298" y="26"/>
                    <a:pt x="297" y="24"/>
                    <a:pt x="296" y="25"/>
                  </a:cubicBezTo>
                  <a:cubicBezTo>
                    <a:pt x="296" y="25"/>
                    <a:pt x="296" y="26"/>
                    <a:pt x="297" y="26"/>
                  </a:cubicBezTo>
                  <a:close/>
                  <a:moveTo>
                    <a:pt x="111" y="31"/>
                  </a:moveTo>
                  <a:cubicBezTo>
                    <a:pt x="111" y="30"/>
                    <a:pt x="110" y="29"/>
                    <a:pt x="110" y="31"/>
                  </a:cubicBezTo>
                  <a:cubicBezTo>
                    <a:pt x="110" y="31"/>
                    <a:pt x="110" y="31"/>
                    <a:pt x="111" y="31"/>
                  </a:cubicBezTo>
                  <a:close/>
                  <a:moveTo>
                    <a:pt x="88" y="55"/>
                  </a:moveTo>
                  <a:cubicBezTo>
                    <a:pt x="89" y="55"/>
                    <a:pt x="88" y="54"/>
                    <a:pt x="88" y="54"/>
                  </a:cubicBezTo>
                  <a:cubicBezTo>
                    <a:pt x="88" y="54"/>
                    <a:pt x="87" y="54"/>
                    <a:pt x="87" y="54"/>
                  </a:cubicBezTo>
                  <a:cubicBezTo>
                    <a:pt x="88" y="55"/>
                    <a:pt x="88" y="55"/>
                    <a:pt x="88" y="55"/>
                  </a:cubicBezTo>
                  <a:close/>
                  <a:moveTo>
                    <a:pt x="390" y="76"/>
                  </a:moveTo>
                  <a:cubicBezTo>
                    <a:pt x="390" y="77"/>
                    <a:pt x="390" y="77"/>
                    <a:pt x="389" y="77"/>
                  </a:cubicBezTo>
                  <a:cubicBezTo>
                    <a:pt x="389" y="77"/>
                    <a:pt x="389" y="76"/>
                    <a:pt x="389" y="76"/>
                  </a:cubicBezTo>
                  <a:cubicBezTo>
                    <a:pt x="389" y="76"/>
                    <a:pt x="389" y="76"/>
                    <a:pt x="389" y="76"/>
                  </a:cubicBezTo>
                  <a:cubicBezTo>
                    <a:pt x="388" y="75"/>
                    <a:pt x="388" y="77"/>
                    <a:pt x="388" y="77"/>
                  </a:cubicBezTo>
                  <a:cubicBezTo>
                    <a:pt x="389" y="78"/>
                    <a:pt x="390" y="77"/>
                    <a:pt x="390" y="76"/>
                  </a:cubicBezTo>
                  <a:close/>
                  <a:moveTo>
                    <a:pt x="314" y="74"/>
                  </a:moveTo>
                  <a:cubicBezTo>
                    <a:pt x="316" y="75"/>
                    <a:pt x="315" y="73"/>
                    <a:pt x="315" y="72"/>
                  </a:cubicBezTo>
                  <a:cubicBezTo>
                    <a:pt x="314" y="72"/>
                    <a:pt x="313" y="74"/>
                    <a:pt x="314" y="74"/>
                  </a:cubicBezTo>
                  <a:close/>
                  <a:moveTo>
                    <a:pt x="231" y="41"/>
                  </a:moveTo>
                  <a:cubicBezTo>
                    <a:pt x="231" y="41"/>
                    <a:pt x="230" y="41"/>
                    <a:pt x="230" y="40"/>
                  </a:cubicBezTo>
                  <a:cubicBezTo>
                    <a:pt x="230" y="40"/>
                    <a:pt x="231" y="40"/>
                    <a:pt x="231" y="40"/>
                  </a:cubicBezTo>
                  <a:cubicBezTo>
                    <a:pt x="231" y="40"/>
                    <a:pt x="230" y="40"/>
                    <a:pt x="230" y="40"/>
                  </a:cubicBezTo>
                  <a:cubicBezTo>
                    <a:pt x="230" y="41"/>
                    <a:pt x="231" y="41"/>
                    <a:pt x="231" y="41"/>
                  </a:cubicBezTo>
                  <a:close/>
                  <a:moveTo>
                    <a:pt x="272" y="177"/>
                  </a:moveTo>
                  <a:cubicBezTo>
                    <a:pt x="272" y="177"/>
                    <a:pt x="271" y="178"/>
                    <a:pt x="271" y="178"/>
                  </a:cubicBezTo>
                  <a:cubicBezTo>
                    <a:pt x="271" y="179"/>
                    <a:pt x="271" y="179"/>
                    <a:pt x="272" y="179"/>
                  </a:cubicBezTo>
                  <a:cubicBezTo>
                    <a:pt x="272" y="178"/>
                    <a:pt x="272" y="179"/>
                    <a:pt x="272" y="179"/>
                  </a:cubicBezTo>
                  <a:cubicBezTo>
                    <a:pt x="272" y="179"/>
                    <a:pt x="272" y="178"/>
                    <a:pt x="272" y="178"/>
                  </a:cubicBezTo>
                  <a:cubicBezTo>
                    <a:pt x="273" y="178"/>
                    <a:pt x="274" y="176"/>
                    <a:pt x="272" y="177"/>
                  </a:cubicBezTo>
                  <a:close/>
                  <a:moveTo>
                    <a:pt x="391" y="82"/>
                  </a:moveTo>
                  <a:cubicBezTo>
                    <a:pt x="391" y="82"/>
                    <a:pt x="392" y="82"/>
                    <a:pt x="392" y="82"/>
                  </a:cubicBezTo>
                  <a:cubicBezTo>
                    <a:pt x="393" y="82"/>
                    <a:pt x="393" y="82"/>
                    <a:pt x="393" y="82"/>
                  </a:cubicBezTo>
                  <a:cubicBezTo>
                    <a:pt x="392" y="81"/>
                    <a:pt x="392" y="82"/>
                    <a:pt x="391" y="82"/>
                  </a:cubicBezTo>
                  <a:cubicBezTo>
                    <a:pt x="391" y="81"/>
                    <a:pt x="391" y="82"/>
                    <a:pt x="391" y="82"/>
                  </a:cubicBezTo>
                  <a:close/>
                  <a:moveTo>
                    <a:pt x="382" y="86"/>
                  </a:moveTo>
                  <a:cubicBezTo>
                    <a:pt x="382" y="87"/>
                    <a:pt x="382" y="85"/>
                    <a:pt x="382" y="84"/>
                  </a:cubicBezTo>
                  <a:cubicBezTo>
                    <a:pt x="382" y="84"/>
                    <a:pt x="381" y="86"/>
                    <a:pt x="382" y="86"/>
                  </a:cubicBezTo>
                  <a:close/>
                  <a:moveTo>
                    <a:pt x="71" y="124"/>
                  </a:moveTo>
                  <a:cubicBezTo>
                    <a:pt x="71" y="124"/>
                    <a:pt x="70" y="123"/>
                    <a:pt x="70" y="123"/>
                  </a:cubicBezTo>
                  <a:cubicBezTo>
                    <a:pt x="69" y="124"/>
                    <a:pt x="70" y="124"/>
                    <a:pt x="70" y="125"/>
                  </a:cubicBezTo>
                  <a:cubicBezTo>
                    <a:pt x="71" y="126"/>
                    <a:pt x="71" y="125"/>
                    <a:pt x="72" y="126"/>
                  </a:cubicBezTo>
                  <a:cubicBezTo>
                    <a:pt x="72" y="125"/>
                    <a:pt x="71" y="125"/>
                    <a:pt x="72" y="125"/>
                  </a:cubicBezTo>
                  <a:cubicBezTo>
                    <a:pt x="72" y="125"/>
                    <a:pt x="72" y="125"/>
                    <a:pt x="72" y="125"/>
                  </a:cubicBezTo>
                  <a:cubicBezTo>
                    <a:pt x="72" y="124"/>
                    <a:pt x="72" y="124"/>
                    <a:pt x="71" y="124"/>
                  </a:cubicBezTo>
                  <a:close/>
                  <a:moveTo>
                    <a:pt x="334" y="151"/>
                  </a:moveTo>
                  <a:cubicBezTo>
                    <a:pt x="333" y="151"/>
                    <a:pt x="334" y="154"/>
                    <a:pt x="335" y="154"/>
                  </a:cubicBezTo>
                  <a:cubicBezTo>
                    <a:pt x="336" y="154"/>
                    <a:pt x="336" y="152"/>
                    <a:pt x="336" y="152"/>
                  </a:cubicBezTo>
                  <a:cubicBezTo>
                    <a:pt x="337" y="151"/>
                    <a:pt x="335" y="151"/>
                    <a:pt x="334" y="151"/>
                  </a:cubicBezTo>
                  <a:close/>
                  <a:moveTo>
                    <a:pt x="314" y="71"/>
                  </a:moveTo>
                  <a:cubicBezTo>
                    <a:pt x="314" y="71"/>
                    <a:pt x="315" y="70"/>
                    <a:pt x="315" y="69"/>
                  </a:cubicBezTo>
                  <a:cubicBezTo>
                    <a:pt x="315" y="69"/>
                    <a:pt x="315" y="69"/>
                    <a:pt x="315" y="69"/>
                  </a:cubicBezTo>
                  <a:cubicBezTo>
                    <a:pt x="315" y="68"/>
                    <a:pt x="315" y="68"/>
                    <a:pt x="315" y="68"/>
                  </a:cubicBezTo>
                  <a:cubicBezTo>
                    <a:pt x="314" y="68"/>
                    <a:pt x="314" y="68"/>
                    <a:pt x="313" y="68"/>
                  </a:cubicBezTo>
                  <a:cubicBezTo>
                    <a:pt x="313" y="69"/>
                    <a:pt x="313" y="69"/>
                    <a:pt x="313" y="69"/>
                  </a:cubicBezTo>
                  <a:cubicBezTo>
                    <a:pt x="313" y="70"/>
                    <a:pt x="313" y="71"/>
                    <a:pt x="314" y="71"/>
                  </a:cubicBezTo>
                  <a:close/>
                  <a:moveTo>
                    <a:pt x="91" y="57"/>
                  </a:moveTo>
                  <a:cubicBezTo>
                    <a:pt x="91" y="56"/>
                    <a:pt x="92" y="56"/>
                    <a:pt x="91" y="56"/>
                  </a:cubicBezTo>
                  <a:cubicBezTo>
                    <a:pt x="91" y="55"/>
                    <a:pt x="90" y="55"/>
                    <a:pt x="90" y="55"/>
                  </a:cubicBezTo>
                  <a:cubicBezTo>
                    <a:pt x="90" y="55"/>
                    <a:pt x="91" y="56"/>
                    <a:pt x="91" y="57"/>
                  </a:cubicBezTo>
                  <a:close/>
                  <a:moveTo>
                    <a:pt x="274" y="105"/>
                  </a:moveTo>
                  <a:cubicBezTo>
                    <a:pt x="274" y="105"/>
                    <a:pt x="274" y="105"/>
                    <a:pt x="274" y="105"/>
                  </a:cubicBezTo>
                  <a:cubicBezTo>
                    <a:pt x="274" y="105"/>
                    <a:pt x="274" y="104"/>
                    <a:pt x="274" y="104"/>
                  </a:cubicBezTo>
                  <a:cubicBezTo>
                    <a:pt x="273" y="104"/>
                    <a:pt x="273" y="105"/>
                    <a:pt x="274" y="105"/>
                  </a:cubicBezTo>
                  <a:close/>
                  <a:moveTo>
                    <a:pt x="99" y="137"/>
                  </a:moveTo>
                  <a:cubicBezTo>
                    <a:pt x="99" y="137"/>
                    <a:pt x="97" y="138"/>
                    <a:pt x="98" y="138"/>
                  </a:cubicBezTo>
                  <a:cubicBezTo>
                    <a:pt x="98" y="138"/>
                    <a:pt x="98" y="138"/>
                    <a:pt x="98" y="138"/>
                  </a:cubicBezTo>
                  <a:cubicBezTo>
                    <a:pt x="99" y="138"/>
                    <a:pt x="98" y="139"/>
                    <a:pt x="98" y="139"/>
                  </a:cubicBezTo>
                  <a:cubicBezTo>
                    <a:pt x="98" y="139"/>
                    <a:pt x="99" y="138"/>
                    <a:pt x="99" y="138"/>
                  </a:cubicBezTo>
                  <a:cubicBezTo>
                    <a:pt x="99" y="138"/>
                    <a:pt x="99" y="137"/>
                    <a:pt x="99" y="137"/>
                  </a:cubicBezTo>
                  <a:close/>
                  <a:moveTo>
                    <a:pt x="302" y="87"/>
                  </a:moveTo>
                  <a:cubicBezTo>
                    <a:pt x="301" y="87"/>
                    <a:pt x="301" y="88"/>
                    <a:pt x="301" y="88"/>
                  </a:cubicBezTo>
                  <a:cubicBezTo>
                    <a:pt x="301" y="89"/>
                    <a:pt x="302" y="90"/>
                    <a:pt x="302" y="90"/>
                  </a:cubicBezTo>
                  <a:cubicBezTo>
                    <a:pt x="302" y="91"/>
                    <a:pt x="302" y="93"/>
                    <a:pt x="303" y="93"/>
                  </a:cubicBezTo>
                  <a:cubicBezTo>
                    <a:pt x="303" y="92"/>
                    <a:pt x="303" y="90"/>
                    <a:pt x="302" y="90"/>
                  </a:cubicBezTo>
                  <a:cubicBezTo>
                    <a:pt x="302" y="90"/>
                    <a:pt x="302" y="89"/>
                    <a:pt x="302" y="88"/>
                  </a:cubicBezTo>
                  <a:cubicBezTo>
                    <a:pt x="302" y="88"/>
                    <a:pt x="302" y="87"/>
                    <a:pt x="302" y="87"/>
                  </a:cubicBezTo>
                  <a:close/>
                  <a:moveTo>
                    <a:pt x="420" y="157"/>
                  </a:moveTo>
                  <a:cubicBezTo>
                    <a:pt x="421" y="157"/>
                    <a:pt x="423" y="158"/>
                    <a:pt x="424" y="158"/>
                  </a:cubicBezTo>
                  <a:cubicBezTo>
                    <a:pt x="424" y="157"/>
                    <a:pt x="423" y="156"/>
                    <a:pt x="423" y="155"/>
                  </a:cubicBezTo>
                  <a:cubicBezTo>
                    <a:pt x="423" y="154"/>
                    <a:pt x="420" y="157"/>
                    <a:pt x="420" y="157"/>
                  </a:cubicBezTo>
                  <a:close/>
                  <a:moveTo>
                    <a:pt x="278" y="84"/>
                  </a:moveTo>
                  <a:cubicBezTo>
                    <a:pt x="278" y="84"/>
                    <a:pt x="279" y="84"/>
                    <a:pt x="279" y="84"/>
                  </a:cubicBezTo>
                  <a:cubicBezTo>
                    <a:pt x="279" y="84"/>
                    <a:pt x="279" y="84"/>
                    <a:pt x="279" y="84"/>
                  </a:cubicBezTo>
                  <a:cubicBezTo>
                    <a:pt x="279" y="83"/>
                    <a:pt x="279" y="83"/>
                    <a:pt x="279" y="83"/>
                  </a:cubicBezTo>
                  <a:cubicBezTo>
                    <a:pt x="279" y="83"/>
                    <a:pt x="279" y="82"/>
                    <a:pt x="278" y="82"/>
                  </a:cubicBezTo>
                  <a:cubicBezTo>
                    <a:pt x="278" y="82"/>
                    <a:pt x="278" y="82"/>
                    <a:pt x="278" y="82"/>
                  </a:cubicBezTo>
                  <a:cubicBezTo>
                    <a:pt x="278" y="83"/>
                    <a:pt x="278" y="83"/>
                    <a:pt x="278" y="83"/>
                  </a:cubicBezTo>
                  <a:cubicBezTo>
                    <a:pt x="278" y="83"/>
                    <a:pt x="278" y="84"/>
                    <a:pt x="278" y="84"/>
                  </a:cubicBezTo>
                  <a:close/>
                  <a:moveTo>
                    <a:pt x="105" y="34"/>
                  </a:moveTo>
                  <a:cubicBezTo>
                    <a:pt x="105" y="34"/>
                    <a:pt x="106" y="34"/>
                    <a:pt x="106" y="34"/>
                  </a:cubicBezTo>
                  <a:cubicBezTo>
                    <a:pt x="106" y="34"/>
                    <a:pt x="105" y="34"/>
                    <a:pt x="106" y="34"/>
                  </a:cubicBezTo>
                  <a:cubicBezTo>
                    <a:pt x="106" y="33"/>
                    <a:pt x="106" y="33"/>
                    <a:pt x="106" y="33"/>
                  </a:cubicBezTo>
                  <a:cubicBezTo>
                    <a:pt x="106" y="33"/>
                    <a:pt x="106" y="32"/>
                    <a:pt x="106" y="33"/>
                  </a:cubicBezTo>
                  <a:cubicBezTo>
                    <a:pt x="106" y="32"/>
                    <a:pt x="106" y="33"/>
                    <a:pt x="105" y="32"/>
                  </a:cubicBezTo>
                  <a:cubicBezTo>
                    <a:pt x="105" y="32"/>
                    <a:pt x="105" y="32"/>
                    <a:pt x="105" y="32"/>
                  </a:cubicBezTo>
                  <a:cubicBezTo>
                    <a:pt x="105" y="32"/>
                    <a:pt x="105" y="32"/>
                    <a:pt x="105" y="33"/>
                  </a:cubicBezTo>
                  <a:cubicBezTo>
                    <a:pt x="105" y="33"/>
                    <a:pt x="105" y="34"/>
                    <a:pt x="105" y="34"/>
                  </a:cubicBezTo>
                  <a:close/>
                  <a:moveTo>
                    <a:pt x="317" y="79"/>
                  </a:moveTo>
                  <a:cubicBezTo>
                    <a:pt x="317" y="79"/>
                    <a:pt x="317" y="79"/>
                    <a:pt x="318" y="79"/>
                  </a:cubicBezTo>
                  <a:cubicBezTo>
                    <a:pt x="318" y="79"/>
                    <a:pt x="319" y="79"/>
                    <a:pt x="319" y="79"/>
                  </a:cubicBezTo>
                  <a:cubicBezTo>
                    <a:pt x="319" y="79"/>
                    <a:pt x="319" y="79"/>
                    <a:pt x="319" y="79"/>
                  </a:cubicBezTo>
                  <a:cubicBezTo>
                    <a:pt x="318" y="78"/>
                    <a:pt x="318" y="78"/>
                    <a:pt x="318" y="78"/>
                  </a:cubicBezTo>
                  <a:cubicBezTo>
                    <a:pt x="317" y="78"/>
                    <a:pt x="316" y="79"/>
                    <a:pt x="317" y="79"/>
                  </a:cubicBezTo>
                  <a:close/>
                  <a:moveTo>
                    <a:pt x="327" y="104"/>
                  </a:moveTo>
                  <a:cubicBezTo>
                    <a:pt x="326" y="104"/>
                    <a:pt x="327" y="105"/>
                    <a:pt x="327" y="105"/>
                  </a:cubicBezTo>
                  <a:cubicBezTo>
                    <a:pt x="327" y="105"/>
                    <a:pt x="327" y="105"/>
                    <a:pt x="327" y="105"/>
                  </a:cubicBezTo>
                  <a:cubicBezTo>
                    <a:pt x="328" y="104"/>
                    <a:pt x="328" y="105"/>
                    <a:pt x="328" y="105"/>
                  </a:cubicBezTo>
                  <a:cubicBezTo>
                    <a:pt x="328" y="105"/>
                    <a:pt x="328" y="104"/>
                    <a:pt x="328" y="104"/>
                  </a:cubicBezTo>
                  <a:cubicBezTo>
                    <a:pt x="328" y="104"/>
                    <a:pt x="327" y="104"/>
                    <a:pt x="327" y="104"/>
                  </a:cubicBezTo>
                  <a:close/>
                  <a:moveTo>
                    <a:pt x="24" y="43"/>
                  </a:moveTo>
                  <a:cubicBezTo>
                    <a:pt x="24" y="42"/>
                    <a:pt x="24" y="41"/>
                    <a:pt x="23" y="41"/>
                  </a:cubicBezTo>
                  <a:cubicBezTo>
                    <a:pt x="23" y="41"/>
                    <a:pt x="23" y="41"/>
                    <a:pt x="23" y="41"/>
                  </a:cubicBezTo>
                  <a:cubicBezTo>
                    <a:pt x="22" y="41"/>
                    <a:pt x="23" y="41"/>
                    <a:pt x="22" y="41"/>
                  </a:cubicBezTo>
                  <a:cubicBezTo>
                    <a:pt x="21" y="41"/>
                    <a:pt x="23" y="41"/>
                    <a:pt x="23" y="42"/>
                  </a:cubicBezTo>
                  <a:cubicBezTo>
                    <a:pt x="23" y="42"/>
                    <a:pt x="24" y="43"/>
                    <a:pt x="24" y="4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67" name="Indian Claim">
              <a:extLst>
                <a:ext uri="{FF2B5EF4-FFF2-40B4-BE49-F238E27FC236}">
                  <a16:creationId xmlns:a16="http://schemas.microsoft.com/office/drawing/2014/main" id="{30EBD80E-EC47-6D69-3CFF-E4DEC136375E}"/>
                </a:ext>
              </a:extLst>
            </p:cNvPr>
            <p:cNvSpPr>
              <a:spLocks noEditPoints="1"/>
            </p:cNvSpPr>
            <p:nvPr/>
          </p:nvSpPr>
          <p:spPr bwMode="auto">
            <a:xfrm>
              <a:off x="8232368" y="2643694"/>
              <a:ext cx="85275" cy="98997"/>
            </a:xfrm>
            <a:custGeom>
              <a:avLst/>
              <a:gdLst/>
              <a:ahLst/>
              <a:cxnLst>
                <a:cxn ang="0">
                  <a:pos x="23" y="9"/>
                </a:cxn>
                <a:cxn ang="0">
                  <a:pos x="23" y="13"/>
                </a:cxn>
                <a:cxn ang="0">
                  <a:pos x="22" y="14"/>
                </a:cxn>
                <a:cxn ang="0">
                  <a:pos x="21" y="15"/>
                </a:cxn>
                <a:cxn ang="0">
                  <a:pos x="18" y="17"/>
                </a:cxn>
                <a:cxn ang="0">
                  <a:pos x="19" y="20"/>
                </a:cxn>
                <a:cxn ang="0">
                  <a:pos x="19" y="21"/>
                </a:cxn>
                <a:cxn ang="0">
                  <a:pos x="16" y="21"/>
                </a:cxn>
                <a:cxn ang="0">
                  <a:pos x="15" y="24"/>
                </a:cxn>
                <a:cxn ang="0">
                  <a:pos x="15" y="25"/>
                </a:cxn>
                <a:cxn ang="0">
                  <a:pos x="16" y="26"/>
                </a:cxn>
                <a:cxn ang="0">
                  <a:pos x="15" y="26"/>
                </a:cxn>
                <a:cxn ang="0">
                  <a:pos x="15" y="28"/>
                </a:cxn>
                <a:cxn ang="0">
                  <a:pos x="12" y="20"/>
                </a:cxn>
                <a:cxn ang="0">
                  <a:pos x="14" y="19"/>
                </a:cxn>
                <a:cxn ang="0">
                  <a:pos x="14" y="18"/>
                </a:cxn>
                <a:cxn ang="0">
                  <a:pos x="6" y="13"/>
                </a:cxn>
                <a:cxn ang="0">
                  <a:pos x="4" y="11"/>
                </a:cxn>
                <a:cxn ang="0">
                  <a:pos x="3" y="9"/>
                </a:cxn>
                <a:cxn ang="0">
                  <a:pos x="2" y="5"/>
                </a:cxn>
                <a:cxn ang="0">
                  <a:pos x="0" y="5"/>
                </a:cxn>
                <a:cxn ang="0">
                  <a:pos x="1" y="5"/>
                </a:cxn>
                <a:cxn ang="0">
                  <a:pos x="1" y="5"/>
                </a:cxn>
                <a:cxn ang="0">
                  <a:pos x="3" y="4"/>
                </a:cxn>
                <a:cxn ang="0">
                  <a:pos x="5" y="2"/>
                </a:cxn>
                <a:cxn ang="0">
                  <a:pos x="13" y="0"/>
                </a:cxn>
                <a:cxn ang="0">
                  <a:pos x="14" y="1"/>
                </a:cxn>
                <a:cxn ang="0">
                  <a:pos x="16" y="2"/>
                </a:cxn>
                <a:cxn ang="0">
                  <a:pos x="16" y="2"/>
                </a:cxn>
                <a:cxn ang="0">
                  <a:pos x="19" y="4"/>
                </a:cxn>
                <a:cxn ang="0">
                  <a:pos x="20" y="6"/>
                </a:cxn>
                <a:cxn ang="0">
                  <a:pos x="21" y="6"/>
                </a:cxn>
                <a:cxn ang="0">
                  <a:pos x="21" y="5"/>
                </a:cxn>
                <a:cxn ang="0">
                  <a:pos x="22" y="5"/>
                </a:cxn>
                <a:cxn ang="0">
                  <a:pos x="23" y="5"/>
                </a:cxn>
                <a:cxn ang="0">
                  <a:pos x="15" y="27"/>
                </a:cxn>
                <a:cxn ang="0">
                  <a:pos x="15" y="26"/>
                </a:cxn>
                <a:cxn ang="0">
                  <a:pos x="16" y="25"/>
                </a:cxn>
                <a:cxn ang="0">
                  <a:pos x="15" y="24"/>
                </a:cxn>
                <a:cxn ang="0">
                  <a:pos x="14" y="27"/>
                </a:cxn>
                <a:cxn ang="0">
                  <a:pos x="23" y="11"/>
                </a:cxn>
                <a:cxn ang="0">
                  <a:pos x="23" y="9"/>
                </a:cxn>
                <a:cxn ang="0">
                  <a:pos x="12" y="17"/>
                </a:cxn>
                <a:cxn ang="0">
                  <a:pos x="14" y="18"/>
                </a:cxn>
                <a:cxn ang="0">
                  <a:pos x="14" y="19"/>
                </a:cxn>
                <a:cxn ang="0">
                  <a:pos x="23" y="11"/>
                </a:cxn>
                <a:cxn ang="0">
                  <a:pos x="19" y="21"/>
                </a:cxn>
                <a:cxn ang="0">
                  <a:pos x="18" y="21"/>
                </a:cxn>
                <a:cxn ang="0">
                  <a:pos x="19" y="4"/>
                </a:cxn>
                <a:cxn ang="0">
                  <a:pos x="9" y="15"/>
                </a:cxn>
                <a:cxn ang="0">
                  <a:pos x="1" y="5"/>
                </a:cxn>
                <a:cxn ang="0">
                  <a:pos x="1" y="5"/>
                </a:cxn>
                <a:cxn ang="0">
                  <a:pos x="2" y="5"/>
                </a:cxn>
                <a:cxn ang="0">
                  <a:pos x="14" y="1"/>
                </a:cxn>
                <a:cxn ang="0">
                  <a:pos x="13" y="0"/>
                </a:cxn>
                <a:cxn ang="0">
                  <a:pos x="4" y="10"/>
                </a:cxn>
                <a:cxn ang="0">
                  <a:pos x="4" y="11"/>
                </a:cxn>
              </a:cxnLst>
              <a:rect l="0" t="0" r="r" b="b"/>
              <a:pathLst>
                <a:path w="24" h="28">
                  <a:moveTo>
                    <a:pt x="23" y="7"/>
                  </a:moveTo>
                  <a:cubicBezTo>
                    <a:pt x="23" y="7"/>
                    <a:pt x="23" y="7"/>
                    <a:pt x="23" y="7"/>
                  </a:cubicBezTo>
                  <a:cubicBezTo>
                    <a:pt x="23" y="7"/>
                    <a:pt x="23" y="8"/>
                    <a:pt x="23" y="8"/>
                  </a:cubicBezTo>
                  <a:cubicBezTo>
                    <a:pt x="23" y="8"/>
                    <a:pt x="23" y="8"/>
                    <a:pt x="23" y="9"/>
                  </a:cubicBezTo>
                  <a:cubicBezTo>
                    <a:pt x="23" y="9"/>
                    <a:pt x="23" y="9"/>
                    <a:pt x="23" y="9"/>
                  </a:cubicBezTo>
                  <a:cubicBezTo>
                    <a:pt x="23" y="9"/>
                    <a:pt x="23" y="9"/>
                    <a:pt x="23" y="9"/>
                  </a:cubicBezTo>
                  <a:cubicBezTo>
                    <a:pt x="23" y="9"/>
                    <a:pt x="23" y="9"/>
                    <a:pt x="23" y="9"/>
                  </a:cubicBezTo>
                  <a:cubicBezTo>
                    <a:pt x="23" y="9"/>
                    <a:pt x="23" y="9"/>
                    <a:pt x="23" y="9"/>
                  </a:cubicBezTo>
                  <a:cubicBezTo>
                    <a:pt x="23" y="9"/>
                    <a:pt x="23" y="9"/>
                    <a:pt x="23" y="9"/>
                  </a:cubicBezTo>
                  <a:cubicBezTo>
                    <a:pt x="23" y="10"/>
                    <a:pt x="23" y="10"/>
                    <a:pt x="23" y="10"/>
                  </a:cubicBezTo>
                  <a:cubicBezTo>
                    <a:pt x="23" y="10"/>
                    <a:pt x="23" y="10"/>
                    <a:pt x="23" y="10"/>
                  </a:cubicBezTo>
                  <a:cubicBezTo>
                    <a:pt x="23" y="11"/>
                    <a:pt x="23" y="11"/>
                    <a:pt x="23" y="11"/>
                  </a:cubicBezTo>
                  <a:cubicBezTo>
                    <a:pt x="23" y="11"/>
                    <a:pt x="23" y="11"/>
                    <a:pt x="23" y="11"/>
                  </a:cubicBezTo>
                  <a:cubicBezTo>
                    <a:pt x="23" y="12"/>
                    <a:pt x="23" y="12"/>
                    <a:pt x="23" y="13"/>
                  </a:cubicBezTo>
                  <a:cubicBezTo>
                    <a:pt x="23" y="14"/>
                    <a:pt x="23" y="14"/>
                    <a:pt x="23" y="14"/>
                  </a:cubicBezTo>
                  <a:cubicBezTo>
                    <a:pt x="23" y="14"/>
                    <a:pt x="23" y="14"/>
                    <a:pt x="23" y="14"/>
                  </a:cubicBezTo>
                  <a:cubicBezTo>
                    <a:pt x="23" y="14"/>
                    <a:pt x="23" y="14"/>
                    <a:pt x="23" y="14"/>
                  </a:cubicBezTo>
                  <a:cubicBezTo>
                    <a:pt x="23" y="14"/>
                    <a:pt x="23" y="14"/>
                    <a:pt x="23" y="14"/>
                  </a:cubicBezTo>
                  <a:cubicBezTo>
                    <a:pt x="23" y="14"/>
                    <a:pt x="23" y="14"/>
                    <a:pt x="23" y="14"/>
                  </a:cubicBezTo>
                  <a:cubicBezTo>
                    <a:pt x="22" y="14"/>
                    <a:pt x="22" y="14"/>
                    <a:pt x="22" y="14"/>
                  </a:cubicBezTo>
                  <a:cubicBezTo>
                    <a:pt x="22" y="14"/>
                    <a:pt x="22" y="14"/>
                    <a:pt x="22" y="14"/>
                  </a:cubicBezTo>
                  <a:cubicBezTo>
                    <a:pt x="22" y="14"/>
                    <a:pt x="22" y="14"/>
                    <a:pt x="22" y="14"/>
                  </a:cubicBezTo>
                  <a:cubicBezTo>
                    <a:pt x="22" y="14"/>
                    <a:pt x="22" y="14"/>
                    <a:pt x="22" y="14"/>
                  </a:cubicBezTo>
                  <a:cubicBezTo>
                    <a:pt x="22" y="14"/>
                    <a:pt x="22" y="14"/>
                    <a:pt x="22" y="14"/>
                  </a:cubicBezTo>
                  <a:cubicBezTo>
                    <a:pt x="21" y="14"/>
                    <a:pt x="21" y="14"/>
                    <a:pt x="21" y="14"/>
                  </a:cubicBezTo>
                  <a:cubicBezTo>
                    <a:pt x="21" y="14"/>
                    <a:pt x="21" y="14"/>
                    <a:pt x="21" y="14"/>
                  </a:cubicBezTo>
                  <a:cubicBezTo>
                    <a:pt x="21" y="14"/>
                    <a:pt x="21" y="14"/>
                    <a:pt x="21" y="14"/>
                  </a:cubicBezTo>
                  <a:cubicBezTo>
                    <a:pt x="21" y="14"/>
                    <a:pt x="21" y="15"/>
                    <a:pt x="21" y="15"/>
                  </a:cubicBezTo>
                  <a:cubicBezTo>
                    <a:pt x="21" y="16"/>
                    <a:pt x="20" y="15"/>
                    <a:pt x="20" y="16"/>
                  </a:cubicBezTo>
                  <a:cubicBezTo>
                    <a:pt x="20" y="16"/>
                    <a:pt x="20" y="16"/>
                    <a:pt x="20" y="16"/>
                  </a:cubicBezTo>
                  <a:cubicBezTo>
                    <a:pt x="20" y="16"/>
                    <a:pt x="20" y="16"/>
                    <a:pt x="20" y="16"/>
                  </a:cubicBezTo>
                  <a:cubicBezTo>
                    <a:pt x="20" y="17"/>
                    <a:pt x="20" y="17"/>
                    <a:pt x="20" y="17"/>
                  </a:cubicBezTo>
                  <a:cubicBezTo>
                    <a:pt x="20" y="17"/>
                    <a:pt x="19" y="17"/>
                    <a:pt x="19" y="17"/>
                  </a:cubicBezTo>
                  <a:cubicBezTo>
                    <a:pt x="19" y="17"/>
                    <a:pt x="19" y="17"/>
                    <a:pt x="19" y="17"/>
                  </a:cubicBezTo>
                  <a:cubicBezTo>
                    <a:pt x="18" y="17"/>
                    <a:pt x="18" y="17"/>
                    <a:pt x="18" y="17"/>
                  </a:cubicBezTo>
                  <a:cubicBezTo>
                    <a:pt x="18" y="17"/>
                    <a:pt x="19" y="18"/>
                    <a:pt x="19" y="18"/>
                  </a:cubicBezTo>
                  <a:cubicBezTo>
                    <a:pt x="19" y="18"/>
                    <a:pt x="19" y="19"/>
                    <a:pt x="19" y="19"/>
                  </a:cubicBezTo>
                  <a:cubicBezTo>
                    <a:pt x="19" y="19"/>
                    <a:pt x="19" y="19"/>
                    <a:pt x="19" y="19"/>
                  </a:cubicBezTo>
                  <a:cubicBezTo>
                    <a:pt x="19" y="20"/>
                    <a:pt x="19" y="19"/>
                    <a:pt x="19" y="19"/>
                  </a:cubicBezTo>
                  <a:cubicBezTo>
                    <a:pt x="19" y="19"/>
                    <a:pt x="19" y="19"/>
                    <a:pt x="19" y="19"/>
                  </a:cubicBezTo>
                  <a:cubicBezTo>
                    <a:pt x="19" y="19"/>
                    <a:pt x="19" y="19"/>
                    <a:pt x="19" y="19"/>
                  </a:cubicBezTo>
                  <a:cubicBezTo>
                    <a:pt x="19" y="20"/>
                    <a:pt x="19" y="20"/>
                    <a:pt x="19" y="20"/>
                  </a:cubicBezTo>
                  <a:cubicBezTo>
                    <a:pt x="19" y="20"/>
                    <a:pt x="19" y="20"/>
                    <a:pt x="19" y="20"/>
                  </a:cubicBezTo>
                  <a:cubicBezTo>
                    <a:pt x="19" y="20"/>
                    <a:pt x="19" y="20"/>
                    <a:pt x="19" y="20"/>
                  </a:cubicBezTo>
                  <a:cubicBezTo>
                    <a:pt x="19" y="20"/>
                    <a:pt x="19" y="20"/>
                    <a:pt x="19" y="20"/>
                  </a:cubicBezTo>
                  <a:cubicBezTo>
                    <a:pt x="19" y="20"/>
                    <a:pt x="19" y="20"/>
                    <a:pt x="19" y="20"/>
                  </a:cubicBezTo>
                  <a:cubicBezTo>
                    <a:pt x="19" y="20"/>
                    <a:pt x="19" y="20"/>
                    <a:pt x="19" y="20"/>
                  </a:cubicBezTo>
                  <a:cubicBezTo>
                    <a:pt x="19" y="20"/>
                    <a:pt x="19" y="20"/>
                    <a:pt x="19" y="20"/>
                  </a:cubicBezTo>
                  <a:cubicBezTo>
                    <a:pt x="19" y="21"/>
                    <a:pt x="19" y="21"/>
                    <a:pt x="19" y="21"/>
                  </a:cubicBezTo>
                  <a:cubicBezTo>
                    <a:pt x="19" y="21"/>
                    <a:pt x="19" y="21"/>
                    <a:pt x="19" y="21"/>
                  </a:cubicBezTo>
                  <a:cubicBezTo>
                    <a:pt x="19" y="21"/>
                    <a:pt x="19" y="21"/>
                    <a:pt x="19" y="21"/>
                  </a:cubicBezTo>
                  <a:cubicBezTo>
                    <a:pt x="19" y="21"/>
                    <a:pt x="19" y="21"/>
                    <a:pt x="19" y="21"/>
                  </a:cubicBezTo>
                  <a:cubicBezTo>
                    <a:pt x="19" y="21"/>
                    <a:pt x="19" y="21"/>
                    <a:pt x="18" y="21"/>
                  </a:cubicBezTo>
                  <a:cubicBezTo>
                    <a:pt x="18" y="21"/>
                    <a:pt x="18" y="21"/>
                    <a:pt x="18" y="21"/>
                  </a:cubicBezTo>
                  <a:cubicBezTo>
                    <a:pt x="18" y="21"/>
                    <a:pt x="18" y="21"/>
                    <a:pt x="18" y="21"/>
                  </a:cubicBezTo>
                  <a:cubicBezTo>
                    <a:pt x="17" y="21"/>
                    <a:pt x="17" y="21"/>
                    <a:pt x="16" y="21"/>
                  </a:cubicBezTo>
                  <a:cubicBezTo>
                    <a:pt x="16" y="21"/>
                    <a:pt x="16" y="21"/>
                    <a:pt x="15" y="22"/>
                  </a:cubicBezTo>
                  <a:cubicBezTo>
                    <a:pt x="15" y="22"/>
                    <a:pt x="15" y="21"/>
                    <a:pt x="15" y="21"/>
                  </a:cubicBezTo>
                  <a:cubicBezTo>
                    <a:pt x="14" y="21"/>
                    <a:pt x="14" y="21"/>
                    <a:pt x="14" y="21"/>
                  </a:cubicBezTo>
                  <a:cubicBezTo>
                    <a:pt x="14" y="22"/>
                    <a:pt x="14" y="22"/>
                    <a:pt x="14" y="22"/>
                  </a:cubicBezTo>
                  <a:cubicBezTo>
                    <a:pt x="14" y="22"/>
                    <a:pt x="14" y="22"/>
                    <a:pt x="14" y="22"/>
                  </a:cubicBezTo>
                  <a:cubicBezTo>
                    <a:pt x="14" y="23"/>
                    <a:pt x="14" y="23"/>
                    <a:pt x="14" y="23"/>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5"/>
                    <a:pt x="15" y="25"/>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6"/>
                    <a:pt x="16" y="26"/>
                    <a:pt x="16" y="26"/>
                  </a:cubicBezTo>
                  <a:cubicBezTo>
                    <a:pt x="16"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7"/>
                    <a:pt x="15" y="27"/>
                    <a:pt x="15" y="27"/>
                  </a:cubicBezTo>
                  <a:cubicBezTo>
                    <a:pt x="15" y="27"/>
                    <a:pt x="15" y="27"/>
                    <a:pt x="15" y="27"/>
                  </a:cubicBezTo>
                  <a:cubicBezTo>
                    <a:pt x="15" y="27"/>
                    <a:pt x="15" y="27"/>
                    <a:pt x="15" y="27"/>
                  </a:cubicBezTo>
                  <a:cubicBezTo>
                    <a:pt x="15" y="27"/>
                    <a:pt x="15" y="27"/>
                    <a:pt x="15" y="27"/>
                  </a:cubicBezTo>
                  <a:cubicBezTo>
                    <a:pt x="15" y="27"/>
                    <a:pt x="15" y="27"/>
                    <a:pt x="15" y="27"/>
                  </a:cubicBezTo>
                  <a:cubicBezTo>
                    <a:pt x="15" y="27"/>
                    <a:pt x="15" y="27"/>
                    <a:pt x="15" y="27"/>
                  </a:cubicBezTo>
                  <a:cubicBezTo>
                    <a:pt x="15" y="28"/>
                    <a:pt x="15" y="28"/>
                    <a:pt x="15" y="28"/>
                  </a:cubicBezTo>
                  <a:cubicBezTo>
                    <a:pt x="15" y="28"/>
                    <a:pt x="14" y="28"/>
                    <a:pt x="14" y="27"/>
                  </a:cubicBezTo>
                  <a:cubicBezTo>
                    <a:pt x="14" y="27"/>
                    <a:pt x="14" y="27"/>
                    <a:pt x="14" y="27"/>
                  </a:cubicBezTo>
                  <a:cubicBezTo>
                    <a:pt x="14" y="27"/>
                    <a:pt x="14" y="27"/>
                    <a:pt x="14" y="27"/>
                  </a:cubicBezTo>
                  <a:cubicBezTo>
                    <a:pt x="14" y="27"/>
                    <a:pt x="14" y="27"/>
                    <a:pt x="14" y="27"/>
                  </a:cubicBezTo>
                  <a:cubicBezTo>
                    <a:pt x="14" y="26"/>
                    <a:pt x="14" y="26"/>
                    <a:pt x="14" y="26"/>
                  </a:cubicBezTo>
                  <a:cubicBezTo>
                    <a:pt x="13" y="24"/>
                    <a:pt x="13" y="23"/>
                    <a:pt x="12" y="21"/>
                  </a:cubicBezTo>
                  <a:cubicBezTo>
                    <a:pt x="12" y="21"/>
                    <a:pt x="12" y="20"/>
                    <a:pt x="12" y="20"/>
                  </a:cubicBezTo>
                  <a:cubicBezTo>
                    <a:pt x="13" y="20"/>
                    <a:pt x="13" y="20"/>
                    <a:pt x="13" y="20"/>
                  </a:cubicBezTo>
                  <a:cubicBezTo>
                    <a:pt x="13" y="20"/>
                    <a:pt x="14" y="20"/>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3" y="18"/>
                    <a:pt x="13" y="17"/>
                    <a:pt x="12" y="17"/>
                  </a:cubicBezTo>
                  <a:cubicBezTo>
                    <a:pt x="11" y="17"/>
                    <a:pt x="12" y="17"/>
                    <a:pt x="11" y="16"/>
                  </a:cubicBezTo>
                  <a:cubicBezTo>
                    <a:pt x="10" y="15"/>
                    <a:pt x="9" y="16"/>
                    <a:pt x="8" y="15"/>
                  </a:cubicBezTo>
                  <a:cubicBezTo>
                    <a:pt x="6" y="15"/>
                    <a:pt x="6" y="14"/>
                    <a:pt x="6" y="13"/>
                  </a:cubicBezTo>
                  <a:cubicBezTo>
                    <a:pt x="5" y="13"/>
                    <a:pt x="5" y="12"/>
                    <a:pt x="5" y="12"/>
                  </a:cubicBezTo>
                  <a:cubicBezTo>
                    <a:pt x="5" y="12"/>
                    <a:pt x="5" y="12"/>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0"/>
                    <a:pt x="4" y="10"/>
                    <a:pt x="4" y="10"/>
                  </a:cubicBezTo>
                  <a:cubicBezTo>
                    <a:pt x="4" y="10"/>
                    <a:pt x="4" y="10"/>
                    <a:pt x="4" y="10"/>
                  </a:cubicBezTo>
                  <a:cubicBezTo>
                    <a:pt x="4" y="10"/>
                    <a:pt x="4" y="10"/>
                    <a:pt x="4" y="10"/>
                  </a:cubicBezTo>
                  <a:cubicBezTo>
                    <a:pt x="4" y="10"/>
                    <a:pt x="4" y="10"/>
                    <a:pt x="3" y="9"/>
                  </a:cubicBezTo>
                  <a:cubicBezTo>
                    <a:pt x="3" y="9"/>
                    <a:pt x="3" y="8"/>
                    <a:pt x="2" y="8"/>
                  </a:cubicBezTo>
                  <a:cubicBezTo>
                    <a:pt x="2" y="8"/>
                    <a:pt x="2" y="7"/>
                    <a:pt x="2" y="7"/>
                  </a:cubicBezTo>
                  <a:cubicBezTo>
                    <a:pt x="2" y="7"/>
                    <a:pt x="2" y="7"/>
                    <a:pt x="2" y="7"/>
                  </a:cubicBezTo>
                  <a:cubicBezTo>
                    <a:pt x="2" y="7"/>
                    <a:pt x="2" y="7"/>
                    <a:pt x="2" y="7"/>
                  </a:cubicBezTo>
                  <a:cubicBezTo>
                    <a:pt x="2" y="6"/>
                    <a:pt x="2" y="6"/>
                    <a:pt x="2" y="6"/>
                  </a:cubicBezTo>
                  <a:cubicBezTo>
                    <a:pt x="2" y="6"/>
                    <a:pt x="2" y="6"/>
                    <a:pt x="2" y="6"/>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1" y="5"/>
                    <a:pt x="1" y="7"/>
                    <a:pt x="0" y="5"/>
                  </a:cubicBezTo>
                  <a:cubicBezTo>
                    <a:pt x="0" y="5"/>
                    <a:pt x="0" y="5"/>
                    <a:pt x="0" y="5"/>
                  </a:cubicBezTo>
                  <a:cubicBezTo>
                    <a:pt x="0" y="5"/>
                    <a:pt x="0" y="5"/>
                    <a:pt x="0"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4"/>
                    <a:pt x="1" y="4"/>
                    <a:pt x="1" y="4"/>
                  </a:cubicBezTo>
                  <a:cubicBezTo>
                    <a:pt x="2" y="4"/>
                    <a:pt x="2" y="5"/>
                    <a:pt x="2" y="5"/>
                  </a:cubicBezTo>
                  <a:cubicBezTo>
                    <a:pt x="2" y="5"/>
                    <a:pt x="3" y="5"/>
                    <a:pt x="3" y="5"/>
                  </a:cubicBezTo>
                  <a:cubicBezTo>
                    <a:pt x="3" y="5"/>
                    <a:pt x="3" y="5"/>
                    <a:pt x="3" y="5"/>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3"/>
                    <a:pt x="3" y="4"/>
                    <a:pt x="4" y="3"/>
                  </a:cubicBezTo>
                  <a:cubicBezTo>
                    <a:pt x="4" y="3"/>
                    <a:pt x="4" y="3"/>
                    <a:pt x="4" y="3"/>
                  </a:cubicBezTo>
                  <a:cubicBezTo>
                    <a:pt x="4" y="3"/>
                    <a:pt x="5" y="3"/>
                    <a:pt x="5" y="2"/>
                  </a:cubicBezTo>
                  <a:cubicBezTo>
                    <a:pt x="5" y="2"/>
                    <a:pt x="5" y="2"/>
                    <a:pt x="6" y="2"/>
                  </a:cubicBezTo>
                  <a:cubicBezTo>
                    <a:pt x="6" y="2"/>
                    <a:pt x="6" y="2"/>
                    <a:pt x="6" y="2"/>
                  </a:cubicBezTo>
                  <a:cubicBezTo>
                    <a:pt x="7" y="1"/>
                    <a:pt x="7" y="1"/>
                    <a:pt x="7" y="1"/>
                  </a:cubicBezTo>
                  <a:cubicBezTo>
                    <a:pt x="7" y="0"/>
                    <a:pt x="8" y="1"/>
                    <a:pt x="9" y="1"/>
                  </a:cubicBezTo>
                  <a:cubicBezTo>
                    <a:pt x="10" y="1"/>
                    <a:pt x="10" y="0"/>
                    <a:pt x="10" y="0"/>
                  </a:cubicBezTo>
                  <a:cubicBezTo>
                    <a:pt x="11" y="0"/>
                    <a:pt x="11" y="0"/>
                    <a:pt x="12" y="0"/>
                  </a:cubicBezTo>
                  <a:cubicBezTo>
                    <a:pt x="12" y="0"/>
                    <a:pt x="13" y="0"/>
                    <a:pt x="13" y="0"/>
                  </a:cubicBezTo>
                  <a:cubicBezTo>
                    <a:pt x="13" y="0"/>
                    <a:pt x="13" y="0"/>
                    <a:pt x="14" y="0"/>
                  </a:cubicBezTo>
                  <a:cubicBezTo>
                    <a:pt x="14" y="0"/>
                    <a:pt x="14" y="0"/>
                    <a:pt x="14" y="0"/>
                  </a:cubicBezTo>
                  <a:cubicBezTo>
                    <a:pt x="14" y="0"/>
                    <a:pt x="14" y="0"/>
                    <a:pt x="14" y="0"/>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4" y="1"/>
                  </a:cubicBezTo>
                  <a:cubicBezTo>
                    <a:pt x="14" y="1"/>
                    <a:pt x="14" y="1"/>
                    <a:pt x="15" y="1"/>
                  </a:cubicBezTo>
                  <a:cubicBezTo>
                    <a:pt x="15" y="1"/>
                    <a:pt x="15" y="1"/>
                    <a:pt x="16" y="1"/>
                  </a:cubicBezTo>
                  <a:cubicBezTo>
                    <a:pt x="16" y="1"/>
                    <a:pt x="16" y="1"/>
                    <a:pt x="16" y="1"/>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2"/>
                    <a:pt x="16" y="2"/>
                  </a:cubicBezTo>
                  <a:cubicBezTo>
                    <a:pt x="16" y="2"/>
                    <a:pt x="16" y="3"/>
                    <a:pt x="16" y="3"/>
                  </a:cubicBezTo>
                  <a:cubicBezTo>
                    <a:pt x="16" y="3"/>
                    <a:pt x="17" y="4"/>
                    <a:pt x="17" y="4"/>
                  </a:cubicBezTo>
                  <a:cubicBezTo>
                    <a:pt x="18" y="4"/>
                    <a:pt x="18" y="4"/>
                    <a:pt x="18" y="4"/>
                  </a:cubicBezTo>
                  <a:cubicBezTo>
                    <a:pt x="19" y="4"/>
                    <a:pt x="19" y="4"/>
                    <a:pt x="19" y="4"/>
                  </a:cubicBezTo>
                  <a:cubicBezTo>
                    <a:pt x="19" y="4"/>
                    <a:pt x="19" y="4"/>
                    <a:pt x="19" y="4"/>
                  </a:cubicBezTo>
                  <a:cubicBezTo>
                    <a:pt x="19" y="4"/>
                    <a:pt x="19" y="4"/>
                    <a:pt x="19" y="4"/>
                  </a:cubicBezTo>
                  <a:cubicBezTo>
                    <a:pt x="19" y="4"/>
                    <a:pt x="19" y="4"/>
                    <a:pt x="19" y="4"/>
                  </a:cubicBezTo>
                  <a:cubicBezTo>
                    <a:pt x="19" y="4"/>
                    <a:pt x="19" y="4"/>
                    <a:pt x="19" y="4"/>
                  </a:cubicBezTo>
                  <a:cubicBezTo>
                    <a:pt x="19" y="4"/>
                    <a:pt x="19" y="4"/>
                    <a:pt x="19" y="4"/>
                  </a:cubicBezTo>
                  <a:cubicBezTo>
                    <a:pt x="19" y="4"/>
                    <a:pt x="19" y="4"/>
                    <a:pt x="19" y="4"/>
                  </a:cubicBezTo>
                  <a:cubicBezTo>
                    <a:pt x="19" y="4"/>
                    <a:pt x="20" y="5"/>
                    <a:pt x="20" y="5"/>
                  </a:cubicBezTo>
                  <a:cubicBezTo>
                    <a:pt x="20" y="5"/>
                    <a:pt x="20" y="6"/>
                    <a:pt x="20" y="6"/>
                  </a:cubicBezTo>
                  <a:cubicBezTo>
                    <a:pt x="20" y="6"/>
                    <a:pt x="20" y="6"/>
                    <a:pt x="20" y="6"/>
                  </a:cubicBezTo>
                  <a:cubicBezTo>
                    <a:pt x="20" y="6"/>
                    <a:pt x="20" y="6"/>
                    <a:pt x="20" y="6"/>
                  </a:cubicBezTo>
                  <a:cubicBezTo>
                    <a:pt x="20" y="6"/>
                    <a:pt x="20" y="6"/>
                    <a:pt x="20" y="6"/>
                  </a:cubicBezTo>
                  <a:cubicBezTo>
                    <a:pt x="20" y="6"/>
                    <a:pt x="20" y="6"/>
                    <a:pt x="20" y="6"/>
                  </a:cubicBezTo>
                  <a:cubicBezTo>
                    <a:pt x="21" y="6"/>
                    <a:pt x="21" y="6"/>
                    <a:pt x="21" y="6"/>
                  </a:cubicBezTo>
                  <a:cubicBezTo>
                    <a:pt x="21" y="6"/>
                    <a:pt x="21" y="6"/>
                    <a:pt x="21" y="6"/>
                  </a:cubicBezTo>
                  <a:cubicBezTo>
                    <a:pt x="21" y="6"/>
                    <a:pt x="21" y="6"/>
                    <a:pt x="21" y="6"/>
                  </a:cubicBezTo>
                  <a:cubicBezTo>
                    <a:pt x="21" y="6"/>
                    <a:pt x="21" y="6"/>
                    <a:pt x="21" y="6"/>
                  </a:cubicBezTo>
                  <a:cubicBezTo>
                    <a:pt x="21" y="6"/>
                    <a:pt x="21" y="6"/>
                    <a:pt x="21" y="6"/>
                  </a:cubicBezTo>
                  <a:cubicBezTo>
                    <a:pt x="21" y="6"/>
                    <a:pt x="21" y="6"/>
                    <a:pt x="21" y="6"/>
                  </a:cubicBezTo>
                  <a:cubicBezTo>
                    <a:pt x="21" y="6"/>
                    <a:pt x="21" y="6"/>
                    <a:pt x="21" y="6"/>
                  </a:cubicBezTo>
                  <a:cubicBezTo>
                    <a:pt x="21" y="6"/>
                    <a:pt x="21" y="6"/>
                    <a:pt x="21" y="6"/>
                  </a:cubicBezTo>
                  <a:cubicBezTo>
                    <a:pt x="21" y="6"/>
                    <a:pt x="21" y="6"/>
                    <a:pt x="21" y="6"/>
                  </a:cubicBezTo>
                  <a:cubicBezTo>
                    <a:pt x="21" y="5"/>
                    <a:pt x="21" y="5"/>
                    <a:pt x="21" y="5"/>
                  </a:cubicBezTo>
                  <a:cubicBezTo>
                    <a:pt x="21" y="5"/>
                    <a:pt x="21" y="4"/>
                    <a:pt x="22" y="4"/>
                  </a:cubicBezTo>
                  <a:cubicBezTo>
                    <a:pt x="22" y="4"/>
                    <a:pt x="22" y="4"/>
                    <a:pt x="22" y="4"/>
                  </a:cubicBezTo>
                  <a:cubicBezTo>
                    <a:pt x="22" y="4"/>
                    <a:pt x="22" y="4"/>
                    <a:pt x="22" y="4"/>
                  </a:cubicBezTo>
                  <a:cubicBezTo>
                    <a:pt x="22" y="4"/>
                    <a:pt x="22" y="4"/>
                    <a:pt x="22" y="4"/>
                  </a:cubicBezTo>
                  <a:cubicBezTo>
                    <a:pt x="22" y="5"/>
                    <a:pt x="22" y="5"/>
                    <a:pt x="22" y="5"/>
                  </a:cubicBezTo>
                  <a:cubicBezTo>
                    <a:pt x="22" y="5"/>
                    <a:pt x="22" y="5"/>
                    <a:pt x="22" y="5"/>
                  </a:cubicBezTo>
                  <a:cubicBezTo>
                    <a:pt x="22" y="5"/>
                    <a:pt x="22" y="5"/>
                    <a:pt x="22" y="5"/>
                  </a:cubicBezTo>
                  <a:cubicBezTo>
                    <a:pt x="22" y="5"/>
                    <a:pt x="22" y="5"/>
                    <a:pt x="22" y="5"/>
                  </a:cubicBezTo>
                  <a:cubicBezTo>
                    <a:pt x="22" y="5"/>
                    <a:pt x="22" y="5"/>
                    <a:pt x="22" y="5"/>
                  </a:cubicBezTo>
                  <a:cubicBezTo>
                    <a:pt x="22" y="5"/>
                    <a:pt x="22" y="5"/>
                    <a:pt x="22" y="5"/>
                  </a:cubicBezTo>
                  <a:cubicBezTo>
                    <a:pt x="22" y="5"/>
                    <a:pt x="22" y="5"/>
                    <a:pt x="22" y="5"/>
                  </a:cubicBezTo>
                  <a:cubicBezTo>
                    <a:pt x="23" y="5"/>
                    <a:pt x="23" y="5"/>
                    <a:pt x="23" y="5"/>
                  </a:cubicBezTo>
                  <a:cubicBezTo>
                    <a:pt x="23" y="5"/>
                    <a:pt x="23" y="5"/>
                    <a:pt x="23" y="5"/>
                  </a:cubicBezTo>
                  <a:cubicBezTo>
                    <a:pt x="23" y="5"/>
                    <a:pt x="23" y="5"/>
                    <a:pt x="23" y="5"/>
                  </a:cubicBezTo>
                  <a:cubicBezTo>
                    <a:pt x="23" y="5"/>
                    <a:pt x="23" y="5"/>
                    <a:pt x="23" y="5"/>
                  </a:cubicBezTo>
                  <a:cubicBezTo>
                    <a:pt x="23" y="5"/>
                    <a:pt x="23" y="5"/>
                    <a:pt x="23" y="6"/>
                  </a:cubicBezTo>
                  <a:cubicBezTo>
                    <a:pt x="24" y="6"/>
                    <a:pt x="23" y="6"/>
                    <a:pt x="23" y="7"/>
                  </a:cubicBezTo>
                  <a:close/>
                  <a:moveTo>
                    <a:pt x="15" y="27"/>
                  </a:moveTo>
                  <a:cubicBezTo>
                    <a:pt x="15" y="27"/>
                    <a:pt x="15" y="27"/>
                    <a:pt x="15" y="27"/>
                  </a:cubicBezTo>
                  <a:cubicBezTo>
                    <a:pt x="15" y="27"/>
                    <a:pt x="15" y="27"/>
                    <a:pt x="15" y="27"/>
                  </a:cubicBezTo>
                  <a:cubicBezTo>
                    <a:pt x="15" y="27"/>
                    <a:pt x="15" y="27"/>
                    <a:pt x="15" y="27"/>
                  </a:cubicBezTo>
                  <a:cubicBezTo>
                    <a:pt x="15" y="27"/>
                    <a:pt x="15" y="27"/>
                    <a:pt x="15" y="27"/>
                  </a:cubicBezTo>
                  <a:cubicBezTo>
                    <a:pt x="15" y="27"/>
                    <a:pt x="15" y="27"/>
                    <a:pt x="15" y="27"/>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5" y="26"/>
                    <a:pt x="15" y="26"/>
                  </a:cubicBezTo>
                  <a:cubicBezTo>
                    <a:pt x="15" y="26"/>
                    <a:pt x="16" y="26"/>
                    <a:pt x="16" y="26"/>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5" y="25"/>
                    <a:pt x="15" y="25"/>
                    <a:pt x="15" y="25"/>
                  </a:cubicBezTo>
                  <a:cubicBezTo>
                    <a:pt x="15" y="25"/>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4" y="25"/>
                    <a:pt x="14" y="25"/>
                    <a:pt x="14" y="25"/>
                  </a:cubicBezTo>
                  <a:cubicBezTo>
                    <a:pt x="14" y="25"/>
                    <a:pt x="14" y="25"/>
                    <a:pt x="14" y="26"/>
                  </a:cubicBezTo>
                  <a:cubicBezTo>
                    <a:pt x="14" y="26"/>
                    <a:pt x="14" y="26"/>
                    <a:pt x="14" y="27"/>
                  </a:cubicBezTo>
                  <a:cubicBezTo>
                    <a:pt x="14" y="27"/>
                    <a:pt x="14" y="27"/>
                    <a:pt x="14" y="27"/>
                  </a:cubicBezTo>
                  <a:cubicBezTo>
                    <a:pt x="14" y="27"/>
                    <a:pt x="14" y="27"/>
                    <a:pt x="14" y="27"/>
                  </a:cubicBezTo>
                  <a:cubicBezTo>
                    <a:pt x="14" y="27"/>
                    <a:pt x="14" y="27"/>
                    <a:pt x="14" y="27"/>
                  </a:cubicBezTo>
                  <a:cubicBezTo>
                    <a:pt x="14" y="27"/>
                    <a:pt x="15" y="28"/>
                    <a:pt x="15" y="28"/>
                  </a:cubicBezTo>
                  <a:cubicBezTo>
                    <a:pt x="15" y="28"/>
                    <a:pt x="15" y="28"/>
                    <a:pt x="15" y="28"/>
                  </a:cubicBezTo>
                  <a:lnTo>
                    <a:pt x="15" y="27"/>
                  </a:lnTo>
                  <a:close/>
                  <a:moveTo>
                    <a:pt x="23" y="11"/>
                  </a:moveTo>
                  <a:cubicBezTo>
                    <a:pt x="23" y="10"/>
                    <a:pt x="23" y="10"/>
                    <a:pt x="23" y="10"/>
                  </a:cubicBezTo>
                  <a:cubicBezTo>
                    <a:pt x="23" y="10"/>
                    <a:pt x="23" y="10"/>
                    <a:pt x="23" y="10"/>
                  </a:cubicBezTo>
                  <a:cubicBezTo>
                    <a:pt x="23" y="9"/>
                    <a:pt x="23" y="9"/>
                    <a:pt x="23" y="9"/>
                  </a:cubicBezTo>
                  <a:cubicBezTo>
                    <a:pt x="23" y="9"/>
                    <a:pt x="23" y="9"/>
                    <a:pt x="23" y="9"/>
                  </a:cubicBezTo>
                  <a:cubicBezTo>
                    <a:pt x="23" y="9"/>
                    <a:pt x="23" y="9"/>
                    <a:pt x="23" y="9"/>
                  </a:cubicBezTo>
                  <a:cubicBezTo>
                    <a:pt x="23" y="9"/>
                    <a:pt x="23" y="9"/>
                    <a:pt x="23" y="9"/>
                  </a:cubicBezTo>
                  <a:cubicBezTo>
                    <a:pt x="23" y="9"/>
                    <a:pt x="23" y="9"/>
                    <a:pt x="23" y="9"/>
                  </a:cubicBezTo>
                  <a:cubicBezTo>
                    <a:pt x="23" y="9"/>
                    <a:pt x="23" y="9"/>
                    <a:pt x="23" y="9"/>
                  </a:cubicBezTo>
                  <a:cubicBezTo>
                    <a:pt x="23" y="8"/>
                    <a:pt x="23" y="8"/>
                    <a:pt x="23" y="8"/>
                  </a:cubicBezTo>
                  <a:cubicBezTo>
                    <a:pt x="23" y="8"/>
                    <a:pt x="23" y="7"/>
                    <a:pt x="23" y="7"/>
                  </a:cubicBezTo>
                  <a:cubicBezTo>
                    <a:pt x="23" y="7"/>
                    <a:pt x="23" y="7"/>
                    <a:pt x="23" y="7"/>
                  </a:cubicBezTo>
                  <a:cubicBezTo>
                    <a:pt x="23" y="6"/>
                    <a:pt x="23" y="6"/>
                    <a:pt x="23" y="6"/>
                  </a:cubicBezTo>
                  <a:cubicBezTo>
                    <a:pt x="12" y="17"/>
                    <a:pt x="12" y="17"/>
                    <a:pt x="12" y="17"/>
                  </a:cubicBezTo>
                  <a:cubicBezTo>
                    <a:pt x="12" y="17"/>
                    <a:pt x="12" y="17"/>
                    <a:pt x="12" y="17"/>
                  </a:cubicBezTo>
                  <a:cubicBezTo>
                    <a:pt x="13" y="17"/>
                    <a:pt x="13"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20"/>
                    <a:pt x="13" y="20"/>
                    <a:pt x="13" y="20"/>
                  </a:cubicBezTo>
                  <a:cubicBezTo>
                    <a:pt x="13" y="20"/>
                    <a:pt x="13" y="20"/>
                    <a:pt x="12" y="20"/>
                  </a:cubicBezTo>
                  <a:cubicBezTo>
                    <a:pt x="12" y="20"/>
                    <a:pt x="12" y="21"/>
                    <a:pt x="12" y="21"/>
                  </a:cubicBezTo>
                  <a:cubicBezTo>
                    <a:pt x="12" y="21"/>
                    <a:pt x="12" y="22"/>
                    <a:pt x="12" y="22"/>
                  </a:cubicBezTo>
                  <a:cubicBezTo>
                    <a:pt x="23" y="11"/>
                    <a:pt x="23" y="11"/>
                    <a:pt x="23" y="11"/>
                  </a:cubicBezTo>
                  <a:cubicBezTo>
                    <a:pt x="23" y="11"/>
                    <a:pt x="23" y="11"/>
                    <a:pt x="23" y="11"/>
                  </a:cubicBezTo>
                  <a:close/>
                  <a:moveTo>
                    <a:pt x="18" y="21"/>
                  </a:moveTo>
                  <a:cubicBezTo>
                    <a:pt x="18" y="21"/>
                    <a:pt x="18" y="21"/>
                    <a:pt x="18" y="21"/>
                  </a:cubicBezTo>
                  <a:cubicBezTo>
                    <a:pt x="18" y="21"/>
                    <a:pt x="18" y="21"/>
                    <a:pt x="18" y="21"/>
                  </a:cubicBezTo>
                  <a:cubicBezTo>
                    <a:pt x="19" y="21"/>
                    <a:pt x="19" y="21"/>
                    <a:pt x="19" y="21"/>
                  </a:cubicBezTo>
                  <a:cubicBezTo>
                    <a:pt x="19" y="21"/>
                    <a:pt x="19" y="21"/>
                    <a:pt x="19" y="21"/>
                  </a:cubicBezTo>
                  <a:cubicBezTo>
                    <a:pt x="19" y="21"/>
                    <a:pt x="19" y="21"/>
                    <a:pt x="19" y="21"/>
                  </a:cubicBezTo>
                  <a:cubicBezTo>
                    <a:pt x="19" y="21"/>
                    <a:pt x="19" y="21"/>
                    <a:pt x="19" y="21"/>
                  </a:cubicBezTo>
                  <a:cubicBezTo>
                    <a:pt x="19" y="20"/>
                    <a:pt x="19" y="20"/>
                    <a:pt x="19" y="20"/>
                  </a:cubicBezTo>
                  <a:cubicBezTo>
                    <a:pt x="19" y="20"/>
                    <a:pt x="19" y="20"/>
                    <a:pt x="19" y="20"/>
                  </a:cubicBezTo>
                  <a:cubicBezTo>
                    <a:pt x="19" y="20"/>
                    <a:pt x="19" y="20"/>
                    <a:pt x="19" y="20"/>
                  </a:cubicBezTo>
                  <a:cubicBezTo>
                    <a:pt x="19" y="20"/>
                    <a:pt x="19" y="20"/>
                    <a:pt x="19" y="20"/>
                  </a:cubicBezTo>
                  <a:cubicBezTo>
                    <a:pt x="17" y="21"/>
                    <a:pt x="17" y="21"/>
                    <a:pt x="17" y="21"/>
                  </a:cubicBezTo>
                  <a:cubicBezTo>
                    <a:pt x="18" y="21"/>
                    <a:pt x="18" y="21"/>
                    <a:pt x="18" y="21"/>
                  </a:cubicBezTo>
                  <a:close/>
                  <a:moveTo>
                    <a:pt x="20" y="5"/>
                  </a:moveTo>
                  <a:cubicBezTo>
                    <a:pt x="20" y="5"/>
                    <a:pt x="19" y="4"/>
                    <a:pt x="19" y="4"/>
                  </a:cubicBezTo>
                  <a:cubicBezTo>
                    <a:pt x="19" y="4"/>
                    <a:pt x="19" y="4"/>
                    <a:pt x="19" y="4"/>
                  </a:cubicBezTo>
                  <a:cubicBezTo>
                    <a:pt x="19" y="4"/>
                    <a:pt x="19" y="4"/>
                    <a:pt x="19" y="4"/>
                  </a:cubicBezTo>
                  <a:cubicBezTo>
                    <a:pt x="19" y="4"/>
                    <a:pt x="19" y="4"/>
                    <a:pt x="19" y="4"/>
                  </a:cubicBezTo>
                  <a:cubicBezTo>
                    <a:pt x="19" y="4"/>
                    <a:pt x="19" y="4"/>
                    <a:pt x="19" y="4"/>
                  </a:cubicBezTo>
                  <a:cubicBezTo>
                    <a:pt x="19" y="4"/>
                    <a:pt x="19" y="4"/>
                    <a:pt x="19" y="4"/>
                  </a:cubicBezTo>
                  <a:cubicBezTo>
                    <a:pt x="19" y="4"/>
                    <a:pt x="19" y="4"/>
                    <a:pt x="19" y="4"/>
                  </a:cubicBezTo>
                  <a:cubicBezTo>
                    <a:pt x="19" y="4"/>
                    <a:pt x="19" y="4"/>
                    <a:pt x="18" y="4"/>
                  </a:cubicBezTo>
                  <a:cubicBezTo>
                    <a:pt x="18" y="4"/>
                    <a:pt x="18" y="4"/>
                    <a:pt x="17" y="4"/>
                  </a:cubicBezTo>
                  <a:cubicBezTo>
                    <a:pt x="17" y="4"/>
                    <a:pt x="17" y="4"/>
                    <a:pt x="17" y="4"/>
                  </a:cubicBezTo>
                  <a:cubicBezTo>
                    <a:pt x="6" y="14"/>
                    <a:pt x="6" y="14"/>
                    <a:pt x="6" y="14"/>
                  </a:cubicBezTo>
                  <a:cubicBezTo>
                    <a:pt x="6" y="15"/>
                    <a:pt x="7" y="15"/>
                    <a:pt x="8" y="15"/>
                  </a:cubicBezTo>
                  <a:cubicBezTo>
                    <a:pt x="8" y="15"/>
                    <a:pt x="9" y="15"/>
                    <a:pt x="9" y="15"/>
                  </a:cubicBezTo>
                  <a:cubicBezTo>
                    <a:pt x="20" y="5"/>
                    <a:pt x="20" y="5"/>
                    <a:pt x="20" y="5"/>
                  </a:cubicBezTo>
                  <a:cubicBezTo>
                    <a:pt x="20" y="5"/>
                    <a:pt x="20" y="5"/>
                    <a:pt x="20" y="5"/>
                  </a:cubicBezTo>
                  <a:close/>
                  <a:moveTo>
                    <a:pt x="1" y="4"/>
                  </a:moveTo>
                  <a:cubicBezTo>
                    <a:pt x="1" y="4"/>
                    <a:pt x="1" y="4"/>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0" y="5"/>
                    <a:pt x="0" y="5"/>
                    <a:pt x="0" y="5"/>
                  </a:cubicBezTo>
                  <a:cubicBezTo>
                    <a:pt x="0" y="5"/>
                    <a:pt x="0" y="5"/>
                    <a:pt x="0" y="5"/>
                  </a:cubicBezTo>
                  <a:cubicBezTo>
                    <a:pt x="0" y="5"/>
                    <a:pt x="0" y="5"/>
                    <a:pt x="0" y="5"/>
                  </a:cubicBezTo>
                  <a:cubicBezTo>
                    <a:pt x="0" y="6"/>
                    <a:pt x="1" y="6"/>
                    <a:pt x="1" y="6"/>
                  </a:cubicBezTo>
                  <a:cubicBezTo>
                    <a:pt x="2" y="5"/>
                    <a:pt x="2" y="5"/>
                    <a:pt x="2" y="5"/>
                  </a:cubicBezTo>
                  <a:cubicBezTo>
                    <a:pt x="2" y="4"/>
                    <a:pt x="2" y="4"/>
                    <a:pt x="1" y="4"/>
                  </a:cubicBezTo>
                  <a:close/>
                  <a:moveTo>
                    <a:pt x="3" y="4"/>
                  </a:moveTo>
                  <a:cubicBezTo>
                    <a:pt x="3" y="4"/>
                    <a:pt x="3" y="4"/>
                    <a:pt x="3" y="4"/>
                  </a:cubicBezTo>
                  <a:cubicBezTo>
                    <a:pt x="3" y="4"/>
                    <a:pt x="3" y="4"/>
                    <a:pt x="3" y="4"/>
                  </a:cubicBezTo>
                  <a:cubicBezTo>
                    <a:pt x="3" y="4"/>
                    <a:pt x="3" y="4"/>
                    <a:pt x="3" y="4"/>
                  </a:cubicBezTo>
                  <a:close/>
                  <a:moveTo>
                    <a:pt x="14" y="1"/>
                  </a:moveTo>
                  <a:cubicBezTo>
                    <a:pt x="14" y="1"/>
                    <a:pt x="14" y="1"/>
                    <a:pt x="14" y="1"/>
                  </a:cubicBezTo>
                  <a:cubicBezTo>
                    <a:pt x="14" y="1"/>
                    <a:pt x="14" y="1"/>
                    <a:pt x="14" y="1"/>
                  </a:cubicBezTo>
                  <a:cubicBezTo>
                    <a:pt x="14" y="1"/>
                    <a:pt x="14" y="1"/>
                    <a:pt x="14" y="1"/>
                  </a:cubicBezTo>
                  <a:cubicBezTo>
                    <a:pt x="14" y="1"/>
                    <a:pt x="14" y="1"/>
                    <a:pt x="14" y="1"/>
                  </a:cubicBezTo>
                  <a:cubicBezTo>
                    <a:pt x="14" y="0"/>
                    <a:pt x="14" y="0"/>
                    <a:pt x="14" y="0"/>
                  </a:cubicBezTo>
                  <a:cubicBezTo>
                    <a:pt x="14" y="0"/>
                    <a:pt x="14" y="0"/>
                    <a:pt x="14" y="0"/>
                  </a:cubicBezTo>
                  <a:cubicBezTo>
                    <a:pt x="14" y="0"/>
                    <a:pt x="14" y="0"/>
                    <a:pt x="14" y="0"/>
                  </a:cubicBezTo>
                  <a:cubicBezTo>
                    <a:pt x="13" y="0"/>
                    <a:pt x="13" y="0"/>
                    <a:pt x="13" y="0"/>
                  </a:cubicBezTo>
                  <a:cubicBezTo>
                    <a:pt x="13" y="0"/>
                    <a:pt x="12" y="0"/>
                    <a:pt x="12" y="0"/>
                  </a:cubicBezTo>
                  <a:cubicBezTo>
                    <a:pt x="12" y="0"/>
                    <a:pt x="11" y="0"/>
                    <a:pt x="11" y="0"/>
                  </a:cubicBezTo>
                  <a:cubicBezTo>
                    <a:pt x="3" y="8"/>
                    <a:pt x="3" y="8"/>
                    <a:pt x="3" y="8"/>
                  </a:cubicBezTo>
                  <a:cubicBezTo>
                    <a:pt x="3" y="9"/>
                    <a:pt x="3" y="9"/>
                    <a:pt x="3" y="9"/>
                  </a:cubicBezTo>
                  <a:cubicBezTo>
                    <a:pt x="4" y="10"/>
                    <a:pt x="4" y="10"/>
                    <a:pt x="4" y="10"/>
                  </a:cubicBezTo>
                  <a:cubicBezTo>
                    <a:pt x="4" y="10"/>
                    <a:pt x="4" y="10"/>
                    <a:pt x="4" y="10"/>
                  </a:cubicBezTo>
                  <a:cubicBezTo>
                    <a:pt x="4" y="10"/>
                    <a:pt x="4" y="10"/>
                    <a:pt x="4" y="10"/>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5" y="11"/>
                  </a:cubicBezTo>
                  <a:cubicBezTo>
                    <a:pt x="15" y="1"/>
                    <a:pt x="15" y="1"/>
                    <a:pt x="15" y="1"/>
                  </a:cubicBezTo>
                  <a:cubicBezTo>
                    <a:pt x="14" y="1"/>
                    <a:pt x="14" y="1"/>
                    <a:pt x="14"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68" name="India">
              <a:extLst>
                <a:ext uri="{FF2B5EF4-FFF2-40B4-BE49-F238E27FC236}">
                  <a16:creationId xmlns:a16="http://schemas.microsoft.com/office/drawing/2014/main" id="{4EA454CF-5162-4374-14CE-F43641E40EE9}"/>
                </a:ext>
              </a:extLst>
            </p:cNvPr>
            <p:cNvSpPr>
              <a:spLocks noEditPoints="1"/>
            </p:cNvSpPr>
            <p:nvPr/>
          </p:nvSpPr>
          <p:spPr bwMode="auto">
            <a:xfrm>
              <a:off x="7988308" y="2661339"/>
              <a:ext cx="952719" cy="1120327"/>
            </a:xfrm>
            <a:custGeom>
              <a:avLst/>
              <a:gdLst/>
              <a:ahLst/>
              <a:cxnLst>
                <a:cxn ang="0">
                  <a:pos x="258" y="296"/>
                </a:cxn>
                <a:cxn ang="0">
                  <a:pos x="253" y="299"/>
                </a:cxn>
                <a:cxn ang="0">
                  <a:pos x="247" y="249"/>
                </a:cxn>
                <a:cxn ang="0">
                  <a:pos x="256" y="302"/>
                </a:cxn>
                <a:cxn ang="0">
                  <a:pos x="248" y="257"/>
                </a:cxn>
                <a:cxn ang="0">
                  <a:pos x="249" y="256"/>
                </a:cxn>
                <a:cxn ang="0">
                  <a:pos x="192" y="152"/>
                </a:cxn>
                <a:cxn ang="0">
                  <a:pos x="64" y="280"/>
                </a:cxn>
                <a:cxn ang="0">
                  <a:pos x="64" y="271"/>
                </a:cxn>
                <a:cxn ang="0">
                  <a:pos x="256" y="94"/>
                </a:cxn>
                <a:cxn ang="0">
                  <a:pos x="249" y="118"/>
                </a:cxn>
                <a:cxn ang="0">
                  <a:pos x="238" y="140"/>
                </a:cxn>
                <a:cxn ang="0">
                  <a:pos x="231" y="137"/>
                </a:cxn>
                <a:cxn ang="0">
                  <a:pos x="218" y="130"/>
                </a:cxn>
                <a:cxn ang="0">
                  <a:pos x="225" y="114"/>
                </a:cxn>
                <a:cxn ang="0">
                  <a:pos x="200" y="103"/>
                </a:cxn>
                <a:cxn ang="0">
                  <a:pos x="187" y="99"/>
                </a:cxn>
                <a:cxn ang="0">
                  <a:pos x="192" y="113"/>
                </a:cxn>
                <a:cxn ang="0">
                  <a:pos x="197" y="135"/>
                </a:cxn>
                <a:cxn ang="0">
                  <a:pos x="198" y="149"/>
                </a:cxn>
                <a:cxn ang="0">
                  <a:pos x="195" y="153"/>
                </a:cxn>
                <a:cxn ang="0">
                  <a:pos x="182" y="162"/>
                </a:cxn>
                <a:cxn ang="0">
                  <a:pos x="170" y="174"/>
                </a:cxn>
                <a:cxn ang="0">
                  <a:pos x="164" y="180"/>
                </a:cxn>
                <a:cxn ang="0">
                  <a:pos x="143" y="208"/>
                </a:cxn>
                <a:cxn ang="0">
                  <a:pos x="124" y="220"/>
                </a:cxn>
                <a:cxn ang="0">
                  <a:pos x="124" y="241"/>
                </a:cxn>
                <a:cxn ang="0">
                  <a:pos x="122" y="277"/>
                </a:cxn>
                <a:cxn ang="0">
                  <a:pos x="98" y="298"/>
                </a:cxn>
                <a:cxn ang="0">
                  <a:pos x="91" y="284"/>
                </a:cxn>
                <a:cxn ang="0">
                  <a:pos x="80" y="260"/>
                </a:cxn>
                <a:cxn ang="0">
                  <a:pos x="72" y="240"/>
                </a:cxn>
                <a:cxn ang="0">
                  <a:pos x="63" y="222"/>
                </a:cxn>
                <a:cxn ang="0">
                  <a:pos x="57" y="207"/>
                </a:cxn>
                <a:cxn ang="0">
                  <a:pos x="51" y="187"/>
                </a:cxn>
                <a:cxn ang="0">
                  <a:pos x="49" y="180"/>
                </a:cxn>
                <a:cxn ang="0">
                  <a:pos x="48" y="161"/>
                </a:cxn>
                <a:cxn ang="0">
                  <a:pos x="46" y="152"/>
                </a:cxn>
                <a:cxn ang="0">
                  <a:pos x="40" y="145"/>
                </a:cxn>
                <a:cxn ang="0">
                  <a:pos x="36" y="160"/>
                </a:cxn>
                <a:cxn ang="0">
                  <a:pos x="16" y="144"/>
                </a:cxn>
                <a:cxn ang="0">
                  <a:pos x="3" y="133"/>
                </a:cxn>
                <a:cxn ang="0">
                  <a:pos x="5" y="124"/>
                </a:cxn>
                <a:cxn ang="0">
                  <a:pos x="26" y="119"/>
                </a:cxn>
                <a:cxn ang="0">
                  <a:pos x="20" y="86"/>
                </a:cxn>
                <a:cxn ang="0">
                  <a:pos x="46" y="53"/>
                </a:cxn>
                <a:cxn ang="0">
                  <a:pos x="52" y="34"/>
                </a:cxn>
                <a:cxn ang="0">
                  <a:pos x="35" y="12"/>
                </a:cxn>
                <a:cxn ang="0">
                  <a:pos x="70" y="0"/>
                </a:cxn>
                <a:cxn ang="0">
                  <a:pos x="91" y="30"/>
                </a:cxn>
                <a:cxn ang="0">
                  <a:pos x="87" y="42"/>
                </a:cxn>
                <a:cxn ang="0">
                  <a:pos x="102" y="52"/>
                </a:cxn>
                <a:cxn ang="0">
                  <a:pos x="106" y="70"/>
                </a:cxn>
                <a:cxn ang="0">
                  <a:pos x="123" y="84"/>
                </a:cxn>
                <a:cxn ang="0">
                  <a:pos x="149" y="90"/>
                </a:cxn>
                <a:cxn ang="0">
                  <a:pos x="172" y="100"/>
                </a:cxn>
                <a:cxn ang="0">
                  <a:pos x="186" y="82"/>
                </a:cxn>
                <a:cxn ang="0">
                  <a:pos x="200" y="97"/>
                </a:cxn>
                <a:cxn ang="0">
                  <a:pos x="216" y="88"/>
                </a:cxn>
                <a:cxn ang="0">
                  <a:pos x="234" y="74"/>
                </a:cxn>
                <a:cxn ang="0">
                  <a:pos x="254" y="67"/>
                </a:cxn>
                <a:cxn ang="0">
                  <a:pos x="266" y="79"/>
                </a:cxn>
              </a:cxnLst>
              <a:rect l="0" t="0" r="r" b="b"/>
              <a:pathLst>
                <a:path w="269" h="316">
                  <a:moveTo>
                    <a:pt x="258" y="302"/>
                  </a:moveTo>
                  <a:cubicBezTo>
                    <a:pt x="258" y="303"/>
                    <a:pt x="258" y="303"/>
                    <a:pt x="258" y="303"/>
                  </a:cubicBezTo>
                  <a:cubicBezTo>
                    <a:pt x="257" y="303"/>
                    <a:pt x="258" y="302"/>
                    <a:pt x="258" y="302"/>
                  </a:cubicBezTo>
                  <a:close/>
                  <a:moveTo>
                    <a:pt x="260" y="310"/>
                  </a:moveTo>
                  <a:cubicBezTo>
                    <a:pt x="260" y="309"/>
                    <a:pt x="260" y="309"/>
                    <a:pt x="260" y="309"/>
                  </a:cubicBezTo>
                  <a:cubicBezTo>
                    <a:pt x="260" y="309"/>
                    <a:pt x="260" y="309"/>
                    <a:pt x="260" y="309"/>
                  </a:cubicBezTo>
                  <a:cubicBezTo>
                    <a:pt x="260" y="309"/>
                    <a:pt x="258" y="309"/>
                    <a:pt x="259" y="310"/>
                  </a:cubicBezTo>
                  <a:cubicBezTo>
                    <a:pt x="259" y="311"/>
                    <a:pt x="260" y="310"/>
                    <a:pt x="260" y="310"/>
                  </a:cubicBezTo>
                  <a:close/>
                  <a:moveTo>
                    <a:pt x="257" y="300"/>
                  </a:moveTo>
                  <a:cubicBezTo>
                    <a:pt x="257" y="301"/>
                    <a:pt x="257" y="301"/>
                    <a:pt x="257" y="301"/>
                  </a:cubicBezTo>
                  <a:cubicBezTo>
                    <a:pt x="257" y="302"/>
                    <a:pt x="258" y="301"/>
                    <a:pt x="258" y="302"/>
                  </a:cubicBezTo>
                  <a:cubicBezTo>
                    <a:pt x="257" y="302"/>
                    <a:pt x="257" y="302"/>
                    <a:pt x="257" y="302"/>
                  </a:cubicBezTo>
                  <a:cubicBezTo>
                    <a:pt x="258" y="303"/>
                    <a:pt x="258" y="300"/>
                    <a:pt x="258" y="300"/>
                  </a:cubicBezTo>
                  <a:cubicBezTo>
                    <a:pt x="258" y="300"/>
                    <a:pt x="257" y="300"/>
                    <a:pt x="257" y="300"/>
                  </a:cubicBezTo>
                  <a:close/>
                  <a:moveTo>
                    <a:pt x="249" y="240"/>
                  </a:moveTo>
                  <a:cubicBezTo>
                    <a:pt x="249" y="240"/>
                    <a:pt x="248" y="240"/>
                    <a:pt x="249" y="240"/>
                  </a:cubicBezTo>
                  <a:cubicBezTo>
                    <a:pt x="249" y="240"/>
                    <a:pt x="249" y="240"/>
                    <a:pt x="249" y="240"/>
                  </a:cubicBezTo>
                  <a:close/>
                  <a:moveTo>
                    <a:pt x="258" y="296"/>
                  </a:moveTo>
                  <a:cubicBezTo>
                    <a:pt x="258" y="297"/>
                    <a:pt x="258" y="297"/>
                    <a:pt x="258" y="298"/>
                  </a:cubicBezTo>
                  <a:cubicBezTo>
                    <a:pt x="259" y="297"/>
                    <a:pt x="259" y="297"/>
                    <a:pt x="258" y="296"/>
                  </a:cubicBezTo>
                  <a:cubicBezTo>
                    <a:pt x="258" y="296"/>
                    <a:pt x="258" y="296"/>
                    <a:pt x="258" y="296"/>
                  </a:cubicBezTo>
                  <a:close/>
                  <a:moveTo>
                    <a:pt x="261" y="243"/>
                  </a:moveTo>
                  <a:cubicBezTo>
                    <a:pt x="261" y="243"/>
                    <a:pt x="261" y="243"/>
                    <a:pt x="261" y="243"/>
                  </a:cubicBezTo>
                  <a:close/>
                  <a:moveTo>
                    <a:pt x="243" y="263"/>
                  </a:moveTo>
                  <a:cubicBezTo>
                    <a:pt x="243" y="263"/>
                    <a:pt x="243" y="264"/>
                    <a:pt x="243" y="264"/>
                  </a:cubicBezTo>
                  <a:cubicBezTo>
                    <a:pt x="244" y="264"/>
                    <a:pt x="243" y="263"/>
                    <a:pt x="243" y="263"/>
                  </a:cubicBezTo>
                  <a:cubicBezTo>
                    <a:pt x="243" y="263"/>
                    <a:pt x="243" y="263"/>
                    <a:pt x="243" y="263"/>
                  </a:cubicBezTo>
                  <a:close/>
                  <a:moveTo>
                    <a:pt x="247" y="248"/>
                  </a:moveTo>
                  <a:cubicBezTo>
                    <a:pt x="246" y="247"/>
                    <a:pt x="246" y="248"/>
                    <a:pt x="246" y="248"/>
                  </a:cubicBezTo>
                  <a:cubicBezTo>
                    <a:pt x="246" y="249"/>
                    <a:pt x="246" y="249"/>
                    <a:pt x="246" y="250"/>
                  </a:cubicBezTo>
                  <a:cubicBezTo>
                    <a:pt x="247" y="249"/>
                    <a:pt x="247" y="248"/>
                    <a:pt x="247" y="248"/>
                  </a:cubicBezTo>
                  <a:close/>
                  <a:moveTo>
                    <a:pt x="258" y="255"/>
                  </a:moveTo>
                  <a:cubicBezTo>
                    <a:pt x="258" y="255"/>
                    <a:pt x="258" y="255"/>
                    <a:pt x="258" y="255"/>
                  </a:cubicBezTo>
                  <a:close/>
                  <a:moveTo>
                    <a:pt x="251" y="257"/>
                  </a:moveTo>
                  <a:cubicBezTo>
                    <a:pt x="251" y="257"/>
                    <a:pt x="251" y="257"/>
                    <a:pt x="251" y="257"/>
                  </a:cubicBezTo>
                  <a:cubicBezTo>
                    <a:pt x="251" y="257"/>
                    <a:pt x="251" y="257"/>
                    <a:pt x="251" y="257"/>
                  </a:cubicBezTo>
                  <a:close/>
                  <a:moveTo>
                    <a:pt x="250" y="290"/>
                  </a:moveTo>
                  <a:cubicBezTo>
                    <a:pt x="250" y="290"/>
                    <a:pt x="250" y="289"/>
                    <a:pt x="250" y="289"/>
                  </a:cubicBezTo>
                  <a:cubicBezTo>
                    <a:pt x="250" y="288"/>
                    <a:pt x="249" y="290"/>
                    <a:pt x="250" y="290"/>
                  </a:cubicBezTo>
                  <a:close/>
                  <a:moveTo>
                    <a:pt x="253" y="299"/>
                  </a:moveTo>
                  <a:cubicBezTo>
                    <a:pt x="253" y="299"/>
                    <a:pt x="254" y="300"/>
                    <a:pt x="254" y="300"/>
                  </a:cubicBezTo>
                  <a:cubicBezTo>
                    <a:pt x="254" y="300"/>
                    <a:pt x="253" y="299"/>
                    <a:pt x="253" y="299"/>
                  </a:cubicBezTo>
                  <a:cubicBezTo>
                    <a:pt x="253" y="298"/>
                    <a:pt x="253" y="299"/>
                    <a:pt x="253" y="299"/>
                  </a:cubicBezTo>
                  <a:close/>
                  <a:moveTo>
                    <a:pt x="262" y="311"/>
                  </a:moveTo>
                  <a:cubicBezTo>
                    <a:pt x="261" y="310"/>
                    <a:pt x="259" y="312"/>
                    <a:pt x="259" y="313"/>
                  </a:cubicBezTo>
                  <a:cubicBezTo>
                    <a:pt x="260" y="313"/>
                    <a:pt x="260" y="313"/>
                    <a:pt x="260" y="313"/>
                  </a:cubicBezTo>
                  <a:cubicBezTo>
                    <a:pt x="260" y="314"/>
                    <a:pt x="261" y="314"/>
                    <a:pt x="261" y="314"/>
                  </a:cubicBezTo>
                  <a:cubicBezTo>
                    <a:pt x="261" y="315"/>
                    <a:pt x="261" y="316"/>
                    <a:pt x="261" y="316"/>
                  </a:cubicBezTo>
                  <a:cubicBezTo>
                    <a:pt x="262" y="316"/>
                    <a:pt x="262" y="315"/>
                    <a:pt x="262" y="315"/>
                  </a:cubicBezTo>
                  <a:cubicBezTo>
                    <a:pt x="262" y="314"/>
                    <a:pt x="262" y="313"/>
                    <a:pt x="262" y="313"/>
                  </a:cubicBezTo>
                  <a:cubicBezTo>
                    <a:pt x="262" y="312"/>
                    <a:pt x="262" y="312"/>
                    <a:pt x="262" y="311"/>
                  </a:cubicBezTo>
                  <a:close/>
                  <a:moveTo>
                    <a:pt x="246" y="271"/>
                  </a:moveTo>
                  <a:cubicBezTo>
                    <a:pt x="245" y="271"/>
                    <a:pt x="245" y="271"/>
                    <a:pt x="245" y="272"/>
                  </a:cubicBezTo>
                  <a:cubicBezTo>
                    <a:pt x="244" y="272"/>
                    <a:pt x="245" y="273"/>
                    <a:pt x="245" y="273"/>
                  </a:cubicBezTo>
                  <a:cubicBezTo>
                    <a:pt x="245" y="274"/>
                    <a:pt x="245" y="274"/>
                    <a:pt x="245" y="274"/>
                  </a:cubicBezTo>
                  <a:cubicBezTo>
                    <a:pt x="245" y="274"/>
                    <a:pt x="246" y="275"/>
                    <a:pt x="246" y="274"/>
                  </a:cubicBezTo>
                  <a:cubicBezTo>
                    <a:pt x="247" y="274"/>
                    <a:pt x="246" y="274"/>
                    <a:pt x="247" y="273"/>
                  </a:cubicBezTo>
                  <a:cubicBezTo>
                    <a:pt x="247" y="273"/>
                    <a:pt x="247" y="272"/>
                    <a:pt x="247" y="272"/>
                  </a:cubicBezTo>
                  <a:cubicBezTo>
                    <a:pt x="247" y="272"/>
                    <a:pt x="246" y="270"/>
                    <a:pt x="246" y="271"/>
                  </a:cubicBezTo>
                  <a:close/>
                  <a:moveTo>
                    <a:pt x="247" y="249"/>
                  </a:moveTo>
                  <a:cubicBezTo>
                    <a:pt x="248" y="248"/>
                    <a:pt x="248" y="249"/>
                    <a:pt x="248" y="248"/>
                  </a:cubicBezTo>
                  <a:cubicBezTo>
                    <a:pt x="248" y="247"/>
                    <a:pt x="248" y="248"/>
                    <a:pt x="249" y="248"/>
                  </a:cubicBezTo>
                  <a:cubicBezTo>
                    <a:pt x="249" y="248"/>
                    <a:pt x="248" y="247"/>
                    <a:pt x="249" y="247"/>
                  </a:cubicBezTo>
                  <a:cubicBezTo>
                    <a:pt x="249" y="247"/>
                    <a:pt x="249" y="247"/>
                    <a:pt x="250" y="247"/>
                  </a:cubicBezTo>
                  <a:cubicBezTo>
                    <a:pt x="250" y="246"/>
                    <a:pt x="249" y="246"/>
                    <a:pt x="249" y="245"/>
                  </a:cubicBezTo>
                  <a:cubicBezTo>
                    <a:pt x="250" y="244"/>
                    <a:pt x="250" y="245"/>
                    <a:pt x="249" y="244"/>
                  </a:cubicBezTo>
                  <a:cubicBezTo>
                    <a:pt x="249" y="244"/>
                    <a:pt x="248" y="244"/>
                    <a:pt x="249" y="244"/>
                  </a:cubicBezTo>
                  <a:cubicBezTo>
                    <a:pt x="249" y="244"/>
                    <a:pt x="249" y="244"/>
                    <a:pt x="249" y="243"/>
                  </a:cubicBezTo>
                  <a:cubicBezTo>
                    <a:pt x="250" y="243"/>
                    <a:pt x="249" y="243"/>
                    <a:pt x="249" y="243"/>
                  </a:cubicBezTo>
                  <a:cubicBezTo>
                    <a:pt x="249" y="242"/>
                    <a:pt x="249" y="241"/>
                    <a:pt x="249" y="241"/>
                  </a:cubicBezTo>
                  <a:cubicBezTo>
                    <a:pt x="249" y="242"/>
                    <a:pt x="248" y="241"/>
                    <a:pt x="248" y="241"/>
                  </a:cubicBezTo>
                  <a:cubicBezTo>
                    <a:pt x="248" y="242"/>
                    <a:pt x="248" y="242"/>
                    <a:pt x="248" y="242"/>
                  </a:cubicBezTo>
                  <a:cubicBezTo>
                    <a:pt x="248" y="242"/>
                    <a:pt x="248" y="243"/>
                    <a:pt x="248" y="243"/>
                  </a:cubicBezTo>
                  <a:cubicBezTo>
                    <a:pt x="247" y="243"/>
                    <a:pt x="247" y="244"/>
                    <a:pt x="247" y="244"/>
                  </a:cubicBezTo>
                  <a:cubicBezTo>
                    <a:pt x="247" y="245"/>
                    <a:pt x="248" y="245"/>
                    <a:pt x="247" y="246"/>
                  </a:cubicBezTo>
                  <a:cubicBezTo>
                    <a:pt x="247" y="247"/>
                    <a:pt x="247" y="248"/>
                    <a:pt x="247" y="249"/>
                  </a:cubicBezTo>
                  <a:close/>
                  <a:moveTo>
                    <a:pt x="256" y="303"/>
                  </a:moveTo>
                  <a:cubicBezTo>
                    <a:pt x="256" y="303"/>
                    <a:pt x="256" y="303"/>
                    <a:pt x="256" y="303"/>
                  </a:cubicBezTo>
                  <a:cubicBezTo>
                    <a:pt x="256" y="304"/>
                    <a:pt x="257" y="304"/>
                    <a:pt x="257" y="304"/>
                  </a:cubicBezTo>
                  <a:cubicBezTo>
                    <a:pt x="258" y="303"/>
                    <a:pt x="257" y="303"/>
                    <a:pt x="256" y="302"/>
                  </a:cubicBezTo>
                  <a:cubicBezTo>
                    <a:pt x="256" y="302"/>
                    <a:pt x="256" y="303"/>
                    <a:pt x="256" y="303"/>
                  </a:cubicBezTo>
                  <a:close/>
                  <a:moveTo>
                    <a:pt x="247" y="264"/>
                  </a:moveTo>
                  <a:cubicBezTo>
                    <a:pt x="247" y="264"/>
                    <a:pt x="247" y="265"/>
                    <a:pt x="247" y="265"/>
                  </a:cubicBezTo>
                  <a:cubicBezTo>
                    <a:pt x="248" y="265"/>
                    <a:pt x="248" y="264"/>
                    <a:pt x="247" y="264"/>
                  </a:cubicBezTo>
                  <a:close/>
                  <a:moveTo>
                    <a:pt x="250" y="258"/>
                  </a:moveTo>
                  <a:cubicBezTo>
                    <a:pt x="249" y="259"/>
                    <a:pt x="250" y="259"/>
                    <a:pt x="250" y="259"/>
                  </a:cubicBezTo>
                  <a:cubicBezTo>
                    <a:pt x="250" y="259"/>
                    <a:pt x="251" y="260"/>
                    <a:pt x="251" y="259"/>
                  </a:cubicBezTo>
                  <a:cubicBezTo>
                    <a:pt x="251" y="259"/>
                    <a:pt x="250" y="259"/>
                    <a:pt x="250" y="258"/>
                  </a:cubicBezTo>
                  <a:cubicBezTo>
                    <a:pt x="250" y="258"/>
                    <a:pt x="250" y="258"/>
                    <a:pt x="250" y="258"/>
                  </a:cubicBezTo>
                  <a:close/>
                  <a:moveTo>
                    <a:pt x="249" y="251"/>
                  </a:moveTo>
                  <a:cubicBezTo>
                    <a:pt x="249" y="250"/>
                    <a:pt x="249" y="248"/>
                    <a:pt x="248" y="249"/>
                  </a:cubicBezTo>
                  <a:cubicBezTo>
                    <a:pt x="248" y="249"/>
                    <a:pt x="247" y="248"/>
                    <a:pt x="247" y="249"/>
                  </a:cubicBezTo>
                  <a:cubicBezTo>
                    <a:pt x="248" y="249"/>
                    <a:pt x="247" y="249"/>
                    <a:pt x="247" y="250"/>
                  </a:cubicBezTo>
                  <a:cubicBezTo>
                    <a:pt x="247" y="250"/>
                    <a:pt x="247" y="251"/>
                    <a:pt x="247" y="251"/>
                  </a:cubicBezTo>
                  <a:cubicBezTo>
                    <a:pt x="247" y="252"/>
                    <a:pt x="247" y="252"/>
                    <a:pt x="247" y="253"/>
                  </a:cubicBezTo>
                  <a:cubicBezTo>
                    <a:pt x="247" y="254"/>
                    <a:pt x="247" y="255"/>
                    <a:pt x="248" y="255"/>
                  </a:cubicBezTo>
                  <a:cubicBezTo>
                    <a:pt x="248" y="255"/>
                    <a:pt x="248" y="255"/>
                    <a:pt x="248" y="255"/>
                  </a:cubicBezTo>
                  <a:cubicBezTo>
                    <a:pt x="248" y="255"/>
                    <a:pt x="248" y="255"/>
                    <a:pt x="247" y="255"/>
                  </a:cubicBezTo>
                  <a:cubicBezTo>
                    <a:pt x="248" y="256"/>
                    <a:pt x="248" y="256"/>
                    <a:pt x="248" y="256"/>
                  </a:cubicBezTo>
                  <a:cubicBezTo>
                    <a:pt x="248" y="257"/>
                    <a:pt x="248" y="257"/>
                    <a:pt x="248" y="257"/>
                  </a:cubicBezTo>
                  <a:cubicBezTo>
                    <a:pt x="248" y="257"/>
                    <a:pt x="248" y="257"/>
                    <a:pt x="247" y="256"/>
                  </a:cubicBezTo>
                  <a:cubicBezTo>
                    <a:pt x="247" y="256"/>
                    <a:pt x="247" y="256"/>
                    <a:pt x="247" y="256"/>
                  </a:cubicBezTo>
                  <a:cubicBezTo>
                    <a:pt x="247" y="256"/>
                    <a:pt x="247" y="256"/>
                    <a:pt x="246" y="257"/>
                  </a:cubicBezTo>
                  <a:cubicBezTo>
                    <a:pt x="246" y="257"/>
                    <a:pt x="246" y="258"/>
                    <a:pt x="246" y="258"/>
                  </a:cubicBezTo>
                  <a:cubicBezTo>
                    <a:pt x="246" y="258"/>
                    <a:pt x="247" y="259"/>
                    <a:pt x="246" y="260"/>
                  </a:cubicBezTo>
                  <a:cubicBezTo>
                    <a:pt x="246" y="260"/>
                    <a:pt x="246" y="259"/>
                    <a:pt x="246" y="259"/>
                  </a:cubicBezTo>
                  <a:cubicBezTo>
                    <a:pt x="245" y="260"/>
                    <a:pt x="246" y="260"/>
                    <a:pt x="246" y="261"/>
                  </a:cubicBezTo>
                  <a:cubicBezTo>
                    <a:pt x="246" y="261"/>
                    <a:pt x="246" y="262"/>
                    <a:pt x="246" y="262"/>
                  </a:cubicBezTo>
                  <a:cubicBezTo>
                    <a:pt x="246" y="261"/>
                    <a:pt x="246" y="262"/>
                    <a:pt x="246" y="262"/>
                  </a:cubicBezTo>
                  <a:cubicBezTo>
                    <a:pt x="247" y="262"/>
                    <a:pt x="247" y="262"/>
                    <a:pt x="247" y="262"/>
                  </a:cubicBezTo>
                  <a:cubicBezTo>
                    <a:pt x="247" y="263"/>
                    <a:pt x="248" y="265"/>
                    <a:pt x="248" y="263"/>
                  </a:cubicBezTo>
                  <a:cubicBezTo>
                    <a:pt x="248" y="261"/>
                    <a:pt x="247" y="263"/>
                    <a:pt x="247" y="263"/>
                  </a:cubicBezTo>
                  <a:cubicBezTo>
                    <a:pt x="247" y="262"/>
                    <a:pt x="248" y="262"/>
                    <a:pt x="248" y="262"/>
                  </a:cubicBezTo>
                  <a:cubicBezTo>
                    <a:pt x="248" y="261"/>
                    <a:pt x="248" y="261"/>
                    <a:pt x="248" y="260"/>
                  </a:cubicBezTo>
                  <a:cubicBezTo>
                    <a:pt x="248" y="260"/>
                    <a:pt x="248" y="258"/>
                    <a:pt x="248" y="260"/>
                  </a:cubicBezTo>
                  <a:cubicBezTo>
                    <a:pt x="247" y="259"/>
                    <a:pt x="247" y="259"/>
                    <a:pt x="248" y="258"/>
                  </a:cubicBezTo>
                  <a:cubicBezTo>
                    <a:pt x="248" y="258"/>
                    <a:pt x="248" y="258"/>
                    <a:pt x="248" y="258"/>
                  </a:cubicBezTo>
                  <a:cubicBezTo>
                    <a:pt x="248" y="258"/>
                    <a:pt x="248" y="257"/>
                    <a:pt x="248" y="257"/>
                  </a:cubicBezTo>
                  <a:cubicBezTo>
                    <a:pt x="248" y="257"/>
                    <a:pt x="248" y="258"/>
                    <a:pt x="248" y="258"/>
                  </a:cubicBezTo>
                  <a:cubicBezTo>
                    <a:pt x="248" y="257"/>
                    <a:pt x="249" y="256"/>
                    <a:pt x="249" y="256"/>
                  </a:cubicBezTo>
                  <a:cubicBezTo>
                    <a:pt x="249" y="255"/>
                    <a:pt x="249" y="255"/>
                    <a:pt x="248" y="255"/>
                  </a:cubicBezTo>
                  <a:cubicBezTo>
                    <a:pt x="249" y="255"/>
                    <a:pt x="249" y="255"/>
                    <a:pt x="248" y="254"/>
                  </a:cubicBezTo>
                  <a:cubicBezTo>
                    <a:pt x="248" y="254"/>
                    <a:pt x="249" y="253"/>
                    <a:pt x="249" y="254"/>
                  </a:cubicBezTo>
                  <a:cubicBezTo>
                    <a:pt x="250" y="253"/>
                    <a:pt x="249" y="252"/>
                    <a:pt x="249" y="251"/>
                  </a:cubicBezTo>
                  <a:close/>
                  <a:moveTo>
                    <a:pt x="49" y="182"/>
                  </a:moveTo>
                  <a:cubicBezTo>
                    <a:pt x="49" y="182"/>
                    <a:pt x="49" y="182"/>
                    <a:pt x="49" y="182"/>
                  </a:cubicBezTo>
                  <a:cubicBezTo>
                    <a:pt x="49" y="182"/>
                    <a:pt x="49" y="182"/>
                    <a:pt x="49" y="182"/>
                  </a:cubicBezTo>
                  <a:close/>
                  <a:moveTo>
                    <a:pt x="127" y="243"/>
                  </a:moveTo>
                  <a:cubicBezTo>
                    <a:pt x="127" y="243"/>
                    <a:pt x="127" y="243"/>
                    <a:pt x="127" y="243"/>
                  </a:cubicBezTo>
                  <a:cubicBezTo>
                    <a:pt x="127" y="243"/>
                    <a:pt x="127" y="243"/>
                    <a:pt x="127" y="243"/>
                  </a:cubicBezTo>
                  <a:cubicBezTo>
                    <a:pt x="127" y="243"/>
                    <a:pt x="127" y="243"/>
                    <a:pt x="127" y="243"/>
                  </a:cubicBezTo>
                  <a:close/>
                  <a:moveTo>
                    <a:pt x="72" y="243"/>
                  </a:moveTo>
                  <a:cubicBezTo>
                    <a:pt x="72" y="243"/>
                    <a:pt x="72" y="243"/>
                    <a:pt x="72" y="242"/>
                  </a:cubicBezTo>
                  <a:cubicBezTo>
                    <a:pt x="72" y="243"/>
                    <a:pt x="72" y="243"/>
                    <a:pt x="72" y="243"/>
                  </a:cubicBezTo>
                  <a:close/>
                  <a:moveTo>
                    <a:pt x="252" y="236"/>
                  </a:moveTo>
                  <a:cubicBezTo>
                    <a:pt x="252" y="236"/>
                    <a:pt x="252" y="235"/>
                    <a:pt x="252" y="235"/>
                  </a:cubicBezTo>
                  <a:cubicBezTo>
                    <a:pt x="252" y="235"/>
                    <a:pt x="252" y="236"/>
                    <a:pt x="252" y="236"/>
                  </a:cubicBezTo>
                  <a:close/>
                  <a:moveTo>
                    <a:pt x="192" y="150"/>
                  </a:moveTo>
                  <a:cubicBezTo>
                    <a:pt x="192" y="150"/>
                    <a:pt x="191" y="152"/>
                    <a:pt x="191" y="152"/>
                  </a:cubicBezTo>
                  <a:cubicBezTo>
                    <a:pt x="192" y="153"/>
                    <a:pt x="192" y="153"/>
                    <a:pt x="192" y="152"/>
                  </a:cubicBezTo>
                  <a:cubicBezTo>
                    <a:pt x="192" y="151"/>
                    <a:pt x="193" y="151"/>
                    <a:pt x="192" y="150"/>
                  </a:cubicBezTo>
                  <a:close/>
                  <a:moveTo>
                    <a:pt x="199" y="153"/>
                  </a:moveTo>
                  <a:cubicBezTo>
                    <a:pt x="199" y="152"/>
                    <a:pt x="199" y="153"/>
                    <a:pt x="199" y="154"/>
                  </a:cubicBezTo>
                  <a:cubicBezTo>
                    <a:pt x="200" y="154"/>
                    <a:pt x="200" y="153"/>
                    <a:pt x="199" y="153"/>
                  </a:cubicBezTo>
                  <a:close/>
                  <a:moveTo>
                    <a:pt x="192" y="149"/>
                  </a:moveTo>
                  <a:cubicBezTo>
                    <a:pt x="191" y="149"/>
                    <a:pt x="191" y="150"/>
                    <a:pt x="192" y="150"/>
                  </a:cubicBezTo>
                  <a:cubicBezTo>
                    <a:pt x="192" y="150"/>
                    <a:pt x="192" y="149"/>
                    <a:pt x="192" y="149"/>
                  </a:cubicBezTo>
                  <a:close/>
                  <a:moveTo>
                    <a:pt x="254" y="227"/>
                  </a:moveTo>
                  <a:cubicBezTo>
                    <a:pt x="254" y="227"/>
                    <a:pt x="254" y="227"/>
                    <a:pt x="254" y="226"/>
                  </a:cubicBezTo>
                  <a:cubicBezTo>
                    <a:pt x="254" y="226"/>
                    <a:pt x="254" y="227"/>
                    <a:pt x="254" y="227"/>
                  </a:cubicBezTo>
                  <a:close/>
                  <a:moveTo>
                    <a:pt x="55" y="268"/>
                  </a:moveTo>
                  <a:cubicBezTo>
                    <a:pt x="55" y="268"/>
                    <a:pt x="55" y="268"/>
                    <a:pt x="55" y="268"/>
                  </a:cubicBezTo>
                  <a:cubicBezTo>
                    <a:pt x="55" y="268"/>
                    <a:pt x="55" y="268"/>
                    <a:pt x="55" y="268"/>
                  </a:cubicBezTo>
                  <a:close/>
                  <a:moveTo>
                    <a:pt x="51" y="270"/>
                  </a:moveTo>
                  <a:cubicBezTo>
                    <a:pt x="51" y="270"/>
                    <a:pt x="51" y="270"/>
                    <a:pt x="51" y="270"/>
                  </a:cubicBezTo>
                  <a:cubicBezTo>
                    <a:pt x="51" y="270"/>
                    <a:pt x="51" y="270"/>
                    <a:pt x="51" y="270"/>
                  </a:cubicBezTo>
                  <a:close/>
                  <a:moveTo>
                    <a:pt x="54" y="262"/>
                  </a:moveTo>
                  <a:cubicBezTo>
                    <a:pt x="54" y="262"/>
                    <a:pt x="55" y="262"/>
                    <a:pt x="55" y="262"/>
                  </a:cubicBezTo>
                  <a:cubicBezTo>
                    <a:pt x="55" y="262"/>
                    <a:pt x="54" y="262"/>
                    <a:pt x="54" y="262"/>
                  </a:cubicBezTo>
                  <a:close/>
                  <a:moveTo>
                    <a:pt x="64" y="280"/>
                  </a:moveTo>
                  <a:cubicBezTo>
                    <a:pt x="64" y="280"/>
                    <a:pt x="64" y="280"/>
                    <a:pt x="64" y="280"/>
                  </a:cubicBezTo>
                  <a:cubicBezTo>
                    <a:pt x="64" y="280"/>
                    <a:pt x="64" y="280"/>
                    <a:pt x="64" y="279"/>
                  </a:cubicBezTo>
                  <a:cubicBezTo>
                    <a:pt x="64" y="279"/>
                    <a:pt x="64" y="279"/>
                    <a:pt x="64" y="280"/>
                  </a:cubicBezTo>
                  <a:close/>
                  <a:moveTo>
                    <a:pt x="54" y="262"/>
                  </a:moveTo>
                  <a:cubicBezTo>
                    <a:pt x="54" y="262"/>
                    <a:pt x="54" y="262"/>
                    <a:pt x="54" y="262"/>
                  </a:cubicBezTo>
                  <a:cubicBezTo>
                    <a:pt x="54" y="262"/>
                    <a:pt x="54" y="262"/>
                    <a:pt x="54" y="261"/>
                  </a:cubicBezTo>
                  <a:cubicBezTo>
                    <a:pt x="54" y="261"/>
                    <a:pt x="54" y="261"/>
                    <a:pt x="54" y="262"/>
                  </a:cubicBezTo>
                  <a:close/>
                  <a:moveTo>
                    <a:pt x="50" y="271"/>
                  </a:moveTo>
                  <a:cubicBezTo>
                    <a:pt x="50" y="271"/>
                    <a:pt x="50" y="271"/>
                    <a:pt x="50" y="271"/>
                  </a:cubicBezTo>
                  <a:cubicBezTo>
                    <a:pt x="50" y="271"/>
                    <a:pt x="50" y="271"/>
                    <a:pt x="50" y="271"/>
                  </a:cubicBezTo>
                  <a:close/>
                  <a:moveTo>
                    <a:pt x="55" y="274"/>
                  </a:moveTo>
                  <a:cubicBezTo>
                    <a:pt x="55" y="274"/>
                    <a:pt x="54" y="274"/>
                    <a:pt x="54" y="274"/>
                  </a:cubicBezTo>
                  <a:cubicBezTo>
                    <a:pt x="54" y="274"/>
                    <a:pt x="54" y="274"/>
                    <a:pt x="55" y="274"/>
                  </a:cubicBezTo>
                  <a:close/>
                  <a:moveTo>
                    <a:pt x="59" y="299"/>
                  </a:moveTo>
                  <a:cubicBezTo>
                    <a:pt x="59" y="300"/>
                    <a:pt x="60" y="299"/>
                    <a:pt x="60" y="299"/>
                  </a:cubicBezTo>
                  <a:cubicBezTo>
                    <a:pt x="60" y="299"/>
                    <a:pt x="60" y="300"/>
                    <a:pt x="59" y="299"/>
                  </a:cubicBezTo>
                  <a:close/>
                  <a:moveTo>
                    <a:pt x="56" y="267"/>
                  </a:moveTo>
                  <a:cubicBezTo>
                    <a:pt x="55" y="267"/>
                    <a:pt x="55" y="267"/>
                    <a:pt x="55" y="267"/>
                  </a:cubicBezTo>
                  <a:cubicBezTo>
                    <a:pt x="55" y="267"/>
                    <a:pt x="56" y="267"/>
                    <a:pt x="56" y="267"/>
                  </a:cubicBezTo>
                  <a:close/>
                  <a:moveTo>
                    <a:pt x="64" y="271"/>
                  </a:moveTo>
                  <a:cubicBezTo>
                    <a:pt x="64" y="271"/>
                    <a:pt x="64" y="271"/>
                    <a:pt x="64" y="271"/>
                  </a:cubicBezTo>
                  <a:cubicBezTo>
                    <a:pt x="64" y="271"/>
                    <a:pt x="64" y="271"/>
                    <a:pt x="64" y="271"/>
                  </a:cubicBezTo>
                  <a:close/>
                  <a:moveTo>
                    <a:pt x="269" y="84"/>
                  </a:moveTo>
                  <a:cubicBezTo>
                    <a:pt x="268" y="84"/>
                    <a:pt x="268" y="83"/>
                    <a:pt x="268" y="84"/>
                  </a:cubicBezTo>
                  <a:cubicBezTo>
                    <a:pt x="267" y="84"/>
                    <a:pt x="267" y="85"/>
                    <a:pt x="266" y="85"/>
                  </a:cubicBezTo>
                  <a:cubicBezTo>
                    <a:pt x="266" y="85"/>
                    <a:pt x="266" y="85"/>
                    <a:pt x="266" y="85"/>
                  </a:cubicBezTo>
                  <a:cubicBezTo>
                    <a:pt x="266" y="86"/>
                    <a:pt x="266" y="86"/>
                    <a:pt x="266" y="86"/>
                  </a:cubicBezTo>
                  <a:cubicBezTo>
                    <a:pt x="265" y="87"/>
                    <a:pt x="265" y="87"/>
                    <a:pt x="265" y="87"/>
                  </a:cubicBezTo>
                  <a:cubicBezTo>
                    <a:pt x="265" y="88"/>
                    <a:pt x="265" y="89"/>
                    <a:pt x="266" y="89"/>
                  </a:cubicBezTo>
                  <a:cubicBezTo>
                    <a:pt x="266" y="90"/>
                    <a:pt x="267" y="90"/>
                    <a:pt x="267" y="91"/>
                  </a:cubicBezTo>
                  <a:cubicBezTo>
                    <a:pt x="268" y="91"/>
                    <a:pt x="269" y="93"/>
                    <a:pt x="268" y="92"/>
                  </a:cubicBezTo>
                  <a:cubicBezTo>
                    <a:pt x="267" y="92"/>
                    <a:pt x="267" y="92"/>
                    <a:pt x="266" y="92"/>
                  </a:cubicBezTo>
                  <a:cubicBezTo>
                    <a:pt x="266" y="92"/>
                    <a:pt x="266" y="91"/>
                    <a:pt x="266" y="91"/>
                  </a:cubicBezTo>
                  <a:cubicBezTo>
                    <a:pt x="265" y="90"/>
                    <a:pt x="265" y="90"/>
                    <a:pt x="264" y="90"/>
                  </a:cubicBezTo>
                  <a:cubicBezTo>
                    <a:pt x="264" y="89"/>
                    <a:pt x="264" y="90"/>
                    <a:pt x="263" y="90"/>
                  </a:cubicBezTo>
                  <a:cubicBezTo>
                    <a:pt x="263" y="89"/>
                    <a:pt x="262" y="90"/>
                    <a:pt x="262" y="90"/>
                  </a:cubicBezTo>
                  <a:cubicBezTo>
                    <a:pt x="261" y="90"/>
                    <a:pt x="260" y="90"/>
                    <a:pt x="259" y="91"/>
                  </a:cubicBezTo>
                  <a:cubicBezTo>
                    <a:pt x="258" y="91"/>
                    <a:pt x="258" y="91"/>
                    <a:pt x="258" y="92"/>
                  </a:cubicBezTo>
                  <a:cubicBezTo>
                    <a:pt x="257" y="93"/>
                    <a:pt x="257" y="93"/>
                    <a:pt x="257" y="93"/>
                  </a:cubicBezTo>
                  <a:cubicBezTo>
                    <a:pt x="256" y="94"/>
                    <a:pt x="256" y="93"/>
                    <a:pt x="256" y="94"/>
                  </a:cubicBezTo>
                  <a:cubicBezTo>
                    <a:pt x="256" y="94"/>
                    <a:pt x="256" y="94"/>
                    <a:pt x="256" y="94"/>
                  </a:cubicBezTo>
                  <a:cubicBezTo>
                    <a:pt x="255" y="95"/>
                    <a:pt x="255" y="95"/>
                    <a:pt x="255" y="95"/>
                  </a:cubicBezTo>
                  <a:cubicBezTo>
                    <a:pt x="255" y="95"/>
                    <a:pt x="255" y="95"/>
                    <a:pt x="255" y="95"/>
                  </a:cubicBezTo>
                  <a:cubicBezTo>
                    <a:pt x="254" y="96"/>
                    <a:pt x="254" y="96"/>
                    <a:pt x="253" y="96"/>
                  </a:cubicBezTo>
                  <a:cubicBezTo>
                    <a:pt x="253" y="97"/>
                    <a:pt x="253" y="97"/>
                    <a:pt x="252" y="97"/>
                  </a:cubicBezTo>
                  <a:cubicBezTo>
                    <a:pt x="252" y="97"/>
                    <a:pt x="252" y="97"/>
                    <a:pt x="251" y="97"/>
                  </a:cubicBezTo>
                  <a:cubicBezTo>
                    <a:pt x="251" y="97"/>
                    <a:pt x="251" y="97"/>
                    <a:pt x="251" y="97"/>
                  </a:cubicBezTo>
                  <a:cubicBezTo>
                    <a:pt x="251" y="98"/>
                    <a:pt x="251" y="98"/>
                    <a:pt x="251" y="98"/>
                  </a:cubicBezTo>
                  <a:cubicBezTo>
                    <a:pt x="250" y="99"/>
                    <a:pt x="250" y="99"/>
                    <a:pt x="251" y="100"/>
                  </a:cubicBezTo>
                  <a:cubicBezTo>
                    <a:pt x="251" y="100"/>
                    <a:pt x="250" y="101"/>
                    <a:pt x="251" y="101"/>
                  </a:cubicBezTo>
                  <a:cubicBezTo>
                    <a:pt x="251" y="101"/>
                    <a:pt x="251" y="102"/>
                    <a:pt x="251" y="102"/>
                  </a:cubicBezTo>
                  <a:cubicBezTo>
                    <a:pt x="251" y="102"/>
                    <a:pt x="251" y="103"/>
                    <a:pt x="252" y="103"/>
                  </a:cubicBezTo>
                  <a:cubicBezTo>
                    <a:pt x="252" y="104"/>
                    <a:pt x="252" y="105"/>
                    <a:pt x="251" y="105"/>
                  </a:cubicBezTo>
                  <a:cubicBezTo>
                    <a:pt x="250" y="105"/>
                    <a:pt x="251" y="106"/>
                    <a:pt x="251" y="107"/>
                  </a:cubicBezTo>
                  <a:cubicBezTo>
                    <a:pt x="251" y="107"/>
                    <a:pt x="251" y="108"/>
                    <a:pt x="250" y="109"/>
                  </a:cubicBezTo>
                  <a:cubicBezTo>
                    <a:pt x="250" y="110"/>
                    <a:pt x="249" y="110"/>
                    <a:pt x="249" y="110"/>
                  </a:cubicBezTo>
                  <a:cubicBezTo>
                    <a:pt x="248" y="111"/>
                    <a:pt x="248" y="112"/>
                    <a:pt x="248" y="112"/>
                  </a:cubicBezTo>
                  <a:cubicBezTo>
                    <a:pt x="248" y="114"/>
                    <a:pt x="250" y="114"/>
                    <a:pt x="250" y="115"/>
                  </a:cubicBezTo>
                  <a:cubicBezTo>
                    <a:pt x="250" y="115"/>
                    <a:pt x="250" y="116"/>
                    <a:pt x="249" y="117"/>
                  </a:cubicBezTo>
                  <a:cubicBezTo>
                    <a:pt x="249" y="117"/>
                    <a:pt x="249" y="118"/>
                    <a:pt x="249" y="118"/>
                  </a:cubicBezTo>
                  <a:cubicBezTo>
                    <a:pt x="249" y="119"/>
                    <a:pt x="248" y="119"/>
                    <a:pt x="248" y="119"/>
                  </a:cubicBezTo>
                  <a:cubicBezTo>
                    <a:pt x="249" y="120"/>
                    <a:pt x="248" y="120"/>
                    <a:pt x="248" y="121"/>
                  </a:cubicBezTo>
                  <a:cubicBezTo>
                    <a:pt x="248" y="121"/>
                    <a:pt x="248" y="121"/>
                    <a:pt x="248" y="122"/>
                  </a:cubicBezTo>
                  <a:cubicBezTo>
                    <a:pt x="247" y="122"/>
                    <a:pt x="247" y="122"/>
                    <a:pt x="247" y="123"/>
                  </a:cubicBezTo>
                  <a:cubicBezTo>
                    <a:pt x="247" y="124"/>
                    <a:pt x="247" y="125"/>
                    <a:pt x="247" y="126"/>
                  </a:cubicBezTo>
                  <a:cubicBezTo>
                    <a:pt x="247" y="126"/>
                    <a:pt x="247" y="127"/>
                    <a:pt x="246" y="127"/>
                  </a:cubicBezTo>
                  <a:cubicBezTo>
                    <a:pt x="246" y="127"/>
                    <a:pt x="246" y="128"/>
                    <a:pt x="246" y="128"/>
                  </a:cubicBezTo>
                  <a:cubicBezTo>
                    <a:pt x="246" y="128"/>
                    <a:pt x="245" y="127"/>
                    <a:pt x="244" y="127"/>
                  </a:cubicBezTo>
                  <a:cubicBezTo>
                    <a:pt x="244" y="127"/>
                    <a:pt x="243" y="127"/>
                    <a:pt x="243" y="127"/>
                  </a:cubicBezTo>
                  <a:cubicBezTo>
                    <a:pt x="243" y="127"/>
                    <a:pt x="242" y="127"/>
                    <a:pt x="242" y="127"/>
                  </a:cubicBezTo>
                  <a:cubicBezTo>
                    <a:pt x="241" y="126"/>
                    <a:pt x="241" y="127"/>
                    <a:pt x="240" y="127"/>
                  </a:cubicBezTo>
                  <a:cubicBezTo>
                    <a:pt x="239" y="126"/>
                    <a:pt x="239" y="125"/>
                    <a:pt x="238" y="126"/>
                  </a:cubicBezTo>
                  <a:cubicBezTo>
                    <a:pt x="238" y="126"/>
                    <a:pt x="238" y="127"/>
                    <a:pt x="238" y="127"/>
                  </a:cubicBezTo>
                  <a:cubicBezTo>
                    <a:pt x="239" y="128"/>
                    <a:pt x="239" y="128"/>
                    <a:pt x="239" y="129"/>
                  </a:cubicBezTo>
                  <a:cubicBezTo>
                    <a:pt x="240" y="130"/>
                    <a:pt x="240" y="131"/>
                    <a:pt x="240" y="133"/>
                  </a:cubicBezTo>
                  <a:cubicBezTo>
                    <a:pt x="240" y="133"/>
                    <a:pt x="240" y="134"/>
                    <a:pt x="240" y="135"/>
                  </a:cubicBezTo>
                  <a:cubicBezTo>
                    <a:pt x="240" y="135"/>
                    <a:pt x="240" y="136"/>
                    <a:pt x="240" y="137"/>
                  </a:cubicBezTo>
                  <a:cubicBezTo>
                    <a:pt x="240" y="137"/>
                    <a:pt x="239" y="138"/>
                    <a:pt x="239" y="137"/>
                  </a:cubicBezTo>
                  <a:cubicBezTo>
                    <a:pt x="238" y="136"/>
                    <a:pt x="238" y="137"/>
                    <a:pt x="238" y="138"/>
                  </a:cubicBezTo>
                  <a:cubicBezTo>
                    <a:pt x="238" y="139"/>
                    <a:pt x="238" y="139"/>
                    <a:pt x="238" y="140"/>
                  </a:cubicBezTo>
                  <a:cubicBezTo>
                    <a:pt x="238" y="141"/>
                    <a:pt x="238" y="142"/>
                    <a:pt x="238" y="142"/>
                  </a:cubicBezTo>
                  <a:cubicBezTo>
                    <a:pt x="239" y="143"/>
                    <a:pt x="239" y="144"/>
                    <a:pt x="239" y="145"/>
                  </a:cubicBezTo>
                  <a:cubicBezTo>
                    <a:pt x="240" y="145"/>
                    <a:pt x="240" y="146"/>
                    <a:pt x="239" y="146"/>
                  </a:cubicBezTo>
                  <a:cubicBezTo>
                    <a:pt x="239" y="146"/>
                    <a:pt x="239" y="146"/>
                    <a:pt x="239" y="146"/>
                  </a:cubicBezTo>
                  <a:cubicBezTo>
                    <a:pt x="239" y="147"/>
                    <a:pt x="239" y="146"/>
                    <a:pt x="238" y="146"/>
                  </a:cubicBezTo>
                  <a:cubicBezTo>
                    <a:pt x="238" y="147"/>
                    <a:pt x="238" y="147"/>
                    <a:pt x="238" y="147"/>
                  </a:cubicBezTo>
                  <a:cubicBezTo>
                    <a:pt x="238" y="147"/>
                    <a:pt x="238" y="147"/>
                    <a:pt x="238" y="148"/>
                  </a:cubicBezTo>
                  <a:cubicBezTo>
                    <a:pt x="238" y="148"/>
                    <a:pt x="238" y="149"/>
                    <a:pt x="238" y="148"/>
                  </a:cubicBezTo>
                  <a:cubicBezTo>
                    <a:pt x="237" y="148"/>
                    <a:pt x="237" y="149"/>
                    <a:pt x="237" y="149"/>
                  </a:cubicBezTo>
                  <a:cubicBezTo>
                    <a:pt x="237" y="149"/>
                    <a:pt x="237" y="148"/>
                    <a:pt x="237" y="148"/>
                  </a:cubicBezTo>
                  <a:cubicBezTo>
                    <a:pt x="236" y="148"/>
                    <a:pt x="236" y="147"/>
                    <a:pt x="235" y="147"/>
                  </a:cubicBezTo>
                  <a:cubicBezTo>
                    <a:pt x="235" y="147"/>
                    <a:pt x="235" y="147"/>
                    <a:pt x="235" y="147"/>
                  </a:cubicBezTo>
                  <a:cubicBezTo>
                    <a:pt x="235" y="147"/>
                    <a:pt x="235" y="148"/>
                    <a:pt x="235" y="148"/>
                  </a:cubicBezTo>
                  <a:cubicBezTo>
                    <a:pt x="235" y="148"/>
                    <a:pt x="235" y="148"/>
                    <a:pt x="234" y="149"/>
                  </a:cubicBezTo>
                  <a:cubicBezTo>
                    <a:pt x="234" y="148"/>
                    <a:pt x="234" y="148"/>
                    <a:pt x="234" y="147"/>
                  </a:cubicBezTo>
                  <a:cubicBezTo>
                    <a:pt x="234" y="147"/>
                    <a:pt x="234" y="147"/>
                    <a:pt x="234" y="147"/>
                  </a:cubicBezTo>
                  <a:cubicBezTo>
                    <a:pt x="234" y="145"/>
                    <a:pt x="233" y="144"/>
                    <a:pt x="233" y="142"/>
                  </a:cubicBezTo>
                  <a:cubicBezTo>
                    <a:pt x="233" y="141"/>
                    <a:pt x="232" y="141"/>
                    <a:pt x="232" y="140"/>
                  </a:cubicBezTo>
                  <a:cubicBezTo>
                    <a:pt x="232" y="139"/>
                    <a:pt x="232" y="139"/>
                    <a:pt x="231" y="139"/>
                  </a:cubicBezTo>
                  <a:cubicBezTo>
                    <a:pt x="231" y="138"/>
                    <a:pt x="231" y="138"/>
                    <a:pt x="231" y="137"/>
                  </a:cubicBezTo>
                  <a:cubicBezTo>
                    <a:pt x="231" y="137"/>
                    <a:pt x="230" y="136"/>
                    <a:pt x="230" y="135"/>
                  </a:cubicBezTo>
                  <a:cubicBezTo>
                    <a:pt x="230" y="134"/>
                    <a:pt x="230" y="134"/>
                    <a:pt x="230" y="133"/>
                  </a:cubicBezTo>
                  <a:cubicBezTo>
                    <a:pt x="230" y="133"/>
                    <a:pt x="229" y="132"/>
                    <a:pt x="229" y="131"/>
                  </a:cubicBezTo>
                  <a:cubicBezTo>
                    <a:pt x="229" y="131"/>
                    <a:pt x="229" y="131"/>
                    <a:pt x="229" y="131"/>
                  </a:cubicBezTo>
                  <a:cubicBezTo>
                    <a:pt x="229" y="130"/>
                    <a:pt x="229" y="130"/>
                    <a:pt x="229" y="130"/>
                  </a:cubicBezTo>
                  <a:cubicBezTo>
                    <a:pt x="229" y="130"/>
                    <a:pt x="229" y="130"/>
                    <a:pt x="228" y="130"/>
                  </a:cubicBezTo>
                  <a:cubicBezTo>
                    <a:pt x="228" y="131"/>
                    <a:pt x="228" y="129"/>
                    <a:pt x="227" y="130"/>
                  </a:cubicBezTo>
                  <a:cubicBezTo>
                    <a:pt x="226" y="131"/>
                    <a:pt x="227" y="130"/>
                    <a:pt x="226" y="130"/>
                  </a:cubicBezTo>
                  <a:cubicBezTo>
                    <a:pt x="225" y="130"/>
                    <a:pt x="226" y="132"/>
                    <a:pt x="226" y="132"/>
                  </a:cubicBezTo>
                  <a:cubicBezTo>
                    <a:pt x="226" y="133"/>
                    <a:pt x="225" y="133"/>
                    <a:pt x="225" y="134"/>
                  </a:cubicBezTo>
                  <a:cubicBezTo>
                    <a:pt x="225" y="135"/>
                    <a:pt x="226" y="136"/>
                    <a:pt x="225" y="137"/>
                  </a:cubicBezTo>
                  <a:cubicBezTo>
                    <a:pt x="225" y="137"/>
                    <a:pt x="225" y="137"/>
                    <a:pt x="225" y="137"/>
                  </a:cubicBezTo>
                  <a:cubicBezTo>
                    <a:pt x="224" y="138"/>
                    <a:pt x="224" y="137"/>
                    <a:pt x="224" y="138"/>
                  </a:cubicBezTo>
                  <a:cubicBezTo>
                    <a:pt x="223" y="138"/>
                    <a:pt x="223" y="137"/>
                    <a:pt x="223" y="137"/>
                  </a:cubicBezTo>
                  <a:cubicBezTo>
                    <a:pt x="222" y="136"/>
                    <a:pt x="222" y="135"/>
                    <a:pt x="222" y="135"/>
                  </a:cubicBezTo>
                  <a:cubicBezTo>
                    <a:pt x="221" y="134"/>
                    <a:pt x="221" y="136"/>
                    <a:pt x="221" y="137"/>
                  </a:cubicBezTo>
                  <a:cubicBezTo>
                    <a:pt x="221" y="137"/>
                    <a:pt x="221" y="136"/>
                    <a:pt x="221" y="136"/>
                  </a:cubicBezTo>
                  <a:cubicBezTo>
                    <a:pt x="220" y="135"/>
                    <a:pt x="220" y="135"/>
                    <a:pt x="220" y="135"/>
                  </a:cubicBezTo>
                  <a:cubicBezTo>
                    <a:pt x="220" y="134"/>
                    <a:pt x="220" y="134"/>
                    <a:pt x="220" y="134"/>
                  </a:cubicBezTo>
                  <a:cubicBezTo>
                    <a:pt x="220" y="132"/>
                    <a:pt x="218" y="132"/>
                    <a:pt x="218" y="130"/>
                  </a:cubicBezTo>
                  <a:cubicBezTo>
                    <a:pt x="219" y="130"/>
                    <a:pt x="218" y="130"/>
                    <a:pt x="218" y="130"/>
                  </a:cubicBezTo>
                  <a:cubicBezTo>
                    <a:pt x="218" y="129"/>
                    <a:pt x="218" y="129"/>
                    <a:pt x="219" y="129"/>
                  </a:cubicBezTo>
                  <a:cubicBezTo>
                    <a:pt x="219" y="128"/>
                    <a:pt x="218" y="127"/>
                    <a:pt x="219" y="127"/>
                  </a:cubicBezTo>
                  <a:cubicBezTo>
                    <a:pt x="220" y="127"/>
                    <a:pt x="219" y="125"/>
                    <a:pt x="221" y="125"/>
                  </a:cubicBezTo>
                  <a:cubicBezTo>
                    <a:pt x="221" y="126"/>
                    <a:pt x="222" y="126"/>
                    <a:pt x="222" y="125"/>
                  </a:cubicBezTo>
                  <a:cubicBezTo>
                    <a:pt x="222" y="125"/>
                    <a:pt x="222" y="124"/>
                    <a:pt x="222" y="124"/>
                  </a:cubicBezTo>
                  <a:cubicBezTo>
                    <a:pt x="222" y="124"/>
                    <a:pt x="223" y="126"/>
                    <a:pt x="223" y="124"/>
                  </a:cubicBezTo>
                  <a:cubicBezTo>
                    <a:pt x="223" y="124"/>
                    <a:pt x="223" y="124"/>
                    <a:pt x="223" y="124"/>
                  </a:cubicBezTo>
                  <a:cubicBezTo>
                    <a:pt x="223" y="124"/>
                    <a:pt x="224" y="124"/>
                    <a:pt x="224" y="124"/>
                  </a:cubicBezTo>
                  <a:cubicBezTo>
                    <a:pt x="224" y="125"/>
                    <a:pt x="225" y="125"/>
                    <a:pt x="225" y="124"/>
                  </a:cubicBezTo>
                  <a:cubicBezTo>
                    <a:pt x="225" y="124"/>
                    <a:pt x="224" y="123"/>
                    <a:pt x="224" y="123"/>
                  </a:cubicBezTo>
                  <a:cubicBezTo>
                    <a:pt x="225" y="123"/>
                    <a:pt x="225" y="123"/>
                    <a:pt x="225" y="123"/>
                  </a:cubicBezTo>
                  <a:cubicBezTo>
                    <a:pt x="225" y="123"/>
                    <a:pt x="225" y="123"/>
                    <a:pt x="225" y="122"/>
                  </a:cubicBezTo>
                  <a:cubicBezTo>
                    <a:pt x="225" y="122"/>
                    <a:pt x="226" y="122"/>
                    <a:pt x="226" y="122"/>
                  </a:cubicBezTo>
                  <a:cubicBezTo>
                    <a:pt x="226" y="122"/>
                    <a:pt x="226" y="122"/>
                    <a:pt x="226" y="121"/>
                  </a:cubicBezTo>
                  <a:cubicBezTo>
                    <a:pt x="226" y="121"/>
                    <a:pt x="226" y="121"/>
                    <a:pt x="227" y="120"/>
                  </a:cubicBezTo>
                  <a:cubicBezTo>
                    <a:pt x="227" y="119"/>
                    <a:pt x="227" y="118"/>
                    <a:pt x="227" y="117"/>
                  </a:cubicBezTo>
                  <a:cubicBezTo>
                    <a:pt x="226" y="116"/>
                    <a:pt x="228" y="117"/>
                    <a:pt x="229" y="117"/>
                  </a:cubicBezTo>
                  <a:cubicBezTo>
                    <a:pt x="230" y="117"/>
                    <a:pt x="228" y="116"/>
                    <a:pt x="228" y="116"/>
                  </a:cubicBezTo>
                  <a:cubicBezTo>
                    <a:pt x="228" y="115"/>
                    <a:pt x="226" y="114"/>
                    <a:pt x="225" y="114"/>
                  </a:cubicBezTo>
                  <a:cubicBezTo>
                    <a:pt x="224" y="113"/>
                    <a:pt x="223" y="114"/>
                    <a:pt x="222" y="114"/>
                  </a:cubicBezTo>
                  <a:cubicBezTo>
                    <a:pt x="222" y="114"/>
                    <a:pt x="221" y="114"/>
                    <a:pt x="221" y="114"/>
                  </a:cubicBezTo>
                  <a:cubicBezTo>
                    <a:pt x="220" y="114"/>
                    <a:pt x="220" y="114"/>
                    <a:pt x="220" y="114"/>
                  </a:cubicBezTo>
                  <a:cubicBezTo>
                    <a:pt x="219" y="114"/>
                    <a:pt x="218" y="114"/>
                    <a:pt x="217" y="113"/>
                  </a:cubicBezTo>
                  <a:cubicBezTo>
                    <a:pt x="216" y="113"/>
                    <a:pt x="215" y="114"/>
                    <a:pt x="214" y="114"/>
                  </a:cubicBezTo>
                  <a:cubicBezTo>
                    <a:pt x="213" y="114"/>
                    <a:pt x="212" y="113"/>
                    <a:pt x="211" y="114"/>
                  </a:cubicBezTo>
                  <a:cubicBezTo>
                    <a:pt x="210" y="114"/>
                    <a:pt x="209" y="114"/>
                    <a:pt x="209" y="114"/>
                  </a:cubicBezTo>
                  <a:cubicBezTo>
                    <a:pt x="208" y="114"/>
                    <a:pt x="207" y="113"/>
                    <a:pt x="207" y="113"/>
                  </a:cubicBezTo>
                  <a:cubicBezTo>
                    <a:pt x="206" y="113"/>
                    <a:pt x="205" y="112"/>
                    <a:pt x="204" y="112"/>
                  </a:cubicBezTo>
                  <a:cubicBezTo>
                    <a:pt x="203" y="112"/>
                    <a:pt x="203" y="113"/>
                    <a:pt x="203" y="112"/>
                  </a:cubicBezTo>
                  <a:cubicBezTo>
                    <a:pt x="203" y="111"/>
                    <a:pt x="203" y="111"/>
                    <a:pt x="203" y="110"/>
                  </a:cubicBezTo>
                  <a:cubicBezTo>
                    <a:pt x="203" y="109"/>
                    <a:pt x="203" y="108"/>
                    <a:pt x="202" y="107"/>
                  </a:cubicBezTo>
                  <a:cubicBezTo>
                    <a:pt x="202" y="106"/>
                    <a:pt x="202" y="106"/>
                    <a:pt x="202" y="106"/>
                  </a:cubicBezTo>
                  <a:cubicBezTo>
                    <a:pt x="202" y="105"/>
                    <a:pt x="202" y="105"/>
                    <a:pt x="202" y="105"/>
                  </a:cubicBezTo>
                  <a:cubicBezTo>
                    <a:pt x="202" y="105"/>
                    <a:pt x="202" y="105"/>
                    <a:pt x="202" y="105"/>
                  </a:cubicBezTo>
                  <a:cubicBezTo>
                    <a:pt x="202" y="104"/>
                    <a:pt x="201" y="104"/>
                    <a:pt x="201" y="103"/>
                  </a:cubicBezTo>
                  <a:cubicBezTo>
                    <a:pt x="201" y="103"/>
                    <a:pt x="201" y="103"/>
                    <a:pt x="200" y="103"/>
                  </a:cubicBezTo>
                  <a:cubicBezTo>
                    <a:pt x="200" y="103"/>
                    <a:pt x="200" y="102"/>
                    <a:pt x="200" y="102"/>
                  </a:cubicBezTo>
                  <a:cubicBezTo>
                    <a:pt x="200" y="101"/>
                    <a:pt x="200" y="103"/>
                    <a:pt x="200" y="103"/>
                  </a:cubicBezTo>
                  <a:cubicBezTo>
                    <a:pt x="199" y="103"/>
                    <a:pt x="199" y="103"/>
                    <a:pt x="200" y="103"/>
                  </a:cubicBezTo>
                  <a:cubicBezTo>
                    <a:pt x="199" y="103"/>
                    <a:pt x="200" y="103"/>
                    <a:pt x="200" y="104"/>
                  </a:cubicBezTo>
                  <a:cubicBezTo>
                    <a:pt x="200" y="104"/>
                    <a:pt x="199" y="105"/>
                    <a:pt x="199" y="105"/>
                  </a:cubicBezTo>
                  <a:cubicBezTo>
                    <a:pt x="199" y="105"/>
                    <a:pt x="199" y="104"/>
                    <a:pt x="199" y="104"/>
                  </a:cubicBezTo>
                  <a:cubicBezTo>
                    <a:pt x="198" y="104"/>
                    <a:pt x="198" y="104"/>
                    <a:pt x="197" y="104"/>
                  </a:cubicBezTo>
                  <a:cubicBezTo>
                    <a:pt x="197" y="104"/>
                    <a:pt x="196" y="104"/>
                    <a:pt x="196" y="104"/>
                  </a:cubicBezTo>
                  <a:cubicBezTo>
                    <a:pt x="196" y="103"/>
                    <a:pt x="195" y="103"/>
                    <a:pt x="195" y="103"/>
                  </a:cubicBezTo>
                  <a:cubicBezTo>
                    <a:pt x="195" y="103"/>
                    <a:pt x="194" y="101"/>
                    <a:pt x="194" y="101"/>
                  </a:cubicBezTo>
                  <a:cubicBezTo>
                    <a:pt x="194" y="101"/>
                    <a:pt x="194" y="101"/>
                    <a:pt x="195" y="101"/>
                  </a:cubicBezTo>
                  <a:cubicBezTo>
                    <a:pt x="195" y="101"/>
                    <a:pt x="193" y="99"/>
                    <a:pt x="193" y="100"/>
                  </a:cubicBezTo>
                  <a:cubicBezTo>
                    <a:pt x="192" y="100"/>
                    <a:pt x="193" y="101"/>
                    <a:pt x="194" y="101"/>
                  </a:cubicBezTo>
                  <a:cubicBezTo>
                    <a:pt x="194" y="101"/>
                    <a:pt x="194" y="102"/>
                    <a:pt x="194" y="102"/>
                  </a:cubicBezTo>
                  <a:cubicBezTo>
                    <a:pt x="193" y="102"/>
                    <a:pt x="193" y="101"/>
                    <a:pt x="193" y="101"/>
                  </a:cubicBezTo>
                  <a:cubicBezTo>
                    <a:pt x="192" y="102"/>
                    <a:pt x="192" y="102"/>
                    <a:pt x="192" y="102"/>
                  </a:cubicBezTo>
                  <a:cubicBezTo>
                    <a:pt x="191" y="101"/>
                    <a:pt x="190" y="102"/>
                    <a:pt x="190" y="101"/>
                  </a:cubicBezTo>
                  <a:cubicBezTo>
                    <a:pt x="190" y="101"/>
                    <a:pt x="191" y="101"/>
                    <a:pt x="191" y="101"/>
                  </a:cubicBezTo>
                  <a:cubicBezTo>
                    <a:pt x="191" y="100"/>
                    <a:pt x="190" y="100"/>
                    <a:pt x="190" y="100"/>
                  </a:cubicBezTo>
                  <a:cubicBezTo>
                    <a:pt x="189" y="99"/>
                    <a:pt x="189" y="99"/>
                    <a:pt x="188" y="99"/>
                  </a:cubicBezTo>
                  <a:cubicBezTo>
                    <a:pt x="188" y="98"/>
                    <a:pt x="188" y="98"/>
                    <a:pt x="187" y="98"/>
                  </a:cubicBezTo>
                  <a:cubicBezTo>
                    <a:pt x="188" y="98"/>
                    <a:pt x="186" y="99"/>
                    <a:pt x="187" y="99"/>
                  </a:cubicBezTo>
                  <a:cubicBezTo>
                    <a:pt x="187" y="99"/>
                    <a:pt x="187" y="99"/>
                    <a:pt x="187" y="99"/>
                  </a:cubicBezTo>
                  <a:cubicBezTo>
                    <a:pt x="187" y="99"/>
                    <a:pt x="188" y="99"/>
                    <a:pt x="188" y="99"/>
                  </a:cubicBezTo>
                  <a:cubicBezTo>
                    <a:pt x="188" y="99"/>
                    <a:pt x="189" y="100"/>
                    <a:pt x="189" y="101"/>
                  </a:cubicBezTo>
                  <a:cubicBezTo>
                    <a:pt x="189" y="101"/>
                    <a:pt x="189" y="101"/>
                    <a:pt x="188" y="101"/>
                  </a:cubicBezTo>
                  <a:cubicBezTo>
                    <a:pt x="188" y="100"/>
                    <a:pt x="188" y="101"/>
                    <a:pt x="188" y="101"/>
                  </a:cubicBezTo>
                  <a:cubicBezTo>
                    <a:pt x="188" y="101"/>
                    <a:pt x="187" y="101"/>
                    <a:pt x="187" y="102"/>
                  </a:cubicBezTo>
                  <a:cubicBezTo>
                    <a:pt x="187" y="103"/>
                    <a:pt x="186" y="102"/>
                    <a:pt x="186" y="103"/>
                  </a:cubicBezTo>
                  <a:cubicBezTo>
                    <a:pt x="186" y="104"/>
                    <a:pt x="186" y="104"/>
                    <a:pt x="186" y="104"/>
                  </a:cubicBezTo>
                  <a:cubicBezTo>
                    <a:pt x="186" y="104"/>
                    <a:pt x="186" y="104"/>
                    <a:pt x="186" y="105"/>
                  </a:cubicBezTo>
                  <a:cubicBezTo>
                    <a:pt x="186" y="105"/>
                    <a:pt x="186" y="105"/>
                    <a:pt x="186" y="106"/>
                  </a:cubicBezTo>
                  <a:cubicBezTo>
                    <a:pt x="186" y="107"/>
                    <a:pt x="187" y="106"/>
                    <a:pt x="188" y="107"/>
                  </a:cubicBezTo>
                  <a:cubicBezTo>
                    <a:pt x="188" y="107"/>
                    <a:pt x="189" y="108"/>
                    <a:pt x="189" y="108"/>
                  </a:cubicBezTo>
                  <a:cubicBezTo>
                    <a:pt x="189" y="108"/>
                    <a:pt x="189" y="109"/>
                    <a:pt x="190" y="109"/>
                  </a:cubicBezTo>
                  <a:cubicBezTo>
                    <a:pt x="190" y="110"/>
                    <a:pt x="191" y="111"/>
                    <a:pt x="192" y="110"/>
                  </a:cubicBezTo>
                  <a:cubicBezTo>
                    <a:pt x="193" y="110"/>
                    <a:pt x="193" y="110"/>
                    <a:pt x="193" y="110"/>
                  </a:cubicBezTo>
                  <a:cubicBezTo>
                    <a:pt x="193" y="111"/>
                    <a:pt x="193" y="111"/>
                    <a:pt x="194" y="112"/>
                  </a:cubicBezTo>
                  <a:cubicBezTo>
                    <a:pt x="194" y="112"/>
                    <a:pt x="195" y="112"/>
                    <a:pt x="195" y="112"/>
                  </a:cubicBezTo>
                  <a:cubicBezTo>
                    <a:pt x="195" y="113"/>
                    <a:pt x="195" y="113"/>
                    <a:pt x="195" y="114"/>
                  </a:cubicBezTo>
                  <a:cubicBezTo>
                    <a:pt x="195" y="114"/>
                    <a:pt x="194" y="113"/>
                    <a:pt x="194" y="113"/>
                  </a:cubicBezTo>
                  <a:cubicBezTo>
                    <a:pt x="194" y="114"/>
                    <a:pt x="193" y="114"/>
                    <a:pt x="193" y="114"/>
                  </a:cubicBezTo>
                  <a:cubicBezTo>
                    <a:pt x="193" y="113"/>
                    <a:pt x="192" y="113"/>
                    <a:pt x="192" y="113"/>
                  </a:cubicBezTo>
                  <a:cubicBezTo>
                    <a:pt x="191" y="113"/>
                    <a:pt x="191" y="114"/>
                    <a:pt x="191" y="113"/>
                  </a:cubicBezTo>
                  <a:cubicBezTo>
                    <a:pt x="190" y="113"/>
                    <a:pt x="190" y="115"/>
                    <a:pt x="190" y="115"/>
                  </a:cubicBezTo>
                  <a:cubicBezTo>
                    <a:pt x="190" y="116"/>
                    <a:pt x="190" y="116"/>
                    <a:pt x="190" y="117"/>
                  </a:cubicBezTo>
                  <a:cubicBezTo>
                    <a:pt x="189" y="117"/>
                    <a:pt x="189" y="116"/>
                    <a:pt x="189" y="116"/>
                  </a:cubicBezTo>
                  <a:cubicBezTo>
                    <a:pt x="187" y="116"/>
                    <a:pt x="188" y="117"/>
                    <a:pt x="188" y="117"/>
                  </a:cubicBezTo>
                  <a:cubicBezTo>
                    <a:pt x="187" y="118"/>
                    <a:pt x="187" y="119"/>
                    <a:pt x="188" y="120"/>
                  </a:cubicBezTo>
                  <a:cubicBezTo>
                    <a:pt x="188" y="121"/>
                    <a:pt x="189" y="121"/>
                    <a:pt x="190" y="122"/>
                  </a:cubicBezTo>
                  <a:cubicBezTo>
                    <a:pt x="191" y="122"/>
                    <a:pt x="192" y="123"/>
                    <a:pt x="193" y="123"/>
                  </a:cubicBezTo>
                  <a:cubicBezTo>
                    <a:pt x="193" y="123"/>
                    <a:pt x="194" y="123"/>
                    <a:pt x="194" y="123"/>
                  </a:cubicBezTo>
                  <a:cubicBezTo>
                    <a:pt x="195" y="124"/>
                    <a:pt x="194" y="124"/>
                    <a:pt x="194" y="125"/>
                  </a:cubicBezTo>
                  <a:cubicBezTo>
                    <a:pt x="194" y="125"/>
                    <a:pt x="195" y="126"/>
                    <a:pt x="195" y="126"/>
                  </a:cubicBezTo>
                  <a:cubicBezTo>
                    <a:pt x="195" y="126"/>
                    <a:pt x="195" y="127"/>
                    <a:pt x="195" y="127"/>
                  </a:cubicBezTo>
                  <a:cubicBezTo>
                    <a:pt x="195" y="128"/>
                    <a:pt x="195" y="128"/>
                    <a:pt x="194" y="128"/>
                  </a:cubicBezTo>
                  <a:cubicBezTo>
                    <a:pt x="193" y="128"/>
                    <a:pt x="194" y="129"/>
                    <a:pt x="194" y="130"/>
                  </a:cubicBezTo>
                  <a:cubicBezTo>
                    <a:pt x="194" y="131"/>
                    <a:pt x="194" y="131"/>
                    <a:pt x="195" y="131"/>
                  </a:cubicBezTo>
                  <a:cubicBezTo>
                    <a:pt x="195" y="132"/>
                    <a:pt x="195" y="132"/>
                    <a:pt x="195" y="132"/>
                  </a:cubicBezTo>
                  <a:cubicBezTo>
                    <a:pt x="196" y="132"/>
                    <a:pt x="196" y="132"/>
                    <a:pt x="196" y="132"/>
                  </a:cubicBezTo>
                  <a:cubicBezTo>
                    <a:pt x="196" y="132"/>
                    <a:pt x="196" y="132"/>
                    <a:pt x="196" y="132"/>
                  </a:cubicBezTo>
                  <a:cubicBezTo>
                    <a:pt x="197" y="132"/>
                    <a:pt x="196" y="134"/>
                    <a:pt x="196" y="134"/>
                  </a:cubicBezTo>
                  <a:cubicBezTo>
                    <a:pt x="196" y="135"/>
                    <a:pt x="197" y="135"/>
                    <a:pt x="197" y="135"/>
                  </a:cubicBezTo>
                  <a:cubicBezTo>
                    <a:pt x="197" y="135"/>
                    <a:pt x="198" y="135"/>
                    <a:pt x="198" y="135"/>
                  </a:cubicBezTo>
                  <a:cubicBezTo>
                    <a:pt x="198" y="135"/>
                    <a:pt x="198" y="136"/>
                    <a:pt x="197" y="137"/>
                  </a:cubicBezTo>
                  <a:cubicBezTo>
                    <a:pt x="197" y="138"/>
                    <a:pt x="198" y="138"/>
                    <a:pt x="198" y="139"/>
                  </a:cubicBezTo>
                  <a:cubicBezTo>
                    <a:pt x="199" y="139"/>
                    <a:pt x="199" y="140"/>
                    <a:pt x="199" y="141"/>
                  </a:cubicBezTo>
                  <a:cubicBezTo>
                    <a:pt x="199" y="141"/>
                    <a:pt x="199" y="142"/>
                    <a:pt x="199" y="142"/>
                  </a:cubicBezTo>
                  <a:cubicBezTo>
                    <a:pt x="200" y="143"/>
                    <a:pt x="199" y="144"/>
                    <a:pt x="200" y="145"/>
                  </a:cubicBezTo>
                  <a:cubicBezTo>
                    <a:pt x="200" y="145"/>
                    <a:pt x="201" y="147"/>
                    <a:pt x="201" y="147"/>
                  </a:cubicBezTo>
                  <a:cubicBezTo>
                    <a:pt x="201" y="147"/>
                    <a:pt x="200" y="147"/>
                    <a:pt x="200" y="147"/>
                  </a:cubicBezTo>
                  <a:cubicBezTo>
                    <a:pt x="200" y="148"/>
                    <a:pt x="201" y="149"/>
                    <a:pt x="201" y="149"/>
                  </a:cubicBezTo>
                  <a:cubicBezTo>
                    <a:pt x="201" y="149"/>
                    <a:pt x="200" y="149"/>
                    <a:pt x="200" y="149"/>
                  </a:cubicBezTo>
                  <a:cubicBezTo>
                    <a:pt x="200" y="149"/>
                    <a:pt x="200" y="149"/>
                    <a:pt x="199" y="149"/>
                  </a:cubicBezTo>
                  <a:cubicBezTo>
                    <a:pt x="199" y="149"/>
                    <a:pt x="200" y="150"/>
                    <a:pt x="200" y="150"/>
                  </a:cubicBezTo>
                  <a:cubicBezTo>
                    <a:pt x="201" y="151"/>
                    <a:pt x="201" y="152"/>
                    <a:pt x="201" y="152"/>
                  </a:cubicBezTo>
                  <a:cubicBezTo>
                    <a:pt x="201" y="153"/>
                    <a:pt x="201" y="153"/>
                    <a:pt x="200" y="153"/>
                  </a:cubicBezTo>
                  <a:cubicBezTo>
                    <a:pt x="199" y="152"/>
                    <a:pt x="199" y="152"/>
                    <a:pt x="199" y="151"/>
                  </a:cubicBezTo>
                  <a:cubicBezTo>
                    <a:pt x="199" y="151"/>
                    <a:pt x="199" y="153"/>
                    <a:pt x="199" y="153"/>
                  </a:cubicBezTo>
                  <a:cubicBezTo>
                    <a:pt x="199" y="153"/>
                    <a:pt x="199" y="152"/>
                    <a:pt x="199" y="152"/>
                  </a:cubicBezTo>
                  <a:cubicBezTo>
                    <a:pt x="199" y="152"/>
                    <a:pt x="199" y="154"/>
                    <a:pt x="198" y="153"/>
                  </a:cubicBezTo>
                  <a:cubicBezTo>
                    <a:pt x="198" y="153"/>
                    <a:pt x="198" y="152"/>
                    <a:pt x="198" y="152"/>
                  </a:cubicBezTo>
                  <a:cubicBezTo>
                    <a:pt x="198" y="151"/>
                    <a:pt x="197" y="149"/>
                    <a:pt x="198" y="149"/>
                  </a:cubicBezTo>
                  <a:cubicBezTo>
                    <a:pt x="198" y="148"/>
                    <a:pt x="197" y="148"/>
                    <a:pt x="198" y="147"/>
                  </a:cubicBezTo>
                  <a:cubicBezTo>
                    <a:pt x="197" y="147"/>
                    <a:pt x="197" y="148"/>
                    <a:pt x="197" y="148"/>
                  </a:cubicBezTo>
                  <a:cubicBezTo>
                    <a:pt x="197" y="148"/>
                    <a:pt x="198" y="149"/>
                    <a:pt x="197" y="149"/>
                  </a:cubicBezTo>
                  <a:cubicBezTo>
                    <a:pt x="196" y="149"/>
                    <a:pt x="197" y="148"/>
                    <a:pt x="197" y="148"/>
                  </a:cubicBezTo>
                  <a:cubicBezTo>
                    <a:pt x="197" y="148"/>
                    <a:pt x="197" y="146"/>
                    <a:pt x="197" y="146"/>
                  </a:cubicBezTo>
                  <a:cubicBezTo>
                    <a:pt x="196" y="146"/>
                    <a:pt x="196" y="148"/>
                    <a:pt x="196" y="148"/>
                  </a:cubicBezTo>
                  <a:cubicBezTo>
                    <a:pt x="197" y="148"/>
                    <a:pt x="196" y="149"/>
                    <a:pt x="196" y="150"/>
                  </a:cubicBezTo>
                  <a:cubicBezTo>
                    <a:pt x="196" y="150"/>
                    <a:pt x="196" y="151"/>
                    <a:pt x="196" y="151"/>
                  </a:cubicBezTo>
                  <a:cubicBezTo>
                    <a:pt x="196" y="151"/>
                    <a:pt x="197" y="151"/>
                    <a:pt x="197" y="151"/>
                  </a:cubicBezTo>
                  <a:cubicBezTo>
                    <a:pt x="197" y="151"/>
                    <a:pt x="197" y="152"/>
                    <a:pt x="197" y="152"/>
                  </a:cubicBezTo>
                  <a:cubicBezTo>
                    <a:pt x="197" y="152"/>
                    <a:pt x="197" y="154"/>
                    <a:pt x="196" y="153"/>
                  </a:cubicBezTo>
                  <a:cubicBezTo>
                    <a:pt x="196" y="154"/>
                    <a:pt x="196" y="154"/>
                    <a:pt x="196" y="153"/>
                  </a:cubicBezTo>
                  <a:cubicBezTo>
                    <a:pt x="196" y="153"/>
                    <a:pt x="196" y="152"/>
                    <a:pt x="196" y="152"/>
                  </a:cubicBezTo>
                  <a:cubicBezTo>
                    <a:pt x="196" y="151"/>
                    <a:pt x="196" y="151"/>
                    <a:pt x="196" y="150"/>
                  </a:cubicBezTo>
                  <a:cubicBezTo>
                    <a:pt x="196" y="150"/>
                    <a:pt x="196" y="150"/>
                    <a:pt x="196" y="150"/>
                  </a:cubicBezTo>
                  <a:cubicBezTo>
                    <a:pt x="195" y="149"/>
                    <a:pt x="196" y="149"/>
                    <a:pt x="195" y="149"/>
                  </a:cubicBezTo>
                  <a:cubicBezTo>
                    <a:pt x="195" y="149"/>
                    <a:pt x="195" y="149"/>
                    <a:pt x="195" y="150"/>
                  </a:cubicBezTo>
                  <a:cubicBezTo>
                    <a:pt x="195" y="150"/>
                    <a:pt x="196" y="150"/>
                    <a:pt x="195" y="151"/>
                  </a:cubicBezTo>
                  <a:cubicBezTo>
                    <a:pt x="195" y="151"/>
                    <a:pt x="195" y="151"/>
                    <a:pt x="195" y="152"/>
                  </a:cubicBezTo>
                  <a:cubicBezTo>
                    <a:pt x="196" y="152"/>
                    <a:pt x="195" y="153"/>
                    <a:pt x="195" y="153"/>
                  </a:cubicBezTo>
                  <a:cubicBezTo>
                    <a:pt x="195" y="153"/>
                    <a:pt x="195" y="152"/>
                    <a:pt x="195" y="152"/>
                  </a:cubicBezTo>
                  <a:cubicBezTo>
                    <a:pt x="194" y="152"/>
                    <a:pt x="194" y="152"/>
                    <a:pt x="194" y="152"/>
                  </a:cubicBezTo>
                  <a:cubicBezTo>
                    <a:pt x="194" y="152"/>
                    <a:pt x="194" y="153"/>
                    <a:pt x="194" y="153"/>
                  </a:cubicBezTo>
                  <a:cubicBezTo>
                    <a:pt x="194" y="153"/>
                    <a:pt x="194" y="151"/>
                    <a:pt x="193" y="151"/>
                  </a:cubicBezTo>
                  <a:cubicBezTo>
                    <a:pt x="193" y="151"/>
                    <a:pt x="194" y="153"/>
                    <a:pt x="194" y="153"/>
                  </a:cubicBezTo>
                  <a:cubicBezTo>
                    <a:pt x="194" y="154"/>
                    <a:pt x="193" y="153"/>
                    <a:pt x="193" y="153"/>
                  </a:cubicBezTo>
                  <a:cubicBezTo>
                    <a:pt x="193" y="152"/>
                    <a:pt x="193" y="152"/>
                    <a:pt x="193" y="152"/>
                  </a:cubicBezTo>
                  <a:cubicBezTo>
                    <a:pt x="193" y="150"/>
                    <a:pt x="192" y="150"/>
                    <a:pt x="192" y="148"/>
                  </a:cubicBezTo>
                  <a:cubicBezTo>
                    <a:pt x="193" y="148"/>
                    <a:pt x="193" y="147"/>
                    <a:pt x="192" y="147"/>
                  </a:cubicBezTo>
                  <a:cubicBezTo>
                    <a:pt x="192" y="146"/>
                    <a:pt x="191" y="146"/>
                    <a:pt x="191" y="146"/>
                  </a:cubicBezTo>
                  <a:cubicBezTo>
                    <a:pt x="190" y="147"/>
                    <a:pt x="190" y="144"/>
                    <a:pt x="189" y="144"/>
                  </a:cubicBezTo>
                  <a:cubicBezTo>
                    <a:pt x="190" y="144"/>
                    <a:pt x="189" y="146"/>
                    <a:pt x="191" y="146"/>
                  </a:cubicBezTo>
                  <a:cubicBezTo>
                    <a:pt x="191" y="147"/>
                    <a:pt x="193" y="147"/>
                    <a:pt x="192" y="148"/>
                  </a:cubicBezTo>
                  <a:cubicBezTo>
                    <a:pt x="191" y="149"/>
                    <a:pt x="191" y="150"/>
                    <a:pt x="190" y="150"/>
                  </a:cubicBezTo>
                  <a:cubicBezTo>
                    <a:pt x="190" y="152"/>
                    <a:pt x="188" y="152"/>
                    <a:pt x="187" y="153"/>
                  </a:cubicBezTo>
                  <a:cubicBezTo>
                    <a:pt x="186" y="153"/>
                    <a:pt x="186" y="153"/>
                    <a:pt x="185" y="153"/>
                  </a:cubicBezTo>
                  <a:cubicBezTo>
                    <a:pt x="185" y="153"/>
                    <a:pt x="184" y="153"/>
                    <a:pt x="184" y="154"/>
                  </a:cubicBezTo>
                  <a:cubicBezTo>
                    <a:pt x="182" y="154"/>
                    <a:pt x="181" y="155"/>
                    <a:pt x="181" y="157"/>
                  </a:cubicBezTo>
                  <a:cubicBezTo>
                    <a:pt x="180" y="158"/>
                    <a:pt x="181" y="159"/>
                    <a:pt x="182" y="160"/>
                  </a:cubicBezTo>
                  <a:cubicBezTo>
                    <a:pt x="182" y="161"/>
                    <a:pt x="182" y="161"/>
                    <a:pt x="182" y="162"/>
                  </a:cubicBezTo>
                  <a:cubicBezTo>
                    <a:pt x="182" y="162"/>
                    <a:pt x="182" y="162"/>
                    <a:pt x="182" y="162"/>
                  </a:cubicBezTo>
                  <a:cubicBezTo>
                    <a:pt x="182" y="162"/>
                    <a:pt x="183" y="162"/>
                    <a:pt x="183" y="162"/>
                  </a:cubicBezTo>
                  <a:cubicBezTo>
                    <a:pt x="183" y="162"/>
                    <a:pt x="182" y="163"/>
                    <a:pt x="182" y="163"/>
                  </a:cubicBezTo>
                  <a:cubicBezTo>
                    <a:pt x="183" y="163"/>
                    <a:pt x="183" y="163"/>
                    <a:pt x="183" y="163"/>
                  </a:cubicBezTo>
                  <a:cubicBezTo>
                    <a:pt x="182" y="164"/>
                    <a:pt x="182" y="164"/>
                    <a:pt x="181" y="164"/>
                  </a:cubicBezTo>
                  <a:cubicBezTo>
                    <a:pt x="181" y="165"/>
                    <a:pt x="180" y="166"/>
                    <a:pt x="181" y="166"/>
                  </a:cubicBezTo>
                  <a:cubicBezTo>
                    <a:pt x="181" y="166"/>
                    <a:pt x="181" y="166"/>
                    <a:pt x="181" y="166"/>
                  </a:cubicBezTo>
                  <a:cubicBezTo>
                    <a:pt x="181" y="166"/>
                    <a:pt x="181" y="166"/>
                    <a:pt x="181" y="166"/>
                  </a:cubicBezTo>
                  <a:cubicBezTo>
                    <a:pt x="182" y="166"/>
                    <a:pt x="181" y="167"/>
                    <a:pt x="180" y="167"/>
                  </a:cubicBezTo>
                  <a:cubicBezTo>
                    <a:pt x="180" y="167"/>
                    <a:pt x="181" y="167"/>
                    <a:pt x="181" y="167"/>
                  </a:cubicBezTo>
                  <a:cubicBezTo>
                    <a:pt x="180" y="168"/>
                    <a:pt x="180" y="168"/>
                    <a:pt x="179" y="168"/>
                  </a:cubicBezTo>
                  <a:cubicBezTo>
                    <a:pt x="179" y="169"/>
                    <a:pt x="179" y="169"/>
                    <a:pt x="179" y="169"/>
                  </a:cubicBezTo>
                  <a:cubicBezTo>
                    <a:pt x="178" y="170"/>
                    <a:pt x="178" y="170"/>
                    <a:pt x="178" y="170"/>
                  </a:cubicBezTo>
                  <a:cubicBezTo>
                    <a:pt x="178" y="170"/>
                    <a:pt x="178" y="171"/>
                    <a:pt x="178" y="171"/>
                  </a:cubicBezTo>
                  <a:cubicBezTo>
                    <a:pt x="178" y="171"/>
                    <a:pt x="177" y="170"/>
                    <a:pt x="177" y="170"/>
                  </a:cubicBezTo>
                  <a:cubicBezTo>
                    <a:pt x="176" y="170"/>
                    <a:pt x="176" y="170"/>
                    <a:pt x="175" y="169"/>
                  </a:cubicBezTo>
                  <a:cubicBezTo>
                    <a:pt x="175" y="170"/>
                    <a:pt x="177" y="171"/>
                    <a:pt x="178" y="171"/>
                  </a:cubicBezTo>
                  <a:cubicBezTo>
                    <a:pt x="177" y="171"/>
                    <a:pt x="176" y="172"/>
                    <a:pt x="175" y="172"/>
                  </a:cubicBezTo>
                  <a:cubicBezTo>
                    <a:pt x="174" y="173"/>
                    <a:pt x="173" y="173"/>
                    <a:pt x="172" y="173"/>
                  </a:cubicBezTo>
                  <a:cubicBezTo>
                    <a:pt x="171" y="173"/>
                    <a:pt x="170" y="174"/>
                    <a:pt x="170" y="174"/>
                  </a:cubicBezTo>
                  <a:cubicBezTo>
                    <a:pt x="170" y="174"/>
                    <a:pt x="169" y="174"/>
                    <a:pt x="169" y="174"/>
                  </a:cubicBezTo>
                  <a:cubicBezTo>
                    <a:pt x="169" y="173"/>
                    <a:pt x="170" y="173"/>
                    <a:pt x="170" y="173"/>
                  </a:cubicBezTo>
                  <a:cubicBezTo>
                    <a:pt x="170" y="173"/>
                    <a:pt x="170" y="174"/>
                    <a:pt x="170" y="174"/>
                  </a:cubicBezTo>
                  <a:cubicBezTo>
                    <a:pt x="171" y="173"/>
                    <a:pt x="170" y="170"/>
                    <a:pt x="168" y="172"/>
                  </a:cubicBezTo>
                  <a:cubicBezTo>
                    <a:pt x="168" y="173"/>
                    <a:pt x="168" y="173"/>
                    <a:pt x="167" y="173"/>
                  </a:cubicBezTo>
                  <a:cubicBezTo>
                    <a:pt x="167" y="173"/>
                    <a:pt x="167" y="174"/>
                    <a:pt x="167" y="174"/>
                  </a:cubicBezTo>
                  <a:cubicBezTo>
                    <a:pt x="166" y="175"/>
                    <a:pt x="167" y="175"/>
                    <a:pt x="166" y="175"/>
                  </a:cubicBezTo>
                  <a:cubicBezTo>
                    <a:pt x="166" y="176"/>
                    <a:pt x="166" y="176"/>
                    <a:pt x="166" y="176"/>
                  </a:cubicBezTo>
                  <a:cubicBezTo>
                    <a:pt x="167" y="176"/>
                    <a:pt x="167" y="176"/>
                    <a:pt x="167" y="175"/>
                  </a:cubicBezTo>
                  <a:cubicBezTo>
                    <a:pt x="167" y="175"/>
                    <a:pt x="167" y="175"/>
                    <a:pt x="167" y="175"/>
                  </a:cubicBezTo>
                  <a:cubicBezTo>
                    <a:pt x="167" y="175"/>
                    <a:pt x="167" y="175"/>
                    <a:pt x="167" y="175"/>
                  </a:cubicBezTo>
                  <a:cubicBezTo>
                    <a:pt x="167" y="175"/>
                    <a:pt x="167" y="174"/>
                    <a:pt x="167" y="174"/>
                  </a:cubicBezTo>
                  <a:cubicBezTo>
                    <a:pt x="168" y="174"/>
                    <a:pt x="168" y="174"/>
                    <a:pt x="168" y="174"/>
                  </a:cubicBezTo>
                  <a:cubicBezTo>
                    <a:pt x="169" y="174"/>
                    <a:pt x="169" y="175"/>
                    <a:pt x="169" y="175"/>
                  </a:cubicBezTo>
                  <a:cubicBezTo>
                    <a:pt x="168" y="175"/>
                    <a:pt x="168" y="175"/>
                    <a:pt x="168" y="175"/>
                  </a:cubicBezTo>
                  <a:cubicBezTo>
                    <a:pt x="168" y="175"/>
                    <a:pt x="169" y="175"/>
                    <a:pt x="169" y="175"/>
                  </a:cubicBezTo>
                  <a:cubicBezTo>
                    <a:pt x="167" y="175"/>
                    <a:pt x="167" y="177"/>
                    <a:pt x="166" y="178"/>
                  </a:cubicBezTo>
                  <a:cubicBezTo>
                    <a:pt x="165" y="178"/>
                    <a:pt x="165" y="179"/>
                    <a:pt x="164" y="179"/>
                  </a:cubicBezTo>
                  <a:cubicBezTo>
                    <a:pt x="164" y="179"/>
                    <a:pt x="164" y="181"/>
                    <a:pt x="163" y="180"/>
                  </a:cubicBezTo>
                  <a:cubicBezTo>
                    <a:pt x="163" y="180"/>
                    <a:pt x="163" y="181"/>
                    <a:pt x="164" y="180"/>
                  </a:cubicBezTo>
                  <a:cubicBezTo>
                    <a:pt x="163" y="182"/>
                    <a:pt x="162" y="183"/>
                    <a:pt x="161" y="185"/>
                  </a:cubicBezTo>
                  <a:cubicBezTo>
                    <a:pt x="161" y="185"/>
                    <a:pt x="159" y="187"/>
                    <a:pt x="159" y="187"/>
                  </a:cubicBezTo>
                  <a:cubicBezTo>
                    <a:pt x="159" y="187"/>
                    <a:pt x="160" y="187"/>
                    <a:pt x="160" y="187"/>
                  </a:cubicBezTo>
                  <a:cubicBezTo>
                    <a:pt x="159" y="187"/>
                    <a:pt x="159" y="188"/>
                    <a:pt x="158" y="188"/>
                  </a:cubicBezTo>
                  <a:cubicBezTo>
                    <a:pt x="158" y="189"/>
                    <a:pt x="158" y="189"/>
                    <a:pt x="157" y="190"/>
                  </a:cubicBezTo>
                  <a:cubicBezTo>
                    <a:pt x="156" y="190"/>
                    <a:pt x="155" y="191"/>
                    <a:pt x="154" y="192"/>
                  </a:cubicBezTo>
                  <a:cubicBezTo>
                    <a:pt x="154" y="192"/>
                    <a:pt x="153" y="193"/>
                    <a:pt x="153" y="193"/>
                  </a:cubicBezTo>
                  <a:cubicBezTo>
                    <a:pt x="153" y="193"/>
                    <a:pt x="152" y="193"/>
                    <a:pt x="152" y="194"/>
                  </a:cubicBezTo>
                  <a:cubicBezTo>
                    <a:pt x="152" y="194"/>
                    <a:pt x="152" y="195"/>
                    <a:pt x="152" y="195"/>
                  </a:cubicBezTo>
                  <a:cubicBezTo>
                    <a:pt x="151" y="195"/>
                    <a:pt x="151" y="196"/>
                    <a:pt x="151" y="196"/>
                  </a:cubicBezTo>
                  <a:cubicBezTo>
                    <a:pt x="151" y="196"/>
                    <a:pt x="151" y="196"/>
                    <a:pt x="151" y="196"/>
                  </a:cubicBezTo>
                  <a:cubicBezTo>
                    <a:pt x="150" y="196"/>
                    <a:pt x="151" y="196"/>
                    <a:pt x="151" y="196"/>
                  </a:cubicBezTo>
                  <a:cubicBezTo>
                    <a:pt x="151" y="196"/>
                    <a:pt x="150" y="196"/>
                    <a:pt x="150" y="197"/>
                  </a:cubicBezTo>
                  <a:cubicBezTo>
                    <a:pt x="150" y="197"/>
                    <a:pt x="150" y="197"/>
                    <a:pt x="151" y="197"/>
                  </a:cubicBezTo>
                  <a:cubicBezTo>
                    <a:pt x="150" y="197"/>
                    <a:pt x="150" y="197"/>
                    <a:pt x="150" y="197"/>
                  </a:cubicBezTo>
                  <a:cubicBezTo>
                    <a:pt x="149" y="198"/>
                    <a:pt x="149" y="198"/>
                    <a:pt x="148" y="198"/>
                  </a:cubicBezTo>
                  <a:cubicBezTo>
                    <a:pt x="148" y="199"/>
                    <a:pt x="146" y="199"/>
                    <a:pt x="145" y="200"/>
                  </a:cubicBezTo>
                  <a:cubicBezTo>
                    <a:pt x="145" y="200"/>
                    <a:pt x="144" y="201"/>
                    <a:pt x="143" y="202"/>
                  </a:cubicBezTo>
                  <a:cubicBezTo>
                    <a:pt x="142" y="204"/>
                    <a:pt x="141" y="205"/>
                    <a:pt x="143" y="205"/>
                  </a:cubicBezTo>
                  <a:cubicBezTo>
                    <a:pt x="143" y="205"/>
                    <a:pt x="143" y="207"/>
                    <a:pt x="143" y="208"/>
                  </a:cubicBezTo>
                  <a:cubicBezTo>
                    <a:pt x="143" y="208"/>
                    <a:pt x="142" y="208"/>
                    <a:pt x="143" y="208"/>
                  </a:cubicBezTo>
                  <a:cubicBezTo>
                    <a:pt x="143" y="208"/>
                    <a:pt x="142" y="209"/>
                    <a:pt x="142" y="209"/>
                  </a:cubicBezTo>
                  <a:cubicBezTo>
                    <a:pt x="141" y="209"/>
                    <a:pt x="140" y="210"/>
                    <a:pt x="139" y="210"/>
                  </a:cubicBezTo>
                  <a:cubicBezTo>
                    <a:pt x="138" y="211"/>
                    <a:pt x="138" y="211"/>
                    <a:pt x="137" y="211"/>
                  </a:cubicBezTo>
                  <a:cubicBezTo>
                    <a:pt x="137" y="211"/>
                    <a:pt x="136" y="211"/>
                    <a:pt x="136" y="211"/>
                  </a:cubicBezTo>
                  <a:cubicBezTo>
                    <a:pt x="136" y="211"/>
                    <a:pt x="136" y="210"/>
                    <a:pt x="136" y="210"/>
                  </a:cubicBezTo>
                  <a:cubicBezTo>
                    <a:pt x="136" y="211"/>
                    <a:pt x="135" y="211"/>
                    <a:pt x="135" y="211"/>
                  </a:cubicBezTo>
                  <a:cubicBezTo>
                    <a:pt x="135" y="211"/>
                    <a:pt x="134" y="210"/>
                    <a:pt x="134" y="210"/>
                  </a:cubicBezTo>
                  <a:cubicBezTo>
                    <a:pt x="134" y="210"/>
                    <a:pt x="134" y="210"/>
                    <a:pt x="134" y="210"/>
                  </a:cubicBezTo>
                  <a:cubicBezTo>
                    <a:pt x="133" y="211"/>
                    <a:pt x="133" y="213"/>
                    <a:pt x="132" y="214"/>
                  </a:cubicBezTo>
                  <a:cubicBezTo>
                    <a:pt x="132" y="215"/>
                    <a:pt x="132" y="215"/>
                    <a:pt x="131" y="216"/>
                  </a:cubicBezTo>
                  <a:cubicBezTo>
                    <a:pt x="131" y="216"/>
                    <a:pt x="131" y="217"/>
                    <a:pt x="131" y="217"/>
                  </a:cubicBezTo>
                  <a:cubicBezTo>
                    <a:pt x="131" y="217"/>
                    <a:pt x="130" y="216"/>
                    <a:pt x="130" y="216"/>
                  </a:cubicBezTo>
                  <a:cubicBezTo>
                    <a:pt x="130" y="216"/>
                    <a:pt x="130" y="215"/>
                    <a:pt x="130" y="214"/>
                  </a:cubicBezTo>
                  <a:cubicBezTo>
                    <a:pt x="130" y="214"/>
                    <a:pt x="130" y="214"/>
                    <a:pt x="130" y="214"/>
                  </a:cubicBezTo>
                  <a:cubicBezTo>
                    <a:pt x="130" y="214"/>
                    <a:pt x="130" y="214"/>
                    <a:pt x="130" y="214"/>
                  </a:cubicBezTo>
                  <a:cubicBezTo>
                    <a:pt x="130" y="215"/>
                    <a:pt x="130" y="217"/>
                    <a:pt x="129" y="217"/>
                  </a:cubicBezTo>
                  <a:cubicBezTo>
                    <a:pt x="130" y="217"/>
                    <a:pt x="129" y="216"/>
                    <a:pt x="129" y="216"/>
                  </a:cubicBezTo>
                  <a:cubicBezTo>
                    <a:pt x="128" y="215"/>
                    <a:pt x="128" y="216"/>
                    <a:pt x="127" y="216"/>
                  </a:cubicBezTo>
                  <a:cubicBezTo>
                    <a:pt x="125" y="216"/>
                    <a:pt x="124" y="218"/>
                    <a:pt x="124" y="220"/>
                  </a:cubicBezTo>
                  <a:cubicBezTo>
                    <a:pt x="124" y="221"/>
                    <a:pt x="123" y="221"/>
                    <a:pt x="123" y="222"/>
                  </a:cubicBezTo>
                  <a:cubicBezTo>
                    <a:pt x="123" y="224"/>
                    <a:pt x="123" y="225"/>
                    <a:pt x="123" y="226"/>
                  </a:cubicBezTo>
                  <a:cubicBezTo>
                    <a:pt x="123" y="226"/>
                    <a:pt x="123" y="227"/>
                    <a:pt x="123" y="227"/>
                  </a:cubicBezTo>
                  <a:cubicBezTo>
                    <a:pt x="123" y="228"/>
                    <a:pt x="123" y="229"/>
                    <a:pt x="124" y="229"/>
                  </a:cubicBezTo>
                  <a:cubicBezTo>
                    <a:pt x="124" y="229"/>
                    <a:pt x="124" y="229"/>
                    <a:pt x="124" y="229"/>
                  </a:cubicBezTo>
                  <a:cubicBezTo>
                    <a:pt x="124" y="229"/>
                    <a:pt x="124" y="230"/>
                    <a:pt x="124" y="230"/>
                  </a:cubicBezTo>
                  <a:cubicBezTo>
                    <a:pt x="124" y="230"/>
                    <a:pt x="124" y="230"/>
                    <a:pt x="124" y="230"/>
                  </a:cubicBezTo>
                  <a:cubicBezTo>
                    <a:pt x="124" y="230"/>
                    <a:pt x="125" y="230"/>
                    <a:pt x="125" y="230"/>
                  </a:cubicBezTo>
                  <a:cubicBezTo>
                    <a:pt x="125" y="231"/>
                    <a:pt x="124" y="231"/>
                    <a:pt x="124" y="232"/>
                  </a:cubicBezTo>
                  <a:cubicBezTo>
                    <a:pt x="125" y="233"/>
                    <a:pt x="124" y="233"/>
                    <a:pt x="123" y="234"/>
                  </a:cubicBezTo>
                  <a:cubicBezTo>
                    <a:pt x="124" y="234"/>
                    <a:pt x="124" y="234"/>
                    <a:pt x="124" y="234"/>
                  </a:cubicBezTo>
                  <a:cubicBezTo>
                    <a:pt x="124" y="234"/>
                    <a:pt x="124" y="236"/>
                    <a:pt x="124" y="236"/>
                  </a:cubicBezTo>
                  <a:cubicBezTo>
                    <a:pt x="125" y="237"/>
                    <a:pt x="125" y="237"/>
                    <a:pt x="125" y="238"/>
                  </a:cubicBezTo>
                  <a:cubicBezTo>
                    <a:pt x="126" y="239"/>
                    <a:pt x="125" y="240"/>
                    <a:pt x="126" y="240"/>
                  </a:cubicBezTo>
                  <a:cubicBezTo>
                    <a:pt x="126" y="241"/>
                    <a:pt x="127" y="242"/>
                    <a:pt x="127" y="243"/>
                  </a:cubicBezTo>
                  <a:cubicBezTo>
                    <a:pt x="126" y="243"/>
                    <a:pt x="126" y="242"/>
                    <a:pt x="126" y="242"/>
                  </a:cubicBezTo>
                  <a:cubicBezTo>
                    <a:pt x="126" y="241"/>
                    <a:pt x="125" y="240"/>
                    <a:pt x="125" y="239"/>
                  </a:cubicBezTo>
                  <a:cubicBezTo>
                    <a:pt x="125" y="240"/>
                    <a:pt x="125" y="240"/>
                    <a:pt x="125" y="241"/>
                  </a:cubicBezTo>
                  <a:cubicBezTo>
                    <a:pt x="125" y="241"/>
                    <a:pt x="124" y="240"/>
                    <a:pt x="124" y="240"/>
                  </a:cubicBezTo>
                  <a:cubicBezTo>
                    <a:pt x="124" y="240"/>
                    <a:pt x="124" y="240"/>
                    <a:pt x="124" y="241"/>
                  </a:cubicBezTo>
                  <a:cubicBezTo>
                    <a:pt x="124" y="241"/>
                    <a:pt x="124" y="241"/>
                    <a:pt x="125" y="242"/>
                  </a:cubicBezTo>
                  <a:cubicBezTo>
                    <a:pt x="125" y="242"/>
                    <a:pt x="126" y="242"/>
                    <a:pt x="127" y="243"/>
                  </a:cubicBezTo>
                  <a:cubicBezTo>
                    <a:pt x="127" y="245"/>
                    <a:pt x="127" y="247"/>
                    <a:pt x="126" y="249"/>
                  </a:cubicBezTo>
                  <a:cubicBezTo>
                    <a:pt x="126" y="250"/>
                    <a:pt x="126" y="252"/>
                    <a:pt x="126" y="253"/>
                  </a:cubicBezTo>
                  <a:cubicBezTo>
                    <a:pt x="126" y="254"/>
                    <a:pt x="125" y="254"/>
                    <a:pt x="125" y="255"/>
                  </a:cubicBezTo>
                  <a:cubicBezTo>
                    <a:pt x="125" y="255"/>
                    <a:pt x="124" y="256"/>
                    <a:pt x="124" y="256"/>
                  </a:cubicBezTo>
                  <a:cubicBezTo>
                    <a:pt x="124" y="256"/>
                    <a:pt x="124" y="256"/>
                    <a:pt x="124" y="256"/>
                  </a:cubicBezTo>
                  <a:cubicBezTo>
                    <a:pt x="124" y="256"/>
                    <a:pt x="124" y="257"/>
                    <a:pt x="124" y="258"/>
                  </a:cubicBezTo>
                  <a:cubicBezTo>
                    <a:pt x="123" y="258"/>
                    <a:pt x="123" y="259"/>
                    <a:pt x="123" y="260"/>
                  </a:cubicBezTo>
                  <a:cubicBezTo>
                    <a:pt x="123" y="262"/>
                    <a:pt x="122" y="263"/>
                    <a:pt x="123" y="265"/>
                  </a:cubicBezTo>
                  <a:cubicBezTo>
                    <a:pt x="123" y="264"/>
                    <a:pt x="123" y="266"/>
                    <a:pt x="123" y="265"/>
                  </a:cubicBezTo>
                  <a:cubicBezTo>
                    <a:pt x="123" y="265"/>
                    <a:pt x="122" y="266"/>
                    <a:pt x="122" y="266"/>
                  </a:cubicBezTo>
                  <a:cubicBezTo>
                    <a:pt x="122" y="266"/>
                    <a:pt x="123" y="265"/>
                    <a:pt x="123" y="265"/>
                  </a:cubicBezTo>
                  <a:cubicBezTo>
                    <a:pt x="124" y="266"/>
                    <a:pt x="124" y="267"/>
                    <a:pt x="124" y="267"/>
                  </a:cubicBezTo>
                  <a:cubicBezTo>
                    <a:pt x="124" y="269"/>
                    <a:pt x="124" y="271"/>
                    <a:pt x="124" y="272"/>
                  </a:cubicBezTo>
                  <a:cubicBezTo>
                    <a:pt x="124" y="274"/>
                    <a:pt x="125" y="276"/>
                    <a:pt x="124" y="277"/>
                  </a:cubicBezTo>
                  <a:cubicBezTo>
                    <a:pt x="124" y="278"/>
                    <a:pt x="123" y="276"/>
                    <a:pt x="122" y="277"/>
                  </a:cubicBezTo>
                  <a:cubicBezTo>
                    <a:pt x="122" y="277"/>
                    <a:pt x="123" y="277"/>
                    <a:pt x="123" y="277"/>
                  </a:cubicBezTo>
                  <a:cubicBezTo>
                    <a:pt x="123" y="278"/>
                    <a:pt x="122" y="277"/>
                    <a:pt x="122" y="277"/>
                  </a:cubicBezTo>
                  <a:cubicBezTo>
                    <a:pt x="121" y="277"/>
                    <a:pt x="122" y="277"/>
                    <a:pt x="122" y="277"/>
                  </a:cubicBezTo>
                  <a:cubicBezTo>
                    <a:pt x="122" y="277"/>
                    <a:pt x="120" y="277"/>
                    <a:pt x="120" y="277"/>
                  </a:cubicBezTo>
                  <a:cubicBezTo>
                    <a:pt x="119" y="277"/>
                    <a:pt x="119" y="278"/>
                    <a:pt x="118" y="279"/>
                  </a:cubicBezTo>
                  <a:cubicBezTo>
                    <a:pt x="118" y="280"/>
                    <a:pt x="119" y="280"/>
                    <a:pt x="118" y="281"/>
                  </a:cubicBezTo>
                  <a:cubicBezTo>
                    <a:pt x="118" y="282"/>
                    <a:pt x="117" y="283"/>
                    <a:pt x="116" y="284"/>
                  </a:cubicBezTo>
                  <a:cubicBezTo>
                    <a:pt x="116" y="285"/>
                    <a:pt x="115" y="287"/>
                    <a:pt x="117" y="288"/>
                  </a:cubicBezTo>
                  <a:cubicBezTo>
                    <a:pt x="118" y="288"/>
                    <a:pt x="119" y="288"/>
                    <a:pt x="120" y="288"/>
                  </a:cubicBezTo>
                  <a:cubicBezTo>
                    <a:pt x="120" y="288"/>
                    <a:pt x="121" y="290"/>
                    <a:pt x="121" y="290"/>
                  </a:cubicBezTo>
                  <a:cubicBezTo>
                    <a:pt x="121" y="289"/>
                    <a:pt x="120" y="289"/>
                    <a:pt x="119" y="289"/>
                  </a:cubicBezTo>
                  <a:cubicBezTo>
                    <a:pt x="119" y="288"/>
                    <a:pt x="118" y="289"/>
                    <a:pt x="117" y="289"/>
                  </a:cubicBezTo>
                  <a:cubicBezTo>
                    <a:pt x="116" y="289"/>
                    <a:pt x="115" y="289"/>
                    <a:pt x="114" y="289"/>
                  </a:cubicBezTo>
                  <a:cubicBezTo>
                    <a:pt x="113" y="290"/>
                    <a:pt x="111" y="290"/>
                    <a:pt x="110" y="291"/>
                  </a:cubicBezTo>
                  <a:cubicBezTo>
                    <a:pt x="109" y="292"/>
                    <a:pt x="109" y="293"/>
                    <a:pt x="109" y="294"/>
                  </a:cubicBezTo>
                  <a:cubicBezTo>
                    <a:pt x="109" y="294"/>
                    <a:pt x="109" y="294"/>
                    <a:pt x="109" y="294"/>
                  </a:cubicBezTo>
                  <a:cubicBezTo>
                    <a:pt x="109" y="294"/>
                    <a:pt x="108" y="295"/>
                    <a:pt x="109" y="295"/>
                  </a:cubicBezTo>
                  <a:cubicBezTo>
                    <a:pt x="109" y="296"/>
                    <a:pt x="108" y="297"/>
                    <a:pt x="108" y="298"/>
                  </a:cubicBezTo>
                  <a:cubicBezTo>
                    <a:pt x="108" y="299"/>
                    <a:pt x="106" y="299"/>
                    <a:pt x="105" y="300"/>
                  </a:cubicBezTo>
                  <a:cubicBezTo>
                    <a:pt x="105" y="300"/>
                    <a:pt x="105" y="300"/>
                    <a:pt x="105" y="300"/>
                  </a:cubicBezTo>
                  <a:cubicBezTo>
                    <a:pt x="105" y="301"/>
                    <a:pt x="104" y="301"/>
                    <a:pt x="104" y="301"/>
                  </a:cubicBezTo>
                  <a:cubicBezTo>
                    <a:pt x="104" y="301"/>
                    <a:pt x="103" y="301"/>
                    <a:pt x="103" y="302"/>
                  </a:cubicBezTo>
                  <a:cubicBezTo>
                    <a:pt x="101" y="301"/>
                    <a:pt x="99" y="300"/>
                    <a:pt x="98" y="298"/>
                  </a:cubicBezTo>
                  <a:cubicBezTo>
                    <a:pt x="97" y="297"/>
                    <a:pt x="96" y="296"/>
                    <a:pt x="95" y="295"/>
                  </a:cubicBezTo>
                  <a:cubicBezTo>
                    <a:pt x="95" y="294"/>
                    <a:pt x="94" y="294"/>
                    <a:pt x="94" y="293"/>
                  </a:cubicBezTo>
                  <a:cubicBezTo>
                    <a:pt x="94" y="293"/>
                    <a:pt x="93" y="293"/>
                    <a:pt x="93" y="292"/>
                  </a:cubicBezTo>
                  <a:cubicBezTo>
                    <a:pt x="93" y="292"/>
                    <a:pt x="94" y="293"/>
                    <a:pt x="94" y="292"/>
                  </a:cubicBezTo>
                  <a:cubicBezTo>
                    <a:pt x="93" y="292"/>
                    <a:pt x="93" y="292"/>
                    <a:pt x="93" y="292"/>
                  </a:cubicBezTo>
                  <a:cubicBezTo>
                    <a:pt x="93" y="292"/>
                    <a:pt x="94" y="292"/>
                    <a:pt x="94" y="292"/>
                  </a:cubicBezTo>
                  <a:cubicBezTo>
                    <a:pt x="94" y="292"/>
                    <a:pt x="94" y="291"/>
                    <a:pt x="94" y="291"/>
                  </a:cubicBezTo>
                  <a:cubicBezTo>
                    <a:pt x="94" y="291"/>
                    <a:pt x="93" y="291"/>
                    <a:pt x="93" y="292"/>
                  </a:cubicBezTo>
                  <a:cubicBezTo>
                    <a:pt x="93" y="291"/>
                    <a:pt x="93" y="292"/>
                    <a:pt x="93" y="292"/>
                  </a:cubicBezTo>
                  <a:cubicBezTo>
                    <a:pt x="93" y="291"/>
                    <a:pt x="92" y="291"/>
                    <a:pt x="92" y="290"/>
                  </a:cubicBezTo>
                  <a:cubicBezTo>
                    <a:pt x="93" y="290"/>
                    <a:pt x="92" y="289"/>
                    <a:pt x="92" y="289"/>
                  </a:cubicBezTo>
                  <a:cubicBezTo>
                    <a:pt x="92" y="289"/>
                    <a:pt x="92" y="290"/>
                    <a:pt x="92" y="290"/>
                  </a:cubicBezTo>
                  <a:cubicBezTo>
                    <a:pt x="91" y="289"/>
                    <a:pt x="91" y="287"/>
                    <a:pt x="90" y="286"/>
                  </a:cubicBezTo>
                  <a:cubicBezTo>
                    <a:pt x="90" y="285"/>
                    <a:pt x="90" y="284"/>
                    <a:pt x="90" y="283"/>
                  </a:cubicBezTo>
                  <a:cubicBezTo>
                    <a:pt x="90" y="283"/>
                    <a:pt x="89" y="281"/>
                    <a:pt x="90" y="281"/>
                  </a:cubicBezTo>
                  <a:cubicBezTo>
                    <a:pt x="90" y="281"/>
                    <a:pt x="90" y="281"/>
                    <a:pt x="90" y="281"/>
                  </a:cubicBezTo>
                  <a:cubicBezTo>
                    <a:pt x="90" y="281"/>
                    <a:pt x="90" y="282"/>
                    <a:pt x="90" y="282"/>
                  </a:cubicBezTo>
                  <a:cubicBezTo>
                    <a:pt x="90" y="282"/>
                    <a:pt x="90" y="282"/>
                    <a:pt x="90" y="282"/>
                  </a:cubicBezTo>
                  <a:cubicBezTo>
                    <a:pt x="90" y="282"/>
                    <a:pt x="90" y="282"/>
                    <a:pt x="90" y="282"/>
                  </a:cubicBezTo>
                  <a:cubicBezTo>
                    <a:pt x="90" y="282"/>
                    <a:pt x="90" y="283"/>
                    <a:pt x="91" y="284"/>
                  </a:cubicBezTo>
                  <a:cubicBezTo>
                    <a:pt x="91" y="283"/>
                    <a:pt x="90" y="282"/>
                    <a:pt x="90" y="282"/>
                  </a:cubicBezTo>
                  <a:cubicBezTo>
                    <a:pt x="91" y="282"/>
                    <a:pt x="91" y="283"/>
                    <a:pt x="91" y="284"/>
                  </a:cubicBezTo>
                  <a:cubicBezTo>
                    <a:pt x="91" y="284"/>
                    <a:pt x="91" y="284"/>
                    <a:pt x="91" y="285"/>
                  </a:cubicBezTo>
                  <a:cubicBezTo>
                    <a:pt x="91" y="286"/>
                    <a:pt x="91" y="286"/>
                    <a:pt x="92" y="286"/>
                  </a:cubicBezTo>
                  <a:cubicBezTo>
                    <a:pt x="92" y="286"/>
                    <a:pt x="92" y="285"/>
                    <a:pt x="92" y="285"/>
                  </a:cubicBezTo>
                  <a:cubicBezTo>
                    <a:pt x="92" y="285"/>
                    <a:pt x="91" y="282"/>
                    <a:pt x="91" y="281"/>
                  </a:cubicBezTo>
                  <a:cubicBezTo>
                    <a:pt x="90" y="281"/>
                    <a:pt x="90" y="281"/>
                    <a:pt x="90" y="280"/>
                  </a:cubicBezTo>
                  <a:cubicBezTo>
                    <a:pt x="90" y="279"/>
                    <a:pt x="89" y="279"/>
                    <a:pt x="89" y="279"/>
                  </a:cubicBezTo>
                  <a:cubicBezTo>
                    <a:pt x="89" y="279"/>
                    <a:pt x="90" y="280"/>
                    <a:pt x="90" y="280"/>
                  </a:cubicBezTo>
                  <a:cubicBezTo>
                    <a:pt x="89" y="280"/>
                    <a:pt x="89" y="279"/>
                    <a:pt x="89" y="279"/>
                  </a:cubicBezTo>
                  <a:cubicBezTo>
                    <a:pt x="89" y="278"/>
                    <a:pt x="90" y="278"/>
                    <a:pt x="89" y="277"/>
                  </a:cubicBezTo>
                  <a:cubicBezTo>
                    <a:pt x="89" y="278"/>
                    <a:pt x="89" y="279"/>
                    <a:pt x="88" y="278"/>
                  </a:cubicBezTo>
                  <a:cubicBezTo>
                    <a:pt x="88" y="277"/>
                    <a:pt x="88" y="276"/>
                    <a:pt x="88" y="275"/>
                  </a:cubicBezTo>
                  <a:cubicBezTo>
                    <a:pt x="87" y="274"/>
                    <a:pt x="86" y="273"/>
                    <a:pt x="86" y="272"/>
                  </a:cubicBezTo>
                  <a:cubicBezTo>
                    <a:pt x="86" y="271"/>
                    <a:pt x="86" y="271"/>
                    <a:pt x="86" y="271"/>
                  </a:cubicBezTo>
                  <a:cubicBezTo>
                    <a:pt x="85" y="270"/>
                    <a:pt x="85" y="269"/>
                    <a:pt x="85" y="269"/>
                  </a:cubicBezTo>
                  <a:cubicBezTo>
                    <a:pt x="85" y="268"/>
                    <a:pt x="84" y="267"/>
                    <a:pt x="84" y="266"/>
                  </a:cubicBezTo>
                  <a:cubicBezTo>
                    <a:pt x="84" y="265"/>
                    <a:pt x="83" y="264"/>
                    <a:pt x="82" y="264"/>
                  </a:cubicBezTo>
                  <a:cubicBezTo>
                    <a:pt x="82" y="263"/>
                    <a:pt x="82" y="262"/>
                    <a:pt x="81" y="261"/>
                  </a:cubicBezTo>
                  <a:cubicBezTo>
                    <a:pt x="81" y="260"/>
                    <a:pt x="80" y="260"/>
                    <a:pt x="80" y="260"/>
                  </a:cubicBezTo>
                  <a:cubicBezTo>
                    <a:pt x="79" y="259"/>
                    <a:pt x="80" y="259"/>
                    <a:pt x="80" y="259"/>
                  </a:cubicBezTo>
                  <a:cubicBezTo>
                    <a:pt x="80" y="259"/>
                    <a:pt x="80" y="259"/>
                    <a:pt x="80" y="259"/>
                  </a:cubicBezTo>
                  <a:cubicBezTo>
                    <a:pt x="80" y="259"/>
                    <a:pt x="79" y="259"/>
                    <a:pt x="79" y="258"/>
                  </a:cubicBezTo>
                  <a:cubicBezTo>
                    <a:pt x="79" y="258"/>
                    <a:pt x="79" y="258"/>
                    <a:pt x="79" y="258"/>
                  </a:cubicBezTo>
                  <a:cubicBezTo>
                    <a:pt x="80" y="258"/>
                    <a:pt x="79" y="258"/>
                    <a:pt x="79" y="258"/>
                  </a:cubicBezTo>
                  <a:cubicBezTo>
                    <a:pt x="78" y="258"/>
                    <a:pt x="78" y="258"/>
                    <a:pt x="78" y="258"/>
                  </a:cubicBezTo>
                  <a:cubicBezTo>
                    <a:pt x="78" y="257"/>
                    <a:pt x="77" y="256"/>
                    <a:pt x="78" y="256"/>
                  </a:cubicBezTo>
                  <a:cubicBezTo>
                    <a:pt x="77" y="256"/>
                    <a:pt x="77" y="256"/>
                    <a:pt x="77" y="256"/>
                  </a:cubicBezTo>
                  <a:cubicBezTo>
                    <a:pt x="77" y="255"/>
                    <a:pt x="76" y="254"/>
                    <a:pt x="76" y="253"/>
                  </a:cubicBezTo>
                  <a:cubicBezTo>
                    <a:pt x="75" y="252"/>
                    <a:pt x="75" y="250"/>
                    <a:pt x="74" y="249"/>
                  </a:cubicBezTo>
                  <a:cubicBezTo>
                    <a:pt x="75" y="249"/>
                    <a:pt x="75" y="249"/>
                    <a:pt x="75" y="249"/>
                  </a:cubicBezTo>
                  <a:cubicBezTo>
                    <a:pt x="75" y="249"/>
                    <a:pt x="75" y="249"/>
                    <a:pt x="74" y="249"/>
                  </a:cubicBezTo>
                  <a:cubicBezTo>
                    <a:pt x="74" y="249"/>
                    <a:pt x="74" y="248"/>
                    <a:pt x="74" y="247"/>
                  </a:cubicBezTo>
                  <a:cubicBezTo>
                    <a:pt x="73" y="246"/>
                    <a:pt x="73" y="244"/>
                    <a:pt x="72" y="243"/>
                  </a:cubicBezTo>
                  <a:cubicBezTo>
                    <a:pt x="72" y="243"/>
                    <a:pt x="72" y="243"/>
                    <a:pt x="72" y="243"/>
                  </a:cubicBezTo>
                  <a:cubicBezTo>
                    <a:pt x="73" y="243"/>
                    <a:pt x="72" y="242"/>
                    <a:pt x="72" y="242"/>
                  </a:cubicBezTo>
                  <a:cubicBezTo>
                    <a:pt x="72" y="241"/>
                    <a:pt x="72" y="241"/>
                    <a:pt x="72" y="241"/>
                  </a:cubicBezTo>
                  <a:cubicBezTo>
                    <a:pt x="72" y="240"/>
                    <a:pt x="72" y="240"/>
                    <a:pt x="73" y="240"/>
                  </a:cubicBezTo>
                  <a:cubicBezTo>
                    <a:pt x="73" y="240"/>
                    <a:pt x="72" y="240"/>
                    <a:pt x="72" y="240"/>
                  </a:cubicBezTo>
                  <a:cubicBezTo>
                    <a:pt x="72" y="240"/>
                    <a:pt x="72" y="240"/>
                    <a:pt x="72" y="240"/>
                  </a:cubicBezTo>
                  <a:cubicBezTo>
                    <a:pt x="72" y="240"/>
                    <a:pt x="72" y="239"/>
                    <a:pt x="72" y="239"/>
                  </a:cubicBezTo>
                  <a:cubicBezTo>
                    <a:pt x="71" y="238"/>
                    <a:pt x="71" y="237"/>
                    <a:pt x="71" y="237"/>
                  </a:cubicBezTo>
                  <a:cubicBezTo>
                    <a:pt x="70" y="236"/>
                    <a:pt x="69" y="235"/>
                    <a:pt x="69" y="234"/>
                  </a:cubicBezTo>
                  <a:cubicBezTo>
                    <a:pt x="70" y="234"/>
                    <a:pt x="70" y="234"/>
                    <a:pt x="70" y="234"/>
                  </a:cubicBezTo>
                  <a:cubicBezTo>
                    <a:pt x="70" y="233"/>
                    <a:pt x="69" y="233"/>
                    <a:pt x="69" y="233"/>
                  </a:cubicBezTo>
                  <a:cubicBezTo>
                    <a:pt x="69" y="232"/>
                    <a:pt x="68" y="231"/>
                    <a:pt x="68" y="231"/>
                  </a:cubicBezTo>
                  <a:cubicBezTo>
                    <a:pt x="69" y="231"/>
                    <a:pt x="69" y="231"/>
                    <a:pt x="69" y="231"/>
                  </a:cubicBezTo>
                  <a:cubicBezTo>
                    <a:pt x="69" y="231"/>
                    <a:pt x="69" y="231"/>
                    <a:pt x="69" y="231"/>
                  </a:cubicBezTo>
                  <a:cubicBezTo>
                    <a:pt x="69" y="231"/>
                    <a:pt x="68" y="231"/>
                    <a:pt x="68" y="230"/>
                  </a:cubicBezTo>
                  <a:cubicBezTo>
                    <a:pt x="68" y="230"/>
                    <a:pt x="68" y="231"/>
                    <a:pt x="68" y="231"/>
                  </a:cubicBezTo>
                  <a:cubicBezTo>
                    <a:pt x="68" y="230"/>
                    <a:pt x="68" y="230"/>
                    <a:pt x="68" y="230"/>
                  </a:cubicBezTo>
                  <a:cubicBezTo>
                    <a:pt x="68" y="230"/>
                    <a:pt x="67" y="230"/>
                    <a:pt x="67" y="229"/>
                  </a:cubicBezTo>
                  <a:cubicBezTo>
                    <a:pt x="67" y="229"/>
                    <a:pt x="67" y="229"/>
                    <a:pt x="67" y="228"/>
                  </a:cubicBezTo>
                  <a:cubicBezTo>
                    <a:pt x="67" y="228"/>
                    <a:pt x="66" y="228"/>
                    <a:pt x="66" y="228"/>
                  </a:cubicBezTo>
                  <a:cubicBezTo>
                    <a:pt x="66" y="227"/>
                    <a:pt x="66" y="227"/>
                    <a:pt x="67" y="227"/>
                  </a:cubicBezTo>
                  <a:cubicBezTo>
                    <a:pt x="67" y="227"/>
                    <a:pt x="67" y="227"/>
                    <a:pt x="66" y="227"/>
                  </a:cubicBezTo>
                  <a:cubicBezTo>
                    <a:pt x="65" y="228"/>
                    <a:pt x="65" y="226"/>
                    <a:pt x="65" y="225"/>
                  </a:cubicBezTo>
                  <a:cubicBezTo>
                    <a:pt x="64" y="225"/>
                    <a:pt x="64" y="225"/>
                    <a:pt x="64" y="224"/>
                  </a:cubicBezTo>
                  <a:cubicBezTo>
                    <a:pt x="64" y="224"/>
                    <a:pt x="64" y="224"/>
                    <a:pt x="64" y="223"/>
                  </a:cubicBezTo>
                  <a:cubicBezTo>
                    <a:pt x="64" y="223"/>
                    <a:pt x="63" y="222"/>
                    <a:pt x="63" y="222"/>
                  </a:cubicBezTo>
                  <a:cubicBezTo>
                    <a:pt x="63" y="221"/>
                    <a:pt x="62" y="221"/>
                    <a:pt x="62" y="221"/>
                  </a:cubicBezTo>
                  <a:cubicBezTo>
                    <a:pt x="63" y="221"/>
                    <a:pt x="63" y="221"/>
                    <a:pt x="64" y="221"/>
                  </a:cubicBezTo>
                  <a:cubicBezTo>
                    <a:pt x="64" y="221"/>
                    <a:pt x="63" y="221"/>
                    <a:pt x="62" y="221"/>
                  </a:cubicBezTo>
                  <a:cubicBezTo>
                    <a:pt x="62" y="220"/>
                    <a:pt x="63" y="220"/>
                    <a:pt x="63" y="220"/>
                  </a:cubicBezTo>
                  <a:cubicBezTo>
                    <a:pt x="62" y="221"/>
                    <a:pt x="61" y="219"/>
                    <a:pt x="62" y="218"/>
                  </a:cubicBezTo>
                  <a:cubicBezTo>
                    <a:pt x="62" y="218"/>
                    <a:pt x="62" y="219"/>
                    <a:pt x="61" y="218"/>
                  </a:cubicBezTo>
                  <a:cubicBezTo>
                    <a:pt x="61" y="218"/>
                    <a:pt x="61" y="218"/>
                    <a:pt x="61" y="217"/>
                  </a:cubicBezTo>
                  <a:cubicBezTo>
                    <a:pt x="61" y="217"/>
                    <a:pt x="61" y="217"/>
                    <a:pt x="60" y="217"/>
                  </a:cubicBezTo>
                  <a:cubicBezTo>
                    <a:pt x="60" y="216"/>
                    <a:pt x="60" y="216"/>
                    <a:pt x="60" y="215"/>
                  </a:cubicBezTo>
                  <a:cubicBezTo>
                    <a:pt x="59" y="215"/>
                    <a:pt x="58" y="214"/>
                    <a:pt x="59" y="214"/>
                  </a:cubicBezTo>
                  <a:cubicBezTo>
                    <a:pt x="58" y="214"/>
                    <a:pt x="58" y="213"/>
                    <a:pt x="59" y="212"/>
                  </a:cubicBezTo>
                  <a:cubicBezTo>
                    <a:pt x="58" y="212"/>
                    <a:pt x="58" y="213"/>
                    <a:pt x="58" y="213"/>
                  </a:cubicBezTo>
                  <a:cubicBezTo>
                    <a:pt x="58" y="213"/>
                    <a:pt x="58" y="212"/>
                    <a:pt x="58" y="212"/>
                  </a:cubicBezTo>
                  <a:cubicBezTo>
                    <a:pt x="58" y="212"/>
                    <a:pt x="57" y="211"/>
                    <a:pt x="57" y="210"/>
                  </a:cubicBezTo>
                  <a:cubicBezTo>
                    <a:pt x="57" y="210"/>
                    <a:pt x="56" y="209"/>
                    <a:pt x="57" y="208"/>
                  </a:cubicBezTo>
                  <a:cubicBezTo>
                    <a:pt x="57" y="209"/>
                    <a:pt x="57" y="209"/>
                    <a:pt x="57" y="209"/>
                  </a:cubicBezTo>
                  <a:cubicBezTo>
                    <a:pt x="57" y="209"/>
                    <a:pt x="57" y="209"/>
                    <a:pt x="57" y="208"/>
                  </a:cubicBezTo>
                  <a:cubicBezTo>
                    <a:pt x="57" y="208"/>
                    <a:pt x="57" y="208"/>
                    <a:pt x="57" y="208"/>
                  </a:cubicBezTo>
                  <a:cubicBezTo>
                    <a:pt x="57" y="208"/>
                    <a:pt x="57" y="208"/>
                    <a:pt x="57" y="208"/>
                  </a:cubicBezTo>
                  <a:cubicBezTo>
                    <a:pt x="57" y="207"/>
                    <a:pt x="57" y="208"/>
                    <a:pt x="57" y="207"/>
                  </a:cubicBezTo>
                  <a:cubicBezTo>
                    <a:pt x="56" y="207"/>
                    <a:pt x="56" y="206"/>
                    <a:pt x="56" y="206"/>
                  </a:cubicBezTo>
                  <a:cubicBezTo>
                    <a:pt x="56" y="205"/>
                    <a:pt x="56" y="205"/>
                    <a:pt x="56" y="204"/>
                  </a:cubicBezTo>
                  <a:cubicBezTo>
                    <a:pt x="56" y="204"/>
                    <a:pt x="56" y="203"/>
                    <a:pt x="56" y="203"/>
                  </a:cubicBezTo>
                  <a:cubicBezTo>
                    <a:pt x="56" y="203"/>
                    <a:pt x="56" y="202"/>
                    <a:pt x="55" y="202"/>
                  </a:cubicBezTo>
                  <a:cubicBezTo>
                    <a:pt x="55" y="201"/>
                    <a:pt x="55" y="201"/>
                    <a:pt x="55" y="200"/>
                  </a:cubicBezTo>
                  <a:cubicBezTo>
                    <a:pt x="55" y="200"/>
                    <a:pt x="55" y="200"/>
                    <a:pt x="55" y="200"/>
                  </a:cubicBezTo>
                  <a:cubicBezTo>
                    <a:pt x="55" y="200"/>
                    <a:pt x="54" y="199"/>
                    <a:pt x="54" y="198"/>
                  </a:cubicBezTo>
                  <a:cubicBezTo>
                    <a:pt x="54" y="198"/>
                    <a:pt x="54" y="198"/>
                    <a:pt x="54" y="197"/>
                  </a:cubicBezTo>
                  <a:cubicBezTo>
                    <a:pt x="54" y="197"/>
                    <a:pt x="54" y="197"/>
                    <a:pt x="54" y="197"/>
                  </a:cubicBezTo>
                  <a:cubicBezTo>
                    <a:pt x="53" y="197"/>
                    <a:pt x="53" y="195"/>
                    <a:pt x="53" y="194"/>
                  </a:cubicBezTo>
                  <a:cubicBezTo>
                    <a:pt x="53" y="194"/>
                    <a:pt x="52" y="193"/>
                    <a:pt x="52" y="193"/>
                  </a:cubicBezTo>
                  <a:cubicBezTo>
                    <a:pt x="52" y="192"/>
                    <a:pt x="52" y="192"/>
                    <a:pt x="52" y="192"/>
                  </a:cubicBezTo>
                  <a:cubicBezTo>
                    <a:pt x="52" y="192"/>
                    <a:pt x="53" y="192"/>
                    <a:pt x="52" y="192"/>
                  </a:cubicBezTo>
                  <a:cubicBezTo>
                    <a:pt x="53" y="192"/>
                    <a:pt x="52" y="192"/>
                    <a:pt x="52" y="192"/>
                  </a:cubicBezTo>
                  <a:cubicBezTo>
                    <a:pt x="52" y="192"/>
                    <a:pt x="52" y="191"/>
                    <a:pt x="52" y="191"/>
                  </a:cubicBezTo>
                  <a:cubicBezTo>
                    <a:pt x="52" y="191"/>
                    <a:pt x="51" y="190"/>
                    <a:pt x="51" y="189"/>
                  </a:cubicBezTo>
                  <a:cubicBezTo>
                    <a:pt x="51" y="189"/>
                    <a:pt x="53" y="190"/>
                    <a:pt x="53" y="190"/>
                  </a:cubicBezTo>
                  <a:cubicBezTo>
                    <a:pt x="53" y="190"/>
                    <a:pt x="53" y="189"/>
                    <a:pt x="52" y="189"/>
                  </a:cubicBezTo>
                  <a:cubicBezTo>
                    <a:pt x="52" y="189"/>
                    <a:pt x="51" y="189"/>
                    <a:pt x="51" y="188"/>
                  </a:cubicBezTo>
                  <a:cubicBezTo>
                    <a:pt x="51" y="188"/>
                    <a:pt x="50" y="187"/>
                    <a:pt x="51" y="187"/>
                  </a:cubicBezTo>
                  <a:cubicBezTo>
                    <a:pt x="51" y="186"/>
                    <a:pt x="52" y="188"/>
                    <a:pt x="52" y="187"/>
                  </a:cubicBezTo>
                  <a:cubicBezTo>
                    <a:pt x="52" y="187"/>
                    <a:pt x="51" y="186"/>
                    <a:pt x="51" y="186"/>
                  </a:cubicBezTo>
                  <a:cubicBezTo>
                    <a:pt x="51" y="186"/>
                    <a:pt x="51" y="187"/>
                    <a:pt x="51" y="186"/>
                  </a:cubicBezTo>
                  <a:cubicBezTo>
                    <a:pt x="51" y="186"/>
                    <a:pt x="50" y="186"/>
                    <a:pt x="50" y="185"/>
                  </a:cubicBezTo>
                  <a:cubicBezTo>
                    <a:pt x="50" y="185"/>
                    <a:pt x="50" y="184"/>
                    <a:pt x="50" y="184"/>
                  </a:cubicBezTo>
                  <a:cubicBezTo>
                    <a:pt x="51" y="183"/>
                    <a:pt x="51" y="184"/>
                    <a:pt x="51" y="184"/>
                  </a:cubicBezTo>
                  <a:cubicBezTo>
                    <a:pt x="51" y="184"/>
                    <a:pt x="52" y="184"/>
                    <a:pt x="51" y="184"/>
                  </a:cubicBezTo>
                  <a:cubicBezTo>
                    <a:pt x="51" y="183"/>
                    <a:pt x="51" y="183"/>
                    <a:pt x="51" y="183"/>
                  </a:cubicBezTo>
                  <a:cubicBezTo>
                    <a:pt x="51" y="183"/>
                    <a:pt x="50" y="183"/>
                    <a:pt x="50" y="182"/>
                  </a:cubicBezTo>
                  <a:cubicBezTo>
                    <a:pt x="50" y="182"/>
                    <a:pt x="51" y="182"/>
                    <a:pt x="51" y="182"/>
                  </a:cubicBezTo>
                  <a:cubicBezTo>
                    <a:pt x="51" y="182"/>
                    <a:pt x="51" y="182"/>
                    <a:pt x="51" y="182"/>
                  </a:cubicBezTo>
                  <a:cubicBezTo>
                    <a:pt x="51" y="182"/>
                    <a:pt x="52" y="181"/>
                    <a:pt x="52" y="181"/>
                  </a:cubicBezTo>
                  <a:cubicBezTo>
                    <a:pt x="51" y="181"/>
                    <a:pt x="51" y="182"/>
                    <a:pt x="51" y="181"/>
                  </a:cubicBezTo>
                  <a:cubicBezTo>
                    <a:pt x="51" y="181"/>
                    <a:pt x="51" y="180"/>
                    <a:pt x="51" y="180"/>
                  </a:cubicBezTo>
                  <a:cubicBezTo>
                    <a:pt x="51" y="180"/>
                    <a:pt x="50" y="182"/>
                    <a:pt x="50" y="181"/>
                  </a:cubicBezTo>
                  <a:cubicBezTo>
                    <a:pt x="50" y="181"/>
                    <a:pt x="50" y="183"/>
                    <a:pt x="49" y="183"/>
                  </a:cubicBezTo>
                  <a:cubicBezTo>
                    <a:pt x="50" y="183"/>
                    <a:pt x="49" y="182"/>
                    <a:pt x="49" y="182"/>
                  </a:cubicBezTo>
                  <a:cubicBezTo>
                    <a:pt x="49" y="182"/>
                    <a:pt x="49" y="181"/>
                    <a:pt x="49" y="181"/>
                  </a:cubicBezTo>
                  <a:cubicBezTo>
                    <a:pt x="49" y="181"/>
                    <a:pt x="49" y="180"/>
                    <a:pt x="49" y="180"/>
                  </a:cubicBezTo>
                  <a:cubicBezTo>
                    <a:pt x="49" y="180"/>
                    <a:pt x="49" y="180"/>
                    <a:pt x="49" y="180"/>
                  </a:cubicBezTo>
                  <a:cubicBezTo>
                    <a:pt x="49" y="179"/>
                    <a:pt x="49" y="179"/>
                    <a:pt x="49" y="179"/>
                  </a:cubicBezTo>
                  <a:cubicBezTo>
                    <a:pt x="49" y="179"/>
                    <a:pt x="49" y="179"/>
                    <a:pt x="49" y="179"/>
                  </a:cubicBezTo>
                  <a:cubicBezTo>
                    <a:pt x="48" y="179"/>
                    <a:pt x="49" y="177"/>
                    <a:pt x="50" y="178"/>
                  </a:cubicBezTo>
                  <a:cubicBezTo>
                    <a:pt x="50" y="178"/>
                    <a:pt x="52" y="179"/>
                    <a:pt x="51" y="179"/>
                  </a:cubicBezTo>
                  <a:cubicBezTo>
                    <a:pt x="52" y="179"/>
                    <a:pt x="51" y="178"/>
                    <a:pt x="51" y="178"/>
                  </a:cubicBezTo>
                  <a:cubicBezTo>
                    <a:pt x="50" y="178"/>
                    <a:pt x="50" y="178"/>
                    <a:pt x="49" y="178"/>
                  </a:cubicBezTo>
                  <a:cubicBezTo>
                    <a:pt x="49" y="178"/>
                    <a:pt x="48" y="177"/>
                    <a:pt x="48" y="176"/>
                  </a:cubicBezTo>
                  <a:cubicBezTo>
                    <a:pt x="48" y="176"/>
                    <a:pt x="49" y="176"/>
                    <a:pt x="49" y="176"/>
                  </a:cubicBezTo>
                  <a:cubicBezTo>
                    <a:pt x="49" y="176"/>
                    <a:pt x="49" y="176"/>
                    <a:pt x="48" y="175"/>
                  </a:cubicBezTo>
                  <a:cubicBezTo>
                    <a:pt x="48" y="175"/>
                    <a:pt x="48" y="176"/>
                    <a:pt x="48" y="176"/>
                  </a:cubicBezTo>
                  <a:cubicBezTo>
                    <a:pt x="48" y="176"/>
                    <a:pt x="48" y="174"/>
                    <a:pt x="48" y="174"/>
                  </a:cubicBezTo>
                  <a:cubicBezTo>
                    <a:pt x="48" y="174"/>
                    <a:pt x="48" y="174"/>
                    <a:pt x="48" y="174"/>
                  </a:cubicBezTo>
                  <a:cubicBezTo>
                    <a:pt x="48" y="174"/>
                    <a:pt x="48" y="173"/>
                    <a:pt x="48" y="173"/>
                  </a:cubicBezTo>
                  <a:cubicBezTo>
                    <a:pt x="48" y="173"/>
                    <a:pt x="47" y="173"/>
                    <a:pt x="47" y="173"/>
                  </a:cubicBezTo>
                  <a:cubicBezTo>
                    <a:pt x="47" y="173"/>
                    <a:pt x="47" y="172"/>
                    <a:pt x="47" y="172"/>
                  </a:cubicBezTo>
                  <a:cubicBezTo>
                    <a:pt x="47" y="171"/>
                    <a:pt x="47" y="169"/>
                    <a:pt x="48" y="168"/>
                  </a:cubicBezTo>
                  <a:cubicBezTo>
                    <a:pt x="48" y="167"/>
                    <a:pt x="49" y="166"/>
                    <a:pt x="48" y="164"/>
                  </a:cubicBezTo>
                  <a:cubicBezTo>
                    <a:pt x="48" y="164"/>
                    <a:pt x="48" y="163"/>
                    <a:pt x="49" y="163"/>
                  </a:cubicBezTo>
                  <a:cubicBezTo>
                    <a:pt x="49" y="162"/>
                    <a:pt x="49" y="162"/>
                    <a:pt x="49" y="162"/>
                  </a:cubicBezTo>
                  <a:cubicBezTo>
                    <a:pt x="48" y="162"/>
                    <a:pt x="48" y="161"/>
                    <a:pt x="48" y="161"/>
                  </a:cubicBezTo>
                  <a:cubicBezTo>
                    <a:pt x="48" y="161"/>
                    <a:pt x="48" y="161"/>
                    <a:pt x="48" y="160"/>
                  </a:cubicBezTo>
                  <a:cubicBezTo>
                    <a:pt x="48" y="160"/>
                    <a:pt x="48" y="160"/>
                    <a:pt x="48" y="160"/>
                  </a:cubicBezTo>
                  <a:cubicBezTo>
                    <a:pt x="48" y="160"/>
                    <a:pt x="47" y="159"/>
                    <a:pt x="47" y="159"/>
                  </a:cubicBezTo>
                  <a:cubicBezTo>
                    <a:pt x="47" y="159"/>
                    <a:pt x="48" y="159"/>
                    <a:pt x="47" y="158"/>
                  </a:cubicBezTo>
                  <a:cubicBezTo>
                    <a:pt x="47" y="158"/>
                    <a:pt x="46" y="159"/>
                    <a:pt x="46" y="158"/>
                  </a:cubicBezTo>
                  <a:cubicBezTo>
                    <a:pt x="46" y="158"/>
                    <a:pt x="46" y="158"/>
                    <a:pt x="46" y="158"/>
                  </a:cubicBezTo>
                  <a:cubicBezTo>
                    <a:pt x="46" y="158"/>
                    <a:pt x="46" y="158"/>
                    <a:pt x="46" y="158"/>
                  </a:cubicBezTo>
                  <a:cubicBezTo>
                    <a:pt x="46" y="159"/>
                    <a:pt x="45" y="158"/>
                    <a:pt x="45" y="158"/>
                  </a:cubicBezTo>
                  <a:cubicBezTo>
                    <a:pt x="46" y="158"/>
                    <a:pt x="46" y="158"/>
                    <a:pt x="46" y="157"/>
                  </a:cubicBezTo>
                  <a:cubicBezTo>
                    <a:pt x="46" y="157"/>
                    <a:pt x="45" y="157"/>
                    <a:pt x="45" y="157"/>
                  </a:cubicBezTo>
                  <a:cubicBezTo>
                    <a:pt x="45" y="156"/>
                    <a:pt x="45" y="156"/>
                    <a:pt x="45" y="156"/>
                  </a:cubicBezTo>
                  <a:cubicBezTo>
                    <a:pt x="45" y="155"/>
                    <a:pt x="45" y="155"/>
                    <a:pt x="45" y="155"/>
                  </a:cubicBezTo>
                  <a:cubicBezTo>
                    <a:pt x="45" y="155"/>
                    <a:pt x="46" y="155"/>
                    <a:pt x="46" y="154"/>
                  </a:cubicBezTo>
                  <a:cubicBezTo>
                    <a:pt x="46" y="154"/>
                    <a:pt x="45" y="155"/>
                    <a:pt x="45" y="155"/>
                  </a:cubicBezTo>
                  <a:cubicBezTo>
                    <a:pt x="44" y="155"/>
                    <a:pt x="46" y="153"/>
                    <a:pt x="46" y="153"/>
                  </a:cubicBezTo>
                  <a:cubicBezTo>
                    <a:pt x="47" y="153"/>
                    <a:pt x="46" y="153"/>
                    <a:pt x="47" y="152"/>
                  </a:cubicBezTo>
                  <a:cubicBezTo>
                    <a:pt x="47" y="152"/>
                    <a:pt x="48" y="152"/>
                    <a:pt x="48" y="152"/>
                  </a:cubicBezTo>
                  <a:cubicBezTo>
                    <a:pt x="48" y="152"/>
                    <a:pt x="50" y="151"/>
                    <a:pt x="50" y="151"/>
                  </a:cubicBezTo>
                  <a:cubicBezTo>
                    <a:pt x="49" y="151"/>
                    <a:pt x="48" y="152"/>
                    <a:pt x="48" y="152"/>
                  </a:cubicBezTo>
                  <a:cubicBezTo>
                    <a:pt x="47" y="152"/>
                    <a:pt x="46" y="152"/>
                    <a:pt x="46" y="152"/>
                  </a:cubicBezTo>
                  <a:cubicBezTo>
                    <a:pt x="45" y="152"/>
                    <a:pt x="45" y="152"/>
                    <a:pt x="44" y="152"/>
                  </a:cubicBezTo>
                  <a:cubicBezTo>
                    <a:pt x="44" y="152"/>
                    <a:pt x="44" y="150"/>
                    <a:pt x="44" y="150"/>
                  </a:cubicBezTo>
                  <a:cubicBezTo>
                    <a:pt x="44" y="150"/>
                    <a:pt x="45" y="149"/>
                    <a:pt x="45" y="149"/>
                  </a:cubicBezTo>
                  <a:cubicBezTo>
                    <a:pt x="45" y="149"/>
                    <a:pt x="45" y="149"/>
                    <a:pt x="46" y="149"/>
                  </a:cubicBezTo>
                  <a:cubicBezTo>
                    <a:pt x="45" y="148"/>
                    <a:pt x="44" y="149"/>
                    <a:pt x="44" y="149"/>
                  </a:cubicBezTo>
                  <a:cubicBezTo>
                    <a:pt x="43" y="150"/>
                    <a:pt x="43" y="148"/>
                    <a:pt x="43" y="148"/>
                  </a:cubicBezTo>
                  <a:cubicBezTo>
                    <a:pt x="43" y="148"/>
                    <a:pt x="43" y="147"/>
                    <a:pt x="44" y="146"/>
                  </a:cubicBezTo>
                  <a:cubicBezTo>
                    <a:pt x="44" y="146"/>
                    <a:pt x="45" y="147"/>
                    <a:pt x="46" y="147"/>
                  </a:cubicBezTo>
                  <a:cubicBezTo>
                    <a:pt x="46" y="146"/>
                    <a:pt x="46" y="146"/>
                    <a:pt x="47" y="146"/>
                  </a:cubicBezTo>
                  <a:cubicBezTo>
                    <a:pt x="47" y="146"/>
                    <a:pt x="47" y="146"/>
                    <a:pt x="47" y="146"/>
                  </a:cubicBezTo>
                  <a:cubicBezTo>
                    <a:pt x="47" y="145"/>
                    <a:pt x="46" y="146"/>
                    <a:pt x="46" y="146"/>
                  </a:cubicBezTo>
                  <a:cubicBezTo>
                    <a:pt x="45" y="146"/>
                    <a:pt x="45" y="146"/>
                    <a:pt x="44" y="145"/>
                  </a:cubicBezTo>
                  <a:cubicBezTo>
                    <a:pt x="44" y="145"/>
                    <a:pt x="43" y="146"/>
                    <a:pt x="43" y="146"/>
                  </a:cubicBezTo>
                  <a:cubicBezTo>
                    <a:pt x="43" y="146"/>
                    <a:pt x="43" y="146"/>
                    <a:pt x="43" y="146"/>
                  </a:cubicBezTo>
                  <a:cubicBezTo>
                    <a:pt x="42" y="146"/>
                    <a:pt x="42" y="146"/>
                    <a:pt x="42" y="145"/>
                  </a:cubicBezTo>
                  <a:cubicBezTo>
                    <a:pt x="42" y="145"/>
                    <a:pt x="42" y="145"/>
                    <a:pt x="42" y="145"/>
                  </a:cubicBezTo>
                  <a:cubicBezTo>
                    <a:pt x="42" y="144"/>
                    <a:pt x="42" y="145"/>
                    <a:pt x="42" y="145"/>
                  </a:cubicBezTo>
                  <a:cubicBezTo>
                    <a:pt x="41" y="145"/>
                    <a:pt x="42" y="146"/>
                    <a:pt x="41" y="146"/>
                  </a:cubicBezTo>
                  <a:cubicBezTo>
                    <a:pt x="41" y="145"/>
                    <a:pt x="41" y="145"/>
                    <a:pt x="41" y="145"/>
                  </a:cubicBezTo>
                  <a:cubicBezTo>
                    <a:pt x="40" y="145"/>
                    <a:pt x="40" y="146"/>
                    <a:pt x="40" y="145"/>
                  </a:cubicBezTo>
                  <a:cubicBezTo>
                    <a:pt x="40" y="146"/>
                    <a:pt x="40" y="145"/>
                    <a:pt x="41" y="146"/>
                  </a:cubicBezTo>
                  <a:cubicBezTo>
                    <a:pt x="41" y="146"/>
                    <a:pt x="41" y="146"/>
                    <a:pt x="41" y="146"/>
                  </a:cubicBezTo>
                  <a:cubicBezTo>
                    <a:pt x="42" y="146"/>
                    <a:pt x="42" y="148"/>
                    <a:pt x="41" y="148"/>
                  </a:cubicBezTo>
                  <a:cubicBezTo>
                    <a:pt x="41" y="148"/>
                    <a:pt x="40" y="148"/>
                    <a:pt x="40" y="149"/>
                  </a:cubicBezTo>
                  <a:cubicBezTo>
                    <a:pt x="40" y="149"/>
                    <a:pt x="40" y="148"/>
                    <a:pt x="40" y="149"/>
                  </a:cubicBezTo>
                  <a:cubicBezTo>
                    <a:pt x="40" y="149"/>
                    <a:pt x="39" y="149"/>
                    <a:pt x="39" y="149"/>
                  </a:cubicBezTo>
                  <a:cubicBezTo>
                    <a:pt x="39" y="149"/>
                    <a:pt x="40" y="149"/>
                    <a:pt x="40" y="149"/>
                  </a:cubicBezTo>
                  <a:cubicBezTo>
                    <a:pt x="40" y="149"/>
                    <a:pt x="39" y="149"/>
                    <a:pt x="39" y="149"/>
                  </a:cubicBezTo>
                  <a:cubicBezTo>
                    <a:pt x="39" y="150"/>
                    <a:pt x="40" y="149"/>
                    <a:pt x="40" y="150"/>
                  </a:cubicBezTo>
                  <a:cubicBezTo>
                    <a:pt x="40" y="151"/>
                    <a:pt x="39" y="149"/>
                    <a:pt x="39" y="150"/>
                  </a:cubicBezTo>
                  <a:cubicBezTo>
                    <a:pt x="39" y="150"/>
                    <a:pt x="40" y="150"/>
                    <a:pt x="40" y="150"/>
                  </a:cubicBezTo>
                  <a:cubicBezTo>
                    <a:pt x="40" y="151"/>
                    <a:pt x="39" y="150"/>
                    <a:pt x="39" y="150"/>
                  </a:cubicBezTo>
                  <a:cubicBezTo>
                    <a:pt x="38" y="150"/>
                    <a:pt x="39" y="151"/>
                    <a:pt x="39" y="151"/>
                  </a:cubicBezTo>
                  <a:cubicBezTo>
                    <a:pt x="40" y="151"/>
                    <a:pt x="40" y="151"/>
                    <a:pt x="41" y="151"/>
                  </a:cubicBezTo>
                  <a:cubicBezTo>
                    <a:pt x="41" y="152"/>
                    <a:pt x="42" y="152"/>
                    <a:pt x="42" y="153"/>
                  </a:cubicBezTo>
                  <a:cubicBezTo>
                    <a:pt x="42" y="153"/>
                    <a:pt x="42" y="154"/>
                    <a:pt x="41" y="155"/>
                  </a:cubicBezTo>
                  <a:cubicBezTo>
                    <a:pt x="41" y="156"/>
                    <a:pt x="40" y="156"/>
                    <a:pt x="40" y="157"/>
                  </a:cubicBezTo>
                  <a:cubicBezTo>
                    <a:pt x="40" y="158"/>
                    <a:pt x="40" y="158"/>
                    <a:pt x="39" y="158"/>
                  </a:cubicBezTo>
                  <a:cubicBezTo>
                    <a:pt x="38" y="158"/>
                    <a:pt x="38" y="159"/>
                    <a:pt x="37" y="159"/>
                  </a:cubicBezTo>
                  <a:cubicBezTo>
                    <a:pt x="37" y="159"/>
                    <a:pt x="35" y="160"/>
                    <a:pt x="36" y="160"/>
                  </a:cubicBezTo>
                  <a:cubicBezTo>
                    <a:pt x="35" y="160"/>
                    <a:pt x="35" y="161"/>
                    <a:pt x="34" y="161"/>
                  </a:cubicBezTo>
                  <a:cubicBezTo>
                    <a:pt x="33" y="161"/>
                    <a:pt x="33" y="162"/>
                    <a:pt x="32" y="162"/>
                  </a:cubicBezTo>
                  <a:cubicBezTo>
                    <a:pt x="31" y="162"/>
                    <a:pt x="31" y="162"/>
                    <a:pt x="30" y="162"/>
                  </a:cubicBezTo>
                  <a:cubicBezTo>
                    <a:pt x="30" y="162"/>
                    <a:pt x="29" y="162"/>
                    <a:pt x="29" y="162"/>
                  </a:cubicBezTo>
                  <a:cubicBezTo>
                    <a:pt x="29" y="162"/>
                    <a:pt x="29" y="163"/>
                    <a:pt x="29" y="163"/>
                  </a:cubicBezTo>
                  <a:cubicBezTo>
                    <a:pt x="28" y="163"/>
                    <a:pt x="28" y="162"/>
                    <a:pt x="27" y="162"/>
                  </a:cubicBezTo>
                  <a:cubicBezTo>
                    <a:pt x="26" y="162"/>
                    <a:pt x="25" y="161"/>
                    <a:pt x="25" y="161"/>
                  </a:cubicBezTo>
                  <a:cubicBezTo>
                    <a:pt x="24" y="160"/>
                    <a:pt x="23" y="160"/>
                    <a:pt x="22" y="159"/>
                  </a:cubicBezTo>
                  <a:cubicBezTo>
                    <a:pt x="22" y="158"/>
                    <a:pt x="21" y="158"/>
                    <a:pt x="20" y="157"/>
                  </a:cubicBezTo>
                  <a:cubicBezTo>
                    <a:pt x="19" y="155"/>
                    <a:pt x="18" y="154"/>
                    <a:pt x="16" y="153"/>
                  </a:cubicBezTo>
                  <a:cubicBezTo>
                    <a:pt x="16" y="152"/>
                    <a:pt x="14" y="151"/>
                    <a:pt x="14" y="150"/>
                  </a:cubicBezTo>
                  <a:cubicBezTo>
                    <a:pt x="13" y="151"/>
                    <a:pt x="11" y="148"/>
                    <a:pt x="11" y="148"/>
                  </a:cubicBezTo>
                  <a:cubicBezTo>
                    <a:pt x="10" y="147"/>
                    <a:pt x="9" y="145"/>
                    <a:pt x="10" y="144"/>
                  </a:cubicBezTo>
                  <a:cubicBezTo>
                    <a:pt x="10" y="143"/>
                    <a:pt x="10" y="144"/>
                    <a:pt x="10" y="144"/>
                  </a:cubicBezTo>
                  <a:cubicBezTo>
                    <a:pt x="11" y="145"/>
                    <a:pt x="12" y="143"/>
                    <a:pt x="11" y="144"/>
                  </a:cubicBezTo>
                  <a:cubicBezTo>
                    <a:pt x="11" y="145"/>
                    <a:pt x="11" y="145"/>
                    <a:pt x="12" y="145"/>
                  </a:cubicBezTo>
                  <a:cubicBezTo>
                    <a:pt x="12" y="146"/>
                    <a:pt x="13" y="145"/>
                    <a:pt x="13" y="145"/>
                  </a:cubicBezTo>
                  <a:cubicBezTo>
                    <a:pt x="14" y="145"/>
                    <a:pt x="14" y="145"/>
                    <a:pt x="15" y="144"/>
                  </a:cubicBezTo>
                  <a:cubicBezTo>
                    <a:pt x="15" y="144"/>
                    <a:pt x="15" y="144"/>
                    <a:pt x="15" y="144"/>
                  </a:cubicBezTo>
                  <a:cubicBezTo>
                    <a:pt x="15" y="143"/>
                    <a:pt x="15" y="145"/>
                    <a:pt x="16" y="144"/>
                  </a:cubicBezTo>
                  <a:cubicBezTo>
                    <a:pt x="16" y="144"/>
                    <a:pt x="16" y="144"/>
                    <a:pt x="16" y="144"/>
                  </a:cubicBezTo>
                  <a:cubicBezTo>
                    <a:pt x="17" y="143"/>
                    <a:pt x="17" y="144"/>
                    <a:pt x="17" y="144"/>
                  </a:cubicBezTo>
                  <a:cubicBezTo>
                    <a:pt x="17" y="144"/>
                    <a:pt x="18" y="143"/>
                    <a:pt x="19" y="143"/>
                  </a:cubicBezTo>
                  <a:cubicBezTo>
                    <a:pt x="20" y="142"/>
                    <a:pt x="20" y="143"/>
                    <a:pt x="21" y="142"/>
                  </a:cubicBezTo>
                  <a:cubicBezTo>
                    <a:pt x="21" y="141"/>
                    <a:pt x="22" y="140"/>
                    <a:pt x="22" y="139"/>
                  </a:cubicBezTo>
                  <a:cubicBezTo>
                    <a:pt x="23" y="138"/>
                    <a:pt x="24" y="138"/>
                    <a:pt x="23" y="137"/>
                  </a:cubicBezTo>
                  <a:cubicBezTo>
                    <a:pt x="23" y="136"/>
                    <a:pt x="22" y="136"/>
                    <a:pt x="22" y="137"/>
                  </a:cubicBezTo>
                  <a:cubicBezTo>
                    <a:pt x="22" y="137"/>
                    <a:pt x="23" y="138"/>
                    <a:pt x="22" y="138"/>
                  </a:cubicBezTo>
                  <a:cubicBezTo>
                    <a:pt x="22" y="138"/>
                    <a:pt x="21" y="138"/>
                    <a:pt x="21" y="138"/>
                  </a:cubicBezTo>
                  <a:cubicBezTo>
                    <a:pt x="21" y="138"/>
                    <a:pt x="20" y="138"/>
                    <a:pt x="20" y="138"/>
                  </a:cubicBezTo>
                  <a:cubicBezTo>
                    <a:pt x="19" y="138"/>
                    <a:pt x="20" y="138"/>
                    <a:pt x="19" y="138"/>
                  </a:cubicBezTo>
                  <a:cubicBezTo>
                    <a:pt x="19" y="139"/>
                    <a:pt x="18" y="139"/>
                    <a:pt x="17" y="139"/>
                  </a:cubicBezTo>
                  <a:cubicBezTo>
                    <a:pt x="16" y="139"/>
                    <a:pt x="17" y="140"/>
                    <a:pt x="16" y="140"/>
                  </a:cubicBezTo>
                  <a:cubicBezTo>
                    <a:pt x="15" y="140"/>
                    <a:pt x="14" y="140"/>
                    <a:pt x="14" y="140"/>
                  </a:cubicBezTo>
                  <a:cubicBezTo>
                    <a:pt x="13" y="140"/>
                    <a:pt x="12" y="139"/>
                    <a:pt x="12" y="139"/>
                  </a:cubicBezTo>
                  <a:cubicBezTo>
                    <a:pt x="11" y="139"/>
                    <a:pt x="10" y="138"/>
                    <a:pt x="9" y="138"/>
                  </a:cubicBezTo>
                  <a:cubicBezTo>
                    <a:pt x="8" y="137"/>
                    <a:pt x="5" y="136"/>
                    <a:pt x="5" y="135"/>
                  </a:cubicBezTo>
                  <a:cubicBezTo>
                    <a:pt x="5" y="135"/>
                    <a:pt x="4" y="134"/>
                    <a:pt x="5" y="134"/>
                  </a:cubicBezTo>
                  <a:cubicBezTo>
                    <a:pt x="5" y="134"/>
                    <a:pt x="4" y="133"/>
                    <a:pt x="4" y="133"/>
                  </a:cubicBezTo>
                  <a:cubicBezTo>
                    <a:pt x="4" y="133"/>
                    <a:pt x="4" y="133"/>
                    <a:pt x="3" y="133"/>
                  </a:cubicBezTo>
                  <a:cubicBezTo>
                    <a:pt x="3" y="132"/>
                    <a:pt x="4" y="132"/>
                    <a:pt x="3" y="132"/>
                  </a:cubicBezTo>
                  <a:cubicBezTo>
                    <a:pt x="3" y="132"/>
                    <a:pt x="3" y="132"/>
                    <a:pt x="3" y="132"/>
                  </a:cubicBezTo>
                  <a:cubicBezTo>
                    <a:pt x="3" y="132"/>
                    <a:pt x="3" y="131"/>
                    <a:pt x="3" y="131"/>
                  </a:cubicBezTo>
                  <a:cubicBezTo>
                    <a:pt x="3" y="131"/>
                    <a:pt x="3" y="130"/>
                    <a:pt x="3" y="131"/>
                  </a:cubicBezTo>
                  <a:cubicBezTo>
                    <a:pt x="3" y="131"/>
                    <a:pt x="4" y="131"/>
                    <a:pt x="4" y="131"/>
                  </a:cubicBezTo>
                  <a:cubicBezTo>
                    <a:pt x="4" y="131"/>
                    <a:pt x="3" y="130"/>
                    <a:pt x="3" y="130"/>
                  </a:cubicBezTo>
                  <a:cubicBezTo>
                    <a:pt x="3" y="130"/>
                    <a:pt x="4" y="130"/>
                    <a:pt x="5" y="129"/>
                  </a:cubicBezTo>
                  <a:cubicBezTo>
                    <a:pt x="5" y="129"/>
                    <a:pt x="6" y="128"/>
                    <a:pt x="6" y="128"/>
                  </a:cubicBezTo>
                  <a:cubicBezTo>
                    <a:pt x="6" y="128"/>
                    <a:pt x="6" y="128"/>
                    <a:pt x="5" y="128"/>
                  </a:cubicBezTo>
                  <a:cubicBezTo>
                    <a:pt x="5" y="129"/>
                    <a:pt x="5" y="128"/>
                    <a:pt x="4" y="129"/>
                  </a:cubicBezTo>
                  <a:cubicBezTo>
                    <a:pt x="4" y="130"/>
                    <a:pt x="3" y="130"/>
                    <a:pt x="2" y="131"/>
                  </a:cubicBezTo>
                  <a:cubicBezTo>
                    <a:pt x="2" y="131"/>
                    <a:pt x="3" y="131"/>
                    <a:pt x="2" y="131"/>
                  </a:cubicBezTo>
                  <a:cubicBezTo>
                    <a:pt x="2" y="131"/>
                    <a:pt x="1" y="131"/>
                    <a:pt x="0" y="131"/>
                  </a:cubicBezTo>
                  <a:cubicBezTo>
                    <a:pt x="0" y="131"/>
                    <a:pt x="1" y="130"/>
                    <a:pt x="1" y="130"/>
                  </a:cubicBezTo>
                  <a:cubicBezTo>
                    <a:pt x="1" y="130"/>
                    <a:pt x="1" y="130"/>
                    <a:pt x="1" y="130"/>
                  </a:cubicBezTo>
                  <a:cubicBezTo>
                    <a:pt x="1" y="130"/>
                    <a:pt x="0" y="128"/>
                    <a:pt x="1" y="127"/>
                  </a:cubicBezTo>
                  <a:cubicBezTo>
                    <a:pt x="2" y="127"/>
                    <a:pt x="2" y="127"/>
                    <a:pt x="2" y="127"/>
                  </a:cubicBezTo>
                  <a:cubicBezTo>
                    <a:pt x="2" y="127"/>
                    <a:pt x="2" y="127"/>
                    <a:pt x="2" y="127"/>
                  </a:cubicBezTo>
                  <a:cubicBezTo>
                    <a:pt x="3" y="126"/>
                    <a:pt x="6" y="128"/>
                    <a:pt x="6" y="126"/>
                  </a:cubicBezTo>
                  <a:cubicBezTo>
                    <a:pt x="5" y="125"/>
                    <a:pt x="5" y="124"/>
                    <a:pt x="5" y="124"/>
                  </a:cubicBezTo>
                  <a:cubicBezTo>
                    <a:pt x="5" y="122"/>
                    <a:pt x="6" y="123"/>
                    <a:pt x="6" y="124"/>
                  </a:cubicBezTo>
                  <a:cubicBezTo>
                    <a:pt x="7" y="124"/>
                    <a:pt x="7" y="123"/>
                    <a:pt x="7" y="123"/>
                  </a:cubicBezTo>
                  <a:cubicBezTo>
                    <a:pt x="7" y="124"/>
                    <a:pt x="8" y="124"/>
                    <a:pt x="8" y="123"/>
                  </a:cubicBezTo>
                  <a:cubicBezTo>
                    <a:pt x="9" y="123"/>
                    <a:pt x="9" y="124"/>
                    <a:pt x="10" y="124"/>
                  </a:cubicBezTo>
                  <a:cubicBezTo>
                    <a:pt x="11" y="123"/>
                    <a:pt x="11" y="123"/>
                    <a:pt x="12" y="123"/>
                  </a:cubicBezTo>
                  <a:cubicBezTo>
                    <a:pt x="13" y="123"/>
                    <a:pt x="13" y="124"/>
                    <a:pt x="14" y="124"/>
                  </a:cubicBezTo>
                  <a:cubicBezTo>
                    <a:pt x="15" y="125"/>
                    <a:pt x="15" y="125"/>
                    <a:pt x="16" y="125"/>
                  </a:cubicBezTo>
                  <a:cubicBezTo>
                    <a:pt x="16" y="125"/>
                    <a:pt x="18" y="125"/>
                    <a:pt x="18" y="124"/>
                  </a:cubicBezTo>
                  <a:cubicBezTo>
                    <a:pt x="18" y="124"/>
                    <a:pt x="18" y="123"/>
                    <a:pt x="19" y="123"/>
                  </a:cubicBezTo>
                  <a:cubicBezTo>
                    <a:pt x="19" y="123"/>
                    <a:pt x="20" y="123"/>
                    <a:pt x="21" y="122"/>
                  </a:cubicBezTo>
                  <a:cubicBezTo>
                    <a:pt x="21" y="122"/>
                    <a:pt x="21" y="122"/>
                    <a:pt x="22" y="122"/>
                  </a:cubicBezTo>
                  <a:cubicBezTo>
                    <a:pt x="23" y="122"/>
                    <a:pt x="22" y="122"/>
                    <a:pt x="22" y="123"/>
                  </a:cubicBezTo>
                  <a:cubicBezTo>
                    <a:pt x="23" y="123"/>
                    <a:pt x="23" y="124"/>
                    <a:pt x="24" y="124"/>
                  </a:cubicBezTo>
                  <a:cubicBezTo>
                    <a:pt x="24" y="124"/>
                    <a:pt x="25" y="124"/>
                    <a:pt x="25" y="124"/>
                  </a:cubicBezTo>
                  <a:cubicBezTo>
                    <a:pt x="25" y="123"/>
                    <a:pt x="25" y="123"/>
                    <a:pt x="25" y="123"/>
                  </a:cubicBezTo>
                  <a:cubicBezTo>
                    <a:pt x="26" y="123"/>
                    <a:pt x="26" y="122"/>
                    <a:pt x="26" y="122"/>
                  </a:cubicBezTo>
                  <a:cubicBezTo>
                    <a:pt x="26" y="122"/>
                    <a:pt x="28" y="122"/>
                    <a:pt x="27" y="122"/>
                  </a:cubicBezTo>
                  <a:cubicBezTo>
                    <a:pt x="27" y="121"/>
                    <a:pt x="27" y="122"/>
                    <a:pt x="26" y="121"/>
                  </a:cubicBezTo>
                  <a:cubicBezTo>
                    <a:pt x="26" y="121"/>
                    <a:pt x="26" y="121"/>
                    <a:pt x="26" y="121"/>
                  </a:cubicBezTo>
                  <a:cubicBezTo>
                    <a:pt x="26" y="120"/>
                    <a:pt x="26" y="120"/>
                    <a:pt x="26" y="119"/>
                  </a:cubicBezTo>
                  <a:cubicBezTo>
                    <a:pt x="27" y="119"/>
                    <a:pt x="27" y="119"/>
                    <a:pt x="27" y="118"/>
                  </a:cubicBezTo>
                  <a:cubicBezTo>
                    <a:pt x="25" y="117"/>
                    <a:pt x="25" y="115"/>
                    <a:pt x="24" y="114"/>
                  </a:cubicBezTo>
                  <a:cubicBezTo>
                    <a:pt x="23" y="113"/>
                    <a:pt x="22" y="112"/>
                    <a:pt x="22" y="110"/>
                  </a:cubicBezTo>
                  <a:cubicBezTo>
                    <a:pt x="22" y="109"/>
                    <a:pt x="22" y="108"/>
                    <a:pt x="22" y="108"/>
                  </a:cubicBezTo>
                  <a:cubicBezTo>
                    <a:pt x="21" y="107"/>
                    <a:pt x="20" y="108"/>
                    <a:pt x="20" y="108"/>
                  </a:cubicBezTo>
                  <a:cubicBezTo>
                    <a:pt x="18" y="108"/>
                    <a:pt x="18" y="107"/>
                    <a:pt x="17" y="106"/>
                  </a:cubicBezTo>
                  <a:cubicBezTo>
                    <a:pt x="16" y="105"/>
                    <a:pt x="16" y="105"/>
                    <a:pt x="16" y="104"/>
                  </a:cubicBezTo>
                  <a:cubicBezTo>
                    <a:pt x="16" y="103"/>
                    <a:pt x="16" y="102"/>
                    <a:pt x="16" y="102"/>
                  </a:cubicBezTo>
                  <a:cubicBezTo>
                    <a:pt x="16" y="101"/>
                    <a:pt x="16" y="99"/>
                    <a:pt x="15" y="98"/>
                  </a:cubicBezTo>
                  <a:cubicBezTo>
                    <a:pt x="15" y="98"/>
                    <a:pt x="14" y="98"/>
                    <a:pt x="14" y="98"/>
                  </a:cubicBezTo>
                  <a:cubicBezTo>
                    <a:pt x="13" y="98"/>
                    <a:pt x="12" y="98"/>
                    <a:pt x="12" y="98"/>
                  </a:cubicBezTo>
                  <a:cubicBezTo>
                    <a:pt x="11" y="97"/>
                    <a:pt x="9" y="97"/>
                    <a:pt x="9" y="95"/>
                  </a:cubicBezTo>
                  <a:cubicBezTo>
                    <a:pt x="9" y="94"/>
                    <a:pt x="9" y="92"/>
                    <a:pt x="10" y="91"/>
                  </a:cubicBezTo>
                  <a:cubicBezTo>
                    <a:pt x="10" y="90"/>
                    <a:pt x="11" y="90"/>
                    <a:pt x="11" y="89"/>
                  </a:cubicBezTo>
                  <a:cubicBezTo>
                    <a:pt x="12" y="89"/>
                    <a:pt x="12" y="88"/>
                    <a:pt x="13" y="87"/>
                  </a:cubicBezTo>
                  <a:cubicBezTo>
                    <a:pt x="13" y="87"/>
                    <a:pt x="13" y="86"/>
                    <a:pt x="13" y="85"/>
                  </a:cubicBezTo>
                  <a:cubicBezTo>
                    <a:pt x="13" y="85"/>
                    <a:pt x="14" y="84"/>
                    <a:pt x="14" y="84"/>
                  </a:cubicBezTo>
                  <a:cubicBezTo>
                    <a:pt x="15" y="83"/>
                    <a:pt x="16" y="81"/>
                    <a:pt x="17" y="82"/>
                  </a:cubicBezTo>
                  <a:cubicBezTo>
                    <a:pt x="18" y="83"/>
                    <a:pt x="18" y="83"/>
                    <a:pt x="18" y="84"/>
                  </a:cubicBezTo>
                  <a:cubicBezTo>
                    <a:pt x="19" y="85"/>
                    <a:pt x="19" y="85"/>
                    <a:pt x="20" y="86"/>
                  </a:cubicBezTo>
                  <a:cubicBezTo>
                    <a:pt x="21" y="86"/>
                    <a:pt x="22" y="85"/>
                    <a:pt x="23" y="85"/>
                  </a:cubicBezTo>
                  <a:cubicBezTo>
                    <a:pt x="24" y="84"/>
                    <a:pt x="26" y="84"/>
                    <a:pt x="27" y="84"/>
                  </a:cubicBezTo>
                  <a:cubicBezTo>
                    <a:pt x="28" y="84"/>
                    <a:pt x="29" y="84"/>
                    <a:pt x="29" y="83"/>
                  </a:cubicBezTo>
                  <a:cubicBezTo>
                    <a:pt x="30" y="83"/>
                    <a:pt x="30" y="83"/>
                    <a:pt x="30" y="82"/>
                  </a:cubicBezTo>
                  <a:cubicBezTo>
                    <a:pt x="30" y="80"/>
                    <a:pt x="32" y="79"/>
                    <a:pt x="32" y="78"/>
                  </a:cubicBezTo>
                  <a:cubicBezTo>
                    <a:pt x="32" y="76"/>
                    <a:pt x="32" y="75"/>
                    <a:pt x="33" y="74"/>
                  </a:cubicBezTo>
                  <a:cubicBezTo>
                    <a:pt x="35" y="73"/>
                    <a:pt x="36" y="72"/>
                    <a:pt x="37" y="71"/>
                  </a:cubicBezTo>
                  <a:cubicBezTo>
                    <a:pt x="38" y="71"/>
                    <a:pt x="38" y="71"/>
                    <a:pt x="38" y="70"/>
                  </a:cubicBezTo>
                  <a:cubicBezTo>
                    <a:pt x="38" y="69"/>
                    <a:pt x="39" y="69"/>
                    <a:pt x="39" y="68"/>
                  </a:cubicBezTo>
                  <a:cubicBezTo>
                    <a:pt x="40" y="67"/>
                    <a:pt x="40" y="65"/>
                    <a:pt x="40" y="63"/>
                  </a:cubicBezTo>
                  <a:cubicBezTo>
                    <a:pt x="40" y="63"/>
                    <a:pt x="40" y="62"/>
                    <a:pt x="40" y="61"/>
                  </a:cubicBezTo>
                  <a:cubicBezTo>
                    <a:pt x="41" y="61"/>
                    <a:pt x="42" y="60"/>
                    <a:pt x="42" y="60"/>
                  </a:cubicBezTo>
                  <a:cubicBezTo>
                    <a:pt x="43" y="60"/>
                    <a:pt x="45" y="59"/>
                    <a:pt x="45" y="58"/>
                  </a:cubicBezTo>
                  <a:cubicBezTo>
                    <a:pt x="45" y="58"/>
                    <a:pt x="45" y="57"/>
                    <a:pt x="45" y="57"/>
                  </a:cubicBezTo>
                  <a:cubicBezTo>
                    <a:pt x="44" y="56"/>
                    <a:pt x="44" y="56"/>
                    <a:pt x="44" y="56"/>
                  </a:cubicBezTo>
                  <a:cubicBezTo>
                    <a:pt x="44" y="56"/>
                    <a:pt x="45" y="55"/>
                    <a:pt x="45" y="55"/>
                  </a:cubicBezTo>
                  <a:cubicBezTo>
                    <a:pt x="45" y="55"/>
                    <a:pt x="45" y="55"/>
                    <a:pt x="45" y="55"/>
                  </a:cubicBezTo>
                  <a:cubicBezTo>
                    <a:pt x="46" y="55"/>
                    <a:pt x="45" y="54"/>
                    <a:pt x="45" y="54"/>
                  </a:cubicBezTo>
                  <a:cubicBezTo>
                    <a:pt x="45" y="54"/>
                    <a:pt x="46" y="54"/>
                    <a:pt x="46" y="53"/>
                  </a:cubicBezTo>
                  <a:cubicBezTo>
                    <a:pt x="46" y="53"/>
                    <a:pt x="46" y="53"/>
                    <a:pt x="46" y="53"/>
                  </a:cubicBezTo>
                  <a:cubicBezTo>
                    <a:pt x="47" y="52"/>
                    <a:pt x="47" y="52"/>
                    <a:pt x="47" y="51"/>
                  </a:cubicBezTo>
                  <a:cubicBezTo>
                    <a:pt x="47" y="51"/>
                    <a:pt x="47" y="51"/>
                    <a:pt x="47" y="51"/>
                  </a:cubicBezTo>
                  <a:cubicBezTo>
                    <a:pt x="47" y="51"/>
                    <a:pt x="48" y="51"/>
                    <a:pt x="48" y="51"/>
                  </a:cubicBezTo>
                  <a:cubicBezTo>
                    <a:pt x="48" y="51"/>
                    <a:pt x="48" y="50"/>
                    <a:pt x="48" y="50"/>
                  </a:cubicBezTo>
                  <a:cubicBezTo>
                    <a:pt x="48" y="50"/>
                    <a:pt x="49" y="50"/>
                    <a:pt x="49" y="50"/>
                  </a:cubicBezTo>
                  <a:cubicBezTo>
                    <a:pt x="49" y="49"/>
                    <a:pt x="49" y="49"/>
                    <a:pt x="50" y="49"/>
                  </a:cubicBezTo>
                  <a:cubicBezTo>
                    <a:pt x="50" y="49"/>
                    <a:pt x="50" y="49"/>
                    <a:pt x="50" y="49"/>
                  </a:cubicBezTo>
                  <a:cubicBezTo>
                    <a:pt x="50" y="48"/>
                    <a:pt x="49" y="48"/>
                    <a:pt x="49" y="48"/>
                  </a:cubicBezTo>
                  <a:cubicBezTo>
                    <a:pt x="48" y="47"/>
                    <a:pt x="49" y="46"/>
                    <a:pt x="49" y="45"/>
                  </a:cubicBezTo>
                  <a:cubicBezTo>
                    <a:pt x="49" y="44"/>
                    <a:pt x="48" y="43"/>
                    <a:pt x="47" y="42"/>
                  </a:cubicBezTo>
                  <a:cubicBezTo>
                    <a:pt x="47" y="41"/>
                    <a:pt x="47" y="40"/>
                    <a:pt x="48" y="40"/>
                  </a:cubicBezTo>
                  <a:cubicBezTo>
                    <a:pt x="48" y="40"/>
                    <a:pt x="48" y="39"/>
                    <a:pt x="49" y="39"/>
                  </a:cubicBezTo>
                  <a:cubicBezTo>
                    <a:pt x="49" y="39"/>
                    <a:pt x="49" y="39"/>
                    <a:pt x="49" y="39"/>
                  </a:cubicBezTo>
                  <a:cubicBezTo>
                    <a:pt x="50" y="39"/>
                    <a:pt x="49" y="39"/>
                    <a:pt x="50" y="38"/>
                  </a:cubicBezTo>
                  <a:cubicBezTo>
                    <a:pt x="50" y="38"/>
                    <a:pt x="50" y="38"/>
                    <a:pt x="51" y="38"/>
                  </a:cubicBezTo>
                  <a:cubicBezTo>
                    <a:pt x="51" y="38"/>
                    <a:pt x="51" y="37"/>
                    <a:pt x="52" y="38"/>
                  </a:cubicBezTo>
                  <a:cubicBezTo>
                    <a:pt x="53" y="38"/>
                    <a:pt x="53" y="37"/>
                    <a:pt x="53" y="37"/>
                  </a:cubicBezTo>
                  <a:cubicBezTo>
                    <a:pt x="54" y="37"/>
                    <a:pt x="54" y="36"/>
                    <a:pt x="54" y="36"/>
                  </a:cubicBezTo>
                  <a:cubicBezTo>
                    <a:pt x="54" y="35"/>
                    <a:pt x="54" y="35"/>
                    <a:pt x="53" y="35"/>
                  </a:cubicBezTo>
                  <a:cubicBezTo>
                    <a:pt x="53" y="34"/>
                    <a:pt x="52" y="34"/>
                    <a:pt x="52" y="34"/>
                  </a:cubicBezTo>
                  <a:cubicBezTo>
                    <a:pt x="51" y="34"/>
                    <a:pt x="51" y="33"/>
                    <a:pt x="50" y="34"/>
                  </a:cubicBezTo>
                  <a:cubicBezTo>
                    <a:pt x="49" y="34"/>
                    <a:pt x="49" y="33"/>
                    <a:pt x="48" y="33"/>
                  </a:cubicBezTo>
                  <a:cubicBezTo>
                    <a:pt x="48" y="34"/>
                    <a:pt x="47" y="33"/>
                    <a:pt x="47" y="33"/>
                  </a:cubicBezTo>
                  <a:cubicBezTo>
                    <a:pt x="47" y="32"/>
                    <a:pt x="47" y="31"/>
                    <a:pt x="47" y="31"/>
                  </a:cubicBezTo>
                  <a:cubicBezTo>
                    <a:pt x="46" y="31"/>
                    <a:pt x="47" y="29"/>
                    <a:pt x="47" y="29"/>
                  </a:cubicBezTo>
                  <a:cubicBezTo>
                    <a:pt x="46" y="29"/>
                    <a:pt x="46" y="30"/>
                    <a:pt x="46" y="30"/>
                  </a:cubicBezTo>
                  <a:cubicBezTo>
                    <a:pt x="46" y="31"/>
                    <a:pt x="45" y="30"/>
                    <a:pt x="45" y="30"/>
                  </a:cubicBezTo>
                  <a:cubicBezTo>
                    <a:pt x="44" y="30"/>
                    <a:pt x="43" y="30"/>
                    <a:pt x="43" y="30"/>
                  </a:cubicBezTo>
                  <a:cubicBezTo>
                    <a:pt x="43" y="29"/>
                    <a:pt x="43" y="29"/>
                    <a:pt x="43" y="28"/>
                  </a:cubicBezTo>
                  <a:cubicBezTo>
                    <a:pt x="43" y="27"/>
                    <a:pt x="42" y="27"/>
                    <a:pt x="42" y="27"/>
                  </a:cubicBezTo>
                  <a:cubicBezTo>
                    <a:pt x="41" y="27"/>
                    <a:pt x="41" y="26"/>
                    <a:pt x="40" y="26"/>
                  </a:cubicBezTo>
                  <a:cubicBezTo>
                    <a:pt x="39" y="25"/>
                    <a:pt x="40" y="24"/>
                    <a:pt x="40" y="23"/>
                  </a:cubicBezTo>
                  <a:cubicBezTo>
                    <a:pt x="40" y="21"/>
                    <a:pt x="39" y="21"/>
                    <a:pt x="38" y="20"/>
                  </a:cubicBezTo>
                  <a:cubicBezTo>
                    <a:pt x="38" y="20"/>
                    <a:pt x="38" y="19"/>
                    <a:pt x="38" y="19"/>
                  </a:cubicBezTo>
                  <a:cubicBezTo>
                    <a:pt x="39" y="18"/>
                    <a:pt x="40" y="18"/>
                    <a:pt x="40" y="17"/>
                  </a:cubicBezTo>
                  <a:cubicBezTo>
                    <a:pt x="41" y="16"/>
                    <a:pt x="38" y="17"/>
                    <a:pt x="37" y="16"/>
                  </a:cubicBezTo>
                  <a:cubicBezTo>
                    <a:pt x="37" y="16"/>
                    <a:pt x="36" y="16"/>
                    <a:pt x="37" y="15"/>
                  </a:cubicBezTo>
                  <a:cubicBezTo>
                    <a:pt x="37" y="15"/>
                    <a:pt x="37" y="15"/>
                    <a:pt x="37" y="14"/>
                  </a:cubicBezTo>
                  <a:cubicBezTo>
                    <a:pt x="37" y="13"/>
                    <a:pt x="36" y="13"/>
                    <a:pt x="36" y="13"/>
                  </a:cubicBezTo>
                  <a:cubicBezTo>
                    <a:pt x="35" y="13"/>
                    <a:pt x="35" y="12"/>
                    <a:pt x="35" y="12"/>
                  </a:cubicBezTo>
                  <a:cubicBezTo>
                    <a:pt x="35" y="11"/>
                    <a:pt x="35" y="11"/>
                    <a:pt x="36" y="10"/>
                  </a:cubicBezTo>
                  <a:cubicBezTo>
                    <a:pt x="36" y="10"/>
                    <a:pt x="35" y="9"/>
                    <a:pt x="36" y="9"/>
                  </a:cubicBezTo>
                  <a:cubicBezTo>
                    <a:pt x="37" y="9"/>
                    <a:pt x="37" y="9"/>
                    <a:pt x="38" y="9"/>
                  </a:cubicBezTo>
                  <a:cubicBezTo>
                    <a:pt x="38" y="8"/>
                    <a:pt x="39" y="8"/>
                    <a:pt x="40" y="8"/>
                  </a:cubicBezTo>
                  <a:cubicBezTo>
                    <a:pt x="40" y="8"/>
                    <a:pt x="41" y="9"/>
                    <a:pt x="42" y="9"/>
                  </a:cubicBezTo>
                  <a:cubicBezTo>
                    <a:pt x="43" y="9"/>
                    <a:pt x="44" y="9"/>
                    <a:pt x="45" y="9"/>
                  </a:cubicBezTo>
                  <a:cubicBezTo>
                    <a:pt x="46" y="10"/>
                    <a:pt x="46" y="10"/>
                    <a:pt x="47" y="10"/>
                  </a:cubicBezTo>
                  <a:cubicBezTo>
                    <a:pt x="48" y="9"/>
                    <a:pt x="48" y="10"/>
                    <a:pt x="48" y="10"/>
                  </a:cubicBezTo>
                  <a:cubicBezTo>
                    <a:pt x="50" y="11"/>
                    <a:pt x="51" y="11"/>
                    <a:pt x="53" y="11"/>
                  </a:cubicBezTo>
                  <a:cubicBezTo>
                    <a:pt x="53" y="11"/>
                    <a:pt x="54" y="10"/>
                    <a:pt x="54" y="10"/>
                  </a:cubicBezTo>
                  <a:cubicBezTo>
                    <a:pt x="55" y="9"/>
                    <a:pt x="55" y="9"/>
                    <a:pt x="56" y="9"/>
                  </a:cubicBezTo>
                  <a:cubicBezTo>
                    <a:pt x="56" y="9"/>
                    <a:pt x="57" y="9"/>
                    <a:pt x="58" y="8"/>
                  </a:cubicBezTo>
                  <a:cubicBezTo>
                    <a:pt x="58" y="8"/>
                    <a:pt x="59" y="9"/>
                    <a:pt x="60" y="9"/>
                  </a:cubicBezTo>
                  <a:cubicBezTo>
                    <a:pt x="60" y="8"/>
                    <a:pt x="61" y="8"/>
                    <a:pt x="61" y="7"/>
                  </a:cubicBezTo>
                  <a:cubicBezTo>
                    <a:pt x="61" y="7"/>
                    <a:pt x="61" y="6"/>
                    <a:pt x="61" y="6"/>
                  </a:cubicBezTo>
                  <a:cubicBezTo>
                    <a:pt x="62" y="6"/>
                    <a:pt x="62" y="6"/>
                    <a:pt x="63" y="6"/>
                  </a:cubicBezTo>
                  <a:cubicBezTo>
                    <a:pt x="63" y="5"/>
                    <a:pt x="63" y="5"/>
                    <a:pt x="63" y="4"/>
                  </a:cubicBezTo>
                  <a:cubicBezTo>
                    <a:pt x="65" y="3"/>
                    <a:pt x="66" y="2"/>
                    <a:pt x="67" y="1"/>
                  </a:cubicBezTo>
                  <a:cubicBezTo>
                    <a:pt x="68" y="1"/>
                    <a:pt x="69" y="0"/>
                    <a:pt x="69" y="0"/>
                  </a:cubicBezTo>
                  <a:cubicBezTo>
                    <a:pt x="69" y="0"/>
                    <a:pt x="70" y="1"/>
                    <a:pt x="70" y="0"/>
                  </a:cubicBezTo>
                  <a:cubicBezTo>
                    <a:pt x="71" y="0"/>
                    <a:pt x="71" y="0"/>
                    <a:pt x="71" y="0"/>
                  </a:cubicBezTo>
                  <a:cubicBezTo>
                    <a:pt x="71" y="1"/>
                    <a:pt x="71" y="2"/>
                    <a:pt x="71" y="2"/>
                  </a:cubicBezTo>
                  <a:cubicBezTo>
                    <a:pt x="71" y="3"/>
                    <a:pt x="72" y="4"/>
                    <a:pt x="72" y="4"/>
                  </a:cubicBezTo>
                  <a:cubicBezTo>
                    <a:pt x="73" y="5"/>
                    <a:pt x="73" y="6"/>
                    <a:pt x="74" y="7"/>
                  </a:cubicBezTo>
                  <a:cubicBezTo>
                    <a:pt x="75" y="8"/>
                    <a:pt x="75" y="10"/>
                    <a:pt x="76" y="10"/>
                  </a:cubicBezTo>
                  <a:cubicBezTo>
                    <a:pt x="77" y="10"/>
                    <a:pt x="78" y="10"/>
                    <a:pt x="79" y="11"/>
                  </a:cubicBezTo>
                  <a:cubicBezTo>
                    <a:pt x="79" y="11"/>
                    <a:pt x="80" y="11"/>
                    <a:pt x="81" y="12"/>
                  </a:cubicBezTo>
                  <a:cubicBezTo>
                    <a:pt x="81" y="12"/>
                    <a:pt x="84" y="13"/>
                    <a:pt x="83" y="14"/>
                  </a:cubicBezTo>
                  <a:cubicBezTo>
                    <a:pt x="82" y="16"/>
                    <a:pt x="80" y="15"/>
                    <a:pt x="81" y="17"/>
                  </a:cubicBezTo>
                  <a:cubicBezTo>
                    <a:pt x="82" y="18"/>
                    <a:pt x="82" y="18"/>
                    <a:pt x="82" y="19"/>
                  </a:cubicBezTo>
                  <a:cubicBezTo>
                    <a:pt x="82" y="19"/>
                    <a:pt x="82" y="20"/>
                    <a:pt x="83" y="21"/>
                  </a:cubicBezTo>
                  <a:cubicBezTo>
                    <a:pt x="83" y="22"/>
                    <a:pt x="83" y="22"/>
                    <a:pt x="84" y="23"/>
                  </a:cubicBezTo>
                  <a:cubicBezTo>
                    <a:pt x="84" y="23"/>
                    <a:pt x="85" y="24"/>
                    <a:pt x="86" y="24"/>
                  </a:cubicBezTo>
                  <a:cubicBezTo>
                    <a:pt x="86" y="24"/>
                    <a:pt x="86" y="25"/>
                    <a:pt x="87" y="25"/>
                  </a:cubicBezTo>
                  <a:cubicBezTo>
                    <a:pt x="87" y="25"/>
                    <a:pt x="87" y="25"/>
                    <a:pt x="87" y="25"/>
                  </a:cubicBezTo>
                  <a:cubicBezTo>
                    <a:pt x="87" y="25"/>
                    <a:pt x="87" y="25"/>
                    <a:pt x="87" y="25"/>
                  </a:cubicBezTo>
                  <a:cubicBezTo>
                    <a:pt x="87" y="25"/>
                    <a:pt x="89" y="25"/>
                    <a:pt x="89" y="26"/>
                  </a:cubicBezTo>
                  <a:cubicBezTo>
                    <a:pt x="89" y="27"/>
                    <a:pt x="89" y="28"/>
                    <a:pt x="90" y="28"/>
                  </a:cubicBezTo>
                  <a:cubicBezTo>
                    <a:pt x="90" y="29"/>
                    <a:pt x="90" y="29"/>
                    <a:pt x="91" y="29"/>
                  </a:cubicBezTo>
                  <a:cubicBezTo>
                    <a:pt x="91" y="30"/>
                    <a:pt x="91" y="30"/>
                    <a:pt x="91" y="30"/>
                  </a:cubicBezTo>
                  <a:cubicBezTo>
                    <a:pt x="92" y="31"/>
                    <a:pt x="91" y="32"/>
                    <a:pt x="90" y="33"/>
                  </a:cubicBezTo>
                  <a:cubicBezTo>
                    <a:pt x="90" y="33"/>
                    <a:pt x="89" y="33"/>
                    <a:pt x="89" y="33"/>
                  </a:cubicBezTo>
                  <a:cubicBezTo>
                    <a:pt x="89" y="33"/>
                    <a:pt x="89" y="33"/>
                    <a:pt x="89" y="33"/>
                  </a:cubicBezTo>
                  <a:cubicBezTo>
                    <a:pt x="89" y="33"/>
                    <a:pt x="88" y="33"/>
                    <a:pt x="88" y="34"/>
                  </a:cubicBezTo>
                  <a:cubicBezTo>
                    <a:pt x="89" y="34"/>
                    <a:pt x="88" y="35"/>
                    <a:pt x="87" y="35"/>
                  </a:cubicBezTo>
                  <a:cubicBezTo>
                    <a:pt x="86" y="34"/>
                    <a:pt x="85" y="33"/>
                    <a:pt x="85" y="32"/>
                  </a:cubicBezTo>
                  <a:cubicBezTo>
                    <a:pt x="85" y="32"/>
                    <a:pt x="84" y="31"/>
                    <a:pt x="84" y="32"/>
                  </a:cubicBezTo>
                  <a:cubicBezTo>
                    <a:pt x="84" y="32"/>
                    <a:pt x="83" y="32"/>
                    <a:pt x="82" y="32"/>
                  </a:cubicBezTo>
                  <a:cubicBezTo>
                    <a:pt x="81" y="32"/>
                    <a:pt x="82" y="33"/>
                    <a:pt x="82" y="33"/>
                  </a:cubicBezTo>
                  <a:cubicBezTo>
                    <a:pt x="82" y="34"/>
                    <a:pt x="82" y="34"/>
                    <a:pt x="83" y="34"/>
                  </a:cubicBezTo>
                  <a:cubicBezTo>
                    <a:pt x="83" y="35"/>
                    <a:pt x="83" y="35"/>
                    <a:pt x="83" y="36"/>
                  </a:cubicBezTo>
                  <a:cubicBezTo>
                    <a:pt x="82" y="36"/>
                    <a:pt x="82" y="36"/>
                    <a:pt x="83" y="37"/>
                  </a:cubicBezTo>
                  <a:cubicBezTo>
                    <a:pt x="82" y="36"/>
                    <a:pt x="82" y="36"/>
                    <a:pt x="83" y="36"/>
                  </a:cubicBezTo>
                  <a:cubicBezTo>
                    <a:pt x="83" y="36"/>
                    <a:pt x="84" y="36"/>
                    <a:pt x="84" y="37"/>
                  </a:cubicBezTo>
                  <a:cubicBezTo>
                    <a:pt x="84" y="37"/>
                    <a:pt x="85" y="38"/>
                    <a:pt x="85" y="38"/>
                  </a:cubicBezTo>
                  <a:cubicBezTo>
                    <a:pt x="85" y="38"/>
                    <a:pt x="86" y="39"/>
                    <a:pt x="86" y="40"/>
                  </a:cubicBezTo>
                  <a:cubicBezTo>
                    <a:pt x="86" y="39"/>
                    <a:pt x="86" y="39"/>
                    <a:pt x="86" y="39"/>
                  </a:cubicBezTo>
                  <a:cubicBezTo>
                    <a:pt x="86" y="39"/>
                    <a:pt x="86" y="40"/>
                    <a:pt x="86" y="40"/>
                  </a:cubicBezTo>
                  <a:cubicBezTo>
                    <a:pt x="86" y="40"/>
                    <a:pt x="86" y="41"/>
                    <a:pt x="86" y="41"/>
                  </a:cubicBezTo>
                  <a:cubicBezTo>
                    <a:pt x="86" y="42"/>
                    <a:pt x="87" y="42"/>
                    <a:pt x="87" y="42"/>
                  </a:cubicBezTo>
                  <a:cubicBezTo>
                    <a:pt x="88" y="43"/>
                    <a:pt x="87" y="43"/>
                    <a:pt x="87" y="43"/>
                  </a:cubicBezTo>
                  <a:cubicBezTo>
                    <a:pt x="87" y="44"/>
                    <a:pt x="87" y="44"/>
                    <a:pt x="87" y="44"/>
                  </a:cubicBezTo>
                  <a:cubicBezTo>
                    <a:pt x="88" y="45"/>
                    <a:pt x="87" y="45"/>
                    <a:pt x="87" y="46"/>
                  </a:cubicBezTo>
                  <a:cubicBezTo>
                    <a:pt x="88" y="47"/>
                    <a:pt x="88" y="46"/>
                    <a:pt x="88" y="46"/>
                  </a:cubicBezTo>
                  <a:cubicBezTo>
                    <a:pt x="89" y="46"/>
                    <a:pt x="89" y="46"/>
                    <a:pt x="89" y="46"/>
                  </a:cubicBezTo>
                  <a:cubicBezTo>
                    <a:pt x="89" y="46"/>
                    <a:pt x="89" y="46"/>
                    <a:pt x="89" y="46"/>
                  </a:cubicBezTo>
                  <a:cubicBezTo>
                    <a:pt x="89" y="46"/>
                    <a:pt x="90" y="46"/>
                    <a:pt x="90" y="46"/>
                  </a:cubicBezTo>
                  <a:cubicBezTo>
                    <a:pt x="89" y="45"/>
                    <a:pt x="90" y="45"/>
                    <a:pt x="91" y="45"/>
                  </a:cubicBezTo>
                  <a:cubicBezTo>
                    <a:pt x="91" y="45"/>
                    <a:pt x="91" y="46"/>
                    <a:pt x="91" y="46"/>
                  </a:cubicBezTo>
                  <a:cubicBezTo>
                    <a:pt x="91" y="46"/>
                    <a:pt x="92" y="46"/>
                    <a:pt x="92" y="46"/>
                  </a:cubicBezTo>
                  <a:cubicBezTo>
                    <a:pt x="92" y="46"/>
                    <a:pt x="92" y="46"/>
                    <a:pt x="92" y="47"/>
                  </a:cubicBezTo>
                  <a:cubicBezTo>
                    <a:pt x="93" y="47"/>
                    <a:pt x="93" y="48"/>
                    <a:pt x="94" y="48"/>
                  </a:cubicBezTo>
                  <a:cubicBezTo>
                    <a:pt x="94" y="48"/>
                    <a:pt x="94" y="49"/>
                    <a:pt x="95" y="49"/>
                  </a:cubicBezTo>
                  <a:cubicBezTo>
                    <a:pt x="95" y="49"/>
                    <a:pt x="95" y="50"/>
                    <a:pt x="96" y="50"/>
                  </a:cubicBezTo>
                  <a:cubicBezTo>
                    <a:pt x="96" y="50"/>
                    <a:pt x="97" y="50"/>
                    <a:pt x="97" y="50"/>
                  </a:cubicBezTo>
                  <a:cubicBezTo>
                    <a:pt x="98" y="50"/>
                    <a:pt x="98" y="50"/>
                    <a:pt x="99" y="50"/>
                  </a:cubicBezTo>
                  <a:cubicBezTo>
                    <a:pt x="99" y="50"/>
                    <a:pt x="99" y="51"/>
                    <a:pt x="100" y="51"/>
                  </a:cubicBezTo>
                  <a:cubicBezTo>
                    <a:pt x="100" y="51"/>
                    <a:pt x="101" y="52"/>
                    <a:pt x="101" y="52"/>
                  </a:cubicBezTo>
                  <a:cubicBezTo>
                    <a:pt x="101" y="52"/>
                    <a:pt x="101" y="52"/>
                    <a:pt x="102" y="52"/>
                  </a:cubicBezTo>
                  <a:cubicBezTo>
                    <a:pt x="102" y="52"/>
                    <a:pt x="102" y="52"/>
                    <a:pt x="102" y="52"/>
                  </a:cubicBezTo>
                  <a:cubicBezTo>
                    <a:pt x="102" y="52"/>
                    <a:pt x="103" y="52"/>
                    <a:pt x="103" y="53"/>
                  </a:cubicBezTo>
                  <a:cubicBezTo>
                    <a:pt x="103" y="53"/>
                    <a:pt x="102" y="53"/>
                    <a:pt x="102" y="53"/>
                  </a:cubicBezTo>
                  <a:cubicBezTo>
                    <a:pt x="102" y="54"/>
                    <a:pt x="103" y="54"/>
                    <a:pt x="103" y="54"/>
                  </a:cubicBezTo>
                  <a:cubicBezTo>
                    <a:pt x="103" y="54"/>
                    <a:pt x="103" y="54"/>
                    <a:pt x="103" y="54"/>
                  </a:cubicBezTo>
                  <a:cubicBezTo>
                    <a:pt x="104" y="54"/>
                    <a:pt x="105" y="55"/>
                    <a:pt x="105" y="55"/>
                  </a:cubicBezTo>
                  <a:cubicBezTo>
                    <a:pt x="106" y="55"/>
                    <a:pt x="107" y="55"/>
                    <a:pt x="107" y="56"/>
                  </a:cubicBezTo>
                  <a:cubicBezTo>
                    <a:pt x="108" y="56"/>
                    <a:pt x="108" y="57"/>
                    <a:pt x="109" y="57"/>
                  </a:cubicBezTo>
                  <a:cubicBezTo>
                    <a:pt x="109" y="57"/>
                    <a:pt x="110" y="57"/>
                    <a:pt x="110" y="58"/>
                  </a:cubicBezTo>
                  <a:cubicBezTo>
                    <a:pt x="112" y="58"/>
                    <a:pt x="110" y="59"/>
                    <a:pt x="110" y="58"/>
                  </a:cubicBezTo>
                  <a:cubicBezTo>
                    <a:pt x="110" y="58"/>
                    <a:pt x="110" y="59"/>
                    <a:pt x="110" y="59"/>
                  </a:cubicBezTo>
                  <a:cubicBezTo>
                    <a:pt x="109" y="60"/>
                    <a:pt x="109" y="60"/>
                    <a:pt x="108" y="60"/>
                  </a:cubicBezTo>
                  <a:cubicBezTo>
                    <a:pt x="108" y="61"/>
                    <a:pt x="108" y="61"/>
                    <a:pt x="107" y="62"/>
                  </a:cubicBezTo>
                  <a:cubicBezTo>
                    <a:pt x="107" y="62"/>
                    <a:pt x="107" y="63"/>
                    <a:pt x="106" y="63"/>
                  </a:cubicBezTo>
                  <a:cubicBezTo>
                    <a:pt x="106" y="63"/>
                    <a:pt x="106" y="64"/>
                    <a:pt x="106" y="64"/>
                  </a:cubicBezTo>
                  <a:cubicBezTo>
                    <a:pt x="107" y="65"/>
                    <a:pt x="106" y="65"/>
                    <a:pt x="106" y="66"/>
                  </a:cubicBezTo>
                  <a:cubicBezTo>
                    <a:pt x="106" y="66"/>
                    <a:pt x="106" y="67"/>
                    <a:pt x="105" y="67"/>
                  </a:cubicBezTo>
                  <a:cubicBezTo>
                    <a:pt x="105" y="67"/>
                    <a:pt x="106" y="68"/>
                    <a:pt x="106" y="68"/>
                  </a:cubicBezTo>
                  <a:cubicBezTo>
                    <a:pt x="106" y="68"/>
                    <a:pt x="106" y="69"/>
                    <a:pt x="106" y="69"/>
                  </a:cubicBezTo>
                  <a:cubicBezTo>
                    <a:pt x="106" y="69"/>
                    <a:pt x="106" y="69"/>
                    <a:pt x="106" y="69"/>
                  </a:cubicBezTo>
                  <a:cubicBezTo>
                    <a:pt x="106" y="70"/>
                    <a:pt x="106" y="70"/>
                    <a:pt x="106" y="70"/>
                  </a:cubicBezTo>
                  <a:cubicBezTo>
                    <a:pt x="106" y="70"/>
                    <a:pt x="105" y="70"/>
                    <a:pt x="105" y="70"/>
                  </a:cubicBezTo>
                  <a:cubicBezTo>
                    <a:pt x="105" y="71"/>
                    <a:pt x="105" y="71"/>
                    <a:pt x="105" y="71"/>
                  </a:cubicBezTo>
                  <a:cubicBezTo>
                    <a:pt x="105" y="72"/>
                    <a:pt x="105" y="72"/>
                    <a:pt x="105" y="72"/>
                  </a:cubicBezTo>
                  <a:cubicBezTo>
                    <a:pt x="104" y="73"/>
                    <a:pt x="105" y="73"/>
                    <a:pt x="105" y="74"/>
                  </a:cubicBezTo>
                  <a:cubicBezTo>
                    <a:pt x="106" y="74"/>
                    <a:pt x="106" y="74"/>
                    <a:pt x="106" y="74"/>
                  </a:cubicBezTo>
                  <a:cubicBezTo>
                    <a:pt x="106" y="74"/>
                    <a:pt x="107" y="74"/>
                    <a:pt x="107" y="74"/>
                  </a:cubicBezTo>
                  <a:cubicBezTo>
                    <a:pt x="107" y="75"/>
                    <a:pt x="108" y="76"/>
                    <a:pt x="108" y="76"/>
                  </a:cubicBezTo>
                  <a:cubicBezTo>
                    <a:pt x="108" y="76"/>
                    <a:pt x="109" y="76"/>
                    <a:pt x="109" y="76"/>
                  </a:cubicBezTo>
                  <a:cubicBezTo>
                    <a:pt x="109" y="76"/>
                    <a:pt x="109" y="76"/>
                    <a:pt x="109" y="76"/>
                  </a:cubicBezTo>
                  <a:cubicBezTo>
                    <a:pt x="109" y="76"/>
                    <a:pt x="109" y="75"/>
                    <a:pt x="109" y="75"/>
                  </a:cubicBezTo>
                  <a:cubicBezTo>
                    <a:pt x="110" y="75"/>
                    <a:pt x="111" y="76"/>
                    <a:pt x="111" y="76"/>
                  </a:cubicBezTo>
                  <a:cubicBezTo>
                    <a:pt x="112" y="76"/>
                    <a:pt x="112" y="77"/>
                    <a:pt x="113" y="77"/>
                  </a:cubicBezTo>
                  <a:cubicBezTo>
                    <a:pt x="113" y="77"/>
                    <a:pt x="113" y="77"/>
                    <a:pt x="113" y="77"/>
                  </a:cubicBezTo>
                  <a:cubicBezTo>
                    <a:pt x="114" y="78"/>
                    <a:pt x="114" y="77"/>
                    <a:pt x="114" y="78"/>
                  </a:cubicBezTo>
                  <a:cubicBezTo>
                    <a:pt x="115" y="78"/>
                    <a:pt x="116" y="78"/>
                    <a:pt x="116" y="79"/>
                  </a:cubicBezTo>
                  <a:cubicBezTo>
                    <a:pt x="117" y="79"/>
                    <a:pt x="117" y="80"/>
                    <a:pt x="117" y="80"/>
                  </a:cubicBezTo>
                  <a:cubicBezTo>
                    <a:pt x="117" y="80"/>
                    <a:pt x="118" y="81"/>
                    <a:pt x="118" y="81"/>
                  </a:cubicBezTo>
                  <a:cubicBezTo>
                    <a:pt x="118" y="81"/>
                    <a:pt x="118" y="81"/>
                    <a:pt x="118" y="81"/>
                  </a:cubicBezTo>
                  <a:cubicBezTo>
                    <a:pt x="119" y="81"/>
                    <a:pt x="119" y="81"/>
                    <a:pt x="119" y="81"/>
                  </a:cubicBezTo>
                  <a:cubicBezTo>
                    <a:pt x="120" y="82"/>
                    <a:pt x="122" y="83"/>
                    <a:pt x="123" y="84"/>
                  </a:cubicBezTo>
                  <a:cubicBezTo>
                    <a:pt x="124" y="84"/>
                    <a:pt x="124" y="84"/>
                    <a:pt x="124" y="84"/>
                  </a:cubicBezTo>
                  <a:cubicBezTo>
                    <a:pt x="125" y="83"/>
                    <a:pt x="125" y="84"/>
                    <a:pt x="126" y="84"/>
                  </a:cubicBezTo>
                  <a:cubicBezTo>
                    <a:pt x="127" y="84"/>
                    <a:pt x="128" y="86"/>
                    <a:pt x="129" y="86"/>
                  </a:cubicBezTo>
                  <a:cubicBezTo>
                    <a:pt x="130" y="86"/>
                    <a:pt x="130" y="86"/>
                    <a:pt x="131" y="86"/>
                  </a:cubicBezTo>
                  <a:cubicBezTo>
                    <a:pt x="132" y="86"/>
                    <a:pt x="132" y="86"/>
                    <a:pt x="132" y="87"/>
                  </a:cubicBezTo>
                  <a:cubicBezTo>
                    <a:pt x="132" y="87"/>
                    <a:pt x="133" y="88"/>
                    <a:pt x="133" y="88"/>
                  </a:cubicBezTo>
                  <a:cubicBezTo>
                    <a:pt x="134" y="88"/>
                    <a:pt x="134" y="88"/>
                    <a:pt x="135" y="88"/>
                  </a:cubicBezTo>
                  <a:cubicBezTo>
                    <a:pt x="135" y="89"/>
                    <a:pt x="136" y="88"/>
                    <a:pt x="137" y="89"/>
                  </a:cubicBezTo>
                  <a:cubicBezTo>
                    <a:pt x="137" y="89"/>
                    <a:pt x="138" y="90"/>
                    <a:pt x="138" y="90"/>
                  </a:cubicBezTo>
                  <a:cubicBezTo>
                    <a:pt x="139" y="89"/>
                    <a:pt x="138" y="89"/>
                    <a:pt x="139" y="88"/>
                  </a:cubicBezTo>
                  <a:cubicBezTo>
                    <a:pt x="139" y="88"/>
                    <a:pt x="140" y="88"/>
                    <a:pt x="141" y="88"/>
                  </a:cubicBezTo>
                  <a:cubicBezTo>
                    <a:pt x="141" y="89"/>
                    <a:pt x="142" y="89"/>
                    <a:pt x="143" y="90"/>
                  </a:cubicBezTo>
                  <a:cubicBezTo>
                    <a:pt x="143" y="90"/>
                    <a:pt x="143" y="89"/>
                    <a:pt x="143" y="89"/>
                  </a:cubicBezTo>
                  <a:cubicBezTo>
                    <a:pt x="143" y="89"/>
                    <a:pt x="143" y="89"/>
                    <a:pt x="144" y="89"/>
                  </a:cubicBezTo>
                  <a:cubicBezTo>
                    <a:pt x="144" y="89"/>
                    <a:pt x="145" y="89"/>
                    <a:pt x="145" y="89"/>
                  </a:cubicBezTo>
                  <a:cubicBezTo>
                    <a:pt x="145" y="88"/>
                    <a:pt x="145" y="88"/>
                    <a:pt x="145" y="88"/>
                  </a:cubicBezTo>
                  <a:cubicBezTo>
                    <a:pt x="145" y="88"/>
                    <a:pt x="146" y="88"/>
                    <a:pt x="146" y="89"/>
                  </a:cubicBezTo>
                  <a:cubicBezTo>
                    <a:pt x="147" y="89"/>
                    <a:pt x="146" y="88"/>
                    <a:pt x="147" y="89"/>
                  </a:cubicBezTo>
                  <a:cubicBezTo>
                    <a:pt x="147" y="89"/>
                    <a:pt x="147" y="89"/>
                    <a:pt x="147" y="89"/>
                  </a:cubicBezTo>
                  <a:cubicBezTo>
                    <a:pt x="148" y="90"/>
                    <a:pt x="149" y="89"/>
                    <a:pt x="149" y="90"/>
                  </a:cubicBezTo>
                  <a:cubicBezTo>
                    <a:pt x="151" y="90"/>
                    <a:pt x="151" y="91"/>
                    <a:pt x="151" y="93"/>
                  </a:cubicBezTo>
                  <a:cubicBezTo>
                    <a:pt x="151" y="93"/>
                    <a:pt x="152" y="94"/>
                    <a:pt x="153" y="93"/>
                  </a:cubicBezTo>
                  <a:cubicBezTo>
                    <a:pt x="153" y="93"/>
                    <a:pt x="154" y="94"/>
                    <a:pt x="154" y="94"/>
                  </a:cubicBezTo>
                  <a:cubicBezTo>
                    <a:pt x="154" y="94"/>
                    <a:pt x="155" y="95"/>
                    <a:pt x="155" y="95"/>
                  </a:cubicBezTo>
                  <a:cubicBezTo>
                    <a:pt x="155" y="95"/>
                    <a:pt x="156" y="95"/>
                    <a:pt x="156" y="95"/>
                  </a:cubicBezTo>
                  <a:cubicBezTo>
                    <a:pt x="157" y="95"/>
                    <a:pt x="156" y="96"/>
                    <a:pt x="157" y="96"/>
                  </a:cubicBezTo>
                  <a:cubicBezTo>
                    <a:pt x="157" y="96"/>
                    <a:pt x="157" y="96"/>
                    <a:pt x="157" y="96"/>
                  </a:cubicBezTo>
                  <a:cubicBezTo>
                    <a:pt x="158" y="97"/>
                    <a:pt x="158" y="96"/>
                    <a:pt x="159" y="96"/>
                  </a:cubicBezTo>
                  <a:cubicBezTo>
                    <a:pt x="159" y="96"/>
                    <a:pt x="159" y="96"/>
                    <a:pt x="160" y="96"/>
                  </a:cubicBezTo>
                  <a:cubicBezTo>
                    <a:pt x="160" y="95"/>
                    <a:pt x="160" y="95"/>
                    <a:pt x="160" y="95"/>
                  </a:cubicBezTo>
                  <a:cubicBezTo>
                    <a:pt x="161" y="95"/>
                    <a:pt x="161" y="95"/>
                    <a:pt x="162" y="96"/>
                  </a:cubicBezTo>
                  <a:cubicBezTo>
                    <a:pt x="162" y="96"/>
                    <a:pt x="162" y="97"/>
                    <a:pt x="162" y="97"/>
                  </a:cubicBezTo>
                  <a:cubicBezTo>
                    <a:pt x="162" y="98"/>
                    <a:pt x="163" y="98"/>
                    <a:pt x="163" y="98"/>
                  </a:cubicBezTo>
                  <a:cubicBezTo>
                    <a:pt x="164" y="98"/>
                    <a:pt x="164" y="98"/>
                    <a:pt x="164" y="98"/>
                  </a:cubicBezTo>
                  <a:cubicBezTo>
                    <a:pt x="165" y="97"/>
                    <a:pt x="166" y="98"/>
                    <a:pt x="166" y="98"/>
                  </a:cubicBezTo>
                  <a:cubicBezTo>
                    <a:pt x="167" y="98"/>
                    <a:pt x="167" y="98"/>
                    <a:pt x="168" y="98"/>
                  </a:cubicBezTo>
                  <a:cubicBezTo>
                    <a:pt x="168" y="98"/>
                    <a:pt x="168" y="98"/>
                    <a:pt x="168" y="98"/>
                  </a:cubicBezTo>
                  <a:cubicBezTo>
                    <a:pt x="168" y="98"/>
                    <a:pt x="169" y="98"/>
                    <a:pt x="169" y="98"/>
                  </a:cubicBezTo>
                  <a:cubicBezTo>
                    <a:pt x="170" y="99"/>
                    <a:pt x="170" y="99"/>
                    <a:pt x="171" y="99"/>
                  </a:cubicBezTo>
                  <a:cubicBezTo>
                    <a:pt x="171" y="100"/>
                    <a:pt x="172" y="100"/>
                    <a:pt x="172" y="100"/>
                  </a:cubicBezTo>
                  <a:cubicBezTo>
                    <a:pt x="173" y="100"/>
                    <a:pt x="173" y="100"/>
                    <a:pt x="173" y="99"/>
                  </a:cubicBezTo>
                  <a:cubicBezTo>
                    <a:pt x="173" y="99"/>
                    <a:pt x="174" y="99"/>
                    <a:pt x="174" y="98"/>
                  </a:cubicBezTo>
                  <a:cubicBezTo>
                    <a:pt x="175" y="98"/>
                    <a:pt x="175" y="99"/>
                    <a:pt x="175" y="99"/>
                  </a:cubicBezTo>
                  <a:cubicBezTo>
                    <a:pt x="175" y="99"/>
                    <a:pt x="175" y="100"/>
                    <a:pt x="176" y="100"/>
                  </a:cubicBezTo>
                  <a:cubicBezTo>
                    <a:pt x="177" y="100"/>
                    <a:pt x="177" y="101"/>
                    <a:pt x="178" y="101"/>
                  </a:cubicBezTo>
                  <a:cubicBezTo>
                    <a:pt x="178" y="100"/>
                    <a:pt x="178" y="100"/>
                    <a:pt x="179" y="100"/>
                  </a:cubicBezTo>
                  <a:cubicBezTo>
                    <a:pt x="180" y="100"/>
                    <a:pt x="180" y="100"/>
                    <a:pt x="181" y="100"/>
                  </a:cubicBezTo>
                  <a:cubicBezTo>
                    <a:pt x="181" y="100"/>
                    <a:pt x="181" y="100"/>
                    <a:pt x="181" y="100"/>
                  </a:cubicBezTo>
                  <a:cubicBezTo>
                    <a:pt x="181" y="100"/>
                    <a:pt x="182" y="100"/>
                    <a:pt x="182" y="100"/>
                  </a:cubicBezTo>
                  <a:cubicBezTo>
                    <a:pt x="182" y="99"/>
                    <a:pt x="182" y="100"/>
                    <a:pt x="182" y="100"/>
                  </a:cubicBezTo>
                  <a:cubicBezTo>
                    <a:pt x="182" y="100"/>
                    <a:pt x="182" y="99"/>
                    <a:pt x="183" y="99"/>
                  </a:cubicBezTo>
                  <a:cubicBezTo>
                    <a:pt x="183" y="99"/>
                    <a:pt x="183" y="100"/>
                    <a:pt x="183" y="100"/>
                  </a:cubicBezTo>
                  <a:cubicBezTo>
                    <a:pt x="185" y="101"/>
                    <a:pt x="185" y="98"/>
                    <a:pt x="185" y="97"/>
                  </a:cubicBezTo>
                  <a:cubicBezTo>
                    <a:pt x="185" y="96"/>
                    <a:pt x="185" y="95"/>
                    <a:pt x="184" y="94"/>
                  </a:cubicBezTo>
                  <a:cubicBezTo>
                    <a:pt x="183" y="93"/>
                    <a:pt x="183" y="93"/>
                    <a:pt x="182" y="92"/>
                  </a:cubicBezTo>
                  <a:cubicBezTo>
                    <a:pt x="182" y="91"/>
                    <a:pt x="183" y="90"/>
                    <a:pt x="182" y="89"/>
                  </a:cubicBezTo>
                  <a:cubicBezTo>
                    <a:pt x="182" y="89"/>
                    <a:pt x="182" y="88"/>
                    <a:pt x="182" y="87"/>
                  </a:cubicBezTo>
                  <a:cubicBezTo>
                    <a:pt x="183" y="87"/>
                    <a:pt x="183" y="86"/>
                    <a:pt x="183" y="85"/>
                  </a:cubicBezTo>
                  <a:cubicBezTo>
                    <a:pt x="183" y="84"/>
                    <a:pt x="181" y="83"/>
                    <a:pt x="183" y="83"/>
                  </a:cubicBezTo>
                  <a:cubicBezTo>
                    <a:pt x="183" y="83"/>
                    <a:pt x="186" y="82"/>
                    <a:pt x="186" y="82"/>
                  </a:cubicBezTo>
                  <a:cubicBezTo>
                    <a:pt x="186" y="81"/>
                    <a:pt x="187" y="82"/>
                    <a:pt x="188" y="82"/>
                  </a:cubicBezTo>
                  <a:cubicBezTo>
                    <a:pt x="188" y="82"/>
                    <a:pt x="188" y="82"/>
                    <a:pt x="189" y="82"/>
                  </a:cubicBezTo>
                  <a:cubicBezTo>
                    <a:pt x="189" y="83"/>
                    <a:pt x="189" y="83"/>
                    <a:pt x="189" y="83"/>
                  </a:cubicBezTo>
                  <a:cubicBezTo>
                    <a:pt x="189" y="83"/>
                    <a:pt x="189" y="84"/>
                    <a:pt x="189" y="84"/>
                  </a:cubicBezTo>
                  <a:cubicBezTo>
                    <a:pt x="189" y="84"/>
                    <a:pt x="189" y="85"/>
                    <a:pt x="189" y="85"/>
                  </a:cubicBezTo>
                  <a:cubicBezTo>
                    <a:pt x="189" y="86"/>
                    <a:pt x="189" y="88"/>
                    <a:pt x="190" y="89"/>
                  </a:cubicBezTo>
                  <a:cubicBezTo>
                    <a:pt x="190" y="89"/>
                    <a:pt x="190" y="90"/>
                    <a:pt x="191" y="90"/>
                  </a:cubicBezTo>
                  <a:cubicBezTo>
                    <a:pt x="191" y="91"/>
                    <a:pt x="190" y="91"/>
                    <a:pt x="190" y="91"/>
                  </a:cubicBezTo>
                  <a:cubicBezTo>
                    <a:pt x="189" y="92"/>
                    <a:pt x="190" y="92"/>
                    <a:pt x="190" y="92"/>
                  </a:cubicBezTo>
                  <a:cubicBezTo>
                    <a:pt x="191" y="93"/>
                    <a:pt x="191" y="93"/>
                    <a:pt x="191" y="94"/>
                  </a:cubicBezTo>
                  <a:cubicBezTo>
                    <a:pt x="191" y="94"/>
                    <a:pt x="192" y="94"/>
                    <a:pt x="192" y="94"/>
                  </a:cubicBezTo>
                  <a:cubicBezTo>
                    <a:pt x="192" y="95"/>
                    <a:pt x="192" y="94"/>
                    <a:pt x="193" y="94"/>
                  </a:cubicBezTo>
                  <a:cubicBezTo>
                    <a:pt x="193" y="95"/>
                    <a:pt x="194" y="96"/>
                    <a:pt x="195" y="95"/>
                  </a:cubicBezTo>
                  <a:cubicBezTo>
                    <a:pt x="195" y="95"/>
                    <a:pt x="195" y="95"/>
                    <a:pt x="196" y="95"/>
                  </a:cubicBezTo>
                  <a:cubicBezTo>
                    <a:pt x="196" y="95"/>
                    <a:pt x="196" y="95"/>
                    <a:pt x="197" y="96"/>
                  </a:cubicBezTo>
                  <a:cubicBezTo>
                    <a:pt x="197" y="96"/>
                    <a:pt x="198" y="96"/>
                    <a:pt x="198" y="96"/>
                  </a:cubicBezTo>
                  <a:cubicBezTo>
                    <a:pt x="198" y="96"/>
                    <a:pt x="198" y="96"/>
                    <a:pt x="199" y="96"/>
                  </a:cubicBezTo>
                  <a:cubicBezTo>
                    <a:pt x="199" y="96"/>
                    <a:pt x="199" y="96"/>
                    <a:pt x="198" y="96"/>
                  </a:cubicBezTo>
                  <a:cubicBezTo>
                    <a:pt x="199" y="97"/>
                    <a:pt x="199" y="97"/>
                    <a:pt x="199" y="97"/>
                  </a:cubicBezTo>
                  <a:cubicBezTo>
                    <a:pt x="199" y="96"/>
                    <a:pt x="199" y="97"/>
                    <a:pt x="200" y="97"/>
                  </a:cubicBezTo>
                  <a:cubicBezTo>
                    <a:pt x="200" y="97"/>
                    <a:pt x="200" y="97"/>
                    <a:pt x="201" y="97"/>
                  </a:cubicBezTo>
                  <a:cubicBezTo>
                    <a:pt x="201" y="97"/>
                    <a:pt x="201" y="97"/>
                    <a:pt x="201" y="97"/>
                  </a:cubicBezTo>
                  <a:cubicBezTo>
                    <a:pt x="201" y="96"/>
                    <a:pt x="202" y="97"/>
                    <a:pt x="203" y="96"/>
                  </a:cubicBezTo>
                  <a:cubicBezTo>
                    <a:pt x="204" y="96"/>
                    <a:pt x="203" y="96"/>
                    <a:pt x="204" y="96"/>
                  </a:cubicBezTo>
                  <a:cubicBezTo>
                    <a:pt x="204" y="95"/>
                    <a:pt x="204" y="95"/>
                    <a:pt x="205" y="95"/>
                  </a:cubicBezTo>
                  <a:cubicBezTo>
                    <a:pt x="206" y="94"/>
                    <a:pt x="207" y="96"/>
                    <a:pt x="208" y="96"/>
                  </a:cubicBezTo>
                  <a:cubicBezTo>
                    <a:pt x="209" y="96"/>
                    <a:pt x="210" y="96"/>
                    <a:pt x="212" y="96"/>
                  </a:cubicBezTo>
                  <a:cubicBezTo>
                    <a:pt x="212" y="96"/>
                    <a:pt x="213" y="96"/>
                    <a:pt x="213" y="96"/>
                  </a:cubicBezTo>
                  <a:cubicBezTo>
                    <a:pt x="213" y="96"/>
                    <a:pt x="214" y="96"/>
                    <a:pt x="214" y="96"/>
                  </a:cubicBezTo>
                  <a:cubicBezTo>
                    <a:pt x="215" y="96"/>
                    <a:pt x="215" y="94"/>
                    <a:pt x="216" y="95"/>
                  </a:cubicBezTo>
                  <a:cubicBezTo>
                    <a:pt x="216" y="95"/>
                    <a:pt x="216" y="96"/>
                    <a:pt x="216" y="96"/>
                  </a:cubicBezTo>
                  <a:cubicBezTo>
                    <a:pt x="217" y="96"/>
                    <a:pt x="217" y="96"/>
                    <a:pt x="218" y="96"/>
                  </a:cubicBezTo>
                  <a:cubicBezTo>
                    <a:pt x="218" y="96"/>
                    <a:pt x="218" y="95"/>
                    <a:pt x="219" y="95"/>
                  </a:cubicBezTo>
                  <a:cubicBezTo>
                    <a:pt x="219" y="95"/>
                    <a:pt x="219" y="95"/>
                    <a:pt x="220" y="96"/>
                  </a:cubicBezTo>
                  <a:cubicBezTo>
                    <a:pt x="219" y="94"/>
                    <a:pt x="221" y="96"/>
                    <a:pt x="221" y="95"/>
                  </a:cubicBezTo>
                  <a:cubicBezTo>
                    <a:pt x="222" y="94"/>
                    <a:pt x="220" y="93"/>
                    <a:pt x="220" y="92"/>
                  </a:cubicBezTo>
                  <a:cubicBezTo>
                    <a:pt x="221" y="90"/>
                    <a:pt x="221" y="90"/>
                    <a:pt x="220" y="89"/>
                  </a:cubicBezTo>
                  <a:cubicBezTo>
                    <a:pt x="220" y="89"/>
                    <a:pt x="219" y="88"/>
                    <a:pt x="219" y="88"/>
                  </a:cubicBezTo>
                  <a:cubicBezTo>
                    <a:pt x="219" y="89"/>
                    <a:pt x="217" y="89"/>
                    <a:pt x="217" y="89"/>
                  </a:cubicBezTo>
                  <a:cubicBezTo>
                    <a:pt x="217" y="88"/>
                    <a:pt x="216" y="88"/>
                    <a:pt x="216" y="88"/>
                  </a:cubicBezTo>
                  <a:cubicBezTo>
                    <a:pt x="215" y="87"/>
                    <a:pt x="215" y="87"/>
                    <a:pt x="215" y="86"/>
                  </a:cubicBezTo>
                  <a:cubicBezTo>
                    <a:pt x="215" y="86"/>
                    <a:pt x="216" y="86"/>
                    <a:pt x="216" y="85"/>
                  </a:cubicBezTo>
                  <a:cubicBezTo>
                    <a:pt x="216" y="85"/>
                    <a:pt x="216" y="85"/>
                    <a:pt x="217" y="85"/>
                  </a:cubicBezTo>
                  <a:cubicBezTo>
                    <a:pt x="217" y="85"/>
                    <a:pt x="218" y="86"/>
                    <a:pt x="218" y="86"/>
                  </a:cubicBezTo>
                  <a:cubicBezTo>
                    <a:pt x="219" y="86"/>
                    <a:pt x="219" y="84"/>
                    <a:pt x="220" y="85"/>
                  </a:cubicBezTo>
                  <a:cubicBezTo>
                    <a:pt x="220" y="85"/>
                    <a:pt x="221" y="85"/>
                    <a:pt x="221" y="84"/>
                  </a:cubicBezTo>
                  <a:cubicBezTo>
                    <a:pt x="221" y="84"/>
                    <a:pt x="221" y="84"/>
                    <a:pt x="221" y="84"/>
                  </a:cubicBezTo>
                  <a:cubicBezTo>
                    <a:pt x="221" y="84"/>
                    <a:pt x="222" y="85"/>
                    <a:pt x="222" y="85"/>
                  </a:cubicBezTo>
                  <a:cubicBezTo>
                    <a:pt x="222" y="84"/>
                    <a:pt x="222" y="85"/>
                    <a:pt x="222" y="85"/>
                  </a:cubicBezTo>
                  <a:cubicBezTo>
                    <a:pt x="222" y="85"/>
                    <a:pt x="222" y="84"/>
                    <a:pt x="223" y="84"/>
                  </a:cubicBezTo>
                  <a:cubicBezTo>
                    <a:pt x="223" y="84"/>
                    <a:pt x="223" y="85"/>
                    <a:pt x="223" y="84"/>
                  </a:cubicBezTo>
                  <a:cubicBezTo>
                    <a:pt x="224" y="84"/>
                    <a:pt x="224" y="84"/>
                    <a:pt x="225" y="83"/>
                  </a:cubicBezTo>
                  <a:cubicBezTo>
                    <a:pt x="225" y="83"/>
                    <a:pt x="225" y="82"/>
                    <a:pt x="225" y="82"/>
                  </a:cubicBezTo>
                  <a:cubicBezTo>
                    <a:pt x="225" y="82"/>
                    <a:pt x="224" y="82"/>
                    <a:pt x="224" y="82"/>
                  </a:cubicBezTo>
                  <a:cubicBezTo>
                    <a:pt x="224" y="81"/>
                    <a:pt x="225" y="80"/>
                    <a:pt x="225" y="80"/>
                  </a:cubicBezTo>
                  <a:cubicBezTo>
                    <a:pt x="226" y="80"/>
                    <a:pt x="227" y="80"/>
                    <a:pt x="227" y="79"/>
                  </a:cubicBezTo>
                  <a:cubicBezTo>
                    <a:pt x="228" y="79"/>
                    <a:pt x="228" y="78"/>
                    <a:pt x="228" y="77"/>
                  </a:cubicBezTo>
                  <a:cubicBezTo>
                    <a:pt x="228" y="76"/>
                    <a:pt x="228" y="76"/>
                    <a:pt x="229" y="75"/>
                  </a:cubicBezTo>
                  <a:cubicBezTo>
                    <a:pt x="230" y="75"/>
                    <a:pt x="231" y="75"/>
                    <a:pt x="232" y="75"/>
                  </a:cubicBezTo>
                  <a:cubicBezTo>
                    <a:pt x="233" y="75"/>
                    <a:pt x="233" y="74"/>
                    <a:pt x="234" y="74"/>
                  </a:cubicBezTo>
                  <a:cubicBezTo>
                    <a:pt x="234" y="74"/>
                    <a:pt x="234" y="74"/>
                    <a:pt x="235" y="74"/>
                  </a:cubicBezTo>
                  <a:cubicBezTo>
                    <a:pt x="234" y="74"/>
                    <a:pt x="235" y="73"/>
                    <a:pt x="235" y="73"/>
                  </a:cubicBezTo>
                  <a:cubicBezTo>
                    <a:pt x="235" y="73"/>
                    <a:pt x="235" y="73"/>
                    <a:pt x="235" y="73"/>
                  </a:cubicBezTo>
                  <a:cubicBezTo>
                    <a:pt x="236" y="73"/>
                    <a:pt x="235" y="71"/>
                    <a:pt x="236" y="72"/>
                  </a:cubicBezTo>
                  <a:cubicBezTo>
                    <a:pt x="236" y="72"/>
                    <a:pt x="237" y="71"/>
                    <a:pt x="237" y="70"/>
                  </a:cubicBezTo>
                  <a:cubicBezTo>
                    <a:pt x="237" y="70"/>
                    <a:pt x="238" y="69"/>
                    <a:pt x="238" y="69"/>
                  </a:cubicBezTo>
                  <a:cubicBezTo>
                    <a:pt x="239" y="69"/>
                    <a:pt x="239" y="69"/>
                    <a:pt x="240" y="68"/>
                  </a:cubicBezTo>
                  <a:cubicBezTo>
                    <a:pt x="240" y="68"/>
                    <a:pt x="241" y="69"/>
                    <a:pt x="242" y="69"/>
                  </a:cubicBezTo>
                  <a:cubicBezTo>
                    <a:pt x="242" y="70"/>
                    <a:pt x="242" y="70"/>
                    <a:pt x="243" y="70"/>
                  </a:cubicBezTo>
                  <a:cubicBezTo>
                    <a:pt x="243" y="70"/>
                    <a:pt x="244" y="70"/>
                    <a:pt x="244" y="70"/>
                  </a:cubicBezTo>
                  <a:cubicBezTo>
                    <a:pt x="244" y="70"/>
                    <a:pt x="243" y="70"/>
                    <a:pt x="243" y="70"/>
                  </a:cubicBezTo>
                  <a:cubicBezTo>
                    <a:pt x="244" y="70"/>
                    <a:pt x="245" y="70"/>
                    <a:pt x="245" y="70"/>
                  </a:cubicBezTo>
                  <a:cubicBezTo>
                    <a:pt x="246" y="70"/>
                    <a:pt x="246" y="71"/>
                    <a:pt x="247" y="71"/>
                  </a:cubicBezTo>
                  <a:cubicBezTo>
                    <a:pt x="247" y="71"/>
                    <a:pt x="247" y="71"/>
                    <a:pt x="248" y="71"/>
                  </a:cubicBezTo>
                  <a:cubicBezTo>
                    <a:pt x="248" y="71"/>
                    <a:pt x="248" y="70"/>
                    <a:pt x="248" y="70"/>
                  </a:cubicBezTo>
                  <a:cubicBezTo>
                    <a:pt x="248" y="70"/>
                    <a:pt x="249" y="70"/>
                    <a:pt x="249" y="69"/>
                  </a:cubicBezTo>
                  <a:cubicBezTo>
                    <a:pt x="248" y="69"/>
                    <a:pt x="250" y="68"/>
                    <a:pt x="250" y="68"/>
                  </a:cubicBezTo>
                  <a:cubicBezTo>
                    <a:pt x="250" y="68"/>
                    <a:pt x="251" y="68"/>
                    <a:pt x="251" y="67"/>
                  </a:cubicBezTo>
                  <a:cubicBezTo>
                    <a:pt x="251" y="67"/>
                    <a:pt x="252" y="67"/>
                    <a:pt x="252" y="67"/>
                  </a:cubicBezTo>
                  <a:cubicBezTo>
                    <a:pt x="253" y="66"/>
                    <a:pt x="253" y="66"/>
                    <a:pt x="254" y="67"/>
                  </a:cubicBezTo>
                  <a:cubicBezTo>
                    <a:pt x="254" y="67"/>
                    <a:pt x="254" y="68"/>
                    <a:pt x="255" y="69"/>
                  </a:cubicBezTo>
                  <a:cubicBezTo>
                    <a:pt x="255" y="69"/>
                    <a:pt x="256" y="68"/>
                    <a:pt x="256" y="69"/>
                  </a:cubicBezTo>
                  <a:cubicBezTo>
                    <a:pt x="257" y="69"/>
                    <a:pt x="255" y="71"/>
                    <a:pt x="254" y="71"/>
                  </a:cubicBezTo>
                  <a:cubicBezTo>
                    <a:pt x="255" y="71"/>
                    <a:pt x="255" y="71"/>
                    <a:pt x="255" y="72"/>
                  </a:cubicBezTo>
                  <a:cubicBezTo>
                    <a:pt x="255" y="73"/>
                    <a:pt x="256" y="73"/>
                    <a:pt x="256" y="72"/>
                  </a:cubicBezTo>
                  <a:cubicBezTo>
                    <a:pt x="257" y="71"/>
                    <a:pt x="257" y="71"/>
                    <a:pt x="257" y="71"/>
                  </a:cubicBezTo>
                  <a:cubicBezTo>
                    <a:pt x="258" y="71"/>
                    <a:pt x="258" y="71"/>
                    <a:pt x="258" y="71"/>
                  </a:cubicBezTo>
                  <a:cubicBezTo>
                    <a:pt x="258" y="72"/>
                    <a:pt x="258" y="72"/>
                    <a:pt x="258" y="72"/>
                  </a:cubicBezTo>
                  <a:cubicBezTo>
                    <a:pt x="259" y="73"/>
                    <a:pt x="259" y="73"/>
                    <a:pt x="260" y="74"/>
                  </a:cubicBezTo>
                  <a:cubicBezTo>
                    <a:pt x="260" y="75"/>
                    <a:pt x="259" y="75"/>
                    <a:pt x="259" y="75"/>
                  </a:cubicBezTo>
                  <a:cubicBezTo>
                    <a:pt x="259" y="76"/>
                    <a:pt x="258" y="76"/>
                    <a:pt x="258" y="77"/>
                  </a:cubicBezTo>
                  <a:cubicBezTo>
                    <a:pt x="258" y="77"/>
                    <a:pt x="258" y="77"/>
                    <a:pt x="258" y="77"/>
                  </a:cubicBezTo>
                  <a:cubicBezTo>
                    <a:pt x="258" y="78"/>
                    <a:pt x="257" y="78"/>
                    <a:pt x="257" y="78"/>
                  </a:cubicBezTo>
                  <a:cubicBezTo>
                    <a:pt x="258" y="78"/>
                    <a:pt x="258" y="78"/>
                    <a:pt x="259" y="79"/>
                  </a:cubicBezTo>
                  <a:cubicBezTo>
                    <a:pt x="259" y="79"/>
                    <a:pt x="259" y="78"/>
                    <a:pt x="259" y="78"/>
                  </a:cubicBezTo>
                  <a:cubicBezTo>
                    <a:pt x="260" y="78"/>
                    <a:pt x="260" y="77"/>
                    <a:pt x="261" y="78"/>
                  </a:cubicBezTo>
                  <a:cubicBezTo>
                    <a:pt x="261" y="78"/>
                    <a:pt x="262" y="78"/>
                    <a:pt x="262" y="78"/>
                  </a:cubicBezTo>
                  <a:cubicBezTo>
                    <a:pt x="262" y="79"/>
                    <a:pt x="263" y="78"/>
                    <a:pt x="263" y="78"/>
                  </a:cubicBezTo>
                  <a:cubicBezTo>
                    <a:pt x="263" y="78"/>
                    <a:pt x="264" y="79"/>
                    <a:pt x="264" y="79"/>
                  </a:cubicBezTo>
                  <a:cubicBezTo>
                    <a:pt x="265" y="79"/>
                    <a:pt x="265" y="78"/>
                    <a:pt x="266" y="79"/>
                  </a:cubicBezTo>
                  <a:cubicBezTo>
                    <a:pt x="267" y="79"/>
                    <a:pt x="268" y="80"/>
                    <a:pt x="268" y="81"/>
                  </a:cubicBezTo>
                  <a:cubicBezTo>
                    <a:pt x="268" y="81"/>
                    <a:pt x="268" y="82"/>
                    <a:pt x="268" y="82"/>
                  </a:cubicBezTo>
                  <a:cubicBezTo>
                    <a:pt x="269" y="82"/>
                    <a:pt x="269" y="83"/>
                    <a:pt x="269" y="8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69" name="Iceland">
              <a:extLst>
                <a:ext uri="{FF2B5EF4-FFF2-40B4-BE49-F238E27FC236}">
                  <a16:creationId xmlns:a16="http://schemas.microsoft.com/office/drawing/2014/main" id="{956B8A5E-EFCC-0888-659B-6AC6C0ACAA4C}"/>
                </a:ext>
              </a:extLst>
            </p:cNvPr>
            <p:cNvSpPr>
              <a:spLocks noEditPoints="1"/>
            </p:cNvSpPr>
            <p:nvPr/>
          </p:nvSpPr>
          <p:spPr bwMode="auto">
            <a:xfrm>
              <a:off x="5140932" y="1509644"/>
              <a:ext cx="283268" cy="105857"/>
            </a:xfrm>
            <a:custGeom>
              <a:avLst/>
              <a:gdLst/>
              <a:ahLst/>
              <a:cxnLst>
                <a:cxn ang="0">
                  <a:pos x="79" y="12"/>
                </a:cxn>
                <a:cxn ang="0">
                  <a:pos x="76" y="8"/>
                </a:cxn>
                <a:cxn ang="0">
                  <a:pos x="72" y="8"/>
                </a:cxn>
                <a:cxn ang="0">
                  <a:pos x="72" y="4"/>
                </a:cxn>
                <a:cxn ang="0">
                  <a:pos x="67" y="3"/>
                </a:cxn>
                <a:cxn ang="0">
                  <a:pos x="62" y="0"/>
                </a:cxn>
                <a:cxn ang="0">
                  <a:pos x="60" y="3"/>
                </a:cxn>
                <a:cxn ang="0">
                  <a:pos x="55" y="4"/>
                </a:cxn>
                <a:cxn ang="0">
                  <a:pos x="51" y="4"/>
                </a:cxn>
                <a:cxn ang="0">
                  <a:pos x="48" y="9"/>
                </a:cxn>
                <a:cxn ang="0">
                  <a:pos x="43" y="4"/>
                </a:cxn>
                <a:cxn ang="0">
                  <a:pos x="38" y="8"/>
                </a:cxn>
                <a:cxn ang="0">
                  <a:pos x="32" y="4"/>
                </a:cxn>
                <a:cxn ang="0">
                  <a:pos x="30" y="10"/>
                </a:cxn>
                <a:cxn ang="0">
                  <a:pos x="25" y="11"/>
                </a:cxn>
                <a:cxn ang="0">
                  <a:pos x="23" y="9"/>
                </a:cxn>
                <a:cxn ang="0">
                  <a:pos x="25" y="6"/>
                </a:cxn>
                <a:cxn ang="0">
                  <a:pos x="23" y="4"/>
                </a:cxn>
                <a:cxn ang="0">
                  <a:pos x="20" y="3"/>
                </a:cxn>
                <a:cxn ang="0">
                  <a:pos x="14" y="1"/>
                </a:cxn>
                <a:cxn ang="0">
                  <a:pos x="16" y="2"/>
                </a:cxn>
                <a:cxn ang="0">
                  <a:pos x="15" y="4"/>
                </a:cxn>
                <a:cxn ang="0">
                  <a:pos x="15" y="7"/>
                </a:cxn>
                <a:cxn ang="0">
                  <a:pos x="13" y="5"/>
                </a:cxn>
                <a:cxn ang="0">
                  <a:pos x="8" y="4"/>
                </a:cxn>
                <a:cxn ang="0">
                  <a:pos x="11" y="7"/>
                </a:cxn>
                <a:cxn ang="0">
                  <a:pos x="8" y="9"/>
                </a:cxn>
                <a:cxn ang="0">
                  <a:pos x="1" y="9"/>
                </a:cxn>
                <a:cxn ang="0">
                  <a:pos x="9" y="10"/>
                </a:cxn>
                <a:cxn ang="0">
                  <a:pos x="13" y="9"/>
                </a:cxn>
                <a:cxn ang="0">
                  <a:pos x="15" y="10"/>
                </a:cxn>
                <a:cxn ang="0">
                  <a:pos x="17" y="11"/>
                </a:cxn>
                <a:cxn ang="0">
                  <a:pos x="14" y="13"/>
                </a:cxn>
                <a:cxn ang="0">
                  <a:pos x="19" y="15"/>
                </a:cxn>
                <a:cxn ang="0">
                  <a:pos x="12" y="15"/>
                </a:cxn>
                <a:cxn ang="0">
                  <a:pos x="7" y="15"/>
                </a:cxn>
                <a:cxn ang="0">
                  <a:pos x="7" y="17"/>
                </a:cxn>
                <a:cxn ang="0">
                  <a:pos x="14" y="17"/>
                </a:cxn>
                <a:cxn ang="0">
                  <a:pos x="14" y="19"/>
                </a:cxn>
                <a:cxn ang="0">
                  <a:pos x="19" y="18"/>
                </a:cxn>
                <a:cxn ang="0">
                  <a:pos x="19" y="19"/>
                </a:cxn>
                <a:cxn ang="0">
                  <a:pos x="21" y="21"/>
                </a:cxn>
                <a:cxn ang="0">
                  <a:pos x="17" y="23"/>
                </a:cxn>
                <a:cxn ang="0">
                  <a:pos x="10" y="25"/>
                </a:cxn>
                <a:cxn ang="0">
                  <a:pos x="22" y="25"/>
                </a:cxn>
                <a:cxn ang="0">
                  <a:pos x="24" y="27"/>
                </a:cxn>
                <a:cxn ang="0">
                  <a:pos x="26" y="28"/>
                </a:cxn>
                <a:cxn ang="0">
                  <a:pos x="42" y="30"/>
                </a:cxn>
                <a:cxn ang="0">
                  <a:pos x="44" y="28"/>
                </a:cxn>
                <a:cxn ang="0">
                  <a:pos x="52" y="26"/>
                </a:cxn>
                <a:cxn ang="0">
                  <a:pos x="53" y="26"/>
                </a:cxn>
                <a:cxn ang="0">
                  <a:pos x="59" y="24"/>
                </a:cxn>
                <a:cxn ang="0">
                  <a:pos x="64" y="21"/>
                </a:cxn>
                <a:cxn ang="0">
                  <a:pos x="68" y="21"/>
                </a:cxn>
                <a:cxn ang="0">
                  <a:pos x="73" y="18"/>
                </a:cxn>
                <a:cxn ang="0">
                  <a:pos x="77" y="17"/>
                </a:cxn>
                <a:cxn ang="0">
                  <a:pos x="75" y="15"/>
                </a:cxn>
                <a:cxn ang="0">
                  <a:pos x="26" y="27"/>
                </a:cxn>
                <a:cxn ang="0">
                  <a:pos x="78" y="13"/>
                </a:cxn>
              </a:cxnLst>
              <a:rect l="0" t="0" r="r" b="b"/>
              <a:pathLst>
                <a:path w="80" h="30">
                  <a:moveTo>
                    <a:pt x="79" y="14"/>
                  </a:moveTo>
                  <a:cubicBezTo>
                    <a:pt x="79" y="13"/>
                    <a:pt x="79" y="13"/>
                    <a:pt x="79" y="13"/>
                  </a:cubicBezTo>
                  <a:cubicBezTo>
                    <a:pt x="79" y="13"/>
                    <a:pt x="80" y="13"/>
                    <a:pt x="80" y="13"/>
                  </a:cubicBezTo>
                  <a:cubicBezTo>
                    <a:pt x="79" y="13"/>
                    <a:pt x="79" y="13"/>
                    <a:pt x="78" y="13"/>
                  </a:cubicBezTo>
                  <a:cubicBezTo>
                    <a:pt x="79" y="13"/>
                    <a:pt x="80" y="13"/>
                    <a:pt x="80" y="12"/>
                  </a:cubicBezTo>
                  <a:cubicBezTo>
                    <a:pt x="79" y="12"/>
                    <a:pt x="78" y="12"/>
                    <a:pt x="77" y="12"/>
                  </a:cubicBezTo>
                  <a:cubicBezTo>
                    <a:pt x="77" y="12"/>
                    <a:pt x="79" y="12"/>
                    <a:pt x="79" y="12"/>
                  </a:cubicBezTo>
                  <a:cubicBezTo>
                    <a:pt x="79" y="12"/>
                    <a:pt x="78" y="11"/>
                    <a:pt x="78" y="11"/>
                  </a:cubicBezTo>
                  <a:cubicBezTo>
                    <a:pt x="79" y="11"/>
                    <a:pt x="80" y="11"/>
                    <a:pt x="80" y="11"/>
                  </a:cubicBezTo>
                  <a:cubicBezTo>
                    <a:pt x="80" y="10"/>
                    <a:pt x="80" y="10"/>
                    <a:pt x="80" y="10"/>
                  </a:cubicBezTo>
                  <a:cubicBezTo>
                    <a:pt x="80" y="10"/>
                    <a:pt x="79" y="10"/>
                    <a:pt x="79" y="10"/>
                  </a:cubicBezTo>
                  <a:cubicBezTo>
                    <a:pt x="79" y="10"/>
                    <a:pt x="79" y="9"/>
                    <a:pt x="79" y="9"/>
                  </a:cubicBezTo>
                  <a:cubicBezTo>
                    <a:pt x="79" y="9"/>
                    <a:pt x="78" y="9"/>
                    <a:pt x="78" y="9"/>
                  </a:cubicBezTo>
                  <a:cubicBezTo>
                    <a:pt x="77" y="9"/>
                    <a:pt x="77" y="9"/>
                    <a:pt x="76" y="8"/>
                  </a:cubicBezTo>
                  <a:cubicBezTo>
                    <a:pt x="77" y="9"/>
                    <a:pt x="76" y="9"/>
                    <a:pt x="76" y="9"/>
                  </a:cubicBezTo>
                  <a:cubicBezTo>
                    <a:pt x="75" y="9"/>
                    <a:pt x="75" y="9"/>
                    <a:pt x="75" y="9"/>
                  </a:cubicBezTo>
                  <a:cubicBezTo>
                    <a:pt x="74" y="9"/>
                    <a:pt x="74" y="10"/>
                    <a:pt x="73" y="10"/>
                  </a:cubicBezTo>
                  <a:cubicBezTo>
                    <a:pt x="74" y="9"/>
                    <a:pt x="75" y="8"/>
                    <a:pt x="76" y="8"/>
                  </a:cubicBezTo>
                  <a:cubicBezTo>
                    <a:pt x="75" y="8"/>
                    <a:pt x="75" y="8"/>
                    <a:pt x="75" y="8"/>
                  </a:cubicBezTo>
                  <a:cubicBezTo>
                    <a:pt x="76" y="7"/>
                    <a:pt x="75" y="7"/>
                    <a:pt x="75" y="7"/>
                  </a:cubicBezTo>
                  <a:cubicBezTo>
                    <a:pt x="74" y="7"/>
                    <a:pt x="73" y="8"/>
                    <a:pt x="72" y="8"/>
                  </a:cubicBezTo>
                  <a:cubicBezTo>
                    <a:pt x="72" y="8"/>
                    <a:pt x="72" y="8"/>
                    <a:pt x="72" y="7"/>
                  </a:cubicBezTo>
                  <a:cubicBezTo>
                    <a:pt x="72" y="7"/>
                    <a:pt x="72" y="7"/>
                    <a:pt x="71" y="8"/>
                  </a:cubicBezTo>
                  <a:cubicBezTo>
                    <a:pt x="72" y="7"/>
                    <a:pt x="74" y="6"/>
                    <a:pt x="74" y="5"/>
                  </a:cubicBezTo>
                  <a:cubicBezTo>
                    <a:pt x="74" y="5"/>
                    <a:pt x="73" y="5"/>
                    <a:pt x="73" y="5"/>
                  </a:cubicBezTo>
                  <a:cubicBezTo>
                    <a:pt x="72" y="5"/>
                    <a:pt x="71" y="5"/>
                    <a:pt x="71" y="5"/>
                  </a:cubicBezTo>
                  <a:cubicBezTo>
                    <a:pt x="71" y="4"/>
                    <a:pt x="70" y="4"/>
                    <a:pt x="70" y="4"/>
                  </a:cubicBezTo>
                  <a:cubicBezTo>
                    <a:pt x="70" y="4"/>
                    <a:pt x="71" y="4"/>
                    <a:pt x="72" y="4"/>
                  </a:cubicBezTo>
                  <a:cubicBezTo>
                    <a:pt x="72" y="3"/>
                    <a:pt x="71" y="3"/>
                    <a:pt x="72" y="2"/>
                  </a:cubicBezTo>
                  <a:cubicBezTo>
                    <a:pt x="73" y="2"/>
                    <a:pt x="74" y="2"/>
                    <a:pt x="75" y="2"/>
                  </a:cubicBezTo>
                  <a:cubicBezTo>
                    <a:pt x="74" y="2"/>
                    <a:pt x="72" y="1"/>
                    <a:pt x="71" y="2"/>
                  </a:cubicBezTo>
                  <a:cubicBezTo>
                    <a:pt x="71" y="2"/>
                    <a:pt x="69" y="3"/>
                    <a:pt x="69" y="3"/>
                  </a:cubicBezTo>
                  <a:cubicBezTo>
                    <a:pt x="69" y="3"/>
                    <a:pt x="69" y="4"/>
                    <a:pt x="68" y="4"/>
                  </a:cubicBezTo>
                  <a:cubicBezTo>
                    <a:pt x="68" y="4"/>
                    <a:pt x="68" y="3"/>
                    <a:pt x="68" y="3"/>
                  </a:cubicBezTo>
                  <a:cubicBezTo>
                    <a:pt x="67" y="3"/>
                    <a:pt x="66" y="3"/>
                    <a:pt x="67" y="3"/>
                  </a:cubicBezTo>
                  <a:cubicBezTo>
                    <a:pt x="67" y="3"/>
                    <a:pt x="66" y="3"/>
                    <a:pt x="66" y="2"/>
                  </a:cubicBezTo>
                  <a:cubicBezTo>
                    <a:pt x="67" y="2"/>
                    <a:pt x="67" y="1"/>
                    <a:pt x="66" y="1"/>
                  </a:cubicBezTo>
                  <a:cubicBezTo>
                    <a:pt x="66" y="1"/>
                    <a:pt x="65" y="1"/>
                    <a:pt x="65" y="1"/>
                  </a:cubicBezTo>
                  <a:cubicBezTo>
                    <a:pt x="65" y="0"/>
                    <a:pt x="64" y="0"/>
                    <a:pt x="64" y="0"/>
                  </a:cubicBezTo>
                  <a:cubicBezTo>
                    <a:pt x="63" y="0"/>
                    <a:pt x="63" y="1"/>
                    <a:pt x="62" y="1"/>
                  </a:cubicBezTo>
                  <a:cubicBezTo>
                    <a:pt x="63" y="0"/>
                    <a:pt x="62" y="1"/>
                    <a:pt x="62" y="1"/>
                  </a:cubicBezTo>
                  <a:cubicBezTo>
                    <a:pt x="62" y="0"/>
                    <a:pt x="62" y="0"/>
                    <a:pt x="62" y="0"/>
                  </a:cubicBezTo>
                  <a:cubicBezTo>
                    <a:pt x="62" y="0"/>
                    <a:pt x="61" y="0"/>
                    <a:pt x="61" y="0"/>
                  </a:cubicBezTo>
                  <a:cubicBezTo>
                    <a:pt x="60" y="1"/>
                    <a:pt x="61" y="1"/>
                    <a:pt x="61" y="1"/>
                  </a:cubicBezTo>
                  <a:cubicBezTo>
                    <a:pt x="61" y="2"/>
                    <a:pt x="61" y="2"/>
                    <a:pt x="61" y="3"/>
                  </a:cubicBezTo>
                  <a:cubicBezTo>
                    <a:pt x="61" y="3"/>
                    <a:pt x="60" y="3"/>
                    <a:pt x="61" y="4"/>
                  </a:cubicBezTo>
                  <a:cubicBezTo>
                    <a:pt x="61" y="4"/>
                    <a:pt x="61" y="4"/>
                    <a:pt x="60" y="3"/>
                  </a:cubicBezTo>
                  <a:cubicBezTo>
                    <a:pt x="60" y="4"/>
                    <a:pt x="60" y="4"/>
                    <a:pt x="60" y="4"/>
                  </a:cubicBezTo>
                  <a:cubicBezTo>
                    <a:pt x="60" y="4"/>
                    <a:pt x="60" y="3"/>
                    <a:pt x="60" y="3"/>
                  </a:cubicBezTo>
                  <a:cubicBezTo>
                    <a:pt x="60" y="3"/>
                    <a:pt x="60" y="4"/>
                    <a:pt x="59" y="4"/>
                  </a:cubicBezTo>
                  <a:cubicBezTo>
                    <a:pt x="59" y="4"/>
                    <a:pt x="59" y="4"/>
                    <a:pt x="60" y="4"/>
                  </a:cubicBezTo>
                  <a:cubicBezTo>
                    <a:pt x="59" y="4"/>
                    <a:pt x="59" y="4"/>
                    <a:pt x="58" y="4"/>
                  </a:cubicBezTo>
                  <a:cubicBezTo>
                    <a:pt x="58" y="4"/>
                    <a:pt x="59" y="4"/>
                    <a:pt x="59" y="4"/>
                  </a:cubicBezTo>
                  <a:cubicBezTo>
                    <a:pt x="58" y="4"/>
                    <a:pt x="58" y="4"/>
                    <a:pt x="57" y="4"/>
                  </a:cubicBezTo>
                  <a:cubicBezTo>
                    <a:pt x="57" y="4"/>
                    <a:pt x="57" y="4"/>
                    <a:pt x="57" y="3"/>
                  </a:cubicBezTo>
                  <a:cubicBezTo>
                    <a:pt x="56" y="3"/>
                    <a:pt x="55" y="3"/>
                    <a:pt x="55" y="4"/>
                  </a:cubicBezTo>
                  <a:cubicBezTo>
                    <a:pt x="55" y="4"/>
                    <a:pt x="54" y="4"/>
                    <a:pt x="54" y="5"/>
                  </a:cubicBezTo>
                  <a:cubicBezTo>
                    <a:pt x="54" y="5"/>
                    <a:pt x="53" y="6"/>
                    <a:pt x="53" y="5"/>
                  </a:cubicBezTo>
                  <a:cubicBezTo>
                    <a:pt x="53" y="5"/>
                    <a:pt x="52" y="5"/>
                    <a:pt x="52" y="5"/>
                  </a:cubicBezTo>
                  <a:cubicBezTo>
                    <a:pt x="52" y="5"/>
                    <a:pt x="52" y="5"/>
                    <a:pt x="53" y="5"/>
                  </a:cubicBezTo>
                  <a:cubicBezTo>
                    <a:pt x="52" y="5"/>
                    <a:pt x="52" y="6"/>
                    <a:pt x="52" y="6"/>
                  </a:cubicBezTo>
                  <a:cubicBezTo>
                    <a:pt x="52" y="6"/>
                    <a:pt x="52" y="5"/>
                    <a:pt x="51" y="5"/>
                  </a:cubicBezTo>
                  <a:cubicBezTo>
                    <a:pt x="51" y="5"/>
                    <a:pt x="51" y="4"/>
                    <a:pt x="51" y="4"/>
                  </a:cubicBezTo>
                  <a:cubicBezTo>
                    <a:pt x="50" y="4"/>
                    <a:pt x="50" y="4"/>
                    <a:pt x="50" y="4"/>
                  </a:cubicBezTo>
                  <a:cubicBezTo>
                    <a:pt x="50" y="4"/>
                    <a:pt x="49" y="4"/>
                    <a:pt x="48" y="4"/>
                  </a:cubicBezTo>
                  <a:cubicBezTo>
                    <a:pt x="48" y="3"/>
                    <a:pt x="47" y="4"/>
                    <a:pt x="47" y="4"/>
                  </a:cubicBezTo>
                  <a:cubicBezTo>
                    <a:pt x="47" y="4"/>
                    <a:pt x="47" y="5"/>
                    <a:pt x="47" y="5"/>
                  </a:cubicBezTo>
                  <a:cubicBezTo>
                    <a:pt x="47" y="6"/>
                    <a:pt x="48" y="6"/>
                    <a:pt x="48" y="6"/>
                  </a:cubicBezTo>
                  <a:cubicBezTo>
                    <a:pt x="48" y="7"/>
                    <a:pt x="48" y="7"/>
                    <a:pt x="48" y="8"/>
                  </a:cubicBezTo>
                  <a:cubicBezTo>
                    <a:pt x="48" y="8"/>
                    <a:pt x="48" y="8"/>
                    <a:pt x="48" y="9"/>
                  </a:cubicBezTo>
                  <a:cubicBezTo>
                    <a:pt x="48" y="9"/>
                    <a:pt x="47" y="7"/>
                    <a:pt x="47" y="7"/>
                  </a:cubicBezTo>
                  <a:cubicBezTo>
                    <a:pt x="47" y="7"/>
                    <a:pt x="47" y="6"/>
                    <a:pt x="47" y="6"/>
                  </a:cubicBezTo>
                  <a:cubicBezTo>
                    <a:pt x="46" y="6"/>
                    <a:pt x="45" y="6"/>
                    <a:pt x="45" y="5"/>
                  </a:cubicBezTo>
                  <a:cubicBezTo>
                    <a:pt x="45" y="5"/>
                    <a:pt x="45" y="4"/>
                    <a:pt x="45" y="4"/>
                  </a:cubicBezTo>
                  <a:cubicBezTo>
                    <a:pt x="46" y="4"/>
                    <a:pt x="44" y="4"/>
                    <a:pt x="44" y="4"/>
                  </a:cubicBezTo>
                  <a:cubicBezTo>
                    <a:pt x="43" y="4"/>
                    <a:pt x="44" y="4"/>
                    <a:pt x="44" y="3"/>
                  </a:cubicBezTo>
                  <a:cubicBezTo>
                    <a:pt x="44" y="3"/>
                    <a:pt x="43" y="4"/>
                    <a:pt x="43" y="4"/>
                  </a:cubicBezTo>
                  <a:cubicBezTo>
                    <a:pt x="43" y="3"/>
                    <a:pt x="41" y="4"/>
                    <a:pt x="42" y="5"/>
                  </a:cubicBezTo>
                  <a:cubicBezTo>
                    <a:pt x="41" y="4"/>
                    <a:pt x="41" y="4"/>
                    <a:pt x="41" y="4"/>
                  </a:cubicBezTo>
                  <a:cubicBezTo>
                    <a:pt x="41" y="4"/>
                    <a:pt x="41" y="4"/>
                    <a:pt x="41" y="4"/>
                  </a:cubicBezTo>
                  <a:cubicBezTo>
                    <a:pt x="40" y="4"/>
                    <a:pt x="40" y="4"/>
                    <a:pt x="39" y="4"/>
                  </a:cubicBezTo>
                  <a:cubicBezTo>
                    <a:pt x="39" y="5"/>
                    <a:pt x="39" y="5"/>
                    <a:pt x="38" y="5"/>
                  </a:cubicBezTo>
                  <a:cubicBezTo>
                    <a:pt x="38" y="5"/>
                    <a:pt x="39" y="6"/>
                    <a:pt x="39" y="7"/>
                  </a:cubicBezTo>
                  <a:cubicBezTo>
                    <a:pt x="39" y="7"/>
                    <a:pt x="38" y="8"/>
                    <a:pt x="38" y="8"/>
                  </a:cubicBezTo>
                  <a:cubicBezTo>
                    <a:pt x="38" y="8"/>
                    <a:pt x="38" y="8"/>
                    <a:pt x="38" y="8"/>
                  </a:cubicBezTo>
                  <a:cubicBezTo>
                    <a:pt x="38" y="8"/>
                    <a:pt x="37" y="7"/>
                    <a:pt x="37" y="8"/>
                  </a:cubicBezTo>
                  <a:cubicBezTo>
                    <a:pt x="37" y="8"/>
                    <a:pt x="37" y="8"/>
                    <a:pt x="37" y="8"/>
                  </a:cubicBezTo>
                  <a:cubicBezTo>
                    <a:pt x="36" y="7"/>
                    <a:pt x="37" y="6"/>
                    <a:pt x="36" y="6"/>
                  </a:cubicBezTo>
                  <a:cubicBezTo>
                    <a:pt x="35" y="6"/>
                    <a:pt x="35" y="6"/>
                    <a:pt x="35" y="5"/>
                  </a:cubicBezTo>
                  <a:cubicBezTo>
                    <a:pt x="35" y="5"/>
                    <a:pt x="34" y="4"/>
                    <a:pt x="34" y="4"/>
                  </a:cubicBezTo>
                  <a:cubicBezTo>
                    <a:pt x="33" y="4"/>
                    <a:pt x="32" y="4"/>
                    <a:pt x="32" y="4"/>
                  </a:cubicBezTo>
                  <a:cubicBezTo>
                    <a:pt x="32" y="5"/>
                    <a:pt x="31" y="5"/>
                    <a:pt x="32" y="6"/>
                  </a:cubicBezTo>
                  <a:cubicBezTo>
                    <a:pt x="32" y="6"/>
                    <a:pt x="32" y="6"/>
                    <a:pt x="32" y="6"/>
                  </a:cubicBezTo>
                  <a:cubicBezTo>
                    <a:pt x="32" y="7"/>
                    <a:pt x="32" y="7"/>
                    <a:pt x="32" y="7"/>
                  </a:cubicBezTo>
                  <a:cubicBezTo>
                    <a:pt x="32" y="8"/>
                    <a:pt x="31" y="8"/>
                    <a:pt x="32" y="8"/>
                  </a:cubicBezTo>
                  <a:cubicBezTo>
                    <a:pt x="31" y="8"/>
                    <a:pt x="31" y="9"/>
                    <a:pt x="31" y="10"/>
                  </a:cubicBezTo>
                  <a:cubicBezTo>
                    <a:pt x="30" y="9"/>
                    <a:pt x="31" y="9"/>
                    <a:pt x="30" y="9"/>
                  </a:cubicBezTo>
                  <a:cubicBezTo>
                    <a:pt x="30" y="9"/>
                    <a:pt x="30" y="10"/>
                    <a:pt x="30" y="10"/>
                  </a:cubicBezTo>
                  <a:cubicBezTo>
                    <a:pt x="29" y="10"/>
                    <a:pt x="29" y="10"/>
                    <a:pt x="29" y="9"/>
                  </a:cubicBezTo>
                  <a:cubicBezTo>
                    <a:pt x="29" y="9"/>
                    <a:pt x="29" y="9"/>
                    <a:pt x="29" y="9"/>
                  </a:cubicBezTo>
                  <a:cubicBezTo>
                    <a:pt x="29" y="9"/>
                    <a:pt x="29" y="8"/>
                    <a:pt x="29" y="8"/>
                  </a:cubicBezTo>
                  <a:cubicBezTo>
                    <a:pt x="28" y="8"/>
                    <a:pt x="28" y="9"/>
                    <a:pt x="27" y="9"/>
                  </a:cubicBezTo>
                  <a:cubicBezTo>
                    <a:pt x="27" y="9"/>
                    <a:pt x="26" y="10"/>
                    <a:pt x="26" y="10"/>
                  </a:cubicBezTo>
                  <a:cubicBezTo>
                    <a:pt x="26" y="11"/>
                    <a:pt x="26" y="12"/>
                    <a:pt x="26" y="12"/>
                  </a:cubicBezTo>
                  <a:cubicBezTo>
                    <a:pt x="26" y="11"/>
                    <a:pt x="26" y="10"/>
                    <a:pt x="25" y="11"/>
                  </a:cubicBezTo>
                  <a:cubicBezTo>
                    <a:pt x="25" y="11"/>
                    <a:pt x="25" y="12"/>
                    <a:pt x="25" y="12"/>
                  </a:cubicBezTo>
                  <a:cubicBezTo>
                    <a:pt x="25" y="12"/>
                    <a:pt x="25" y="12"/>
                    <a:pt x="25" y="13"/>
                  </a:cubicBezTo>
                  <a:cubicBezTo>
                    <a:pt x="25" y="13"/>
                    <a:pt x="25" y="13"/>
                    <a:pt x="25" y="13"/>
                  </a:cubicBezTo>
                  <a:cubicBezTo>
                    <a:pt x="24" y="13"/>
                    <a:pt x="24" y="11"/>
                    <a:pt x="24" y="11"/>
                  </a:cubicBezTo>
                  <a:cubicBezTo>
                    <a:pt x="24" y="10"/>
                    <a:pt x="23" y="10"/>
                    <a:pt x="22" y="11"/>
                  </a:cubicBezTo>
                  <a:cubicBezTo>
                    <a:pt x="23" y="10"/>
                    <a:pt x="25" y="10"/>
                    <a:pt x="24" y="9"/>
                  </a:cubicBezTo>
                  <a:cubicBezTo>
                    <a:pt x="24" y="9"/>
                    <a:pt x="23" y="9"/>
                    <a:pt x="23" y="9"/>
                  </a:cubicBezTo>
                  <a:cubicBezTo>
                    <a:pt x="23" y="9"/>
                    <a:pt x="24" y="9"/>
                    <a:pt x="23" y="9"/>
                  </a:cubicBezTo>
                  <a:cubicBezTo>
                    <a:pt x="23" y="9"/>
                    <a:pt x="23" y="9"/>
                    <a:pt x="22" y="9"/>
                  </a:cubicBezTo>
                  <a:cubicBezTo>
                    <a:pt x="21" y="9"/>
                    <a:pt x="22" y="8"/>
                    <a:pt x="21" y="7"/>
                  </a:cubicBezTo>
                  <a:cubicBezTo>
                    <a:pt x="22" y="7"/>
                    <a:pt x="22" y="8"/>
                    <a:pt x="22" y="8"/>
                  </a:cubicBezTo>
                  <a:cubicBezTo>
                    <a:pt x="23" y="8"/>
                    <a:pt x="24" y="8"/>
                    <a:pt x="24" y="8"/>
                  </a:cubicBezTo>
                  <a:cubicBezTo>
                    <a:pt x="24" y="8"/>
                    <a:pt x="24" y="7"/>
                    <a:pt x="23" y="7"/>
                  </a:cubicBezTo>
                  <a:cubicBezTo>
                    <a:pt x="23" y="7"/>
                    <a:pt x="25" y="7"/>
                    <a:pt x="25" y="6"/>
                  </a:cubicBezTo>
                  <a:cubicBezTo>
                    <a:pt x="25" y="6"/>
                    <a:pt x="25" y="6"/>
                    <a:pt x="25" y="6"/>
                  </a:cubicBezTo>
                  <a:cubicBezTo>
                    <a:pt x="25" y="6"/>
                    <a:pt x="24" y="6"/>
                    <a:pt x="24" y="6"/>
                  </a:cubicBezTo>
                  <a:cubicBezTo>
                    <a:pt x="24" y="6"/>
                    <a:pt x="24" y="6"/>
                    <a:pt x="24" y="6"/>
                  </a:cubicBezTo>
                  <a:cubicBezTo>
                    <a:pt x="24" y="5"/>
                    <a:pt x="23" y="6"/>
                    <a:pt x="23" y="6"/>
                  </a:cubicBezTo>
                  <a:cubicBezTo>
                    <a:pt x="23" y="5"/>
                    <a:pt x="25" y="6"/>
                    <a:pt x="25" y="5"/>
                  </a:cubicBezTo>
                  <a:cubicBezTo>
                    <a:pt x="25" y="5"/>
                    <a:pt x="24" y="5"/>
                    <a:pt x="24" y="5"/>
                  </a:cubicBezTo>
                  <a:cubicBezTo>
                    <a:pt x="23" y="5"/>
                    <a:pt x="24" y="4"/>
                    <a:pt x="23" y="4"/>
                  </a:cubicBezTo>
                  <a:cubicBezTo>
                    <a:pt x="23" y="4"/>
                    <a:pt x="23" y="5"/>
                    <a:pt x="22" y="5"/>
                  </a:cubicBezTo>
                  <a:cubicBezTo>
                    <a:pt x="23" y="5"/>
                    <a:pt x="23" y="5"/>
                    <a:pt x="23" y="5"/>
                  </a:cubicBezTo>
                  <a:cubicBezTo>
                    <a:pt x="23" y="5"/>
                    <a:pt x="22" y="5"/>
                    <a:pt x="22" y="5"/>
                  </a:cubicBezTo>
                  <a:cubicBezTo>
                    <a:pt x="22" y="4"/>
                    <a:pt x="22" y="4"/>
                    <a:pt x="22" y="4"/>
                  </a:cubicBezTo>
                  <a:cubicBezTo>
                    <a:pt x="22" y="3"/>
                    <a:pt x="21" y="3"/>
                    <a:pt x="21" y="3"/>
                  </a:cubicBezTo>
                  <a:cubicBezTo>
                    <a:pt x="21" y="3"/>
                    <a:pt x="21" y="3"/>
                    <a:pt x="21" y="3"/>
                  </a:cubicBezTo>
                  <a:cubicBezTo>
                    <a:pt x="21" y="3"/>
                    <a:pt x="20" y="3"/>
                    <a:pt x="20" y="3"/>
                  </a:cubicBezTo>
                  <a:cubicBezTo>
                    <a:pt x="20" y="3"/>
                    <a:pt x="20" y="2"/>
                    <a:pt x="20" y="3"/>
                  </a:cubicBezTo>
                  <a:cubicBezTo>
                    <a:pt x="20" y="3"/>
                    <a:pt x="19" y="3"/>
                    <a:pt x="19" y="3"/>
                  </a:cubicBezTo>
                  <a:cubicBezTo>
                    <a:pt x="19" y="2"/>
                    <a:pt x="19" y="2"/>
                    <a:pt x="19" y="2"/>
                  </a:cubicBezTo>
                  <a:cubicBezTo>
                    <a:pt x="19" y="2"/>
                    <a:pt x="19" y="2"/>
                    <a:pt x="19" y="2"/>
                  </a:cubicBezTo>
                  <a:cubicBezTo>
                    <a:pt x="18" y="1"/>
                    <a:pt x="18" y="1"/>
                    <a:pt x="18" y="1"/>
                  </a:cubicBezTo>
                  <a:cubicBezTo>
                    <a:pt x="18" y="1"/>
                    <a:pt x="17" y="1"/>
                    <a:pt x="17" y="1"/>
                  </a:cubicBezTo>
                  <a:cubicBezTo>
                    <a:pt x="16" y="1"/>
                    <a:pt x="15" y="0"/>
                    <a:pt x="14" y="1"/>
                  </a:cubicBezTo>
                  <a:cubicBezTo>
                    <a:pt x="15" y="1"/>
                    <a:pt x="15" y="1"/>
                    <a:pt x="15" y="1"/>
                  </a:cubicBezTo>
                  <a:cubicBezTo>
                    <a:pt x="15" y="1"/>
                    <a:pt x="13" y="1"/>
                    <a:pt x="13" y="1"/>
                  </a:cubicBezTo>
                  <a:cubicBezTo>
                    <a:pt x="13" y="1"/>
                    <a:pt x="13" y="2"/>
                    <a:pt x="13" y="2"/>
                  </a:cubicBezTo>
                  <a:cubicBezTo>
                    <a:pt x="13" y="2"/>
                    <a:pt x="12" y="2"/>
                    <a:pt x="12" y="2"/>
                  </a:cubicBezTo>
                  <a:cubicBezTo>
                    <a:pt x="12" y="3"/>
                    <a:pt x="15" y="2"/>
                    <a:pt x="15" y="2"/>
                  </a:cubicBezTo>
                  <a:cubicBezTo>
                    <a:pt x="15" y="2"/>
                    <a:pt x="15" y="2"/>
                    <a:pt x="15" y="2"/>
                  </a:cubicBezTo>
                  <a:cubicBezTo>
                    <a:pt x="15" y="2"/>
                    <a:pt x="16" y="2"/>
                    <a:pt x="16" y="2"/>
                  </a:cubicBezTo>
                  <a:cubicBezTo>
                    <a:pt x="16" y="2"/>
                    <a:pt x="15" y="3"/>
                    <a:pt x="16" y="2"/>
                  </a:cubicBezTo>
                  <a:cubicBezTo>
                    <a:pt x="16" y="2"/>
                    <a:pt x="17" y="2"/>
                    <a:pt x="17" y="2"/>
                  </a:cubicBezTo>
                  <a:cubicBezTo>
                    <a:pt x="17" y="2"/>
                    <a:pt x="17" y="2"/>
                    <a:pt x="17" y="3"/>
                  </a:cubicBezTo>
                  <a:cubicBezTo>
                    <a:pt x="17" y="3"/>
                    <a:pt x="18" y="3"/>
                    <a:pt x="18" y="3"/>
                  </a:cubicBezTo>
                  <a:cubicBezTo>
                    <a:pt x="17" y="3"/>
                    <a:pt x="16" y="3"/>
                    <a:pt x="15" y="3"/>
                  </a:cubicBezTo>
                  <a:cubicBezTo>
                    <a:pt x="15" y="3"/>
                    <a:pt x="14" y="3"/>
                    <a:pt x="14" y="3"/>
                  </a:cubicBezTo>
                  <a:cubicBezTo>
                    <a:pt x="13" y="3"/>
                    <a:pt x="15" y="4"/>
                    <a:pt x="15" y="4"/>
                  </a:cubicBezTo>
                  <a:cubicBezTo>
                    <a:pt x="15" y="4"/>
                    <a:pt x="16" y="4"/>
                    <a:pt x="16" y="4"/>
                  </a:cubicBezTo>
                  <a:cubicBezTo>
                    <a:pt x="16" y="5"/>
                    <a:pt x="17" y="4"/>
                    <a:pt x="17" y="4"/>
                  </a:cubicBezTo>
                  <a:cubicBezTo>
                    <a:pt x="17" y="5"/>
                    <a:pt x="16" y="5"/>
                    <a:pt x="17" y="5"/>
                  </a:cubicBezTo>
                  <a:cubicBezTo>
                    <a:pt x="17" y="6"/>
                    <a:pt x="17" y="7"/>
                    <a:pt x="16" y="7"/>
                  </a:cubicBezTo>
                  <a:cubicBezTo>
                    <a:pt x="16" y="6"/>
                    <a:pt x="17" y="6"/>
                    <a:pt x="17" y="6"/>
                  </a:cubicBezTo>
                  <a:cubicBezTo>
                    <a:pt x="16" y="6"/>
                    <a:pt x="16" y="5"/>
                    <a:pt x="16" y="6"/>
                  </a:cubicBezTo>
                  <a:cubicBezTo>
                    <a:pt x="16" y="6"/>
                    <a:pt x="15" y="7"/>
                    <a:pt x="15" y="7"/>
                  </a:cubicBezTo>
                  <a:cubicBezTo>
                    <a:pt x="15" y="6"/>
                    <a:pt x="16" y="5"/>
                    <a:pt x="15" y="5"/>
                  </a:cubicBezTo>
                  <a:cubicBezTo>
                    <a:pt x="15" y="5"/>
                    <a:pt x="15" y="4"/>
                    <a:pt x="14" y="5"/>
                  </a:cubicBezTo>
                  <a:cubicBezTo>
                    <a:pt x="14" y="5"/>
                    <a:pt x="14" y="6"/>
                    <a:pt x="14" y="6"/>
                  </a:cubicBezTo>
                  <a:cubicBezTo>
                    <a:pt x="14" y="6"/>
                    <a:pt x="14" y="5"/>
                    <a:pt x="14" y="5"/>
                  </a:cubicBezTo>
                  <a:cubicBezTo>
                    <a:pt x="14" y="5"/>
                    <a:pt x="13" y="6"/>
                    <a:pt x="13" y="6"/>
                  </a:cubicBezTo>
                  <a:cubicBezTo>
                    <a:pt x="13" y="6"/>
                    <a:pt x="14" y="5"/>
                    <a:pt x="14" y="5"/>
                  </a:cubicBezTo>
                  <a:cubicBezTo>
                    <a:pt x="14" y="5"/>
                    <a:pt x="13" y="5"/>
                    <a:pt x="13" y="5"/>
                  </a:cubicBezTo>
                  <a:cubicBezTo>
                    <a:pt x="13" y="5"/>
                    <a:pt x="12" y="5"/>
                    <a:pt x="12" y="6"/>
                  </a:cubicBezTo>
                  <a:cubicBezTo>
                    <a:pt x="12" y="5"/>
                    <a:pt x="13" y="5"/>
                    <a:pt x="13" y="5"/>
                  </a:cubicBezTo>
                  <a:cubicBezTo>
                    <a:pt x="13" y="4"/>
                    <a:pt x="12" y="4"/>
                    <a:pt x="12" y="4"/>
                  </a:cubicBezTo>
                  <a:cubicBezTo>
                    <a:pt x="12" y="4"/>
                    <a:pt x="10" y="3"/>
                    <a:pt x="10" y="3"/>
                  </a:cubicBezTo>
                  <a:cubicBezTo>
                    <a:pt x="10" y="3"/>
                    <a:pt x="9" y="3"/>
                    <a:pt x="9" y="4"/>
                  </a:cubicBezTo>
                  <a:cubicBezTo>
                    <a:pt x="9" y="4"/>
                    <a:pt x="10" y="4"/>
                    <a:pt x="10" y="4"/>
                  </a:cubicBezTo>
                  <a:cubicBezTo>
                    <a:pt x="10" y="4"/>
                    <a:pt x="8" y="4"/>
                    <a:pt x="8" y="4"/>
                  </a:cubicBezTo>
                  <a:cubicBezTo>
                    <a:pt x="9" y="5"/>
                    <a:pt x="10" y="5"/>
                    <a:pt x="10" y="5"/>
                  </a:cubicBezTo>
                  <a:cubicBezTo>
                    <a:pt x="10" y="5"/>
                    <a:pt x="7" y="4"/>
                    <a:pt x="7" y="5"/>
                  </a:cubicBezTo>
                  <a:cubicBezTo>
                    <a:pt x="7" y="6"/>
                    <a:pt x="10" y="7"/>
                    <a:pt x="11" y="7"/>
                  </a:cubicBezTo>
                  <a:cubicBezTo>
                    <a:pt x="10" y="7"/>
                    <a:pt x="10" y="7"/>
                    <a:pt x="9" y="6"/>
                  </a:cubicBezTo>
                  <a:cubicBezTo>
                    <a:pt x="9" y="6"/>
                    <a:pt x="8" y="6"/>
                    <a:pt x="8" y="6"/>
                  </a:cubicBezTo>
                  <a:cubicBezTo>
                    <a:pt x="7" y="6"/>
                    <a:pt x="6" y="6"/>
                    <a:pt x="6" y="6"/>
                  </a:cubicBezTo>
                  <a:cubicBezTo>
                    <a:pt x="6" y="8"/>
                    <a:pt x="10" y="7"/>
                    <a:pt x="11" y="7"/>
                  </a:cubicBezTo>
                  <a:cubicBezTo>
                    <a:pt x="10" y="7"/>
                    <a:pt x="10" y="7"/>
                    <a:pt x="10" y="8"/>
                  </a:cubicBezTo>
                  <a:cubicBezTo>
                    <a:pt x="10" y="8"/>
                    <a:pt x="8" y="7"/>
                    <a:pt x="8" y="8"/>
                  </a:cubicBezTo>
                  <a:cubicBezTo>
                    <a:pt x="8" y="8"/>
                    <a:pt x="9" y="8"/>
                    <a:pt x="10" y="8"/>
                  </a:cubicBezTo>
                  <a:cubicBezTo>
                    <a:pt x="9" y="8"/>
                    <a:pt x="9" y="8"/>
                    <a:pt x="9" y="9"/>
                  </a:cubicBezTo>
                  <a:cubicBezTo>
                    <a:pt x="9" y="9"/>
                    <a:pt x="9" y="9"/>
                    <a:pt x="9" y="9"/>
                  </a:cubicBezTo>
                  <a:cubicBezTo>
                    <a:pt x="9" y="9"/>
                    <a:pt x="9" y="9"/>
                    <a:pt x="8" y="9"/>
                  </a:cubicBezTo>
                  <a:cubicBezTo>
                    <a:pt x="8" y="9"/>
                    <a:pt x="8" y="9"/>
                    <a:pt x="8" y="9"/>
                  </a:cubicBezTo>
                  <a:cubicBezTo>
                    <a:pt x="8" y="8"/>
                    <a:pt x="6" y="7"/>
                    <a:pt x="5" y="7"/>
                  </a:cubicBezTo>
                  <a:cubicBezTo>
                    <a:pt x="5" y="7"/>
                    <a:pt x="3" y="7"/>
                    <a:pt x="4" y="8"/>
                  </a:cubicBezTo>
                  <a:cubicBezTo>
                    <a:pt x="4" y="9"/>
                    <a:pt x="5" y="9"/>
                    <a:pt x="6" y="9"/>
                  </a:cubicBezTo>
                  <a:cubicBezTo>
                    <a:pt x="5" y="9"/>
                    <a:pt x="4" y="8"/>
                    <a:pt x="4" y="9"/>
                  </a:cubicBezTo>
                  <a:cubicBezTo>
                    <a:pt x="4" y="9"/>
                    <a:pt x="5" y="10"/>
                    <a:pt x="6" y="10"/>
                  </a:cubicBezTo>
                  <a:cubicBezTo>
                    <a:pt x="4" y="10"/>
                    <a:pt x="3" y="9"/>
                    <a:pt x="2" y="9"/>
                  </a:cubicBezTo>
                  <a:cubicBezTo>
                    <a:pt x="2" y="9"/>
                    <a:pt x="2" y="9"/>
                    <a:pt x="1" y="9"/>
                  </a:cubicBezTo>
                  <a:cubicBezTo>
                    <a:pt x="1" y="10"/>
                    <a:pt x="0" y="10"/>
                    <a:pt x="0" y="10"/>
                  </a:cubicBezTo>
                  <a:cubicBezTo>
                    <a:pt x="1" y="10"/>
                    <a:pt x="2" y="10"/>
                    <a:pt x="3" y="10"/>
                  </a:cubicBezTo>
                  <a:cubicBezTo>
                    <a:pt x="3" y="10"/>
                    <a:pt x="4" y="10"/>
                    <a:pt x="4" y="10"/>
                  </a:cubicBezTo>
                  <a:cubicBezTo>
                    <a:pt x="4" y="10"/>
                    <a:pt x="4" y="11"/>
                    <a:pt x="4" y="11"/>
                  </a:cubicBezTo>
                  <a:cubicBezTo>
                    <a:pt x="5" y="11"/>
                    <a:pt x="5" y="11"/>
                    <a:pt x="5" y="11"/>
                  </a:cubicBezTo>
                  <a:cubicBezTo>
                    <a:pt x="6" y="11"/>
                    <a:pt x="7" y="10"/>
                    <a:pt x="8" y="10"/>
                  </a:cubicBezTo>
                  <a:cubicBezTo>
                    <a:pt x="9" y="10"/>
                    <a:pt x="9" y="10"/>
                    <a:pt x="9" y="10"/>
                  </a:cubicBezTo>
                  <a:cubicBezTo>
                    <a:pt x="10" y="10"/>
                    <a:pt x="10" y="10"/>
                    <a:pt x="10" y="9"/>
                  </a:cubicBezTo>
                  <a:cubicBezTo>
                    <a:pt x="10" y="9"/>
                    <a:pt x="11" y="10"/>
                    <a:pt x="11" y="10"/>
                  </a:cubicBezTo>
                  <a:cubicBezTo>
                    <a:pt x="12" y="10"/>
                    <a:pt x="12" y="9"/>
                    <a:pt x="12" y="9"/>
                  </a:cubicBezTo>
                  <a:cubicBezTo>
                    <a:pt x="12" y="10"/>
                    <a:pt x="13" y="9"/>
                    <a:pt x="13" y="9"/>
                  </a:cubicBezTo>
                  <a:cubicBezTo>
                    <a:pt x="13" y="9"/>
                    <a:pt x="13" y="9"/>
                    <a:pt x="13" y="9"/>
                  </a:cubicBezTo>
                  <a:cubicBezTo>
                    <a:pt x="13" y="9"/>
                    <a:pt x="13" y="9"/>
                    <a:pt x="12" y="10"/>
                  </a:cubicBezTo>
                  <a:cubicBezTo>
                    <a:pt x="13" y="10"/>
                    <a:pt x="13" y="10"/>
                    <a:pt x="13" y="9"/>
                  </a:cubicBezTo>
                  <a:cubicBezTo>
                    <a:pt x="13" y="9"/>
                    <a:pt x="13" y="9"/>
                    <a:pt x="14" y="9"/>
                  </a:cubicBezTo>
                  <a:cubicBezTo>
                    <a:pt x="14" y="9"/>
                    <a:pt x="14" y="9"/>
                    <a:pt x="14" y="10"/>
                  </a:cubicBezTo>
                  <a:cubicBezTo>
                    <a:pt x="14" y="10"/>
                    <a:pt x="14" y="9"/>
                    <a:pt x="14" y="9"/>
                  </a:cubicBezTo>
                  <a:cubicBezTo>
                    <a:pt x="15" y="9"/>
                    <a:pt x="14" y="10"/>
                    <a:pt x="15" y="10"/>
                  </a:cubicBezTo>
                  <a:cubicBezTo>
                    <a:pt x="15" y="10"/>
                    <a:pt x="15" y="9"/>
                    <a:pt x="15" y="9"/>
                  </a:cubicBezTo>
                  <a:cubicBezTo>
                    <a:pt x="15" y="9"/>
                    <a:pt x="15" y="9"/>
                    <a:pt x="15" y="9"/>
                  </a:cubicBezTo>
                  <a:cubicBezTo>
                    <a:pt x="15" y="9"/>
                    <a:pt x="15" y="10"/>
                    <a:pt x="15" y="10"/>
                  </a:cubicBezTo>
                  <a:cubicBezTo>
                    <a:pt x="15" y="10"/>
                    <a:pt x="16" y="10"/>
                    <a:pt x="16" y="10"/>
                  </a:cubicBezTo>
                  <a:cubicBezTo>
                    <a:pt x="16" y="10"/>
                    <a:pt x="16" y="9"/>
                    <a:pt x="17" y="9"/>
                  </a:cubicBezTo>
                  <a:cubicBezTo>
                    <a:pt x="17" y="10"/>
                    <a:pt x="16" y="10"/>
                    <a:pt x="16" y="10"/>
                  </a:cubicBezTo>
                  <a:cubicBezTo>
                    <a:pt x="17" y="10"/>
                    <a:pt x="17" y="9"/>
                    <a:pt x="18" y="9"/>
                  </a:cubicBezTo>
                  <a:cubicBezTo>
                    <a:pt x="18" y="9"/>
                    <a:pt x="17" y="10"/>
                    <a:pt x="17" y="10"/>
                  </a:cubicBezTo>
                  <a:cubicBezTo>
                    <a:pt x="17" y="10"/>
                    <a:pt x="16" y="10"/>
                    <a:pt x="16" y="10"/>
                  </a:cubicBezTo>
                  <a:cubicBezTo>
                    <a:pt x="16" y="10"/>
                    <a:pt x="17" y="11"/>
                    <a:pt x="17" y="11"/>
                  </a:cubicBezTo>
                  <a:cubicBezTo>
                    <a:pt x="17" y="11"/>
                    <a:pt x="18" y="10"/>
                    <a:pt x="18" y="10"/>
                  </a:cubicBezTo>
                  <a:cubicBezTo>
                    <a:pt x="18" y="10"/>
                    <a:pt x="18" y="10"/>
                    <a:pt x="18" y="10"/>
                  </a:cubicBezTo>
                  <a:cubicBezTo>
                    <a:pt x="19" y="10"/>
                    <a:pt x="19" y="10"/>
                    <a:pt x="19" y="11"/>
                  </a:cubicBezTo>
                  <a:cubicBezTo>
                    <a:pt x="19" y="11"/>
                    <a:pt x="20" y="10"/>
                    <a:pt x="21" y="10"/>
                  </a:cubicBezTo>
                  <a:cubicBezTo>
                    <a:pt x="20" y="11"/>
                    <a:pt x="19" y="11"/>
                    <a:pt x="18" y="11"/>
                  </a:cubicBezTo>
                  <a:cubicBezTo>
                    <a:pt x="16" y="12"/>
                    <a:pt x="15" y="12"/>
                    <a:pt x="14" y="13"/>
                  </a:cubicBezTo>
                  <a:cubicBezTo>
                    <a:pt x="14" y="13"/>
                    <a:pt x="14" y="13"/>
                    <a:pt x="14" y="13"/>
                  </a:cubicBezTo>
                  <a:cubicBezTo>
                    <a:pt x="14" y="13"/>
                    <a:pt x="14" y="13"/>
                    <a:pt x="14" y="13"/>
                  </a:cubicBezTo>
                  <a:cubicBezTo>
                    <a:pt x="14" y="13"/>
                    <a:pt x="15" y="13"/>
                    <a:pt x="15" y="13"/>
                  </a:cubicBezTo>
                  <a:cubicBezTo>
                    <a:pt x="16" y="14"/>
                    <a:pt x="16" y="14"/>
                    <a:pt x="17" y="14"/>
                  </a:cubicBezTo>
                  <a:cubicBezTo>
                    <a:pt x="18" y="14"/>
                    <a:pt x="18" y="13"/>
                    <a:pt x="19" y="13"/>
                  </a:cubicBezTo>
                  <a:cubicBezTo>
                    <a:pt x="19" y="13"/>
                    <a:pt x="20" y="13"/>
                    <a:pt x="20" y="13"/>
                  </a:cubicBezTo>
                  <a:cubicBezTo>
                    <a:pt x="20" y="14"/>
                    <a:pt x="19" y="14"/>
                    <a:pt x="19" y="14"/>
                  </a:cubicBezTo>
                  <a:cubicBezTo>
                    <a:pt x="19" y="14"/>
                    <a:pt x="19" y="14"/>
                    <a:pt x="19" y="15"/>
                  </a:cubicBezTo>
                  <a:cubicBezTo>
                    <a:pt x="18" y="15"/>
                    <a:pt x="18" y="15"/>
                    <a:pt x="17" y="15"/>
                  </a:cubicBezTo>
                  <a:cubicBezTo>
                    <a:pt x="17" y="14"/>
                    <a:pt x="16" y="14"/>
                    <a:pt x="15" y="14"/>
                  </a:cubicBezTo>
                  <a:cubicBezTo>
                    <a:pt x="15" y="14"/>
                    <a:pt x="12" y="14"/>
                    <a:pt x="13" y="15"/>
                  </a:cubicBezTo>
                  <a:cubicBezTo>
                    <a:pt x="13" y="15"/>
                    <a:pt x="12" y="14"/>
                    <a:pt x="12" y="15"/>
                  </a:cubicBezTo>
                  <a:cubicBezTo>
                    <a:pt x="12" y="15"/>
                    <a:pt x="13" y="14"/>
                    <a:pt x="12" y="14"/>
                  </a:cubicBezTo>
                  <a:cubicBezTo>
                    <a:pt x="12" y="14"/>
                    <a:pt x="12" y="14"/>
                    <a:pt x="11" y="15"/>
                  </a:cubicBezTo>
                  <a:cubicBezTo>
                    <a:pt x="11" y="15"/>
                    <a:pt x="12" y="15"/>
                    <a:pt x="12" y="15"/>
                  </a:cubicBezTo>
                  <a:cubicBezTo>
                    <a:pt x="11" y="15"/>
                    <a:pt x="11" y="15"/>
                    <a:pt x="10" y="15"/>
                  </a:cubicBezTo>
                  <a:cubicBezTo>
                    <a:pt x="10" y="15"/>
                    <a:pt x="11" y="15"/>
                    <a:pt x="10" y="15"/>
                  </a:cubicBezTo>
                  <a:cubicBezTo>
                    <a:pt x="10" y="15"/>
                    <a:pt x="9" y="15"/>
                    <a:pt x="9" y="16"/>
                  </a:cubicBezTo>
                  <a:cubicBezTo>
                    <a:pt x="8" y="15"/>
                    <a:pt x="9" y="15"/>
                    <a:pt x="9" y="15"/>
                  </a:cubicBezTo>
                  <a:cubicBezTo>
                    <a:pt x="9" y="15"/>
                    <a:pt x="9" y="15"/>
                    <a:pt x="8" y="15"/>
                  </a:cubicBezTo>
                  <a:cubicBezTo>
                    <a:pt x="8" y="15"/>
                    <a:pt x="8" y="15"/>
                    <a:pt x="8" y="15"/>
                  </a:cubicBezTo>
                  <a:cubicBezTo>
                    <a:pt x="8" y="16"/>
                    <a:pt x="8" y="15"/>
                    <a:pt x="7" y="15"/>
                  </a:cubicBezTo>
                  <a:cubicBezTo>
                    <a:pt x="7" y="15"/>
                    <a:pt x="6" y="16"/>
                    <a:pt x="6" y="16"/>
                  </a:cubicBezTo>
                  <a:cubicBezTo>
                    <a:pt x="5" y="16"/>
                    <a:pt x="4" y="16"/>
                    <a:pt x="3" y="16"/>
                  </a:cubicBezTo>
                  <a:cubicBezTo>
                    <a:pt x="3" y="16"/>
                    <a:pt x="2" y="16"/>
                    <a:pt x="2" y="16"/>
                  </a:cubicBezTo>
                  <a:cubicBezTo>
                    <a:pt x="2" y="17"/>
                    <a:pt x="3" y="17"/>
                    <a:pt x="3" y="17"/>
                  </a:cubicBezTo>
                  <a:cubicBezTo>
                    <a:pt x="3" y="18"/>
                    <a:pt x="4" y="17"/>
                    <a:pt x="4" y="17"/>
                  </a:cubicBezTo>
                  <a:cubicBezTo>
                    <a:pt x="5" y="17"/>
                    <a:pt x="5" y="17"/>
                    <a:pt x="6" y="17"/>
                  </a:cubicBezTo>
                  <a:cubicBezTo>
                    <a:pt x="5" y="17"/>
                    <a:pt x="6" y="17"/>
                    <a:pt x="7" y="17"/>
                  </a:cubicBezTo>
                  <a:cubicBezTo>
                    <a:pt x="7" y="16"/>
                    <a:pt x="8" y="17"/>
                    <a:pt x="8" y="17"/>
                  </a:cubicBezTo>
                  <a:cubicBezTo>
                    <a:pt x="9" y="17"/>
                    <a:pt x="11" y="17"/>
                    <a:pt x="12" y="17"/>
                  </a:cubicBezTo>
                  <a:cubicBezTo>
                    <a:pt x="11" y="17"/>
                    <a:pt x="11" y="17"/>
                    <a:pt x="11" y="17"/>
                  </a:cubicBezTo>
                  <a:cubicBezTo>
                    <a:pt x="12" y="17"/>
                    <a:pt x="13" y="17"/>
                    <a:pt x="12" y="17"/>
                  </a:cubicBezTo>
                  <a:cubicBezTo>
                    <a:pt x="12" y="17"/>
                    <a:pt x="13" y="17"/>
                    <a:pt x="13" y="17"/>
                  </a:cubicBezTo>
                  <a:cubicBezTo>
                    <a:pt x="13" y="17"/>
                    <a:pt x="14" y="17"/>
                    <a:pt x="14" y="17"/>
                  </a:cubicBezTo>
                  <a:cubicBezTo>
                    <a:pt x="13" y="17"/>
                    <a:pt x="14" y="17"/>
                    <a:pt x="14" y="17"/>
                  </a:cubicBezTo>
                  <a:cubicBezTo>
                    <a:pt x="15" y="17"/>
                    <a:pt x="14" y="18"/>
                    <a:pt x="14" y="18"/>
                  </a:cubicBezTo>
                  <a:cubicBezTo>
                    <a:pt x="14" y="18"/>
                    <a:pt x="15" y="18"/>
                    <a:pt x="15" y="17"/>
                  </a:cubicBezTo>
                  <a:cubicBezTo>
                    <a:pt x="15" y="18"/>
                    <a:pt x="14" y="18"/>
                    <a:pt x="13" y="18"/>
                  </a:cubicBezTo>
                  <a:cubicBezTo>
                    <a:pt x="14" y="18"/>
                    <a:pt x="14" y="18"/>
                    <a:pt x="14" y="19"/>
                  </a:cubicBezTo>
                  <a:cubicBezTo>
                    <a:pt x="14" y="19"/>
                    <a:pt x="14" y="19"/>
                    <a:pt x="14" y="19"/>
                  </a:cubicBezTo>
                  <a:cubicBezTo>
                    <a:pt x="14" y="19"/>
                    <a:pt x="14" y="19"/>
                    <a:pt x="15" y="19"/>
                  </a:cubicBezTo>
                  <a:cubicBezTo>
                    <a:pt x="15" y="19"/>
                    <a:pt x="15" y="19"/>
                    <a:pt x="14" y="19"/>
                  </a:cubicBezTo>
                  <a:cubicBezTo>
                    <a:pt x="15" y="19"/>
                    <a:pt x="15" y="19"/>
                    <a:pt x="15" y="19"/>
                  </a:cubicBezTo>
                  <a:cubicBezTo>
                    <a:pt x="15" y="19"/>
                    <a:pt x="15" y="20"/>
                    <a:pt x="14" y="20"/>
                  </a:cubicBezTo>
                  <a:cubicBezTo>
                    <a:pt x="15" y="20"/>
                    <a:pt x="15" y="20"/>
                    <a:pt x="16" y="20"/>
                  </a:cubicBezTo>
                  <a:cubicBezTo>
                    <a:pt x="16" y="20"/>
                    <a:pt x="16" y="19"/>
                    <a:pt x="16" y="19"/>
                  </a:cubicBezTo>
                  <a:cubicBezTo>
                    <a:pt x="16" y="20"/>
                    <a:pt x="17" y="19"/>
                    <a:pt x="17" y="19"/>
                  </a:cubicBezTo>
                  <a:cubicBezTo>
                    <a:pt x="18" y="19"/>
                    <a:pt x="18" y="19"/>
                    <a:pt x="18" y="19"/>
                  </a:cubicBezTo>
                  <a:cubicBezTo>
                    <a:pt x="19" y="19"/>
                    <a:pt x="19" y="18"/>
                    <a:pt x="19" y="18"/>
                  </a:cubicBezTo>
                  <a:cubicBezTo>
                    <a:pt x="18" y="19"/>
                    <a:pt x="19" y="18"/>
                    <a:pt x="19" y="18"/>
                  </a:cubicBezTo>
                  <a:cubicBezTo>
                    <a:pt x="20" y="18"/>
                    <a:pt x="20" y="18"/>
                    <a:pt x="20" y="18"/>
                  </a:cubicBezTo>
                  <a:cubicBezTo>
                    <a:pt x="20" y="18"/>
                    <a:pt x="19" y="18"/>
                    <a:pt x="19" y="19"/>
                  </a:cubicBezTo>
                  <a:cubicBezTo>
                    <a:pt x="19" y="19"/>
                    <a:pt x="19" y="19"/>
                    <a:pt x="20" y="19"/>
                  </a:cubicBezTo>
                  <a:cubicBezTo>
                    <a:pt x="19" y="19"/>
                    <a:pt x="19" y="19"/>
                    <a:pt x="19" y="19"/>
                  </a:cubicBezTo>
                  <a:cubicBezTo>
                    <a:pt x="20" y="19"/>
                    <a:pt x="20" y="19"/>
                    <a:pt x="20" y="19"/>
                  </a:cubicBezTo>
                  <a:cubicBezTo>
                    <a:pt x="20" y="19"/>
                    <a:pt x="19" y="19"/>
                    <a:pt x="19" y="19"/>
                  </a:cubicBezTo>
                  <a:cubicBezTo>
                    <a:pt x="19" y="19"/>
                    <a:pt x="17" y="19"/>
                    <a:pt x="18" y="19"/>
                  </a:cubicBezTo>
                  <a:cubicBezTo>
                    <a:pt x="17" y="20"/>
                    <a:pt x="17" y="20"/>
                    <a:pt x="16" y="20"/>
                  </a:cubicBezTo>
                  <a:cubicBezTo>
                    <a:pt x="15" y="21"/>
                    <a:pt x="17" y="21"/>
                    <a:pt x="17" y="21"/>
                  </a:cubicBezTo>
                  <a:cubicBezTo>
                    <a:pt x="16" y="21"/>
                    <a:pt x="16" y="21"/>
                    <a:pt x="15" y="21"/>
                  </a:cubicBezTo>
                  <a:cubicBezTo>
                    <a:pt x="16" y="22"/>
                    <a:pt x="17" y="21"/>
                    <a:pt x="18" y="21"/>
                  </a:cubicBezTo>
                  <a:cubicBezTo>
                    <a:pt x="18" y="21"/>
                    <a:pt x="20" y="21"/>
                    <a:pt x="20" y="21"/>
                  </a:cubicBezTo>
                  <a:cubicBezTo>
                    <a:pt x="20" y="21"/>
                    <a:pt x="20" y="21"/>
                    <a:pt x="21" y="21"/>
                  </a:cubicBezTo>
                  <a:cubicBezTo>
                    <a:pt x="20" y="21"/>
                    <a:pt x="20" y="21"/>
                    <a:pt x="19" y="21"/>
                  </a:cubicBezTo>
                  <a:cubicBezTo>
                    <a:pt x="19" y="21"/>
                    <a:pt x="18" y="21"/>
                    <a:pt x="18" y="21"/>
                  </a:cubicBezTo>
                  <a:cubicBezTo>
                    <a:pt x="18" y="21"/>
                    <a:pt x="17" y="22"/>
                    <a:pt x="16" y="22"/>
                  </a:cubicBezTo>
                  <a:cubicBezTo>
                    <a:pt x="17" y="22"/>
                    <a:pt x="17" y="22"/>
                    <a:pt x="18" y="22"/>
                  </a:cubicBezTo>
                  <a:cubicBezTo>
                    <a:pt x="17" y="23"/>
                    <a:pt x="17" y="23"/>
                    <a:pt x="17" y="23"/>
                  </a:cubicBezTo>
                  <a:cubicBezTo>
                    <a:pt x="17" y="23"/>
                    <a:pt x="17" y="23"/>
                    <a:pt x="18" y="23"/>
                  </a:cubicBezTo>
                  <a:cubicBezTo>
                    <a:pt x="18" y="23"/>
                    <a:pt x="16" y="23"/>
                    <a:pt x="17" y="23"/>
                  </a:cubicBezTo>
                  <a:cubicBezTo>
                    <a:pt x="16" y="23"/>
                    <a:pt x="16" y="23"/>
                    <a:pt x="15" y="23"/>
                  </a:cubicBezTo>
                  <a:cubicBezTo>
                    <a:pt x="15" y="23"/>
                    <a:pt x="16" y="23"/>
                    <a:pt x="16" y="23"/>
                  </a:cubicBezTo>
                  <a:cubicBezTo>
                    <a:pt x="16" y="24"/>
                    <a:pt x="15" y="24"/>
                    <a:pt x="15" y="23"/>
                  </a:cubicBezTo>
                  <a:cubicBezTo>
                    <a:pt x="15" y="23"/>
                    <a:pt x="15" y="23"/>
                    <a:pt x="15" y="24"/>
                  </a:cubicBezTo>
                  <a:cubicBezTo>
                    <a:pt x="15" y="24"/>
                    <a:pt x="15" y="24"/>
                    <a:pt x="15" y="24"/>
                  </a:cubicBezTo>
                  <a:cubicBezTo>
                    <a:pt x="15" y="24"/>
                    <a:pt x="11" y="25"/>
                    <a:pt x="11" y="25"/>
                  </a:cubicBezTo>
                  <a:cubicBezTo>
                    <a:pt x="10" y="22"/>
                    <a:pt x="9" y="25"/>
                    <a:pt x="10" y="25"/>
                  </a:cubicBezTo>
                  <a:cubicBezTo>
                    <a:pt x="9" y="25"/>
                    <a:pt x="10" y="26"/>
                    <a:pt x="9" y="26"/>
                  </a:cubicBezTo>
                  <a:cubicBezTo>
                    <a:pt x="10" y="27"/>
                    <a:pt x="11" y="26"/>
                    <a:pt x="11" y="26"/>
                  </a:cubicBezTo>
                  <a:cubicBezTo>
                    <a:pt x="12" y="26"/>
                    <a:pt x="13" y="26"/>
                    <a:pt x="14" y="26"/>
                  </a:cubicBezTo>
                  <a:cubicBezTo>
                    <a:pt x="15" y="26"/>
                    <a:pt x="16" y="26"/>
                    <a:pt x="17" y="26"/>
                  </a:cubicBezTo>
                  <a:cubicBezTo>
                    <a:pt x="18" y="27"/>
                    <a:pt x="20" y="26"/>
                    <a:pt x="21" y="26"/>
                  </a:cubicBezTo>
                  <a:cubicBezTo>
                    <a:pt x="20" y="26"/>
                    <a:pt x="20" y="25"/>
                    <a:pt x="20" y="25"/>
                  </a:cubicBezTo>
                  <a:cubicBezTo>
                    <a:pt x="21" y="25"/>
                    <a:pt x="21" y="25"/>
                    <a:pt x="22" y="25"/>
                  </a:cubicBezTo>
                  <a:cubicBezTo>
                    <a:pt x="22" y="25"/>
                    <a:pt x="21" y="25"/>
                    <a:pt x="21" y="26"/>
                  </a:cubicBezTo>
                  <a:cubicBezTo>
                    <a:pt x="21" y="26"/>
                    <a:pt x="22" y="26"/>
                    <a:pt x="23" y="26"/>
                  </a:cubicBezTo>
                  <a:cubicBezTo>
                    <a:pt x="23" y="27"/>
                    <a:pt x="23" y="27"/>
                    <a:pt x="24" y="26"/>
                  </a:cubicBezTo>
                  <a:cubicBezTo>
                    <a:pt x="24" y="26"/>
                    <a:pt x="25" y="26"/>
                    <a:pt x="24" y="26"/>
                  </a:cubicBezTo>
                  <a:cubicBezTo>
                    <a:pt x="25" y="26"/>
                    <a:pt x="24" y="27"/>
                    <a:pt x="24" y="27"/>
                  </a:cubicBezTo>
                  <a:cubicBezTo>
                    <a:pt x="24" y="27"/>
                    <a:pt x="25" y="27"/>
                    <a:pt x="25" y="27"/>
                  </a:cubicBezTo>
                  <a:cubicBezTo>
                    <a:pt x="25" y="27"/>
                    <a:pt x="24" y="27"/>
                    <a:pt x="24" y="27"/>
                  </a:cubicBezTo>
                  <a:cubicBezTo>
                    <a:pt x="24" y="27"/>
                    <a:pt x="25" y="27"/>
                    <a:pt x="25" y="27"/>
                  </a:cubicBezTo>
                  <a:cubicBezTo>
                    <a:pt x="25" y="27"/>
                    <a:pt x="26" y="28"/>
                    <a:pt x="26" y="28"/>
                  </a:cubicBezTo>
                  <a:cubicBezTo>
                    <a:pt x="26" y="28"/>
                    <a:pt x="25" y="27"/>
                    <a:pt x="26" y="27"/>
                  </a:cubicBezTo>
                  <a:cubicBezTo>
                    <a:pt x="26" y="27"/>
                    <a:pt x="26" y="28"/>
                    <a:pt x="26" y="28"/>
                  </a:cubicBezTo>
                  <a:cubicBezTo>
                    <a:pt x="26" y="28"/>
                    <a:pt x="26" y="28"/>
                    <a:pt x="26" y="28"/>
                  </a:cubicBezTo>
                  <a:cubicBezTo>
                    <a:pt x="26" y="28"/>
                    <a:pt x="26" y="28"/>
                    <a:pt x="27" y="28"/>
                  </a:cubicBezTo>
                  <a:cubicBezTo>
                    <a:pt x="27" y="28"/>
                    <a:pt x="27" y="28"/>
                    <a:pt x="26" y="28"/>
                  </a:cubicBezTo>
                  <a:cubicBezTo>
                    <a:pt x="28" y="29"/>
                    <a:pt x="29" y="29"/>
                    <a:pt x="30" y="29"/>
                  </a:cubicBezTo>
                  <a:cubicBezTo>
                    <a:pt x="29" y="29"/>
                    <a:pt x="31" y="29"/>
                    <a:pt x="31" y="29"/>
                  </a:cubicBezTo>
                  <a:cubicBezTo>
                    <a:pt x="31" y="29"/>
                    <a:pt x="31" y="29"/>
                    <a:pt x="32" y="29"/>
                  </a:cubicBezTo>
                  <a:cubicBezTo>
                    <a:pt x="32" y="30"/>
                    <a:pt x="33" y="30"/>
                    <a:pt x="33" y="30"/>
                  </a:cubicBezTo>
                  <a:cubicBezTo>
                    <a:pt x="34" y="30"/>
                    <a:pt x="34" y="30"/>
                    <a:pt x="35" y="30"/>
                  </a:cubicBezTo>
                  <a:cubicBezTo>
                    <a:pt x="36" y="30"/>
                    <a:pt x="37" y="30"/>
                    <a:pt x="38" y="30"/>
                  </a:cubicBezTo>
                  <a:cubicBezTo>
                    <a:pt x="40" y="30"/>
                    <a:pt x="41" y="30"/>
                    <a:pt x="42" y="30"/>
                  </a:cubicBezTo>
                  <a:cubicBezTo>
                    <a:pt x="42" y="30"/>
                    <a:pt x="41" y="29"/>
                    <a:pt x="41" y="29"/>
                  </a:cubicBezTo>
                  <a:cubicBezTo>
                    <a:pt x="42" y="29"/>
                    <a:pt x="42" y="29"/>
                    <a:pt x="43" y="29"/>
                  </a:cubicBezTo>
                  <a:cubicBezTo>
                    <a:pt x="42" y="29"/>
                    <a:pt x="42" y="30"/>
                    <a:pt x="43" y="30"/>
                  </a:cubicBezTo>
                  <a:cubicBezTo>
                    <a:pt x="44" y="29"/>
                    <a:pt x="44" y="29"/>
                    <a:pt x="45" y="28"/>
                  </a:cubicBezTo>
                  <a:cubicBezTo>
                    <a:pt x="45" y="28"/>
                    <a:pt x="44" y="29"/>
                    <a:pt x="44" y="28"/>
                  </a:cubicBezTo>
                  <a:cubicBezTo>
                    <a:pt x="45" y="28"/>
                    <a:pt x="45" y="28"/>
                    <a:pt x="46" y="28"/>
                  </a:cubicBezTo>
                  <a:cubicBezTo>
                    <a:pt x="45" y="28"/>
                    <a:pt x="45" y="28"/>
                    <a:pt x="44" y="28"/>
                  </a:cubicBezTo>
                  <a:cubicBezTo>
                    <a:pt x="44" y="28"/>
                    <a:pt x="45" y="27"/>
                    <a:pt x="45" y="27"/>
                  </a:cubicBezTo>
                  <a:cubicBezTo>
                    <a:pt x="46" y="27"/>
                    <a:pt x="46" y="27"/>
                    <a:pt x="47" y="27"/>
                  </a:cubicBezTo>
                  <a:cubicBezTo>
                    <a:pt x="47" y="27"/>
                    <a:pt x="46" y="27"/>
                    <a:pt x="46" y="27"/>
                  </a:cubicBezTo>
                  <a:cubicBezTo>
                    <a:pt x="47" y="27"/>
                    <a:pt x="47" y="27"/>
                    <a:pt x="48" y="27"/>
                  </a:cubicBezTo>
                  <a:cubicBezTo>
                    <a:pt x="48" y="27"/>
                    <a:pt x="48" y="27"/>
                    <a:pt x="48" y="27"/>
                  </a:cubicBezTo>
                  <a:cubicBezTo>
                    <a:pt x="49" y="27"/>
                    <a:pt x="50" y="26"/>
                    <a:pt x="51" y="27"/>
                  </a:cubicBezTo>
                  <a:cubicBezTo>
                    <a:pt x="51" y="27"/>
                    <a:pt x="52" y="27"/>
                    <a:pt x="52" y="26"/>
                  </a:cubicBezTo>
                  <a:cubicBezTo>
                    <a:pt x="52" y="26"/>
                    <a:pt x="52" y="26"/>
                    <a:pt x="52" y="26"/>
                  </a:cubicBezTo>
                  <a:cubicBezTo>
                    <a:pt x="52" y="26"/>
                    <a:pt x="52" y="26"/>
                    <a:pt x="52" y="25"/>
                  </a:cubicBezTo>
                  <a:cubicBezTo>
                    <a:pt x="53" y="25"/>
                    <a:pt x="52" y="27"/>
                    <a:pt x="52" y="27"/>
                  </a:cubicBezTo>
                  <a:cubicBezTo>
                    <a:pt x="52" y="27"/>
                    <a:pt x="52" y="26"/>
                    <a:pt x="53" y="26"/>
                  </a:cubicBezTo>
                  <a:cubicBezTo>
                    <a:pt x="53" y="26"/>
                    <a:pt x="53" y="26"/>
                    <a:pt x="53" y="26"/>
                  </a:cubicBezTo>
                  <a:cubicBezTo>
                    <a:pt x="53" y="26"/>
                    <a:pt x="53" y="26"/>
                    <a:pt x="53" y="26"/>
                  </a:cubicBezTo>
                  <a:cubicBezTo>
                    <a:pt x="53" y="26"/>
                    <a:pt x="53" y="26"/>
                    <a:pt x="53" y="26"/>
                  </a:cubicBezTo>
                  <a:cubicBezTo>
                    <a:pt x="54" y="26"/>
                    <a:pt x="54" y="26"/>
                    <a:pt x="54" y="26"/>
                  </a:cubicBezTo>
                  <a:cubicBezTo>
                    <a:pt x="54" y="26"/>
                    <a:pt x="55" y="26"/>
                    <a:pt x="55" y="26"/>
                  </a:cubicBezTo>
                  <a:cubicBezTo>
                    <a:pt x="55" y="26"/>
                    <a:pt x="57" y="25"/>
                    <a:pt x="56" y="26"/>
                  </a:cubicBezTo>
                  <a:cubicBezTo>
                    <a:pt x="56" y="25"/>
                    <a:pt x="57" y="25"/>
                    <a:pt x="57" y="25"/>
                  </a:cubicBezTo>
                  <a:cubicBezTo>
                    <a:pt x="57" y="25"/>
                    <a:pt x="58" y="24"/>
                    <a:pt x="57" y="25"/>
                  </a:cubicBezTo>
                  <a:cubicBezTo>
                    <a:pt x="57" y="24"/>
                    <a:pt x="58" y="24"/>
                    <a:pt x="58" y="24"/>
                  </a:cubicBezTo>
                  <a:cubicBezTo>
                    <a:pt x="59" y="24"/>
                    <a:pt x="59" y="24"/>
                    <a:pt x="59" y="24"/>
                  </a:cubicBezTo>
                  <a:cubicBezTo>
                    <a:pt x="60" y="24"/>
                    <a:pt x="61" y="23"/>
                    <a:pt x="60" y="23"/>
                  </a:cubicBezTo>
                  <a:cubicBezTo>
                    <a:pt x="60" y="23"/>
                    <a:pt x="62" y="23"/>
                    <a:pt x="62" y="23"/>
                  </a:cubicBezTo>
                  <a:cubicBezTo>
                    <a:pt x="62" y="23"/>
                    <a:pt x="62" y="23"/>
                    <a:pt x="62" y="23"/>
                  </a:cubicBezTo>
                  <a:cubicBezTo>
                    <a:pt x="62" y="23"/>
                    <a:pt x="63" y="22"/>
                    <a:pt x="63" y="22"/>
                  </a:cubicBezTo>
                  <a:cubicBezTo>
                    <a:pt x="63" y="22"/>
                    <a:pt x="65" y="22"/>
                    <a:pt x="64" y="22"/>
                  </a:cubicBezTo>
                  <a:cubicBezTo>
                    <a:pt x="64" y="22"/>
                    <a:pt x="65" y="22"/>
                    <a:pt x="65" y="21"/>
                  </a:cubicBezTo>
                  <a:cubicBezTo>
                    <a:pt x="65" y="21"/>
                    <a:pt x="65" y="21"/>
                    <a:pt x="64" y="21"/>
                  </a:cubicBezTo>
                  <a:cubicBezTo>
                    <a:pt x="65" y="21"/>
                    <a:pt x="65" y="22"/>
                    <a:pt x="66" y="22"/>
                  </a:cubicBezTo>
                  <a:cubicBezTo>
                    <a:pt x="66" y="22"/>
                    <a:pt x="65" y="21"/>
                    <a:pt x="66" y="21"/>
                  </a:cubicBezTo>
                  <a:cubicBezTo>
                    <a:pt x="66" y="21"/>
                    <a:pt x="66" y="22"/>
                    <a:pt x="66" y="22"/>
                  </a:cubicBezTo>
                  <a:cubicBezTo>
                    <a:pt x="66" y="22"/>
                    <a:pt x="67" y="22"/>
                    <a:pt x="67" y="22"/>
                  </a:cubicBezTo>
                  <a:cubicBezTo>
                    <a:pt x="67" y="22"/>
                    <a:pt x="69" y="22"/>
                    <a:pt x="69" y="22"/>
                  </a:cubicBezTo>
                  <a:cubicBezTo>
                    <a:pt x="69" y="22"/>
                    <a:pt x="68" y="22"/>
                    <a:pt x="68" y="21"/>
                  </a:cubicBezTo>
                  <a:cubicBezTo>
                    <a:pt x="68" y="21"/>
                    <a:pt x="69" y="21"/>
                    <a:pt x="68" y="21"/>
                  </a:cubicBezTo>
                  <a:cubicBezTo>
                    <a:pt x="69" y="21"/>
                    <a:pt x="70" y="20"/>
                    <a:pt x="71" y="20"/>
                  </a:cubicBezTo>
                  <a:cubicBezTo>
                    <a:pt x="71" y="20"/>
                    <a:pt x="72" y="20"/>
                    <a:pt x="72" y="20"/>
                  </a:cubicBezTo>
                  <a:cubicBezTo>
                    <a:pt x="72" y="19"/>
                    <a:pt x="73" y="19"/>
                    <a:pt x="73" y="19"/>
                  </a:cubicBezTo>
                  <a:cubicBezTo>
                    <a:pt x="73" y="19"/>
                    <a:pt x="72" y="19"/>
                    <a:pt x="72" y="19"/>
                  </a:cubicBezTo>
                  <a:cubicBezTo>
                    <a:pt x="72" y="19"/>
                    <a:pt x="71" y="19"/>
                    <a:pt x="71" y="19"/>
                  </a:cubicBezTo>
                  <a:cubicBezTo>
                    <a:pt x="71" y="19"/>
                    <a:pt x="74" y="19"/>
                    <a:pt x="72" y="18"/>
                  </a:cubicBezTo>
                  <a:cubicBezTo>
                    <a:pt x="72" y="18"/>
                    <a:pt x="73" y="18"/>
                    <a:pt x="73" y="18"/>
                  </a:cubicBezTo>
                  <a:cubicBezTo>
                    <a:pt x="73" y="18"/>
                    <a:pt x="74" y="18"/>
                    <a:pt x="74" y="18"/>
                  </a:cubicBezTo>
                  <a:cubicBezTo>
                    <a:pt x="74" y="18"/>
                    <a:pt x="73" y="17"/>
                    <a:pt x="73" y="17"/>
                  </a:cubicBezTo>
                  <a:cubicBezTo>
                    <a:pt x="72" y="17"/>
                    <a:pt x="73" y="17"/>
                    <a:pt x="72" y="17"/>
                  </a:cubicBezTo>
                  <a:cubicBezTo>
                    <a:pt x="73" y="17"/>
                    <a:pt x="73" y="18"/>
                    <a:pt x="74" y="18"/>
                  </a:cubicBezTo>
                  <a:cubicBezTo>
                    <a:pt x="74" y="18"/>
                    <a:pt x="75" y="18"/>
                    <a:pt x="75" y="18"/>
                  </a:cubicBezTo>
                  <a:cubicBezTo>
                    <a:pt x="76" y="17"/>
                    <a:pt x="76" y="17"/>
                    <a:pt x="76" y="17"/>
                  </a:cubicBezTo>
                  <a:cubicBezTo>
                    <a:pt x="76" y="17"/>
                    <a:pt x="77" y="17"/>
                    <a:pt x="77" y="17"/>
                  </a:cubicBezTo>
                  <a:cubicBezTo>
                    <a:pt x="77" y="17"/>
                    <a:pt x="77" y="16"/>
                    <a:pt x="76" y="16"/>
                  </a:cubicBezTo>
                  <a:cubicBezTo>
                    <a:pt x="77" y="16"/>
                    <a:pt x="78" y="17"/>
                    <a:pt x="78" y="16"/>
                  </a:cubicBezTo>
                  <a:cubicBezTo>
                    <a:pt x="78" y="16"/>
                    <a:pt x="76" y="16"/>
                    <a:pt x="76" y="15"/>
                  </a:cubicBezTo>
                  <a:cubicBezTo>
                    <a:pt x="77" y="16"/>
                    <a:pt x="77" y="16"/>
                    <a:pt x="78" y="16"/>
                  </a:cubicBezTo>
                  <a:cubicBezTo>
                    <a:pt x="79" y="16"/>
                    <a:pt x="78" y="15"/>
                    <a:pt x="78" y="15"/>
                  </a:cubicBezTo>
                  <a:cubicBezTo>
                    <a:pt x="78" y="15"/>
                    <a:pt x="77" y="15"/>
                    <a:pt x="77" y="15"/>
                  </a:cubicBezTo>
                  <a:cubicBezTo>
                    <a:pt x="76" y="15"/>
                    <a:pt x="75" y="15"/>
                    <a:pt x="75" y="15"/>
                  </a:cubicBezTo>
                  <a:cubicBezTo>
                    <a:pt x="75" y="14"/>
                    <a:pt x="76" y="15"/>
                    <a:pt x="77" y="14"/>
                  </a:cubicBezTo>
                  <a:cubicBezTo>
                    <a:pt x="77" y="14"/>
                    <a:pt x="76" y="14"/>
                    <a:pt x="76" y="14"/>
                  </a:cubicBezTo>
                  <a:cubicBezTo>
                    <a:pt x="77" y="14"/>
                    <a:pt x="80" y="16"/>
                    <a:pt x="80" y="15"/>
                  </a:cubicBezTo>
                  <a:cubicBezTo>
                    <a:pt x="79" y="15"/>
                    <a:pt x="80" y="14"/>
                    <a:pt x="80" y="14"/>
                  </a:cubicBezTo>
                  <a:cubicBezTo>
                    <a:pt x="80" y="14"/>
                    <a:pt x="80" y="14"/>
                    <a:pt x="80" y="13"/>
                  </a:cubicBezTo>
                  <a:cubicBezTo>
                    <a:pt x="80" y="13"/>
                    <a:pt x="79" y="14"/>
                    <a:pt x="79" y="14"/>
                  </a:cubicBezTo>
                  <a:close/>
                  <a:moveTo>
                    <a:pt x="26" y="27"/>
                  </a:moveTo>
                  <a:cubicBezTo>
                    <a:pt x="26" y="27"/>
                    <a:pt x="26" y="27"/>
                    <a:pt x="25" y="27"/>
                  </a:cubicBezTo>
                  <a:cubicBezTo>
                    <a:pt x="26" y="27"/>
                    <a:pt x="26" y="26"/>
                    <a:pt x="26" y="26"/>
                  </a:cubicBezTo>
                  <a:cubicBezTo>
                    <a:pt x="27" y="26"/>
                    <a:pt x="26" y="27"/>
                    <a:pt x="26" y="27"/>
                  </a:cubicBezTo>
                  <a:cubicBezTo>
                    <a:pt x="26" y="27"/>
                    <a:pt x="27" y="27"/>
                    <a:pt x="27" y="27"/>
                  </a:cubicBezTo>
                  <a:cubicBezTo>
                    <a:pt x="26" y="27"/>
                    <a:pt x="26" y="27"/>
                    <a:pt x="26" y="27"/>
                  </a:cubicBezTo>
                  <a:close/>
                  <a:moveTo>
                    <a:pt x="77" y="13"/>
                  </a:moveTo>
                  <a:cubicBezTo>
                    <a:pt x="77" y="13"/>
                    <a:pt x="78" y="13"/>
                    <a:pt x="78" y="13"/>
                  </a:cubicBezTo>
                  <a:cubicBezTo>
                    <a:pt x="78" y="13"/>
                    <a:pt x="77" y="13"/>
                    <a:pt x="77" y="13"/>
                  </a:cubicBezTo>
                  <a:close/>
                  <a:moveTo>
                    <a:pt x="70" y="21"/>
                  </a:moveTo>
                  <a:cubicBezTo>
                    <a:pt x="70" y="21"/>
                    <a:pt x="71" y="21"/>
                    <a:pt x="71" y="20"/>
                  </a:cubicBezTo>
                  <a:cubicBezTo>
                    <a:pt x="71" y="20"/>
                    <a:pt x="71" y="20"/>
                    <a:pt x="71" y="21"/>
                  </a:cubicBezTo>
                  <a:cubicBezTo>
                    <a:pt x="71" y="21"/>
                    <a:pt x="70" y="21"/>
                    <a:pt x="70" y="2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70" name="Hungary">
              <a:extLst>
                <a:ext uri="{FF2B5EF4-FFF2-40B4-BE49-F238E27FC236}">
                  <a16:creationId xmlns:a16="http://schemas.microsoft.com/office/drawing/2014/main" id="{8CB9A9FE-3882-B47E-A014-F2791ADC190D}"/>
                </a:ext>
              </a:extLst>
            </p:cNvPr>
            <p:cNvSpPr>
              <a:spLocks/>
            </p:cNvSpPr>
            <p:nvPr/>
          </p:nvSpPr>
          <p:spPr bwMode="auto">
            <a:xfrm>
              <a:off x="6224992" y="2158513"/>
              <a:ext cx="204855" cy="109779"/>
            </a:xfrm>
            <a:custGeom>
              <a:avLst/>
              <a:gdLst/>
              <a:ahLst/>
              <a:cxnLst>
                <a:cxn ang="0">
                  <a:pos x="56" y="5"/>
                </a:cxn>
                <a:cxn ang="0">
                  <a:pos x="53" y="3"/>
                </a:cxn>
                <a:cxn ang="0">
                  <a:pos x="51" y="2"/>
                </a:cxn>
                <a:cxn ang="0">
                  <a:pos x="48" y="2"/>
                </a:cxn>
                <a:cxn ang="0">
                  <a:pos x="46" y="1"/>
                </a:cxn>
                <a:cxn ang="0">
                  <a:pos x="44" y="0"/>
                </a:cxn>
                <a:cxn ang="0">
                  <a:pos x="43" y="1"/>
                </a:cxn>
                <a:cxn ang="0">
                  <a:pos x="39" y="0"/>
                </a:cxn>
                <a:cxn ang="0">
                  <a:pos x="37" y="1"/>
                </a:cxn>
                <a:cxn ang="0">
                  <a:pos x="35" y="3"/>
                </a:cxn>
                <a:cxn ang="0">
                  <a:pos x="33" y="4"/>
                </a:cxn>
                <a:cxn ang="0">
                  <a:pos x="30" y="4"/>
                </a:cxn>
                <a:cxn ang="0">
                  <a:pos x="28" y="5"/>
                </a:cxn>
                <a:cxn ang="0">
                  <a:pos x="25" y="5"/>
                </a:cxn>
                <a:cxn ang="0">
                  <a:pos x="22" y="6"/>
                </a:cxn>
                <a:cxn ang="0">
                  <a:pos x="23" y="8"/>
                </a:cxn>
                <a:cxn ang="0">
                  <a:pos x="19" y="9"/>
                </a:cxn>
                <a:cxn ang="0">
                  <a:pos x="13" y="9"/>
                </a:cxn>
                <a:cxn ang="0">
                  <a:pos x="10" y="6"/>
                </a:cxn>
                <a:cxn ang="0">
                  <a:pos x="7" y="8"/>
                </a:cxn>
                <a:cxn ang="0">
                  <a:pos x="8" y="9"/>
                </a:cxn>
                <a:cxn ang="0">
                  <a:pos x="5" y="9"/>
                </a:cxn>
                <a:cxn ang="0">
                  <a:pos x="2" y="10"/>
                </a:cxn>
                <a:cxn ang="0">
                  <a:pos x="4" y="12"/>
                </a:cxn>
                <a:cxn ang="0">
                  <a:pos x="3" y="14"/>
                </a:cxn>
                <a:cxn ang="0">
                  <a:pos x="3" y="16"/>
                </a:cxn>
                <a:cxn ang="0">
                  <a:pos x="3" y="17"/>
                </a:cxn>
                <a:cxn ang="0">
                  <a:pos x="2" y="17"/>
                </a:cxn>
                <a:cxn ang="0">
                  <a:pos x="2" y="18"/>
                </a:cxn>
                <a:cxn ang="0">
                  <a:pos x="3" y="21"/>
                </a:cxn>
                <a:cxn ang="0">
                  <a:pos x="5" y="23"/>
                </a:cxn>
                <a:cxn ang="0">
                  <a:pos x="8" y="25"/>
                </a:cxn>
                <a:cxn ang="0">
                  <a:pos x="10" y="27"/>
                </a:cxn>
                <a:cxn ang="0">
                  <a:pos x="11" y="27"/>
                </a:cxn>
                <a:cxn ang="0">
                  <a:pos x="11" y="28"/>
                </a:cxn>
                <a:cxn ang="0">
                  <a:pos x="13" y="29"/>
                </a:cxn>
                <a:cxn ang="0">
                  <a:pos x="15" y="30"/>
                </a:cxn>
                <a:cxn ang="0">
                  <a:pos x="17" y="30"/>
                </a:cxn>
                <a:cxn ang="0">
                  <a:pos x="21" y="30"/>
                </a:cxn>
                <a:cxn ang="0">
                  <a:pos x="24" y="29"/>
                </a:cxn>
                <a:cxn ang="0">
                  <a:pos x="26" y="28"/>
                </a:cxn>
                <a:cxn ang="0">
                  <a:pos x="28" y="28"/>
                </a:cxn>
                <a:cxn ang="0">
                  <a:pos x="29" y="27"/>
                </a:cxn>
                <a:cxn ang="0">
                  <a:pos x="30" y="26"/>
                </a:cxn>
                <a:cxn ang="0">
                  <a:pos x="33" y="26"/>
                </a:cxn>
                <a:cxn ang="0">
                  <a:pos x="36" y="26"/>
                </a:cxn>
                <a:cxn ang="0">
                  <a:pos x="38" y="26"/>
                </a:cxn>
                <a:cxn ang="0">
                  <a:pos x="40" y="26"/>
                </a:cxn>
                <a:cxn ang="0">
                  <a:pos x="44" y="25"/>
                </a:cxn>
                <a:cxn ang="0">
                  <a:pos x="45" y="23"/>
                </a:cxn>
                <a:cxn ang="0">
                  <a:pos x="45" y="21"/>
                </a:cxn>
                <a:cxn ang="0">
                  <a:pos x="47" y="20"/>
                </a:cxn>
                <a:cxn ang="0">
                  <a:pos x="47" y="18"/>
                </a:cxn>
                <a:cxn ang="0">
                  <a:pos x="48" y="16"/>
                </a:cxn>
                <a:cxn ang="0">
                  <a:pos x="49" y="14"/>
                </a:cxn>
                <a:cxn ang="0">
                  <a:pos x="50" y="13"/>
                </a:cxn>
                <a:cxn ang="0">
                  <a:pos x="52" y="11"/>
                </a:cxn>
                <a:cxn ang="0">
                  <a:pos x="53" y="9"/>
                </a:cxn>
                <a:cxn ang="0">
                  <a:pos x="55" y="9"/>
                </a:cxn>
                <a:cxn ang="0">
                  <a:pos x="57" y="8"/>
                </a:cxn>
                <a:cxn ang="0">
                  <a:pos x="57" y="5"/>
                </a:cxn>
              </a:cxnLst>
              <a:rect l="0" t="0" r="r" b="b"/>
              <a:pathLst>
                <a:path w="58" h="31">
                  <a:moveTo>
                    <a:pt x="57" y="5"/>
                  </a:moveTo>
                  <a:cubicBezTo>
                    <a:pt x="57" y="5"/>
                    <a:pt x="57" y="5"/>
                    <a:pt x="56" y="5"/>
                  </a:cubicBezTo>
                  <a:cubicBezTo>
                    <a:pt x="55" y="5"/>
                    <a:pt x="55" y="4"/>
                    <a:pt x="54" y="4"/>
                  </a:cubicBezTo>
                  <a:cubicBezTo>
                    <a:pt x="54" y="3"/>
                    <a:pt x="53" y="4"/>
                    <a:pt x="53" y="3"/>
                  </a:cubicBezTo>
                  <a:cubicBezTo>
                    <a:pt x="53" y="3"/>
                    <a:pt x="52" y="2"/>
                    <a:pt x="52" y="2"/>
                  </a:cubicBezTo>
                  <a:cubicBezTo>
                    <a:pt x="52" y="2"/>
                    <a:pt x="52" y="2"/>
                    <a:pt x="51" y="2"/>
                  </a:cubicBezTo>
                  <a:cubicBezTo>
                    <a:pt x="51" y="2"/>
                    <a:pt x="51" y="2"/>
                    <a:pt x="50" y="2"/>
                  </a:cubicBezTo>
                  <a:cubicBezTo>
                    <a:pt x="49" y="2"/>
                    <a:pt x="49" y="2"/>
                    <a:pt x="48" y="2"/>
                  </a:cubicBezTo>
                  <a:cubicBezTo>
                    <a:pt x="48" y="3"/>
                    <a:pt x="47" y="2"/>
                    <a:pt x="47" y="2"/>
                  </a:cubicBezTo>
                  <a:cubicBezTo>
                    <a:pt x="47" y="2"/>
                    <a:pt x="47" y="1"/>
                    <a:pt x="46" y="1"/>
                  </a:cubicBezTo>
                  <a:cubicBezTo>
                    <a:pt x="45" y="1"/>
                    <a:pt x="45" y="0"/>
                    <a:pt x="45" y="0"/>
                  </a:cubicBezTo>
                  <a:cubicBezTo>
                    <a:pt x="44" y="0"/>
                    <a:pt x="44" y="0"/>
                    <a:pt x="44" y="0"/>
                  </a:cubicBezTo>
                  <a:cubicBezTo>
                    <a:pt x="44" y="0"/>
                    <a:pt x="44" y="1"/>
                    <a:pt x="44" y="1"/>
                  </a:cubicBezTo>
                  <a:cubicBezTo>
                    <a:pt x="43" y="1"/>
                    <a:pt x="43" y="1"/>
                    <a:pt x="43" y="1"/>
                  </a:cubicBezTo>
                  <a:cubicBezTo>
                    <a:pt x="43" y="1"/>
                    <a:pt x="43" y="1"/>
                    <a:pt x="42" y="1"/>
                  </a:cubicBezTo>
                  <a:cubicBezTo>
                    <a:pt x="42" y="1"/>
                    <a:pt x="40" y="0"/>
                    <a:pt x="39" y="0"/>
                  </a:cubicBezTo>
                  <a:cubicBezTo>
                    <a:pt x="39" y="0"/>
                    <a:pt x="38" y="0"/>
                    <a:pt x="37" y="0"/>
                  </a:cubicBezTo>
                  <a:cubicBezTo>
                    <a:pt x="37" y="1"/>
                    <a:pt x="37" y="1"/>
                    <a:pt x="37" y="1"/>
                  </a:cubicBezTo>
                  <a:cubicBezTo>
                    <a:pt x="36" y="2"/>
                    <a:pt x="36" y="2"/>
                    <a:pt x="36" y="3"/>
                  </a:cubicBezTo>
                  <a:cubicBezTo>
                    <a:pt x="35" y="4"/>
                    <a:pt x="35" y="3"/>
                    <a:pt x="35" y="3"/>
                  </a:cubicBezTo>
                  <a:cubicBezTo>
                    <a:pt x="34" y="4"/>
                    <a:pt x="34" y="4"/>
                    <a:pt x="34" y="4"/>
                  </a:cubicBezTo>
                  <a:cubicBezTo>
                    <a:pt x="34" y="4"/>
                    <a:pt x="33" y="4"/>
                    <a:pt x="33" y="4"/>
                  </a:cubicBezTo>
                  <a:cubicBezTo>
                    <a:pt x="33" y="4"/>
                    <a:pt x="32" y="5"/>
                    <a:pt x="32" y="5"/>
                  </a:cubicBezTo>
                  <a:cubicBezTo>
                    <a:pt x="31" y="5"/>
                    <a:pt x="31" y="4"/>
                    <a:pt x="30" y="4"/>
                  </a:cubicBezTo>
                  <a:cubicBezTo>
                    <a:pt x="29" y="4"/>
                    <a:pt x="29" y="4"/>
                    <a:pt x="29" y="4"/>
                  </a:cubicBezTo>
                  <a:cubicBezTo>
                    <a:pt x="28" y="5"/>
                    <a:pt x="28" y="5"/>
                    <a:pt x="28" y="5"/>
                  </a:cubicBezTo>
                  <a:cubicBezTo>
                    <a:pt x="27" y="5"/>
                    <a:pt x="27" y="6"/>
                    <a:pt x="26" y="5"/>
                  </a:cubicBezTo>
                  <a:cubicBezTo>
                    <a:pt x="26" y="5"/>
                    <a:pt x="25" y="5"/>
                    <a:pt x="25" y="5"/>
                  </a:cubicBezTo>
                  <a:cubicBezTo>
                    <a:pt x="24" y="5"/>
                    <a:pt x="23" y="6"/>
                    <a:pt x="23" y="6"/>
                  </a:cubicBezTo>
                  <a:cubicBezTo>
                    <a:pt x="23" y="6"/>
                    <a:pt x="23" y="6"/>
                    <a:pt x="22" y="6"/>
                  </a:cubicBezTo>
                  <a:cubicBezTo>
                    <a:pt x="22" y="7"/>
                    <a:pt x="22" y="7"/>
                    <a:pt x="22" y="7"/>
                  </a:cubicBezTo>
                  <a:cubicBezTo>
                    <a:pt x="23" y="8"/>
                    <a:pt x="23" y="8"/>
                    <a:pt x="23" y="8"/>
                  </a:cubicBezTo>
                  <a:cubicBezTo>
                    <a:pt x="23" y="8"/>
                    <a:pt x="22" y="9"/>
                    <a:pt x="22" y="9"/>
                  </a:cubicBezTo>
                  <a:cubicBezTo>
                    <a:pt x="21" y="9"/>
                    <a:pt x="20" y="9"/>
                    <a:pt x="19" y="9"/>
                  </a:cubicBezTo>
                  <a:cubicBezTo>
                    <a:pt x="18" y="9"/>
                    <a:pt x="17" y="9"/>
                    <a:pt x="16" y="9"/>
                  </a:cubicBezTo>
                  <a:cubicBezTo>
                    <a:pt x="15" y="9"/>
                    <a:pt x="14" y="9"/>
                    <a:pt x="13" y="9"/>
                  </a:cubicBezTo>
                  <a:cubicBezTo>
                    <a:pt x="13" y="8"/>
                    <a:pt x="12" y="8"/>
                    <a:pt x="11" y="7"/>
                  </a:cubicBezTo>
                  <a:cubicBezTo>
                    <a:pt x="11" y="7"/>
                    <a:pt x="10" y="6"/>
                    <a:pt x="10" y="6"/>
                  </a:cubicBezTo>
                  <a:cubicBezTo>
                    <a:pt x="9" y="6"/>
                    <a:pt x="8" y="6"/>
                    <a:pt x="8" y="7"/>
                  </a:cubicBezTo>
                  <a:cubicBezTo>
                    <a:pt x="8" y="7"/>
                    <a:pt x="8" y="7"/>
                    <a:pt x="7" y="8"/>
                  </a:cubicBezTo>
                  <a:cubicBezTo>
                    <a:pt x="7" y="8"/>
                    <a:pt x="8" y="8"/>
                    <a:pt x="8" y="8"/>
                  </a:cubicBezTo>
                  <a:cubicBezTo>
                    <a:pt x="8" y="9"/>
                    <a:pt x="8" y="9"/>
                    <a:pt x="8" y="9"/>
                  </a:cubicBezTo>
                  <a:cubicBezTo>
                    <a:pt x="8" y="9"/>
                    <a:pt x="6" y="9"/>
                    <a:pt x="6" y="10"/>
                  </a:cubicBezTo>
                  <a:cubicBezTo>
                    <a:pt x="6" y="10"/>
                    <a:pt x="5" y="9"/>
                    <a:pt x="5" y="9"/>
                  </a:cubicBezTo>
                  <a:cubicBezTo>
                    <a:pt x="5" y="9"/>
                    <a:pt x="3" y="9"/>
                    <a:pt x="3" y="9"/>
                  </a:cubicBezTo>
                  <a:cubicBezTo>
                    <a:pt x="4" y="9"/>
                    <a:pt x="3" y="10"/>
                    <a:pt x="2" y="10"/>
                  </a:cubicBezTo>
                  <a:cubicBezTo>
                    <a:pt x="3" y="10"/>
                    <a:pt x="4" y="10"/>
                    <a:pt x="5" y="11"/>
                  </a:cubicBezTo>
                  <a:cubicBezTo>
                    <a:pt x="5" y="11"/>
                    <a:pt x="5" y="12"/>
                    <a:pt x="4" y="12"/>
                  </a:cubicBezTo>
                  <a:cubicBezTo>
                    <a:pt x="4" y="13"/>
                    <a:pt x="2" y="12"/>
                    <a:pt x="3" y="13"/>
                  </a:cubicBezTo>
                  <a:cubicBezTo>
                    <a:pt x="3" y="14"/>
                    <a:pt x="3" y="14"/>
                    <a:pt x="3" y="14"/>
                  </a:cubicBezTo>
                  <a:cubicBezTo>
                    <a:pt x="3" y="15"/>
                    <a:pt x="3" y="15"/>
                    <a:pt x="3" y="15"/>
                  </a:cubicBezTo>
                  <a:cubicBezTo>
                    <a:pt x="3" y="15"/>
                    <a:pt x="4" y="15"/>
                    <a:pt x="3" y="16"/>
                  </a:cubicBezTo>
                  <a:cubicBezTo>
                    <a:pt x="3" y="16"/>
                    <a:pt x="3" y="16"/>
                    <a:pt x="3" y="16"/>
                  </a:cubicBezTo>
                  <a:cubicBezTo>
                    <a:pt x="3" y="16"/>
                    <a:pt x="3" y="17"/>
                    <a:pt x="3" y="17"/>
                  </a:cubicBezTo>
                  <a:cubicBezTo>
                    <a:pt x="3" y="17"/>
                    <a:pt x="3" y="17"/>
                    <a:pt x="3" y="17"/>
                  </a:cubicBezTo>
                  <a:cubicBezTo>
                    <a:pt x="3" y="17"/>
                    <a:pt x="2" y="17"/>
                    <a:pt x="2" y="17"/>
                  </a:cubicBezTo>
                  <a:cubicBezTo>
                    <a:pt x="1" y="17"/>
                    <a:pt x="1" y="18"/>
                    <a:pt x="0" y="18"/>
                  </a:cubicBezTo>
                  <a:cubicBezTo>
                    <a:pt x="1" y="19"/>
                    <a:pt x="1" y="18"/>
                    <a:pt x="2" y="18"/>
                  </a:cubicBezTo>
                  <a:cubicBezTo>
                    <a:pt x="2" y="19"/>
                    <a:pt x="2" y="19"/>
                    <a:pt x="2" y="20"/>
                  </a:cubicBezTo>
                  <a:cubicBezTo>
                    <a:pt x="2" y="20"/>
                    <a:pt x="3" y="21"/>
                    <a:pt x="3" y="21"/>
                  </a:cubicBezTo>
                  <a:cubicBezTo>
                    <a:pt x="2" y="21"/>
                    <a:pt x="3" y="22"/>
                    <a:pt x="4" y="22"/>
                  </a:cubicBezTo>
                  <a:cubicBezTo>
                    <a:pt x="4" y="22"/>
                    <a:pt x="5" y="23"/>
                    <a:pt x="5" y="23"/>
                  </a:cubicBezTo>
                  <a:cubicBezTo>
                    <a:pt x="6" y="24"/>
                    <a:pt x="6" y="24"/>
                    <a:pt x="7" y="24"/>
                  </a:cubicBezTo>
                  <a:cubicBezTo>
                    <a:pt x="7" y="25"/>
                    <a:pt x="8" y="25"/>
                    <a:pt x="8" y="25"/>
                  </a:cubicBezTo>
                  <a:cubicBezTo>
                    <a:pt x="9" y="26"/>
                    <a:pt x="9" y="26"/>
                    <a:pt x="10" y="26"/>
                  </a:cubicBezTo>
                  <a:cubicBezTo>
                    <a:pt x="10" y="26"/>
                    <a:pt x="10" y="27"/>
                    <a:pt x="10" y="27"/>
                  </a:cubicBezTo>
                  <a:cubicBezTo>
                    <a:pt x="10" y="27"/>
                    <a:pt x="10" y="27"/>
                    <a:pt x="10" y="27"/>
                  </a:cubicBezTo>
                  <a:cubicBezTo>
                    <a:pt x="10" y="27"/>
                    <a:pt x="10" y="27"/>
                    <a:pt x="11" y="27"/>
                  </a:cubicBezTo>
                  <a:cubicBezTo>
                    <a:pt x="10" y="28"/>
                    <a:pt x="11" y="28"/>
                    <a:pt x="11" y="28"/>
                  </a:cubicBezTo>
                  <a:cubicBezTo>
                    <a:pt x="11" y="28"/>
                    <a:pt x="12" y="28"/>
                    <a:pt x="11" y="28"/>
                  </a:cubicBezTo>
                  <a:cubicBezTo>
                    <a:pt x="11" y="28"/>
                    <a:pt x="12" y="28"/>
                    <a:pt x="12" y="28"/>
                  </a:cubicBezTo>
                  <a:cubicBezTo>
                    <a:pt x="12" y="28"/>
                    <a:pt x="13" y="28"/>
                    <a:pt x="13" y="29"/>
                  </a:cubicBezTo>
                  <a:cubicBezTo>
                    <a:pt x="14" y="29"/>
                    <a:pt x="14" y="30"/>
                    <a:pt x="15" y="30"/>
                  </a:cubicBezTo>
                  <a:cubicBezTo>
                    <a:pt x="15" y="30"/>
                    <a:pt x="15" y="30"/>
                    <a:pt x="15" y="30"/>
                  </a:cubicBezTo>
                  <a:cubicBezTo>
                    <a:pt x="16" y="30"/>
                    <a:pt x="15" y="30"/>
                    <a:pt x="16" y="30"/>
                  </a:cubicBezTo>
                  <a:cubicBezTo>
                    <a:pt x="16" y="30"/>
                    <a:pt x="17" y="30"/>
                    <a:pt x="17" y="30"/>
                  </a:cubicBezTo>
                  <a:cubicBezTo>
                    <a:pt x="18" y="30"/>
                    <a:pt x="18" y="30"/>
                    <a:pt x="19" y="30"/>
                  </a:cubicBezTo>
                  <a:cubicBezTo>
                    <a:pt x="19" y="30"/>
                    <a:pt x="20" y="31"/>
                    <a:pt x="21" y="30"/>
                  </a:cubicBezTo>
                  <a:cubicBezTo>
                    <a:pt x="21" y="30"/>
                    <a:pt x="22" y="30"/>
                    <a:pt x="22" y="29"/>
                  </a:cubicBezTo>
                  <a:cubicBezTo>
                    <a:pt x="23" y="28"/>
                    <a:pt x="23" y="29"/>
                    <a:pt x="24" y="29"/>
                  </a:cubicBezTo>
                  <a:cubicBezTo>
                    <a:pt x="24" y="28"/>
                    <a:pt x="25" y="28"/>
                    <a:pt x="25" y="28"/>
                  </a:cubicBezTo>
                  <a:cubicBezTo>
                    <a:pt x="25" y="28"/>
                    <a:pt x="26" y="28"/>
                    <a:pt x="26" y="28"/>
                  </a:cubicBezTo>
                  <a:cubicBezTo>
                    <a:pt x="26" y="28"/>
                    <a:pt x="26" y="27"/>
                    <a:pt x="27" y="28"/>
                  </a:cubicBezTo>
                  <a:cubicBezTo>
                    <a:pt x="27" y="28"/>
                    <a:pt x="28" y="28"/>
                    <a:pt x="28" y="28"/>
                  </a:cubicBezTo>
                  <a:cubicBezTo>
                    <a:pt x="28" y="28"/>
                    <a:pt x="28" y="28"/>
                    <a:pt x="28" y="28"/>
                  </a:cubicBezTo>
                  <a:cubicBezTo>
                    <a:pt x="28" y="27"/>
                    <a:pt x="29" y="27"/>
                    <a:pt x="29" y="27"/>
                  </a:cubicBezTo>
                  <a:cubicBezTo>
                    <a:pt x="29" y="27"/>
                    <a:pt x="29" y="27"/>
                    <a:pt x="30" y="27"/>
                  </a:cubicBezTo>
                  <a:cubicBezTo>
                    <a:pt x="30" y="26"/>
                    <a:pt x="30" y="26"/>
                    <a:pt x="30" y="26"/>
                  </a:cubicBezTo>
                  <a:cubicBezTo>
                    <a:pt x="31" y="25"/>
                    <a:pt x="31" y="26"/>
                    <a:pt x="32" y="26"/>
                  </a:cubicBezTo>
                  <a:cubicBezTo>
                    <a:pt x="32" y="26"/>
                    <a:pt x="33" y="26"/>
                    <a:pt x="33" y="26"/>
                  </a:cubicBezTo>
                  <a:cubicBezTo>
                    <a:pt x="33" y="26"/>
                    <a:pt x="34" y="26"/>
                    <a:pt x="34" y="26"/>
                  </a:cubicBezTo>
                  <a:cubicBezTo>
                    <a:pt x="35" y="26"/>
                    <a:pt x="35" y="26"/>
                    <a:pt x="36" y="26"/>
                  </a:cubicBezTo>
                  <a:cubicBezTo>
                    <a:pt x="36" y="26"/>
                    <a:pt x="37" y="26"/>
                    <a:pt x="37" y="26"/>
                  </a:cubicBezTo>
                  <a:cubicBezTo>
                    <a:pt x="37" y="26"/>
                    <a:pt x="38" y="26"/>
                    <a:pt x="38" y="26"/>
                  </a:cubicBezTo>
                  <a:cubicBezTo>
                    <a:pt x="38" y="26"/>
                    <a:pt x="38" y="26"/>
                    <a:pt x="38" y="26"/>
                  </a:cubicBezTo>
                  <a:cubicBezTo>
                    <a:pt x="39" y="26"/>
                    <a:pt x="39" y="27"/>
                    <a:pt x="40" y="26"/>
                  </a:cubicBezTo>
                  <a:cubicBezTo>
                    <a:pt x="40" y="25"/>
                    <a:pt x="40" y="25"/>
                    <a:pt x="42" y="25"/>
                  </a:cubicBezTo>
                  <a:cubicBezTo>
                    <a:pt x="42" y="25"/>
                    <a:pt x="43" y="25"/>
                    <a:pt x="44" y="25"/>
                  </a:cubicBezTo>
                  <a:cubicBezTo>
                    <a:pt x="44" y="24"/>
                    <a:pt x="44" y="24"/>
                    <a:pt x="44" y="24"/>
                  </a:cubicBezTo>
                  <a:cubicBezTo>
                    <a:pt x="44" y="23"/>
                    <a:pt x="45" y="23"/>
                    <a:pt x="45" y="23"/>
                  </a:cubicBezTo>
                  <a:cubicBezTo>
                    <a:pt x="45" y="23"/>
                    <a:pt x="44" y="22"/>
                    <a:pt x="45" y="22"/>
                  </a:cubicBezTo>
                  <a:cubicBezTo>
                    <a:pt x="45" y="22"/>
                    <a:pt x="45" y="22"/>
                    <a:pt x="45" y="21"/>
                  </a:cubicBezTo>
                  <a:cubicBezTo>
                    <a:pt x="45" y="21"/>
                    <a:pt x="46" y="21"/>
                    <a:pt x="46" y="21"/>
                  </a:cubicBezTo>
                  <a:cubicBezTo>
                    <a:pt x="46" y="20"/>
                    <a:pt x="46" y="21"/>
                    <a:pt x="47" y="20"/>
                  </a:cubicBezTo>
                  <a:cubicBezTo>
                    <a:pt x="47" y="20"/>
                    <a:pt x="46" y="19"/>
                    <a:pt x="47" y="19"/>
                  </a:cubicBezTo>
                  <a:cubicBezTo>
                    <a:pt x="47" y="18"/>
                    <a:pt x="47" y="18"/>
                    <a:pt x="47" y="18"/>
                  </a:cubicBezTo>
                  <a:cubicBezTo>
                    <a:pt x="47" y="18"/>
                    <a:pt x="48" y="17"/>
                    <a:pt x="48" y="17"/>
                  </a:cubicBezTo>
                  <a:cubicBezTo>
                    <a:pt x="48" y="16"/>
                    <a:pt x="48" y="17"/>
                    <a:pt x="48" y="16"/>
                  </a:cubicBezTo>
                  <a:cubicBezTo>
                    <a:pt x="48" y="16"/>
                    <a:pt x="49" y="16"/>
                    <a:pt x="49" y="15"/>
                  </a:cubicBezTo>
                  <a:cubicBezTo>
                    <a:pt x="49" y="15"/>
                    <a:pt x="49" y="15"/>
                    <a:pt x="49" y="14"/>
                  </a:cubicBezTo>
                  <a:cubicBezTo>
                    <a:pt x="49" y="14"/>
                    <a:pt x="49" y="14"/>
                    <a:pt x="50" y="13"/>
                  </a:cubicBezTo>
                  <a:cubicBezTo>
                    <a:pt x="50" y="13"/>
                    <a:pt x="50" y="13"/>
                    <a:pt x="50" y="13"/>
                  </a:cubicBezTo>
                  <a:cubicBezTo>
                    <a:pt x="51" y="12"/>
                    <a:pt x="50" y="12"/>
                    <a:pt x="50" y="12"/>
                  </a:cubicBezTo>
                  <a:cubicBezTo>
                    <a:pt x="50" y="11"/>
                    <a:pt x="51" y="11"/>
                    <a:pt x="52" y="11"/>
                  </a:cubicBezTo>
                  <a:cubicBezTo>
                    <a:pt x="52" y="10"/>
                    <a:pt x="52" y="10"/>
                    <a:pt x="52" y="10"/>
                  </a:cubicBezTo>
                  <a:cubicBezTo>
                    <a:pt x="52" y="9"/>
                    <a:pt x="53" y="9"/>
                    <a:pt x="53" y="9"/>
                  </a:cubicBezTo>
                  <a:cubicBezTo>
                    <a:pt x="54" y="9"/>
                    <a:pt x="54" y="9"/>
                    <a:pt x="54" y="8"/>
                  </a:cubicBezTo>
                  <a:cubicBezTo>
                    <a:pt x="54" y="8"/>
                    <a:pt x="55" y="9"/>
                    <a:pt x="55" y="9"/>
                  </a:cubicBezTo>
                  <a:cubicBezTo>
                    <a:pt x="56" y="9"/>
                    <a:pt x="56" y="8"/>
                    <a:pt x="56" y="8"/>
                  </a:cubicBezTo>
                  <a:cubicBezTo>
                    <a:pt x="57" y="8"/>
                    <a:pt x="57" y="8"/>
                    <a:pt x="57" y="8"/>
                  </a:cubicBezTo>
                  <a:cubicBezTo>
                    <a:pt x="57" y="7"/>
                    <a:pt x="57" y="7"/>
                    <a:pt x="58" y="7"/>
                  </a:cubicBezTo>
                  <a:cubicBezTo>
                    <a:pt x="57" y="6"/>
                    <a:pt x="58" y="6"/>
                    <a:pt x="57" y="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71" name="Honduras">
              <a:extLst>
                <a:ext uri="{FF2B5EF4-FFF2-40B4-BE49-F238E27FC236}">
                  <a16:creationId xmlns:a16="http://schemas.microsoft.com/office/drawing/2014/main" id="{B76F1037-15C2-0EF8-4BEE-1E87806F43FE}"/>
                </a:ext>
              </a:extLst>
            </p:cNvPr>
            <p:cNvSpPr>
              <a:spLocks noEditPoints="1"/>
            </p:cNvSpPr>
            <p:nvPr/>
          </p:nvSpPr>
          <p:spPr bwMode="auto">
            <a:xfrm>
              <a:off x="2656215" y="3367056"/>
              <a:ext cx="211716" cy="173490"/>
            </a:xfrm>
            <a:custGeom>
              <a:avLst/>
              <a:gdLst/>
              <a:ahLst/>
              <a:cxnLst>
                <a:cxn ang="0">
                  <a:pos x="30" y="11"/>
                </a:cxn>
                <a:cxn ang="0">
                  <a:pos x="36" y="10"/>
                </a:cxn>
                <a:cxn ang="0">
                  <a:pos x="59" y="27"/>
                </a:cxn>
                <a:cxn ang="0">
                  <a:pos x="57" y="27"/>
                </a:cxn>
                <a:cxn ang="0">
                  <a:pos x="56" y="28"/>
                </a:cxn>
                <a:cxn ang="0">
                  <a:pos x="53" y="29"/>
                </a:cxn>
                <a:cxn ang="0">
                  <a:pos x="49" y="30"/>
                </a:cxn>
                <a:cxn ang="0">
                  <a:pos x="47" y="30"/>
                </a:cxn>
                <a:cxn ang="0">
                  <a:pos x="45" y="30"/>
                </a:cxn>
                <a:cxn ang="0">
                  <a:pos x="42" y="30"/>
                </a:cxn>
                <a:cxn ang="0">
                  <a:pos x="41" y="31"/>
                </a:cxn>
                <a:cxn ang="0">
                  <a:pos x="38" y="34"/>
                </a:cxn>
                <a:cxn ang="0">
                  <a:pos x="36" y="37"/>
                </a:cxn>
                <a:cxn ang="0">
                  <a:pos x="33" y="39"/>
                </a:cxn>
                <a:cxn ang="0">
                  <a:pos x="32" y="37"/>
                </a:cxn>
                <a:cxn ang="0">
                  <a:pos x="27" y="40"/>
                </a:cxn>
                <a:cxn ang="0">
                  <a:pos x="24" y="42"/>
                </a:cxn>
                <a:cxn ang="0">
                  <a:pos x="22" y="45"/>
                </a:cxn>
                <a:cxn ang="0">
                  <a:pos x="18" y="49"/>
                </a:cxn>
                <a:cxn ang="0">
                  <a:pos x="17" y="47"/>
                </a:cxn>
                <a:cxn ang="0">
                  <a:pos x="18" y="44"/>
                </a:cxn>
                <a:cxn ang="0">
                  <a:pos x="15" y="43"/>
                </a:cxn>
                <a:cxn ang="0">
                  <a:pos x="14" y="43"/>
                </a:cxn>
                <a:cxn ang="0">
                  <a:pos x="14" y="39"/>
                </a:cxn>
                <a:cxn ang="0">
                  <a:pos x="10" y="38"/>
                </a:cxn>
                <a:cxn ang="0">
                  <a:pos x="8" y="39"/>
                </a:cxn>
                <a:cxn ang="0">
                  <a:pos x="5" y="36"/>
                </a:cxn>
                <a:cxn ang="0">
                  <a:pos x="2" y="33"/>
                </a:cxn>
                <a:cxn ang="0">
                  <a:pos x="1" y="31"/>
                </a:cxn>
                <a:cxn ang="0">
                  <a:pos x="2" y="29"/>
                </a:cxn>
                <a:cxn ang="0">
                  <a:pos x="3" y="25"/>
                </a:cxn>
                <a:cxn ang="0">
                  <a:pos x="12" y="19"/>
                </a:cxn>
                <a:cxn ang="0">
                  <a:pos x="15" y="18"/>
                </a:cxn>
                <a:cxn ang="0">
                  <a:pos x="19" y="16"/>
                </a:cxn>
                <a:cxn ang="0">
                  <a:pos x="23" y="18"/>
                </a:cxn>
                <a:cxn ang="0">
                  <a:pos x="28" y="18"/>
                </a:cxn>
                <a:cxn ang="0">
                  <a:pos x="34" y="17"/>
                </a:cxn>
                <a:cxn ang="0">
                  <a:pos x="36" y="15"/>
                </a:cxn>
                <a:cxn ang="0">
                  <a:pos x="42" y="16"/>
                </a:cxn>
                <a:cxn ang="0">
                  <a:pos x="47" y="17"/>
                </a:cxn>
                <a:cxn ang="0">
                  <a:pos x="49" y="17"/>
                </a:cxn>
                <a:cxn ang="0">
                  <a:pos x="53" y="21"/>
                </a:cxn>
                <a:cxn ang="0">
                  <a:pos x="52" y="21"/>
                </a:cxn>
                <a:cxn ang="0">
                  <a:pos x="51" y="21"/>
                </a:cxn>
                <a:cxn ang="0">
                  <a:pos x="53" y="23"/>
                </a:cxn>
                <a:cxn ang="0">
                  <a:pos x="53" y="22"/>
                </a:cxn>
                <a:cxn ang="0">
                  <a:pos x="54" y="23"/>
                </a:cxn>
                <a:cxn ang="0">
                  <a:pos x="56" y="23"/>
                </a:cxn>
                <a:cxn ang="0">
                  <a:pos x="56" y="24"/>
                </a:cxn>
                <a:cxn ang="0">
                  <a:pos x="56" y="23"/>
                </a:cxn>
                <a:cxn ang="0">
                  <a:pos x="59" y="25"/>
                </a:cxn>
                <a:cxn ang="0">
                  <a:pos x="51" y="21"/>
                </a:cxn>
                <a:cxn ang="0">
                  <a:pos x="51" y="21"/>
                </a:cxn>
                <a:cxn ang="0">
                  <a:pos x="26" y="14"/>
                </a:cxn>
                <a:cxn ang="0">
                  <a:pos x="16" y="45"/>
                </a:cxn>
                <a:cxn ang="0">
                  <a:pos x="15" y="46"/>
                </a:cxn>
                <a:cxn ang="0">
                  <a:pos x="56" y="0"/>
                </a:cxn>
              </a:cxnLst>
              <a:rect l="0" t="0" r="r" b="b"/>
              <a:pathLst>
                <a:path w="60" h="49">
                  <a:moveTo>
                    <a:pt x="30" y="12"/>
                  </a:moveTo>
                  <a:cubicBezTo>
                    <a:pt x="29" y="12"/>
                    <a:pt x="29" y="12"/>
                    <a:pt x="29" y="12"/>
                  </a:cubicBezTo>
                  <a:cubicBezTo>
                    <a:pt x="28" y="12"/>
                    <a:pt x="29" y="11"/>
                    <a:pt x="30" y="11"/>
                  </a:cubicBezTo>
                  <a:cubicBezTo>
                    <a:pt x="31" y="11"/>
                    <a:pt x="32" y="10"/>
                    <a:pt x="33" y="11"/>
                  </a:cubicBezTo>
                  <a:cubicBezTo>
                    <a:pt x="32" y="11"/>
                    <a:pt x="30" y="11"/>
                    <a:pt x="30" y="12"/>
                  </a:cubicBezTo>
                  <a:close/>
                  <a:moveTo>
                    <a:pt x="36" y="10"/>
                  </a:moveTo>
                  <a:cubicBezTo>
                    <a:pt x="36" y="10"/>
                    <a:pt x="35" y="11"/>
                    <a:pt x="35" y="11"/>
                  </a:cubicBezTo>
                  <a:cubicBezTo>
                    <a:pt x="36" y="11"/>
                    <a:pt x="36" y="10"/>
                    <a:pt x="36" y="10"/>
                  </a:cubicBezTo>
                  <a:close/>
                  <a:moveTo>
                    <a:pt x="59" y="27"/>
                  </a:moveTo>
                  <a:cubicBezTo>
                    <a:pt x="59" y="26"/>
                    <a:pt x="59" y="26"/>
                    <a:pt x="58" y="26"/>
                  </a:cubicBezTo>
                  <a:cubicBezTo>
                    <a:pt x="58" y="26"/>
                    <a:pt x="58" y="26"/>
                    <a:pt x="58" y="26"/>
                  </a:cubicBezTo>
                  <a:cubicBezTo>
                    <a:pt x="58" y="26"/>
                    <a:pt x="58" y="27"/>
                    <a:pt x="57" y="27"/>
                  </a:cubicBezTo>
                  <a:cubicBezTo>
                    <a:pt x="57" y="27"/>
                    <a:pt x="57" y="26"/>
                    <a:pt x="57" y="26"/>
                  </a:cubicBezTo>
                  <a:cubicBezTo>
                    <a:pt x="57" y="26"/>
                    <a:pt x="57" y="26"/>
                    <a:pt x="57" y="27"/>
                  </a:cubicBezTo>
                  <a:cubicBezTo>
                    <a:pt x="57" y="27"/>
                    <a:pt x="56" y="28"/>
                    <a:pt x="56" y="28"/>
                  </a:cubicBezTo>
                  <a:cubicBezTo>
                    <a:pt x="55" y="28"/>
                    <a:pt x="55" y="28"/>
                    <a:pt x="55" y="28"/>
                  </a:cubicBezTo>
                  <a:cubicBezTo>
                    <a:pt x="55" y="28"/>
                    <a:pt x="55" y="28"/>
                    <a:pt x="55" y="28"/>
                  </a:cubicBezTo>
                  <a:cubicBezTo>
                    <a:pt x="54" y="28"/>
                    <a:pt x="53" y="29"/>
                    <a:pt x="53" y="29"/>
                  </a:cubicBezTo>
                  <a:cubicBezTo>
                    <a:pt x="52" y="30"/>
                    <a:pt x="51" y="29"/>
                    <a:pt x="51" y="29"/>
                  </a:cubicBezTo>
                  <a:cubicBezTo>
                    <a:pt x="51" y="29"/>
                    <a:pt x="51" y="30"/>
                    <a:pt x="50" y="29"/>
                  </a:cubicBezTo>
                  <a:cubicBezTo>
                    <a:pt x="49" y="28"/>
                    <a:pt x="49" y="30"/>
                    <a:pt x="49" y="30"/>
                  </a:cubicBezTo>
                  <a:cubicBezTo>
                    <a:pt x="49" y="30"/>
                    <a:pt x="48" y="30"/>
                    <a:pt x="48" y="30"/>
                  </a:cubicBezTo>
                  <a:cubicBezTo>
                    <a:pt x="48" y="29"/>
                    <a:pt x="48" y="30"/>
                    <a:pt x="48" y="30"/>
                  </a:cubicBezTo>
                  <a:cubicBezTo>
                    <a:pt x="47" y="31"/>
                    <a:pt x="47" y="31"/>
                    <a:pt x="47" y="30"/>
                  </a:cubicBezTo>
                  <a:cubicBezTo>
                    <a:pt x="47" y="30"/>
                    <a:pt x="47" y="30"/>
                    <a:pt x="47" y="30"/>
                  </a:cubicBezTo>
                  <a:cubicBezTo>
                    <a:pt x="46" y="30"/>
                    <a:pt x="46" y="30"/>
                    <a:pt x="46" y="30"/>
                  </a:cubicBezTo>
                  <a:cubicBezTo>
                    <a:pt x="46" y="30"/>
                    <a:pt x="45" y="30"/>
                    <a:pt x="45" y="30"/>
                  </a:cubicBezTo>
                  <a:cubicBezTo>
                    <a:pt x="44" y="30"/>
                    <a:pt x="45" y="29"/>
                    <a:pt x="44" y="29"/>
                  </a:cubicBezTo>
                  <a:cubicBezTo>
                    <a:pt x="44" y="28"/>
                    <a:pt x="43" y="29"/>
                    <a:pt x="43" y="29"/>
                  </a:cubicBezTo>
                  <a:cubicBezTo>
                    <a:pt x="42" y="29"/>
                    <a:pt x="42" y="30"/>
                    <a:pt x="42" y="30"/>
                  </a:cubicBezTo>
                  <a:cubicBezTo>
                    <a:pt x="42" y="30"/>
                    <a:pt x="42" y="31"/>
                    <a:pt x="42" y="31"/>
                  </a:cubicBezTo>
                  <a:cubicBezTo>
                    <a:pt x="42" y="31"/>
                    <a:pt x="42" y="31"/>
                    <a:pt x="42" y="31"/>
                  </a:cubicBezTo>
                  <a:cubicBezTo>
                    <a:pt x="42" y="31"/>
                    <a:pt x="41" y="32"/>
                    <a:pt x="41" y="31"/>
                  </a:cubicBezTo>
                  <a:cubicBezTo>
                    <a:pt x="41" y="31"/>
                    <a:pt x="40" y="32"/>
                    <a:pt x="40" y="33"/>
                  </a:cubicBezTo>
                  <a:cubicBezTo>
                    <a:pt x="40" y="33"/>
                    <a:pt x="40" y="34"/>
                    <a:pt x="40" y="34"/>
                  </a:cubicBezTo>
                  <a:cubicBezTo>
                    <a:pt x="39" y="34"/>
                    <a:pt x="39" y="34"/>
                    <a:pt x="38" y="34"/>
                  </a:cubicBezTo>
                  <a:cubicBezTo>
                    <a:pt x="38" y="35"/>
                    <a:pt x="38" y="35"/>
                    <a:pt x="37" y="36"/>
                  </a:cubicBezTo>
                  <a:cubicBezTo>
                    <a:pt x="37" y="36"/>
                    <a:pt x="37" y="36"/>
                    <a:pt x="36" y="37"/>
                  </a:cubicBezTo>
                  <a:cubicBezTo>
                    <a:pt x="36" y="37"/>
                    <a:pt x="36" y="37"/>
                    <a:pt x="36" y="37"/>
                  </a:cubicBezTo>
                  <a:cubicBezTo>
                    <a:pt x="35" y="37"/>
                    <a:pt x="35" y="38"/>
                    <a:pt x="34" y="38"/>
                  </a:cubicBezTo>
                  <a:cubicBezTo>
                    <a:pt x="34" y="38"/>
                    <a:pt x="34" y="39"/>
                    <a:pt x="34" y="39"/>
                  </a:cubicBezTo>
                  <a:cubicBezTo>
                    <a:pt x="34" y="39"/>
                    <a:pt x="33" y="39"/>
                    <a:pt x="33" y="39"/>
                  </a:cubicBezTo>
                  <a:cubicBezTo>
                    <a:pt x="33" y="39"/>
                    <a:pt x="33" y="39"/>
                    <a:pt x="33" y="38"/>
                  </a:cubicBezTo>
                  <a:cubicBezTo>
                    <a:pt x="32" y="38"/>
                    <a:pt x="32" y="38"/>
                    <a:pt x="32" y="38"/>
                  </a:cubicBezTo>
                  <a:cubicBezTo>
                    <a:pt x="32" y="38"/>
                    <a:pt x="31" y="38"/>
                    <a:pt x="32" y="37"/>
                  </a:cubicBezTo>
                  <a:cubicBezTo>
                    <a:pt x="32" y="36"/>
                    <a:pt x="30" y="38"/>
                    <a:pt x="30" y="38"/>
                  </a:cubicBezTo>
                  <a:cubicBezTo>
                    <a:pt x="30" y="38"/>
                    <a:pt x="29" y="39"/>
                    <a:pt x="29" y="39"/>
                  </a:cubicBezTo>
                  <a:cubicBezTo>
                    <a:pt x="29" y="40"/>
                    <a:pt x="28" y="40"/>
                    <a:pt x="27" y="40"/>
                  </a:cubicBezTo>
                  <a:cubicBezTo>
                    <a:pt x="27" y="40"/>
                    <a:pt x="27" y="40"/>
                    <a:pt x="26" y="40"/>
                  </a:cubicBezTo>
                  <a:cubicBezTo>
                    <a:pt x="26" y="40"/>
                    <a:pt x="24" y="40"/>
                    <a:pt x="24" y="40"/>
                  </a:cubicBezTo>
                  <a:cubicBezTo>
                    <a:pt x="24" y="41"/>
                    <a:pt x="24" y="41"/>
                    <a:pt x="24" y="42"/>
                  </a:cubicBezTo>
                  <a:cubicBezTo>
                    <a:pt x="24" y="42"/>
                    <a:pt x="24" y="43"/>
                    <a:pt x="24" y="44"/>
                  </a:cubicBezTo>
                  <a:cubicBezTo>
                    <a:pt x="24" y="45"/>
                    <a:pt x="24" y="45"/>
                    <a:pt x="24" y="45"/>
                  </a:cubicBezTo>
                  <a:cubicBezTo>
                    <a:pt x="23" y="46"/>
                    <a:pt x="23" y="45"/>
                    <a:pt x="22" y="45"/>
                  </a:cubicBezTo>
                  <a:cubicBezTo>
                    <a:pt x="22" y="46"/>
                    <a:pt x="22" y="47"/>
                    <a:pt x="21" y="48"/>
                  </a:cubicBezTo>
                  <a:cubicBezTo>
                    <a:pt x="21" y="48"/>
                    <a:pt x="21" y="49"/>
                    <a:pt x="20" y="49"/>
                  </a:cubicBezTo>
                  <a:cubicBezTo>
                    <a:pt x="20" y="48"/>
                    <a:pt x="19" y="48"/>
                    <a:pt x="18" y="49"/>
                  </a:cubicBezTo>
                  <a:cubicBezTo>
                    <a:pt x="18" y="48"/>
                    <a:pt x="18" y="48"/>
                    <a:pt x="18" y="48"/>
                  </a:cubicBezTo>
                  <a:cubicBezTo>
                    <a:pt x="18" y="48"/>
                    <a:pt x="17" y="47"/>
                    <a:pt x="18" y="47"/>
                  </a:cubicBezTo>
                  <a:cubicBezTo>
                    <a:pt x="18" y="47"/>
                    <a:pt x="17" y="47"/>
                    <a:pt x="17" y="47"/>
                  </a:cubicBezTo>
                  <a:cubicBezTo>
                    <a:pt x="17" y="47"/>
                    <a:pt x="17" y="46"/>
                    <a:pt x="17" y="46"/>
                  </a:cubicBezTo>
                  <a:cubicBezTo>
                    <a:pt x="16" y="45"/>
                    <a:pt x="16" y="45"/>
                    <a:pt x="17" y="45"/>
                  </a:cubicBezTo>
                  <a:cubicBezTo>
                    <a:pt x="17" y="45"/>
                    <a:pt x="17" y="44"/>
                    <a:pt x="18" y="44"/>
                  </a:cubicBezTo>
                  <a:cubicBezTo>
                    <a:pt x="18" y="44"/>
                    <a:pt x="17" y="44"/>
                    <a:pt x="17" y="44"/>
                  </a:cubicBezTo>
                  <a:cubicBezTo>
                    <a:pt x="16" y="45"/>
                    <a:pt x="16" y="44"/>
                    <a:pt x="15" y="44"/>
                  </a:cubicBezTo>
                  <a:cubicBezTo>
                    <a:pt x="15" y="44"/>
                    <a:pt x="16" y="43"/>
                    <a:pt x="15" y="43"/>
                  </a:cubicBezTo>
                  <a:cubicBezTo>
                    <a:pt x="15" y="43"/>
                    <a:pt x="15" y="44"/>
                    <a:pt x="15" y="44"/>
                  </a:cubicBezTo>
                  <a:cubicBezTo>
                    <a:pt x="14" y="45"/>
                    <a:pt x="14" y="44"/>
                    <a:pt x="13" y="44"/>
                  </a:cubicBezTo>
                  <a:cubicBezTo>
                    <a:pt x="14" y="44"/>
                    <a:pt x="14" y="44"/>
                    <a:pt x="14" y="43"/>
                  </a:cubicBezTo>
                  <a:cubicBezTo>
                    <a:pt x="15" y="43"/>
                    <a:pt x="14" y="43"/>
                    <a:pt x="14" y="43"/>
                  </a:cubicBezTo>
                  <a:cubicBezTo>
                    <a:pt x="14" y="42"/>
                    <a:pt x="15" y="40"/>
                    <a:pt x="15" y="40"/>
                  </a:cubicBezTo>
                  <a:cubicBezTo>
                    <a:pt x="15" y="39"/>
                    <a:pt x="14" y="39"/>
                    <a:pt x="14" y="39"/>
                  </a:cubicBezTo>
                  <a:cubicBezTo>
                    <a:pt x="14" y="38"/>
                    <a:pt x="14" y="38"/>
                    <a:pt x="14" y="38"/>
                  </a:cubicBezTo>
                  <a:cubicBezTo>
                    <a:pt x="13" y="39"/>
                    <a:pt x="11" y="39"/>
                    <a:pt x="12" y="38"/>
                  </a:cubicBezTo>
                  <a:cubicBezTo>
                    <a:pt x="12" y="37"/>
                    <a:pt x="10" y="37"/>
                    <a:pt x="10" y="38"/>
                  </a:cubicBezTo>
                  <a:cubicBezTo>
                    <a:pt x="10" y="38"/>
                    <a:pt x="10" y="38"/>
                    <a:pt x="10" y="38"/>
                  </a:cubicBezTo>
                  <a:cubicBezTo>
                    <a:pt x="10" y="38"/>
                    <a:pt x="9" y="39"/>
                    <a:pt x="9" y="39"/>
                  </a:cubicBezTo>
                  <a:cubicBezTo>
                    <a:pt x="9" y="39"/>
                    <a:pt x="8" y="39"/>
                    <a:pt x="8" y="39"/>
                  </a:cubicBezTo>
                  <a:cubicBezTo>
                    <a:pt x="7" y="39"/>
                    <a:pt x="7" y="38"/>
                    <a:pt x="7" y="38"/>
                  </a:cubicBezTo>
                  <a:cubicBezTo>
                    <a:pt x="7" y="37"/>
                    <a:pt x="6" y="37"/>
                    <a:pt x="6" y="37"/>
                  </a:cubicBezTo>
                  <a:cubicBezTo>
                    <a:pt x="6" y="37"/>
                    <a:pt x="5" y="36"/>
                    <a:pt x="5" y="36"/>
                  </a:cubicBezTo>
                  <a:cubicBezTo>
                    <a:pt x="5" y="37"/>
                    <a:pt x="4" y="35"/>
                    <a:pt x="4" y="35"/>
                  </a:cubicBezTo>
                  <a:cubicBezTo>
                    <a:pt x="3" y="35"/>
                    <a:pt x="3" y="34"/>
                    <a:pt x="3" y="34"/>
                  </a:cubicBezTo>
                  <a:cubicBezTo>
                    <a:pt x="3" y="33"/>
                    <a:pt x="2" y="34"/>
                    <a:pt x="2" y="33"/>
                  </a:cubicBezTo>
                  <a:cubicBezTo>
                    <a:pt x="2" y="33"/>
                    <a:pt x="2" y="33"/>
                    <a:pt x="2" y="33"/>
                  </a:cubicBezTo>
                  <a:cubicBezTo>
                    <a:pt x="1" y="33"/>
                    <a:pt x="0" y="33"/>
                    <a:pt x="0" y="33"/>
                  </a:cubicBezTo>
                  <a:cubicBezTo>
                    <a:pt x="0" y="32"/>
                    <a:pt x="1" y="31"/>
                    <a:pt x="1" y="31"/>
                  </a:cubicBezTo>
                  <a:cubicBezTo>
                    <a:pt x="2" y="31"/>
                    <a:pt x="2" y="31"/>
                    <a:pt x="2" y="30"/>
                  </a:cubicBezTo>
                  <a:cubicBezTo>
                    <a:pt x="2" y="30"/>
                    <a:pt x="2" y="30"/>
                    <a:pt x="2" y="30"/>
                  </a:cubicBezTo>
                  <a:cubicBezTo>
                    <a:pt x="3" y="29"/>
                    <a:pt x="2" y="30"/>
                    <a:pt x="2" y="29"/>
                  </a:cubicBezTo>
                  <a:cubicBezTo>
                    <a:pt x="2" y="29"/>
                    <a:pt x="2" y="29"/>
                    <a:pt x="2" y="28"/>
                  </a:cubicBezTo>
                  <a:cubicBezTo>
                    <a:pt x="2" y="28"/>
                    <a:pt x="2" y="28"/>
                    <a:pt x="2" y="27"/>
                  </a:cubicBezTo>
                  <a:cubicBezTo>
                    <a:pt x="3" y="27"/>
                    <a:pt x="2" y="26"/>
                    <a:pt x="3" y="25"/>
                  </a:cubicBezTo>
                  <a:cubicBezTo>
                    <a:pt x="4" y="25"/>
                    <a:pt x="5" y="24"/>
                    <a:pt x="6" y="24"/>
                  </a:cubicBezTo>
                  <a:cubicBezTo>
                    <a:pt x="8" y="22"/>
                    <a:pt x="10" y="20"/>
                    <a:pt x="12" y="19"/>
                  </a:cubicBezTo>
                  <a:cubicBezTo>
                    <a:pt x="12" y="19"/>
                    <a:pt x="12" y="19"/>
                    <a:pt x="12" y="19"/>
                  </a:cubicBezTo>
                  <a:cubicBezTo>
                    <a:pt x="13" y="18"/>
                    <a:pt x="13" y="19"/>
                    <a:pt x="13" y="19"/>
                  </a:cubicBezTo>
                  <a:cubicBezTo>
                    <a:pt x="14" y="19"/>
                    <a:pt x="14" y="18"/>
                    <a:pt x="14" y="18"/>
                  </a:cubicBezTo>
                  <a:cubicBezTo>
                    <a:pt x="14" y="18"/>
                    <a:pt x="15" y="18"/>
                    <a:pt x="15" y="18"/>
                  </a:cubicBezTo>
                  <a:cubicBezTo>
                    <a:pt x="16" y="17"/>
                    <a:pt x="15" y="17"/>
                    <a:pt x="16" y="17"/>
                  </a:cubicBezTo>
                  <a:cubicBezTo>
                    <a:pt x="17" y="16"/>
                    <a:pt x="18" y="16"/>
                    <a:pt x="18" y="17"/>
                  </a:cubicBezTo>
                  <a:cubicBezTo>
                    <a:pt x="18" y="16"/>
                    <a:pt x="19" y="16"/>
                    <a:pt x="19" y="16"/>
                  </a:cubicBezTo>
                  <a:cubicBezTo>
                    <a:pt x="18" y="17"/>
                    <a:pt x="19" y="17"/>
                    <a:pt x="19" y="18"/>
                  </a:cubicBezTo>
                  <a:cubicBezTo>
                    <a:pt x="20" y="18"/>
                    <a:pt x="20" y="17"/>
                    <a:pt x="21" y="17"/>
                  </a:cubicBezTo>
                  <a:cubicBezTo>
                    <a:pt x="21" y="17"/>
                    <a:pt x="22" y="17"/>
                    <a:pt x="23" y="18"/>
                  </a:cubicBezTo>
                  <a:cubicBezTo>
                    <a:pt x="24" y="18"/>
                    <a:pt x="25" y="18"/>
                    <a:pt x="25" y="18"/>
                  </a:cubicBezTo>
                  <a:cubicBezTo>
                    <a:pt x="26" y="18"/>
                    <a:pt x="26" y="18"/>
                    <a:pt x="27" y="18"/>
                  </a:cubicBezTo>
                  <a:cubicBezTo>
                    <a:pt x="27" y="18"/>
                    <a:pt x="28" y="18"/>
                    <a:pt x="28" y="18"/>
                  </a:cubicBezTo>
                  <a:cubicBezTo>
                    <a:pt x="29" y="18"/>
                    <a:pt x="29" y="18"/>
                    <a:pt x="30" y="18"/>
                  </a:cubicBezTo>
                  <a:cubicBezTo>
                    <a:pt x="30" y="18"/>
                    <a:pt x="31" y="18"/>
                    <a:pt x="32" y="17"/>
                  </a:cubicBezTo>
                  <a:cubicBezTo>
                    <a:pt x="32" y="17"/>
                    <a:pt x="33" y="17"/>
                    <a:pt x="34" y="17"/>
                  </a:cubicBezTo>
                  <a:cubicBezTo>
                    <a:pt x="34" y="16"/>
                    <a:pt x="35" y="16"/>
                    <a:pt x="35" y="16"/>
                  </a:cubicBezTo>
                  <a:cubicBezTo>
                    <a:pt x="35" y="15"/>
                    <a:pt x="34" y="16"/>
                    <a:pt x="34" y="15"/>
                  </a:cubicBezTo>
                  <a:cubicBezTo>
                    <a:pt x="34" y="15"/>
                    <a:pt x="36" y="15"/>
                    <a:pt x="36" y="15"/>
                  </a:cubicBezTo>
                  <a:cubicBezTo>
                    <a:pt x="36" y="15"/>
                    <a:pt x="37" y="16"/>
                    <a:pt x="37" y="16"/>
                  </a:cubicBezTo>
                  <a:cubicBezTo>
                    <a:pt x="37" y="16"/>
                    <a:pt x="39" y="16"/>
                    <a:pt x="39" y="16"/>
                  </a:cubicBezTo>
                  <a:cubicBezTo>
                    <a:pt x="40" y="17"/>
                    <a:pt x="41" y="17"/>
                    <a:pt x="42" y="16"/>
                  </a:cubicBezTo>
                  <a:cubicBezTo>
                    <a:pt x="43" y="16"/>
                    <a:pt x="43" y="15"/>
                    <a:pt x="44" y="15"/>
                  </a:cubicBezTo>
                  <a:cubicBezTo>
                    <a:pt x="45" y="15"/>
                    <a:pt x="45" y="16"/>
                    <a:pt x="46" y="16"/>
                  </a:cubicBezTo>
                  <a:cubicBezTo>
                    <a:pt x="46" y="16"/>
                    <a:pt x="47" y="17"/>
                    <a:pt x="47" y="17"/>
                  </a:cubicBezTo>
                  <a:cubicBezTo>
                    <a:pt x="47" y="17"/>
                    <a:pt x="47" y="18"/>
                    <a:pt x="48" y="18"/>
                  </a:cubicBezTo>
                  <a:cubicBezTo>
                    <a:pt x="48" y="17"/>
                    <a:pt x="48" y="18"/>
                    <a:pt x="48" y="18"/>
                  </a:cubicBezTo>
                  <a:cubicBezTo>
                    <a:pt x="48" y="18"/>
                    <a:pt x="49" y="17"/>
                    <a:pt x="49" y="17"/>
                  </a:cubicBezTo>
                  <a:cubicBezTo>
                    <a:pt x="49" y="17"/>
                    <a:pt x="48" y="17"/>
                    <a:pt x="48" y="17"/>
                  </a:cubicBezTo>
                  <a:cubicBezTo>
                    <a:pt x="49" y="17"/>
                    <a:pt x="51" y="17"/>
                    <a:pt x="52" y="18"/>
                  </a:cubicBezTo>
                  <a:cubicBezTo>
                    <a:pt x="52" y="19"/>
                    <a:pt x="53" y="20"/>
                    <a:pt x="53" y="21"/>
                  </a:cubicBezTo>
                  <a:cubicBezTo>
                    <a:pt x="54" y="21"/>
                    <a:pt x="55" y="22"/>
                    <a:pt x="55" y="22"/>
                  </a:cubicBezTo>
                  <a:cubicBezTo>
                    <a:pt x="55" y="22"/>
                    <a:pt x="54" y="22"/>
                    <a:pt x="54" y="21"/>
                  </a:cubicBezTo>
                  <a:cubicBezTo>
                    <a:pt x="53" y="20"/>
                    <a:pt x="52" y="21"/>
                    <a:pt x="52" y="21"/>
                  </a:cubicBezTo>
                  <a:cubicBezTo>
                    <a:pt x="52" y="21"/>
                    <a:pt x="52" y="20"/>
                    <a:pt x="52" y="20"/>
                  </a:cubicBezTo>
                  <a:cubicBezTo>
                    <a:pt x="52" y="21"/>
                    <a:pt x="52" y="21"/>
                    <a:pt x="52" y="21"/>
                  </a:cubicBezTo>
                  <a:cubicBezTo>
                    <a:pt x="52" y="21"/>
                    <a:pt x="52" y="21"/>
                    <a:pt x="51" y="21"/>
                  </a:cubicBezTo>
                  <a:cubicBezTo>
                    <a:pt x="52" y="21"/>
                    <a:pt x="52" y="21"/>
                    <a:pt x="52" y="22"/>
                  </a:cubicBezTo>
                  <a:cubicBezTo>
                    <a:pt x="51" y="22"/>
                    <a:pt x="52" y="23"/>
                    <a:pt x="52" y="22"/>
                  </a:cubicBezTo>
                  <a:cubicBezTo>
                    <a:pt x="53" y="23"/>
                    <a:pt x="52" y="23"/>
                    <a:pt x="53" y="23"/>
                  </a:cubicBezTo>
                  <a:cubicBezTo>
                    <a:pt x="52" y="23"/>
                    <a:pt x="53" y="24"/>
                    <a:pt x="54" y="24"/>
                  </a:cubicBezTo>
                  <a:cubicBezTo>
                    <a:pt x="55" y="23"/>
                    <a:pt x="53" y="23"/>
                    <a:pt x="53" y="23"/>
                  </a:cubicBezTo>
                  <a:cubicBezTo>
                    <a:pt x="52" y="22"/>
                    <a:pt x="53" y="22"/>
                    <a:pt x="53" y="22"/>
                  </a:cubicBezTo>
                  <a:cubicBezTo>
                    <a:pt x="53" y="22"/>
                    <a:pt x="54" y="23"/>
                    <a:pt x="54" y="23"/>
                  </a:cubicBezTo>
                  <a:cubicBezTo>
                    <a:pt x="55" y="23"/>
                    <a:pt x="54" y="23"/>
                    <a:pt x="54" y="23"/>
                  </a:cubicBezTo>
                  <a:cubicBezTo>
                    <a:pt x="54" y="23"/>
                    <a:pt x="55" y="23"/>
                    <a:pt x="54" y="23"/>
                  </a:cubicBezTo>
                  <a:cubicBezTo>
                    <a:pt x="55" y="24"/>
                    <a:pt x="55" y="24"/>
                    <a:pt x="55" y="24"/>
                  </a:cubicBezTo>
                  <a:cubicBezTo>
                    <a:pt x="55" y="24"/>
                    <a:pt x="55" y="24"/>
                    <a:pt x="55" y="24"/>
                  </a:cubicBezTo>
                  <a:cubicBezTo>
                    <a:pt x="56" y="24"/>
                    <a:pt x="56" y="23"/>
                    <a:pt x="56" y="23"/>
                  </a:cubicBezTo>
                  <a:cubicBezTo>
                    <a:pt x="56" y="23"/>
                    <a:pt x="57" y="24"/>
                    <a:pt x="57" y="24"/>
                  </a:cubicBezTo>
                  <a:cubicBezTo>
                    <a:pt x="57" y="24"/>
                    <a:pt x="55" y="24"/>
                    <a:pt x="56" y="24"/>
                  </a:cubicBezTo>
                  <a:cubicBezTo>
                    <a:pt x="56" y="24"/>
                    <a:pt x="56" y="24"/>
                    <a:pt x="56" y="24"/>
                  </a:cubicBezTo>
                  <a:cubicBezTo>
                    <a:pt x="56" y="25"/>
                    <a:pt x="57" y="25"/>
                    <a:pt x="57" y="24"/>
                  </a:cubicBezTo>
                  <a:cubicBezTo>
                    <a:pt x="57" y="24"/>
                    <a:pt x="57" y="24"/>
                    <a:pt x="57" y="23"/>
                  </a:cubicBezTo>
                  <a:cubicBezTo>
                    <a:pt x="57" y="23"/>
                    <a:pt x="56" y="23"/>
                    <a:pt x="56" y="23"/>
                  </a:cubicBezTo>
                  <a:cubicBezTo>
                    <a:pt x="56" y="23"/>
                    <a:pt x="55" y="22"/>
                    <a:pt x="55" y="22"/>
                  </a:cubicBezTo>
                  <a:cubicBezTo>
                    <a:pt x="56" y="22"/>
                    <a:pt x="57" y="23"/>
                    <a:pt x="58" y="23"/>
                  </a:cubicBezTo>
                  <a:cubicBezTo>
                    <a:pt x="59" y="24"/>
                    <a:pt x="59" y="24"/>
                    <a:pt x="59" y="25"/>
                  </a:cubicBezTo>
                  <a:cubicBezTo>
                    <a:pt x="59" y="26"/>
                    <a:pt x="60" y="26"/>
                    <a:pt x="60" y="26"/>
                  </a:cubicBezTo>
                  <a:cubicBezTo>
                    <a:pt x="60" y="26"/>
                    <a:pt x="59" y="27"/>
                    <a:pt x="59" y="27"/>
                  </a:cubicBezTo>
                  <a:close/>
                  <a:moveTo>
                    <a:pt x="51" y="21"/>
                  </a:moveTo>
                  <a:cubicBezTo>
                    <a:pt x="51" y="20"/>
                    <a:pt x="51" y="20"/>
                    <a:pt x="51" y="20"/>
                  </a:cubicBezTo>
                  <a:cubicBezTo>
                    <a:pt x="51" y="20"/>
                    <a:pt x="51" y="21"/>
                    <a:pt x="51" y="21"/>
                  </a:cubicBezTo>
                  <a:cubicBezTo>
                    <a:pt x="51" y="21"/>
                    <a:pt x="51" y="21"/>
                    <a:pt x="51" y="21"/>
                  </a:cubicBezTo>
                  <a:close/>
                  <a:moveTo>
                    <a:pt x="26" y="14"/>
                  </a:moveTo>
                  <a:cubicBezTo>
                    <a:pt x="26" y="14"/>
                    <a:pt x="24" y="14"/>
                    <a:pt x="25" y="15"/>
                  </a:cubicBezTo>
                  <a:cubicBezTo>
                    <a:pt x="25" y="15"/>
                    <a:pt x="26" y="14"/>
                    <a:pt x="26" y="14"/>
                  </a:cubicBezTo>
                  <a:close/>
                  <a:moveTo>
                    <a:pt x="16" y="45"/>
                  </a:moveTo>
                  <a:cubicBezTo>
                    <a:pt x="16" y="45"/>
                    <a:pt x="15" y="44"/>
                    <a:pt x="16" y="44"/>
                  </a:cubicBezTo>
                  <a:cubicBezTo>
                    <a:pt x="15" y="44"/>
                    <a:pt x="15" y="45"/>
                    <a:pt x="16" y="45"/>
                  </a:cubicBezTo>
                  <a:close/>
                  <a:moveTo>
                    <a:pt x="15" y="46"/>
                  </a:moveTo>
                  <a:cubicBezTo>
                    <a:pt x="15" y="46"/>
                    <a:pt x="15" y="45"/>
                    <a:pt x="15" y="45"/>
                  </a:cubicBezTo>
                  <a:cubicBezTo>
                    <a:pt x="15" y="45"/>
                    <a:pt x="15" y="45"/>
                    <a:pt x="15" y="46"/>
                  </a:cubicBezTo>
                  <a:close/>
                  <a:moveTo>
                    <a:pt x="56" y="0"/>
                  </a:moveTo>
                  <a:cubicBezTo>
                    <a:pt x="56" y="0"/>
                    <a:pt x="56" y="0"/>
                    <a:pt x="56" y="0"/>
                  </a:cubicBezTo>
                  <a:cubicBezTo>
                    <a:pt x="56" y="0"/>
                    <a:pt x="56" y="0"/>
                    <a:pt x="56" y="0"/>
                  </a:cubicBezTo>
                  <a:cubicBezTo>
                    <a:pt x="56" y="0"/>
                    <a:pt x="56" y="0"/>
                    <a:pt x="56"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72" name="Haiti">
              <a:extLst>
                <a:ext uri="{FF2B5EF4-FFF2-40B4-BE49-F238E27FC236}">
                  <a16:creationId xmlns:a16="http://schemas.microsoft.com/office/drawing/2014/main" id="{95EBA27C-AB66-DCEF-B66B-550237626CDF}"/>
                </a:ext>
              </a:extLst>
            </p:cNvPr>
            <p:cNvSpPr>
              <a:spLocks noEditPoints="1"/>
            </p:cNvSpPr>
            <p:nvPr/>
          </p:nvSpPr>
          <p:spPr bwMode="auto">
            <a:xfrm>
              <a:off x="3179622" y="3260218"/>
              <a:ext cx="98997" cy="82333"/>
            </a:xfrm>
            <a:custGeom>
              <a:avLst/>
              <a:gdLst/>
              <a:ahLst/>
              <a:cxnLst>
                <a:cxn ang="0">
                  <a:pos x="12" y="14"/>
                </a:cxn>
                <a:cxn ang="0">
                  <a:pos x="14" y="13"/>
                </a:cxn>
                <a:cxn ang="0">
                  <a:pos x="16" y="16"/>
                </a:cxn>
                <a:cxn ang="0">
                  <a:pos x="13" y="15"/>
                </a:cxn>
                <a:cxn ang="0">
                  <a:pos x="28" y="11"/>
                </a:cxn>
                <a:cxn ang="0">
                  <a:pos x="28" y="5"/>
                </a:cxn>
                <a:cxn ang="0">
                  <a:pos x="26" y="5"/>
                </a:cxn>
                <a:cxn ang="0">
                  <a:pos x="25" y="5"/>
                </a:cxn>
                <a:cxn ang="0">
                  <a:pos x="23" y="4"/>
                </a:cxn>
                <a:cxn ang="0">
                  <a:pos x="22" y="4"/>
                </a:cxn>
                <a:cxn ang="0">
                  <a:pos x="22" y="4"/>
                </a:cxn>
                <a:cxn ang="0">
                  <a:pos x="19" y="2"/>
                </a:cxn>
                <a:cxn ang="0">
                  <a:pos x="14" y="2"/>
                </a:cxn>
                <a:cxn ang="0">
                  <a:pos x="12" y="3"/>
                </a:cxn>
                <a:cxn ang="0">
                  <a:pos x="13" y="5"/>
                </a:cxn>
                <a:cxn ang="0">
                  <a:pos x="16" y="6"/>
                </a:cxn>
                <a:cxn ang="0">
                  <a:pos x="18" y="7"/>
                </a:cxn>
                <a:cxn ang="0">
                  <a:pos x="17" y="8"/>
                </a:cxn>
                <a:cxn ang="0">
                  <a:pos x="17" y="11"/>
                </a:cxn>
                <a:cxn ang="0">
                  <a:pos x="18" y="13"/>
                </a:cxn>
                <a:cxn ang="0">
                  <a:pos x="21" y="16"/>
                </a:cxn>
                <a:cxn ang="0">
                  <a:pos x="20" y="17"/>
                </a:cxn>
                <a:cxn ang="0">
                  <a:pos x="17" y="19"/>
                </a:cxn>
                <a:cxn ang="0">
                  <a:pos x="13" y="19"/>
                </a:cxn>
                <a:cxn ang="0">
                  <a:pos x="10" y="18"/>
                </a:cxn>
                <a:cxn ang="0">
                  <a:pos x="8" y="17"/>
                </a:cxn>
                <a:cxn ang="0">
                  <a:pos x="7" y="17"/>
                </a:cxn>
                <a:cxn ang="0">
                  <a:pos x="3" y="16"/>
                </a:cxn>
                <a:cxn ang="0">
                  <a:pos x="0" y="18"/>
                </a:cxn>
                <a:cxn ang="0">
                  <a:pos x="1" y="20"/>
                </a:cxn>
                <a:cxn ang="0">
                  <a:pos x="4" y="22"/>
                </a:cxn>
                <a:cxn ang="0">
                  <a:pos x="6" y="23"/>
                </a:cxn>
                <a:cxn ang="0">
                  <a:pos x="8" y="21"/>
                </a:cxn>
                <a:cxn ang="0">
                  <a:pos x="8" y="21"/>
                </a:cxn>
                <a:cxn ang="0">
                  <a:pos x="9" y="21"/>
                </a:cxn>
                <a:cxn ang="0">
                  <a:pos x="10" y="21"/>
                </a:cxn>
                <a:cxn ang="0">
                  <a:pos x="13" y="21"/>
                </a:cxn>
                <a:cxn ang="0">
                  <a:pos x="17" y="21"/>
                </a:cxn>
                <a:cxn ang="0">
                  <a:pos x="19" y="21"/>
                </a:cxn>
                <a:cxn ang="0">
                  <a:pos x="24" y="22"/>
                </a:cxn>
                <a:cxn ang="0">
                  <a:pos x="26" y="21"/>
                </a:cxn>
                <a:cxn ang="0">
                  <a:pos x="24" y="19"/>
                </a:cxn>
                <a:cxn ang="0">
                  <a:pos x="24" y="17"/>
                </a:cxn>
                <a:cxn ang="0">
                  <a:pos x="27" y="15"/>
                </a:cxn>
                <a:cxn ang="0">
                  <a:pos x="27" y="12"/>
                </a:cxn>
                <a:cxn ang="0">
                  <a:pos x="18" y="1"/>
                </a:cxn>
                <a:cxn ang="0">
                  <a:pos x="19" y="1"/>
                </a:cxn>
                <a:cxn ang="0">
                  <a:pos x="7" y="17"/>
                </a:cxn>
                <a:cxn ang="0">
                  <a:pos x="7" y="17"/>
                </a:cxn>
                <a:cxn ang="0">
                  <a:pos x="8" y="23"/>
                </a:cxn>
              </a:cxnLst>
              <a:rect l="0" t="0" r="r" b="b"/>
              <a:pathLst>
                <a:path w="28" h="23">
                  <a:moveTo>
                    <a:pt x="13" y="15"/>
                  </a:moveTo>
                  <a:cubicBezTo>
                    <a:pt x="13" y="14"/>
                    <a:pt x="12" y="14"/>
                    <a:pt x="12" y="14"/>
                  </a:cubicBezTo>
                  <a:cubicBezTo>
                    <a:pt x="12" y="14"/>
                    <a:pt x="12" y="13"/>
                    <a:pt x="12" y="13"/>
                  </a:cubicBezTo>
                  <a:cubicBezTo>
                    <a:pt x="13" y="13"/>
                    <a:pt x="13" y="13"/>
                    <a:pt x="14" y="13"/>
                  </a:cubicBezTo>
                  <a:cubicBezTo>
                    <a:pt x="14" y="13"/>
                    <a:pt x="15" y="14"/>
                    <a:pt x="15" y="14"/>
                  </a:cubicBezTo>
                  <a:cubicBezTo>
                    <a:pt x="15" y="14"/>
                    <a:pt x="17" y="15"/>
                    <a:pt x="16" y="16"/>
                  </a:cubicBezTo>
                  <a:cubicBezTo>
                    <a:pt x="16" y="15"/>
                    <a:pt x="15" y="15"/>
                    <a:pt x="15" y="15"/>
                  </a:cubicBezTo>
                  <a:cubicBezTo>
                    <a:pt x="14" y="15"/>
                    <a:pt x="14" y="15"/>
                    <a:pt x="13" y="15"/>
                  </a:cubicBezTo>
                  <a:close/>
                  <a:moveTo>
                    <a:pt x="27" y="12"/>
                  </a:moveTo>
                  <a:cubicBezTo>
                    <a:pt x="27" y="12"/>
                    <a:pt x="28" y="11"/>
                    <a:pt x="28" y="11"/>
                  </a:cubicBezTo>
                  <a:cubicBezTo>
                    <a:pt x="28" y="10"/>
                    <a:pt x="26" y="9"/>
                    <a:pt x="27" y="9"/>
                  </a:cubicBezTo>
                  <a:cubicBezTo>
                    <a:pt x="28" y="8"/>
                    <a:pt x="28" y="6"/>
                    <a:pt x="28" y="5"/>
                  </a:cubicBezTo>
                  <a:cubicBezTo>
                    <a:pt x="28" y="4"/>
                    <a:pt x="26" y="5"/>
                    <a:pt x="27" y="5"/>
                  </a:cubicBezTo>
                  <a:cubicBezTo>
                    <a:pt x="27" y="5"/>
                    <a:pt x="26" y="5"/>
                    <a:pt x="26" y="5"/>
                  </a:cubicBezTo>
                  <a:cubicBezTo>
                    <a:pt x="26" y="5"/>
                    <a:pt x="27" y="5"/>
                    <a:pt x="26" y="5"/>
                  </a:cubicBezTo>
                  <a:cubicBezTo>
                    <a:pt x="26" y="4"/>
                    <a:pt x="25" y="5"/>
                    <a:pt x="25" y="5"/>
                  </a:cubicBezTo>
                  <a:cubicBezTo>
                    <a:pt x="24" y="5"/>
                    <a:pt x="24" y="4"/>
                    <a:pt x="24" y="4"/>
                  </a:cubicBezTo>
                  <a:cubicBezTo>
                    <a:pt x="24" y="4"/>
                    <a:pt x="23" y="4"/>
                    <a:pt x="23" y="4"/>
                  </a:cubicBezTo>
                  <a:cubicBezTo>
                    <a:pt x="23" y="4"/>
                    <a:pt x="23" y="4"/>
                    <a:pt x="23" y="4"/>
                  </a:cubicBezTo>
                  <a:cubicBezTo>
                    <a:pt x="23" y="4"/>
                    <a:pt x="22" y="4"/>
                    <a:pt x="22" y="4"/>
                  </a:cubicBezTo>
                  <a:cubicBezTo>
                    <a:pt x="22" y="4"/>
                    <a:pt x="22" y="4"/>
                    <a:pt x="22" y="5"/>
                  </a:cubicBezTo>
                  <a:cubicBezTo>
                    <a:pt x="22" y="5"/>
                    <a:pt x="22" y="4"/>
                    <a:pt x="22" y="4"/>
                  </a:cubicBezTo>
                  <a:cubicBezTo>
                    <a:pt x="22" y="4"/>
                    <a:pt x="21" y="4"/>
                    <a:pt x="21" y="3"/>
                  </a:cubicBezTo>
                  <a:cubicBezTo>
                    <a:pt x="20" y="3"/>
                    <a:pt x="19" y="2"/>
                    <a:pt x="19" y="2"/>
                  </a:cubicBezTo>
                  <a:cubicBezTo>
                    <a:pt x="18" y="2"/>
                    <a:pt x="17" y="2"/>
                    <a:pt x="16" y="2"/>
                  </a:cubicBezTo>
                  <a:cubicBezTo>
                    <a:pt x="16" y="3"/>
                    <a:pt x="15" y="2"/>
                    <a:pt x="14" y="2"/>
                  </a:cubicBezTo>
                  <a:cubicBezTo>
                    <a:pt x="14" y="3"/>
                    <a:pt x="13" y="3"/>
                    <a:pt x="12" y="3"/>
                  </a:cubicBezTo>
                  <a:cubicBezTo>
                    <a:pt x="12" y="4"/>
                    <a:pt x="12" y="4"/>
                    <a:pt x="12" y="3"/>
                  </a:cubicBezTo>
                  <a:cubicBezTo>
                    <a:pt x="12" y="4"/>
                    <a:pt x="10" y="5"/>
                    <a:pt x="12" y="6"/>
                  </a:cubicBezTo>
                  <a:cubicBezTo>
                    <a:pt x="12" y="6"/>
                    <a:pt x="13" y="6"/>
                    <a:pt x="13" y="5"/>
                  </a:cubicBezTo>
                  <a:cubicBezTo>
                    <a:pt x="14" y="5"/>
                    <a:pt x="14" y="6"/>
                    <a:pt x="15" y="6"/>
                  </a:cubicBezTo>
                  <a:cubicBezTo>
                    <a:pt x="15" y="6"/>
                    <a:pt x="16" y="6"/>
                    <a:pt x="16" y="6"/>
                  </a:cubicBezTo>
                  <a:cubicBezTo>
                    <a:pt x="16" y="6"/>
                    <a:pt x="17" y="7"/>
                    <a:pt x="17" y="7"/>
                  </a:cubicBezTo>
                  <a:cubicBezTo>
                    <a:pt x="17" y="7"/>
                    <a:pt x="18" y="8"/>
                    <a:pt x="18" y="7"/>
                  </a:cubicBezTo>
                  <a:cubicBezTo>
                    <a:pt x="18" y="7"/>
                    <a:pt x="18" y="8"/>
                    <a:pt x="18" y="8"/>
                  </a:cubicBezTo>
                  <a:cubicBezTo>
                    <a:pt x="18" y="8"/>
                    <a:pt x="18" y="8"/>
                    <a:pt x="17" y="8"/>
                  </a:cubicBezTo>
                  <a:cubicBezTo>
                    <a:pt x="17" y="9"/>
                    <a:pt x="18" y="9"/>
                    <a:pt x="18" y="9"/>
                  </a:cubicBezTo>
                  <a:cubicBezTo>
                    <a:pt x="17" y="9"/>
                    <a:pt x="17" y="10"/>
                    <a:pt x="17" y="11"/>
                  </a:cubicBezTo>
                  <a:cubicBezTo>
                    <a:pt x="18" y="11"/>
                    <a:pt x="18" y="11"/>
                    <a:pt x="17" y="11"/>
                  </a:cubicBezTo>
                  <a:cubicBezTo>
                    <a:pt x="16" y="12"/>
                    <a:pt x="17" y="13"/>
                    <a:pt x="18" y="13"/>
                  </a:cubicBezTo>
                  <a:cubicBezTo>
                    <a:pt x="18" y="14"/>
                    <a:pt x="19" y="15"/>
                    <a:pt x="20" y="15"/>
                  </a:cubicBezTo>
                  <a:cubicBezTo>
                    <a:pt x="20" y="16"/>
                    <a:pt x="21" y="16"/>
                    <a:pt x="21" y="16"/>
                  </a:cubicBezTo>
                  <a:cubicBezTo>
                    <a:pt x="21" y="16"/>
                    <a:pt x="20" y="17"/>
                    <a:pt x="20" y="17"/>
                  </a:cubicBezTo>
                  <a:cubicBezTo>
                    <a:pt x="20" y="18"/>
                    <a:pt x="20" y="17"/>
                    <a:pt x="20" y="17"/>
                  </a:cubicBezTo>
                  <a:cubicBezTo>
                    <a:pt x="19" y="17"/>
                    <a:pt x="18" y="17"/>
                    <a:pt x="18" y="17"/>
                  </a:cubicBezTo>
                  <a:cubicBezTo>
                    <a:pt x="17" y="17"/>
                    <a:pt x="17" y="18"/>
                    <a:pt x="17" y="19"/>
                  </a:cubicBezTo>
                  <a:cubicBezTo>
                    <a:pt x="16" y="19"/>
                    <a:pt x="16" y="19"/>
                    <a:pt x="15" y="19"/>
                  </a:cubicBezTo>
                  <a:cubicBezTo>
                    <a:pt x="14" y="18"/>
                    <a:pt x="14" y="18"/>
                    <a:pt x="13" y="19"/>
                  </a:cubicBezTo>
                  <a:cubicBezTo>
                    <a:pt x="13" y="19"/>
                    <a:pt x="13" y="18"/>
                    <a:pt x="12" y="18"/>
                  </a:cubicBezTo>
                  <a:cubicBezTo>
                    <a:pt x="11" y="18"/>
                    <a:pt x="11" y="18"/>
                    <a:pt x="10" y="18"/>
                  </a:cubicBezTo>
                  <a:cubicBezTo>
                    <a:pt x="9" y="18"/>
                    <a:pt x="9" y="18"/>
                    <a:pt x="8" y="18"/>
                  </a:cubicBezTo>
                  <a:cubicBezTo>
                    <a:pt x="8" y="18"/>
                    <a:pt x="7" y="17"/>
                    <a:pt x="8" y="17"/>
                  </a:cubicBezTo>
                  <a:cubicBezTo>
                    <a:pt x="8" y="17"/>
                    <a:pt x="8" y="18"/>
                    <a:pt x="9" y="17"/>
                  </a:cubicBezTo>
                  <a:cubicBezTo>
                    <a:pt x="9" y="17"/>
                    <a:pt x="7" y="17"/>
                    <a:pt x="7" y="17"/>
                  </a:cubicBezTo>
                  <a:cubicBezTo>
                    <a:pt x="6" y="17"/>
                    <a:pt x="5" y="17"/>
                    <a:pt x="4" y="17"/>
                  </a:cubicBezTo>
                  <a:cubicBezTo>
                    <a:pt x="4" y="16"/>
                    <a:pt x="3" y="16"/>
                    <a:pt x="3" y="16"/>
                  </a:cubicBezTo>
                  <a:cubicBezTo>
                    <a:pt x="2" y="16"/>
                    <a:pt x="1" y="15"/>
                    <a:pt x="1" y="17"/>
                  </a:cubicBezTo>
                  <a:cubicBezTo>
                    <a:pt x="0" y="17"/>
                    <a:pt x="0" y="17"/>
                    <a:pt x="0" y="18"/>
                  </a:cubicBezTo>
                  <a:cubicBezTo>
                    <a:pt x="0" y="19"/>
                    <a:pt x="0" y="19"/>
                    <a:pt x="0" y="19"/>
                  </a:cubicBezTo>
                  <a:cubicBezTo>
                    <a:pt x="0" y="20"/>
                    <a:pt x="1" y="20"/>
                    <a:pt x="1" y="20"/>
                  </a:cubicBezTo>
                  <a:cubicBezTo>
                    <a:pt x="2" y="20"/>
                    <a:pt x="2" y="20"/>
                    <a:pt x="3" y="20"/>
                  </a:cubicBezTo>
                  <a:cubicBezTo>
                    <a:pt x="3" y="21"/>
                    <a:pt x="4" y="21"/>
                    <a:pt x="4" y="22"/>
                  </a:cubicBezTo>
                  <a:cubicBezTo>
                    <a:pt x="4" y="22"/>
                    <a:pt x="5" y="23"/>
                    <a:pt x="5" y="23"/>
                  </a:cubicBezTo>
                  <a:cubicBezTo>
                    <a:pt x="5" y="23"/>
                    <a:pt x="6" y="23"/>
                    <a:pt x="6" y="23"/>
                  </a:cubicBezTo>
                  <a:cubicBezTo>
                    <a:pt x="6" y="22"/>
                    <a:pt x="5" y="22"/>
                    <a:pt x="6" y="22"/>
                  </a:cubicBezTo>
                  <a:cubicBezTo>
                    <a:pt x="6" y="21"/>
                    <a:pt x="7" y="21"/>
                    <a:pt x="8" y="21"/>
                  </a:cubicBezTo>
                  <a:cubicBezTo>
                    <a:pt x="7" y="21"/>
                    <a:pt x="7" y="21"/>
                    <a:pt x="7" y="21"/>
                  </a:cubicBezTo>
                  <a:cubicBezTo>
                    <a:pt x="8" y="21"/>
                    <a:pt x="8" y="21"/>
                    <a:pt x="8" y="21"/>
                  </a:cubicBezTo>
                  <a:cubicBezTo>
                    <a:pt x="8" y="21"/>
                    <a:pt x="8" y="21"/>
                    <a:pt x="8" y="21"/>
                  </a:cubicBezTo>
                  <a:cubicBezTo>
                    <a:pt x="8" y="20"/>
                    <a:pt x="8" y="21"/>
                    <a:pt x="9" y="21"/>
                  </a:cubicBezTo>
                  <a:cubicBezTo>
                    <a:pt x="9" y="21"/>
                    <a:pt x="10" y="20"/>
                    <a:pt x="11" y="21"/>
                  </a:cubicBezTo>
                  <a:cubicBezTo>
                    <a:pt x="11" y="21"/>
                    <a:pt x="10" y="21"/>
                    <a:pt x="10" y="21"/>
                  </a:cubicBezTo>
                  <a:cubicBezTo>
                    <a:pt x="11" y="21"/>
                    <a:pt x="11" y="21"/>
                    <a:pt x="12" y="21"/>
                  </a:cubicBezTo>
                  <a:cubicBezTo>
                    <a:pt x="12" y="21"/>
                    <a:pt x="12" y="21"/>
                    <a:pt x="13" y="21"/>
                  </a:cubicBezTo>
                  <a:cubicBezTo>
                    <a:pt x="13" y="21"/>
                    <a:pt x="14" y="22"/>
                    <a:pt x="15" y="22"/>
                  </a:cubicBezTo>
                  <a:cubicBezTo>
                    <a:pt x="16" y="22"/>
                    <a:pt x="16" y="21"/>
                    <a:pt x="17" y="21"/>
                  </a:cubicBezTo>
                  <a:cubicBezTo>
                    <a:pt x="17" y="22"/>
                    <a:pt x="18" y="22"/>
                    <a:pt x="18" y="21"/>
                  </a:cubicBezTo>
                  <a:cubicBezTo>
                    <a:pt x="18" y="21"/>
                    <a:pt x="18" y="21"/>
                    <a:pt x="19" y="21"/>
                  </a:cubicBezTo>
                  <a:cubicBezTo>
                    <a:pt x="20" y="21"/>
                    <a:pt x="22" y="21"/>
                    <a:pt x="23" y="21"/>
                  </a:cubicBezTo>
                  <a:cubicBezTo>
                    <a:pt x="23" y="21"/>
                    <a:pt x="24" y="21"/>
                    <a:pt x="24" y="22"/>
                  </a:cubicBezTo>
                  <a:cubicBezTo>
                    <a:pt x="25" y="22"/>
                    <a:pt x="25" y="23"/>
                    <a:pt x="25" y="23"/>
                  </a:cubicBezTo>
                  <a:cubicBezTo>
                    <a:pt x="26" y="22"/>
                    <a:pt x="25" y="21"/>
                    <a:pt x="26" y="21"/>
                  </a:cubicBezTo>
                  <a:cubicBezTo>
                    <a:pt x="26" y="20"/>
                    <a:pt x="26" y="20"/>
                    <a:pt x="25" y="19"/>
                  </a:cubicBezTo>
                  <a:cubicBezTo>
                    <a:pt x="25" y="19"/>
                    <a:pt x="25" y="19"/>
                    <a:pt x="24" y="19"/>
                  </a:cubicBezTo>
                  <a:cubicBezTo>
                    <a:pt x="24" y="18"/>
                    <a:pt x="25" y="18"/>
                    <a:pt x="25" y="18"/>
                  </a:cubicBezTo>
                  <a:cubicBezTo>
                    <a:pt x="24" y="18"/>
                    <a:pt x="23" y="17"/>
                    <a:pt x="24" y="17"/>
                  </a:cubicBezTo>
                  <a:cubicBezTo>
                    <a:pt x="24" y="16"/>
                    <a:pt x="25" y="17"/>
                    <a:pt x="25" y="16"/>
                  </a:cubicBezTo>
                  <a:cubicBezTo>
                    <a:pt x="26" y="16"/>
                    <a:pt x="27" y="16"/>
                    <a:pt x="27" y="15"/>
                  </a:cubicBezTo>
                  <a:cubicBezTo>
                    <a:pt x="27" y="14"/>
                    <a:pt x="27" y="12"/>
                    <a:pt x="26" y="13"/>
                  </a:cubicBezTo>
                  <a:cubicBezTo>
                    <a:pt x="26" y="13"/>
                    <a:pt x="26" y="12"/>
                    <a:pt x="27" y="12"/>
                  </a:cubicBezTo>
                  <a:close/>
                  <a:moveTo>
                    <a:pt x="19" y="1"/>
                  </a:moveTo>
                  <a:cubicBezTo>
                    <a:pt x="19" y="1"/>
                    <a:pt x="18" y="1"/>
                    <a:pt x="18" y="1"/>
                  </a:cubicBezTo>
                  <a:cubicBezTo>
                    <a:pt x="17" y="0"/>
                    <a:pt x="16" y="1"/>
                    <a:pt x="17" y="1"/>
                  </a:cubicBezTo>
                  <a:cubicBezTo>
                    <a:pt x="17" y="1"/>
                    <a:pt x="18" y="1"/>
                    <a:pt x="19" y="1"/>
                  </a:cubicBezTo>
                  <a:cubicBezTo>
                    <a:pt x="19" y="2"/>
                    <a:pt x="20" y="1"/>
                    <a:pt x="19" y="1"/>
                  </a:cubicBezTo>
                  <a:close/>
                  <a:moveTo>
                    <a:pt x="7" y="17"/>
                  </a:moveTo>
                  <a:cubicBezTo>
                    <a:pt x="8" y="17"/>
                    <a:pt x="7" y="16"/>
                    <a:pt x="7" y="16"/>
                  </a:cubicBezTo>
                  <a:cubicBezTo>
                    <a:pt x="6" y="17"/>
                    <a:pt x="7" y="17"/>
                    <a:pt x="7" y="17"/>
                  </a:cubicBezTo>
                  <a:close/>
                  <a:moveTo>
                    <a:pt x="7" y="22"/>
                  </a:moveTo>
                  <a:cubicBezTo>
                    <a:pt x="7" y="23"/>
                    <a:pt x="8" y="23"/>
                    <a:pt x="8" y="23"/>
                  </a:cubicBezTo>
                  <a:cubicBezTo>
                    <a:pt x="8" y="22"/>
                    <a:pt x="7" y="22"/>
                    <a:pt x="7" y="2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73" name="Guyana">
              <a:extLst>
                <a:ext uri="{FF2B5EF4-FFF2-40B4-BE49-F238E27FC236}">
                  <a16:creationId xmlns:a16="http://schemas.microsoft.com/office/drawing/2014/main" id="{5093113A-7394-6F7E-A4AC-0ABB718AE19B}"/>
                </a:ext>
              </a:extLst>
            </p:cNvPr>
            <p:cNvSpPr>
              <a:spLocks/>
            </p:cNvSpPr>
            <p:nvPr/>
          </p:nvSpPr>
          <p:spPr bwMode="auto">
            <a:xfrm>
              <a:off x="3587371" y="3711095"/>
              <a:ext cx="165648" cy="290129"/>
            </a:xfrm>
            <a:custGeom>
              <a:avLst/>
              <a:gdLst/>
              <a:ahLst/>
              <a:cxnLst>
                <a:cxn ang="0">
                  <a:pos x="44" y="69"/>
                </a:cxn>
                <a:cxn ang="0">
                  <a:pos x="43" y="68"/>
                </a:cxn>
                <a:cxn ang="0">
                  <a:pos x="41" y="62"/>
                </a:cxn>
                <a:cxn ang="0">
                  <a:pos x="39" y="57"/>
                </a:cxn>
                <a:cxn ang="0">
                  <a:pos x="38" y="57"/>
                </a:cxn>
                <a:cxn ang="0">
                  <a:pos x="35" y="55"/>
                </a:cxn>
                <a:cxn ang="0">
                  <a:pos x="32" y="49"/>
                </a:cxn>
                <a:cxn ang="0">
                  <a:pos x="34" y="44"/>
                </a:cxn>
                <a:cxn ang="0">
                  <a:pos x="35" y="40"/>
                </a:cxn>
                <a:cxn ang="0">
                  <a:pos x="39" y="39"/>
                </a:cxn>
                <a:cxn ang="0">
                  <a:pos x="40" y="38"/>
                </a:cxn>
                <a:cxn ang="0">
                  <a:pos x="40" y="37"/>
                </a:cxn>
                <a:cxn ang="0">
                  <a:pos x="41" y="32"/>
                </a:cxn>
                <a:cxn ang="0">
                  <a:pos x="39" y="25"/>
                </a:cxn>
                <a:cxn ang="0">
                  <a:pos x="34" y="19"/>
                </a:cxn>
                <a:cxn ang="0">
                  <a:pos x="28" y="23"/>
                </a:cxn>
                <a:cxn ang="0">
                  <a:pos x="29" y="18"/>
                </a:cxn>
                <a:cxn ang="0">
                  <a:pos x="27" y="10"/>
                </a:cxn>
                <a:cxn ang="0">
                  <a:pos x="25" y="7"/>
                </a:cxn>
                <a:cxn ang="0">
                  <a:pos x="19" y="2"/>
                </a:cxn>
                <a:cxn ang="0">
                  <a:pos x="18" y="3"/>
                </a:cxn>
                <a:cxn ang="0">
                  <a:pos x="16" y="4"/>
                </a:cxn>
                <a:cxn ang="0">
                  <a:pos x="11" y="8"/>
                </a:cxn>
                <a:cxn ang="0">
                  <a:pos x="9" y="11"/>
                </a:cxn>
                <a:cxn ang="0">
                  <a:pos x="8" y="12"/>
                </a:cxn>
                <a:cxn ang="0">
                  <a:pos x="9" y="14"/>
                </a:cxn>
                <a:cxn ang="0">
                  <a:pos x="12" y="16"/>
                </a:cxn>
                <a:cxn ang="0">
                  <a:pos x="9" y="19"/>
                </a:cxn>
                <a:cxn ang="0">
                  <a:pos x="5" y="20"/>
                </a:cxn>
                <a:cxn ang="0">
                  <a:pos x="3" y="24"/>
                </a:cxn>
                <a:cxn ang="0">
                  <a:pos x="1" y="28"/>
                </a:cxn>
                <a:cxn ang="0">
                  <a:pos x="5" y="35"/>
                </a:cxn>
                <a:cxn ang="0">
                  <a:pos x="9" y="37"/>
                </a:cxn>
                <a:cxn ang="0">
                  <a:pos x="11" y="37"/>
                </a:cxn>
                <a:cxn ang="0">
                  <a:pos x="14" y="38"/>
                </a:cxn>
                <a:cxn ang="0">
                  <a:pos x="13" y="45"/>
                </a:cxn>
                <a:cxn ang="0">
                  <a:pos x="16" y="45"/>
                </a:cxn>
                <a:cxn ang="0">
                  <a:pos x="17" y="49"/>
                </a:cxn>
                <a:cxn ang="0">
                  <a:pos x="18" y="51"/>
                </a:cxn>
                <a:cxn ang="0">
                  <a:pos x="18" y="52"/>
                </a:cxn>
                <a:cxn ang="0">
                  <a:pos x="15" y="55"/>
                </a:cxn>
                <a:cxn ang="0">
                  <a:pos x="14" y="60"/>
                </a:cxn>
                <a:cxn ang="0">
                  <a:pos x="13" y="63"/>
                </a:cxn>
                <a:cxn ang="0">
                  <a:pos x="16" y="70"/>
                </a:cxn>
                <a:cxn ang="0">
                  <a:pos x="16" y="74"/>
                </a:cxn>
                <a:cxn ang="0">
                  <a:pos x="19" y="77"/>
                </a:cxn>
                <a:cxn ang="0">
                  <a:pos x="23" y="80"/>
                </a:cxn>
                <a:cxn ang="0">
                  <a:pos x="26" y="80"/>
                </a:cxn>
                <a:cxn ang="0">
                  <a:pos x="30" y="77"/>
                </a:cxn>
                <a:cxn ang="0">
                  <a:pos x="33" y="76"/>
                </a:cxn>
                <a:cxn ang="0">
                  <a:pos x="37" y="75"/>
                </a:cxn>
                <a:cxn ang="0">
                  <a:pos x="40" y="73"/>
                </a:cxn>
                <a:cxn ang="0">
                  <a:pos x="43" y="73"/>
                </a:cxn>
                <a:cxn ang="0">
                  <a:pos x="47" y="73"/>
                </a:cxn>
              </a:cxnLst>
              <a:rect l="0" t="0" r="r" b="b"/>
              <a:pathLst>
                <a:path w="47" h="82">
                  <a:moveTo>
                    <a:pt x="45" y="72"/>
                  </a:moveTo>
                  <a:cubicBezTo>
                    <a:pt x="45" y="71"/>
                    <a:pt x="44" y="71"/>
                    <a:pt x="44" y="70"/>
                  </a:cubicBezTo>
                  <a:cubicBezTo>
                    <a:pt x="44" y="70"/>
                    <a:pt x="44" y="69"/>
                    <a:pt x="44" y="69"/>
                  </a:cubicBezTo>
                  <a:cubicBezTo>
                    <a:pt x="44" y="69"/>
                    <a:pt x="44" y="69"/>
                    <a:pt x="44" y="69"/>
                  </a:cubicBezTo>
                  <a:cubicBezTo>
                    <a:pt x="43" y="69"/>
                    <a:pt x="44" y="68"/>
                    <a:pt x="43" y="68"/>
                  </a:cubicBezTo>
                  <a:cubicBezTo>
                    <a:pt x="43" y="68"/>
                    <a:pt x="43" y="68"/>
                    <a:pt x="43" y="68"/>
                  </a:cubicBezTo>
                  <a:cubicBezTo>
                    <a:pt x="43" y="67"/>
                    <a:pt x="43" y="67"/>
                    <a:pt x="42" y="66"/>
                  </a:cubicBezTo>
                  <a:cubicBezTo>
                    <a:pt x="42" y="65"/>
                    <a:pt x="42" y="64"/>
                    <a:pt x="41" y="63"/>
                  </a:cubicBezTo>
                  <a:cubicBezTo>
                    <a:pt x="40" y="63"/>
                    <a:pt x="41" y="63"/>
                    <a:pt x="41" y="62"/>
                  </a:cubicBezTo>
                  <a:cubicBezTo>
                    <a:pt x="40" y="62"/>
                    <a:pt x="40" y="61"/>
                    <a:pt x="40" y="61"/>
                  </a:cubicBezTo>
                  <a:cubicBezTo>
                    <a:pt x="40" y="60"/>
                    <a:pt x="40" y="59"/>
                    <a:pt x="40" y="58"/>
                  </a:cubicBezTo>
                  <a:cubicBezTo>
                    <a:pt x="40" y="58"/>
                    <a:pt x="40" y="57"/>
                    <a:pt x="39" y="57"/>
                  </a:cubicBezTo>
                  <a:cubicBezTo>
                    <a:pt x="39" y="57"/>
                    <a:pt x="39" y="57"/>
                    <a:pt x="38" y="57"/>
                  </a:cubicBezTo>
                  <a:cubicBezTo>
                    <a:pt x="38" y="57"/>
                    <a:pt x="38" y="58"/>
                    <a:pt x="38" y="58"/>
                  </a:cubicBezTo>
                  <a:cubicBezTo>
                    <a:pt x="38" y="58"/>
                    <a:pt x="38" y="57"/>
                    <a:pt x="38" y="57"/>
                  </a:cubicBezTo>
                  <a:cubicBezTo>
                    <a:pt x="37" y="57"/>
                    <a:pt x="37" y="58"/>
                    <a:pt x="36" y="57"/>
                  </a:cubicBezTo>
                  <a:cubicBezTo>
                    <a:pt x="36" y="57"/>
                    <a:pt x="36" y="56"/>
                    <a:pt x="36" y="56"/>
                  </a:cubicBezTo>
                  <a:cubicBezTo>
                    <a:pt x="36" y="55"/>
                    <a:pt x="36" y="55"/>
                    <a:pt x="35" y="55"/>
                  </a:cubicBezTo>
                  <a:cubicBezTo>
                    <a:pt x="35" y="54"/>
                    <a:pt x="34" y="54"/>
                    <a:pt x="34" y="53"/>
                  </a:cubicBezTo>
                  <a:cubicBezTo>
                    <a:pt x="34" y="53"/>
                    <a:pt x="34" y="52"/>
                    <a:pt x="34" y="52"/>
                  </a:cubicBezTo>
                  <a:cubicBezTo>
                    <a:pt x="33" y="51"/>
                    <a:pt x="32" y="50"/>
                    <a:pt x="32" y="49"/>
                  </a:cubicBezTo>
                  <a:cubicBezTo>
                    <a:pt x="32" y="48"/>
                    <a:pt x="33" y="48"/>
                    <a:pt x="33" y="47"/>
                  </a:cubicBezTo>
                  <a:cubicBezTo>
                    <a:pt x="34" y="47"/>
                    <a:pt x="33" y="46"/>
                    <a:pt x="34" y="46"/>
                  </a:cubicBezTo>
                  <a:cubicBezTo>
                    <a:pt x="34" y="45"/>
                    <a:pt x="34" y="45"/>
                    <a:pt x="34" y="44"/>
                  </a:cubicBezTo>
                  <a:cubicBezTo>
                    <a:pt x="35" y="44"/>
                    <a:pt x="35" y="43"/>
                    <a:pt x="35" y="43"/>
                  </a:cubicBezTo>
                  <a:cubicBezTo>
                    <a:pt x="35" y="42"/>
                    <a:pt x="33" y="41"/>
                    <a:pt x="35" y="40"/>
                  </a:cubicBezTo>
                  <a:cubicBezTo>
                    <a:pt x="35" y="40"/>
                    <a:pt x="35" y="40"/>
                    <a:pt x="35" y="40"/>
                  </a:cubicBezTo>
                  <a:cubicBezTo>
                    <a:pt x="36" y="40"/>
                    <a:pt x="36" y="40"/>
                    <a:pt x="36" y="40"/>
                  </a:cubicBezTo>
                  <a:cubicBezTo>
                    <a:pt x="36" y="39"/>
                    <a:pt x="37" y="39"/>
                    <a:pt x="37" y="39"/>
                  </a:cubicBezTo>
                  <a:cubicBezTo>
                    <a:pt x="38" y="39"/>
                    <a:pt x="39" y="39"/>
                    <a:pt x="39" y="39"/>
                  </a:cubicBezTo>
                  <a:cubicBezTo>
                    <a:pt x="39" y="39"/>
                    <a:pt x="40" y="39"/>
                    <a:pt x="40" y="39"/>
                  </a:cubicBezTo>
                  <a:cubicBezTo>
                    <a:pt x="40" y="39"/>
                    <a:pt x="40" y="39"/>
                    <a:pt x="40" y="38"/>
                  </a:cubicBezTo>
                  <a:cubicBezTo>
                    <a:pt x="40" y="38"/>
                    <a:pt x="40" y="38"/>
                    <a:pt x="40" y="38"/>
                  </a:cubicBezTo>
                  <a:cubicBezTo>
                    <a:pt x="40" y="37"/>
                    <a:pt x="41" y="38"/>
                    <a:pt x="41" y="38"/>
                  </a:cubicBezTo>
                  <a:cubicBezTo>
                    <a:pt x="41" y="38"/>
                    <a:pt x="41" y="37"/>
                    <a:pt x="41" y="37"/>
                  </a:cubicBezTo>
                  <a:cubicBezTo>
                    <a:pt x="40" y="36"/>
                    <a:pt x="41" y="37"/>
                    <a:pt x="40" y="37"/>
                  </a:cubicBezTo>
                  <a:cubicBezTo>
                    <a:pt x="40" y="37"/>
                    <a:pt x="40" y="36"/>
                    <a:pt x="40" y="36"/>
                  </a:cubicBezTo>
                  <a:cubicBezTo>
                    <a:pt x="40" y="36"/>
                    <a:pt x="41" y="35"/>
                    <a:pt x="41" y="35"/>
                  </a:cubicBezTo>
                  <a:cubicBezTo>
                    <a:pt x="41" y="34"/>
                    <a:pt x="41" y="33"/>
                    <a:pt x="41" y="32"/>
                  </a:cubicBezTo>
                  <a:cubicBezTo>
                    <a:pt x="42" y="31"/>
                    <a:pt x="42" y="31"/>
                    <a:pt x="42" y="30"/>
                  </a:cubicBezTo>
                  <a:cubicBezTo>
                    <a:pt x="42" y="28"/>
                    <a:pt x="42" y="27"/>
                    <a:pt x="41" y="26"/>
                  </a:cubicBezTo>
                  <a:cubicBezTo>
                    <a:pt x="40" y="25"/>
                    <a:pt x="40" y="25"/>
                    <a:pt x="39" y="25"/>
                  </a:cubicBezTo>
                  <a:cubicBezTo>
                    <a:pt x="38" y="24"/>
                    <a:pt x="39" y="25"/>
                    <a:pt x="38" y="25"/>
                  </a:cubicBezTo>
                  <a:cubicBezTo>
                    <a:pt x="38" y="24"/>
                    <a:pt x="37" y="22"/>
                    <a:pt x="36" y="21"/>
                  </a:cubicBezTo>
                  <a:cubicBezTo>
                    <a:pt x="35" y="21"/>
                    <a:pt x="35" y="20"/>
                    <a:pt x="34" y="19"/>
                  </a:cubicBezTo>
                  <a:cubicBezTo>
                    <a:pt x="33" y="19"/>
                    <a:pt x="32" y="19"/>
                    <a:pt x="32" y="19"/>
                  </a:cubicBezTo>
                  <a:cubicBezTo>
                    <a:pt x="31" y="18"/>
                    <a:pt x="29" y="19"/>
                    <a:pt x="29" y="20"/>
                  </a:cubicBezTo>
                  <a:cubicBezTo>
                    <a:pt x="28" y="21"/>
                    <a:pt x="28" y="22"/>
                    <a:pt x="28" y="23"/>
                  </a:cubicBezTo>
                  <a:cubicBezTo>
                    <a:pt x="28" y="24"/>
                    <a:pt x="28" y="24"/>
                    <a:pt x="27" y="24"/>
                  </a:cubicBezTo>
                  <a:cubicBezTo>
                    <a:pt x="28" y="23"/>
                    <a:pt x="28" y="22"/>
                    <a:pt x="28" y="20"/>
                  </a:cubicBezTo>
                  <a:cubicBezTo>
                    <a:pt x="28" y="20"/>
                    <a:pt x="28" y="19"/>
                    <a:pt x="29" y="18"/>
                  </a:cubicBezTo>
                  <a:cubicBezTo>
                    <a:pt x="29" y="18"/>
                    <a:pt x="29" y="17"/>
                    <a:pt x="29" y="17"/>
                  </a:cubicBezTo>
                  <a:cubicBezTo>
                    <a:pt x="30" y="15"/>
                    <a:pt x="30" y="14"/>
                    <a:pt x="29" y="12"/>
                  </a:cubicBezTo>
                  <a:cubicBezTo>
                    <a:pt x="29" y="12"/>
                    <a:pt x="28" y="10"/>
                    <a:pt x="27" y="10"/>
                  </a:cubicBezTo>
                  <a:cubicBezTo>
                    <a:pt x="27" y="11"/>
                    <a:pt x="27" y="11"/>
                    <a:pt x="27" y="11"/>
                  </a:cubicBezTo>
                  <a:cubicBezTo>
                    <a:pt x="27" y="10"/>
                    <a:pt x="27" y="9"/>
                    <a:pt x="26" y="9"/>
                  </a:cubicBezTo>
                  <a:cubicBezTo>
                    <a:pt x="26" y="8"/>
                    <a:pt x="25" y="8"/>
                    <a:pt x="25" y="7"/>
                  </a:cubicBezTo>
                  <a:cubicBezTo>
                    <a:pt x="24" y="7"/>
                    <a:pt x="24" y="6"/>
                    <a:pt x="23" y="6"/>
                  </a:cubicBezTo>
                  <a:cubicBezTo>
                    <a:pt x="22" y="5"/>
                    <a:pt x="22" y="5"/>
                    <a:pt x="21" y="4"/>
                  </a:cubicBezTo>
                  <a:cubicBezTo>
                    <a:pt x="20" y="4"/>
                    <a:pt x="19" y="3"/>
                    <a:pt x="19" y="2"/>
                  </a:cubicBezTo>
                  <a:cubicBezTo>
                    <a:pt x="19" y="2"/>
                    <a:pt x="17" y="2"/>
                    <a:pt x="17" y="2"/>
                  </a:cubicBezTo>
                  <a:cubicBezTo>
                    <a:pt x="18" y="3"/>
                    <a:pt x="20" y="4"/>
                    <a:pt x="21" y="5"/>
                  </a:cubicBezTo>
                  <a:cubicBezTo>
                    <a:pt x="20" y="4"/>
                    <a:pt x="19" y="3"/>
                    <a:pt x="18" y="3"/>
                  </a:cubicBezTo>
                  <a:cubicBezTo>
                    <a:pt x="16" y="2"/>
                    <a:pt x="16" y="1"/>
                    <a:pt x="15" y="0"/>
                  </a:cubicBezTo>
                  <a:cubicBezTo>
                    <a:pt x="16" y="1"/>
                    <a:pt x="16" y="2"/>
                    <a:pt x="17" y="3"/>
                  </a:cubicBezTo>
                  <a:cubicBezTo>
                    <a:pt x="17" y="4"/>
                    <a:pt x="16" y="4"/>
                    <a:pt x="16" y="4"/>
                  </a:cubicBezTo>
                  <a:cubicBezTo>
                    <a:pt x="15" y="5"/>
                    <a:pt x="15" y="6"/>
                    <a:pt x="15" y="6"/>
                  </a:cubicBezTo>
                  <a:cubicBezTo>
                    <a:pt x="14" y="6"/>
                    <a:pt x="13" y="7"/>
                    <a:pt x="12" y="7"/>
                  </a:cubicBezTo>
                  <a:cubicBezTo>
                    <a:pt x="12" y="8"/>
                    <a:pt x="12" y="8"/>
                    <a:pt x="11" y="8"/>
                  </a:cubicBezTo>
                  <a:cubicBezTo>
                    <a:pt x="11" y="8"/>
                    <a:pt x="10" y="8"/>
                    <a:pt x="10" y="8"/>
                  </a:cubicBezTo>
                  <a:cubicBezTo>
                    <a:pt x="9" y="9"/>
                    <a:pt x="9" y="10"/>
                    <a:pt x="9" y="10"/>
                  </a:cubicBezTo>
                  <a:cubicBezTo>
                    <a:pt x="9" y="10"/>
                    <a:pt x="9" y="11"/>
                    <a:pt x="9" y="11"/>
                  </a:cubicBezTo>
                  <a:cubicBezTo>
                    <a:pt x="9" y="11"/>
                    <a:pt x="9" y="11"/>
                    <a:pt x="8" y="11"/>
                  </a:cubicBezTo>
                  <a:cubicBezTo>
                    <a:pt x="8" y="11"/>
                    <a:pt x="8" y="11"/>
                    <a:pt x="8" y="11"/>
                  </a:cubicBezTo>
                  <a:cubicBezTo>
                    <a:pt x="8" y="11"/>
                    <a:pt x="8" y="12"/>
                    <a:pt x="8" y="12"/>
                  </a:cubicBezTo>
                  <a:cubicBezTo>
                    <a:pt x="8" y="12"/>
                    <a:pt x="8" y="12"/>
                    <a:pt x="8" y="12"/>
                  </a:cubicBezTo>
                  <a:cubicBezTo>
                    <a:pt x="8" y="13"/>
                    <a:pt x="8" y="13"/>
                    <a:pt x="9" y="13"/>
                  </a:cubicBezTo>
                  <a:cubicBezTo>
                    <a:pt x="9" y="14"/>
                    <a:pt x="9" y="14"/>
                    <a:pt x="9" y="14"/>
                  </a:cubicBezTo>
                  <a:cubicBezTo>
                    <a:pt x="8" y="15"/>
                    <a:pt x="9" y="15"/>
                    <a:pt x="9" y="16"/>
                  </a:cubicBezTo>
                  <a:cubicBezTo>
                    <a:pt x="10" y="16"/>
                    <a:pt x="10" y="15"/>
                    <a:pt x="10" y="15"/>
                  </a:cubicBezTo>
                  <a:cubicBezTo>
                    <a:pt x="11" y="15"/>
                    <a:pt x="11" y="15"/>
                    <a:pt x="12" y="16"/>
                  </a:cubicBezTo>
                  <a:cubicBezTo>
                    <a:pt x="12" y="16"/>
                    <a:pt x="12" y="17"/>
                    <a:pt x="11" y="17"/>
                  </a:cubicBezTo>
                  <a:cubicBezTo>
                    <a:pt x="11" y="18"/>
                    <a:pt x="11" y="18"/>
                    <a:pt x="11" y="18"/>
                  </a:cubicBezTo>
                  <a:cubicBezTo>
                    <a:pt x="10" y="18"/>
                    <a:pt x="10" y="19"/>
                    <a:pt x="9" y="19"/>
                  </a:cubicBezTo>
                  <a:cubicBezTo>
                    <a:pt x="9" y="19"/>
                    <a:pt x="8" y="20"/>
                    <a:pt x="7" y="20"/>
                  </a:cubicBezTo>
                  <a:cubicBezTo>
                    <a:pt x="7" y="20"/>
                    <a:pt x="6" y="19"/>
                    <a:pt x="6" y="19"/>
                  </a:cubicBezTo>
                  <a:cubicBezTo>
                    <a:pt x="6" y="20"/>
                    <a:pt x="6" y="20"/>
                    <a:pt x="5" y="20"/>
                  </a:cubicBezTo>
                  <a:cubicBezTo>
                    <a:pt x="5" y="20"/>
                    <a:pt x="4" y="20"/>
                    <a:pt x="4" y="21"/>
                  </a:cubicBezTo>
                  <a:cubicBezTo>
                    <a:pt x="3" y="21"/>
                    <a:pt x="3" y="21"/>
                    <a:pt x="3" y="22"/>
                  </a:cubicBezTo>
                  <a:cubicBezTo>
                    <a:pt x="3" y="23"/>
                    <a:pt x="3" y="23"/>
                    <a:pt x="3" y="24"/>
                  </a:cubicBezTo>
                  <a:cubicBezTo>
                    <a:pt x="3" y="25"/>
                    <a:pt x="4" y="25"/>
                    <a:pt x="4" y="26"/>
                  </a:cubicBezTo>
                  <a:cubicBezTo>
                    <a:pt x="4" y="26"/>
                    <a:pt x="3" y="27"/>
                    <a:pt x="2" y="27"/>
                  </a:cubicBezTo>
                  <a:cubicBezTo>
                    <a:pt x="2" y="28"/>
                    <a:pt x="2" y="28"/>
                    <a:pt x="1" y="28"/>
                  </a:cubicBezTo>
                  <a:cubicBezTo>
                    <a:pt x="0" y="29"/>
                    <a:pt x="1" y="30"/>
                    <a:pt x="2" y="30"/>
                  </a:cubicBezTo>
                  <a:cubicBezTo>
                    <a:pt x="2" y="31"/>
                    <a:pt x="3" y="32"/>
                    <a:pt x="4" y="33"/>
                  </a:cubicBezTo>
                  <a:cubicBezTo>
                    <a:pt x="4" y="33"/>
                    <a:pt x="5" y="34"/>
                    <a:pt x="5" y="35"/>
                  </a:cubicBezTo>
                  <a:cubicBezTo>
                    <a:pt x="6" y="35"/>
                    <a:pt x="6" y="37"/>
                    <a:pt x="7" y="37"/>
                  </a:cubicBezTo>
                  <a:cubicBezTo>
                    <a:pt x="7" y="37"/>
                    <a:pt x="8" y="37"/>
                    <a:pt x="8" y="37"/>
                  </a:cubicBezTo>
                  <a:cubicBezTo>
                    <a:pt x="9" y="37"/>
                    <a:pt x="9" y="37"/>
                    <a:pt x="9" y="37"/>
                  </a:cubicBezTo>
                  <a:cubicBezTo>
                    <a:pt x="10" y="37"/>
                    <a:pt x="10" y="37"/>
                    <a:pt x="10" y="37"/>
                  </a:cubicBezTo>
                  <a:cubicBezTo>
                    <a:pt x="10" y="37"/>
                    <a:pt x="10" y="37"/>
                    <a:pt x="11" y="37"/>
                  </a:cubicBezTo>
                  <a:cubicBezTo>
                    <a:pt x="11" y="37"/>
                    <a:pt x="11" y="37"/>
                    <a:pt x="11" y="37"/>
                  </a:cubicBezTo>
                  <a:cubicBezTo>
                    <a:pt x="12" y="36"/>
                    <a:pt x="12" y="36"/>
                    <a:pt x="12" y="36"/>
                  </a:cubicBezTo>
                  <a:cubicBezTo>
                    <a:pt x="12" y="36"/>
                    <a:pt x="12" y="37"/>
                    <a:pt x="13" y="37"/>
                  </a:cubicBezTo>
                  <a:cubicBezTo>
                    <a:pt x="13" y="37"/>
                    <a:pt x="13" y="38"/>
                    <a:pt x="14" y="38"/>
                  </a:cubicBezTo>
                  <a:cubicBezTo>
                    <a:pt x="14" y="39"/>
                    <a:pt x="14" y="39"/>
                    <a:pt x="14" y="40"/>
                  </a:cubicBezTo>
                  <a:cubicBezTo>
                    <a:pt x="14" y="41"/>
                    <a:pt x="14" y="43"/>
                    <a:pt x="13" y="44"/>
                  </a:cubicBezTo>
                  <a:cubicBezTo>
                    <a:pt x="13" y="44"/>
                    <a:pt x="12" y="45"/>
                    <a:pt x="13" y="45"/>
                  </a:cubicBezTo>
                  <a:cubicBezTo>
                    <a:pt x="13" y="45"/>
                    <a:pt x="13" y="45"/>
                    <a:pt x="13" y="45"/>
                  </a:cubicBezTo>
                  <a:cubicBezTo>
                    <a:pt x="14" y="45"/>
                    <a:pt x="14" y="45"/>
                    <a:pt x="15" y="45"/>
                  </a:cubicBezTo>
                  <a:cubicBezTo>
                    <a:pt x="15" y="45"/>
                    <a:pt x="15" y="45"/>
                    <a:pt x="16" y="45"/>
                  </a:cubicBezTo>
                  <a:cubicBezTo>
                    <a:pt x="16" y="45"/>
                    <a:pt x="17" y="46"/>
                    <a:pt x="17" y="46"/>
                  </a:cubicBezTo>
                  <a:cubicBezTo>
                    <a:pt x="17" y="47"/>
                    <a:pt x="16" y="47"/>
                    <a:pt x="16" y="48"/>
                  </a:cubicBezTo>
                  <a:cubicBezTo>
                    <a:pt x="16" y="49"/>
                    <a:pt x="17" y="49"/>
                    <a:pt x="17" y="49"/>
                  </a:cubicBezTo>
                  <a:cubicBezTo>
                    <a:pt x="17" y="49"/>
                    <a:pt x="17" y="49"/>
                    <a:pt x="17" y="50"/>
                  </a:cubicBezTo>
                  <a:cubicBezTo>
                    <a:pt x="17" y="50"/>
                    <a:pt x="17" y="50"/>
                    <a:pt x="18" y="50"/>
                  </a:cubicBezTo>
                  <a:cubicBezTo>
                    <a:pt x="18" y="50"/>
                    <a:pt x="18" y="51"/>
                    <a:pt x="18" y="51"/>
                  </a:cubicBezTo>
                  <a:cubicBezTo>
                    <a:pt x="18" y="51"/>
                    <a:pt x="18" y="51"/>
                    <a:pt x="18" y="51"/>
                  </a:cubicBezTo>
                  <a:cubicBezTo>
                    <a:pt x="18" y="51"/>
                    <a:pt x="18" y="51"/>
                    <a:pt x="18" y="51"/>
                  </a:cubicBezTo>
                  <a:cubicBezTo>
                    <a:pt x="18" y="51"/>
                    <a:pt x="17" y="51"/>
                    <a:pt x="18" y="52"/>
                  </a:cubicBezTo>
                  <a:cubicBezTo>
                    <a:pt x="18" y="52"/>
                    <a:pt x="18" y="52"/>
                    <a:pt x="17" y="53"/>
                  </a:cubicBezTo>
                  <a:cubicBezTo>
                    <a:pt x="17" y="53"/>
                    <a:pt x="17" y="53"/>
                    <a:pt x="17" y="54"/>
                  </a:cubicBezTo>
                  <a:cubicBezTo>
                    <a:pt x="16" y="54"/>
                    <a:pt x="16" y="54"/>
                    <a:pt x="15" y="55"/>
                  </a:cubicBezTo>
                  <a:cubicBezTo>
                    <a:pt x="15" y="55"/>
                    <a:pt x="15" y="56"/>
                    <a:pt x="15" y="56"/>
                  </a:cubicBezTo>
                  <a:cubicBezTo>
                    <a:pt x="15" y="57"/>
                    <a:pt x="15" y="57"/>
                    <a:pt x="15" y="58"/>
                  </a:cubicBezTo>
                  <a:cubicBezTo>
                    <a:pt x="15" y="58"/>
                    <a:pt x="14" y="59"/>
                    <a:pt x="14" y="60"/>
                  </a:cubicBezTo>
                  <a:cubicBezTo>
                    <a:pt x="14" y="60"/>
                    <a:pt x="14" y="60"/>
                    <a:pt x="14" y="61"/>
                  </a:cubicBezTo>
                  <a:cubicBezTo>
                    <a:pt x="14" y="61"/>
                    <a:pt x="14" y="62"/>
                    <a:pt x="14" y="62"/>
                  </a:cubicBezTo>
                  <a:cubicBezTo>
                    <a:pt x="13" y="62"/>
                    <a:pt x="13" y="63"/>
                    <a:pt x="13" y="63"/>
                  </a:cubicBezTo>
                  <a:cubicBezTo>
                    <a:pt x="13" y="64"/>
                    <a:pt x="14" y="65"/>
                    <a:pt x="14" y="66"/>
                  </a:cubicBezTo>
                  <a:cubicBezTo>
                    <a:pt x="14" y="67"/>
                    <a:pt x="14" y="68"/>
                    <a:pt x="15" y="69"/>
                  </a:cubicBezTo>
                  <a:cubicBezTo>
                    <a:pt x="16" y="69"/>
                    <a:pt x="16" y="70"/>
                    <a:pt x="16" y="70"/>
                  </a:cubicBezTo>
                  <a:cubicBezTo>
                    <a:pt x="16" y="71"/>
                    <a:pt x="16" y="71"/>
                    <a:pt x="16" y="72"/>
                  </a:cubicBezTo>
                  <a:cubicBezTo>
                    <a:pt x="16" y="72"/>
                    <a:pt x="16" y="72"/>
                    <a:pt x="16" y="73"/>
                  </a:cubicBezTo>
                  <a:cubicBezTo>
                    <a:pt x="15" y="73"/>
                    <a:pt x="15" y="74"/>
                    <a:pt x="16" y="74"/>
                  </a:cubicBezTo>
                  <a:cubicBezTo>
                    <a:pt x="17" y="74"/>
                    <a:pt x="17" y="74"/>
                    <a:pt x="16" y="75"/>
                  </a:cubicBezTo>
                  <a:cubicBezTo>
                    <a:pt x="16" y="76"/>
                    <a:pt x="17" y="75"/>
                    <a:pt x="18" y="75"/>
                  </a:cubicBezTo>
                  <a:cubicBezTo>
                    <a:pt x="18" y="76"/>
                    <a:pt x="18" y="76"/>
                    <a:pt x="19" y="77"/>
                  </a:cubicBezTo>
                  <a:cubicBezTo>
                    <a:pt x="19" y="77"/>
                    <a:pt x="20" y="77"/>
                    <a:pt x="20" y="78"/>
                  </a:cubicBezTo>
                  <a:cubicBezTo>
                    <a:pt x="20" y="79"/>
                    <a:pt x="20" y="79"/>
                    <a:pt x="21" y="79"/>
                  </a:cubicBezTo>
                  <a:cubicBezTo>
                    <a:pt x="22" y="80"/>
                    <a:pt x="22" y="79"/>
                    <a:pt x="23" y="80"/>
                  </a:cubicBezTo>
                  <a:cubicBezTo>
                    <a:pt x="24" y="80"/>
                    <a:pt x="24" y="81"/>
                    <a:pt x="24" y="81"/>
                  </a:cubicBezTo>
                  <a:cubicBezTo>
                    <a:pt x="24" y="82"/>
                    <a:pt x="25" y="81"/>
                    <a:pt x="25" y="81"/>
                  </a:cubicBezTo>
                  <a:cubicBezTo>
                    <a:pt x="26" y="80"/>
                    <a:pt x="26" y="80"/>
                    <a:pt x="26" y="80"/>
                  </a:cubicBezTo>
                  <a:cubicBezTo>
                    <a:pt x="28" y="80"/>
                    <a:pt x="28" y="80"/>
                    <a:pt x="28" y="79"/>
                  </a:cubicBezTo>
                  <a:cubicBezTo>
                    <a:pt x="27" y="78"/>
                    <a:pt x="28" y="78"/>
                    <a:pt x="29" y="78"/>
                  </a:cubicBezTo>
                  <a:cubicBezTo>
                    <a:pt x="29" y="78"/>
                    <a:pt x="29" y="77"/>
                    <a:pt x="30" y="77"/>
                  </a:cubicBezTo>
                  <a:cubicBezTo>
                    <a:pt x="30" y="77"/>
                    <a:pt x="30" y="77"/>
                    <a:pt x="31" y="77"/>
                  </a:cubicBezTo>
                  <a:cubicBezTo>
                    <a:pt x="31" y="77"/>
                    <a:pt x="31" y="77"/>
                    <a:pt x="32" y="78"/>
                  </a:cubicBezTo>
                  <a:cubicBezTo>
                    <a:pt x="33" y="78"/>
                    <a:pt x="32" y="76"/>
                    <a:pt x="33" y="76"/>
                  </a:cubicBezTo>
                  <a:cubicBezTo>
                    <a:pt x="33" y="76"/>
                    <a:pt x="34" y="76"/>
                    <a:pt x="34" y="76"/>
                  </a:cubicBezTo>
                  <a:cubicBezTo>
                    <a:pt x="35" y="75"/>
                    <a:pt x="35" y="75"/>
                    <a:pt x="36" y="76"/>
                  </a:cubicBezTo>
                  <a:cubicBezTo>
                    <a:pt x="36" y="76"/>
                    <a:pt x="37" y="75"/>
                    <a:pt x="37" y="75"/>
                  </a:cubicBezTo>
                  <a:cubicBezTo>
                    <a:pt x="38" y="75"/>
                    <a:pt x="38" y="74"/>
                    <a:pt x="38" y="74"/>
                  </a:cubicBezTo>
                  <a:cubicBezTo>
                    <a:pt x="38" y="73"/>
                    <a:pt x="39" y="73"/>
                    <a:pt x="39" y="73"/>
                  </a:cubicBezTo>
                  <a:cubicBezTo>
                    <a:pt x="40" y="72"/>
                    <a:pt x="40" y="73"/>
                    <a:pt x="40" y="73"/>
                  </a:cubicBezTo>
                  <a:cubicBezTo>
                    <a:pt x="40" y="73"/>
                    <a:pt x="41" y="72"/>
                    <a:pt x="41" y="72"/>
                  </a:cubicBezTo>
                  <a:cubicBezTo>
                    <a:pt x="42" y="72"/>
                    <a:pt x="42" y="73"/>
                    <a:pt x="42" y="73"/>
                  </a:cubicBezTo>
                  <a:cubicBezTo>
                    <a:pt x="42" y="73"/>
                    <a:pt x="43" y="73"/>
                    <a:pt x="43" y="73"/>
                  </a:cubicBezTo>
                  <a:cubicBezTo>
                    <a:pt x="44" y="74"/>
                    <a:pt x="44" y="74"/>
                    <a:pt x="45" y="73"/>
                  </a:cubicBezTo>
                  <a:cubicBezTo>
                    <a:pt x="45" y="73"/>
                    <a:pt x="46" y="73"/>
                    <a:pt x="46" y="73"/>
                  </a:cubicBezTo>
                  <a:cubicBezTo>
                    <a:pt x="47" y="73"/>
                    <a:pt x="47" y="73"/>
                    <a:pt x="47" y="73"/>
                  </a:cubicBezTo>
                  <a:cubicBezTo>
                    <a:pt x="47" y="72"/>
                    <a:pt x="46" y="72"/>
                    <a:pt x="45" y="7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74" name="Guinea Bissou">
              <a:extLst>
                <a:ext uri="{FF2B5EF4-FFF2-40B4-BE49-F238E27FC236}">
                  <a16:creationId xmlns:a16="http://schemas.microsoft.com/office/drawing/2014/main" id="{105CDEF9-7D09-0DB5-8D20-1376AEBC8D0D}"/>
                </a:ext>
              </a:extLst>
            </p:cNvPr>
            <p:cNvSpPr>
              <a:spLocks noEditPoints="1"/>
            </p:cNvSpPr>
            <p:nvPr/>
          </p:nvSpPr>
          <p:spPr bwMode="auto">
            <a:xfrm>
              <a:off x="5127208" y="3551327"/>
              <a:ext cx="105857" cy="70572"/>
            </a:xfrm>
            <a:custGeom>
              <a:avLst/>
              <a:gdLst/>
              <a:ahLst/>
              <a:cxnLst>
                <a:cxn ang="0">
                  <a:pos x="28" y="5"/>
                </a:cxn>
                <a:cxn ang="0">
                  <a:pos x="28" y="7"/>
                </a:cxn>
                <a:cxn ang="0">
                  <a:pos x="27" y="11"/>
                </a:cxn>
                <a:cxn ang="0">
                  <a:pos x="22" y="12"/>
                </a:cxn>
                <a:cxn ang="0">
                  <a:pos x="18" y="15"/>
                </a:cxn>
                <a:cxn ang="0">
                  <a:pos x="14" y="17"/>
                </a:cxn>
                <a:cxn ang="0">
                  <a:pos x="12" y="15"/>
                </a:cxn>
                <a:cxn ang="0">
                  <a:pos x="14" y="14"/>
                </a:cxn>
                <a:cxn ang="0">
                  <a:pos x="11" y="15"/>
                </a:cxn>
                <a:cxn ang="0">
                  <a:pos x="13" y="13"/>
                </a:cxn>
                <a:cxn ang="0">
                  <a:pos x="13" y="12"/>
                </a:cxn>
                <a:cxn ang="0">
                  <a:pos x="14" y="12"/>
                </a:cxn>
                <a:cxn ang="0">
                  <a:pos x="15" y="12"/>
                </a:cxn>
                <a:cxn ang="0">
                  <a:pos x="15" y="11"/>
                </a:cxn>
                <a:cxn ang="0">
                  <a:pos x="14" y="10"/>
                </a:cxn>
                <a:cxn ang="0">
                  <a:pos x="13" y="11"/>
                </a:cxn>
                <a:cxn ang="0">
                  <a:pos x="13" y="12"/>
                </a:cxn>
                <a:cxn ang="0">
                  <a:pos x="12" y="12"/>
                </a:cxn>
                <a:cxn ang="0">
                  <a:pos x="11" y="11"/>
                </a:cxn>
                <a:cxn ang="0">
                  <a:pos x="16" y="9"/>
                </a:cxn>
                <a:cxn ang="0">
                  <a:pos x="15" y="8"/>
                </a:cxn>
                <a:cxn ang="0">
                  <a:pos x="8" y="10"/>
                </a:cxn>
                <a:cxn ang="0">
                  <a:pos x="8" y="8"/>
                </a:cxn>
                <a:cxn ang="0">
                  <a:pos x="7" y="8"/>
                </a:cxn>
                <a:cxn ang="0">
                  <a:pos x="3" y="6"/>
                </a:cxn>
                <a:cxn ang="0">
                  <a:pos x="6" y="4"/>
                </a:cxn>
                <a:cxn ang="0">
                  <a:pos x="4" y="4"/>
                </a:cxn>
                <a:cxn ang="0">
                  <a:pos x="0" y="4"/>
                </a:cxn>
                <a:cxn ang="0">
                  <a:pos x="7" y="3"/>
                </a:cxn>
                <a:cxn ang="0">
                  <a:pos x="18" y="0"/>
                </a:cxn>
                <a:cxn ang="0">
                  <a:pos x="6" y="9"/>
                </a:cxn>
                <a:cxn ang="0">
                  <a:pos x="7" y="12"/>
                </a:cxn>
                <a:cxn ang="0">
                  <a:pos x="7" y="12"/>
                </a:cxn>
                <a:cxn ang="0">
                  <a:pos x="10" y="13"/>
                </a:cxn>
                <a:cxn ang="0">
                  <a:pos x="4" y="15"/>
                </a:cxn>
                <a:cxn ang="0">
                  <a:pos x="4" y="15"/>
                </a:cxn>
                <a:cxn ang="0">
                  <a:pos x="6" y="16"/>
                </a:cxn>
                <a:cxn ang="0">
                  <a:pos x="7" y="17"/>
                </a:cxn>
                <a:cxn ang="0">
                  <a:pos x="3" y="13"/>
                </a:cxn>
                <a:cxn ang="0">
                  <a:pos x="6" y="13"/>
                </a:cxn>
                <a:cxn ang="0">
                  <a:pos x="7" y="17"/>
                </a:cxn>
                <a:cxn ang="0">
                  <a:pos x="7" y="18"/>
                </a:cxn>
                <a:cxn ang="0">
                  <a:pos x="4" y="17"/>
                </a:cxn>
                <a:cxn ang="0">
                  <a:pos x="6" y="18"/>
                </a:cxn>
                <a:cxn ang="0">
                  <a:pos x="9" y="15"/>
                </a:cxn>
                <a:cxn ang="0">
                  <a:pos x="9" y="16"/>
                </a:cxn>
                <a:cxn ang="0">
                  <a:pos x="7" y="9"/>
                </a:cxn>
                <a:cxn ang="0">
                  <a:pos x="6" y="10"/>
                </a:cxn>
                <a:cxn ang="0">
                  <a:pos x="7" y="13"/>
                </a:cxn>
              </a:cxnLst>
              <a:rect l="0" t="0" r="r" b="b"/>
              <a:pathLst>
                <a:path w="30" h="20">
                  <a:moveTo>
                    <a:pt x="29" y="3"/>
                  </a:moveTo>
                  <a:cubicBezTo>
                    <a:pt x="29" y="3"/>
                    <a:pt x="29" y="4"/>
                    <a:pt x="29" y="4"/>
                  </a:cubicBezTo>
                  <a:cubicBezTo>
                    <a:pt x="29" y="5"/>
                    <a:pt x="28" y="5"/>
                    <a:pt x="28" y="5"/>
                  </a:cubicBezTo>
                  <a:cubicBezTo>
                    <a:pt x="28" y="4"/>
                    <a:pt x="25" y="5"/>
                    <a:pt x="27" y="6"/>
                  </a:cubicBezTo>
                  <a:cubicBezTo>
                    <a:pt x="27" y="6"/>
                    <a:pt x="27" y="6"/>
                    <a:pt x="27" y="6"/>
                  </a:cubicBezTo>
                  <a:cubicBezTo>
                    <a:pt x="28" y="6"/>
                    <a:pt x="28" y="7"/>
                    <a:pt x="28" y="7"/>
                  </a:cubicBezTo>
                  <a:cubicBezTo>
                    <a:pt x="29" y="7"/>
                    <a:pt x="29" y="7"/>
                    <a:pt x="29" y="8"/>
                  </a:cubicBezTo>
                  <a:cubicBezTo>
                    <a:pt x="29" y="8"/>
                    <a:pt x="29" y="12"/>
                    <a:pt x="28" y="11"/>
                  </a:cubicBezTo>
                  <a:cubicBezTo>
                    <a:pt x="27" y="10"/>
                    <a:pt x="28" y="10"/>
                    <a:pt x="27" y="11"/>
                  </a:cubicBezTo>
                  <a:cubicBezTo>
                    <a:pt x="27" y="11"/>
                    <a:pt x="26" y="11"/>
                    <a:pt x="25" y="11"/>
                  </a:cubicBezTo>
                  <a:cubicBezTo>
                    <a:pt x="25" y="11"/>
                    <a:pt x="24" y="11"/>
                    <a:pt x="23" y="11"/>
                  </a:cubicBezTo>
                  <a:cubicBezTo>
                    <a:pt x="23" y="12"/>
                    <a:pt x="22" y="12"/>
                    <a:pt x="22" y="12"/>
                  </a:cubicBezTo>
                  <a:cubicBezTo>
                    <a:pt x="22" y="12"/>
                    <a:pt x="21" y="13"/>
                    <a:pt x="21" y="13"/>
                  </a:cubicBezTo>
                  <a:cubicBezTo>
                    <a:pt x="20" y="13"/>
                    <a:pt x="20" y="13"/>
                    <a:pt x="19" y="13"/>
                  </a:cubicBezTo>
                  <a:cubicBezTo>
                    <a:pt x="19" y="13"/>
                    <a:pt x="18" y="15"/>
                    <a:pt x="18" y="15"/>
                  </a:cubicBezTo>
                  <a:cubicBezTo>
                    <a:pt x="17" y="17"/>
                    <a:pt x="17" y="18"/>
                    <a:pt x="16" y="19"/>
                  </a:cubicBezTo>
                  <a:cubicBezTo>
                    <a:pt x="14" y="20"/>
                    <a:pt x="16" y="17"/>
                    <a:pt x="16" y="17"/>
                  </a:cubicBezTo>
                  <a:cubicBezTo>
                    <a:pt x="16" y="17"/>
                    <a:pt x="14" y="18"/>
                    <a:pt x="14" y="17"/>
                  </a:cubicBezTo>
                  <a:cubicBezTo>
                    <a:pt x="14" y="17"/>
                    <a:pt x="14" y="16"/>
                    <a:pt x="14" y="16"/>
                  </a:cubicBezTo>
                  <a:cubicBezTo>
                    <a:pt x="14" y="16"/>
                    <a:pt x="15" y="16"/>
                    <a:pt x="14" y="16"/>
                  </a:cubicBezTo>
                  <a:cubicBezTo>
                    <a:pt x="14" y="16"/>
                    <a:pt x="12" y="16"/>
                    <a:pt x="12" y="15"/>
                  </a:cubicBezTo>
                  <a:cubicBezTo>
                    <a:pt x="12" y="15"/>
                    <a:pt x="12" y="14"/>
                    <a:pt x="13" y="14"/>
                  </a:cubicBezTo>
                  <a:cubicBezTo>
                    <a:pt x="13" y="14"/>
                    <a:pt x="13" y="14"/>
                    <a:pt x="13" y="14"/>
                  </a:cubicBezTo>
                  <a:cubicBezTo>
                    <a:pt x="13" y="14"/>
                    <a:pt x="14" y="14"/>
                    <a:pt x="14" y="14"/>
                  </a:cubicBezTo>
                  <a:cubicBezTo>
                    <a:pt x="14" y="14"/>
                    <a:pt x="13" y="14"/>
                    <a:pt x="13" y="14"/>
                  </a:cubicBezTo>
                  <a:cubicBezTo>
                    <a:pt x="13" y="14"/>
                    <a:pt x="13" y="13"/>
                    <a:pt x="13" y="13"/>
                  </a:cubicBezTo>
                  <a:cubicBezTo>
                    <a:pt x="13" y="14"/>
                    <a:pt x="12" y="15"/>
                    <a:pt x="11" y="15"/>
                  </a:cubicBezTo>
                  <a:cubicBezTo>
                    <a:pt x="11" y="15"/>
                    <a:pt x="12" y="13"/>
                    <a:pt x="12" y="13"/>
                  </a:cubicBezTo>
                  <a:cubicBezTo>
                    <a:pt x="12" y="13"/>
                    <a:pt x="12" y="13"/>
                    <a:pt x="12" y="13"/>
                  </a:cubicBezTo>
                  <a:cubicBezTo>
                    <a:pt x="12" y="13"/>
                    <a:pt x="12" y="12"/>
                    <a:pt x="13" y="13"/>
                  </a:cubicBezTo>
                  <a:cubicBezTo>
                    <a:pt x="13" y="12"/>
                    <a:pt x="13" y="12"/>
                    <a:pt x="13" y="12"/>
                  </a:cubicBezTo>
                  <a:cubicBezTo>
                    <a:pt x="13" y="12"/>
                    <a:pt x="13" y="12"/>
                    <a:pt x="13" y="12"/>
                  </a:cubicBezTo>
                  <a:cubicBezTo>
                    <a:pt x="14" y="12"/>
                    <a:pt x="13" y="12"/>
                    <a:pt x="13" y="12"/>
                  </a:cubicBezTo>
                  <a:cubicBezTo>
                    <a:pt x="13" y="12"/>
                    <a:pt x="14" y="12"/>
                    <a:pt x="14" y="12"/>
                  </a:cubicBezTo>
                  <a:cubicBezTo>
                    <a:pt x="14" y="12"/>
                    <a:pt x="14" y="12"/>
                    <a:pt x="14" y="12"/>
                  </a:cubicBezTo>
                  <a:cubicBezTo>
                    <a:pt x="14" y="11"/>
                    <a:pt x="14" y="12"/>
                    <a:pt x="14" y="12"/>
                  </a:cubicBezTo>
                  <a:cubicBezTo>
                    <a:pt x="14" y="12"/>
                    <a:pt x="14" y="11"/>
                    <a:pt x="14" y="11"/>
                  </a:cubicBezTo>
                  <a:cubicBezTo>
                    <a:pt x="15" y="11"/>
                    <a:pt x="15" y="12"/>
                    <a:pt x="15" y="12"/>
                  </a:cubicBezTo>
                  <a:cubicBezTo>
                    <a:pt x="16" y="12"/>
                    <a:pt x="15" y="12"/>
                    <a:pt x="15" y="12"/>
                  </a:cubicBezTo>
                  <a:cubicBezTo>
                    <a:pt x="15" y="12"/>
                    <a:pt x="16" y="12"/>
                    <a:pt x="16" y="12"/>
                  </a:cubicBezTo>
                  <a:cubicBezTo>
                    <a:pt x="16" y="12"/>
                    <a:pt x="16" y="12"/>
                    <a:pt x="16" y="11"/>
                  </a:cubicBezTo>
                  <a:cubicBezTo>
                    <a:pt x="16" y="11"/>
                    <a:pt x="15" y="11"/>
                    <a:pt x="15" y="11"/>
                  </a:cubicBezTo>
                  <a:cubicBezTo>
                    <a:pt x="15" y="11"/>
                    <a:pt x="14" y="11"/>
                    <a:pt x="15" y="11"/>
                  </a:cubicBezTo>
                  <a:cubicBezTo>
                    <a:pt x="15" y="11"/>
                    <a:pt x="14" y="11"/>
                    <a:pt x="14" y="11"/>
                  </a:cubicBezTo>
                  <a:cubicBezTo>
                    <a:pt x="14" y="11"/>
                    <a:pt x="14" y="10"/>
                    <a:pt x="14" y="10"/>
                  </a:cubicBezTo>
                  <a:cubicBezTo>
                    <a:pt x="14" y="10"/>
                    <a:pt x="14" y="11"/>
                    <a:pt x="14" y="11"/>
                  </a:cubicBezTo>
                  <a:cubicBezTo>
                    <a:pt x="14" y="11"/>
                    <a:pt x="14" y="10"/>
                    <a:pt x="14" y="10"/>
                  </a:cubicBezTo>
                  <a:cubicBezTo>
                    <a:pt x="14" y="11"/>
                    <a:pt x="13" y="10"/>
                    <a:pt x="13" y="11"/>
                  </a:cubicBezTo>
                  <a:cubicBezTo>
                    <a:pt x="13" y="11"/>
                    <a:pt x="13" y="11"/>
                    <a:pt x="13" y="11"/>
                  </a:cubicBezTo>
                  <a:cubicBezTo>
                    <a:pt x="13" y="11"/>
                    <a:pt x="13" y="11"/>
                    <a:pt x="13" y="11"/>
                  </a:cubicBezTo>
                  <a:cubicBezTo>
                    <a:pt x="13" y="11"/>
                    <a:pt x="13" y="11"/>
                    <a:pt x="13" y="12"/>
                  </a:cubicBezTo>
                  <a:cubicBezTo>
                    <a:pt x="13" y="12"/>
                    <a:pt x="13" y="12"/>
                    <a:pt x="13" y="11"/>
                  </a:cubicBezTo>
                  <a:cubicBezTo>
                    <a:pt x="13" y="12"/>
                    <a:pt x="13" y="12"/>
                    <a:pt x="12" y="12"/>
                  </a:cubicBezTo>
                  <a:cubicBezTo>
                    <a:pt x="12" y="12"/>
                    <a:pt x="12" y="12"/>
                    <a:pt x="12" y="12"/>
                  </a:cubicBezTo>
                  <a:cubicBezTo>
                    <a:pt x="12" y="12"/>
                    <a:pt x="12" y="11"/>
                    <a:pt x="12" y="11"/>
                  </a:cubicBezTo>
                  <a:cubicBezTo>
                    <a:pt x="12" y="11"/>
                    <a:pt x="12" y="11"/>
                    <a:pt x="12" y="11"/>
                  </a:cubicBezTo>
                  <a:cubicBezTo>
                    <a:pt x="11" y="11"/>
                    <a:pt x="11" y="10"/>
                    <a:pt x="11" y="11"/>
                  </a:cubicBezTo>
                  <a:cubicBezTo>
                    <a:pt x="11" y="10"/>
                    <a:pt x="12" y="10"/>
                    <a:pt x="12" y="9"/>
                  </a:cubicBezTo>
                  <a:cubicBezTo>
                    <a:pt x="13" y="9"/>
                    <a:pt x="14" y="9"/>
                    <a:pt x="15" y="9"/>
                  </a:cubicBezTo>
                  <a:cubicBezTo>
                    <a:pt x="15" y="9"/>
                    <a:pt x="16" y="8"/>
                    <a:pt x="16" y="9"/>
                  </a:cubicBezTo>
                  <a:cubicBezTo>
                    <a:pt x="15" y="9"/>
                    <a:pt x="17" y="11"/>
                    <a:pt x="17" y="10"/>
                  </a:cubicBezTo>
                  <a:cubicBezTo>
                    <a:pt x="16" y="10"/>
                    <a:pt x="15" y="8"/>
                    <a:pt x="16" y="8"/>
                  </a:cubicBezTo>
                  <a:cubicBezTo>
                    <a:pt x="16" y="7"/>
                    <a:pt x="15" y="8"/>
                    <a:pt x="15" y="8"/>
                  </a:cubicBezTo>
                  <a:cubicBezTo>
                    <a:pt x="14" y="9"/>
                    <a:pt x="14" y="9"/>
                    <a:pt x="13" y="8"/>
                  </a:cubicBezTo>
                  <a:cubicBezTo>
                    <a:pt x="11" y="7"/>
                    <a:pt x="10" y="10"/>
                    <a:pt x="8" y="10"/>
                  </a:cubicBezTo>
                  <a:cubicBezTo>
                    <a:pt x="8" y="10"/>
                    <a:pt x="8" y="10"/>
                    <a:pt x="8" y="10"/>
                  </a:cubicBezTo>
                  <a:cubicBezTo>
                    <a:pt x="8" y="10"/>
                    <a:pt x="7" y="11"/>
                    <a:pt x="7" y="10"/>
                  </a:cubicBezTo>
                  <a:cubicBezTo>
                    <a:pt x="7" y="10"/>
                    <a:pt x="7" y="9"/>
                    <a:pt x="7" y="9"/>
                  </a:cubicBezTo>
                  <a:cubicBezTo>
                    <a:pt x="8" y="8"/>
                    <a:pt x="8" y="8"/>
                    <a:pt x="8" y="8"/>
                  </a:cubicBezTo>
                  <a:cubicBezTo>
                    <a:pt x="9" y="8"/>
                    <a:pt x="9" y="8"/>
                    <a:pt x="10" y="7"/>
                  </a:cubicBezTo>
                  <a:cubicBezTo>
                    <a:pt x="9" y="8"/>
                    <a:pt x="8" y="7"/>
                    <a:pt x="8" y="7"/>
                  </a:cubicBezTo>
                  <a:cubicBezTo>
                    <a:pt x="7" y="7"/>
                    <a:pt x="8" y="8"/>
                    <a:pt x="7" y="8"/>
                  </a:cubicBezTo>
                  <a:cubicBezTo>
                    <a:pt x="7" y="8"/>
                    <a:pt x="6" y="8"/>
                    <a:pt x="6" y="8"/>
                  </a:cubicBezTo>
                  <a:cubicBezTo>
                    <a:pt x="5" y="9"/>
                    <a:pt x="4" y="8"/>
                    <a:pt x="4" y="7"/>
                  </a:cubicBezTo>
                  <a:cubicBezTo>
                    <a:pt x="3" y="7"/>
                    <a:pt x="3" y="7"/>
                    <a:pt x="3" y="6"/>
                  </a:cubicBezTo>
                  <a:cubicBezTo>
                    <a:pt x="3" y="6"/>
                    <a:pt x="4" y="6"/>
                    <a:pt x="4" y="5"/>
                  </a:cubicBezTo>
                  <a:cubicBezTo>
                    <a:pt x="4" y="5"/>
                    <a:pt x="4" y="5"/>
                    <a:pt x="5" y="4"/>
                  </a:cubicBezTo>
                  <a:cubicBezTo>
                    <a:pt x="5" y="4"/>
                    <a:pt x="6" y="4"/>
                    <a:pt x="6" y="4"/>
                  </a:cubicBezTo>
                  <a:cubicBezTo>
                    <a:pt x="6" y="4"/>
                    <a:pt x="6" y="4"/>
                    <a:pt x="6" y="4"/>
                  </a:cubicBezTo>
                  <a:cubicBezTo>
                    <a:pt x="5" y="4"/>
                    <a:pt x="5" y="4"/>
                    <a:pt x="4" y="4"/>
                  </a:cubicBezTo>
                  <a:cubicBezTo>
                    <a:pt x="4" y="5"/>
                    <a:pt x="4" y="5"/>
                    <a:pt x="4" y="4"/>
                  </a:cubicBezTo>
                  <a:cubicBezTo>
                    <a:pt x="3" y="5"/>
                    <a:pt x="4" y="5"/>
                    <a:pt x="3" y="5"/>
                  </a:cubicBezTo>
                  <a:cubicBezTo>
                    <a:pt x="3" y="5"/>
                    <a:pt x="2" y="5"/>
                    <a:pt x="2" y="5"/>
                  </a:cubicBezTo>
                  <a:cubicBezTo>
                    <a:pt x="1" y="5"/>
                    <a:pt x="1" y="3"/>
                    <a:pt x="0" y="4"/>
                  </a:cubicBezTo>
                  <a:cubicBezTo>
                    <a:pt x="0" y="3"/>
                    <a:pt x="2" y="3"/>
                    <a:pt x="3" y="3"/>
                  </a:cubicBezTo>
                  <a:cubicBezTo>
                    <a:pt x="4" y="3"/>
                    <a:pt x="4" y="3"/>
                    <a:pt x="5" y="2"/>
                  </a:cubicBezTo>
                  <a:cubicBezTo>
                    <a:pt x="6" y="2"/>
                    <a:pt x="7" y="2"/>
                    <a:pt x="7" y="3"/>
                  </a:cubicBezTo>
                  <a:cubicBezTo>
                    <a:pt x="9" y="3"/>
                    <a:pt x="11" y="2"/>
                    <a:pt x="13" y="1"/>
                  </a:cubicBezTo>
                  <a:cubicBezTo>
                    <a:pt x="14" y="0"/>
                    <a:pt x="15" y="0"/>
                    <a:pt x="16" y="0"/>
                  </a:cubicBezTo>
                  <a:cubicBezTo>
                    <a:pt x="16" y="0"/>
                    <a:pt x="17" y="0"/>
                    <a:pt x="18" y="0"/>
                  </a:cubicBezTo>
                  <a:cubicBezTo>
                    <a:pt x="21" y="0"/>
                    <a:pt x="25" y="0"/>
                    <a:pt x="29" y="0"/>
                  </a:cubicBezTo>
                  <a:cubicBezTo>
                    <a:pt x="29" y="1"/>
                    <a:pt x="30" y="2"/>
                    <a:pt x="29" y="3"/>
                  </a:cubicBezTo>
                  <a:close/>
                  <a:moveTo>
                    <a:pt x="6" y="9"/>
                  </a:moveTo>
                  <a:cubicBezTo>
                    <a:pt x="7" y="9"/>
                    <a:pt x="7" y="9"/>
                    <a:pt x="7" y="8"/>
                  </a:cubicBezTo>
                  <a:cubicBezTo>
                    <a:pt x="7" y="8"/>
                    <a:pt x="6" y="8"/>
                    <a:pt x="6" y="9"/>
                  </a:cubicBezTo>
                  <a:close/>
                  <a:moveTo>
                    <a:pt x="7" y="12"/>
                  </a:moveTo>
                  <a:cubicBezTo>
                    <a:pt x="7" y="12"/>
                    <a:pt x="7" y="12"/>
                    <a:pt x="7" y="12"/>
                  </a:cubicBezTo>
                  <a:cubicBezTo>
                    <a:pt x="7" y="12"/>
                    <a:pt x="7" y="12"/>
                    <a:pt x="7" y="12"/>
                  </a:cubicBezTo>
                  <a:cubicBezTo>
                    <a:pt x="8" y="13"/>
                    <a:pt x="8" y="12"/>
                    <a:pt x="7" y="12"/>
                  </a:cubicBezTo>
                  <a:close/>
                  <a:moveTo>
                    <a:pt x="12" y="12"/>
                  </a:moveTo>
                  <a:cubicBezTo>
                    <a:pt x="12" y="12"/>
                    <a:pt x="12" y="12"/>
                    <a:pt x="12" y="11"/>
                  </a:cubicBezTo>
                  <a:cubicBezTo>
                    <a:pt x="11" y="11"/>
                    <a:pt x="10" y="12"/>
                    <a:pt x="10" y="13"/>
                  </a:cubicBezTo>
                  <a:cubicBezTo>
                    <a:pt x="10" y="13"/>
                    <a:pt x="11" y="13"/>
                    <a:pt x="11" y="12"/>
                  </a:cubicBezTo>
                  <a:cubicBezTo>
                    <a:pt x="11" y="12"/>
                    <a:pt x="12" y="12"/>
                    <a:pt x="12" y="12"/>
                  </a:cubicBezTo>
                  <a:close/>
                  <a:moveTo>
                    <a:pt x="4" y="15"/>
                  </a:moveTo>
                  <a:cubicBezTo>
                    <a:pt x="4" y="15"/>
                    <a:pt x="4" y="16"/>
                    <a:pt x="4" y="16"/>
                  </a:cubicBezTo>
                  <a:cubicBezTo>
                    <a:pt x="4" y="16"/>
                    <a:pt x="5" y="16"/>
                    <a:pt x="5" y="16"/>
                  </a:cubicBezTo>
                  <a:cubicBezTo>
                    <a:pt x="5" y="15"/>
                    <a:pt x="5" y="15"/>
                    <a:pt x="4" y="15"/>
                  </a:cubicBezTo>
                  <a:close/>
                  <a:moveTo>
                    <a:pt x="6" y="16"/>
                  </a:moveTo>
                  <a:cubicBezTo>
                    <a:pt x="6" y="16"/>
                    <a:pt x="6" y="17"/>
                    <a:pt x="6" y="17"/>
                  </a:cubicBezTo>
                  <a:cubicBezTo>
                    <a:pt x="7" y="17"/>
                    <a:pt x="7" y="16"/>
                    <a:pt x="6" y="16"/>
                  </a:cubicBezTo>
                  <a:close/>
                  <a:moveTo>
                    <a:pt x="7" y="17"/>
                  </a:moveTo>
                  <a:cubicBezTo>
                    <a:pt x="7" y="17"/>
                    <a:pt x="6" y="18"/>
                    <a:pt x="6" y="18"/>
                  </a:cubicBezTo>
                  <a:cubicBezTo>
                    <a:pt x="7" y="17"/>
                    <a:pt x="7" y="17"/>
                    <a:pt x="7" y="17"/>
                  </a:cubicBezTo>
                  <a:close/>
                  <a:moveTo>
                    <a:pt x="4" y="12"/>
                  </a:moveTo>
                  <a:cubicBezTo>
                    <a:pt x="4" y="12"/>
                    <a:pt x="3" y="12"/>
                    <a:pt x="3" y="12"/>
                  </a:cubicBezTo>
                  <a:cubicBezTo>
                    <a:pt x="3" y="12"/>
                    <a:pt x="2" y="13"/>
                    <a:pt x="3" y="13"/>
                  </a:cubicBezTo>
                  <a:cubicBezTo>
                    <a:pt x="3" y="13"/>
                    <a:pt x="3" y="13"/>
                    <a:pt x="4" y="13"/>
                  </a:cubicBezTo>
                  <a:cubicBezTo>
                    <a:pt x="4" y="13"/>
                    <a:pt x="5" y="12"/>
                    <a:pt x="4" y="12"/>
                  </a:cubicBezTo>
                  <a:close/>
                  <a:moveTo>
                    <a:pt x="6" y="13"/>
                  </a:moveTo>
                  <a:cubicBezTo>
                    <a:pt x="7" y="13"/>
                    <a:pt x="7" y="11"/>
                    <a:pt x="6" y="13"/>
                  </a:cubicBezTo>
                  <a:close/>
                  <a:moveTo>
                    <a:pt x="7" y="16"/>
                  </a:moveTo>
                  <a:cubicBezTo>
                    <a:pt x="7" y="16"/>
                    <a:pt x="7" y="17"/>
                    <a:pt x="7" y="17"/>
                  </a:cubicBezTo>
                  <a:cubicBezTo>
                    <a:pt x="7" y="17"/>
                    <a:pt x="7" y="17"/>
                    <a:pt x="7" y="17"/>
                  </a:cubicBezTo>
                  <a:cubicBezTo>
                    <a:pt x="7" y="17"/>
                    <a:pt x="7" y="18"/>
                    <a:pt x="7" y="18"/>
                  </a:cubicBezTo>
                  <a:cubicBezTo>
                    <a:pt x="7" y="18"/>
                    <a:pt x="7" y="18"/>
                    <a:pt x="7" y="18"/>
                  </a:cubicBezTo>
                  <a:cubicBezTo>
                    <a:pt x="8" y="18"/>
                    <a:pt x="8" y="16"/>
                    <a:pt x="7" y="16"/>
                  </a:cubicBezTo>
                  <a:close/>
                  <a:moveTo>
                    <a:pt x="4" y="17"/>
                  </a:moveTo>
                  <a:cubicBezTo>
                    <a:pt x="5" y="17"/>
                    <a:pt x="4" y="17"/>
                    <a:pt x="4" y="17"/>
                  </a:cubicBezTo>
                  <a:cubicBezTo>
                    <a:pt x="4" y="18"/>
                    <a:pt x="5" y="18"/>
                    <a:pt x="5" y="18"/>
                  </a:cubicBezTo>
                  <a:cubicBezTo>
                    <a:pt x="5" y="18"/>
                    <a:pt x="5" y="18"/>
                    <a:pt x="5" y="18"/>
                  </a:cubicBezTo>
                  <a:cubicBezTo>
                    <a:pt x="5" y="18"/>
                    <a:pt x="6" y="18"/>
                    <a:pt x="6" y="18"/>
                  </a:cubicBezTo>
                  <a:cubicBezTo>
                    <a:pt x="6" y="17"/>
                    <a:pt x="6" y="17"/>
                    <a:pt x="6" y="16"/>
                  </a:cubicBezTo>
                  <a:cubicBezTo>
                    <a:pt x="6" y="16"/>
                    <a:pt x="5" y="17"/>
                    <a:pt x="4" y="17"/>
                  </a:cubicBezTo>
                  <a:close/>
                  <a:moveTo>
                    <a:pt x="9" y="15"/>
                  </a:moveTo>
                  <a:cubicBezTo>
                    <a:pt x="9" y="15"/>
                    <a:pt x="8" y="16"/>
                    <a:pt x="9" y="17"/>
                  </a:cubicBezTo>
                  <a:cubicBezTo>
                    <a:pt x="9" y="16"/>
                    <a:pt x="9" y="17"/>
                    <a:pt x="9" y="16"/>
                  </a:cubicBezTo>
                  <a:cubicBezTo>
                    <a:pt x="9" y="16"/>
                    <a:pt x="9" y="16"/>
                    <a:pt x="9" y="16"/>
                  </a:cubicBezTo>
                  <a:cubicBezTo>
                    <a:pt x="10" y="16"/>
                    <a:pt x="10" y="15"/>
                    <a:pt x="10" y="16"/>
                  </a:cubicBezTo>
                  <a:cubicBezTo>
                    <a:pt x="10" y="16"/>
                    <a:pt x="10" y="15"/>
                    <a:pt x="9" y="15"/>
                  </a:cubicBezTo>
                  <a:close/>
                  <a:moveTo>
                    <a:pt x="7" y="9"/>
                  </a:moveTo>
                  <a:cubicBezTo>
                    <a:pt x="7" y="9"/>
                    <a:pt x="7" y="9"/>
                    <a:pt x="6" y="9"/>
                  </a:cubicBezTo>
                  <a:cubicBezTo>
                    <a:pt x="6" y="9"/>
                    <a:pt x="6" y="9"/>
                    <a:pt x="5" y="9"/>
                  </a:cubicBezTo>
                  <a:cubicBezTo>
                    <a:pt x="5" y="9"/>
                    <a:pt x="5" y="10"/>
                    <a:pt x="6" y="10"/>
                  </a:cubicBezTo>
                  <a:cubicBezTo>
                    <a:pt x="6" y="10"/>
                    <a:pt x="6" y="10"/>
                    <a:pt x="7" y="9"/>
                  </a:cubicBezTo>
                  <a:close/>
                  <a:moveTo>
                    <a:pt x="7" y="14"/>
                  </a:moveTo>
                  <a:cubicBezTo>
                    <a:pt x="8" y="14"/>
                    <a:pt x="8" y="13"/>
                    <a:pt x="7" y="13"/>
                  </a:cubicBezTo>
                  <a:cubicBezTo>
                    <a:pt x="7" y="12"/>
                    <a:pt x="7" y="13"/>
                    <a:pt x="6" y="13"/>
                  </a:cubicBezTo>
                  <a:cubicBezTo>
                    <a:pt x="5" y="14"/>
                    <a:pt x="6" y="14"/>
                    <a:pt x="7" y="1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75" name="Guinea">
              <a:extLst>
                <a:ext uri="{FF2B5EF4-FFF2-40B4-BE49-F238E27FC236}">
                  <a16:creationId xmlns:a16="http://schemas.microsoft.com/office/drawing/2014/main" id="{7F583D4A-C81C-29D7-AA49-D27EDD50924E}"/>
                </a:ext>
              </a:extLst>
            </p:cNvPr>
            <p:cNvSpPr>
              <a:spLocks noEditPoints="1"/>
            </p:cNvSpPr>
            <p:nvPr/>
          </p:nvSpPr>
          <p:spPr bwMode="auto">
            <a:xfrm>
              <a:off x="5180136" y="3551326"/>
              <a:ext cx="254844" cy="212696"/>
            </a:xfrm>
            <a:custGeom>
              <a:avLst/>
              <a:gdLst/>
              <a:ahLst/>
              <a:cxnLst>
                <a:cxn ang="0">
                  <a:pos x="68" y="46"/>
                </a:cxn>
                <a:cxn ang="0">
                  <a:pos x="68" y="49"/>
                </a:cxn>
                <a:cxn ang="0">
                  <a:pos x="67" y="54"/>
                </a:cxn>
                <a:cxn ang="0">
                  <a:pos x="64" y="56"/>
                </a:cxn>
                <a:cxn ang="0">
                  <a:pos x="61" y="57"/>
                </a:cxn>
                <a:cxn ang="0">
                  <a:pos x="57" y="60"/>
                </a:cxn>
                <a:cxn ang="0">
                  <a:pos x="55" y="58"/>
                </a:cxn>
                <a:cxn ang="0">
                  <a:pos x="54" y="51"/>
                </a:cxn>
                <a:cxn ang="0">
                  <a:pos x="54" y="47"/>
                </a:cxn>
                <a:cxn ang="0">
                  <a:pos x="52" y="47"/>
                </a:cxn>
                <a:cxn ang="0">
                  <a:pos x="48" y="47"/>
                </a:cxn>
                <a:cxn ang="0">
                  <a:pos x="43" y="48"/>
                </a:cxn>
                <a:cxn ang="0">
                  <a:pos x="44" y="44"/>
                </a:cxn>
                <a:cxn ang="0">
                  <a:pos x="42" y="39"/>
                </a:cxn>
                <a:cxn ang="0">
                  <a:pos x="39" y="32"/>
                </a:cxn>
                <a:cxn ang="0">
                  <a:pos x="31" y="29"/>
                </a:cxn>
                <a:cxn ang="0">
                  <a:pos x="26" y="30"/>
                </a:cxn>
                <a:cxn ang="0">
                  <a:pos x="23" y="35"/>
                </a:cxn>
                <a:cxn ang="0">
                  <a:pos x="21" y="38"/>
                </a:cxn>
                <a:cxn ang="0">
                  <a:pos x="17" y="39"/>
                </a:cxn>
                <a:cxn ang="0">
                  <a:pos x="17" y="37"/>
                </a:cxn>
                <a:cxn ang="0">
                  <a:pos x="15" y="35"/>
                </a:cxn>
                <a:cxn ang="0">
                  <a:pos x="13" y="35"/>
                </a:cxn>
                <a:cxn ang="0">
                  <a:pos x="14" y="31"/>
                </a:cxn>
                <a:cxn ang="0">
                  <a:pos x="10" y="29"/>
                </a:cxn>
                <a:cxn ang="0">
                  <a:pos x="10" y="28"/>
                </a:cxn>
                <a:cxn ang="0">
                  <a:pos x="8" y="27"/>
                </a:cxn>
                <a:cxn ang="0">
                  <a:pos x="5" y="24"/>
                </a:cxn>
                <a:cxn ang="0">
                  <a:pos x="5" y="21"/>
                </a:cxn>
                <a:cxn ang="0">
                  <a:pos x="3" y="22"/>
                </a:cxn>
                <a:cxn ang="0">
                  <a:pos x="4" y="18"/>
                </a:cxn>
                <a:cxn ang="0">
                  <a:pos x="2" y="18"/>
                </a:cxn>
                <a:cxn ang="0">
                  <a:pos x="4" y="13"/>
                </a:cxn>
                <a:cxn ang="0">
                  <a:pos x="11" y="11"/>
                </a:cxn>
                <a:cxn ang="0">
                  <a:pos x="13" y="11"/>
                </a:cxn>
                <a:cxn ang="0">
                  <a:pos x="11" y="6"/>
                </a:cxn>
                <a:cxn ang="0">
                  <a:pos x="19" y="0"/>
                </a:cxn>
                <a:cxn ang="0">
                  <a:pos x="23" y="3"/>
                </a:cxn>
                <a:cxn ang="0">
                  <a:pos x="29" y="3"/>
                </a:cxn>
                <a:cxn ang="0">
                  <a:pos x="35" y="3"/>
                </a:cxn>
                <a:cxn ang="0">
                  <a:pos x="35" y="5"/>
                </a:cxn>
                <a:cxn ang="0">
                  <a:pos x="41" y="5"/>
                </a:cxn>
                <a:cxn ang="0">
                  <a:pos x="44" y="7"/>
                </a:cxn>
                <a:cxn ang="0">
                  <a:pos x="46" y="5"/>
                </a:cxn>
                <a:cxn ang="0">
                  <a:pos x="53" y="6"/>
                </a:cxn>
                <a:cxn ang="0">
                  <a:pos x="56" y="2"/>
                </a:cxn>
                <a:cxn ang="0">
                  <a:pos x="60" y="7"/>
                </a:cxn>
                <a:cxn ang="0">
                  <a:pos x="62" y="12"/>
                </a:cxn>
                <a:cxn ang="0">
                  <a:pos x="65" y="15"/>
                </a:cxn>
                <a:cxn ang="0">
                  <a:pos x="62" y="18"/>
                </a:cxn>
                <a:cxn ang="0">
                  <a:pos x="66" y="20"/>
                </a:cxn>
                <a:cxn ang="0">
                  <a:pos x="69" y="27"/>
                </a:cxn>
                <a:cxn ang="0">
                  <a:pos x="67" y="31"/>
                </a:cxn>
                <a:cxn ang="0">
                  <a:pos x="69" y="38"/>
                </a:cxn>
                <a:cxn ang="0">
                  <a:pos x="69" y="41"/>
                </a:cxn>
                <a:cxn ang="0">
                  <a:pos x="72" y="47"/>
                </a:cxn>
                <a:cxn ang="0">
                  <a:pos x="2" y="19"/>
                </a:cxn>
              </a:cxnLst>
              <a:rect l="0" t="0" r="r" b="b"/>
              <a:pathLst>
                <a:path w="72" h="60">
                  <a:moveTo>
                    <a:pt x="72" y="47"/>
                  </a:moveTo>
                  <a:cubicBezTo>
                    <a:pt x="72" y="47"/>
                    <a:pt x="71" y="47"/>
                    <a:pt x="71" y="47"/>
                  </a:cubicBezTo>
                  <a:cubicBezTo>
                    <a:pt x="70" y="45"/>
                    <a:pt x="70" y="47"/>
                    <a:pt x="69" y="47"/>
                  </a:cubicBezTo>
                  <a:cubicBezTo>
                    <a:pt x="69" y="46"/>
                    <a:pt x="69" y="46"/>
                    <a:pt x="68" y="46"/>
                  </a:cubicBezTo>
                  <a:cubicBezTo>
                    <a:pt x="68" y="46"/>
                    <a:pt x="67" y="46"/>
                    <a:pt x="67" y="46"/>
                  </a:cubicBezTo>
                  <a:cubicBezTo>
                    <a:pt x="66" y="46"/>
                    <a:pt x="66" y="48"/>
                    <a:pt x="66" y="49"/>
                  </a:cubicBezTo>
                  <a:cubicBezTo>
                    <a:pt x="66" y="49"/>
                    <a:pt x="67" y="49"/>
                    <a:pt x="67" y="49"/>
                  </a:cubicBezTo>
                  <a:cubicBezTo>
                    <a:pt x="68" y="49"/>
                    <a:pt x="68" y="49"/>
                    <a:pt x="68" y="49"/>
                  </a:cubicBezTo>
                  <a:cubicBezTo>
                    <a:pt x="69" y="49"/>
                    <a:pt x="68" y="50"/>
                    <a:pt x="68" y="50"/>
                  </a:cubicBezTo>
                  <a:cubicBezTo>
                    <a:pt x="68" y="50"/>
                    <a:pt x="69" y="51"/>
                    <a:pt x="69" y="51"/>
                  </a:cubicBezTo>
                  <a:cubicBezTo>
                    <a:pt x="68" y="51"/>
                    <a:pt x="68" y="51"/>
                    <a:pt x="67" y="52"/>
                  </a:cubicBezTo>
                  <a:cubicBezTo>
                    <a:pt x="67" y="53"/>
                    <a:pt x="68" y="53"/>
                    <a:pt x="67" y="54"/>
                  </a:cubicBezTo>
                  <a:cubicBezTo>
                    <a:pt x="67" y="54"/>
                    <a:pt x="67" y="54"/>
                    <a:pt x="67" y="55"/>
                  </a:cubicBezTo>
                  <a:cubicBezTo>
                    <a:pt x="66" y="56"/>
                    <a:pt x="66" y="57"/>
                    <a:pt x="66" y="56"/>
                  </a:cubicBezTo>
                  <a:cubicBezTo>
                    <a:pt x="65" y="56"/>
                    <a:pt x="65" y="56"/>
                    <a:pt x="65" y="56"/>
                  </a:cubicBezTo>
                  <a:cubicBezTo>
                    <a:pt x="64" y="56"/>
                    <a:pt x="65" y="56"/>
                    <a:pt x="64" y="56"/>
                  </a:cubicBezTo>
                  <a:cubicBezTo>
                    <a:pt x="64" y="56"/>
                    <a:pt x="64" y="56"/>
                    <a:pt x="64" y="56"/>
                  </a:cubicBezTo>
                  <a:cubicBezTo>
                    <a:pt x="63" y="56"/>
                    <a:pt x="63" y="56"/>
                    <a:pt x="63" y="55"/>
                  </a:cubicBezTo>
                  <a:cubicBezTo>
                    <a:pt x="63" y="55"/>
                    <a:pt x="62" y="55"/>
                    <a:pt x="62" y="55"/>
                  </a:cubicBezTo>
                  <a:cubicBezTo>
                    <a:pt x="61" y="55"/>
                    <a:pt x="61" y="57"/>
                    <a:pt x="61" y="57"/>
                  </a:cubicBezTo>
                  <a:cubicBezTo>
                    <a:pt x="61" y="58"/>
                    <a:pt x="60" y="58"/>
                    <a:pt x="60" y="58"/>
                  </a:cubicBezTo>
                  <a:cubicBezTo>
                    <a:pt x="60" y="59"/>
                    <a:pt x="60" y="59"/>
                    <a:pt x="60" y="59"/>
                  </a:cubicBezTo>
                  <a:cubicBezTo>
                    <a:pt x="59" y="60"/>
                    <a:pt x="59" y="59"/>
                    <a:pt x="59" y="59"/>
                  </a:cubicBezTo>
                  <a:cubicBezTo>
                    <a:pt x="58" y="60"/>
                    <a:pt x="58" y="60"/>
                    <a:pt x="57" y="60"/>
                  </a:cubicBezTo>
                  <a:cubicBezTo>
                    <a:pt x="58" y="60"/>
                    <a:pt x="57" y="59"/>
                    <a:pt x="57" y="59"/>
                  </a:cubicBezTo>
                  <a:cubicBezTo>
                    <a:pt x="56" y="59"/>
                    <a:pt x="57" y="58"/>
                    <a:pt x="56" y="58"/>
                  </a:cubicBezTo>
                  <a:cubicBezTo>
                    <a:pt x="55" y="58"/>
                    <a:pt x="55" y="57"/>
                    <a:pt x="55" y="58"/>
                  </a:cubicBezTo>
                  <a:cubicBezTo>
                    <a:pt x="55" y="58"/>
                    <a:pt x="55" y="58"/>
                    <a:pt x="55" y="58"/>
                  </a:cubicBezTo>
                  <a:cubicBezTo>
                    <a:pt x="54" y="58"/>
                    <a:pt x="54" y="58"/>
                    <a:pt x="54" y="58"/>
                  </a:cubicBezTo>
                  <a:cubicBezTo>
                    <a:pt x="54" y="57"/>
                    <a:pt x="56" y="55"/>
                    <a:pt x="55" y="54"/>
                  </a:cubicBezTo>
                  <a:cubicBezTo>
                    <a:pt x="55" y="53"/>
                    <a:pt x="54" y="53"/>
                    <a:pt x="55" y="52"/>
                  </a:cubicBezTo>
                  <a:cubicBezTo>
                    <a:pt x="55" y="51"/>
                    <a:pt x="55" y="50"/>
                    <a:pt x="54" y="51"/>
                  </a:cubicBezTo>
                  <a:cubicBezTo>
                    <a:pt x="54" y="51"/>
                    <a:pt x="54" y="50"/>
                    <a:pt x="54" y="50"/>
                  </a:cubicBezTo>
                  <a:cubicBezTo>
                    <a:pt x="54" y="49"/>
                    <a:pt x="54" y="49"/>
                    <a:pt x="54" y="49"/>
                  </a:cubicBezTo>
                  <a:cubicBezTo>
                    <a:pt x="54" y="49"/>
                    <a:pt x="54" y="48"/>
                    <a:pt x="54" y="48"/>
                  </a:cubicBezTo>
                  <a:cubicBezTo>
                    <a:pt x="54" y="48"/>
                    <a:pt x="54" y="47"/>
                    <a:pt x="54" y="47"/>
                  </a:cubicBezTo>
                  <a:cubicBezTo>
                    <a:pt x="54" y="47"/>
                    <a:pt x="53" y="47"/>
                    <a:pt x="53" y="47"/>
                  </a:cubicBezTo>
                  <a:cubicBezTo>
                    <a:pt x="53" y="47"/>
                    <a:pt x="52" y="47"/>
                    <a:pt x="52" y="47"/>
                  </a:cubicBezTo>
                  <a:cubicBezTo>
                    <a:pt x="52" y="47"/>
                    <a:pt x="53" y="47"/>
                    <a:pt x="53" y="46"/>
                  </a:cubicBezTo>
                  <a:cubicBezTo>
                    <a:pt x="52" y="46"/>
                    <a:pt x="52" y="46"/>
                    <a:pt x="52" y="47"/>
                  </a:cubicBezTo>
                  <a:cubicBezTo>
                    <a:pt x="52" y="46"/>
                    <a:pt x="52" y="46"/>
                    <a:pt x="51" y="45"/>
                  </a:cubicBezTo>
                  <a:cubicBezTo>
                    <a:pt x="51" y="45"/>
                    <a:pt x="51" y="45"/>
                    <a:pt x="51" y="45"/>
                  </a:cubicBezTo>
                  <a:cubicBezTo>
                    <a:pt x="51" y="46"/>
                    <a:pt x="51" y="46"/>
                    <a:pt x="50" y="46"/>
                  </a:cubicBezTo>
                  <a:cubicBezTo>
                    <a:pt x="50" y="46"/>
                    <a:pt x="49" y="47"/>
                    <a:pt x="48" y="47"/>
                  </a:cubicBezTo>
                  <a:cubicBezTo>
                    <a:pt x="48" y="46"/>
                    <a:pt x="49" y="46"/>
                    <a:pt x="48" y="46"/>
                  </a:cubicBezTo>
                  <a:cubicBezTo>
                    <a:pt x="47" y="45"/>
                    <a:pt x="47" y="46"/>
                    <a:pt x="46" y="46"/>
                  </a:cubicBezTo>
                  <a:cubicBezTo>
                    <a:pt x="45" y="46"/>
                    <a:pt x="45" y="46"/>
                    <a:pt x="45" y="47"/>
                  </a:cubicBezTo>
                  <a:cubicBezTo>
                    <a:pt x="44" y="47"/>
                    <a:pt x="44" y="48"/>
                    <a:pt x="43" y="48"/>
                  </a:cubicBezTo>
                  <a:cubicBezTo>
                    <a:pt x="43" y="48"/>
                    <a:pt x="42" y="48"/>
                    <a:pt x="42" y="48"/>
                  </a:cubicBezTo>
                  <a:cubicBezTo>
                    <a:pt x="42" y="48"/>
                    <a:pt x="42" y="47"/>
                    <a:pt x="43" y="47"/>
                  </a:cubicBezTo>
                  <a:cubicBezTo>
                    <a:pt x="43" y="47"/>
                    <a:pt x="43" y="46"/>
                    <a:pt x="43" y="45"/>
                  </a:cubicBezTo>
                  <a:cubicBezTo>
                    <a:pt x="44" y="45"/>
                    <a:pt x="44" y="45"/>
                    <a:pt x="44" y="44"/>
                  </a:cubicBezTo>
                  <a:cubicBezTo>
                    <a:pt x="45" y="44"/>
                    <a:pt x="44" y="43"/>
                    <a:pt x="44" y="43"/>
                  </a:cubicBezTo>
                  <a:cubicBezTo>
                    <a:pt x="43" y="42"/>
                    <a:pt x="43" y="42"/>
                    <a:pt x="43" y="41"/>
                  </a:cubicBezTo>
                  <a:cubicBezTo>
                    <a:pt x="43" y="41"/>
                    <a:pt x="44" y="40"/>
                    <a:pt x="43" y="40"/>
                  </a:cubicBezTo>
                  <a:cubicBezTo>
                    <a:pt x="43" y="39"/>
                    <a:pt x="42" y="40"/>
                    <a:pt x="42" y="39"/>
                  </a:cubicBezTo>
                  <a:cubicBezTo>
                    <a:pt x="42" y="38"/>
                    <a:pt x="42" y="38"/>
                    <a:pt x="43" y="38"/>
                  </a:cubicBezTo>
                  <a:cubicBezTo>
                    <a:pt x="43" y="37"/>
                    <a:pt x="42" y="36"/>
                    <a:pt x="41" y="36"/>
                  </a:cubicBezTo>
                  <a:cubicBezTo>
                    <a:pt x="41" y="35"/>
                    <a:pt x="41" y="34"/>
                    <a:pt x="40" y="34"/>
                  </a:cubicBezTo>
                  <a:cubicBezTo>
                    <a:pt x="40" y="33"/>
                    <a:pt x="40" y="32"/>
                    <a:pt x="39" y="32"/>
                  </a:cubicBezTo>
                  <a:cubicBezTo>
                    <a:pt x="39" y="31"/>
                    <a:pt x="38" y="31"/>
                    <a:pt x="38" y="31"/>
                  </a:cubicBezTo>
                  <a:cubicBezTo>
                    <a:pt x="38" y="30"/>
                    <a:pt x="38" y="29"/>
                    <a:pt x="37" y="29"/>
                  </a:cubicBezTo>
                  <a:cubicBezTo>
                    <a:pt x="36" y="29"/>
                    <a:pt x="34" y="29"/>
                    <a:pt x="32" y="29"/>
                  </a:cubicBezTo>
                  <a:cubicBezTo>
                    <a:pt x="32" y="29"/>
                    <a:pt x="31" y="29"/>
                    <a:pt x="31" y="29"/>
                  </a:cubicBezTo>
                  <a:cubicBezTo>
                    <a:pt x="31" y="30"/>
                    <a:pt x="31" y="30"/>
                    <a:pt x="31" y="30"/>
                  </a:cubicBezTo>
                  <a:cubicBezTo>
                    <a:pt x="31" y="30"/>
                    <a:pt x="30" y="30"/>
                    <a:pt x="30" y="30"/>
                  </a:cubicBezTo>
                  <a:cubicBezTo>
                    <a:pt x="29" y="31"/>
                    <a:pt x="29" y="31"/>
                    <a:pt x="28" y="31"/>
                  </a:cubicBezTo>
                  <a:cubicBezTo>
                    <a:pt x="27" y="30"/>
                    <a:pt x="27" y="30"/>
                    <a:pt x="26" y="30"/>
                  </a:cubicBezTo>
                  <a:cubicBezTo>
                    <a:pt x="26" y="30"/>
                    <a:pt x="25" y="31"/>
                    <a:pt x="25" y="31"/>
                  </a:cubicBezTo>
                  <a:cubicBezTo>
                    <a:pt x="25" y="31"/>
                    <a:pt x="25" y="32"/>
                    <a:pt x="25" y="33"/>
                  </a:cubicBezTo>
                  <a:cubicBezTo>
                    <a:pt x="24" y="33"/>
                    <a:pt x="24" y="34"/>
                    <a:pt x="24" y="34"/>
                  </a:cubicBezTo>
                  <a:cubicBezTo>
                    <a:pt x="24" y="34"/>
                    <a:pt x="23" y="35"/>
                    <a:pt x="23" y="35"/>
                  </a:cubicBezTo>
                  <a:cubicBezTo>
                    <a:pt x="23" y="36"/>
                    <a:pt x="23" y="36"/>
                    <a:pt x="23" y="36"/>
                  </a:cubicBezTo>
                  <a:cubicBezTo>
                    <a:pt x="22" y="36"/>
                    <a:pt x="23" y="36"/>
                    <a:pt x="22" y="37"/>
                  </a:cubicBezTo>
                  <a:cubicBezTo>
                    <a:pt x="22" y="37"/>
                    <a:pt x="22" y="37"/>
                    <a:pt x="22" y="37"/>
                  </a:cubicBezTo>
                  <a:cubicBezTo>
                    <a:pt x="21" y="37"/>
                    <a:pt x="21" y="37"/>
                    <a:pt x="21" y="38"/>
                  </a:cubicBezTo>
                  <a:cubicBezTo>
                    <a:pt x="20" y="38"/>
                    <a:pt x="21" y="38"/>
                    <a:pt x="20" y="38"/>
                  </a:cubicBezTo>
                  <a:cubicBezTo>
                    <a:pt x="20" y="39"/>
                    <a:pt x="20" y="39"/>
                    <a:pt x="20" y="39"/>
                  </a:cubicBezTo>
                  <a:cubicBezTo>
                    <a:pt x="19" y="40"/>
                    <a:pt x="18" y="39"/>
                    <a:pt x="17" y="40"/>
                  </a:cubicBezTo>
                  <a:cubicBezTo>
                    <a:pt x="17" y="40"/>
                    <a:pt x="17" y="39"/>
                    <a:pt x="17" y="39"/>
                  </a:cubicBezTo>
                  <a:cubicBezTo>
                    <a:pt x="18" y="39"/>
                    <a:pt x="18" y="39"/>
                    <a:pt x="19" y="38"/>
                  </a:cubicBezTo>
                  <a:cubicBezTo>
                    <a:pt x="18" y="38"/>
                    <a:pt x="18" y="38"/>
                    <a:pt x="18" y="37"/>
                  </a:cubicBezTo>
                  <a:cubicBezTo>
                    <a:pt x="18" y="38"/>
                    <a:pt x="17" y="39"/>
                    <a:pt x="17" y="38"/>
                  </a:cubicBezTo>
                  <a:cubicBezTo>
                    <a:pt x="17" y="38"/>
                    <a:pt x="17" y="38"/>
                    <a:pt x="17" y="37"/>
                  </a:cubicBezTo>
                  <a:cubicBezTo>
                    <a:pt x="17" y="37"/>
                    <a:pt x="17" y="37"/>
                    <a:pt x="17" y="37"/>
                  </a:cubicBezTo>
                  <a:cubicBezTo>
                    <a:pt x="17" y="37"/>
                    <a:pt x="17" y="38"/>
                    <a:pt x="16" y="37"/>
                  </a:cubicBezTo>
                  <a:cubicBezTo>
                    <a:pt x="16" y="37"/>
                    <a:pt x="16" y="36"/>
                    <a:pt x="16" y="36"/>
                  </a:cubicBezTo>
                  <a:cubicBezTo>
                    <a:pt x="16" y="36"/>
                    <a:pt x="15" y="36"/>
                    <a:pt x="15" y="35"/>
                  </a:cubicBezTo>
                  <a:cubicBezTo>
                    <a:pt x="15" y="35"/>
                    <a:pt x="15" y="35"/>
                    <a:pt x="15" y="34"/>
                  </a:cubicBezTo>
                  <a:cubicBezTo>
                    <a:pt x="15" y="34"/>
                    <a:pt x="15" y="35"/>
                    <a:pt x="15" y="35"/>
                  </a:cubicBezTo>
                  <a:cubicBezTo>
                    <a:pt x="15" y="35"/>
                    <a:pt x="14" y="35"/>
                    <a:pt x="14" y="34"/>
                  </a:cubicBezTo>
                  <a:cubicBezTo>
                    <a:pt x="14" y="34"/>
                    <a:pt x="13" y="35"/>
                    <a:pt x="13" y="35"/>
                  </a:cubicBezTo>
                  <a:cubicBezTo>
                    <a:pt x="13" y="34"/>
                    <a:pt x="14" y="34"/>
                    <a:pt x="14" y="33"/>
                  </a:cubicBezTo>
                  <a:cubicBezTo>
                    <a:pt x="14" y="33"/>
                    <a:pt x="14" y="33"/>
                    <a:pt x="14" y="32"/>
                  </a:cubicBezTo>
                  <a:cubicBezTo>
                    <a:pt x="14" y="32"/>
                    <a:pt x="15" y="32"/>
                    <a:pt x="15" y="32"/>
                  </a:cubicBezTo>
                  <a:cubicBezTo>
                    <a:pt x="14" y="32"/>
                    <a:pt x="14" y="31"/>
                    <a:pt x="14" y="31"/>
                  </a:cubicBezTo>
                  <a:cubicBezTo>
                    <a:pt x="14" y="32"/>
                    <a:pt x="14" y="33"/>
                    <a:pt x="13" y="32"/>
                  </a:cubicBezTo>
                  <a:cubicBezTo>
                    <a:pt x="12" y="32"/>
                    <a:pt x="14" y="31"/>
                    <a:pt x="14" y="30"/>
                  </a:cubicBezTo>
                  <a:cubicBezTo>
                    <a:pt x="13" y="32"/>
                    <a:pt x="12" y="31"/>
                    <a:pt x="11" y="30"/>
                  </a:cubicBezTo>
                  <a:cubicBezTo>
                    <a:pt x="11" y="30"/>
                    <a:pt x="10" y="30"/>
                    <a:pt x="10" y="29"/>
                  </a:cubicBezTo>
                  <a:cubicBezTo>
                    <a:pt x="10" y="29"/>
                    <a:pt x="10" y="28"/>
                    <a:pt x="11" y="28"/>
                  </a:cubicBezTo>
                  <a:cubicBezTo>
                    <a:pt x="10" y="28"/>
                    <a:pt x="10" y="28"/>
                    <a:pt x="10" y="28"/>
                  </a:cubicBezTo>
                  <a:cubicBezTo>
                    <a:pt x="10" y="28"/>
                    <a:pt x="10" y="27"/>
                    <a:pt x="11" y="27"/>
                  </a:cubicBezTo>
                  <a:cubicBezTo>
                    <a:pt x="10" y="27"/>
                    <a:pt x="10" y="28"/>
                    <a:pt x="10" y="28"/>
                  </a:cubicBezTo>
                  <a:cubicBezTo>
                    <a:pt x="10" y="28"/>
                    <a:pt x="10" y="29"/>
                    <a:pt x="9" y="29"/>
                  </a:cubicBezTo>
                  <a:cubicBezTo>
                    <a:pt x="8" y="29"/>
                    <a:pt x="9" y="28"/>
                    <a:pt x="9" y="28"/>
                  </a:cubicBezTo>
                  <a:cubicBezTo>
                    <a:pt x="9" y="27"/>
                    <a:pt x="9" y="28"/>
                    <a:pt x="9" y="28"/>
                  </a:cubicBezTo>
                  <a:cubicBezTo>
                    <a:pt x="8" y="29"/>
                    <a:pt x="8" y="27"/>
                    <a:pt x="8" y="27"/>
                  </a:cubicBezTo>
                  <a:cubicBezTo>
                    <a:pt x="8" y="28"/>
                    <a:pt x="8" y="28"/>
                    <a:pt x="8" y="28"/>
                  </a:cubicBezTo>
                  <a:cubicBezTo>
                    <a:pt x="7" y="27"/>
                    <a:pt x="7" y="26"/>
                    <a:pt x="6" y="27"/>
                  </a:cubicBezTo>
                  <a:cubicBezTo>
                    <a:pt x="6" y="27"/>
                    <a:pt x="6" y="26"/>
                    <a:pt x="6" y="26"/>
                  </a:cubicBezTo>
                  <a:cubicBezTo>
                    <a:pt x="6" y="25"/>
                    <a:pt x="5" y="24"/>
                    <a:pt x="5" y="24"/>
                  </a:cubicBezTo>
                  <a:cubicBezTo>
                    <a:pt x="5" y="24"/>
                    <a:pt x="4" y="25"/>
                    <a:pt x="4" y="24"/>
                  </a:cubicBezTo>
                  <a:cubicBezTo>
                    <a:pt x="4" y="23"/>
                    <a:pt x="5" y="23"/>
                    <a:pt x="5" y="23"/>
                  </a:cubicBezTo>
                  <a:cubicBezTo>
                    <a:pt x="4" y="23"/>
                    <a:pt x="6" y="20"/>
                    <a:pt x="6" y="20"/>
                  </a:cubicBezTo>
                  <a:cubicBezTo>
                    <a:pt x="5" y="20"/>
                    <a:pt x="5" y="21"/>
                    <a:pt x="5" y="21"/>
                  </a:cubicBezTo>
                  <a:cubicBezTo>
                    <a:pt x="5" y="21"/>
                    <a:pt x="4" y="23"/>
                    <a:pt x="4" y="22"/>
                  </a:cubicBezTo>
                  <a:cubicBezTo>
                    <a:pt x="4" y="22"/>
                    <a:pt x="4" y="22"/>
                    <a:pt x="4" y="22"/>
                  </a:cubicBezTo>
                  <a:cubicBezTo>
                    <a:pt x="3" y="22"/>
                    <a:pt x="4" y="21"/>
                    <a:pt x="4" y="20"/>
                  </a:cubicBezTo>
                  <a:cubicBezTo>
                    <a:pt x="4" y="21"/>
                    <a:pt x="3" y="22"/>
                    <a:pt x="3" y="22"/>
                  </a:cubicBezTo>
                  <a:cubicBezTo>
                    <a:pt x="3" y="22"/>
                    <a:pt x="4" y="20"/>
                    <a:pt x="4" y="20"/>
                  </a:cubicBezTo>
                  <a:cubicBezTo>
                    <a:pt x="3" y="20"/>
                    <a:pt x="3" y="20"/>
                    <a:pt x="3" y="20"/>
                  </a:cubicBezTo>
                  <a:cubicBezTo>
                    <a:pt x="3" y="20"/>
                    <a:pt x="3" y="19"/>
                    <a:pt x="3" y="19"/>
                  </a:cubicBezTo>
                  <a:cubicBezTo>
                    <a:pt x="3" y="19"/>
                    <a:pt x="5" y="18"/>
                    <a:pt x="4" y="18"/>
                  </a:cubicBezTo>
                  <a:cubicBezTo>
                    <a:pt x="4" y="18"/>
                    <a:pt x="4" y="19"/>
                    <a:pt x="3" y="19"/>
                  </a:cubicBezTo>
                  <a:cubicBezTo>
                    <a:pt x="3" y="19"/>
                    <a:pt x="3" y="18"/>
                    <a:pt x="3" y="18"/>
                  </a:cubicBezTo>
                  <a:cubicBezTo>
                    <a:pt x="3" y="18"/>
                    <a:pt x="3" y="19"/>
                    <a:pt x="2" y="19"/>
                  </a:cubicBezTo>
                  <a:cubicBezTo>
                    <a:pt x="2" y="19"/>
                    <a:pt x="2" y="18"/>
                    <a:pt x="2" y="18"/>
                  </a:cubicBezTo>
                  <a:cubicBezTo>
                    <a:pt x="2" y="18"/>
                    <a:pt x="2" y="18"/>
                    <a:pt x="2" y="18"/>
                  </a:cubicBezTo>
                  <a:cubicBezTo>
                    <a:pt x="2" y="19"/>
                    <a:pt x="2" y="18"/>
                    <a:pt x="1" y="19"/>
                  </a:cubicBezTo>
                  <a:cubicBezTo>
                    <a:pt x="2" y="17"/>
                    <a:pt x="2" y="17"/>
                    <a:pt x="3" y="15"/>
                  </a:cubicBezTo>
                  <a:cubicBezTo>
                    <a:pt x="3" y="15"/>
                    <a:pt x="4" y="13"/>
                    <a:pt x="4" y="13"/>
                  </a:cubicBezTo>
                  <a:cubicBezTo>
                    <a:pt x="5" y="13"/>
                    <a:pt x="5" y="13"/>
                    <a:pt x="6" y="13"/>
                  </a:cubicBezTo>
                  <a:cubicBezTo>
                    <a:pt x="6" y="13"/>
                    <a:pt x="7" y="12"/>
                    <a:pt x="7" y="12"/>
                  </a:cubicBezTo>
                  <a:cubicBezTo>
                    <a:pt x="8" y="12"/>
                    <a:pt x="8" y="11"/>
                    <a:pt x="9" y="11"/>
                  </a:cubicBezTo>
                  <a:cubicBezTo>
                    <a:pt x="9" y="11"/>
                    <a:pt x="10" y="11"/>
                    <a:pt x="11" y="11"/>
                  </a:cubicBezTo>
                  <a:cubicBezTo>
                    <a:pt x="11" y="11"/>
                    <a:pt x="11" y="11"/>
                    <a:pt x="11" y="11"/>
                  </a:cubicBezTo>
                  <a:cubicBezTo>
                    <a:pt x="12" y="11"/>
                    <a:pt x="12" y="11"/>
                    <a:pt x="12" y="11"/>
                  </a:cubicBezTo>
                  <a:cubicBezTo>
                    <a:pt x="12" y="11"/>
                    <a:pt x="12" y="10"/>
                    <a:pt x="12" y="10"/>
                  </a:cubicBezTo>
                  <a:cubicBezTo>
                    <a:pt x="13" y="10"/>
                    <a:pt x="13" y="11"/>
                    <a:pt x="13" y="11"/>
                  </a:cubicBezTo>
                  <a:cubicBezTo>
                    <a:pt x="14" y="10"/>
                    <a:pt x="14" y="9"/>
                    <a:pt x="14" y="9"/>
                  </a:cubicBezTo>
                  <a:cubicBezTo>
                    <a:pt x="14" y="8"/>
                    <a:pt x="14" y="8"/>
                    <a:pt x="14" y="7"/>
                  </a:cubicBezTo>
                  <a:cubicBezTo>
                    <a:pt x="14" y="7"/>
                    <a:pt x="13" y="7"/>
                    <a:pt x="13" y="7"/>
                  </a:cubicBezTo>
                  <a:cubicBezTo>
                    <a:pt x="12" y="6"/>
                    <a:pt x="12" y="6"/>
                    <a:pt x="11" y="6"/>
                  </a:cubicBezTo>
                  <a:cubicBezTo>
                    <a:pt x="10" y="6"/>
                    <a:pt x="13" y="4"/>
                    <a:pt x="13" y="5"/>
                  </a:cubicBezTo>
                  <a:cubicBezTo>
                    <a:pt x="14" y="4"/>
                    <a:pt x="14" y="4"/>
                    <a:pt x="14" y="3"/>
                  </a:cubicBezTo>
                  <a:cubicBezTo>
                    <a:pt x="15" y="2"/>
                    <a:pt x="14" y="1"/>
                    <a:pt x="14" y="0"/>
                  </a:cubicBezTo>
                  <a:cubicBezTo>
                    <a:pt x="16" y="0"/>
                    <a:pt x="18" y="0"/>
                    <a:pt x="19" y="0"/>
                  </a:cubicBezTo>
                  <a:cubicBezTo>
                    <a:pt x="21" y="0"/>
                    <a:pt x="19" y="2"/>
                    <a:pt x="21" y="2"/>
                  </a:cubicBezTo>
                  <a:cubicBezTo>
                    <a:pt x="21" y="2"/>
                    <a:pt x="21" y="1"/>
                    <a:pt x="22" y="1"/>
                  </a:cubicBezTo>
                  <a:cubicBezTo>
                    <a:pt x="22" y="1"/>
                    <a:pt x="22" y="2"/>
                    <a:pt x="22" y="2"/>
                  </a:cubicBezTo>
                  <a:cubicBezTo>
                    <a:pt x="23" y="2"/>
                    <a:pt x="23" y="3"/>
                    <a:pt x="23" y="3"/>
                  </a:cubicBezTo>
                  <a:cubicBezTo>
                    <a:pt x="24" y="3"/>
                    <a:pt x="25" y="3"/>
                    <a:pt x="25" y="3"/>
                  </a:cubicBezTo>
                  <a:cubicBezTo>
                    <a:pt x="26" y="3"/>
                    <a:pt x="26" y="3"/>
                    <a:pt x="27" y="4"/>
                  </a:cubicBezTo>
                  <a:cubicBezTo>
                    <a:pt x="27" y="4"/>
                    <a:pt x="28" y="4"/>
                    <a:pt x="28" y="4"/>
                  </a:cubicBezTo>
                  <a:cubicBezTo>
                    <a:pt x="29" y="3"/>
                    <a:pt x="29" y="3"/>
                    <a:pt x="29" y="3"/>
                  </a:cubicBezTo>
                  <a:cubicBezTo>
                    <a:pt x="30" y="3"/>
                    <a:pt x="30" y="3"/>
                    <a:pt x="30" y="3"/>
                  </a:cubicBezTo>
                  <a:cubicBezTo>
                    <a:pt x="31" y="3"/>
                    <a:pt x="31" y="3"/>
                    <a:pt x="31" y="3"/>
                  </a:cubicBezTo>
                  <a:cubicBezTo>
                    <a:pt x="32" y="3"/>
                    <a:pt x="32" y="3"/>
                    <a:pt x="33" y="3"/>
                  </a:cubicBezTo>
                  <a:cubicBezTo>
                    <a:pt x="33" y="3"/>
                    <a:pt x="34" y="3"/>
                    <a:pt x="35" y="3"/>
                  </a:cubicBezTo>
                  <a:cubicBezTo>
                    <a:pt x="35" y="3"/>
                    <a:pt x="36" y="3"/>
                    <a:pt x="36" y="3"/>
                  </a:cubicBezTo>
                  <a:cubicBezTo>
                    <a:pt x="37" y="3"/>
                    <a:pt x="36" y="3"/>
                    <a:pt x="36" y="3"/>
                  </a:cubicBezTo>
                  <a:cubicBezTo>
                    <a:pt x="36" y="4"/>
                    <a:pt x="36" y="4"/>
                    <a:pt x="36" y="4"/>
                  </a:cubicBezTo>
                  <a:cubicBezTo>
                    <a:pt x="36" y="5"/>
                    <a:pt x="35" y="5"/>
                    <a:pt x="35" y="5"/>
                  </a:cubicBezTo>
                  <a:cubicBezTo>
                    <a:pt x="35" y="6"/>
                    <a:pt x="36" y="6"/>
                    <a:pt x="36" y="7"/>
                  </a:cubicBezTo>
                  <a:cubicBezTo>
                    <a:pt x="37" y="7"/>
                    <a:pt x="37" y="8"/>
                    <a:pt x="38" y="7"/>
                  </a:cubicBezTo>
                  <a:cubicBezTo>
                    <a:pt x="39" y="7"/>
                    <a:pt x="39" y="6"/>
                    <a:pt x="40" y="5"/>
                  </a:cubicBezTo>
                  <a:cubicBezTo>
                    <a:pt x="40" y="5"/>
                    <a:pt x="41" y="5"/>
                    <a:pt x="41" y="5"/>
                  </a:cubicBezTo>
                  <a:cubicBezTo>
                    <a:pt x="41" y="6"/>
                    <a:pt x="42" y="6"/>
                    <a:pt x="42" y="6"/>
                  </a:cubicBezTo>
                  <a:cubicBezTo>
                    <a:pt x="42" y="6"/>
                    <a:pt x="42" y="7"/>
                    <a:pt x="42" y="7"/>
                  </a:cubicBezTo>
                  <a:cubicBezTo>
                    <a:pt x="42" y="7"/>
                    <a:pt x="43" y="9"/>
                    <a:pt x="43" y="8"/>
                  </a:cubicBezTo>
                  <a:cubicBezTo>
                    <a:pt x="43" y="8"/>
                    <a:pt x="44" y="8"/>
                    <a:pt x="44" y="7"/>
                  </a:cubicBezTo>
                  <a:cubicBezTo>
                    <a:pt x="44" y="7"/>
                    <a:pt x="45" y="7"/>
                    <a:pt x="45" y="7"/>
                  </a:cubicBezTo>
                  <a:cubicBezTo>
                    <a:pt x="45" y="6"/>
                    <a:pt x="45" y="6"/>
                    <a:pt x="45" y="6"/>
                  </a:cubicBezTo>
                  <a:cubicBezTo>
                    <a:pt x="45" y="6"/>
                    <a:pt x="46" y="6"/>
                    <a:pt x="46" y="5"/>
                  </a:cubicBezTo>
                  <a:cubicBezTo>
                    <a:pt x="46" y="5"/>
                    <a:pt x="46" y="5"/>
                    <a:pt x="46" y="5"/>
                  </a:cubicBezTo>
                  <a:cubicBezTo>
                    <a:pt x="47" y="5"/>
                    <a:pt x="47" y="5"/>
                    <a:pt x="47" y="5"/>
                  </a:cubicBezTo>
                  <a:cubicBezTo>
                    <a:pt x="47" y="5"/>
                    <a:pt x="47" y="5"/>
                    <a:pt x="48" y="5"/>
                  </a:cubicBezTo>
                  <a:cubicBezTo>
                    <a:pt x="48" y="5"/>
                    <a:pt x="49" y="6"/>
                    <a:pt x="49" y="6"/>
                  </a:cubicBezTo>
                  <a:cubicBezTo>
                    <a:pt x="50" y="6"/>
                    <a:pt x="52" y="8"/>
                    <a:pt x="53" y="6"/>
                  </a:cubicBezTo>
                  <a:cubicBezTo>
                    <a:pt x="53" y="6"/>
                    <a:pt x="53" y="6"/>
                    <a:pt x="54" y="5"/>
                  </a:cubicBezTo>
                  <a:cubicBezTo>
                    <a:pt x="55" y="5"/>
                    <a:pt x="55" y="5"/>
                    <a:pt x="55" y="5"/>
                  </a:cubicBezTo>
                  <a:cubicBezTo>
                    <a:pt x="56" y="5"/>
                    <a:pt x="56" y="5"/>
                    <a:pt x="56" y="4"/>
                  </a:cubicBezTo>
                  <a:cubicBezTo>
                    <a:pt x="57" y="3"/>
                    <a:pt x="56" y="3"/>
                    <a:pt x="56" y="2"/>
                  </a:cubicBezTo>
                  <a:cubicBezTo>
                    <a:pt x="56" y="2"/>
                    <a:pt x="58" y="2"/>
                    <a:pt x="58" y="2"/>
                  </a:cubicBezTo>
                  <a:cubicBezTo>
                    <a:pt x="58" y="2"/>
                    <a:pt x="60" y="3"/>
                    <a:pt x="60" y="4"/>
                  </a:cubicBezTo>
                  <a:cubicBezTo>
                    <a:pt x="60" y="4"/>
                    <a:pt x="59" y="5"/>
                    <a:pt x="60" y="5"/>
                  </a:cubicBezTo>
                  <a:cubicBezTo>
                    <a:pt x="61" y="6"/>
                    <a:pt x="60" y="6"/>
                    <a:pt x="60" y="7"/>
                  </a:cubicBezTo>
                  <a:cubicBezTo>
                    <a:pt x="60" y="7"/>
                    <a:pt x="61" y="7"/>
                    <a:pt x="61" y="7"/>
                  </a:cubicBezTo>
                  <a:cubicBezTo>
                    <a:pt x="61" y="7"/>
                    <a:pt x="61" y="8"/>
                    <a:pt x="61" y="8"/>
                  </a:cubicBezTo>
                  <a:cubicBezTo>
                    <a:pt x="61" y="9"/>
                    <a:pt x="61" y="10"/>
                    <a:pt x="61" y="11"/>
                  </a:cubicBezTo>
                  <a:cubicBezTo>
                    <a:pt x="61" y="12"/>
                    <a:pt x="62" y="11"/>
                    <a:pt x="62" y="12"/>
                  </a:cubicBezTo>
                  <a:cubicBezTo>
                    <a:pt x="62" y="12"/>
                    <a:pt x="63" y="14"/>
                    <a:pt x="64" y="13"/>
                  </a:cubicBezTo>
                  <a:cubicBezTo>
                    <a:pt x="64" y="14"/>
                    <a:pt x="65" y="14"/>
                    <a:pt x="65" y="14"/>
                  </a:cubicBezTo>
                  <a:cubicBezTo>
                    <a:pt x="65" y="14"/>
                    <a:pt x="65" y="15"/>
                    <a:pt x="65" y="15"/>
                  </a:cubicBezTo>
                  <a:cubicBezTo>
                    <a:pt x="66" y="15"/>
                    <a:pt x="65" y="15"/>
                    <a:pt x="65" y="15"/>
                  </a:cubicBezTo>
                  <a:cubicBezTo>
                    <a:pt x="64" y="15"/>
                    <a:pt x="64" y="15"/>
                    <a:pt x="64" y="16"/>
                  </a:cubicBezTo>
                  <a:cubicBezTo>
                    <a:pt x="64" y="16"/>
                    <a:pt x="64" y="16"/>
                    <a:pt x="63" y="16"/>
                  </a:cubicBezTo>
                  <a:cubicBezTo>
                    <a:pt x="63" y="17"/>
                    <a:pt x="63" y="17"/>
                    <a:pt x="63" y="17"/>
                  </a:cubicBezTo>
                  <a:cubicBezTo>
                    <a:pt x="63" y="17"/>
                    <a:pt x="63" y="18"/>
                    <a:pt x="62" y="18"/>
                  </a:cubicBezTo>
                  <a:cubicBezTo>
                    <a:pt x="62" y="18"/>
                    <a:pt x="62" y="19"/>
                    <a:pt x="62" y="19"/>
                  </a:cubicBezTo>
                  <a:cubicBezTo>
                    <a:pt x="63" y="19"/>
                    <a:pt x="64" y="19"/>
                    <a:pt x="64" y="18"/>
                  </a:cubicBezTo>
                  <a:cubicBezTo>
                    <a:pt x="64" y="18"/>
                    <a:pt x="65" y="18"/>
                    <a:pt x="66" y="18"/>
                  </a:cubicBezTo>
                  <a:cubicBezTo>
                    <a:pt x="66" y="18"/>
                    <a:pt x="66" y="19"/>
                    <a:pt x="66" y="20"/>
                  </a:cubicBezTo>
                  <a:cubicBezTo>
                    <a:pt x="66" y="20"/>
                    <a:pt x="66" y="21"/>
                    <a:pt x="66" y="21"/>
                  </a:cubicBezTo>
                  <a:cubicBezTo>
                    <a:pt x="66" y="22"/>
                    <a:pt x="66" y="25"/>
                    <a:pt x="67" y="25"/>
                  </a:cubicBezTo>
                  <a:cubicBezTo>
                    <a:pt x="68" y="24"/>
                    <a:pt x="67" y="25"/>
                    <a:pt x="68" y="26"/>
                  </a:cubicBezTo>
                  <a:cubicBezTo>
                    <a:pt x="69" y="26"/>
                    <a:pt x="69" y="26"/>
                    <a:pt x="69" y="27"/>
                  </a:cubicBezTo>
                  <a:cubicBezTo>
                    <a:pt x="69" y="28"/>
                    <a:pt x="69" y="28"/>
                    <a:pt x="68" y="29"/>
                  </a:cubicBezTo>
                  <a:cubicBezTo>
                    <a:pt x="68" y="29"/>
                    <a:pt x="67" y="29"/>
                    <a:pt x="67" y="29"/>
                  </a:cubicBezTo>
                  <a:cubicBezTo>
                    <a:pt x="67" y="29"/>
                    <a:pt x="67" y="30"/>
                    <a:pt x="67" y="30"/>
                  </a:cubicBezTo>
                  <a:cubicBezTo>
                    <a:pt x="67" y="30"/>
                    <a:pt x="67" y="30"/>
                    <a:pt x="67" y="31"/>
                  </a:cubicBezTo>
                  <a:cubicBezTo>
                    <a:pt x="67" y="31"/>
                    <a:pt x="68" y="31"/>
                    <a:pt x="67" y="32"/>
                  </a:cubicBezTo>
                  <a:cubicBezTo>
                    <a:pt x="67" y="33"/>
                    <a:pt x="67" y="35"/>
                    <a:pt x="68" y="36"/>
                  </a:cubicBezTo>
                  <a:cubicBezTo>
                    <a:pt x="68" y="36"/>
                    <a:pt x="69" y="36"/>
                    <a:pt x="70" y="36"/>
                  </a:cubicBezTo>
                  <a:cubicBezTo>
                    <a:pt x="70" y="36"/>
                    <a:pt x="69" y="37"/>
                    <a:pt x="69" y="38"/>
                  </a:cubicBezTo>
                  <a:cubicBezTo>
                    <a:pt x="69" y="38"/>
                    <a:pt x="70" y="38"/>
                    <a:pt x="70" y="38"/>
                  </a:cubicBezTo>
                  <a:cubicBezTo>
                    <a:pt x="70" y="39"/>
                    <a:pt x="71" y="39"/>
                    <a:pt x="71" y="39"/>
                  </a:cubicBezTo>
                  <a:cubicBezTo>
                    <a:pt x="71" y="39"/>
                    <a:pt x="70" y="40"/>
                    <a:pt x="70" y="40"/>
                  </a:cubicBezTo>
                  <a:cubicBezTo>
                    <a:pt x="70" y="40"/>
                    <a:pt x="69" y="40"/>
                    <a:pt x="69" y="41"/>
                  </a:cubicBezTo>
                  <a:cubicBezTo>
                    <a:pt x="69" y="41"/>
                    <a:pt x="69" y="42"/>
                    <a:pt x="69" y="42"/>
                  </a:cubicBezTo>
                  <a:cubicBezTo>
                    <a:pt x="69" y="43"/>
                    <a:pt x="70" y="43"/>
                    <a:pt x="70" y="43"/>
                  </a:cubicBezTo>
                  <a:cubicBezTo>
                    <a:pt x="71" y="43"/>
                    <a:pt x="71" y="44"/>
                    <a:pt x="72" y="45"/>
                  </a:cubicBezTo>
                  <a:cubicBezTo>
                    <a:pt x="72" y="46"/>
                    <a:pt x="72" y="46"/>
                    <a:pt x="72" y="47"/>
                  </a:cubicBezTo>
                  <a:close/>
                  <a:moveTo>
                    <a:pt x="1" y="19"/>
                  </a:moveTo>
                  <a:cubicBezTo>
                    <a:pt x="0" y="19"/>
                    <a:pt x="0" y="21"/>
                    <a:pt x="1" y="21"/>
                  </a:cubicBezTo>
                  <a:cubicBezTo>
                    <a:pt x="2" y="21"/>
                    <a:pt x="1" y="20"/>
                    <a:pt x="1" y="20"/>
                  </a:cubicBezTo>
                  <a:cubicBezTo>
                    <a:pt x="1" y="20"/>
                    <a:pt x="2" y="20"/>
                    <a:pt x="2" y="19"/>
                  </a:cubicBezTo>
                  <a:cubicBezTo>
                    <a:pt x="2" y="19"/>
                    <a:pt x="1" y="18"/>
                    <a:pt x="1" y="19"/>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76" name="Guatemala">
              <a:extLst>
                <a:ext uri="{FF2B5EF4-FFF2-40B4-BE49-F238E27FC236}">
                  <a16:creationId xmlns:a16="http://schemas.microsoft.com/office/drawing/2014/main" id="{2FD93506-FB32-04C1-1074-5769D9ECA3BE}"/>
                </a:ext>
              </a:extLst>
            </p:cNvPr>
            <p:cNvSpPr>
              <a:spLocks/>
            </p:cNvSpPr>
            <p:nvPr/>
          </p:nvSpPr>
          <p:spPr bwMode="auto">
            <a:xfrm>
              <a:off x="2556237" y="3349413"/>
              <a:ext cx="145065" cy="159768"/>
            </a:xfrm>
            <a:custGeom>
              <a:avLst/>
              <a:gdLst/>
              <a:ahLst/>
              <a:cxnLst>
                <a:cxn ang="0">
                  <a:pos x="37" y="21"/>
                </a:cxn>
                <a:cxn ang="0">
                  <a:pos x="37" y="22"/>
                </a:cxn>
                <a:cxn ang="0">
                  <a:pos x="37" y="23"/>
                </a:cxn>
                <a:cxn ang="0">
                  <a:pos x="34" y="22"/>
                </a:cxn>
                <a:cxn ang="0">
                  <a:pos x="31" y="22"/>
                </a:cxn>
                <a:cxn ang="0">
                  <a:pos x="35" y="0"/>
                </a:cxn>
                <a:cxn ang="0">
                  <a:pos x="22" y="0"/>
                </a:cxn>
                <a:cxn ang="0">
                  <a:pos x="17" y="1"/>
                </a:cxn>
                <a:cxn ang="0">
                  <a:pos x="16" y="5"/>
                </a:cxn>
                <a:cxn ang="0">
                  <a:pos x="15" y="7"/>
                </a:cxn>
                <a:cxn ang="0">
                  <a:pos x="12" y="7"/>
                </a:cxn>
                <a:cxn ang="0">
                  <a:pos x="13" y="8"/>
                </a:cxn>
                <a:cxn ang="0">
                  <a:pos x="15" y="10"/>
                </a:cxn>
                <a:cxn ang="0">
                  <a:pos x="16" y="11"/>
                </a:cxn>
                <a:cxn ang="0">
                  <a:pos x="17" y="12"/>
                </a:cxn>
                <a:cxn ang="0">
                  <a:pos x="18" y="15"/>
                </a:cxn>
                <a:cxn ang="0">
                  <a:pos x="20" y="16"/>
                </a:cxn>
                <a:cxn ang="0">
                  <a:pos x="20" y="17"/>
                </a:cxn>
                <a:cxn ang="0">
                  <a:pos x="20" y="19"/>
                </a:cxn>
                <a:cxn ang="0">
                  <a:pos x="13" y="20"/>
                </a:cxn>
                <a:cxn ang="0">
                  <a:pos x="7" y="20"/>
                </a:cxn>
                <a:cxn ang="0">
                  <a:pos x="3" y="27"/>
                </a:cxn>
                <a:cxn ang="0">
                  <a:pos x="2" y="31"/>
                </a:cxn>
                <a:cxn ang="0">
                  <a:pos x="2" y="33"/>
                </a:cxn>
                <a:cxn ang="0">
                  <a:pos x="0" y="36"/>
                </a:cxn>
                <a:cxn ang="0">
                  <a:pos x="9" y="43"/>
                </a:cxn>
                <a:cxn ang="0">
                  <a:pos x="20" y="45"/>
                </a:cxn>
                <a:cxn ang="0">
                  <a:pos x="23" y="42"/>
                </a:cxn>
                <a:cxn ang="0">
                  <a:pos x="26" y="40"/>
                </a:cxn>
                <a:cxn ang="0">
                  <a:pos x="26" y="39"/>
                </a:cxn>
                <a:cxn ang="0">
                  <a:pos x="28" y="37"/>
                </a:cxn>
                <a:cxn ang="0">
                  <a:pos x="29" y="36"/>
                </a:cxn>
                <a:cxn ang="0">
                  <a:pos x="30" y="35"/>
                </a:cxn>
                <a:cxn ang="0">
                  <a:pos x="31" y="31"/>
                </a:cxn>
                <a:cxn ang="0">
                  <a:pos x="36" y="27"/>
                </a:cxn>
                <a:cxn ang="0">
                  <a:pos x="40" y="24"/>
                </a:cxn>
                <a:cxn ang="0">
                  <a:pos x="38" y="22"/>
                </a:cxn>
              </a:cxnLst>
              <a:rect l="0" t="0" r="r" b="b"/>
              <a:pathLst>
                <a:path w="41" h="45">
                  <a:moveTo>
                    <a:pt x="38" y="22"/>
                  </a:moveTo>
                  <a:cubicBezTo>
                    <a:pt x="38" y="22"/>
                    <a:pt x="37" y="21"/>
                    <a:pt x="37" y="21"/>
                  </a:cubicBezTo>
                  <a:cubicBezTo>
                    <a:pt x="37" y="21"/>
                    <a:pt x="38" y="22"/>
                    <a:pt x="38" y="22"/>
                  </a:cubicBezTo>
                  <a:cubicBezTo>
                    <a:pt x="38" y="22"/>
                    <a:pt x="38" y="22"/>
                    <a:pt x="37" y="22"/>
                  </a:cubicBezTo>
                  <a:cubicBezTo>
                    <a:pt x="37" y="23"/>
                    <a:pt x="37" y="23"/>
                    <a:pt x="37" y="24"/>
                  </a:cubicBezTo>
                  <a:cubicBezTo>
                    <a:pt x="36" y="24"/>
                    <a:pt x="37" y="23"/>
                    <a:pt x="37" y="23"/>
                  </a:cubicBezTo>
                  <a:cubicBezTo>
                    <a:pt x="36" y="22"/>
                    <a:pt x="35" y="22"/>
                    <a:pt x="34" y="22"/>
                  </a:cubicBezTo>
                  <a:cubicBezTo>
                    <a:pt x="34" y="22"/>
                    <a:pt x="34" y="22"/>
                    <a:pt x="34" y="22"/>
                  </a:cubicBezTo>
                  <a:cubicBezTo>
                    <a:pt x="34" y="22"/>
                    <a:pt x="33" y="22"/>
                    <a:pt x="33" y="21"/>
                  </a:cubicBezTo>
                  <a:cubicBezTo>
                    <a:pt x="32" y="21"/>
                    <a:pt x="32" y="21"/>
                    <a:pt x="31" y="22"/>
                  </a:cubicBezTo>
                  <a:cubicBezTo>
                    <a:pt x="31" y="22"/>
                    <a:pt x="31" y="20"/>
                    <a:pt x="31" y="20"/>
                  </a:cubicBezTo>
                  <a:cubicBezTo>
                    <a:pt x="33" y="13"/>
                    <a:pt x="34" y="7"/>
                    <a:pt x="35" y="0"/>
                  </a:cubicBezTo>
                  <a:cubicBezTo>
                    <a:pt x="32" y="0"/>
                    <a:pt x="30" y="0"/>
                    <a:pt x="27" y="0"/>
                  </a:cubicBezTo>
                  <a:cubicBezTo>
                    <a:pt x="26" y="0"/>
                    <a:pt x="24" y="0"/>
                    <a:pt x="22" y="0"/>
                  </a:cubicBezTo>
                  <a:cubicBezTo>
                    <a:pt x="21" y="0"/>
                    <a:pt x="19" y="0"/>
                    <a:pt x="18" y="0"/>
                  </a:cubicBezTo>
                  <a:cubicBezTo>
                    <a:pt x="17" y="0"/>
                    <a:pt x="17" y="1"/>
                    <a:pt x="17" y="1"/>
                  </a:cubicBezTo>
                  <a:cubicBezTo>
                    <a:pt x="17" y="2"/>
                    <a:pt x="17" y="2"/>
                    <a:pt x="17" y="3"/>
                  </a:cubicBezTo>
                  <a:cubicBezTo>
                    <a:pt x="17" y="4"/>
                    <a:pt x="17" y="4"/>
                    <a:pt x="16" y="5"/>
                  </a:cubicBezTo>
                  <a:cubicBezTo>
                    <a:pt x="16" y="5"/>
                    <a:pt x="16" y="6"/>
                    <a:pt x="16" y="7"/>
                  </a:cubicBezTo>
                  <a:cubicBezTo>
                    <a:pt x="16" y="7"/>
                    <a:pt x="15" y="7"/>
                    <a:pt x="15" y="7"/>
                  </a:cubicBezTo>
                  <a:cubicBezTo>
                    <a:pt x="14" y="7"/>
                    <a:pt x="13" y="7"/>
                    <a:pt x="13" y="7"/>
                  </a:cubicBezTo>
                  <a:cubicBezTo>
                    <a:pt x="12" y="7"/>
                    <a:pt x="12" y="6"/>
                    <a:pt x="12" y="7"/>
                  </a:cubicBezTo>
                  <a:cubicBezTo>
                    <a:pt x="12" y="7"/>
                    <a:pt x="13" y="7"/>
                    <a:pt x="13" y="7"/>
                  </a:cubicBezTo>
                  <a:cubicBezTo>
                    <a:pt x="13" y="7"/>
                    <a:pt x="13" y="7"/>
                    <a:pt x="13" y="8"/>
                  </a:cubicBezTo>
                  <a:cubicBezTo>
                    <a:pt x="13" y="8"/>
                    <a:pt x="14" y="9"/>
                    <a:pt x="14" y="9"/>
                  </a:cubicBezTo>
                  <a:cubicBezTo>
                    <a:pt x="14" y="9"/>
                    <a:pt x="15" y="9"/>
                    <a:pt x="15" y="10"/>
                  </a:cubicBezTo>
                  <a:cubicBezTo>
                    <a:pt x="15" y="10"/>
                    <a:pt x="15" y="10"/>
                    <a:pt x="16" y="11"/>
                  </a:cubicBezTo>
                  <a:cubicBezTo>
                    <a:pt x="16" y="11"/>
                    <a:pt x="16" y="10"/>
                    <a:pt x="16" y="11"/>
                  </a:cubicBezTo>
                  <a:cubicBezTo>
                    <a:pt x="16" y="11"/>
                    <a:pt x="16" y="11"/>
                    <a:pt x="16" y="11"/>
                  </a:cubicBezTo>
                  <a:cubicBezTo>
                    <a:pt x="16" y="11"/>
                    <a:pt x="17" y="11"/>
                    <a:pt x="17" y="12"/>
                  </a:cubicBezTo>
                  <a:cubicBezTo>
                    <a:pt x="18" y="12"/>
                    <a:pt x="19" y="13"/>
                    <a:pt x="18" y="14"/>
                  </a:cubicBezTo>
                  <a:cubicBezTo>
                    <a:pt x="19" y="14"/>
                    <a:pt x="19" y="15"/>
                    <a:pt x="18" y="15"/>
                  </a:cubicBezTo>
                  <a:cubicBezTo>
                    <a:pt x="19" y="15"/>
                    <a:pt x="19" y="15"/>
                    <a:pt x="20" y="16"/>
                  </a:cubicBezTo>
                  <a:cubicBezTo>
                    <a:pt x="20" y="16"/>
                    <a:pt x="21" y="16"/>
                    <a:pt x="20" y="16"/>
                  </a:cubicBezTo>
                  <a:cubicBezTo>
                    <a:pt x="21" y="17"/>
                    <a:pt x="20" y="17"/>
                    <a:pt x="20" y="17"/>
                  </a:cubicBezTo>
                  <a:cubicBezTo>
                    <a:pt x="20" y="17"/>
                    <a:pt x="20" y="17"/>
                    <a:pt x="20" y="17"/>
                  </a:cubicBezTo>
                  <a:cubicBezTo>
                    <a:pt x="20" y="18"/>
                    <a:pt x="20" y="18"/>
                    <a:pt x="20" y="18"/>
                  </a:cubicBezTo>
                  <a:cubicBezTo>
                    <a:pt x="20" y="18"/>
                    <a:pt x="20" y="19"/>
                    <a:pt x="20" y="19"/>
                  </a:cubicBezTo>
                  <a:cubicBezTo>
                    <a:pt x="19" y="20"/>
                    <a:pt x="18" y="20"/>
                    <a:pt x="17" y="20"/>
                  </a:cubicBezTo>
                  <a:cubicBezTo>
                    <a:pt x="16" y="20"/>
                    <a:pt x="14" y="20"/>
                    <a:pt x="13" y="20"/>
                  </a:cubicBezTo>
                  <a:cubicBezTo>
                    <a:pt x="12" y="20"/>
                    <a:pt x="11" y="20"/>
                    <a:pt x="9" y="20"/>
                  </a:cubicBezTo>
                  <a:cubicBezTo>
                    <a:pt x="9" y="20"/>
                    <a:pt x="8" y="19"/>
                    <a:pt x="7" y="20"/>
                  </a:cubicBezTo>
                  <a:cubicBezTo>
                    <a:pt x="6" y="21"/>
                    <a:pt x="6" y="22"/>
                    <a:pt x="5" y="23"/>
                  </a:cubicBezTo>
                  <a:cubicBezTo>
                    <a:pt x="4" y="24"/>
                    <a:pt x="3" y="26"/>
                    <a:pt x="3" y="27"/>
                  </a:cubicBezTo>
                  <a:cubicBezTo>
                    <a:pt x="2" y="27"/>
                    <a:pt x="1" y="28"/>
                    <a:pt x="2" y="29"/>
                  </a:cubicBezTo>
                  <a:cubicBezTo>
                    <a:pt x="2" y="29"/>
                    <a:pt x="3" y="30"/>
                    <a:pt x="2" y="31"/>
                  </a:cubicBezTo>
                  <a:cubicBezTo>
                    <a:pt x="2" y="31"/>
                    <a:pt x="2" y="31"/>
                    <a:pt x="2" y="31"/>
                  </a:cubicBezTo>
                  <a:cubicBezTo>
                    <a:pt x="2" y="32"/>
                    <a:pt x="2" y="32"/>
                    <a:pt x="2" y="33"/>
                  </a:cubicBezTo>
                  <a:cubicBezTo>
                    <a:pt x="1" y="33"/>
                    <a:pt x="1" y="34"/>
                    <a:pt x="1" y="35"/>
                  </a:cubicBezTo>
                  <a:cubicBezTo>
                    <a:pt x="1" y="35"/>
                    <a:pt x="1" y="36"/>
                    <a:pt x="0" y="36"/>
                  </a:cubicBezTo>
                  <a:cubicBezTo>
                    <a:pt x="1" y="37"/>
                    <a:pt x="2" y="38"/>
                    <a:pt x="3" y="39"/>
                  </a:cubicBezTo>
                  <a:cubicBezTo>
                    <a:pt x="5" y="41"/>
                    <a:pt x="7" y="42"/>
                    <a:pt x="9" y="43"/>
                  </a:cubicBezTo>
                  <a:cubicBezTo>
                    <a:pt x="11" y="44"/>
                    <a:pt x="12" y="43"/>
                    <a:pt x="14" y="43"/>
                  </a:cubicBezTo>
                  <a:cubicBezTo>
                    <a:pt x="16" y="43"/>
                    <a:pt x="18" y="44"/>
                    <a:pt x="20" y="45"/>
                  </a:cubicBezTo>
                  <a:cubicBezTo>
                    <a:pt x="20" y="44"/>
                    <a:pt x="21" y="43"/>
                    <a:pt x="22" y="43"/>
                  </a:cubicBezTo>
                  <a:cubicBezTo>
                    <a:pt x="22" y="42"/>
                    <a:pt x="22" y="42"/>
                    <a:pt x="23" y="42"/>
                  </a:cubicBezTo>
                  <a:cubicBezTo>
                    <a:pt x="23" y="42"/>
                    <a:pt x="23" y="42"/>
                    <a:pt x="24" y="42"/>
                  </a:cubicBezTo>
                  <a:cubicBezTo>
                    <a:pt x="24" y="41"/>
                    <a:pt x="24" y="41"/>
                    <a:pt x="26" y="40"/>
                  </a:cubicBezTo>
                  <a:cubicBezTo>
                    <a:pt x="26" y="40"/>
                    <a:pt x="26" y="40"/>
                    <a:pt x="26" y="39"/>
                  </a:cubicBezTo>
                  <a:cubicBezTo>
                    <a:pt x="26" y="39"/>
                    <a:pt x="26" y="39"/>
                    <a:pt x="26" y="39"/>
                  </a:cubicBezTo>
                  <a:cubicBezTo>
                    <a:pt x="25" y="38"/>
                    <a:pt x="26" y="37"/>
                    <a:pt x="26" y="38"/>
                  </a:cubicBezTo>
                  <a:cubicBezTo>
                    <a:pt x="27" y="38"/>
                    <a:pt x="27" y="38"/>
                    <a:pt x="28" y="37"/>
                  </a:cubicBezTo>
                  <a:cubicBezTo>
                    <a:pt x="28" y="38"/>
                    <a:pt x="28" y="38"/>
                    <a:pt x="28" y="38"/>
                  </a:cubicBezTo>
                  <a:cubicBezTo>
                    <a:pt x="28" y="37"/>
                    <a:pt x="29" y="36"/>
                    <a:pt x="29" y="36"/>
                  </a:cubicBezTo>
                  <a:cubicBezTo>
                    <a:pt x="30" y="36"/>
                    <a:pt x="30" y="36"/>
                    <a:pt x="30" y="36"/>
                  </a:cubicBezTo>
                  <a:cubicBezTo>
                    <a:pt x="30" y="35"/>
                    <a:pt x="30" y="35"/>
                    <a:pt x="30" y="35"/>
                  </a:cubicBezTo>
                  <a:cubicBezTo>
                    <a:pt x="31" y="34"/>
                    <a:pt x="29" y="33"/>
                    <a:pt x="30" y="33"/>
                  </a:cubicBezTo>
                  <a:cubicBezTo>
                    <a:pt x="31" y="32"/>
                    <a:pt x="30" y="31"/>
                    <a:pt x="31" y="31"/>
                  </a:cubicBezTo>
                  <a:cubicBezTo>
                    <a:pt x="32" y="30"/>
                    <a:pt x="33" y="30"/>
                    <a:pt x="33" y="29"/>
                  </a:cubicBezTo>
                  <a:cubicBezTo>
                    <a:pt x="34" y="28"/>
                    <a:pt x="35" y="28"/>
                    <a:pt x="36" y="27"/>
                  </a:cubicBezTo>
                  <a:cubicBezTo>
                    <a:pt x="37" y="26"/>
                    <a:pt x="38" y="26"/>
                    <a:pt x="39" y="25"/>
                  </a:cubicBezTo>
                  <a:cubicBezTo>
                    <a:pt x="39" y="24"/>
                    <a:pt x="39" y="24"/>
                    <a:pt x="40" y="24"/>
                  </a:cubicBezTo>
                  <a:cubicBezTo>
                    <a:pt x="40" y="24"/>
                    <a:pt x="40" y="24"/>
                    <a:pt x="41" y="23"/>
                  </a:cubicBezTo>
                  <a:cubicBezTo>
                    <a:pt x="40" y="23"/>
                    <a:pt x="39" y="22"/>
                    <a:pt x="38" y="2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77" name="Guam (US)">
              <a:extLst>
                <a:ext uri="{FF2B5EF4-FFF2-40B4-BE49-F238E27FC236}">
                  <a16:creationId xmlns:a16="http://schemas.microsoft.com/office/drawing/2014/main" id="{D7498300-D15B-05D8-8B07-DE70200B9E0B}"/>
                </a:ext>
              </a:extLst>
            </p:cNvPr>
            <p:cNvSpPr>
              <a:spLocks/>
            </p:cNvSpPr>
            <p:nvPr/>
          </p:nvSpPr>
          <p:spPr bwMode="auto">
            <a:xfrm>
              <a:off x="10629849" y="3512120"/>
              <a:ext cx="9801" cy="17644"/>
            </a:xfrm>
            <a:custGeom>
              <a:avLst/>
              <a:gdLst/>
              <a:ahLst/>
              <a:cxnLst>
                <a:cxn ang="0">
                  <a:pos x="2" y="1"/>
                </a:cxn>
                <a:cxn ang="0">
                  <a:pos x="2" y="0"/>
                </a:cxn>
                <a:cxn ang="0">
                  <a:pos x="1" y="1"/>
                </a:cxn>
                <a:cxn ang="0">
                  <a:pos x="0" y="2"/>
                </a:cxn>
                <a:cxn ang="0">
                  <a:pos x="0" y="3"/>
                </a:cxn>
                <a:cxn ang="0">
                  <a:pos x="0" y="4"/>
                </a:cxn>
                <a:cxn ang="0">
                  <a:pos x="1" y="5"/>
                </a:cxn>
                <a:cxn ang="0">
                  <a:pos x="2" y="3"/>
                </a:cxn>
                <a:cxn ang="0">
                  <a:pos x="2" y="1"/>
                </a:cxn>
              </a:cxnLst>
              <a:rect l="0" t="0" r="r" b="b"/>
              <a:pathLst>
                <a:path w="3" h="5">
                  <a:moveTo>
                    <a:pt x="2" y="1"/>
                  </a:moveTo>
                  <a:cubicBezTo>
                    <a:pt x="2" y="1"/>
                    <a:pt x="2" y="0"/>
                    <a:pt x="2" y="0"/>
                  </a:cubicBezTo>
                  <a:cubicBezTo>
                    <a:pt x="1" y="1"/>
                    <a:pt x="2" y="1"/>
                    <a:pt x="1" y="1"/>
                  </a:cubicBezTo>
                  <a:cubicBezTo>
                    <a:pt x="1" y="2"/>
                    <a:pt x="1" y="2"/>
                    <a:pt x="0" y="2"/>
                  </a:cubicBezTo>
                  <a:cubicBezTo>
                    <a:pt x="1" y="2"/>
                    <a:pt x="0" y="3"/>
                    <a:pt x="0" y="3"/>
                  </a:cubicBezTo>
                  <a:cubicBezTo>
                    <a:pt x="0" y="3"/>
                    <a:pt x="0" y="4"/>
                    <a:pt x="0" y="4"/>
                  </a:cubicBezTo>
                  <a:cubicBezTo>
                    <a:pt x="0" y="4"/>
                    <a:pt x="0" y="4"/>
                    <a:pt x="1" y="5"/>
                  </a:cubicBezTo>
                  <a:cubicBezTo>
                    <a:pt x="2" y="5"/>
                    <a:pt x="1" y="3"/>
                    <a:pt x="2" y="3"/>
                  </a:cubicBezTo>
                  <a:cubicBezTo>
                    <a:pt x="2" y="2"/>
                    <a:pt x="3" y="1"/>
                    <a:pt x="2"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78" name="Guadeloupe (FR)">
              <a:extLst>
                <a:ext uri="{FF2B5EF4-FFF2-40B4-BE49-F238E27FC236}">
                  <a16:creationId xmlns:a16="http://schemas.microsoft.com/office/drawing/2014/main" id="{7ABF6788-CB5E-C510-1EE3-179C5CC5ADDA}"/>
                </a:ext>
              </a:extLst>
            </p:cNvPr>
            <p:cNvSpPr>
              <a:spLocks noEditPoints="1"/>
            </p:cNvSpPr>
            <p:nvPr/>
          </p:nvSpPr>
          <p:spPr bwMode="auto">
            <a:xfrm>
              <a:off x="3561886" y="3338631"/>
              <a:ext cx="60771" cy="88216"/>
            </a:xfrm>
            <a:custGeom>
              <a:avLst/>
              <a:gdLst/>
              <a:ahLst/>
              <a:cxnLst>
                <a:cxn ang="0">
                  <a:pos x="3" y="3"/>
                </a:cxn>
                <a:cxn ang="0">
                  <a:pos x="3" y="3"/>
                </a:cxn>
                <a:cxn ang="0">
                  <a:pos x="0" y="1"/>
                </a:cxn>
                <a:cxn ang="0">
                  <a:pos x="1" y="1"/>
                </a:cxn>
                <a:cxn ang="0">
                  <a:pos x="0" y="1"/>
                </a:cxn>
                <a:cxn ang="0">
                  <a:pos x="15" y="23"/>
                </a:cxn>
                <a:cxn ang="0">
                  <a:pos x="15" y="24"/>
                </a:cxn>
                <a:cxn ang="0">
                  <a:pos x="16" y="24"/>
                </a:cxn>
                <a:cxn ang="0">
                  <a:pos x="15" y="23"/>
                </a:cxn>
                <a:cxn ang="0">
                  <a:pos x="17" y="21"/>
                </a:cxn>
                <a:cxn ang="0">
                  <a:pos x="15" y="20"/>
                </a:cxn>
                <a:cxn ang="0">
                  <a:pos x="15" y="19"/>
                </a:cxn>
                <a:cxn ang="0">
                  <a:pos x="14" y="19"/>
                </a:cxn>
                <a:cxn ang="0">
                  <a:pos x="14" y="21"/>
                </a:cxn>
                <a:cxn ang="0">
                  <a:pos x="14" y="21"/>
                </a:cxn>
                <a:cxn ang="0">
                  <a:pos x="15" y="21"/>
                </a:cxn>
                <a:cxn ang="0">
                  <a:pos x="17" y="21"/>
                </a:cxn>
                <a:cxn ang="0">
                  <a:pos x="13" y="20"/>
                </a:cxn>
                <a:cxn ang="0">
                  <a:pos x="11" y="20"/>
                </a:cxn>
                <a:cxn ang="0">
                  <a:pos x="11" y="22"/>
                </a:cxn>
                <a:cxn ang="0">
                  <a:pos x="12" y="24"/>
                </a:cxn>
                <a:cxn ang="0">
                  <a:pos x="13" y="22"/>
                </a:cxn>
                <a:cxn ang="0">
                  <a:pos x="13" y="21"/>
                </a:cxn>
                <a:cxn ang="0">
                  <a:pos x="13" y="20"/>
                </a:cxn>
              </a:cxnLst>
              <a:rect l="0" t="0" r="r" b="b"/>
              <a:pathLst>
                <a:path w="17" h="25">
                  <a:moveTo>
                    <a:pt x="3" y="3"/>
                  </a:moveTo>
                  <a:cubicBezTo>
                    <a:pt x="2" y="2"/>
                    <a:pt x="4" y="2"/>
                    <a:pt x="3" y="3"/>
                  </a:cubicBezTo>
                  <a:close/>
                  <a:moveTo>
                    <a:pt x="0" y="1"/>
                  </a:moveTo>
                  <a:cubicBezTo>
                    <a:pt x="0" y="1"/>
                    <a:pt x="1" y="1"/>
                    <a:pt x="1" y="1"/>
                  </a:cubicBezTo>
                  <a:cubicBezTo>
                    <a:pt x="1" y="0"/>
                    <a:pt x="0" y="0"/>
                    <a:pt x="0" y="1"/>
                  </a:cubicBezTo>
                  <a:close/>
                  <a:moveTo>
                    <a:pt x="15" y="23"/>
                  </a:moveTo>
                  <a:cubicBezTo>
                    <a:pt x="15" y="24"/>
                    <a:pt x="15" y="24"/>
                    <a:pt x="15" y="24"/>
                  </a:cubicBezTo>
                  <a:cubicBezTo>
                    <a:pt x="14" y="25"/>
                    <a:pt x="16" y="25"/>
                    <a:pt x="16" y="24"/>
                  </a:cubicBezTo>
                  <a:cubicBezTo>
                    <a:pt x="16" y="24"/>
                    <a:pt x="16" y="23"/>
                    <a:pt x="15" y="23"/>
                  </a:cubicBezTo>
                  <a:close/>
                  <a:moveTo>
                    <a:pt x="17" y="21"/>
                  </a:moveTo>
                  <a:cubicBezTo>
                    <a:pt x="17" y="21"/>
                    <a:pt x="15" y="20"/>
                    <a:pt x="15" y="20"/>
                  </a:cubicBezTo>
                  <a:cubicBezTo>
                    <a:pt x="15" y="19"/>
                    <a:pt x="15" y="19"/>
                    <a:pt x="15" y="19"/>
                  </a:cubicBezTo>
                  <a:cubicBezTo>
                    <a:pt x="15" y="17"/>
                    <a:pt x="13" y="19"/>
                    <a:pt x="14" y="19"/>
                  </a:cubicBezTo>
                  <a:cubicBezTo>
                    <a:pt x="14" y="20"/>
                    <a:pt x="12" y="21"/>
                    <a:pt x="14" y="21"/>
                  </a:cubicBezTo>
                  <a:cubicBezTo>
                    <a:pt x="14" y="21"/>
                    <a:pt x="14" y="21"/>
                    <a:pt x="14" y="21"/>
                  </a:cubicBezTo>
                  <a:cubicBezTo>
                    <a:pt x="15" y="21"/>
                    <a:pt x="15" y="21"/>
                    <a:pt x="15" y="21"/>
                  </a:cubicBezTo>
                  <a:cubicBezTo>
                    <a:pt x="16" y="21"/>
                    <a:pt x="16" y="21"/>
                    <a:pt x="17" y="21"/>
                  </a:cubicBezTo>
                  <a:close/>
                  <a:moveTo>
                    <a:pt x="13" y="20"/>
                  </a:moveTo>
                  <a:cubicBezTo>
                    <a:pt x="13" y="20"/>
                    <a:pt x="11" y="19"/>
                    <a:pt x="11" y="20"/>
                  </a:cubicBezTo>
                  <a:cubicBezTo>
                    <a:pt x="11" y="21"/>
                    <a:pt x="11" y="21"/>
                    <a:pt x="11" y="22"/>
                  </a:cubicBezTo>
                  <a:cubicBezTo>
                    <a:pt x="11" y="23"/>
                    <a:pt x="11" y="24"/>
                    <a:pt x="12" y="24"/>
                  </a:cubicBezTo>
                  <a:cubicBezTo>
                    <a:pt x="12" y="24"/>
                    <a:pt x="13" y="23"/>
                    <a:pt x="13" y="22"/>
                  </a:cubicBezTo>
                  <a:cubicBezTo>
                    <a:pt x="13" y="22"/>
                    <a:pt x="13" y="21"/>
                    <a:pt x="13" y="21"/>
                  </a:cubicBezTo>
                  <a:cubicBezTo>
                    <a:pt x="13" y="20"/>
                    <a:pt x="13" y="20"/>
                    <a:pt x="13" y="2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79" name="Grenada">
              <a:extLst>
                <a:ext uri="{FF2B5EF4-FFF2-40B4-BE49-F238E27FC236}">
                  <a16:creationId xmlns:a16="http://schemas.microsoft.com/office/drawing/2014/main" id="{706517C6-E644-BA18-5B05-5F37CA813A8B}"/>
                </a:ext>
              </a:extLst>
            </p:cNvPr>
            <p:cNvSpPr>
              <a:spLocks/>
            </p:cNvSpPr>
            <p:nvPr/>
          </p:nvSpPr>
          <p:spPr bwMode="auto">
            <a:xfrm>
              <a:off x="3587372" y="3565049"/>
              <a:ext cx="6860" cy="10781"/>
            </a:xfrm>
            <a:custGeom>
              <a:avLst/>
              <a:gdLst/>
              <a:ahLst/>
              <a:cxnLst>
                <a:cxn ang="0">
                  <a:pos x="2" y="1"/>
                </a:cxn>
                <a:cxn ang="0">
                  <a:pos x="1" y="2"/>
                </a:cxn>
                <a:cxn ang="0">
                  <a:pos x="0" y="3"/>
                </a:cxn>
                <a:cxn ang="0">
                  <a:pos x="1" y="3"/>
                </a:cxn>
                <a:cxn ang="0">
                  <a:pos x="2" y="3"/>
                </a:cxn>
                <a:cxn ang="0">
                  <a:pos x="2" y="2"/>
                </a:cxn>
                <a:cxn ang="0">
                  <a:pos x="2" y="1"/>
                </a:cxn>
              </a:cxnLst>
              <a:rect l="0" t="0" r="r" b="b"/>
              <a:pathLst>
                <a:path w="2" h="3">
                  <a:moveTo>
                    <a:pt x="2" y="1"/>
                  </a:moveTo>
                  <a:cubicBezTo>
                    <a:pt x="1" y="0"/>
                    <a:pt x="1" y="1"/>
                    <a:pt x="1" y="2"/>
                  </a:cubicBezTo>
                  <a:cubicBezTo>
                    <a:pt x="0" y="3"/>
                    <a:pt x="0" y="3"/>
                    <a:pt x="0" y="3"/>
                  </a:cubicBezTo>
                  <a:cubicBezTo>
                    <a:pt x="0" y="3"/>
                    <a:pt x="1" y="3"/>
                    <a:pt x="1" y="3"/>
                  </a:cubicBezTo>
                  <a:cubicBezTo>
                    <a:pt x="1" y="3"/>
                    <a:pt x="2" y="3"/>
                    <a:pt x="2" y="3"/>
                  </a:cubicBezTo>
                  <a:cubicBezTo>
                    <a:pt x="2" y="3"/>
                    <a:pt x="2" y="2"/>
                    <a:pt x="2" y="2"/>
                  </a:cubicBezTo>
                  <a:cubicBezTo>
                    <a:pt x="2" y="2"/>
                    <a:pt x="2" y="1"/>
                    <a:pt x="2"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80" name="Greenland">
              <a:extLst>
                <a:ext uri="{FF2B5EF4-FFF2-40B4-BE49-F238E27FC236}">
                  <a16:creationId xmlns:a16="http://schemas.microsoft.com/office/drawing/2014/main" id="{1FCA1299-72C3-2F15-0AD4-FF4B2CEC110C}"/>
                </a:ext>
              </a:extLst>
            </p:cNvPr>
            <p:cNvSpPr>
              <a:spLocks noEditPoints="1"/>
            </p:cNvSpPr>
            <p:nvPr/>
          </p:nvSpPr>
          <p:spPr bwMode="auto">
            <a:xfrm>
              <a:off x="4196053" y="1005840"/>
              <a:ext cx="1387912" cy="741004"/>
            </a:xfrm>
            <a:custGeom>
              <a:avLst/>
              <a:gdLst/>
              <a:ahLst/>
              <a:cxnLst>
                <a:cxn ang="0">
                  <a:pos x="73" y="117"/>
                </a:cxn>
                <a:cxn ang="0">
                  <a:pos x="201" y="9"/>
                </a:cxn>
                <a:cxn ang="0">
                  <a:pos x="350" y="31"/>
                </a:cxn>
                <a:cxn ang="0">
                  <a:pos x="300" y="90"/>
                </a:cxn>
                <a:cxn ang="0">
                  <a:pos x="342" y="64"/>
                </a:cxn>
                <a:cxn ang="0">
                  <a:pos x="94" y="202"/>
                </a:cxn>
                <a:cxn ang="0">
                  <a:pos x="340" y="24"/>
                </a:cxn>
                <a:cxn ang="0">
                  <a:pos x="102" y="206"/>
                </a:cxn>
                <a:cxn ang="0">
                  <a:pos x="91" y="200"/>
                </a:cxn>
                <a:cxn ang="0">
                  <a:pos x="336" y="26"/>
                </a:cxn>
                <a:cxn ang="0">
                  <a:pos x="321" y="42"/>
                </a:cxn>
                <a:cxn ang="0">
                  <a:pos x="322" y="50"/>
                </a:cxn>
                <a:cxn ang="0">
                  <a:pos x="318" y="61"/>
                </a:cxn>
                <a:cxn ang="0">
                  <a:pos x="309" y="75"/>
                </a:cxn>
                <a:cxn ang="0">
                  <a:pos x="272" y="80"/>
                </a:cxn>
                <a:cxn ang="0">
                  <a:pos x="291" y="90"/>
                </a:cxn>
                <a:cxn ang="0">
                  <a:pos x="301" y="101"/>
                </a:cxn>
                <a:cxn ang="0">
                  <a:pos x="261" y="92"/>
                </a:cxn>
                <a:cxn ang="0">
                  <a:pos x="258" y="108"/>
                </a:cxn>
                <a:cxn ang="0">
                  <a:pos x="277" y="116"/>
                </a:cxn>
                <a:cxn ang="0">
                  <a:pos x="238" y="125"/>
                </a:cxn>
                <a:cxn ang="0">
                  <a:pos x="211" y="132"/>
                </a:cxn>
                <a:cxn ang="0">
                  <a:pos x="187" y="143"/>
                </a:cxn>
                <a:cxn ang="0">
                  <a:pos x="170" y="146"/>
                </a:cxn>
                <a:cxn ang="0">
                  <a:pos x="152" y="155"/>
                </a:cxn>
                <a:cxn ang="0">
                  <a:pos x="137" y="169"/>
                </a:cxn>
                <a:cxn ang="0">
                  <a:pos x="126" y="178"/>
                </a:cxn>
                <a:cxn ang="0">
                  <a:pos x="121" y="190"/>
                </a:cxn>
                <a:cxn ang="0">
                  <a:pos x="106" y="201"/>
                </a:cxn>
                <a:cxn ang="0">
                  <a:pos x="95" y="206"/>
                </a:cxn>
                <a:cxn ang="0">
                  <a:pos x="95" y="196"/>
                </a:cxn>
                <a:cxn ang="0">
                  <a:pos x="83" y="197"/>
                </a:cxn>
                <a:cxn ang="0">
                  <a:pos x="72" y="194"/>
                </a:cxn>
                <a:cxn ang="0">
                  <a:pos x="73" y="185"/>
                </a:cxn>
                <a:cxn ang="0">
                  <a:pos x="69" y="174"/>
                </a:cxn>
                <a:cxn ang="0">
                  <a:pos x="72" y="165"/>
                </a:cxn>
                <a:cxn ang="0">
                  <a:pos x="73" y="157"/>
                </a:cxn>
                <a:cxn ang="0">
                  <a:pos x="65" y="154"/>
                </a:cxn>
                <a:cxn ang="0">
                  <a:pos x="66" y="148"/>
                </a:cxn>
                <a:cxn ang="0">
                  <a:pos x="57" y="146"/>
                </a:cxn>
                <a:cxn ang="0">
                  <a:pos x="76" y="134"/>
                </a:cxn>
                <a:cxn ang="0">
                  <a:pos x="88" y="129"/>
                </a:cxn>
                <a:cxn ang="0">
                  <a:pos x="69" y="128"/>
                </a:cxn>
                <a:cxn ang="0">
                  <a:pos x="70" y="125"/>
                </a:cxn>
                <a:cxn ang="0">
                  <a:pos x="95" y="117"/>
                </a:cxn>
                <a:cxn ang="0">
                  <a:pos x="73" y="104"/>
                </a:cxn>
                <a:cxn ang="0">
                  <a:pos x="95" y="98"/>
                </a:cxn>
                <a:cxn ang="0">
                  <a:pos x="73" y="96"/>
                </a:cxn>
                <a:cxn ang="0">
                  <a:pos x="83" y="83"/>
                </a:cxn>
                <a:cxn ang="0">
                  <a:pos x="83" y="70"/>
                </a:cxn>
                <a:cxn ang="0">
                  <a:pos x="56" y="55"/>
                </a:cxn>
                <a:cxn ang="0">
                  <a:pos x="24" y="51"/>
                </a:cxn>
                <a:cxn ang="0">
                  <a:pos x="30" y="44"/>
                </a:cxn>
                <a:cxn ang="0">
                  <a:pos x="44" y="32"/>
                </a:cxn>
                <a:cxn ang="0">
                  <a:pos x="78" y="17"/>
                </a:cxn>
                <a:cxn ang="0">
                  <a:pos x="150" y="10"/>
                </a:cxn>
                <a:cxn ang="0">
                  <a:pos x="206" y="8"/>
                </a:cxn>
                <a:cxn ang="0">
                  <a:pos x="209" y="4"/>
                </a:cxn>
                <a:cxn ang="0">
                  <a:pos x="247" y="1"/>
                </a:cxn>
                <a:cxn ang="0">
                  <a:pos x="268" y="4"/>
                </a:cxn>
                <a:cxn ang="0">
                  <a:pos x="297" y="10"/>
                </a:cxn>
                <a:cxn ang="0">
                  <a:pos x="344" y="14"/>
                </a:cxn>
                <a:cxn ang="0">
                  <a:pos x="90" y="200"/>
                </a:cxn>
              </a:cxnLst>
              <a:rect l="0" t="0" r="r" b="b"/>
              <a:pathLst>
                <a:path w="392" h="209">
                  <a:moveTo>
                    <a:pt x="9" y="45"/>
                  </a:moveTo>
                  <a:cubicBezTo>
                    <a:pt x="9" y="45"/>
                    <a:pt x="9" y="45"/>
                    <a:pt x="9" y="45"/>
                  </a:cubicBezTo>
                  <a:cubicBezTo>
                    <a:pt x="10" y="45"/>
                    <a:pt x="10" y="45"/>
                    <a:pt x="10" y="45"/>
                  </a:cubicBezTo>
                  <a:cubicBezTo>
                    <a:pt x="11" y="45"/>
                    <a:pt x="12" y="44"/>
                    <a:pt x="13" y="45"/>
                  </a:cubicBezTo>
                  <a:cubicBezTo>
                    <a:pt x="13" y="45"/>
                    <a:pt x="14" y="45"/>
                    <a:pt x="15" y="45"/>
                  </a:cubicBezTo>
                  <a:cubicBezTo>
                    <a:pt x="15" y="45"/>
                    <a:pt x="16" y="45"/>
                    <a:pt x="16" y="45"/>
                  </a:cubicBezTo>
                  <a:cubicBezTo>
                    <a:pt x="15" y="46"/>
                    <a:pt x="13" y="45"/>
                    <a:pt x="12" y="45"/>
                  </a:cubicBezTo>
                  <a:cubicBezTo>
                    <a:pt x="11" y="45"/>
                    <a:pt x="11" y="45"/>
                    <a:pt x="10" y="45"/>
                  </a:cubicBezTo>
                  <a:cubicBezTo>
                    <a:pt x="9" y="45"/>
                    <a:pt x="9" y="45"/>
                    <a:pt x="9" y="45"/>
                  </a:cubicBezTo>
                  <a:close/>
                  <a:moveTo>
                    <a:pt x="8" y="45"/>
                  </a:moveTo>
                  <a:cubicBezTo>
                    <a:pt x="7" y="45"/>
                    <a:pt x="6" y="45"/>
                    <a:pt x="5" y="45"/>
                  </a:cubicBezTo>
                  <a:cubicBezTo>
                    <a:pt x="4" y="45"/>
                    <a:pt x="4" y="45"/>
                    <a:pt x="3" y="45"/>
                  </a:cubicBezTo>
                  <a:cubicBezTo>
                    <a:pt x="3" y="45"/>
                    <a:pt x="2" y="45"/>
                    <a:pt x="2" y="45"/>
                  </a:cubicBezTo>
                  <a:cubicBezTo>
                    <a:pt x="1" y="45"/>
                    <a:pt x="0" y="45"/>
                    <a:pt x="1" y="45"/>
                  </a:cubicBezTo>
                  <a:cubicBezTo>
                    <a:pt x="1" y="46"/>
                    <a:pt x="3" y="45"/>
                    <a:pt x="3" y="46"/>
                  </a:cubicBezTo>
                  <a:cubicBezTo>
                    <a:pt x="3" y="46"/>
                    <a:pt x="3" y="46"/>
                    <a:pt x="3" y="46"/>
                  </a:cubicBezTo>
                  <a:cubicBezTo>
                    <a:pt x="3" y="46"/>
                    <a:pt x="5" y="46"/>
                    <a:pt x="5" y="46"/>
                  </a:cubicBezTo>
                  <a:cubicBezTo>
                    <a:pt x="6" y="46"/>
                    <a:pt x="8" y="46"/>
                    <a:pt x="8" y="45"/>
                  </a:cubicBezTo>
                  <a:close/>
                  <a:moveTo>
                    <a:pt x="91" y="95"/>
                  </a:moveTo>
                  <a:cubicBezTo>
                    <a:pt x="90" y="95"/>
                    <a:pt x="89" y="95"/>
                    <a:pt x="88" y="95"/>
                  </a:cubicBezTo>
                  <a:cubicBezTo>
                    <a:pt x="87" y="95"/>
                    <a:pt x="87" y="94"/>
                    <a:pt x="86" y="95"/>
                  </a:cubicBezTo>
                  <a:cubicBezTo>
                    <a:pt x="86" y="96"/>
                    <a:pt x="87" y="96"/>
                    <a:pt x="88" y="96"/>
                  </a:cubicBezTo>
                  <a:cubicBezTo>
                    <a:pt x="88" y="96"/>
                    <a:pt x="89" y="95"/>
                    <a:pt x="90" y="95"/>
                  </a:cubicBezTo>
                  <a:cubicBezTo>
                    <a:pt x="90" y="95"/>
                    <a:pt x="91" y="95"/>
                    <a:pt x="91" y="95"/>
                  </a:cubicBezTo>
                  <a:close/>
                  <a:moveTo>
                    <a:pt x="72" y="106"/>
                  </a:moveTo>
                  <a:cubicBezTo>
                    <a:pt x="72" y="106"/>
                    <a:pt x="70" y="105"/>
                    <a:pt x="70" y="105"/>
                  </a:cubicBezTo>
                  <a:cubicBezTo>
                    <a:pt x="69" y="105"/>
                    <a:pt x="69" y="106"/>
                    <a:pt x="69" y="106"/>
                  </a:cubicBezTo>
                  <a:cubicBezTo>
                    <a:pt x="69" y="106"/>
                    <a:pt x="70" y="106"/>
                    <a:pt x="70" y="106"/>
                  </a:cubicBezTo>
                  <a:cubicBezTo>
                    <a:pt x="71" y="106"/>
                    <a:pt x="71" y="106"/>
                    <a:pt x="72" y="106"/>
                  </a:cubicBezTo>
                  <a:close/>
                  <a:moveTo>
                    <a:pt x="67" y="112"/>
                  </a:moveTo>
                  <a:cubicBezTo>
                    <a:pt x="66" y="112"/>
                    <a:pt x="65" y="112"/>
                    <a:pt x="66" y="113"/>
                  </a:cubicBezTo>
                  <a:cubicBezTo>
                    <a:pt x="66" y="113"/>
                    <a:pt x="66" y="113"/>
                    <a:pt x="66" y="113"/>
                  </a:cubicBezTo>
                  <a:cubicBezTo>
                    <a:pt x="67" y="114"/>
                    <a:pt x="67" y="114"/>
                    <a:pt x="67" y="114"/>
                  </a:cubicBezTo>
                  <a:cubicBezTo>
                    <a:pt x="68" y="114"/>
                    <a:pt x="69" y="114"/>
                    <a:pt x="70" y="114"/>
                  </a:cubicBezTo>
                  <a:cubicBezTo>
                    <a:pt x="70" y="114"/>
                    <a:pt x="71" y="114"/>
                    <a:pt x="72" y="114"/>
                  </a:cubicBezTo>
                  <a:cubicBezTo>
                    <a:pt x="72" y="114"/>
                    <a:pt x="72" y="113"/>
                    <a:pt x="72" y="113"/>
                  </a:cubicBezTo>
                  <a:cubicBezTo>
                    <a:pt x="74" y="114"/>
                    <a:pt x="71" y="114"/>
                    <a:pt x="71" y="114"/>
                  </a:cubicBezTo>
                  <a:cubicBezTo>
                    <a:pt x="72" y="115"/>
                    <a:pt x="73" y="114"/>
                    <a:pt x="73" y="114"/>
                  </a:cubicBezTo>
                  <a:cubicBezTo>
                    <a:pt x="73" y="114"/>
                    <a:pt x="73" y="114"/>
                    <a:pt x="72" y="115"/>
                  </a:cubicBezTo>
                  <a:cubicBezTo>
                    <a:pt x="74" y="115"/>
                    <a:pt x="75" y="113"/>
                    <a:pt x="76" y="114"/>
                  </a:cubicBezTo>
                  <a:cubicBezTo>
                    <a:pt x="76" y="114"/>
                    <a:pt x="74" y="114"/>
                    <a:pt x="74" y="115"/>
                  </a:cubicBezTo>
                  <a:cubicBezTo>
                    <a:pt x="74" y="115"/>
                    <a:pt x="75" y="115"/>
                    <a:pt x="75" y="115"/>
                  </a:cubicBezTo>
                  <a:cubicBezTo>
                    <a:pt x="75" y="115"/>
                    <a:pt x="74" y="115"/>
                    <a:pt x="73" y="115"/>
                  </a:cubicBezTo>
                  <a:cubicBezTo>
                    <a:pt x="73" y="115"/>
                    <a:pt x="72" y="115"/>
                    <a:pt x="72" y="115"/>
                  </a:cubicBezTo>
                  <a:cubicBezTo>
                    <a:pt x="71" y="115"/>
                    <a:pt x="68" y="115"/>
                    <a:pt x="69" y="116"/>
                  </a:cubicBezTo>
                  <a:cubicBezTo>
                    <a:pt x="70" y="116"/>
                    <a:pt x="70" y="116"/>
                    <a:pt x="71" y="116"/>
                  </a:cubicBezTo>
                  <a:cubicBezTo>
                    <a:pt x="72" y="116"/>
                    <a:pt x="71" y="116"/>
                    <a:pt x="71" y="116"/>
                  </a:cubicBezTo>
                  <a:cubicBezTo>
                    <a:pt x="71" y="117"/>
                    <a:pt x="72" y="117"/>
                    <a:pt x="73" y="117"/>
                  </a:cubicBezTo>
                  <a:cubicBezTo>
                    <a:pt x="74" y="117"/>
                    <a:pt x="75" y="116"/>
                    <a:pt x="77" y="116"/>
                  </a:cubicBezTo>
                  <a:cubicBezTo>
                    <a:pt x="78" y="116"/>
                    <a:pt x="79" y="115"/>
                    <a:pt x="81" y="115"/>
                  </a:cubicBezTo>
                  <a:cubicBezTo>
                    <a:pt x="82" y="115"/>
                    <a:pt x="83" y="115"/>
                    <a:pt x="85" y="114"/>
                  </a:cubicBezTo>
                  <a:cubicBezTo>
                    <a:pt x="85" y="114"/>
                    <a:pt x="87" y="113"/>
                    <a:pt x="87" y="113"/>
                  </a:cubicBezTo>
                  <a:cubicBezTo>
                    <a:pt x="87" y="113"/>
                    <a:pt x="86" y="113"/>
                    <a:pt x="86" y="113"/>
                  </a:cubicBezTo>
                  <a:cubicBezTo>
                    <a:pt x="87" y="112"/>
                    <a:pt x="88" y="112"/>
                    <a:pt x="86" y="111"/>
                  </a:cubicBezTo>
                  <a:cubicBezTo>
                    <a:pt x="85" y="111"/>
                    <a:pt x="84" y="111"/>
                    <a:pt x="82" y="110"/>
                  </a:cubicBezTo>
                  <a:cubicBezTo>
                    <a:pt x="81" y="109"/>
                    <a:pt x="81" y="108"/>
                    <a:pt x="80" y="108"/>
                  </a:cubicBezTo>
                  <a:cubicBezTo>
                    <a:pt x="79" y="107"/>
                    <a:pt x="78" y="107"/>
                    <a:pt x="77" y="107"/>
                  </a:cubicBezTo>
                  <a:cubicBezTo>
                    <a:pt x="75" y="107"/>
                    <a:pt x="74" y="107"/>
                    <a:pt x="73" y="107"/>
                  </a:cubicBezTo>
                  <a:cubicBezTo>
                    <a:pt x="71" y="107"/>
                    <a:pt x="70" y="107"/>
                    <a:pt x="69" y="108"/>
                  </a:cubicBezTo>
                  <a:cubicBezTo>
                    <a:pt x="68" y="110"/>
                    <a:pt x="71" y="109"/>
                    <a:pt x="72" y="110"/>
                  </a:cubicBezTo>
                  <a:cubicBezTo>
                    <a:pt x="72" y="110"/>
                    <a:pt x="70" y="110"/>
                    <a:pt x="69" y="110"/>
                  </a:cubicBezTo>
                  <a:cubicBezTo>
                    <a:pt x="69" y="110"/>
                    <a:pt x="67" y="110"/>
                    <a:pt x="68" y="111"/>
                  </a:cubicBezTo>
                  <a:cubicBezTo>
                    <a:pt x="67" y="111"/>
                    <a:pt x="67" y="111"/>
                    <a:pt x="67" y="111"/>
                  </a:cubicBezTo>
                  <a:cubicBezTo>
                    <a:pt x="66" y="111"/>
                    <a:pt x="67" y="112"/>
                    <a:pt x="67" y="112"/>
                  </a:cubicBezTo>
                  <a:cubicBezTo>
                    <a:pt x="68" y="112"/>
                    <a:pt x="69" y="112"/>
                    <a:pt x="70" y="113"/>
                  </a:cubicBezTo>
                  <a:cubicBezTo>
                    <a:pt x="69" y="113"/>
                    <a:pt x="68" y="112"/>
                    <a:pt x="68" y="112"/>
                  </a:cubicBezTo>
                  <a:cubicBezTo>
                    <a:pt x="67" y="112"/>
                    <a:pt x="67" y="112"/>
                    <a:pt x="67" y="112"/>
                  </a:cubicBezTo>
                  <a:close/>
                  <a:moveTo>
                    <a:pt x="83" y="100"/>
                  </a:moveTo>
                  <a:cubicBezTo>
                    <a:pt x="85" y="99"/>
                    <a:pt x="84" y="99"/>
                    <a:pt x="84" y="98"/>
                  </a:cubicBezTo>
                  <a:cubicBezTo>
                    <a:pt x="84" y="97"/>
                    <a:pt x="80" y="99"/>
                    <a:pt x="80" y="99"/>
                  </a:cubicBezTo>
                  <a:cubicBezTo>
                    <a:pt x="80" y="100"/>
                    <a:pt x="83" y="100"/>
                    <a:pt x="83" y="100"/>
                  </a:cubicBezTo>
                  <a:close/>
                  <a:moveTo>
                    <a:pt x="91" y="114"/>
                  </a:moveTo>
                  <a:cubicBezTo>
                    <a:pt x="92" y="114"/>
                    <a:pt x="93" y="114"/>
                    <a:pt x="93" y="114"/>
                  </a:cubicBezTo>
                  <a:cubicBezTo>
                    <a:pt x="93" y="113"/>
                    <a:pt x="93" y="113"/>
                    <a:pt x="94" y="112"/>
                  </a:cubicBezTo>
                  <a:cubicBezTo>
                    <a:pt x="94" y="112"/>
                    <a:pt x="95" y="112"/>
                    <a:pt x="95" y="112"/>
                  </a:cubicBezTo>
                  <a:cubicBezTo>
                    <a:pt x="96" y="112"/>
                    <a:pt x="96" y="112"/>
                    <a:pt x="96" y="111"/>
                  </a:cubicBezTo>
                  <a:cubicBezTo>
                    <a:pt x="97" y="111"/>
                    <a:pt x="96" y="111"/>
                    <a:pt x="96" y="111"/>
                  </a:cubicBezTo>
                  <a:cubicBezTo>
                    <a:pt x="95" y="111"/>
                    <a:pt x="94" y="110"/>
                    <a:pt x="93" y="111"/>
                  </a:cubicBezTo>
                  <a:cubicBezTo>
                    <a:pt x="93" y="111"/>
                    <a:pt x="92" y="111"/>
                    <a:pt x="92" y="111"/>
                  </a:cubicBezTo>
                  <a:cubicBezTo>
                    <a:pt x="93" y="111"/>
                    <a:pt x="93" y="111"/>
                    <a:pt x="94" y="111"/>
                  </a:cubicBezTo>
                  <a:cubicBezTo>
                    <a:pt x="94" y="111"/>
                    <a:pt x="90" y="112"/>
                    <a:pt x="91" y="113"/>
                  </a:cubicBezTo>
                  <a:cubicBezTo>
                    <a:pt x="91" y="113"/>
                    <a:pt x="91" y="114"/>
                    <a:pt x="91" y="114"/>
                  </a:cubicBezTo>
                  <a:close/>
                  <a:moveTo>
                    <a:pt x="87" y="99"/>
                  </a:moveTo>
                  <a:cubicBezTo>
                    <a:pt x="87" y="99"/>
                    <a:pt x="87" y="99"/>
                    <a:pt x="88" y="99"/>
                  </a:cubicBezTo>
                  <a:cubicBezTo>
                    <a:pt x="88" y="99"/>
                    <a:pt x="89" y="99"/>
                    <a:pt x="89" y="99"/>
                  </a:cubicBezTo>
                  <a:cubicBezTo>
                    <a:pt x="90" y="99"/>
                    <a:pt x="90" y="99"/>
                    <a:pt x="90" y="98"/>
                  </a:cubicBezTo>
                  <a:cubicBezTo>
                    <a:pt x="91" y="98"/>
                    <a:pt x="91" y="98"/>
                    <a:pt x="92" y="98"/>
                  </a:cubicBezTo>
                  <a:cubicBezTo>
                    <a:pt x="93" y="98"/>
                    <a:pt x="92" y="97"/>
                    <a:pt x="92" y="97"/>
                  </a:cubicBezTo>
                  <a:cubicBezTo>
                    <a:pt x="91" y="97"/>
                    <a:pt x="90" y="97"/>
                    <a:pt x="90" y="97"/>
                  </a:cubicBezTo>
                  <a:cubicBezTo>
                    <a:pt x="89" y="97"/>
                    <a:pt x="88" y="97"/>
                    <a:pt x="87" y="97"/>
                  </a:cubicBezTo>
                  <a:cubicBezTo>
                    <a:pt x="87" y="98"/>
                    <a:pt x="86" y="98"/>
                    <a:pt x="87" y="99"/>
                  </a:cubicBezTo>
                  <a:close/>
                  <a:moveTo>
                    <a:pt x="191" y="8"/>
                  </a:moveTo>
                  <a:cubicBezTo>
                    <a:pt x="191" y="8"/>
                    <a:pt x="192" y="8"/>
                    <a:pt x="192" y="8"/>
                  </a:cubicBezTo>
                  <a:cubicBezTo>
                    <a:pt x="194" y="8"/>
                    <a:pt x="195" y="9"/>
                    <a:pt x="197" y="9"/>
                  </a:cubicBezTo>
                  <a:cubicBezTo>
                    <a:pt x="198" y="9"/>
                    <a:pt x="199" y="10"/>
                    <a:pt x="201" y="10"/>
                  </a:cubicBezTo>
                  <a:cubicBezTo>
                    <a:pt x="202" y="10"/>
                    <a:pt x="201" y="10"/>
                    <a:pt x="201" y="9"/>
                  </a:cubicBezTo>
                  <a:cubicBezTo>
                    <a:pt x="200" y="9"/>
                    <a:pt x="204" y="8"/>
                    <a:pt x="204" y="8"/>
                  </a:cubicBezTo>
                  <a:cubicBezTo>
                    <a:pt x="204" y="8"/>
                    <a:pt x="205" y="8"/>
                    <a:pt x="205" y="8"/>
                  </a:cubicBezTo>
                  <a:cubicBezTo>
                    <a:pt x="205" y="7"/>
                    <a:pt x="204" y="7"/>
                    <a:pt x="204" y="7"/>
                  </a:cubicBezTo>
                  <a:cubicBezTo>
                    <a:pt x="200" y="6"/>
                    <a:pt x="196" y="5"/>
                    <a:pt x="193" y="6"/>
                  </a:cubicBezTo>
                  <a:cubicBezTo>
                    <a:pt x="194" y="6"/>
                    <a:pt x="192" y="6"/>
                    <a:pt x="192" y="6"/>
                  </a:cubicBezTo>
                  <a:cubicBezTo>
                    <a:pt x="191" y="6"/>
                    <a:pt x="191" y="6"/>
                    <a:pt x="190" y="6"/>
                  </a:cubicBezTo>
                  <a:cubicBezTo>
                    <a:pt x="189" y="6"/>
                    <a:pt x="188" y="6"/>
                    <a:pt x="187" y="6"/>
                  </a:cubicBezTo>
                  <a:cubicBezTo>
                    <a:pt x="188" y="6"/>
                    <a:pt x="189" y="7"/>
                    <a:pt x="190" y="7"/>
                  </a:cubicBezTo>
                  <a:cubicBezTo>
                    <a:pt x="190" y="7"/>
                    <a:pt x="190" y="8"/>
                    <a:pt x="191" y="8"/>
                  </a:cubicBezTo>
                  <a:close/>
                  <a:moveTo>
                    <a:pt x="153" y="10"/>
                  </a:moveTo>
                  <a:cubicBezTo>
                    <a:pt x="154" y="10"/>
                    <a:pt x="155" y="10"/>
                    <a:pt x="156" y="10"/>
                  </a:cubicBezTo>
                  <a:cubicBezTo>
                    <a:pt x="158" y="10"/>
                    <a:pt x="159" y="11"/>
                    <a:pt x="161" y="11"/>
                  </a:cubicBezTo>
                  <a:cubicBezTo>
                    <a:pt x="161" y="11"/>
                    <a:pt x="163" y="11"/>
                    <a:pt x="163" y="10"/>
                  </a:cubicBezTo>
                  <a:cubicBezTo>
                    <a:pt x="162" y="10"/>
                    <a:pt x="160" y="9"/>
                    <a:pt x="159" y="9"/>
                  </a:cubicBezTo>
                  <a:cubicBezTo>
                    <a:pt x="159" y="9"/>
                    <a:pt x="156" y="9"/>
                    <a:pt x="157" y="8"/>
                  </a:cubicBezTo>
                  <a:cubicBezTo>
                    <a:pt x="156" y="8"/>
                    <a:pt x="154" y="8"/>
                    <a:pt x="153" y="9"/>
                  </a:cubicBezTo>
                  <a:cubicBezTo>
                    <a:pt x="152" y="9"/>
                    <a:pt x="153" y="10"/>
                    <a:pt x="153" y="10"/>
                  </a:cubicBezTo>
                  <a:close/>
                  <a:moveTo>
                    <a:pt x="276" y="102"/>
                  </a:moveTo>
                  <a:cubicBezTo>
                    <a:pt x="276" y="102"/>
                    <a:pt x="276" y="101"/>
                    <a:pt x="276" y="101"/>
                  </a:cubicBezTo>
                  <a:cubicBezTo>
                    <a:pt x="276" y="101"/>
                    <a:pt x="275" y="101"/>
                    <a:pt x="274" y="101"/>
                  </a:cubicBezTo>
                  <a:cubicBezTo>
                    <a:pt x="275" y="101"/>
                    <a:pt x="275" y="100"/>
                    <a:pt x="275" y="100"/>
                  </a:cubicBezTo>
                  <a:cubicBezTo>
                    <a:pt x="275" y="100"/>
                    <a:pt x="271" y="101"/>
                    <a:pt x="271" y="101"/>
                  </a:cubicBezTo>
                  <a:cubicBezTo>
                    <a:pt x="270" y="101"/>
                    <a:pt x="269" y="101"/>
                    <a:pt x="268" y="102"/>
                  </a:cubicBezTo>
                  <a:cubicBezTo>
                    <a:pt x="267" y="102"/>
                    <a:pt x="267" y="102"/>
                    <a:pt x="266" y="102"/>
                  </a:cubicBezTo>
                  <a:cubicBezTo>
                    <a:pt x="265" y="102"/>
                    <a:pt x="264" y="102"/>
                    <a:pt x="263" y="102"/>
                  </a:cubicBezTo>
                  <a:cubicBezTo>
                    <a:pt x="262" y="103"/>
                    <a:pt x="261" y="103"/>
                    <a:pt x="260" y="103"/>
                  </a:cubicBezTo>
                  <a:cubicBezTo>
                    <a:pt x="259" y="104"/>
                    <a:pt x="258" y="104"/>
                    <a:pt x="257" y="104"/>
                  </a:cubicBezTo>
                  <a:cubicBezTo>
                    <a:pt x="256" y="104"/>
                    <a:pt x="257" y="105"/>
                    <a:pt x="257" y="105"/>
                  </a:cubicBezTo>
                  <a:cubicBezTo>
                    <a:pt x="257" y="105"/>
                    <a:pt x="256" y="105"/>
                    <a:pt x="256" y="106"/>
                  </a:cubicBezTo>
                  <a:cubicBezTo>
                    <a:pt x="256" y="106"/>
                    <a:pt x="257" y="106"/>
                    <a:pt x="257" y="106"/>
                  </a:cubicBezTo>
                  <a:cubicBezTo>
                    <a:pt x="258" y="106"/>
                    <a:pt x="260" y="105"/>
                    <a:pt x="261" y="105"/>
                  </a:cubicBezTo>
                  <a:cubicBezTo>
                    <a:pt x="262" y="105"/>
                    <a:pt x="264" y="105"/>
                    <a:pt x="265" y="105"/>
                  </a:cubicBezTo>
                  <a:cubicBezTo>
                    <a:pt x="266" y="105"/>
                    <a:pt x="267" y="105"/>
                    <a:pt x="268" y="104"/>
                  </a:cubicBezTo>
                  <a:cubicBezTo>
                    <a:pt x="269" y="104"/>
                    <a:pt x="270" y="104"/>
                    <a:pt x="270" y="104"/>
                  </a:cubicBezTo>
                  <a:cubicBezTo>
                    <a:pt x="270" y="105"/>
                    <a:pt x="270" y="105"/>
                    <a:pt x="271" y="105"/>
                  </a:cubicBezTo>
                  <a:cubicBezTo>
                    <a:pt x="271" y="105"/>
                    <a:pt x="272" y="104"/>
                    <a:pt x="272" y="104"/>
                  </a:cubicBezTo>
                  <a:cubicBezTo>
                    <a:pt x="273" y="104"/>
                    <a:pt x="273" y="104"/>
                    <a:pt x="274" y="104"/>
                  </a:cubicBezTo>
                  <a:cubicBezTo>
                    <a:pt x="275" y="104"/>
                    <a:pt x="276" y="104"/>
                    <a:pt x="276" y="103"/>
                  </a:cubicBezTo>
                  <a:cubicBezTo>
                    <a:pt x="277" y="102"/>
                    <a:pt x="275" y="103"/>
                    <a:pt x="275" y="103"/>
                  </a:cubicBezTo>
                  <a:cubicBezTo>
                    <a:pt x="275" y="102"/>
                    <a:pt x="276" y="102"/>
                    <a:pt x="276" y="102"/>
                  </a:cubicBezTo>
                  <a:cubicBezTo>
                    <a:pt x="276" y="102"/>
                    <a:pt x="276" y="102"/>
                    <a:pt x="276" y="102"/>
                  </a:cubicBezTo>
                  <a:close/>
                  <a:moveTo>
                    <a:pt x="350" y="31"/>
                  </a:moveTo>
                  <a:cubicBezTo>
                    <a:pt x="349" y="31"/>
                    <a:pt x="348" y="32"/>
                    <a:pt x="349" y="32"/>
                  </a:cubicBezTo>
                  <a:cubicBezTo>
                    <a:pt x="349" y="32"/>
                    <a:pt x="348" y="32"/>
                    <a:pt x="348" y="32"/>
                  </a:cubicBezTo>
                  <a:cubicBezTo>
                    <a:pt x="349" y="33"/>
                    <a:pt x="350" y="32"/>
                    <a:pt x="350" y="32"/>
                  </a:cubicBezTo>
                  <a:cubicBezTo>
                    <a:pt x="351" y="32"/>
                    <a:pt x="351" y="32"/>
                    <a:pt x="352" y="32"/>
                  </a:cubicBezTo>
                  <a:cubicBezTo>
                    <a:pt x="353" y="31"/>
                    <a:pt x="352" y="31"/>
                    <a:pt x="351" y="31"/>
                  </a:cubicBezTo>
                  <a:cubicBezTo>
                    <a:pt x="351" y="30"/>
                    <a:pt x="350" y="31"/>
                    <a:pt x="350" y="31"/>
                  </a:cubicBezTo>
                  <a:close/>
                  <a:moveTo>
                    <a:pt x="319" y="70"/>
                  </a:moveTo>
                  <a:cubicBezTo>
                    <a:pt x="319" y="70"/>
                    <a:pt x="317" y="71"/>
                    <a:pt x="317" y="70"/>
                  </a:cubicBezTo>
                  <a:cubicBezTo>
                    <a:pt x="315" y="70"/>
                    <a:pt x="312" y="70"/>
                    <a:pt x="311" y="71"/>
                  </a:cubicBezTo>
                  <a:cubicBezTo>
                    <a:pt x="310" y="71"/>
                    <a:pt x="309" y="71"/>
                    <a:pt x="309" y="72"/>
                  </a:cubicBezTo>
                  <a:cubicBezTo>
                    <a:pt x="309" y="72"/>
                    <a:pt x="310" y="72"/>
                    <a:pt x="310" y="72"/>
                  </a:cubicBezTo>
                  <a:cubicBezTo>
                    <a:pt x="311" y="73"/>
                    <a:pt x="312" y="73"/>
                    <a:pt x="313" y="73"/>
                  </a:cubicBezTo>
                  <a:cubicBezTo>
                    <a:pt x="314" y="73"/>
                    <a:pt x="315" y="73"/>
                    <a:pt x="316" y="73"/>
                  </a:cubicBezTo>
                  <a:cubicBezTo>
                    <a:pt x="317" y="73"/>
                    <a:pt x="318" y="73"/>
                    <a:pt x="319" y="73"/>
                  </a:cubicBezTo>
                  <a:cubicBezTo>
                    <a:pt x="320" y="73"/>
                    <a:pt x="321" y="73"/>
                    <a:pt x="321" y="72"/>
                  </a:cubicBezTo>
                  <a:cubicBezTo>
                    <a:pt x="321" y="72"/>
                    <a:pt x="320" y="72"/>
                    <a:pt x="320" y="72"/>
                  </a:cubicBezTo>
                  <a:cubicBezTo>
                    <a:pt x="319" y="71"/>
                    <a:pt x="320" y="71"/>
                    <a:pt x="319" y="70"/>
                  </a:cubicBezTo>
                  <a:close/>
                  <a:moveTo>
                    <a:pt x="309" y="82"/>
                  </a:moveTo>
                  <a:cubicBezTo>
                    <a:pt x="310" y="82"/>
                    <a:pt x="311" y="82"/>
                    <a:pt x="311" y="82"/>
                  </a:cubicBezTo>
                  <a:cubicBezTo>
                    <a:pt x="311" y="82"/>
                    <a:pt x="311" y="82"/>
                    <a:pt x="311" y="81"/>
                  </a:cubicBezTo>
                  <a:cubicBezTo>
                    <a:pt x="311" y="81"/>
                    <a:pt x="310" y="81"/>
                    <a:pt x="309" y="82"/>
                  </a:cubicBezTo>
                  <a:close/>
                  <a:moveTo>
                    <a:pt x="302" y="83"/>
                  </a:moveTo>
                  <a:cubicBezTo>
                    <a:pt x="301" y="82"/>
                    <a:pt x="299" y="82"/>
                    <a:pt x="298" y="82"/>
                  </a:cubicBezTo>
                  <a:cubicBezTo>
                    <a:pt x="296" y="82"/>
                    <a:pt x="295" y="82"/>
                    <a:pt x="293" y="83"/>
                  </a:cubicBezTo>
                  <a:cubicBezTo>
                    <a:pt x="292" y="83"/>
                    <a:pt x="291" y="83"/>
                    <a:pt x="289" y="83"/>
                  </a:cubicBezTo>
                  <a:cubicBezTo>
                    <a:pt x="289" y="83"/>
                    <a:pt x="288" y="83"/>
                    <a:pt x="288" y="83"/>
                  </a:cubicBezTo>
                  <a:cubicBezTo>
                    <a:pt x="288" y="84"/>
                    <a:pt x="289" y="84"/>
                    <a:pt x="290" y="84"/>
                  </a:cubicBezTo>
                  <a:cubicBezTo>
                    <a:pt x="291" y="83"/>
                    <a:pt x="293" y="84"/>
                    <a:pt x="294" y="84"/>
                  </a:cubicBezTo>
                  <a:cubicBezTo>
                    <a:pt x="296" y="84"/>
                    <a:pt x="297" y="84"/>
                    <a:pt x="299" y="84"/>
                  </a:cubicBezTo>
                  <a:cubicBezTo>
                    <a:pt x="299" y="84"/>
                    <a:pt x="300" y="84"/>
                    <a:pt x="300" y="85"/>
                  </a:cubicBezTo>
                  <a:cubicBezTo>
                    <a:pt x="300" y="85"/>
                    <a:pt x="300" y="85"/>
                    <a:pt x="301" y="85"/>
                  </a:cubicBezTo>
                  <a:cubicBezTo>
                    <a:pt x="300" y="85"/>
                    <a:pt x="300" y="85"/>
                    <a:pt x="300" y="85"/>
                  </a:cubicBezTo>
                  <a:cubicBezTo>
                    <a:pt x="301" y="86"/>
                    <a:pt x="303" y="85"/>
                    <a:pt x="304" y="85"/>
                  </a:cubicBezTo>
                  <a:cubicBezTo>
                    <a:pt x="304" y="85"/>
                    <a:pt x="304" y="85"/>
                    <a:pt x="304" y="85"/>
                  </a:cubicBezTo>
                  <a:cubicBezTo>
                    <a:pt x="304" y="85"/>
                    <a:pt x="305" y="86"/>
                    <a:pt x="305" y="85"/>
                  </a:cubicBezTo>
                  <a:cubicBezTo>
                    <a:pt x="306" y="85"/>
                    <a:pt x="305" y="85"/>
                    <a:pt x="305" y="85"/>
                  </a:cubicBezTo>
                  <a:cubicBezTo>
                    <a:pt x="305" y="85"/>
                    <a:pt x="304" y="84"/>
                    <a:pt x="304" y="84"/>
                  </a:cubicBezTo>
                  <a:cubicBezTo>
                    <a:pt x="304" y="84"/>
                    <a:pt x="306" y="84"/>
                    <a:pt x="306" y="83"/>
                  </a:cubicBezTo>
                  <a:cubicBezTo>
                    <a:pt x="305" y="83"/>
                    <a:pt x="305" y="83"/>
                    <a:pt x="304" y="83"/>
                  </a:cubicBezTo>
                  <a:cubicBezTo>
                    <a:pt x="304" y="83"/>
                    <a:pt x="303" y="83"/>
                    <a:pt x="302" y="83"/>
                  </a:cubicBezTo>
                  <a:close/>
                  <a:moveTo>
                    <a:pt x="303" y="87"/>
                  </a:moveTo>
                  <a:cubicBezTo>
                    <a:pt x="304" y="87"/>
                    <a:pt x="302" y="87"/>
                    <a:pt x="302" y="86"/>
                  </a:cubicBezTo>
                  <a:cubicBezTo>
                    <a:pt x="301" y="86"/>
                    <a:pt x="300" y="86"/>
                    <a:pt x="300" y="86"/>
                  </a:cubicBezTo>
                  <a:cubicBezTo>
                    <a:pt x="300" y="86"/>
                    <a:pt x="298" y="85"/>
                    <a:pt x="298" y="85"/>
                  </a:cubicBezTo>
                  <a:cubicBezTo>
                    <a:pt x="297" y="84"/>
                    <a:pt x="297" y="84"/>
                    <a:pt x="296" y="84"/>
                  </a:cubicBezTo>
                  <a:cubicBezTo>
                    <a:pt x="293" y="84"/>
                    <a:pt x="291" y="83"/>
                    <a:pt x="289" y="84"/>
                  </a:cubicBezTo>
                  <a:cubicBezTo>
                    <a:pt x="288" y="84"/>
                    <a:pt x="288" y="85"/>
                    <a:pt x="288" y="86"/>
                  </a:cubicBezTo>
                  <a:cubicBezTo>
                    <a:pt x="288" y="86"/>
                    <a:pt x="289" y="87"/>
                    <a:pt x="290" y="87"/>
                  </a:cubicBezTo>
                  <a:cubicBezTo>
                    <a:pt x="290" y="86"/>
                    <a:pt x="290" y="87"/>
                    <a:pt x="290" y="87"/>
                  </a:cubicBezTo>
                  <a:cubicBezTo>
                    <a:pt x="291" y="87"/>
                    <a:pt x="290" y="87"/>
                    <a:pt x="290" y="88"/>
                  </a:cubicBezTo>
                  <a:cubicBezTo>
                    <a:pt x="290" y="87"/>
                    <a:pt x="293" y="88"/>
                    <a:pt x="293" y="88"/>
                  </a:cubicBezTo>
                  <a:cubicBezTo>
                    <a:pt x="294" y="88"/>
                    <a:pt x="296" y="88"/>
                    <a:pt x="296" y="89"/>
                  </a:cubicBezTo>
                  <a:cubicBezTo>
                    <a:pt x="297" y="90"/>
                    <a:pt x="298" y="90"/>
                    <a:pt x="299" y="90"/>
                  </a:cubicBezTo>
                  <a:cubicBezTo>
                    <a:pt x="299" y="90"/>
                    <a:pt x="300" y="90"/>
                    <a:pt x="300" y="90"/>
                  </a:cubicBezTo>
                  <a:cubicBezTo>
                    <a:pt x="300" y="90"/>
                    <a:pt x="299" y="90"/>
                    <a:pt x="299" y="90"/>
                  </a:cubicBezTo>
                  <a:cubicBezTo>
                    <a:pt x="299" y="90"/>
                    <a:pt x="301" y="91"/>
                    <a:pt x="302" y="90"/>
                  </a:cubicBezTo>
                  <a:cubicBezTo>
                    <a:pt x="303" y="90"/>
                    <a:pt x="302" y="90"/>
                    <a:pt x="302" y="90"/>
                  </a:cubicBezTo>
                  <a:cubicBezTo>
                    <a:pt x="302" y="89"/>
                    <a:pt x="303" y="89"/>
                    <a:pt x="303" y="89"/>
                  </a:cubicBezTo>
                  <a:cubicBezTo>
                    <a:pt x="303" y="89"/>
                    <a:pt x="302" y="89"/>
                    <a:pt x="302" y="89"/>
                  </a:cubicBezTo>
                  <a:cubicBezTo>
                    <a:pt x="302" y="89"/>
                    <a:pt x="301" y="90"/>
                    <a:pt x="301" y="89"/>
                  </a:cubicBezTo>
                  <a:cubicBezTo>
                    <a:pt x="301" y="89"/>
                    <a:pt x="301" y="89"/>
                    <a:pt x="300" y="89"/>
                  </a:cubicBezTo>
                  <a:cubicBezTo>
                    <a:pt x="300" y="89"/>
                    <a:pt x="298" y="88"/>
                    <a:pt x="299" y="88"/>
                  </a:cubicBezTo>
                  <a:cubicBezTo>
                    <a:pt x="299" y="87"/>
                    <a:pt x="301" y="88"/>
                    <a:pt x="302" y="88"/>
                  </a:cubicBezTo>
                  <a:cubicBezTo>
                    <a:pt x="302" y="88"/>
                    <a:pt x="303" y="88"/>
                    <a:pt x="303" y="88"/>
                  </a:cubicBezTo>
                  <a:cubicBezTo>
                    <a:pt x="304" y="88"/>
                    <a:pt x="304" y="88"/>
                    <a:pt x="304" y="88"/>
                  </a:cubicBezTo>
                  <a:cubicBezTo>
                    <a:pt x="305" y="87"/>
                    <a:pt x="303" y="87"/>
                    <a:pt x="303" y="87"/>
                  </a:cubicBezTo>
                  <a:close/>
                  <a:moveTo>
                    <a:pt x="335" y="52"/>
                  </a:moveTo>
                  <a:cubicBezTo>
                    <a:pt x="335" y="53"/>
                    <a:pt x="335" y="54"/>
                    <a:pt x="335" y="54"/>
                  </a:cubicBezTo>
                  <a:cubicBezTo>
                    <a:pt x="335" y="54"/>
                    <a:pt x="336" y="54"/>
                    <a:pt x="336" y="54"/>
                  </a:cubicBezTo>
                  <a:cubicBezTo>
                    <a:pt x="336" y="54"/>
                    <a:pt x="335" y="54"/>
                    <a:pt x="335" y="55"/>
                  </a:cubicBezTo>
                  <a:cubicBezTo>
                    <a:pt x="335" y="55"/>
                    <a:pt x="336" y="56"/>
                    <a:pt x="336" y="56"/>
                  </a:cubicBezTo>
                  <a:cubicBezTo>
                    <a:pt x="336" y="56"/>
                    <a:pt x="336" y="57"/>
                    <a:pt x="336" y="57"/>
                  </a:cubicBezTo>
                  <a:cubicBezTo>
                    <a:pt x="336" y="57"/>
                    <a:pt x="336" y="58"/>
                    <a:pt x="336" y="58"/>
                  </a:cubicBezTo>
                  <a:cubicBezTo>
                    <a:pt x="336" y="58"/>
                    <a:pt x="337" y="57"/>
                    <a:pt x="337" y="57"/>
                  </a:cubicBezTo>
                  <a:cubicBezTo>
                    <a:pt x="337" y="56"/>
                    <a:pt x="337" y="56"/>
                    <a:pt x="337" y="55"/>
                  </a:cubicBezTo>
                  <a:cubicBezTo>
                    <a:pt x="337" y="55"/>
                    <a:pt x="337" y="54"/>
                    <a:pt x="337" y="53"/>
                  </a:cubicBezTo>
                  <a:cubicBezTo>
                    <a:pt x="337" y="52"/>
                    <a:pt x="338" y="52"/>
                    <a:pt x="338" y="51"/>
                  </a:cubicBezTo>
                  <a:cubicBezTo>
                    <a:pt x="337" y="51"/>
                    <a:pt x="337" y="50"/>
                    <a:pt x="336" y="50"/>
                  </a:cubicBezTo>
                  <a:cubicBezTo>
                    <a:pt x="335" y="51"/>
                    <a:pt x="336" y="51"/>
                    <a:pt x="336" y="52"/>
                  </a:cubicBezTo>
                  <a:cubicBezTo>
                    <a:pt x="336" y="52"/>
                    <a:pt x="337" y="51"/>
                    <a:pt x="337" y="52"/>
                  </a:cubicBezTo>
                  <a:cubicBezTo>
                    <a:pt x="337" y="52"/>
                    <a:pt x="335" y="51"/>
                    <a:pt x="335" y="52"/>
                  </a:cubicBezTo>
                  <a:close/>
                  <a:moveTo>
                    <a:pt x="342" y="64"/>
                  </a:moveTo>
                  <a:cubicBezTo>
                    <a:pt x="342" y="64"/>
                    <a:pt x="341" y="64"/>
                    <a:pt x="341" y="64"/>
                  </a:cubicBezTo>
                  <a:cubicBezTo>
                    <a:pt x="341" y="65"/>
                    <a:pt x="339" y="64"/>
                    <a:pt x="338" y="64"/>
                  </a:cubicBezTo>
                  <a:cubicBezTo>
                    <a:pt x="338" y="64"/>
                    <a:pt x="338" y="64"/>
                    <a:pt x="338" y="63"/>
                  </a:cubicBezTo>
                  <a:cubicBezTo>
                    <a:pt x="338" y="63"/>
                    <a:pt x="337" y="63"/>
                    <a:pt x="337" y="63"/>
                  </a:cubicBezTo>
                  <a:cubicBezTo>
                    <a:pt x="337" y="63"/>
                    <a:pt x="340" y="63"/>
                    <a:pt x="340" y="62"/>
                  </a:cubicBezTo>
                  <a:cubicBezTo>
                    <a:pt x="339" y="62"/>
                    <a:pt x="339" y="62"/>
                    <a:pt x="338" y="62"/>
                  </a:cubicBezTo>
                  <a:cubicBezTo>
                    <a:pt x="338" y="62"/>
                    <a:pt x="338" y="62"/>
                    <a:pt x="338" y="62"/>
                  </a:cubicBezTo>
                  <a:cubicBezTo>
                    <a:pt x="337" y="63"/>
                    <a:pt x="336" y="62"/>
                    <a:pt x="335" y="62"/>
                  </a:cubicBezTo>
                  <a:cubicBezTo>
                    <a:pt x="335" y="62"/>
                    <a:pt x="333" y="62"/>
                    <a:pt x="333" y="62"/>
                  </a:cubicBezTo>
                  <a:cubicBezTo>
                    <a:pt x="333" y="63"/>
                    <a:pt x="333" y="63"/>
                    <a:pt x="333" y="63"/>
                  </a:cubicBezTo>
                  <a:cubicBezTo>
                    <a:pt x="333" y="63"/>
                    <a:pt x="333" y="64"/>
                    <a:pt x="333" y="64"/>
                  </a:cubicBezTo>
                  <a:cubicBezTo>
                    <a:pt x="332" y="64"/>
                    <a:pt x="333" y="64"/>
                    <a:pt x="332" y="64"/>
                  </a:cubicBezTo>
                  <a:cubicBezTo>
                    <a:pt x="332" y="64"/>
                    <a:pt x="332" y="64"/>
                    <a:pt x="332" y="65"/>
                  </a:cubicBezTo>
                  <a:cubicBezTo>
                    <a:pt x="332" y="66"/>
                    <a:pt x="334" y="65"/>
                    <a:pt x="335" y="65"/>
                  </a:cubicBezTo>
                  <a:cubicBezTo>
                    <a:pt x="336" y="65"/>
                    <a:pt x="337" y="65"/>
                    <a:pt x="339" y="65"/>
                  </a:cubicBezTo>
                  <a:cubicBezTo>
                    <a:pt x="339" y="65"/>
                    <a:pt x="341" y="65"/>
                    <a:pt x="340" y="66"/>
                  </a:cubicBezTo>
                  <a:cubicBezTo>
                    <a:pt x="340" y="66"/>
                    <a:pt x="341" y="66"/>
                    <a:pt x="341" y="65"/>
                  </a:cubicBezTo>
                  <a:cubicBezTo>
                    <a:pt x="341" y="65"/>
                    <a:pt x="342" y="65"/>
                    <a:pt x="342" y="65"/>
                  </a:cubicBezTo>
                  <a:cubicBezTo>
                    <a:pt x="342" y="65"/>
                    <a:pt x="342" y="65"/>
                    <a:pt x="343" y="64"/>
                  </a:cubicBezTo>
                  <a:cubicBezTo>
                    <a:pt x="343" y="64"/>
                    <a:pt x="342" y="64"/>
                    <a:pt x="342" y="64"/>
                  </a:cubicBezTo>
                  <a:close/>
                  <a:moveTo>
                    <a:pt x="85" y="199"/>
                  </a:moveTo>
                  <a:cubicBezTo>
                    <a:pt x="86" y="200"/>
                    <a:pt x="87" y="199"/>
                    <a:pt x="86" y="199"/>
                  </a:cubicBezTo>
                  <a:cubicBezTo>
                    <a:pt x="86" y="199"/>
                    <a:pt x="88" y="199"/>
                    <a:pt x="87" y="198"/>
                  </a:cubicBezTo>
                  <a:cubicBezTo>
                    <a:pt x="87" y="198"/>
                    <a:pt x="86" y="199"/>
                    <a:pt x="85" y="199"/>
                  </a:cubicBezTo>
                  <a:close/>
                  <a:moveTo>
                    <a:pt x="96" y="202"/>
                  </a:moveTo>
                  <a:cubicBezTo>
                    <a:pt x="96" y="202"/>
                    <a:pt x="95" y="202"/>
                    <a:pt x="95" y="202"/>
                  </a:cubicBezTo>
                  <a:cubicBezTo>
                    <a:pt x="95" y="203"/>
                    <a:pt x="96" y="202"/>
                    <a:pt x="96" y="202"/>
                  </a:cubicBezTo>
                  <a:close/>
                  <a:moveTo>
                    <a:pt x="174" y="152"/>
                  </a:moveTo>
                  <a:cubicBezTo>
                    <a:pt x="175" y="152"/>
                    <a:pt x="176" y="152"/>
                    <a:pt x="176" y="151"/>
                  </a:cubicBezTo>
                  <a:cubicBezTo>
                    <a:pt x="175" y="151"/>
                    <a:pt x="174" y="151"/>
                    <a:pt x="174" y="152"/>
                  </a:cubicBezTo>
                  <a:close/>
                  <a:moveTo>
                    <a:pt x="173" y="150"/>
                  </a:moveTo>
                  <a:cubicBezTo>
                    <a:pt x="173" y="150"/>
                    <a:pt x="173" y="149"/>
                    <a:pt x="173" y="149"/>
                  </a:cubicBezTo>
                  <a:cubicBezTo>
                    <a:pt x="174" y="150"/>
                    <a:pt x="174" y="149"/>
                    <a:pt x="174" y="150"/>
                  </a:cubicBezTo>
                  <a:cubicBezTo>
                    <a:pt x="173" y="149"/>
                    <a:pt x="173" y="148"/>
                    <a:pt x="172" y="148"/>
                  </a:cubicBezTo>
                  <a:cubicBezTo>
                    <a:pt x="171" y="148"/>
                    <a:pt x="171" y="149"/>
                    <a:pt x="170" y="149"/>
                  </a:cubicBezTo>
                  <a:cubicBezTo>
                    <a:pt x="170" y="149"/>
                    <a:pt x="170" y="149"/>
                    <a:pt x="169" y="150"/>
                  </a:cubicBezTo>
                  <a:cubicBezTo>
                    <a:pt x="169" y="151"/>
                    <a:pt x="170" y="151"/>
                    <a:pt x="170" y="151"/>
                  </a:cubicBezTo>
                  <a:cubicBezTo>
                    <a:pt x="172" y="151"/>
                    <a:pt x="171" y="151"/>
                    <a:pt x="171" y="151"/>
                  </a:cubicBezTo>
                  <a:cubicBezTo>
                    <a:pt x="171" y="150"/>
                    <a:pt x="172" y="151"/>
                    <a:pt x="172" y="151"/>
                  </a:cubicBezTo>
                  <a:cubicBezTo>
                    <a:pt x="172" y="151"/>
                    <a:pt x="172" y="151"/>
                    <a:pt x="172" y="151"/>
                  </a:cubicBezTo>
                  <a:cubicBezTo>
                    <a:pt x="173" y="151"/>
                    <a:pt x="173" y="151"/>
                    <a:pt x="174" y="150"/>
                  </a:cubicBezTo>
                  <a:cubicBezTo>
                    <a:pt x="175" y="150"/>
                    <a:pt x="173" y="150"/>
                    <a:pt x="173" y="150"/>
                  </a:cubicBezTo>
                  <a:cubicBezTo>
                    <a:pt x="173" y="150"/>
                    <a:pt x="173" y="150"/>
                    <a:pt x="173" y="150"/>
                  </a:cubicBezTo>
                  <a:close/>
                  <a:moveTo>
                    <a:pt x="101" y="207"/>
                  </a:moveTo>
                  <a:cubicBezTo>
                    <a:pt x="102" y="206"/>
                    <a:pt x="102" y="206"/>
                    <a:pt x="101" y="206"/>
                  </a:cubicBezTo>
                  <a:cubicBezTo>
                    <a:pt x="101" y="206"/>
                    <a:pt x="100" y="206"/>
                    <a:pt x="100" y="206"/>
                  </a:cubicBezTo>
                  <a:cubicBezTo>
                    <a:pt x="99" y="207"/>
                    <a:pt x="99" y="207"/>
                    <a:pt x="98" y="207"/>
                  </a:cubicBezTo>
                  <a:cubicBezTo>
                    <a:pt x="99" y="208"/>
                    <a:pt x="99" y="207"/>
                    <a:pt x="99" y="207"/>
                  </a:cubicBezTo>
                  <a:cubicBezTo>
                    <a:pt x="100" y="207"/>
                    <a:pt x="100" y="207"/>
                    <a:pt x="101" y="206"/>
                  </a:cubicBezTo>
                  <a:cubicBezTo>
                    <a:pt x="101" y="206"/>
                    <a:pt x="100" y="207"/>
                    <a:pt x="100" y="207"/>
                  </a:cubicBezTo>
                  <a:cubicBezTo>
                    <a:pt x="100" y="207"/>
                    <a:pt x="101" y="207"/>
                    <a:pt x="101" y="207"/>
                  </a:cubicBezTo>
                  <a:close/>
                  <a:moveTo>
                    <a:pt x="135" y="173"/>
                  </a:moveTo>
                  <a:cubicBezTo>
                    <a:pt x="135" y="173"/>
                    <a:pt x="134" y="172"/>
                    <a:pt x="134" y="172"/>
                  </a:cubicBezTo>
                  <a:cubicBezTo>
                    <a:pt x="134" y="172"/>
                    <a:pt x="134" y="172"/>
                    <a:pt x="133" y="171"/>
                  </a:cubicBezTo>
                  <a:cubicBezTo>
                    <a:pt x="133" y="171"/>
                    <a:pt x="131" y="172"/>
                    <a:pt x="132" y="172"/>
                  </a:cubicBezTo>
                  <a:cubicBezTo>
                    <a:pt x="133" y="173"/>
                    <a:pt x="134" y="174"/>
                    <a:pt x="135" y="174"/>
                  </a:cubicBezTo>
                  <a:cubicBezTo>
                    <a:pt x="135" y="174"/>
                    <a:pt x="135" y="174"/>
                    <a:pt x="135" y="174"/>
                  </a:cubicBezTo>
                  <a:cubicBezTo>
                    <a:pt x="135" y="174"/>
                    <a:pt x="135" y="174"/>
                    <a:pt x="135" y="174"/>
                  </a:cubicBezTo>
                  <a:cubicBezTo>
                    <a:pt x="135" y="174"/>
                    <a:pt x="136" y="174"/>
                    <a:pt x="136" y="174"/>
                  </a:cubicBezTo>
                  <a:cubicBezTo>
                    <a:pt x="136" y="174"/>
                    <a:pt x="136" y="174"/>
                    <a:pt x="136" y="174"/>
                  </a:cubicBezTo>
                  <a:cubicBezTo>
                    <a:pt x="137" y="174"/>
                    <a:pt x="136" y="173"/>
                    <a:pt x="136" y="173"/>
                  </a:cubicBezTo>
                  <a:cubicBezTo>
                    <a:pt x="136" y="173"/>
                    <a:pt x="135" y="173"/>
                    <a:pt x="135" y="173"/>
                  </a:cubicBezTo>
                  <a:close/>
                  <a:moveTo>
                    <a:pt x="94" y="202"/>
                  </a:moveTo>
                  <a:cubicBezTo>
                    <a:pt x="94" y="202"/>
                    <a:pt x="94" y="202"/>
                    <a:pt x="94" y="202"/>
                  </a:cubicBezTo>
                  <a:cubicBezTo>
                    <a:pt x="94" y="202"/>
                    <a:pt x="93" y="202"/>
                    <a:pt x="93" y="202"/>
                  </a:cubicBezTo>
                  <a:cubicBezTo>
                    <a:pt x="93" y="202"/>
                    <a:pt x="93" y="202"/>
                    <a:pt x="93" y="203"/>
                  </a:cubicBezTo>
                  <a:cubicBezTo>
                    <a:pt x="92" y="203"/>
                    <a:pt x="92" y="204"/>
                    <a:pt x="92" y="204"/>
                  </a:cubicBezTo>
                  <a:cubicBezTo>
                    <a:pt x="92" y="204"/>
                    <a:pt x="95" y="203"/>
                    <a:pt x="94" y="202"/>
                  </a:cubicBezTo>
                  <a:close/>
                  <a:moveTo>
                    <a:pt x="107" y="205"/>
                  </a:moveTo>
                  <a:cubicBezTo>
                    <a:pt x="106" y="205"/>
                    <a:pt x="105" y="205"/>
                    <a:pt x="105" y="205"/>
                  </a:cubicBezTo>
                  <a:cubicBezTo>
                    <a:pt x="104" y="205"/>
                    <a:pt x="102" y="204"/>
                    <a:pt x="101" y="205"/>
                  </a:cubicBezTo>
                  <a:cubicBezTo>
                    <a:pt x="101" y="205"/>
                    <a:pt x="102" y="206"/>
                    <a:pt x="103" y="206"/>
                  </a:cubicBezTo>
                  <a:cubicBezTo>
                    <a:pt x="103" y="206"/>
                    <a:pt x="104" y="206"/>
                    <a:pt x="104" y="206"/>
                  </a:cubicBezTo>
                  <a:cubicBezTo>
                    <a:pt x="104" y="206"/>
                    <a:pt x="103" y="206"/>
                    <a:pt x="102" y="206"/>
                  </a:cubicBezTo>
                  <a:cubicBezTo>
                    <a:pt x="103" y="207"/>
                    <a:pt x="104" y="207"/>
                    <a:pt x="104" y="207"/>
                  </a:cubicBezTo>
                  <a:cubicBezTo>
                    <a:pt x="104" y="207"/>
                    <a:pt x="104" y="206"/>
                    <a:pt x="104" y="206"/>
                  </a:cubicBezTo>
                  <a:cubicBezTo>
                    <a:pt x="105" y="207"/>
                    <a:pt x="104" y="207"/>
                    <a:pt x="105" y="207"/>
                  </a:cubicBezTo>
                  <a:cubicBezTo>
                    <a:pt x="105" y="207"/>
                    <a:pt x="105" y="207"/>
                    <a:pt x="106" y="206"/>
                  </a:cubicBezTo>
                  <a:cubicBezTo>
                    <a:pt x="106" y="206"/>
                    <a:pt x="106" y="206"/>
                    <a:pt x="105" y="205"/>
                  </a:cubicBezTo>
                  <a:cubicBezTo>
                    <a:pt x="106" y="205"/>
                    <a:pt x="106" y="206"/>
                    <a:pt x="106" y="206"/>
                  </a:cubicBezTo>
                  <a:cubicBezTo>
                    <a:pt x="107" y="206"/>
                    <a:pt x="107" y="206"/>
                    <a:pt x="107" y="206"/>
                  </a:cubicBezTo>
                  <a:cubicBezTo>
                    <a:pt x="107" y="206"/>
                    <a:pt x="107" y="206"/>
                    <a:pt x="107" y="206"/>
                  </a:cubicBezTo>
                  <a:cubicBezTo>
                    <a:pt x="107" y="206"/>
                    <a:pt x="107" y="206"/>
                    <a:pt x="108" y="206"/>
                  </a:cubicBezTo>
                  <a:cubicBezTo>
                    <a:pt x="108" y="206"/>
                    <a:pt x="108" y="206"/>
                    <a:pt x="108" y="206"/>
                  </a:cubicBezTo>
                  <a:cubicBezTo>
                    <a:pt x="108" y="206"/>
                    <a:pt x="109" y="206"/>
                    <a:pt x="109" y="206"/>
                  </a:cubicBezTo>
                  <a:cubicBezTo>
                    <a:pt x="109" y="206"/>
                    <a:pt x="109" y="206"/>
                    <a:pt x="108" y="206"/>
                  </a:cubicBezTo>
                  <a:cubicBezTo>
                    <a:pt x="108" y="205"/>
                    <a:pt x="107" y="205"/>
                    <a:pt x="107" y="205"/>
                  </a:cubicBezTo>
                  <a:close/>
                  <a:moveTo>
                    <a:pt x="128" y="179"/>
                  </a:moveTo>
                  <a:cubicBezTo>
                    <a:pt x="127" y="178"/>
                    <a:pt x="126" y="178"/>
                    <a:pt x="125" y="179"/>
                  </a:cubicBezTo>
                  <a:cubicBezTo>
                    <a:pt x="125" y="179"/>
                    <a:pt x="125" y="179"/>
                    <a:pt x="125" y="179"/>
                  </a:cubicBezTo>
                  <a:cubicBezTo>
                    <a:pt x="125" y="179"/>
                    <a:pt x="125" y="179"/>
                    <a:pt x="125" y="179"/>
                  </a:cubicBezTo>
                  <a:cubicBezTo>
                    <a:pt x="125" y="180"/>
                    <a:pt x="126" y="179"/>
                    <a:pt x="126" y="179"/>
                  </a:cubicBezTo>
                  <a:cubicBezTo>
                    <a:pt x="126" y="180"/>
                    <a:pt x="126" y="179"/>
                    <a:pt x="126" y="179"/>
                  </a:cubicBezTo>
                  <a:cubicBezTo>
                    <a:pt x="127" y="179"/>
                    <a:pt x="127" y="179"/>
                    <a:pt x="127" y="179"/>
                  </a:cubicBezTo>
                  <a:cubicBezTo>
                    <a:pt x="127" y="179"/>
                    <a:pt x="128" y="179"/>
                    <a:pt x="128" y="179"/>
                  </a:cubicBezTo>
                  <a:cubicBezTo>
                    <a:pt x="128" y="179"/>
                    <a:pt x="127" y="179"/>
                    <a:pt x="126" y="179"/>
                  </a:cubicBezTo>
                  <a:cubicBezTo>
                    <a:pt x="127" y="179"/>
                    <a:pt x="127" y="179"/>
                    <a:pt x="128" y="179"/>
                  </a:cubicBezTo>
                  <a:cubicBezTo>
                    <a:pt x="128" y="179"/>
                    <a:pt x="128" y="179"/>
                    <a:pt x="129" y="179"/>
                  </a:cubicBezTo>
                  <a:cubicBezTo>
                    <a:pt x="129" y="179"/>
                    <a:pt x="128" y="179"/>
                    <a:pt x="128" y="179"/>
                  </a:cubicBezTo>
                  <a:cubicBezTo>
                    <a:pt x="128" y="179"/>
                    <a:pt x="128" y="179"/>
                    <a:pt x="128" y="179"/>
                  </a:cubicBezTo>
                  <a:close/>
                  <a:moveTo>
                    <a:pt x="148" y="161"/>
                  </a:moveTo>
                  <a:cubicBezTo>
                    <a:pt x="148" y="161"/>
                    <a:pt x="147" y="161"/>
                    <a:pt x="147" y="161"/>
                  </a:cubicBezTo>
                  <a:cubicBezTo>
                    <a:pt x="147" y="161"/>
                    <a:pt x="147" y="161"/>
                    <a:pt x="147" y="161"/>
                  </a:cubicBezTo>
                  <a:cubicBezTo>
                    <a:pt x="147" y="160"/>
                    <a:pt x="147" y="161"/>
                    <a:pt x="147" y="160"/>
                  </a:cubicBezTo>
                  <a:cubicBezTo>
                    <a:pt x="147" y="160"/>
                    <a:pt x="147" y="160"/>
                    <a:pt x="147" y="160"/>
                  </a:cubicBezTo>
                  <a:cubicBezTo>
                    <a:pt x="147" y="159"/>
                    <a:pt x="147" y="160"/>
                    <a:pt x="147" y="159"/>
                  </a:cubicBezTo>
                  <a:cubicBezTo>
                    <a:pt x="147" y="159"/>
                    <a:pt x="147" y="159"/>
                    <a:pt x="147" y="158"/>
                  </a:cubicBezTo>
                  <a:cubicBezTo>
                    <a:pt x="147" y="158"/>
                    <a:pt x="146" y="157"/>
                    <a:pt x="145" y="158"/>
                  </a:cubicBezTo>
                  <a:cubicBezTo>
                    <a:pt x="145" y="158"/>
                    <a:pt x="145" y="159"/>
                    <a:pt x="146" y="159"/>
                  </a:cubicBezTo>
                  <a:cubicBezTo>
                    <a:pt x="146" y="160"/>
                    <a:pt x="146" y="160"/>
                    <a:pt x="146" y="161"/>
                  </a:cubicBezTo>
                  <a:cubicBezTo>
                    <a:pt x="146" y="161"/>
                    <a:pt x="146" y="162"/>
                    <a:pt x="146" y="162"/>
                  </a:cubicBezTo>
                  <a:cubicBezTo>
                    <a:pt x="146" y="162"/>
                    <a:pt x="148" y="162"/>
                    <a:pt x="148" y="162"/>
                  </a:cubicBezTo>
                  <a:cubicBezTo>
                    <a:pt x="148" y="162"/>
                    <a:pt x="149" y="162"/>
                    <a:pt x="148" y="161"/>
                  </a:cubicBezTo>
                  <a:close/>
                  <a:moveTo>
                    <a:pt x="341" y="23"/>
                  </a:moveTo>
                  <a:cubicBezTo>
                    <a:pt x="341" y="23"/>
                    <a:pt x="341" y="24"/>
                    <a:pt x="340" y="24"/>
                  </a:cubicBezTo>
                  <a:cubicBezTo>
                    <a:pt x="340" y="24"/>
                    <a:pt x="340" y="24"/>
                    <a:pt x="340" y="24"/>
                  </a:cubicBezTo>
                  <a:cubicBezTo>
                    <a:pt x="341" y="24"/>
                    <a:pt x="342" y="24"/>
                    <a:pt x="343" y="24"/>
                  </a:cubicBezTo>
                  <a:cubicBezTo>
                    <a:pt x="344" y="24"/>
                    <a:pt x="345" y="24"/>
                    <a:pt x="346" y="24"/>
                  </a:cubicBezTo>
                  <a:cubicBezTo>
                    <a:pt x="346" y="24"/>
                    <a:pt x="346" y="24"/>
                    <a:pt x="346" y="23"/>
                  </a:cubicBezTo>
                  <a:cubicBezTo>
                    <a:pt x="345" y="23"/>
                    <a:pt x="344" y="23"/>
                    <a:pt x="344" y="23"/>
                  </a:cubicBezTo>
                  <a:cubicBezTo>
                    <a:pt x="343" y="23"/>
                    <a:pt x="342" y="23"/>
                    <a:pt x="341" y="23"/>
                  </a:cubicBezTo>
                  <a:close/>
                  <a:moveTo>
                    <a:pt x="319" y="67"/>
                  </a:moveTo>
                  <a:cubicBezTo>
                    <a:pt x="319" y="67"/>
                    <a:pt x="322" y="68"/>
                    <a:pt x="322" y="68"/>
                  </a:cubicBezTo>
                  <a:cubicBezTo>
                    <a:pt x="323" y="68"/>
                    <a:pt x="324" y="68"/>
                    <a:pt x="325" y="67"/>
                  </a:cubicBezTo>
                  <a:cubicBezTo>
                    <a:pt x="325" y="67"/>
                    <a:pt x="326" y="67"/>
                    <a:pt x="326" y="66"/>
                  </a:cubicBezTo>
                  <a:cubicBezTo>
                    <a:pt x="326" y="66"/>
                    <a:pt x="324" y="66"/>
                    <a:pt x="324" y="66"/>
                  </a:cubicBezTo>
                  <a:cubicBezTo>
                    <a:pt x="324" y="66"/>
                    <a:pt x="323" y="66"/>
                    <a:pt x="323" y="66"/>
                  </a:cubicBezTo>
                  <a:cubicBezTo>
                    <a:pt x="323" y="66"/>
                    <a:pt x="326" y="66"/>
                    <a:pt x="324" y="65"/>
                  </a:cubicBezTo>
                  <a:cubicBezTo>
                    <a:pt x="323" y="65"/>
                    <a:pt x="322" y="65"/>
                    <a:pt x="321" y="65"/>
                  </a:cubicBezTo>
                  <a:cubicBezTo>
                    <a:pt x="321" y="65"/>
                    <a:pt x="320" y="65"/>
                    <a:pt x="320" y="65"/>
                  </a:cubicBezTo>
                  <a:cubicBezTo>
                    <a:pt x="320" y="66"/>
                    <a:pt x="321" y="66"/>
                    <a:pt x="321" y="66"/>
                  </a:cubicBezTo>
                  <a:cubicBezTo>
                    <a:pt x="320" y="66"/>
                    <a:pt x="319" y="67"/>
                    <a:pt x="319" y="67"/>
                  </a:cubicBezTo>
                  <a:close/>
                  <a:moveTo>
                    <a:pt x="292" y="80"/>
                  </a:moveTo>
                  <a:cubicBezTo>
                    <a:pt x="293" y="81"/>
                    <a:pt x="294" y="81"/>
                    <a:pt x="295" y="81"/>
                  </a:cubicBezTo>
                  <a:cubicBezTo>
                    <a:pt x="296" y="81"/>
                    <a:pt x="296" y="81"/>
                    <a:pt x="297" y="81"/>
                  </a:cubicBezTo>
                  <a:cubicBezTo>
                    <a:pt x="297" y="81"/>
                    <a:pt x="298" y="81"/>
                    <a:pt x="298" y="80"/>
                  </a:cubicBezTo>
                  <a:cubicBezTo>
                    <a:pt x="297" y="80"/>
                    <a:pt x="297" y="80"/>
                    <a:pt x="296" y="80"/>
                  </a:cubicBezTo>
                  <a:cubicBezTo>
                    <a:pt x="296" y="80"/>
                    <a:pt x="295" y="80"/>
                    <a:pt x="295" y="80"/>
                  </a:cubicBezTo>
                  <a:cubicBezTo>
                    <a:pt x="293" y="79"/>
                    <a:pt x="291" y="79"/>
                    <a:pt x="289" y="79"/>
                  </a:cubicBezTo>
                  <a:cubicBezTo>
                    <a:pt x="288" y="79"/>
                    <a:pt x="287" y="79"/>
                    <a:pt x="286" y="79"/>
                  </a:cubicBezTo>
                  <a:cubicBezTo>
                    <a:pt x="286" y="79"/>
                    <a:pt x="285" y="79"/>
                    <a:pt x="285" y="79"/>
                  </a:cubicBezTo>
                  <a:cubicBezTo>
                    <a:pt x="284" y="80"/>
                    <a:pt x="286" y="80"/>
                    <a:pt x="286" y="80"/>
                  </a:cubicBezTo>
                  <a:cubicBezTo>
                    <a:pt x="287" y="80"/>
                    <a:pt x="288" y="80"/>
                    <a:pt x="289" y="80"/>
                  </a:cubicBezTo>
                  <a:cubicBezTo>
                    <a:pt x="290" y="80"/>
                    <a:pt x="291" y="80"/>
                    <a:pt x="292" y="80"/>
                  </a:cubicBezTo>
                  <a:close/>
                  <a:moveTo>
                    <a:pt x="339" y="33"/>
                  </a:moveTo>
                  <a:cubicBezTo>
                    <a:pt x="339" y="33"/>
                    <a:pt x="338" y="33"/>
                    <a:pt x="338" y="34"/>
                  </a:cubicBezTo>
                  <a:cubicBezTo>
                    <a:pt x="337" y="34"/>
                    <a:pt x="338" y="34"/>
                    <a:pt x="338" y="34"/>
                  </a:cubicBezTo>
                  <a:cubicBezTo>
                    <a:pt x="338" y="34"/>
                    <a:pt x="339" y="34"/>
                    <a:pt x="339" y="34"/>
                  </a:cubicBezTo>
                  <a:cubicBezTo>
                    <a:pt x="340" y="35"/>
                    <a:pt x="340" y="34"/>
                    <a:pt x="341" y="34"/>
                  </a:cubicBezTo>
                  <a:cubicBezTo>
                    <a:pt x="341" y="34"/>
                    <a:pt x="340" y="34"/>
                    <a:pt x="340" y="34"/>
                  </a:cubicBezTo>
                  <a:cubicBezTo>
                    <a:pt x="340" y="34"/>
                    <a:pt x="341" y="34"/>
                    <a:pt x="341" y="34"/>
                  </a:cubicBezTo>
                  <a:cubicBezTo>
                    <a:pt x="341" y="34"/>
                    <a:pt x="340" y="34"/>
                    <a:pt x="340" y="34"/>
                  </a:cubicBezTo>
                  <a:cubicBezTo>
                    <a:pt x="340" y="34"/>
                    <a:pt x="340" y="33"/>
                    <a:pt x="341" y="33"/>
                  </a:cubicBezTo>
                  <a:cubicBezTo>
                    <a:pt x="341" y="33"/>
                    <a:pt x="341" y="33"/>
                    <a:pt x="341" y="33"/>
                  </a:cubicBezTo>
                  <a:cubicBezTo>
                    <a:pt x="341" y="33"/>
                    <a:pt x="341" y="33"/>
                    <a:pt x="341" y="33"/>
                  </a:cubicBezTo>
                  <a:cubicBezTo>
                    <a:pt x="341" y="33"/>
                    <a:pt x="340" y="33"/>
                    <a:pt x="339" y="33"/>
                  </a:cubicBezTo>
                  <a:close/>
                  <a:moveTo>
                    <a:pt x="88" y="197"/>
                  </a:moveTo>
                  <a:cubicBezTo>
                    <a:pt x="89" y="197"/>
                    <a:pt x="89" y="197"/>
                    <a:pt x="89" y="197"/>
                  </a:cubicBezTo>
                  <a:cubicBezTo>
                    <a:pt x="88" y="197"/>
                    <a:pt x="87" y="197"/>
                    <a:pt x="86" y="198"/>
                  </a:cubicBezTo>
                  <a:cubicBezTo>
                    <a:pt x="85" y="198"/>
                    <a:pt x="84" y="198"/>
                    <a:pt x="83" y="199"/>
                  </a:cubicBezTo>
                  <a:cubicBezTo>
                    <a:pt x="84" y="199"/>
                    <a:pt x="84" y="198"/>
                    <a:pt x="85" y="198"/>
                  </a:cubicBezTo>
                  <a:cubicBezTo>
                    <a:pt x="85" y="198"/>
                    <a:pt x="86" y="198"/>
                    <a:pt x="86" y="198"/>
                  </a:cubicBezTo>
                  <a:cubicBezTo>
                    <a:pt x="87" y="198"/>
                    <a:pt x="87" y="198"/>
                    <a:pt x="88" y="197"/>
                  </a:cubicBezTo>
                  <a:close/>
                  <a:moveTo>
                    <a:pt x="102" y="206"/>
                  </a:moveTo>
                  <a:cubicBezTo>
                    <a:pt x="102" y="206"/>
                    <a:pt x="101" y="207"/>
                    <a:pt x="100" y="208"/>
                  </a:cubicBezTo>
                  <a:cubicBezTo>
                    <a:pt x="100" y="208"/>
                    <a:pt x="101" y="208"/>
                    <a:pt x="101" y="208"/>
                  </a:cubicBezTo>
                  <a:cubicBezTo>
                    <a:pt x="101" y="208"/>
                    <a:pt x="102" y="208"/>
                    <a:pt x="102" y="207"/>
                  </a:cubicBezTo>
                  <a:cubicBezTo>
                    <a:pt x="102" y="207"/>
                    <a:pt x="101" y="209"/>
                    <a:pt x="102" y="208"/>
                  </a:cubicBezTo>
                  <a:cubicBezTo>
                    <a:pt x="102" y="208"/>
                    <a:pt x="103" y="207"/>
                    <a:pt x="103" y="207"/>
                  </a:cubicBezTo>
                  <a:cubicBezTo>
                    <a:pt x="103" y="208"/>
                    <a:pt x="103" y="208"/>
                    <a:pt x="103" y="208"/>
                  </a:cubicBezTo>
                  <a:cubicBezTo>
                    <a:pt x="103" y="208"/>
                    <a:pt x="104" y="208"/>
                    <a:pt x="104" y="208"/>
                  </a:cubicBezTo>
                  <a:cubicBezTo>
                    <a:pt x="104" y="207"/>
                    <a:pt x="103" y="207"/>
                    <a:pt x="102" y="206"/>
                  </a:cubicBezTo>
                  <a:close/>
                  <a:moveTo>
                    <a:pt x="144" y="164"/>
                  </a:moveTo>
                  <a:cubicBezTo>
                    <a:pt x="143" y="163"/>
                    <a:pt x="140" y="164"/>
                    <a:pt x="141" y="165"/>
                  </a:cubicBezTo>
                  <a:cubicBezTo>
                    <a:pt x="142" y="164"/>
                    <a:pt x="142" y="165"/>
                    <a:pt x="143" y="165"/>
                  </a:cubicBezTo>
                  <a:cubicBezTo>
                    <a:pt x="143" y="165"/>
                    <a:pt x="144" y="165"/>
                    <a:pt x="144" y="165"/>
                  </a:cubicBezTo>
                  <a:cubicBezTo>
                    <a:pt x="144" y="164"/>
                    <a:pt x="143" y="164"/>
                    <a:pt x="143" y="164"/>
                  </a:cubicBezTo>
                  <a:cubicBezTo>
                    <a:pt x="144" y="164"/>
                    <a:pt x="144" y="164"/>
                    <a:pt x="144" y="164"/>
                  </a:cubicBezTo>
                  <a:close/>
                  <a:moveTo>
                    <a:pt x="125" y="181"/>
                  </a:moveTo>
                  <a:cubicBezTo>
                    <a:pt x="125" y="181"/>
                    <a:pt x="125" y="181"/>
                    <a:pt x="125" y="181"/>
                  </a:cubicBezTo>
                  <a:cubicBezTo>
                    <a:pt x="125" y="180"/>
                    <a:pt x="125" y="181"/>
                    <a:pt x="125" y="181"/>
                  </a:cubicBezTo>
                  <a:cubicBezTo>
                    <a:pt x="125" y="181"/>
                    <a:pt x="125" y="181"/>
                    <a:pt x="126" y="181"/>
                  </a:cubicBezTo>
                  <a:cubicBezTo>
                    <a:pt x="126" y="181"/>
                    <a:pt x="126" y="181"/>
                    <a:pt x="126" y="181"/>
                  </a:cubicBezTo>
                  <a:cubicBezTo>
                    <a:pt x="126" y="180"/>
                    <a:pt x="126" y="181"/>
                    <a:pt x="125" y="181"/>
                  </a:cubicBezTo>
                  <a:close/>
                  <a:moveTo>
                    <a:pt x="332" y="40"/>
                  </a:moveTo>
                  <a:cubicBezTo>
                    <a:pt x="331" y="40"/>
                    <a:pt x="331" y="40"/>
                    <a:pt x="330" y="41"/>
                  </a:cubicBezTo>
                  <a:cubicBezTo>
                    <a:pt x="331" y="41"/>
                    <a:pt x="331" y="41"/>
                    <a:pt x="332" y="41"/>
                  </a:cubicBezTo>
                  <a:cubicBezTo>
                    <a:pt x="332" y="41"/>
                    <a:pt x="333" y="41"/>
                    <a:pt x="333" y="41"/>
                  </a:cubicBezTo>
                  <a:cubicBezTo>
                    <a:pt x="334" y="42"/>
                    <a:pt x="336" y="42"/>
                    <a:pt x="337" y="42"/>
                  </a:cubicBezTo>
                  <a:cubicBezTo>
                    <a:pt x="338" y="42"/>
                    <a:pt x="338" y="42"/>
                    <a:pt x="337" y="41"/>
                  </a:cubicBezTo>
                  <a:cubicBezTo>
                    <a:pt x="337" y="41"/>
                    <a:pt x="337" y="41"/>
                    <a:pt x="336" y="41"/>
                  </a:cubicBezTo>
                  <a:cubicBezTo>
                    <a:pt x="335" y="41"/>
                    <a:pt x="334" y="41"/>
                    <a:pt x="333" y="41"/>
                  </a:cubicBezTo>
                  <a:cubicBezTo>
                    <a:pt x="333" y="41"/>
                    <a:pt x="333" y="41"/>
                    <a:pt x="334" y="41"/>
                  </a:cubicBezTo>
                  <a:cubicBezTo>
                    <a:pt x="333" y="40"/>
                    <a:pt x="332" y="41"/>
                    <a:pt x="332" y="40"/>
                  </a:cubicBezTo>
                  <a:close/>
                  <a:moveTo>
                    <a:pt x="347" y="41"/>
                  </a:moveTo>
                  <a:cubicBezTo>
                    <a:pt x="346" y="41"/>
                    <a:pt x="346" y="42"/>
                    <a:pt x="346" y="42"/>
                  </a:cubicBezTo>
                  <a:cubicBezTo>
                    <a:pt x="345" y="42"/>
                    <a:pt x="344" y="42"/>
                    <a:pt x="344" y="43"/>
                  </a:cubicBezTo>
                  <a:cubicBezTo>
                    <a:pt x="344" y="43"/>
                    <a:pt x="346" y="43"/>
                    <a:pt x="347" y="43"/>
                  </a:cubicBezTo>
                  <a:cubicBezTo>
                    <a:pt x="347" y="43"/>
                    <a:pt x="347" y="42"/>
                    <a:pt x="348" y="42"/>
                  </a:cubicBezTo>
                  <a:cubicBezTo>
                    <a:pt x="348" y="42"/>
                    <a:pt x="349" y="42"/>
                    <a:pt x="348" y="41"/>
                  </a:cubicBezTo>
                  <a:cubicBezTo>
                    <a:pt x="348" y="41"/>
                    <a:pt x="347" y="41"/>
                    <a:pt x="347" y="41"/>
                  </a:cubicBezTo>
                  <a:close/>
                  <a:moveTo>
                    <a:pt x="344" y="36"/>
                  </a:moveTo>
                  <a:cubicBezTo>
                    <a:pt x="345" y="35"/>
                    <a:pt x="346" y="35"/>
                    <a:pt x="346" y="35"/>
                  </a:cubicBezTo>
                  <a:cubicBezTo>
                    <a:pt x="346" y="34"/>
                    <a:pt x="344" y="35"/>
                    <a:pt x="344" y="35"/>
                  </a:cubicBezTo>
                  <a:cubicBezTo>
                    <a:pt x="343" y="36"/>
                    <a:pt x="344" y="36"/>
                    <a:pt x="344" y="36"/>
                  </a:cubicBezTo>
                  <a:close/>
                  <a:moveTo>
                    <a:pt x="60" y="151"/>
                  </a:moveTo>
                  <a:cubicBezTo>
                    <a:pt x="59" y="150"/>
                    <a:pt x="57" y="151"/>
                    <a:pt x="57" y="151"/>
                  </a:cubicBezTo>
                  <a:cubicBezTo>
                    <a:pt x="57" y="152"/>
                    <a:pt x="58" y="151"/>
                    <a:pt x="58" y="152"/>
                  </a:cubicBezTo>
                  <a:cubicBezTo>
                    <a:pt x="58" y="152"/>
                    <a:pt x="59" y="151"/>
                    <a:pt x="59" y="151"/>
                  </a:cubicBezTo>
                  <a:cubicBezTo>
                    <a:pt x="59" y="151"/>
                    <a:pt x="60" y="151"/>
                    <a:pt x="60" y="151"/>
                  </a:cubicBezTo>
                  <a:cubicBezTo>
                    <a:pt x="60" y="150"/>
                    <a:pt x="60" y="151"/>
                    <a:pt x="60" y="151"/>
                  </a:cubicBezTo>
                  <a:close/>
                  <a:moveTo>
                    <a:pt x="91" y="200"/>
                  </a:moveTo>
                  <a:cubicBezTo>
                    <a:pt x="91" y="200"/>
                    <a:pt x="91" y="200"/>
                    <a:pt x="91" y="200"/>
                  </a:cubicBezTo>
                  <a:cubicBezTo>
                    <a:pt x="91" y="200"/>
                    <a:pt x="91" y="200"/>
                    <a:pt x="91" y="200"/>
                  </a:cubicBezTo>
                  <a:close/>
                  <a:moveTo>
                    <a:pt x="392" y="13"/>
                  </a:moveTo>
                  <a:cubicBezTo>
                    <a:pt x="391" y="14"/>
                    <a:pt x="389" y="14"/>
                    <a:pt x="387" y="14"/>
                  </a:cubicBezTo>
                  <a:cubicBezTo>
                    <a:pt x="386" y="14"/>
                    <a:pt x="385" y="15"/>
                    <a:pt x="384" y="15"/>
                  </a:cubicBezTo>
                  <a:cubicBezTo>
                    <a:pt x="384" y="15"/>
                    <a:pt x="382" y="15"/>
                    <a:pt x="382" y="16"/>
                  </a:cubicBezTo>
                  <a:cubicBezTo>
                    <a:pt x="381" y="17"/>
                    <a:pt x="379" y="17"/>
                    <a:pt x="377" y="16"/>
                  </a:cubicBezTo>
                  <a:cubicBezTo>
                    <a:pt x="376" y="16"/>
                    <a:pt x="374" y="16"/>
                    <a:pt x="372" y="17"/>
                  </a:cubicBezTo>
                  <a:cubicBezTo>
                    <a:pt x="373" y="17"/>
                    <a:pt x="375" y="18"/>
                    <a:pt x="375" y="18"/>
                  </a:cubicBezTo>
                  <a:cubicBezTo>
                    <a:pt x="375" y="18"/>
                    <a:pt x="373" y="18"/>
                    <a:pt x="373" y="18"/>
                  </a:cubicBezTo>
                  <a:cubicBezTo>
                    <a:pt x="372" y="18"/>
                    <a:pt x="371" y="18"/>
                    <a:pt x="370" y="18"/>
                  </a:cubicBezTo>
                  <a:cubicBezTo>
                    <a:pt x="369" y="18"/>
                    <a:pt x="368" y="18"/>
                    <a:pt x="368" y="19"/>
                  </a:cubicBezTo>
                  <a:cubicBezTo>
                    <a:pt x="367" y="19"/>
                    <a:pt x="367" y="19"/>
                    <a:pt x="366" y="19"/>
                  </a:cubicBezTo>
                  <a:cubicBezTo>
                    <a:pt x="365" y="20"/>
                    <a:pt x="364" y="19"/>
                    <a:pt x="363" y="19"/>
                  </a:cubicBezTo>
                  <a:cubicBezTo>
                    <a:pt x="361" y="19"/>
                    <a:pt x="360" y="19"/>
                    <a:pt x="359" y="19"/>
                  </a:cubicBezTo>
                  <a:cubicBezTo>
                    <a:pt x="358" y="19"/>
                    <a:pt x="356" y="19"/>
                    <a:pt x="356" y="19"/>
                  </a:cubicBezTo>
                  <a:cubicBezTo>
                    <a:pt x="355" y="19"/>
                    <a:pt x="353" y="19"/>
                    <a:pt x="354" y="19"/>
                  </a:cubicBezTo>
                  <a:cubicBezTo>
                    <a:pt x="354" y="20"/>
                    <a:pt x="353" y="20"/>
                    <a:pt x="352" y="20"/>
                  </a:cubicBezTo>
                  <a:cubicBezTo>
                    <a:pt x="351" y="20"/>
                    <a:pt x="351" y="20"/>
                    <a:pt x="350" y="20"/>
                  </a:cubicBezTo>
                  <a:cubicBezTo>
                    <a:pt x="348" y="20"/>
                    <a:pt x="346" y="20"/>
                    <a:pt x="344" y="20"/>
                  </a:cubicBezTo>
                  <a:cubicBezTo>
                    <a:pt x="343" y="20"/>
                    <a:pt x="341" y="20"/>
                    <a:pt x="339" y="20"/>
                  </a:cubicBezTo>
                  <a:cubicBezTo>
                    <a:pt x="338" y="20"/>
                    <a:pt x="336" y="20"/>
                    <a:pt x="334" y="20"/>
                  </a:cubicBezTo>
                  <a:cubicBezTo>
                    <a:pt x="335" y="21"/>
                    <a:pt x="336" y="20"/>
                    <a:pt x="336" y="21"/>
                  </a:cubicBezTo>
                  <a:cubicBezTo>
                    <a:pt x="336" y="21"/>
                    <a:pt x="336" y="21"/>
                    <a:pt x="336" y="21"/>
                  </a:cubicBezTo>
                  <a:cubicBezTo>
                    <a:pt x="337" y="21"/>
                    <a:pt x="337" y="21"/>
                    <a:pt x="338" y="21"/>
                  </a:cubicBezTo>
                  <a:cubicBezTo>
                    <a:pt x="339" y="21"/>
                    <a:pt x="340" y="20"/>
                    <a:pt x="340" y="20"/>
                  </a:cubicBezTo>
                  <a:cubicBezTo>
                    <a:pt x="342" y="20"/>
                    <a:pt x="343" y="20"/>
                    <a:pt x="345" y="20"/>
                  </a:cubicBezTo>
                  <a:cubicBezTo>
                    <a:pt x="346" y="20"/>
                    <a:pt x="348" y="20"/>
                    <a:pt x="349" y="21"/>
                  </a:cubicBezTo>
                  <a:cubicBezTo>
                    <a:pt x="351" y="21"/>
                    <a:pt x="352" y="21"/>
                    <a:pt x="354" y="20"/>
                  </a:cubicBezTo>
                  <a:cubicBezTo>
                    <a:pt x="355" y="20"/>
                    <a:pt x="356" y="20"/>
                    <a:pt x="358" y="20"/>
                  </a:cubicBezTo>
                  <a:cubicBezTo>
                    <a:pt x="358" y="20"/>
                    <a:pt x="359" y="20"/>
                    <a:pt x="360" y="21"/>
                  </a:cubicBezTo>
                  <a:cubicBezTo>
                    <a:pt x="361" y="21"/>
                    <a:pt x="362" y="20"/>
                    <a:pt x="363" y="21"/>
                  </a:cubicBezTo>
                  <a:cubicBezTo>
                    <a:pt x="363" y="21"/>
                    <a:pt x="365" y="21"/>
                    <a:pt x="365" y="21"/>
                  </a:cubicBezTo>
                  <a:cubicBezTo>
                    <a:pt x="364" y="21"/>
                    <a:pt x="364" y="21"/>
                    <a:pt x="363" y="22"/>
                  </a:cubicBezTo>
                  <a:cubicBezTo>
                    <a:pt x="363" y="22"/>
                    <a:pt x="362" y="22"/>
                    <a:pt x="361" y="22"/>
                  </a:cubicBezTo>
                  <a:cubicBezTo>
                    <a:pt x="362" y="22"/>
                    <a:pt x="361" y="22"/>
                    <a:pt x="361" y="22"/>
                  </a:cubicBezTo>
                  <a:cubicBezTo>
                    <a:pt x="360" y="22"/>
                    <a:pt x="361" y="22"/>
                    <a:pt x="361" y="22"/>
                  </a:cubicBezTo>
                  <a:cubicBezTo>
                    <a:pt x="361" y="23"/>
                    <a:pt x="360" y="23"/>
                    <a:pt x="359" y="23"/>
                  </a:cubicBezTo>
                  <a:cubicBezTo>
                    <a:pt x="358" y="23"/>
                    <a:pt x="357" y="23"/>
                    <a:pt x="356" y="23"/>
                  </a:cubicBezTo>
                  <a:cubicBezTo>
                    <a:pt x="354" y="23"/>
                    <a:pt x="351" y="23"/>
                    <a:pt x="349" y="23"/>
                  </a:cubicBezTo>
                  <a:cubicBezTo>
                    <a:pt x="347" y="23"/>
                    <a:pt x="345" y="23"/>
                    <a:pt x="343" y="23"/>
                  </a:cubicBezTo>
                  <a:cubicBezTo>
                    <a:pt x="342" y="23"/>
                    <a:pt x="341" y="23"/>
                    <a:pt x="340" y="23"/>
                  </a:cubicBezTo>
                  <a:cubicBezTo>
                    <a:pt x="339" y="24"/>
                    <a:pt x="338" y="24"/>
                    <a:pt x="337" y="24"/>
                  </a:cubicBezTo>
                  <a:cubicBezTo>
                    <a:pt x="337" y="24"/>
                    <a:pt x="337" y="24"/>
                    <a:pt x="338" y="24"/>
                  </a:cubicBezTo>
                  <a:cubicBezTo>
                    <a:pt x="337" y="24"/>
                    <a:pt x="337" y="24"/>
                    <a:pt x="336" y="24"/>
                  </a:cubicBezTo>
                  <a:cubicBezTo>
                    <a:pt x="336" y="25"/>
                    <a:pt x="337" y="25"/>
                    <a:pt x="337" y="25"/>
                  </a:cubicBezTo>
                  <a:cubicBezTo>
                    <a:pt x="336" y="25"/>
                    <a:pt x="335" y="25"/>
                    <a:pt x="335" y="26"/>
                  </a:cubicBezTo>
                  <a:cubicBezTo>
                    <a:pt x="335" y="26"/>
                    <a:pt x="335" y="26"/>
                    <a:pt x="336" y="26"/>
                  </a:cubicBezTo>
                  <a:cubicBezTo>
                    <a:pt x="336" y="26"/>
                    <a:pt x="337" y="26"/>
                    <a:pt x="337" y="26"/>
                  </a:cubicBezTo>
                  <a:cubicBezTo>
                    <a:pt x="337" y="26"/>
                    <a:pt x="337" y="26"/>
                    <a:pt x="337" y="26"/>
                  </a:cubicBezTo>
                  <a:cubicBezTo>
                    <a:pt x="337" y="26"/>
                    <a:pt x="338" y="26"/>
                    <a:pt x="338" y="26"/>
                  </a:cubicBezTo>
                  <a:cubicBezTo>
                    <a:pt x="339" y="26"/>
                    <a:pt x="339" y="26"/>
                    <a:pt x="340" y="26"/>
                  </a:cubicBezTo>
                  <a:cubicBezTo>
                    <a:pt x="339" y="26"/>
                    <a:pt x="339" y="26"/>
                    <a:pt x="338" y="26"/>
                  </a:cubicBezTo>
                  <a:cubicBezTo>
                    <a:pt x="338" y="26"/>
                    <a:pt x="338" y="26"/>
                    <a:pt x="338" y="26"/>
                  </a:cubicBezTo>
                  <a:cubicBezTo>
                    <a:pt x="338" y="25"/>
                    <a:pt x="339" y="25"/>
                    <a:pt x="340" y="25"/>
                  </a:cubicBezTo>
                  <a:cubicBezTo>
                    <a:pt x="341" y="24"/>
                    <a:pt x="341" y="25"/>
                    <a:pt x="342" y="24"/>
                  </a:cubicBezTo>
                  <a:cubicBezTo>
                    <a:pt x="343" y="24"/>
                    <a:pt x="344" y="24"/>
                    <a:pt x="345" y="24"/>
                  </a:cubicBezTo>
                  <a:cubicBezTo>
                    <a:pt x="346" y="24"/>
                    <a:pt x="346" y="24"/>
                    <a:pt x="347" y="24"/>
                  </a:cubicBezTo>
                  <a:cubicBezTo>
                    <a:pt x="349" y="24"/>
                    <a:pt x="351" y="24"/>
                    <a:pt x="352" y="24"/>
                  </a:cubicBezTo>
                  <a:cubicBezTo>
                    <a:pt x="353" y="24"/>
                    <a:pt x="355" y="23"/>
                    <a:pt x="355" y="24"/>
                  </a:cubicBezTo>
                  <a:cubicBezTo>
                    <a:pt x="354" y="25"/>
                    <a:pt x="352" y="26"/>
                    <a:pt x="351" y="26"/>
                  </a:cubicBezTo>
                  <a:cubicBezTo>
                    <a:pt x="349" y="27"/>
                    <a:pt x="347" y="26"/>
                    <a:pt x="345" y="26"/>
                  </a:cubicBezTo>
                  <a:cubicBezTo>
                    <a:pt x="344" y="26"/>
                    <a:pt x="343" y="26"/>
                    <a:pt x="342" y="27"/>
                  </a:cubicBezTo>
                  <a:cubicBezTo>
                    <a:pt x="342" y="27"/>
                    <a:pt x="341" y="27"/>
                    <a:pt x="341" y="28"/>
                  </a:cubicBezTo>
                  <a:cubicBezTo>
                    <a:pt x="341" y="28"/>
                    <a:pt x="340" y="28"/>
                    <a:pt x="340" y="29"/>
                  </a:cubicBezTo>
                  <a:cubicBezTo>
                    <a:pt x="339" y="29"/>
                    <a:pt x="340" y="29"/>
                    <a:pt x="340" y="29"/>
                  </a:cubicBezTo>
                  <a:cubicBezTo>
                    <a:pt x="340" y="30"/>
                    <a:pt x="340" y="30"/>
                    <a:pt x="339" y="30"/>
                  </a:cubicBezTo>
                  <a:cubicBezTo>
                    <a:pt x="339" y="30"/>
                    <a:pt x="338" y="31"/>
                    <a:pt x="338" y="31"/>
                  </a:cubicBezTo>
                  <a:cubicBezTo>
                    <a:pt x="338" y="31"/>
                    <a:pt x="339" y="30"/>
                    <a:pt x="340" y="30"/>
                  </a:cubicBezTo>
                  <a:cubicBezTo>
                    <a:pt x="341" y="29"/>
                    <a:pt x="342" y="30"/>
                    <a:pt x="344" y="30"/>
                  </a:cubicBezTo>
                  <a:cubicBezTo>
                    <a:pt x="343" y="30"/>
                    <a:pt x="343" y="30"/>
                    <a:pt x="342" y="31"/>
                  </a:cubicBezTo>
                  <a:cubicBezTo>
                    <a:pt x="342" y="31"/>
                    <a:pt x="343" y="31"/>
                    <a:pt x="343" y="31"/>
                  </a:cubicBezTo>
                  <a:cubicBezTo>
                    <a:pt x="343" y="31"/>
                    <a:pt x="342" y="31"/>
                    <a:pt x="341" y="31"/>
                  </a:cubicBezTo>
                  <a:cubicBezTo>
                    <a:pt x="342" y="31"/>
                    <a:pt x="342" y="30"/>
                    <a:pt x="343" y="30"/>
                  </a:cubicBezTo>
                  <a:cubicBezTo>
                    <a:pt x="342" y="30"/>
                    <a:pt x="341" y="30"/>
                    <a:pt x="341" y="31"/>
                  </a:cubicBezTo>
                  <a:cubicBezTo>
                    <a:pt x="340" y="31"/>
                    <a:pt x="340" y="31"/>
                    <a:pt x="340" y="31"/>
                  </a:cubicBezTo>
                  <a:cubicBezTo>
                    <a:pt x="340" y="32"/>
                    <a:pt x="339" y="31"/>
                    <a:pt x="339" y="31"/>
                  </a:cubicBezTo>
                  <a:cubicBezTo>
                    <a:pt x="339" y="31"/>
                    <a:pt x="336" y="31"/>
                    <a:pt x="336" y="32"/>
                  </a:cubicBezTo>
                  <a:cubicBezTo>
                    <a:pt x="336" y="32"/>
                    <a:pt x="337" y="33"/>
                    <a:pt x="337" y="33"/>
                  </a:cubicBezTo>
                  <a:cubicBezTo>
                    <a:pt x="336" y="34"/>
                    <a:pt x="335" y="33"/>
                    <a:pt x="334" y="33"/>
                  </a:cubicBezTo>
                  <a:cubicBezTo>
                    <a:pt x="333" y="33"/>
                    <a:pt x="332" y="33"/>
                    <a:pt x="331" y="33"/>
                  </a:cubicBezTo>
                  <a:cubicBezTo>
                    <a:pt x="330" y="34"/>
                    <a:pt x="330" y="34"/>
                    <a:pt x="329" y="34"/>
                  </a:cubicBezTo>
                  <a:cubicBezTo>
                    <a:pt x="329" y="34"/>
                    <a:pt x="329" y="34"/>
                    <a:pt x="329" y="34"/>
                  </a:cubicBezTo>
                  <a:cubicBezTo>
                    <a:pt x="329" y="34"/>
                    <a:pt x="329" y="34"/>
                    <a:pt x="329" y="34"/>
                  </a:cubicBezTo>
                  <a:cubicBezTo>
                    <a:pt x="329" y="34"/>
                    <a:pt x="328" y="35"/>
                    <a:pt x="328" y="35"/>
                  </a:cubicBezTo>
                  <a:cubicBezTo>
                    <a:pt x="329" y="35"/>
                    <a:pt x="329" y="34"/>
                    <a:pt x="330" y="35"/>
                  </a:cubicBezTo>
                  <a:cubicBezTo>
                    <a:pt x="329" y="35"/>
                    <a:pt x="328" y="35"/>
                    <a:pt x="327" y="35"/>
                  </a:cubicBezTo>
                  <a:cubicBezTo>
                    <a:pt x="327" y="35"/>
                    <a:pt x="328" y="35"/>
                    <a:pt x="329" y="35"/>
                  </a:cubicBezTo>
                  <a:cubicBezTo>
                    <a:pt x="330" y="35"/>
                    <a:pt x="329" y="36"/>
                    <a:pt x="328" y="36"/>
                  </a:cubicBezTo>
                  <a:cubicBezTo>
                    <a:pt x="328" y="36"/>
                    <a:pt x="326" y="38"/>
                    <a:pt x="326" y="38"/>
                  </a:cubicBezTo>
                  <a:cubicBezTo>
                    <a:pt x="326" y="39"/>
                    <a:pt x="324" y="39"/>
                    <a:pt x="323" y="39"/>
                  </a:cubicBezTo>
                  <a:cubicBezTo>
                    <a:pt x="324" y="39"/>
                    <a:pt x="324" y="39"/>
                    <a:pt x="325" y="39"/>
                  </a:cubicBezTo>
                  <a:cubicBezTo>
                    <a:pt x="325" y="40"/>
                    <a:pt x="324" y="40"/>
                    <a:pt x="324" y="40"/>
                  </a:cubicBezTo>
                  <a:cubicBezTo>
                    <a:pt x="323" y="40"/>
                    <a:pt x="322" y="41"/>
                    <a:pt x="322" y="41"/>
                  </a:cubicBezTo>
                  <a:cubicBezTo>
                    <a:pt x="322" y="41"/>
                    <a:pt x="323" y="40"/>
                    <a:pt x="323" y="41"/>
                  </a:cubicBezTo>
                  <a:cubicBezTo>
                    <a:pt x="323" y="41"/>
                    <a:pt x="322" y="42"/>
                    <a:pt x="321" y="42"/>
                  </a:cubicBezTo>
                  <a:cubicBezTo>
                    <a:pt x="321" y="42"/>
                    <a:pt x="320" y="42"/>
                    <a:pt x="320" y="43"/>
                  </a:cubicBezTo>
                  <a:cubicBezTo>
                    <a:pt x="321" y="43"/>
                    <a:pt x="322" y="43"/>
                    <a:pt x="323" y="43"/>
                  </a:cubicBezTo>
                  <a:cubicBezTo>
                    <a:pt x="323" y="44"/>
                    <a:pt x="322" y="43"/>
                    <a:pt x="321" y="44"/>
                  </a:cubicBezTo>
                  <a:cubicBezTo>
                    <a:pt x="322" y="44"/>
                    <a:pt x="323" y="43"/>
                    <a:pt x="324" y="43"/>
                  </a:cubicBezTo>
                  <a:cubicBezTo>
                    <a:pt x="323" y="43"/>
                    <a:pt x="324" y="42"/>
                    <a:pt x="325" y="41"/>
                  </a:cubicBezTo>
                  <a:cubicBezTo>
                    <a:pt x="326" y="41"/>
                    <a:pt x="328" y="40"/>
                    <a:pt x="329" y="40"/>
                  </a:cubicBezTo>
                  <a:cubicBezTo>
                    <a:pt x="329" y="40"/>
                    <a:pt x="329" y="40"/>
                    <a:pt x="329" y="41"/>
                  </a:cubicBezTo>
                  <a:cubicBezTo>
                    <a:pt x="329" y="41"/>
                    <a:pt x="330" y="41"/>
                    <a:pt x="330" y="41"/>
                  </a:cubicBezTo>
                  <a:cubicBezTo>
                    <a:pt x="331" y="41"/>
                    <a:pt x="333" y="42"/>
                    <a:pt x="334" y="42"/>
                  </a:cubicBezTo>
                  <a:cubicBezTo>
                    <a:pt x="336" y="42"/>
                    <a:pt x="337" y="42"/>
                    <a:pt x="339" y="43"/>
                  </a:cubicBezTo>
                  <a:cubicBezTo>
                    <a:pt x="338" y="44"/>
                    <a:pt x="337" y="43"/>
                    <a:pt x="337" y="44"/>
                  </a:cubicBezTo>
                  <a:cubicBezTo>
                    <a:pt x="335" y="44"/>
                    <a:pt x="334" y="43"/>
                    <a:pt x="333" y="43"/>
                  </a:cubicBezTo>
                  <a:cubicBezTo>
                    <a:pt x="332" y="42"/>
                    <a:pt x="331" y="42"/>
                    <a:pt x="330" y="43"/>
                  </a:cubicBezTo>
                  <a:cubicBezTo>
                    <a:pt x="330" y="43"/>
                    <a:pt x="329" y="42"/>
                    <a:pt x="329" y="43"/>
                  </a:cubicBezTo>
                  <a:cubicBezTo>
                    <a:pt x="328" y="43"/>
                    <a:pt x="328" y="43"/>
                    <a:pt x="327" y="43"/>
                  </a:cubicBezTo>
                  <a:cubicBezTo>
                    <a:pt x="328" y="43"/>
                    <a:pt x="329" y="43"/>
                    <a:pt x="330" y="44"/>
                  </a:cubicBezTo>
                  <a:cubicBezTo>
                    <a:pt x="330" y="44"/>
                    <a:pt x="329" y="44"/>
                    <a:pt x="328" y="44"/>
                  </a:cubicBezTo>
                  <a:cubicBezTo>
                    <a:pt x="328" y="44"/>
                    <a:pt x="330" y="44"/>
                    <a:pt x="329" y="44"/>
                  </a:cubicBezTo>
                  <a:cubicBezTo>
                    <a:pt x="328" y="45"/>
                    <a:pt x="327" y="44"/>
                    <a:pt x="326" y="44"/>
                  </a:cubicBezTo>
                  <a:cubicBezTo>
                    <a:pt x="327" y="45"/>
                    <a:pt x="330" y="44"/>
                    <a:pt x="332" y="45"/>
                  </a:cubicBezTo>
                  <a:cubicBezTo>
                    <a:pt x="330" y="46"/>
                    <a:pt x="328" y="45"/>
                    <a:pt x="327" y="45"/>
                  </a:cubicBezTo>
                  <a:cubicBezTo>
                    <a:pt x="328" y="45"/>
                    <a:pt x="329" y="45"/>
                    <a:pt x="330" y="45"/>
                  </a:cubicBezTo>
                  <a:cubicBezTo>
                    <a:pt x="330" y="45"/>
                    <a:pt x="331" y="45"/>
                    <a:pt x="332" y="45"/>
                  </a:cubicBezTo>
                  <a:cubicBezTo>
                    <a:pt x="333" y="45"/>
                    <a:pt x="334" y="45"/>
                    <a:pt x="334" y="45"/>
                  </a:cubicBezTo>
                  <a:cubicBezTo>
                    <a:pt x="335" y="45"/>
                    <a:pt x="335" y="46"/>
                    <a:pt x="335" y="46"/>
                  </a:cubicBezTo>
                  <a:cubicBezTo>
                    <a:pt x="335" y="46"/>
                    <a:pt x="335" y="46"/>
                    <a:pt x="335" y="46"/>
                  </a:cubicBezTo>
                  <a:cubicBezTo>
                    <a:pt x="335" y="46"/>
                    <a:pt x="337" y="47"/>
                    <a:pt x="337" y="47"/>
                  </a:cubicBezTo>
                  <a:cubicBezTo>
                    <a:pt x="338" y="47"/>
                    <a:pt x="337" y="46"/>
                    <a:pt x="337" y="46"/>
                  </a:cubicBezTo>
                  <a:cubicBezTo>
                    <a:pt x="338" y="45"/>
                    <a:pt x="339" y="45"/>
                    <a:pt x="339" y="45"/>
                  </a:cubicBezTo>
                  <a:cubicBezTo>
                    <a:pt x="340" y="46"/>
                    <a:pt x="342" y="45"/>
                    <a:pt x="342" y="46"/>
                  </a:cubicBezTo>
                  <a:cubicBezTo>
                    <a:pt x="342" y="46"/>
                    <a:pt x="342" y="46"/>
                    <a:pt x="342" y="47"/>
                  </a:cubicBezTo>
                  <a:cubicBezTo>
                    <a:pt x="342" y="47"/>
                    <a:pt x="343" y="49"/>
                    <a:pt x="342" y="49"/>
                  </a:cubicBezTo>
                  <a:cubicBezTo>
                    <a:pt x="341" y="49"/>
                    <a:pt x="341" y="49"/>
                    <a:pt x="341" y="50"/>
                  </a:cubicBezTo>
                  <a:cubicBezTo>
                    <a:pt x="340" y="50"/>
                    <a:pt x="341" y="50"/>
                    <a:pt x="340" y="50"/>
                  </a:cubicBezTo>
                  <a:cubicBezTo>
                    <a:pt x="340" y="50"/>
                    <a:pt x="339" y="50"/>
                    <a:pt x="340" y="51"/>
                  </a:cubicBezTo>
                  <a:cubicBezTo>
                    <a:pt x="339" y="50"/>
                    <a:pt x="339" y="50"/>
                    <a:pt x="339" y="50"/>
                  </a:cubicBezTo>
                  <a:cubicBezTo>
                    <a:pt x="338" y="50"/>
                    <a:pt x="337" y="50"/>
                    <a:pt x="337" y="50"/>
                  </a:cubicBezTo>
                  <a:cubicBezTo>
                    <a:pt x="336" y="50"/>
                    <a:pt x="336" y="50"/>
                    <a:pt x="335" y="50"/>
                  </a:cubicBezTo>
                  <a:cubicBezTo>
                    <a:pt x="334" y="49"/>
                    <a:pt x="333" y="49"/>
                    <a:pt x="333" y="49"/>
                  </a:cubicBezTo>
                  <a:cubicBezTo>
                    <a:pt x="331" y="49"/>
                    <a:pt x="330" y="49"/>
                    <a:pt x="328" y="49"/>
                  </a:cubicBezTo>
                  <a:cubicBezTo>
                    <a:pt x="327" y="49"/>
                    <a:pt x="325" y="48"/>
                    <a:pt x="324" y="49"/>
                  </a:cubicBezTo>
                  <a:cubicBezTo>
                    <a:pt x="325" y="49"/>
                    <a:pt x="325" y="49"/>
                    <a:pt x="326" y="49"/>
                  </a:cubicBezTo>
                  <a:cubicBezTo>
                    <a:pt x="326" y="50"/>
                    <a:pt x="324" y="49"/>
                    <a:pt x="323" y="49"/>
                  </a:cubicBezTo>
                  <a:cubicBezTo>
                    <a:pt x="322" y="49"/>
                    <a:pt x="320" y="49"/>
                    <a:pt x="319" y="49"/>
                  </a:cubicBezTo>
                  <a:cubicBezTo>
                    <a:pt x="320" y="50"/>
                    <a:pt x="321" y="50"/>
                    <a:pt x="322" y="50"/>
                  </a:cubicBezTo>
                  <a:cubicBezTo>
                    <a:pt x="323" y="50"/>
                    <a:pt x="324" y="50"/>
                    <a:pt x="325" y="50"/>
                  </a:cubicBezTo>
                  <a:cubicBezTo>
                    <a:pt x="324" y="50"/>
                    <a:pt x="323" y="50"/>
                    <a:pt x="321" y="50"/>
                  </a:cubicBezTo>
                  <a:cubicBezTo>
                    <a:pt x="322" y="50"/>
                    <a:pt x="322" y="50"/>
                    <a:pt x="322" y="50"/>
                  </a:cubicBezTo>
                  <a:cubicBezTo>
                    <a:pt x="321" y="51"/>
                    <a:pt x="320" y="51"/>
                    <a:pt x="319" y="51"/>
                  </a:cubicBezTo>
                  <a:cubicBezTo>
                    <a:pt x="319" y="51"/>
                    <a:pt x="319" y="51"/>
                    <a:pt x="318" y="51"/>
                  </a:cubicBezTo>
                  <a:cubicBezTo>
                    <a:pt x="318" y="51"/>
                    <a:pt x="318" y="51"/>
                    <a:pt x="317" y="50"/>
                  </a:cubicBezTo>
                  <a:cubicBezTo>
                    <a:pt x="317" y="50"/>
                    <a:pt x="317" y="50"/>
                    <a:pt x="316" y="50"/>
                  </a:cubicBezTo>
                  <a:cubicBezTo>
                    <a:pt x="316" y="49"/>
                    <a:pt x="315" y="50"/>
                    <a:pt x="314" y="50"/>
                  </a:cubicBezTo>
                  <a:cubicBezTo>
                    <a:pt x="315" y="50"/>
                    <a:pt x="315" y="50"/>
                    <a:pt x="315" y="50"/>
                  </a:cubicBezTo>
                  <a:cubicBezTo>
                    <a:pt x="314" y="51"/>
                    <a:pt x="313" y="50"/>
                    <a:pt x="312" y="51"/>
                  </a:cubicBezTo>
                  <a:cubicBezTo>
                    <a:pt x="312" y="51"/>
                    <a:pt x="313" y="51"/>
                    <a:pt x="313" y="51"/>
                  </a:cubicBezTo>
                  <a:cubicBezTo>
                    <a:pt x="313" y="52"/>
                    <a:pt x="313" y="52"/>
                    <a:pt x="314" y="52"/>
                  </a:cubicBezTo>
                  <a:cubicBezTo>
                    <a:pt x="314" y="53"/>
                    <a:pt x="314" y="52"/>
                    <a:pt x="315" y="52"/>
                  </a:cubicBezTo>
                  <a:cubicBezTo>
                    <a:pt x="315" y="52"/>
                    <a:pt x="316" y="51"/>
                    <a:pt x="316" y="52"/>
                  </a:cubicBezTo>
                  <a:cubicBezTo>
                    <a:pt x="316" y="52"/>
                    <a:pt x="317" y="51"/>
                    <a:pt x="317" y="52"/>
                  </a:cubicBezTo>
                  <a:cubicBezTo>
                    <a:pt x="317" y="52"/>
                    <a:pt x="316" y="52"/>
                    <a:pt x="316" y="52"/>
                  </a:cubicBezTo>
                  <a:cubicBezTo>
                    <a:pt x="316" y="53"/>
                    <a:pt x="318" y="52"/>
                    <a:pt x="318" y="52"/>
                  </a:cubicBezTo>
                  <a:cubicBezTo>
                    <a:pt x="317" y="53"/>
                    <a:pt x="317" y="53"/>
                    <a:pt x="316" y="53"/>
                  </a:cubicBezTo>
                  <a:cubicBezTo>
                    <a:pt x="316" y="53"/>
                    <a:pt x="318" y="52"/>
                    <a:pt x="318" y="53"/>
                  </a:cubicBezTo>
                  <a:cubicBezTo>
                    <a:pt x="318" y="53"/>
                    <a:pt x="318" y="53"/>
                    <a:pt x="317" y="53"/>
                  </a:cubicBezTo>
                  <a:cubicBezTo>
                    <a:pt x="318" y="53"/>
                    <a:pt x="319" y="53"/>
                    <a:pt x="318" y="53"/>
                  </a:cubicBezTo>
                  <a:cubicBezTo>
                    <a:pt x="318" y="54"/>
                    <a:pt x="317" y="54"/>
                    <a:pt x="317" y="55"/>
                  </a:cubicBezTo>
                  <a:cubicBezTo>
                    <a:pt x="318" y="55"/>
                    <a:pt x="319" y="54"/>
                    <a:pt x="320" y="54"/>
                  </a:cubicBezTo>
                  <a:cubicBezTo>
                    <a:pt x="319" y="54"/>
                    <a:pt x="319" y="54"/>
                    <a:pt x="319" y="54"/>
                  </a:cubicBezTo>
                  <a:cubicBezTo>
                    <a:pt x="320" y="55"/>
                    <a:pt x="321" y="54"/>
                    <a:pt x="321" y="55"/>
                  </a:cubicBezTo>
                  <a:cubicBezTo>
                    <a:pt x="322" y="55"/>
                    <a:pt x="323" y="55"/>
                    <a:pt x="324" y="55"/>
                  </a:cubicBezTo>
                  <a:cubicBezTo>
                    <a:pt x="324" y="56"/>
                    <a:pt x="324" y="56"/>
                    <a:pt x="324" y="56"/>
                  </a:cubicBezTo>
                  <a:cubicBezTo>
                    <a:pt x="324" y="56"/>
                    <a:pt x="324" y="56"/>
                    <a:pt x="325" y="56"/>
                  </a:cubicBezTo>
                  <a:cubicBezTo>
                    <a:pt x="324" y="55"/>
                    <a:pt x="323" y="55"/>
                    <a:pt x="323" y="55"/>
                  </a:cubicBezTo>
                  <a:cubicBezTo>
                    <a:pt x="322" y="55"/>
                    <a:pt x="321" y="55"/>
                    <a:pt x="321" y="54"/>
                  </a:cubicBezTo>
                  <a:cubicBezTo>
                    <a:pt x="322" y="54"/>
                    <a:pt x="323" y="55"/>
                    <a:pt x="324" y="55"/>
                  </a:cubicBezTo>
                  <a:cubicBezTo>
                    <a:pt x="326" y="55"/>
                    <a:pt x="327" y="55"/>
                    <a:pt x="328" y="55"/>
                  </a:cubicBezTo>
                  <a:cubicBezTo>
                    <a:pt x="329" y="55"/>
                    <a:pt x="330" y="55"/>
                    <a:pt x="330" y="56"/>
                  </a:cubicBezTo>
                  <a:cubicBezTo>
                    <a:pt x="329" y="57"/>
                    <a:pt x="328" y="56"/>
                    <a:pt x="327" y="56"/>
                  </a:cubicBezTo>
                  <a:cubicBezTo>
                    <a:pt x="325" y="57"/>
                    <a:pt x="322" y="57"/>
                    <a:pt x="320" y="57"/>
                  </a:cubicBezTo>
                  <a:cubicBezTo>
                    <a:pt x="319" y="57"/>
                    <a:pt x="318" y="57"/>
                    <a:pt x="317" y="57"/>
                  </a:cubicBezTo>
                  <a:cubicBezTo>
                    <a:pt x="316" y="57"/>
                    <a:pt x="315" y="56"/>
                    <a:pt x="315" y="57"/>
                  </a:cubicBezTo>
                  <a:cubicBezTo>
                    <a:pt x="317" y="58"/>
                    <a:pt x="321" y="57"/>
                    <a:pt x="323" y="57"/>
                  </a:cubicBezTo>
                  <a:cubicBezTo>
                    <a:pt x="325" y="57"/>
                    <a:pt x="326" y="57"/>
                    <a:pt x="328" y="57"/>
                  </a:cubicBezTo>
                  <a:cubicBezTo>
                    <a:pt x="328" y="58"/>
                    <a:pt x="329" y="58"/>
                    <a:pt x="329" y="58"/>
                  </a:cubicBezTo>
                  <a:cubicBezTo>
                    <a:pt x="330" y="59"/>
                    <a:pt x="331" y="59"/>
                    <a:pt x="331" y="59"/>
                  </a:cubicBezTo>
                  <a:cubicBezTo>
                    <a:pt x="330" y="59"/>
                    <a:pt x="330" y="59"/>
                    <a:pt x="329" y="60"/>
                  </a:cubicBezTo>
                  <a:cubicBezTo>
                    <a:pt x="330" y="60"/>
                    <a:pt x="330" y="61"/>
                    <a:pt x="330" y="62"/>
                  </a:cubicBezTo>
                  <a:cubicBezTo>
                    <a:pt x="329" y="63"/>
                    <a:pt x="329" y="63"/>
                    <a:pt x="329" y="64"/>
                  </a:cubicBezTo>
                  <a:cubicBezTo>
                    <a:pt x="328" y="64"/>
                    <a:pt x="327" y="64"/>
                    <a:pt x="326" y="64"/>
                  </a:cubicBezTo>
                  <a:cubicBezTo>
                    <a:pt x="325" y="64"/>
                    <a:pt x="325" y="64"/>
                    <a:pt x="325" y="64"/>
                  </a:cubicBezTo>
                  <a:cubicBezTo>
                    <a:pt x="325" y="63"/>
                    <a:pt x="325" y="63"/>
                    <a:pt x="325" y="63"/>
                  </a:cubicBezTo>
                  <a:cubicBezTo>
                    <a:pt x="325" y="63"/>
                    <a:pt x="324" y="62"/>
                    <a:pt x="324" y="62"/>
                  </a:cubicBezTo>
                  <a:cubicBezTo>
                    <a:pt x="323" y="62"/>
                    <a:pt x="323" y="63"/>
                    <a:pt x="322" y="63"/>
                  </a:cubicBezTo>
                  <a:cubicBezTo>
                    <a:pt x="321" y="63"/>
                    <a:pt x="319" y="62"/>
                    <a:pt x="318" y="62"/>
                  </a:cubicBezTo>
                  <a:cubicBezTo>
                    <a:pt x="318" y="62"/>
                    <a:pt x="318" y="61"/>
                    <a:pt x="318" y="61"/>
                  </a:cubicBezTo>
                  <a:cubicBezTo>
                    <a:pt x="317" y="61"/>
                    <a:pt x="316" y="61"/>
                    <a:pt x="316" y="60"/>
                  </a:cubicBezTo>
                  <a:cubicBezTo>
                    <a:pt x="315" y="60"/>
                    <a:pt x="312" y="59"/>
                    <a:pt x="312" y="60"/>
                  </a:cubicBezTo>
                  <a:cubicBezTo>
                    <a:pt x="312" y="60"/>
                    <a:pt x="316" y="61"/>
                    <a:pt x="316" y="61"/>
                  </a:cubicBezTo>
                  <a:cubicBezTo>
                    <a:pt x="315" y="62"/>
                    <a:pt x="314" y="61"/>
                    <a:pt x="313" y="61"/>
                  </a:cubicBezTo>
                  <a:cubicBezTo>
                    <a:pt x="313" y="61"/>
                    <a:pt x="310" y="61"/>
                    <a:pt x="310" y="61"/>
                  </a:cubicBezTo>
                  <a:cubicBezTo>
                    <a:pt x="310" y="61"/>
                    <a:pt x="312" y="61"/>
                    <a:pt x="312" y="61"/>
                  </a:cubicBezTo>
                  <a:cubicBezTo>
                    <a:pt x="313" y="61"/>
                    <a:pt x="314" y="61"/>
                    <a:pt x="314" y="61"/>
                  </a:cubicBezTo>
                  <a:cubicBezTo>
                    <a:pt x="315" y="61"/>
                    <a:pt x="316" y="61"/>
                    <a:pt x="316" y="62"/>
                  </a:cubicBezTo>
                  <a:cubicBezTo>
                    <a:pt x="317" y="62"/>
                    <a:pt x="317" y="62"/>
                    <a:pt x="317" y="62"/>
                  </a:cubicBezTo>
                  <a:cubicBezTo>
                    <a:pt x="318" y="62"/>
                    <a:pt x="318" y="62"/>
                    <a:pt x="319" y="63"/>
                  </a:cubicBezTo>
                  <a:cubicBezTo>
                    <a:pt x="319" y="63"/>
                    <a:pt x="320" y="63"/>
                    <a:pt x="320" y="63"/>
                  </a:cubicBezTo>
                  <a:cubicBezTo>
                    <a:pt x="320" y="63"/>
                    <a:pt x="321" y="63"/>
                    <a:pt x="321" y="64"/>
                  </a:cubicBezTo>
                  <a:cubicBezTo>
                    <a:pt x="322" y="64"/>
                    <a:pt x="320" y="64"/>
                    <a:pt x="320" y="64"/>
                  </a:cubicBezTo>
                  <a:cubicBezTo>
                    <a:pt x="318" y="64"/>
                    <a:pt x="317" y="64"/>
                    <a:pt x="315" y="65"/>
                  </a:cubicBezTo>
                  <a:cubicBezTo>
                    <a:pt x="315" y="65"/>
                    <a:pt x="312" y="66"/>
                    <a:pt x="312" y="65"/>
                  </a:cubicBezTo>
                  <a:cubicBezTo>
                    <a:pt x="312" y="64"/>
                    <a:pt x="310" y="64"/>
                    <a:pt x="309" y="64"/>
                  </a:cubicBezTo>
                  <a:cubicBezTo>
                    <a:pt x="309" y="64"/>
                    <a:pt x="312" y="65"/>
                    <a:pt x="311" y="65"/>
                  </a:cubicBezTo>
                  <a:cubicBezTo>
                    <a:pt x="313" y="66"/>
                    <a:pt x="315" y="65"/>
                    <a:pt x="316" y="65"/>
                  </a:cubicBezTo>
                  <a:cubicBezTo>
                    <a:pt x="317" y="65"/>
                    <a:pt x="320" y="64"/>
                    <a:pt x="320" y="65"/>
                  </a:cubicBezTo>
                  <a:cubicBezTo>
                    <a:pt x="320" y="65"/>
                    <a:pt x="320" y="66"/>
                    <a:pt x="320" y="66"/>
                  </a:cubicBezTo>
                  <a:cubicBezTo>
                    <a:pt x="320" y="66"/>
                    <a:pt x="319" y="66"/>
                    <a:pt x="319" y="67"/>
                  </a:cubicBezTo>
                  <a:cubicBezTo>
                    <a:pt x="319" y="67"/>
                    <a:pt x="319" y="67"/>
                    <a:pt x="320" y="67"/>
                  </a:cubicBezTo>
                  <a:cubicBezTo>
                    <a:pt x="320" y="68"/>
                    <a:pt x="316" y="68"/>
                    <a:pt x="316" y="68"/>
                  </a:cubicBezTo>
                  <a:cubicBezTo>
                    <a:pt x="317" y="69"/>
                    <a:pt x="319" y="68"/>
                    <a:pt x="320" y="68"/>
                  </a:cubicBezTo>
                  <a:cubicBezTo>
                    <a:pt x="321" y="68"/>
                    <a:pt x="321" y="68"/>
                    <a:pt x="322" y="68"/>
                  </a:cubicBezTo>
                  <a:cubicBezTo>
                    <a:pt x="323" y="68"/>
                    <a:pt x="323" y="69"/>
                    <a:pt x="324" y="69"/>
                  </a:cubicBezTo>
                  <a:cubicBezTo>
                    <a:pt x="324" y="68"/>
                    <a:pt x="325" y="69"/>
                    <a:pt x="325" y="69"/>
                  </a:cubicBezTo>
                  <a:cubicBezTo>
                    <a:pt x="326" y="69"/>
                    <a:pt x="326" y="68"/>
                    <a:pt x="327" y="68"/>
                  </a:cubicBezTo>
                  <a:cubicBezTo>
                    <a:pt x="327" y="68"/>
                    <a:pt x="328" y="68"/>
                    <a:pt x="328" y="68"/>
                  </a:cubicBezTo>
                  <a:cubicBezTo>
                    <a:pt x="328" y="69"/>
                    <a:pt x="328" y="69"/>
                    <a:pt x="328" y="69"/>
                  </a:cubicBezTo>
                  <a:cubicBezTo>
                    <a:pt x="328" y="70"/>
                    <a:pt x="330" y="69"/>
                    <a:pt x="330" y="70"/>
                  </a:cubicBezTo>
                  <a:cubicBezTo>
                    <a:pt x="330" y="70"/>
                    <a:pt x="328" y="71"/>
                    <a:pt x="328" y="71"/>
                  </a:cubicBezTo>
                  <a:cubicBezTo>
                    <a:pt x="327" y="71"/>
                    <a:pt x="326" y="72"/>
                    <a:pt x="325" y="72"/>
                  </a:cubicBezTo>
                  <a:cubicBezTo>
                    <a:pt x="324" y="72"/>
                    <a:pt x="323" y="72"/>
                    <a:pt x="322" y="72"/>
                  </a:cubicBezTo>
                  <a:cubicBezTo>
                    <a:pt x="321" y="71"/>
                    <a:pt x="321" y="71"/>
                    <a:pt x="321" y="70"/>
                  </a:cubicBezTo>
                  <a:cubicBezTo>
                    <a:pt x="320" y="70"/>
                    <a:pt x="319" y="70"/>
                    <a:pt x="318" y="70"/>
                  </a:cubicBezTo>
                  <a:cubicBezTo>
                    <a:pt x="317" y="70"/>
                    <a:pt x="316" y="70"/>
                    <a:pt x="315" y="70"/>
                  </a:cubicBezTo>
                  <a:cubicBezTo>
                    <a:pt x="314" y="70"/>
                    <a:pt x="313" y="70"/>
                    <a:pt x="312" y="70"/>
                  </a:cubicBezTo>
                  <a:cubicBezTo>
                    <a:pt x="311" y="70"/>
                    <a:pt x="310" y="68"/>
                    <a:pt x="310" y="69"/>
                  </a:cubicBezTo>
                  <a:cubicBezTo>
                    <a:pt x="310" y="69"/>
                    <a:pt x="312" y="70"/>
                    <a:pt x="310" y="71"/>
                  </a:cubicBezTo>
                  <a:cubicBezTo>
                    <a:pt x="309" y="71"/>
                    <a:pt x="308" y="71"/>
                    <a:pt x="306" y="71"/>
                  </a:cubicBezTo>
                  <a:cubicBezTo>
                    <a:pt x="307" y="71"/>
                    <a:pt x="308" y="71"/>
                    <a:pt x="309" y="71"/>
                  </a:cubicBezTo>
                  <a:cubicBezTo>
                    <a:pt x="310" y="72"/>
                    <a:pt x="307" y="72"/>
                    <a:pt x="307" y="72"/>
                  </a:cubicBezTo>
                  <a:cubicBezTo>
                    <a:pt x="307" y="73"/>
                    <a:pt x="308" y="73"/>
                    <a:pt x="308" y="73"/>
                  </a:cubicBezTo>
                  <a:cubicBezTo>
                    <a:pt x="308" y="73"/>
                    <a:pt x="306" y="73"/>
                    <a:pt x="306" y="73"/>
                  </a:cubicBezTo>
                  <a:cubicBezTo>
                    <a:pt x="306" y="73"/>
                    <a:pt x="305" y="73"/>
                    <a:pt x="306" y="73"/>
                  </a:cubicBezTo>
                  <a:cubicBezTo>
                    <a:pt x="307" y="74"/>
                    <a:pt x="308" y="74"/>
                    <a:pt x="308" y="74"/>
                  </a:cubicBezTo>
                  <a:cubicBezTo>
                    <a:pt x="308" y="75"/>
                    <a:pt x="309" y="75"/>
                    <a:pt x="309" y="75"/>
                  </a:cubicBezTo>
                  <a:cubicBezTo>
                    <a:pt x="309" y="75"/>
                    <a:pt x="309" y="77"/>
                    <a:pt x="308" y="77"/>
                  </a:cubicBezTo>
                  <a:cubicBezTo>
                    <a:pt x="310" y="77"/>
                    <a:pt x="309" y="76"/>
                    <a:pt x="309" y="76"/>
                  </a:cubicBezTo>
                  <a:cubicBezTo>
                    <a:pt x="310" y="75"/>
                    <a:pt x="309" y="75"/>
                    <a:pt x="309" y="75"/>
                  </a:cubicBezTo>
                  <a:cubicBezTo>
                    <a:pt x="309" y="74"/>
                    <a:pt x="309" y="74"/>
                    <a:pt x="309" y="74"/>
                  </a:cubicBezTo>
                  <a:cubicBezTo>
                    <a:pt x="310" y="73"/>
                    <a:pt x="311" y="73"/>
                    <a:pt x="312" y="74"/>
                  </a:cubicBezTo>
                  <a:cubicBezTo>
                    <a:pt x="313" y="74"/>
                    <a:pt x="314" y="74"/>
                    <a:pt x="316" y="75"/>
                  </a:cubicBezTo>
                  <a:cubicBezTo>
                    <a:pt x="316" y="75"/>
                    <a:pt x="317" y="75"/>
                    <a:pt x="317" y="75"/>
                  </a:cubicBezTo>
                  <a:cubicBezTo>
                    <a:pt x="318" y="75"/>
                    <a:pt x="319" y="75"/>
                    <a:pt x="319" y="75"/>
                  </a:cubicBezTo>
                  <a:cubicBezTo>
                    <a:pt x="320" y="76"/>
                    <a:pt x="318" y="76"/>
                    <a:pt x="318" y="76"/>
                  </a:cubicBezTo>
                  <a:cubicBezTo>
                    <a:pt x="318" y="76"/>
                    <a:pt x="318" y="76"/>
                    <a:pt x="317" y="76"/>
                  </a:cubicBezTo>
                  <a:cubicBezTo>
                    <a:pt x="317" y="77"/>
                    <a:pt x="318" y="77"/>
                    <a:pt x="318" y="77"/>
                  </a:cubicBezTo>
                  <a:cubicBezTo>
                    <a:pt x="317" y="77"/>
                    <a:pt x="317" y="78"/>
                    <a:pt x="317" y="78"/>
                  </a:cubicBezTo>
                  <a:cubicBezTo>
                    <a:pt x="317" y="78"/>
                    <a:pt x="318" y="78"/>
                    <a:pt x="318" y="78"/>
                  </a:cubicBezTo>
                  <a:cubicBezTo>
                    <a:pt x="318" y="79"/>
                    <a:pt x="313" y="79"/>
                    <a:pt x="313" y="79"/>
                  </a:cubicBezTo>
                  <a:cubicBezTo>
                    <a:pt x="312" y="79"/>
                    <a:pt x="312" y="79"/>
                    <a:pt x="311" y="78"/>
                  </a:cubicBezTo>
                  <a:cubicBezTo>
                    <a:pt x="311" y="78"/>
                    <a:pt x="309" y="78"/>
                    <a:pt x="309" y="79"/>
                  </a:cubicBezTo>
                  <a:cubicBezTo>
                    <a:pt x="309" y="79"/>
                    <a:pt x="310" y="79"/>
                    <a:pt x="310" y="79"/>
                  </a:cubicBezTo>
                  <a:cubicBezTo>
                    <a:pt x="309" y="79"/>
                    <a:pt x="308" y="79"/>
                    <a:pt x="308" y="79"/>
                  </a:cubicBezTo>
                  <a:cubicBezTo>
                    <a:pt x="307" y="80"/>
                    <a:pt x="306" y="80"/>
                    <a:pt x="306" y="80"/>
                  </a:cubicBezTo>
                  <a:cubicBezTo>
                    <a:pt x="304" y="81"/>
                    <a:pt x="302" y="80"/>
                    <a:pt x="300" y="80"/>
                  </a:cubicBezTo>
                  <a:cubicBezTo>
                    <a:pt x="299" y="80"/>
                    <a:pt x="298" y="79"/>
                    <a:pt x="298" y="79"/>
                  </a:cubicBezTo>
                  <a:cubicBezTo>
                    <a:pt x="297" y="79"/>
                    <a:pt x="296" y="78"/>
                    <a:pt x="295" y="78"/>
                  </a:cubicBezTo>
                  <a:cubicBezTo>
                    <a:pt x="295" y="78"/>
                    <a:pt x="293" y="77"/>
                    <a:pt x="295" y="76"/>
                  </a:cubicBezTo>
                  <a:cubicBezTo>
                    <a:pt x="296" y="76"/>
                    <a:pt x="298" y="77"/>
                    <a:pt x="300" y="77"/>
                  </a:cubicBezTo>
                  <a:cubicBezTo>
                    <a:pt x="302" y="78"/>
                    <a:pt x="304" y="78"/>
                    <a:pt x="306" y="77"/>
                  </a:cubicBezTo>
                  <a:cubicBezTo>
                    <a:pt x="305" y="77"/>
                    <a:pt x="303" y="78"/>
                    <a:pt x="302" y="78"/>
                  </a:cubicBezTo>
                  <a:cubicBezTo>
                    <a:pt x="301" y="77"/>
                    <a:pt x="299" y="77"/>
                    <a:pt x="298" y="76"/>
                  </a:cubicBezTo>
                  <a:cubicBezTo>
                    <a:pt x="297" y="76"/>
                    <a:pt x="296" y="76"/>
                    <a:pt x="295" y="76"/>
                  </a:cubicBezTo>
                  <a:cubicBezTo>
                    <a:pt x="295" y="76"/>
                    <a:pt x="295" y="76"/>
                    <a:pt x="294" y="76"/>
                  </a:cubicBezTo>
                  <a:cubicBezTo>
                    <a:pt x="293" y="76"/>
                    <a:pt x="290" y="76"/>
                    <a:pt x="291" y="77"/>
                  </a:cubicBezTo>
                  <a:cubicBezTo>
                    <a:pt x="291" y="78"/>
                    <a:pt x="290" y="78"/>
                    <a:pt x="289" y="78"/>
                  </a:cubicBezTo>
                  <a:cubicBezTo>
                    <a:pt x="289" y="78"/>
                    <a:pt x="287" y="77"/>
                    <a:pt x="288" y="77"/>
                  </a:cubicBezTo>
                  <a:cubicBezTo>
                    <a:pt x="288" y="76"/>
                    <a:pt x="286" y="76"/>
                    <a:pt x="286" y="76"/>
                  </a:cubicBezTo>
                  <a:cubicBezTo>
                    <a:pt x="285" y="76"/>
                    <a:pt x="284" y="74"/>
                    <a:pt x="283" y="75"/>
                  </a:cubicBezTo>
                  <a:cubicBezTo>
                    <a:pt x="284" y="75"/>
                    <a:pt x="284" y="76"/>
                    <a:pt x="285" y="76"/>
                  </a:cubicBezTo>
                  <a:cubicBezTo>
                    <a:pt x="285" y="76"/>
                    <a:pt x="286" y="76"/>
                    <a:pt x="287" y="77"/>
                  </a:cubicBezTo>
                  <a:cubicBezTo>
                    <a:pt x="287" y="77"/>
                    <a:pt x="287" y="77"/>
                    <a:pt x="287" y="78"/>
                  </a:cubicBezTo>
                  <a:cubicBezTo>
                    <a:pt x="287" y="78"/>
                    <a:pt x="289" y="78"/>
                    <a:pt x="289" y="78"/>
                  </a:cubicBezTo>
                  <a:cubicBezTo>
                    <a:pt x="289" y="79"/>
                    <a:pt x="287" y="79"/>
                    <a:pt x="287" y="79"/>
                  </a:cubicBezTo>
                  <a:cubicBezTo>
                    <a:pt x="285" y="79"/>
                    <a:pt x="284" y="79"/>
                    <a:pt x="283" y="79"/>
                  </a:cubicBezTo>
                  <a:cubicBezTo>
                    <a:pt x="284" y="79"/>
                    <a:pt x="283" y="80"/>
                    <a:pt x="283" y="80"/>
                  </a:cubicBezTo>
                  <a:cubicBezTo>
                    <a:pt x="282" y="80"/>
                    <a:pt x="282" y="80"/>
                    <a:pt x="281" y="80"/>
                  </a:cubicBezTo>
                  <a:cubicBezTo>
                    <a:pt x="280" y="81"/>
                    <a:pt x="279" y="81"/>
                    <a:pt x="277" y="80"/>
                  </a:cubicBezTo>
                  <a:cubicBezTo>
                    <a:pt x="277" y="80"/>
                    <a:pt x="276" y="80"/>
                    <a:pt x="275" y="80"/>
                  </a:cubicBezTo>
                  <a:cubicBezTo>
                    <a:pt x="275" y="80"/>
                    <a:pt x="274" y="80"/>
                    <a:pt x="273" y="79"/>
                  </a:cubicBezTo>
                  <a:cubicBezTo>
                    <a:pt x="273" y="79"/>
                    <a:pt x="272" y="79"/>
                    <a:pt x="272" y="79"/>
                  </a:cubicBezTo>
                  <a:cubicBezTo>
                    <a:pt x="272" y="78"/>
                    <a:pt x="271" y="78"/>
                    <a:pt x="270" y="79"/>
                  </a:cubicBezTo>
                  <a:cubicBezTo>
                    <a:pt x="271" y="79"/>
                    <a:pt x="272" y="79"/>
                    <a:pt x="272" y="80"/>
                  </a:cubicBezTo>
                  <a:cubicBezTo>
                    <a:pt x="273" y="80"/>
                    <a:pt x="274" y="80"/>
                    <a:pt x="274" y="80"/>
                  </a:cubicBezTo>
                  <a:cubicBezTo>
                    <a:pt x="275" y="80"/>
                    <a:pt x="277" y="80"/>
                    <a:pt x="277" y="81"/>
                  </a:cubicBezTo>
                  <a:cubicBezTo>
                    <a:pt x="276" y="81"/>
                    <a:pt x="275" y="81"/>
                    <a:pt x="274" y="81"/>
                  </a:cubicBezTo>
                  <a:cubicBezTo>
                    <a:pt x="273" y="82"/>
                    <a:pt x="272" y="81"/>
                    <a:pt x="272" y="81"/>
                  </a:cubicBezTo>
                  <a:cubicBezTo>
                    <a:pt x="271" y="81"/>
                    <a:pt x="270" y="81"/>
                    <a:pt x="269" y="81"/>
                  </a:cubicBezTo>
                  <a:cubicBezTo>
                    <a:pt x="269" y="81"/>
                    <a:pt x="268" y="81"/>
                    <a:pt x="267" y="82"/>
                  </a:cubicBezTo>
                  <a:cubicBezTo>
                    <a:pt x="268" y="82"/>
                    <a:pt x="269" y="81"/>
                    <a:pt x="269" y="82"/>
                  </a:cubicBezTo>
                  <a:cubicBezTo>
                    <a:pt x="269" y="83"/>
                    <a:pt x="269" y="83"/>
                    <a:pt x="268" y="83"/>
                  </a:cubicBezTo>
                  <a:cubicBezTo>
                    <a:pt x="269" y="84"/>
                    <a:pt x="270" y="83"/>
                    <a:pt x="270" y="82"/>
                  </a:cubicBezTo>
                  <a:cubicBezTo>
                    <a:pt x="270" y="81"/>
                    <a:pt x="271" y="81"/>
                    <a:pt x="272" y="81"/>
                  </a:cubicBezTo>
                  <a:cubicBezTo>
                    <a:pt x="273" y="82"/>
                    <a:pt x="274" y="82"/>
                    <a:pt x="275" y="81"/>
                  </a:cubicBezTo>
                  <a:cubicBezTo>
                    <a:pt x="276" y="81"/>
                    <a:pt x="277" y="81"/>
                    <a:pt x="278" y="81"/>
                  </a:cubicBezTo>
                  <a:cubicBezTo>
                    <a:pt x="278" y="81"/>
                    <a:pt x="279" y="81"/>
                    <a:pt x="280" y="81"/>
                  </a:cubicBezTo>
                  <a:cubicBezTo>
                    <a:pt x="281" y="81"/>
                    <a:pt x="282" y="82"/>
                    <a:pt x="282" y="82"/>
                  </a:cubicBezTo>
                  <a:cubicBezTo>
                    <a:pt x="283" y="82"/>
                    <a:pt x="284" y="82"/>
                    <a:pt x="285" y="82"/>
                  </a:cubicBezTo>
                  <a:cubicBezTo>
                    <a:pt x="286" y="82"/>
                    <a:pt x="285" y="83"/>
                    <a:pt x="284" y="83"/>
                  </a:cubicBezTo>
                  <a:cubicBezTo>
                    <a:pt x="283" y="84"/>
                    <a:pt x="282" y="84"/>
                    <a:pt x="281" y="84"/>
                  </a:cubicBezTo>
                  <a:cubicBezTo>
                    <a:pt x="280" y="84"/>
                    <a:pt x="279" y="84"/>
                    <a:pt x="278" y="84"/>
                  </a:cubicBezTo>
                  <a:cubicBezTo>
                    <a:pt x="277" y="85"/>
                    <a:pt x="276" y="85"/>
                    <a:pt x="275" y="84"/>
                  </a:cubicBezTo>
                  <a:cubicBezTo>
                    <a:pt x="274" y="84"/>
                    <a:pt x="273" y="84"/>
                    <a:pt x="272" y="84"/>
                  </a:cubicBezTo>
                  <a:cubicBezTo>
                    <a:pt x="271" y="84"/>
                    <a:pt x="270" y="84"/>
                    <a:pt x="269" y="84"/>
                  </a:cubicBezTo>
                  <a:cubicBezTo>
                    <a:pt x="269" y="84"/>
                    <a:pt x="268" y="84"/>
                    <a:pt x="269" y="84"/>
                  </a:cubicBezTo>
                  <a:cubicBezTo>
                    <a:pt x="270" y="84"/>
                    <a:pt x="271" y="84"/>
                    <a:pt x="271" y="84"/>
                  </a:cubicBezTo>
                  <a:cubicBezTo>
                    <a:pt x="273" y="84"/>
                    <a:pt x="274" y="84"/>
                    <a:pt x="275" y="85"/>
                  </a:cubicBezTo>
                  <a:cubicBezTo>
                    <a:pt x="274" y="85"/>
                    <a:pt x="273" y="85"/>
                    <a:pt x="273" y="85"/>
                  </a:cubicBezTo>
                  <a:cubicBezTo>
                    <a:pt x="274" y="86"/>
                    <a:pt x="275" y="85"/>
                    <a:pt x="276" y="85"/>
                  </a:cubicBezTo>
                  <a:cubicBezTo>
                    <a:pt x="275" y="86"/>
                    <a:pt x="275" y="86"/>
                    <a:pt x="274" y="86"/>
                  </a:cubicBezTo>
                  <a:cubicBezTo>
                    <a:pt x="275" y="86"/>
                    <a:pt x="276" y="85"/>
                    <a:pt x="277" y="85"/>
                  </a:cubicBezTo>
                  <a:cubicBezTo>
                    <a:pt x="278" y="85"/>
                    <a:pt x="279" y="85"/>
                    <a:pt x="281" y="84"/>
                  </a:cubicBezTo>
                  <a:cubicBezTo>
                    <a:pt x="282" y="84"/>
                    <a:pt x="283" y="84"/>
                    <a:pt x="283" y="85"/>
                  </a:cubicBezTo>
                  <a:cubicBezTo>
                    <a:pt x="284" y="85"/>
                    <a:pt x="286" y="85"/>
                    <a:pt x="286" y="86"/>
                  </a:cubicBezTo>
                  <a:cubicBezTo>
                    <a:pt x="286" y="86"/>
                    <a:pt x="286" y="87"/>
                    <a:pt x="287" y="87"/>
                  </a:cubicBezTo>
                  <a:cubicBezTo>
                    <a:pt x="285" y="88"/>
                    <a:pt x="283" y="88"/>
                    <a:pt x="282" y="88"/>
                  </a:cubicBezTo>
                  <a:cubicBezTo>
                    <a:pt x="281" y="88"/>
                    <a:pt x="280" y="88"/>
                    <a:pt x="280" y="88"/>
                  </a:cubicBezTo>
                  <a:cubicBezTo>
                    <a:pt x="279" y="88"/>
                    <a:pt x="278" y="88"/>
                    <a:pt x="277" y="88"/>
                  </a:cubicBezTo>
                  <a:cubicBezTo>
                    <a:pt x="279" y="88"/>
                    <a:pt x="280" y="88"/>
                    <a:pt x="281" y="88"/>
                  </a:cubicBezTo>
                  <a:cubicBezTo>
                    <a:pt x="281" y="89"/>
                    <a:pt x="281" y="89"/>
                    <a:pt x="280" y="89"/>
                  </a:cubicBezTo>
                  <a:cubicBezTo>
                    <a:pt x="280" y="89"/>
                    <a:pt x="280" y="90"/>
                    <a:pt x="279" y="90"/>
                  </a:cubicBezTo>
                  <a:cubicBezTo>
                    <a:pt x="280" y="91"/>
                    <a:pt x="280" y="90"/>
                    <a:pt x="280" y="89"/>
                  </a:cubicBezTo>
                  <a:cubicBezTo>
                    <a:pt x="281" y="89"/>
                    <a:pt x="282" y="88"/>
                    <a:pt x="282" y="88"/>
                  </a:cubicBezTo>
                  <a:cubicBezTo>
                    <a:pt x="283" y="88"/>
                    <a:pt x="284" y="88"/>
                    <a:pt x="284" y="88"/>
                  </a:cubicBezTo>
                  <a:cubicBezTo>
                    <a:pt x="285" y="88"/>
                    <a:pt x="286" y="88"/>
                    <a:pt x="287" y="88"/>
                  </a:cubicBezTo>
                  <a:cubicBezTo>
                    <a:pt x="287" y="88"/>
                    <a:pt x="288" y="89"/>
                    <a:pt x="288" y="89"/>
                  </a:cubicBezTo>
                  <a:cubicBezTo>
                    <a:pt x="289" y="88"/>
                    <a:pt x="289" y="89"/>
                    <a:pt x="290" y="89"/>
                  </a:cubicBezTo>
                  <a:cubicBezTo>
                    <a:pt x="290" y="89"/>
                    <a:pt x="290" y="89"/>
                    <a:pt x="291" y="89"/>
                  </a:cubicBezTo>
                  <a:cubicBezTo>
                    <a:pt x="291" y="89"/>
                    <a:pt x="290" y="90"/>
                    <a:pt x="290" y="90"/>
                  </a:cubicBezTo>
                  <a:cubicBezTo>
                    <a:pt x="291" y="90"/>
                    <a:pt x="291" y="89"/>
                    <a:pt x="292" y="90"/>
                  </a:cubicBezTo>
                  <a:cubicBezTo>
                    <a:pt x="292" y="90"/>
                    <a:pt x="291" y="90"/>
                    <a:pt x="291" y="90"/>
                  </a:cubicBezTo>
                  <a:cubicBezTo>
                    <a:pt x="291" y="91"/>
                    <a:pt x="291" y="90"/>
                    <a:pt x="292" y="90"/>
                  </a:cubicBezTo>
                  <a:cubicBezTo>
                    <a:pt x="292" y="90"/>
                    <a:pt x="292" y="90"/>
                    <a:pt x="293" y="90"/>
                  </a:cubicBezTo>
                  <a:cubicBezTo>
                    <a:pt x="294" y="91"/>
                    <a:pt x="295" y="91"/>
                    <a:pt x="295" y="91"/>
                  </a:cubicBezTo>
                  <a:cubicBezTo>
                    <a:pt x="295" y="91"/>
                    <a:pt x="295" y="91"/>
                    <a:pt x="295" y="91"/>
                  </a:cubicBezTo>
                  <a:cubicBezTo>
                    <a:pt x="295" y="92"/>
                    <a:pt x="296" y="91"/>
                    <a:pt x="296" y="92"/>
                  </a:cubicBezTo>
                  <a:cubicBezTo>
                    <a:pt x="297" y="92"/>
                    <a:pt x="298" y="92"/>
                    <a:pt x="298" y="92"/>
                  </a:cubicBezTo>
                  <a:cubicBezTo>
                    <a:pt x="300" y="93"/>
                    <a:pt x="297" y="93"/>
                    <a:pt x="297" y="93"/>
                  </a:cubicBezTo>
                  <a:cubicBezTo>
                    <a:pt x="296" y="94"/>
                    <a:pt x="294" y="94"/>
                    <a:pt x="294" y="95"/>
                  </a:cubicBezTo>
                  <a:cubicBezTo>
                    <a:pt x="294" y="95"/>
                    <a:pt x="297" y="94"/>
                    <a:pt x="297" y="94"/>
                  </a:cubicBezTo>
                  <a:cubicBezTo>
                    <a:pt x="297" y="94"/>
                    <a:pt x="299" y="93"/>
                    <a:pt x="299" y="94"/>
                  </a:cubicBezTo>
                  <a:cubicBezTo>
                    <a:pt x="299" y="94"/>
                    <a:pt x="298" y="94"/>
                    <a:pt x="298" y="94"/>
                  </a:cubicBezTo>
                  <a:cubicBezTo>
                    <a:pt x="298" y="94"/>
                    <a:pt x="297" y="94"/>
                    <a:pt x="297" y="95"/>
                  </a:cubicBezTo>
                  <a:cubicBezTo>
                    <a:pt x="297" y="95"/>
                    <a:pt x="297" y="95"/>
                    <a:pt x="297" y="95"/>
                  </a:cubicBezTo>
                  <a:cubicBezTo>
                    <a:pt x="298" y="95"/>
                    <a:pt x="298" y="95"/>
                    <a:pt x="298" y="95"/>
                  </a:cubicBezTo>
                  <a:cubicBezTo>
                    <a:pt x="299" y="95"/>
                    <a:pt x="299" y="95"/>
                    <a:pt x="300" y="94"/>
                  </a:cubicBezTo>
                  <a:cubicBezTo>
                    <a:pt x="300" y="94"/>
                    <a:pt x="301" y="93"/>
                    <a:pt x="301" y="94"/>
                  </a:cubicBezTo>
                  <a:cubicBezTo>
                    <a:pt x="301" y="94"/>
                    <a:pt x="302" y="94"/>
                    <a:pt x="303" y="94"/>
                  </a:cubicBezTo>
                  <a:cubicBezTo>
                    <a:pt x="302" y="95"/>
                    <a:pt x="301" y="94"/>
                    <a:pt x="300" y="95"/>
                  </a:cubicBezTo>
                  <a:cubicBezTo>
                    <a:pt x="300" y="95"/>
                    <a:pt x="301" y="95"/>
                    <a:pt x="301" y="95"/>
                  </a:cubicBezTo>
                  <a:cubicBezTo>
                    <a:pt x="300" y="96"/>
                    <a:pt x="298" y="95"/>
                    <a:pt x="298" y="96"/>
                  </a:cubicBezTo>
                  <a:cubicBezTo>
                    <a:pt x="298" y="97"/>
                    <a:pt x="297" y="97"/>
                    <a:pt x="298" y="97"/>
                  </a:cubicBezTo>
                  <a:cubicBezTo>
                    <a:pt x="298" y="98"/>
                    <a:pt x="297" y="98"/>
                    <a:pt x="298" y="98"/>
                  </a:cubicBezTo>
                  <a:cubicBezTo>
                    <a:pt x="298" y="98"/>
                    <a:pt x="298" y="98"/>
                    <a:pt x="298" y="98"/>
                  </a:cubicBezTo>
                  <a:cubicBezTo>
                    <a:pt x="299" y="97"/>
                    <a:pt x="299" y="97"/>
                    <a:pt x="299" y="97"/>
                  </a:cubicBezTo>
                  <a:cubicBezTo>
                    <a:pt x="300" y="96"/>
                    <a:pt x="300" y="96"/>
                    <a:pt x="301" y="96"/>
                  </a:cubicBezTo>
                  <a:cubicBezTo>
                    <a:pt x="301" y="96"/>
                    <a:pt x="302" y="97"/>
                    <a:pt x="302" y="96"/>
                  </a:cubicBezTo>
                  <a:cubicBezTo>
                    <a:pt x="302" y="96"/>
                    <a:pt x="302" y="96"/>
                    <a:pt x="302" y="96"/>
                  </a:cubicBezTo>
                  <a:cubicBezTo>
                    <a:pt x="302" y="96"/>
                    <a:pt x="303" y="96"/>
                    <a:pt x="303" y="96"/>
                  </a:cubicBezTo>
                  <a:cubicBezTo>
                    <a:pt x="303" y="96"/>
                    <a:pt x="302" y="96"/>
                    <a:pt x="302" y="97"/>
                  </a:cubicBezTo>
                  <a:cubicBezTo>
                    <a:pt x="302" y="97"/>
                    <a:pt x="303" y="96"/>
                    <a:pt x="303" y="97"/>
                  </a:cubicBezTo>
                  <a:cubicBezTo>
                    <a:pt x="303" y="97"/>
                    <a:pt x="303" y="97"/>
                    <a:pt x="302" y="97"/>
                  </a:cubicBezTo>
                  <a:cubicBezTo>
                    <a:pt x="303" y="97"/>
                    <a:pt x="303" y="97"/>
                    <a:pt x="303" y="97"/>
                  </a:cubicBezTo>
                  <a:cubicBezTo>
                    <a:pt x="303" y="97"/>
                    <a:pt x="302" y="97"/>
                    <a:pt x="302" y="97"/>
                  </a:cubicBezTo>
                  <a:cubicBezTo>
                    <a:pt x="302" y="97"/>
                    <a:pt x="302" y="97"/>
                    <a:pt x="303" y="97"/>
                  </a:cubicBezTo>
                  <a:cubicBezTo>
                    <a:pt x="303" y="97"/>
                    <a:pt x="302" y="98"/>
                    <a:pt x="302" y="98"/>
                  </a:cubicBezTo>
                  <a:cubicBezTo>
                    <a:pt x="303" y="98"/>
                    <a:pt x="303" y="97"/>
                    <a:pt x="303" y="98"/>
                  </a:cubicBezTo>
                  <a:cubicBezTo>
                    <a:pt x="303" y="98"/>
                    <a:pt x="302" y="98"/>
                    <a:pt x="301" y="98"/>
                  </a:cubicBezTo>
                  <a:cubicBezTo>
                    <a:pt x="301" y="99"/>
                    <a:pt x="302" y="98"/>
                    <a:pt x="302" y="98"/>
                  </a:cubicBezTo>
                  <a:cubicBezTo>
                    <a:pt x="302" y="98"/>
                    <a:pt x="303" y="99"/>
                    <a:pt x="303" y="99"/>
                  </a:cubicBezTo>
                  <a:cubicBezTo>
                    <a:pt x="303" y="100"/>
                    <a:pt x="302" y="99"/>
                    <a:pt x="301" y="99"/>
                  </a:cubicBezTo>
                  <a:cubicBezTo>
                    <a:pt x="301" y="99"/>
                    <a:pt x="302" y="99"/>
                    <a:pt x="302" y="100"/>
                  </a:cubicBezTo>
                  <a:cubicBezTo>
                    <a:pt x="301" y="100"/>
                    <a:pt x="301" y="100"/>
                    <a:pt x="300" y="100"/>
                  </a:cubicBezTo>
                  <a:cubicBezTo>
                    <a:pt x="299" y="100"/>
                    <a:pt x="298" y="100"/>
                    <a:pt x="298" y="100"/>
                  </a:cubicBezTo>
                  <a:cubicBezTo>
                    <a:pt x="299" y="100"/>
                    <a:pt x="301" y="100"/>
                    <a:pt x="302" y="100"/>
                  </a:cubicBezTo>
                  <a:cubicBezTo>
                    <a:pt x="303" y="100"/>
                    <a:pt x="302" y="100"/>
                    <a:pt x="302" y="101"/>
                  </a:cubicBezTo>
                  <a:cubicBezTo>
                    <a:pt x="301" y="101"/>
                    <a:pt x="301" y="101"/>
                    <a:pt x="300" y="101"/>
                  </a:cubicBezTo>
                  <a:cubicBezTo>
                    <a:pt x="301" y="101"/>
                    <a:pt x="301" y="101"/>
                    <a:pt x="302" y="101"/>
                  </a:cubicBezTo>
                  <a:cubicBezTo>
                    <a:pt x="302" y="101"/>
                    <a:pt x="301" y="101"/>
                    <a:pt x="301" y="101"/>
                  </a:cubicBezTo>
                  <a:cubicBezTo>
                    <a:pt x="301" y="101"/>
                    <a:pt x="302" y="101"/>
                    <a:pt x="302" y="101"/>
                  </a:cubicBezTo>
                  <a:cubicBezTo>
                    <a:pt x="302" y="101"/>
                    <a:pt x="302" y="101"/>
                    <a:pt x="303" y="101"/>
                  </a:cubicBezTo>
                  <a:cubicBezTo>
                    <a:pt x="302" y="101"/>
                    <a:pt x="301" y="101"/>
                    <a:pt x="301" y="102"/>
                  </a:cubicBezTo>
                  <a:cubicBezTo>
                    <a:pt x="302" y="102"/>
                    <a:pt x="300" y="102"/>
                    <a:pt x="300" y="102"/>
                  </a:cubicBezTo>
                  <a:cubicBezTo>
                    <a:pt x="301" y="103"/>
                    <a:pt x="301" y="102"/>
                    <a:pt x="302" y="103"/>
                  </a:cubicBezTo>
                  <a:cubicBezTo>
                    <a:pt x="302" y="103"/>
                    <a:pt x="301" y="103"/>
                    <a:pt x="301" y="103"/>
                  </a:cubicBezTo>
                  <a:cubicBezTo>
                    <a:pt x="301" y="103"/>
                    <a:pt x="302" y="103"/>
                    <a:pt x="302" y="103"/>
                  </a:cubicBezTo>
                  <a:cubicBezTo>
                    <a:pt x="302" y="103"/>
                    <a:pt x="301" y="103"/>
                    <a:pt x="301" y="103"/>
                  </a:cubicBezTo>
                  <a:cubicBezTo>
                    <a:pt x="301" y="103"/>
                    <a:pt x="302" y="103"/>
                    <a:pt x="302" y="103"/>
                  </a:cubicBezTo>
                  <a:cubicBezTo>
                    <a:pt x="302" y="104"/>
                    <a:pt x="301" y="104"/>
                    <a:pt x="301" y="104"/>
                  </a:cubicBezTo>
                  <a:cubicBezTo>
                    <a:pt x="301" y="104"/>
                    <a:pt x="301" y="104"/>
                    <a:pt x="300" y="104"/>
                  </a:cubicBezTo>
                  <a:cubicBezTo>
                    <a:pt x="301" y="104"/>
                    <a:pt x="301" y="104"/>
                    <a:pt x="301" y="104"/>
                  </a:cubicBezTo>
                  <a:cubicBezTo>
                    <a:pt x="301" y="104"/>
                    <a:pt x="301" y="104"/>
                    <a:pt x="301" y="105"/>
                  </a:cubicBezTo>
                  <a:cubicBezTo>
                    <a:pt x="301" y="105"/>
                    <a:pt x="302" y="105"/>
                    <a:pt x="302" y="105"/>
                  </a:cubicBezTo>
                  <a:cubicBezTo>
                    <a:pt x="302" y="105"/>
                    <a:pt x="301" y="106"/>
                    <a:pt x="300" y="106"/>
                  </a:cubicBezTo>
                  <a:cubicBezTo>
                    <a:pt x="300" y="106"/>
                    <a:pt x="299" y="106"/>
                    <a:pt x="298" y="106"/>
                  </a:cubicBezTo>
                  <a:cubicBezTo>
                    <a:pt x="300" y="105"/>
                    <a:pt x="296" y="106"/>
                    <a:pt x="296" y="106"/>
                  </a:cubicBezTo>
                  <a:cubicBezTo>
                    <a:pt x="295" y="105"/>
                    <a:pt x="296" y="104"/>
                    <a:pt x="296" y="104"/>
                  </a:cubicBezTo>
                  <a:cubicBezTo>
                    <a:pt x="295" y="103"/>
                    <a:pt x="296" y="103"/>
                    <a:pt x="296" y="102"/>
                  </a:cubicBezTo>
                  <a:cubicBezTo>
                    <a:pt x="297" y="102"/>
                    <a:pt x="295" y="102"/>
                    <a:pt x="295" y="102"/>
                  </a:cubicBezTo>
                  <a:cubicBezTo>
                    <a:pt x="295" y="103"/>
                    <a:pt x="295" y="103"/>
                    <a:pt x="295" y="103"/>
                  </a:cubicBezTo>
                  <a:cubicBezTo>
                    <a:pt x="294" y="104"/>
                    <a:pt x="295" y="104"/>
                    <a:pt x="295" y="105"/>
                  </a:cubicBezTo>
                  <a:cubicBezTo>
                    <a:pt x="294" y="106"/>
                    <a:pt x="293" y="106"/>
                    <a:pt x="293" y="106"/>
                  </a:cubicBezTo>
                  <a:cubicBezTo>
                    <a:pt x="292" y="106"/>
                    <a:pt x="291" y="106"/>
                    <a:pt x="290" y="106"/>
                  </a:cubicBezTo>
                  <a:cubicBezTo>
                    <a:pt x="289" y="106"/>
                    <a:pt x="288" y="105"/>
                    <a:pt x="287" y="105"/>
                  </a:cubicBezTo>
                  <a:cubicBezTo>
                    <a:pt x="285" y="104"/>
                    <a:pt x="284" y="104"/>
                    <a:pt x="284" y="102"/>
                  </a:cubicBezTo>
                  <a:cubicBezTo>
                    <a:pt x="284" y="101"/>
                    <a:pt x="285" y="101"/>
                    <a:pt x="285" y="100"/>
                  </a:cubicBezTo>
                  <a:cubicBezTo>
                    <a:pt x="284" y="99"/>
                    <a:pt x="284" y="99"/>
                    <a:pt x="283" y="99"/>
                  </a:cubicBezTo>
                  <a:cubicBezTo>
                    <a:pt x="283" y="99"/>
                    <a:pt x="283" y="99"/>
                    <a:pt x="283" y="98"/>
                  </a:cubicBezTo>
                  <a:cubicBezTo>
                    <a:pt x="283" y="98"/>
                    <a:pt x="283" y="98"/>
                    <a:pt x="283" y="98"/>
                  </a:cubicBezTo>
                  <a:cubicBezTo>
                    <a:pt x="282" y="98"/>
                    <a:pt x="282" y="98"/>
                    <a:pt x="282" y="98"/>
                  </a:cubicBezTo>
                  <a:cubicBezTo>
                    <a:pt x="282" y="98"/>
                    <a:pt x="283" y="98"/>
                    <a:pt x="283" y="97"/>
                  </a:cubicBezTo>
                  <a:cubicBezTo>
                    <a:pt x="282" y="97"/>
                    <a:pt x="282" y="98"/>
                    <a:pt x="281" y="98"/>
                  </a:cubicBezTo>
                  <a:cubicBezTo>
                    <a:pt x="281" y="98"/>
                    <a:pt x="280" y="98"/>
                    <a:pt x="280" y="98"/>
                  </a:cubicBezTo>
                  <a:cubicBezTo>
                    <a:pt x="279" y="98"/>
                    <a:pt x="278" y="97"/>
                    <a:pt x="278" y="97"/>
                  </a:cubicBezTo>
                  <a:cubicBezTo>
                    <a:pt x="278" y="96"/>
                    <a:pt x="277" y="97"/>
                    <a:pt x="277" y="96"/>
                  </a:cubicBezTo>
                  <a:cubicBezTo>
                    <a:pt x="277" y="96"/>
                    <a:pt x="277" y="96"/>
                    <a:pt x="276" y="96"/>
                  </a:cubicBezTo>
                  <a:cubicBezTo>
                    <a:pt x="275" y="95"/>
                    <a:pt x="274" y="95"/>
                    <a:pt x="273" y="95"/>
                  </a:cubicBezTo>
                  <a:cubicBezTo>
                    <a:pt x="272" y="95"/>
                    <a:pt x="272" y="95"/>
                    <a:pt x="272" y="95"/>
                  </a:cubicBezTo>
                  <a:cubicBezTo>
                    <a:pt x="272" y="95"/>
                    <a:pt x="272" y="95"/>
                    <a:pt x="271" y="95"/>
                  </a:cubicBezTo>
                  <a:cubicBezTo>
                    <a:pt x="271" y="95"/>
                    <a:pt x="270" y="96"/>
                    <a:pt x="270" y="96"/>
                  </a:cubicBezTo>
                  <a:cubicBezTo>
                    <a:pt x="269" y="96"/>
                    <a:pt x="267" y="96"/>
                    <a:pt x="266" y="94"/>
                  </a:cubicBezTo>
                  <a:cubicBezTo>
                    <a:pt x="266" y="94"/>
                    <a:pt x="266" y="94"/>
                    <a:pt x="265" y="93"/>
                  </a:cubicBezTo>
                  <a:cubicBezTo>
                    <a:pt x="265" y="93"/>
                    <a:pt x="264" y="93"/>
                    <a:pt x="264" y="93"/>
                  </a:cubicBezTo>
                  <a:cubicBezTo>
                    <a:pt x="264" y="93"/>
                    <a:pt x="264" y="93"/>
                    <a:pt x="264" y="92"/>
                  </a:cubicBezTo>
                  <a:cubicBezTo>
                    <a:pt x="264" y="92"/>
                    <a:pt x="263" y="92"/>
                    <a:pt x="263" y="92"/>
                  </a:cubicBezTo>
                  <a:cubicBezTo>
                    <a:pt x="262" y="92"/>
                    <a:pt x="262" y="91"/>
                    <a:pt x="262" y="92"/>
                  </a:cubicBezTo>
                  <a:cubicBezTo>
                    <a:pt x="262" y="92"/>
                    <a:pt x="261" y="92"/>
                    <a:pt x="261" y="92"/>
                  </a:cubicBezTo>
                  <a:cubicBezTo>
                    <a:pt x="260" y="91"/>
                    <a:pt x="258" y="90"/>
                    <a:pt x="257" y="91"/>
                  </a:cubicBezTo>
                  <a:cubicBezTo>
                    <a:pt x="257" y="91"/>
                    <a:pt x="260" y="91"/>
                    <a:pt x="259" y="92"/>
                  </a:cubicBezTo>
                  <a:cubicBezTo>
                    <a:pt x="259" y="92"/>
                    <a:pt x="258" y="92"/>
                    <a:pt x="258" y="92"/>
                  </a:cubicBezTo>
                  <a:cubicBezTo>
                    <a:pt x="259" y="93"/>
                    <a:pt x="262" y="92"/>
                    <a:pt x="263" y="93"/>
                  </a:cubicBezTo>
                  <a:cubicBezTo>
                    <a:pt x="262" y="93"/>
                    <a:pt x="261" y="92"/>
                    <a:pt x="261" y="93"/>
                  </a:cubicBezTo>
                  <a:cubicBezTo>
                    <a:pt x="262" y="93"/>
                    <a:pt x="263" y="93"/>
                    <a:pt x="264" y="94"/>
                  </a:cubicBezTo>
                  <a:cubicBezTo>
                    <a:pt x="264" y="94"/>
                    <a:pt x="265" y="94"/>
                    <a:pt x="265" y="94"/>
                  </a:cubicBezTo>
                  <a:cubicBezTo>
                    <a:pt x="265" y="95"/>
                    <a:pt x="264" y="95"/>
                    <a:pt x="263" y="95"/>
                  </a:cubicBezTo>
                  <a:cubicBezTo>
                    <a:pt x="263" y="95"/>
                    <a:pt x="262" y="95"/>
                    <a:pt x="262" y="95"/>
                  </a:cubicBezTo>
                  <a:cubicBezTo>
                    <a:pt x="261" y="95"/>
                    <a:pt x="261" y="95"/>
                    <a:pt x="261" y="95"/>
                  </a:cubicBezTo>
                  <a:cubicBezTo>
                    <a:pt x="261" y="95"/>
                    <a:pt x="261" y="95"/>
                    <a:pt x="261" y="95"/>
                  </a:cubicBezTo>
                  <a:cubicBezTo>
                    <a:pt x="260" y="95"/>
                    <a:pt x="257" y="96"/>
                    <a:pt x="257" y="95"/>
                  </a:cubicBezTo>
                  <a:cubicBezTo>
                    <a:pt x="257" y="96"/>
                    <a:pt x="262" y="95"/>
                    <a:pt x="263" y="95"/>
                  </a:cubicBezTo>
                  <a:cubicBezTo>
                    <a:pt x="264" y="95"/>
                    <a:pt x="265" y="95"/>
                    <a:pt x="266" y="95"/>
                  </a:cubicBezTo>
                  <a:cubicBezTo>
                    <a:pt x="267" y="96"/>
                    <a:pt x="265" y="96"/>
                    <a:pt x="265" y="96"/>
                  </a:cubicBezTo>
                  <a:cubicBezTo>
                    <a:pt x="266" y="96"/>
                    <a:pt x="266" y="96"/>
                    <a:pt x="267" y="96"/>
                  </a:cubicBezTo>
                  <a:cubicBezTo>
                    <a:pt x="268" y="96"/>
                    <a:pt x="268" y="96"/>
                    <a:pt x="269" y="96"/>
                  </a:cubicBezTo>
                  <a:cubicBezTo>
                    <a:pt x="270" y="96"/>
                    <a:pt x="271" y="96"/>
                    <a:pt x="272" y="96"/>
                  </a:cubicBezTo>
                  <a:cubicBezTo>
                    <a:pt x="273" y="96"/>
                    <a:pt x="274" y="96"/>
                    <a:pt x="275" y="96"/>
                  </a:cubicBezTo>
                  <a:cubicBezTo>
                    <a:pt x="275" y="96"/>
                    <a:pt x="277" y="97"/>
                    <a:pt x="277" y="98"/>
                  </a:cubicBezTo>
                  <a:cubicBezTo>
                    <a:pt x="277" y="99"/>
                    <a:pt x="276" y="98"/>
                    <a:pt x="275" y="98"/>
                  </a:cubicBezTo>
                  <a:cubicBezTo>
                    <a:pt x="275" y="99"/>
                    <a:pt x="275" y="99"/>
                    <a:pt x="276" y="99"/>
                  </a:cubicBezTo>
                  <a:cubicBezTo>
                    <a:pt x="275" y="99"/>
                    <a:pt x="274" y="99"/>
                    <a:pt x="273" y="100"/>
                  </a:cubicBezTo>
                  <a:cubicBezTo>
                    <a:pt x="272" y="100"/>
                    <a:pt x="271" y="100"/>
                    <a:pt x="270" y="100"/>
                  </a:cubicBezTo>
                  <a:cubicBezTo>
                    <a:pt x="268" y="101"/>
                    <a:pt x="266" y="101"/>
                    <a:pt x="264" y="101"/>
                  </a:cubicBezTo>
                  <a:cubicBezTo>
                    <a:pt x="263" y="101"/>
                    <a:pt x="262" y="101"/>
                    <a:pt x="262" y="101"/>
                  </a:cubicBezTo>
                  <a:cubicBezTo>
                    <a:pt x="261" y="100"/>
                    <a:pt x="261" y="99"/>
                    <a:pt x="260" y="99"/>
                  </a:cubicBezTo>
                  <a:cubicBezTo>
                    <a:pt x="259" y="99"/>
                    <a:pt x="261" y="101"/>
                    <a:pt x="261" y="101"/>
                  </a:cubicBezTo>
                  <a:cubicBezTo>
                    <a:pt x="261" y="101"/>
                    <a:pt x="256" y="100"/>
                    <a:pt x="256" y="101"/>
                  </a:cubicBezTo>
                  <a:cubicBezTo>
                    <a:pt x="256" y="101"/>
                    <a:pt x="257" y="101"/>
                    <a:pt x="257" y="101"/>
                  </a:cubicBezTo>
                  <a:cubicBezTo>
                    <a:pt x="257" y="101"/>
                    <a:pt x="259" y="102"/>
                    <a:pt x="259" y="102"/>
                  </a:cubicBezTo>
                  <a:cubicBezTo>
                    <a:pt x="258" y="102"/>
                    <a:pt x="257" y="103"/>
                    <a:pt x="256" y="104"/>
                  </a:cubicBezTo>
                  <a:cubicBezTo>
                    <a:pt x="256" y="104"/>
                    <a:pt x="255" y="104"/>
                    <a:pt x="255" y="104"/>
                  </a:cubicBezTo>
                  <a:cubicBezTo>
                    <a:pt x="255" y="104"/>
                    <a:pt x="255" y="104"/>
                    <a:pt x="255" y="104"/>
                  </a:cubicBezTo>
                  <a:cubicBezTo>
                    <a:pt x="255" y="105"/>
                    <a:pt x="253" y="105"/>
                    <a:pt x="252" y="105"/>
                  </a:cubicBezTo>
                  <a:cubicBezTo>
                    <a:pt x="251" y="105"/>
                    <a:pt x="250" y="105"/>
                    <a:pt x="249" y="105"/>
                  </a:cubicBezTo>
                  <a:cubicBezTo>
                    <a:pt x="249" y="105"/>
                    <a:pt x="248" y="106"/>
                    <a:pt x="248" y="106"/>
                  </a:cubicBezTo>
                  <a:cubicBezTo>
                    <a:pt x="249" y="106"/>
                    <a:pt x="250" y="106"/>
                    <a:pt x="251" y="106"/>
                  </a:cubicBezTo>
                  <a:cubicBezTo>
                    <a:pt x="252" y="105"/>
                    <a:pt x="253" y="105"/>
                    <a:pt x="255" y="105"/>
                  </a:cubicBezTo>
                  <a:cubicBezTo>
                    <a:pt x="254" y="106"/>
                    <a:pt x="255" y="106"/>
                    <a:pt x="256" y="106"/>
                  </a:cubicBezTo>
                  <a:cubicBezTo>
                    <a:pt x="257" y="106"/>
                    <a:pt x="258" y="106"/>
                    <a:pt x="260" y="106"/>
                  </a:cubicBezTo>
                  <a:cubicBezTo>
                    <a:pt x="260" y="106"/>
                    <a:pt x="261" y="106"/>
                    <a:pt x="262" y="106"/>
                  </a:cubicBezTo>
                  <a:cubicBezTo>
                    <a:pt x="263" y="106"/>
                    <a:pt x="264" y="106"/>
                    <a:pt x="264" y="106"/>
                  </a:cubicBezTo>
                  <a:cubicBezTo>
                    <a:pt x="265" y="105"/>
                    <a:pt x="266" y="105"/>
                    <a:pt x="267" y="105"/>
                  </a:cubicBezTo>
                  <a:cubicBezTo>
                    <a:pt x="267" y="105"/>
                    <a:pt x="268" y="106"/>
                    <a:pt x="268" y="106"/>
                  </a:cubicBezTo>
                  <a:cubicBezTo>
                    <a:pt x="267" y="107"/>
                    <a:pt x="266" y="107"/>
                    <a:pt x="265" y="107"/>
                  </a:cubicBezTo>
                  <a:cubicBezTo>
                    <a:pt x="263" y="107"/>
                    <a:pt x="262" y="107"/>
                    <a:pt x="260" y="108"/>
                  </a:cubicBezTo>
                  <a:cubicBezTo>
                    <a:pt x="260" y="108"/>
                    <a:pt x="259" y="108"/>
                    <a:pt x="258" y="108"/>
                  </a:cubicBezTo>
                  <a:cubicBezTo>
                    <a:pt x="257" y="109"/>
                    <a:pt x="257" y="109"/>
                    <a:pt x="256" y="109"/>
                  </a:cubicBezTo>
                  <a:cubicBezTo>
                    <a:pt x="254" y="108"/>
                    <a:pt x="253" y="109"/>
                    <a:pt x="252" y="109"/>
                  </a:cubicBezTo>
                  <a:cubicBezTo>
                    <a:pt x="251" y="109"/>
                    <a:pt x="253" y="109"/>
                    <a:pt x="253" y="109"/>
                  </a:cubicBezTo>
                  <a:cubicBezTo>
                    <a:pt x="254" y="109"/>
                    <a:pt x="255" y="109"/>
                    <a:pt x="255" y="109"/>
                  </a:cubicBezTo>
                  <a:cubicBezTo>
                    <a:pt x="256" y="110"/>
                    <a:pt x="257" y="109"/>
                    <a:pt x="258" y="109"/>
                  </a:cubicBezTo>
                  <a:cubicBezTo>
                    <a:pt x="259" y="109"/>
                    <a:pt x="259" y="110"/>
                    <a:pt x="259" y="110"/>
                  </a:cubicBezTo>
                  <a:cubicBezTo>
                    <a:pt x="259" y="110"/>
                    <a:pt x="260" y="110"/>
                    <a:pt x="260" y="110"/>
                  </a:cubicBezTo>
                  <a:cubicBezTo>
                    <a:pt x="261" y="109"/>
                    <a:pt x="262" y="108"/>
                    <a:pt x="263" y="108"/>
                  </a:cubicBezTo>
                  <a:cubicBezTo>
                    <a:pt x="264" y="108"/>
                    <a:pt x="264" y="107"/>
                    <a:pt x="265" y="107"/>
                  </a:cubicBezTo>
                  <a:cubicBezTo>
                    <a:pt x="266" y="107"/>
                    <a:pt x="267" y="108"/>
                    <a:pt x="267" y="108"/>
                  </a:cubicBezTo>
                  <a:cubicBezTo>
                    <a:pt x="270" y="108"/>
                    <a:pt x="273" y="106"/>
                    <a:pt x="276" y="106"/>
                  </a:cubicBezTo>
                  <a:cubicBezTo>
                    <a:pt x="276" y="106"/>
                    <a:pt x="275" y="106"/>
                    <a:pt x="275" y="106"/>
                  </a:cubicBezTo>
                  <a:cubicBezTo>
                    <a:pt x="275" y="106"/>
                    <a:pt x="275" y="106"/>
                    <a:pt x="275" y="106"/>
                  </a:cubicBezTo>
                  <a:cubicBezTo>
                    <a:pt x="275" y="107"/>
                    <a:pt x="275" y="107"/>
                    <a:pt x="276" y="107"/>
                  </a:cubicBezTo>
                  <a:cubicBezTo>
                    <a:pt x="276" y="107"/>
                    <a:pt x="277" y="106"/>
                    <a:pt x="277" y="106"/>
                  </a:cubicBezTo>
                  <a:cubicBezTo>
                    <a:pt x="278" y="106"/>
                    <a:pt x="278" y="107"/>
                    <a:pt x="278" y="107"/>
                  </a:cubicBezTo>
                  <a:cubicBezTo>
                    <a:pt x="280" y="107"/>
                    <a:pt x="280" y="108"/>
                    <a:pt x="281" y="108"/>
                  </a:cubicBezTo>
                  <a:cubicBezTo>
                    <a:pt x="282" y="108"/>
                    <a:pt x="283" y="108"/>
                    <a:pt x="284" y="108"/>
                  </a:cubicBezTo>
                  <a:cubicBezTo>
                    <a:pt x="284" y="109"/>
                    <a:pt x="285" y="108"/>
                    <a:pt x="286" y="109"/>
                  </a:cubicBezTo>
                  <a:cubicBezTo>
                    <a:pt x="288" y="109"/>
                    <a:pt x="290" y="109"/>
                    <a:pt x="292" y="109"/>
                  </a:cubicBezTo>
                  <a:cubicBezTo>
                    <a:pt x="293" y="109"/>
                    <a:pt x="295" y="109"/>
                    <a:pt x="296" y="108"/>
                  </a:cubicBezTo>
                  <a:cubicBezTo>
                    <a:pt x="298" y="108"/>
                    <a:pt x="295" y="110"/>
                    <a:pt x="295" y="110"/>
                  </a:cubicBezTo>
                  <a:cubicBezTo>
                    <a:pt x="295" y="110"/>
                    <a:pt x="294" y="110"/>
                    <a:pt x="294" y="110"/>
                  </a:cubicBezTo>
                  <a:cubicBezTo>
                    <a:pt x="293" y="110"/>
                    <a:pt x="293" y="110"/>
                    <a:pt x="292" y="110"/>
                  </a:cubicBezTo>
                  <a:cubicBezTo>
                    <a:pt x="292" y="110"/>
                    <a:pt x="291" y="110"/>
                    <a:pt x="291" y="110"/>
                  </a:cubicBezTo>
                  <a:cubicBezTo>
                    <a:pt x="290" y="110"/>
                    <a:pt x="291" y="111"/>
                    <a:pt x="291" y="111"/>
                  </a:cubicBezTo>
                  <a:cubicBezTo>
                    <a:pt x="291" y="111"/>
                    <a:pt x="291" y="110"/>
                    <a:pt x="290" y="110"/>
                  </a:cubicBezTo>
                  <a:cubicBezTo>
                    <a:pt x="290" y="110"/>
                    <a:pt x="289" y="110"/>
                    <a:pt x="290" y="111"/>
                  </a:cubicBezTo>
                  <a:cubicBezTo>
                    <a:pt x="289" y="111"/>
                    <a:pt x="288" y="111"/>
                    <a:pt x="288" y="111"/>
                  </a:cubicBezTo>
                  <a:cubicBezTo>
                    <a:pt x="288" y="111"/>
                    <a:pt x="291" y="111"/>
                    <a:pt x="290" y="112"/>
                  </a:cubicBezTo>
                  <a:cubicBezTo>
                    <a:pt x="289" y="112"/>
                    <a:pt x="288" y="111"/>
                    <a:pt x="287" y="111"/>
                  </a:cubicBezTo>
                  <a:cubicBezTo>
                    <a:pt x="287" y="111"/>
                    <a:pt x="288" y="111"/>
                    <a:pt x="288" y="112"/>
                  </a:cubicBezTo>
                  <a:cubicBezTo>
                    <a:pt x="288" y="112"/>
                    <a:pt x="287" y="112"/>
                    <a:pt x="287" y="112"/>
                  </a:cubicBezTo>
                  <a:cubicBezTo>
                    <a:pt x="286" y="112"/>
                    <a:pt x="284" y="112"/>
                    <a:pt x="283" y="112"/>
                  </a:cubicBezTo>
                  <a:cubicBezTo>
                    <a:pt x="284" y="112"/>
                    <a:pt x="284" y="112"/>
                    <a:pt x="285" y="112"/>
                  </a:cubicBezTo>
                  <a:cubicBezTo>
                    <a:pt x="285" y="113"/>
                    <a:pt x="285" y="113"/>
                    <a:pt x="284" y="113"/>
                  </a:cubicBezTo>
                  <a:cubicBezTo>
                    <a:pt x="284" y="113"/>
                    <a:pt x="285" y="113"/>
                    <a:pt x="285" y="113"/>
                  </a:cubicBezTo>
                  <a:cubicBezTo>
                    <a:pt x="284" y="114"/>
                    <a:pt x="283" y="115"/>
                    <a:pt x="282" y="114"/>
                  </a:cubicBezTo>
                  <a:cubicBezTo>
                    <a:pt x="282" y="113"/>
                    <a:pt x="282" y="114"/>
                    <a:pt x="281" y="114"/>
                  </a:cubicBezTo>
                  <a:cubicBezTo>
                    <a:pt x="281" y="114"/>
                    <a:pt x="280" y="113"/>
                    <a:pt x="280" y="113"/>
                  </a:cubicBezTo>
                  <a:cubicBezTo>
                    <a:pt x="280" y="113"/>
                    <a:pt x="282" y="115"/>
                    <a:pt x="281" y="115"/>
                  </a:cubicBezTo>
                  <a:cubicBezTo>
                    <a:pt x="281" y="115"/>
                    <a:pt x="280" y="115"/>
                    <a:pt x="279" y="115"/>
                  </a:cubicBezTo>
                  <a:cubicBezTo>
                    <a:pt x="279" y="115"/>
                    <a:pt x="278" y="116"/>
                    <a:pt x="278" y="115"/>
                  </a:cubicBezTo>
                  <a:cubicBezTo>
                    <a:pt x="278" y="115"/>
                    <a:pt x="278" y="115"/>
                    <a:pt x="277" y="115"/>
                  </a:cubicBezTo>
                  <a:cubicBezTo>
                    <a:pt x="277" y="115"/>
                    <a:pt x="277" y="115"/>
                    <a:pt x="277" y="115"/>
                  </a:cubicBezTo>
                  <a:cubicBezTo>
                    <a:pt x="276" y="115"/>
                    <a:pt x="277" y="115"/>
                    <a:pt x="277" y="116"/>
                  </a:cubicBezTo>
                  <a:cubicBezTo>
                    <a:pt x="278" y="116"/>
                    <a:pt x="276" y="116"/>
                    <a:pt x="276" y="116"/>
                  </a:cubicBezTo>
                  <a:cubicBezTo>
                    <a:pt x="276" y="116"/>
                    <a:pt x="277" y="116"/>
                    <a:pt x="277" y="116"/>
                  </a:cubicBezTo>
                  <a:cubicBezTo>
                    <a:pt x="276" y="117"/>
                    <a:pt x="276" y="117"/>
                    <a:pt x="275" y="117"/>
                  </a:cubicBezTo>
                  <a:cubicBezTo>
                    <a:pt x="274" y="116"/>
                    <a:pt x="273" y="116"/>
                    <a:pt x="272" y="117"/>
                  </a:cubicBezTo>
                  <a:cubicBezTo>
                    <a:pt x="273" y="117"/>
                    <a:pt x="274" y="117"/>
                    <a:pt x="274" y="117"/>
                  </a:cubicBezTo>
                  <a:cubicBezTo>
                    <a:pt x="274" y="118"/>
                    <a:pt x="273" y="117"/>
                    <a:pt x="273" y="118"/>
                  </a:cubicBezTo>
                  <a:cubicBezTo>
                    <a:pt x="273" y="118"/>
                    <a:pt x="273" y="118"/>
                    <a:pt x="273" y="118"/>
                  </a:cubicBezTo>
                  <a:cubicBezTo>
                    <a:pt x="273" y="118"/>
                    <a:pt x="272" y="118"/>
                    <a:pt x="272" y="118"/>
                  </a:cubicBezTo>
                  <a:cubicBezTo>
                    <a:pt x="272" y="118"/>
                    <a:pt x="272" y="118"/>
                    <a:pt x="272" y="119"/>
                  </a:cubicBezTo>
                  <a:cubicBezTo>
                    <a:pt x="272" y="119"/>
                    <a:pt x="271" y="119"/>
                    <a:pt x="271" y="118"/>
                  </a:cubicBezTo>
                  <a:cubicBezTo>
                    <a:pt x="271" y="118"/>
                    <a:pt x="270" y="118"/>
                    <a:pt x="270" y="118"/>
                  </a:cubicBezTo>
                  <a:cubicBezTo>
                    <a:pt x="270" y="118"/>
                    <a:pt x="270" y="118"/>
                    <a:pt x="269" y="118"/>
                  </a:cubicBezTo>
                  <a:cubicBezTo>
                    <a:pt x="269" y="118"/>
                    <a:pt x="270" y="118"/>
                    <a:pt x="270" y="119"/>
                  </a:cubicBezTo>
                  <a:cubicBezTo>
                    <a:pt x="270" y="119"/>
                    <a:pt x="269" y="119"/>
                    <a:pt x="269" y="119"/>
                  </a:cubicBezTo>
                  <a:cubicBezTo>
                    <a:pt x="269" y="119"/>
                    <a:pt x="270" y="119"/>
                    <a:pt x="270" y="119"/>
                  </a:cubicBezTo>
                  <a:cubicBezTo>
                    <a:pt x="270" y="119"/>
                    <a:pt x="268" y="119"/>
                    <a:pt x="268" y="120"/>
                  </a:cubicBezTo>
                  <a:cubicBezTo>
                    <a:pt x="268" y="120"/>
                    <a:pt x="269" y="120"/>
                    <a:pt x="269" y="120"/>
                  </a:cubicBezTo>
                  <a:cubicBezTo>
                    <a:pt x="269" y="120"/>
                    <a:pt x="268" y="120"/>
                    <a:pt x="267" y="120"/>
                  </a:cubicBezTo>
                  <a:cubicBezTo>
                    <a:pt x="267" y="120"/>
                    <a:pt x="268" y="120"/>
                    <a:pt x="267" y="120"/>
                  </a:cubicBezTo>
                  <a:cubicBezTo>
                    <a:pt x="267" y="121"/>
                    <a:pt x="267" y="121"/>
                    <a:pt x="266" y="121"/>
                  </a:cubicBezTo>
                  <a:cubicBezTo>
                    <a:pt x="266" y="121"/>
                    <a:pt x="264" y="121"/>
                    <a:pt x="264" y="121"/>
                  </a:cubicBezTo>
                  <a:cubicBezTo>
                    <a:pt x="263" y="121"/>
                    <a:pt x="264" y="121"/>
                    <a:pt x="263" y="122"/>
                  </a:cubicBezTo>
                  <a:cubicBezTo>
                    <a:pt x="263" y="122"/>
                    <a:pt x="263" y="122"/>
                    <a:pt x="262" y="122"/>
                  </a:cubicBezTo>
                  <a:cubicBezTo>
                    <a:pt x="262" y="122"/>
                    <a:pt x="262" y="122"/>
                    <a:pt x="261" y="122"/>
                  </a:cubicBezTo>
                  <a:cubicBezTo>
                    <a:pt x="261" y="122"/>
                    <a:pt x="260" y="122"/>
                    <a:pt x="260" y="122"/>
                  </a:cubicBezTo>
                  <a:cubicBezTo>
                    <a:pt x="260" y="122"/>
                    <a:pt x="260" y="122"/>
                    <a:pt x="260" y="122"/>
                  </a:cubicBezTo>
                  <a:cubicBezTo>
                    <a:pt x="259" y="122"/>
                    <a:pt x="259" y="122"/>
                    <a:pt x="258" y="122"/>
                  </a:cubicBezTo>
                  <a:cubicBezTo>
                    <a:pt x="257" y="123"/>
                    <a:pt x="257" y="122"/>
                    <a:pt x="256" y="123"/>
                  </a:cubicBezTo>
                  <a:cubicBezTo>
                    <a:pt x="256" y="123"/>
                    <a:pt x="256" y="123"/>
                    <a:pt x="256" y="123"/>
                  </a:cubicBezTo>
                  <a:cubicBezTo>
                    <a:pt x="256" y="123"/>
                    <a:pt x="254" y="123"/>
                    <a:pt x="255" y="123"/>
                  </a:cubicBezTo>
                  <a:cubicBezTo>
                    <a:pt x="254" y="123"/>
                    <a:pt x="253" y="123"/>
                    <a:pt x="253" y="123"/>
                  </a:cubicBezTo>
                  <a:cubicBezTo>
                    <a:pt x="253" y="124"/>
                    <a:pt x="253" y="124"/>
                    <a:pt x="253" y="124"/>
                  </a:cubicBezTo>
                  <a:cubicBezTo>
                    <a:pt x="253" y="124"/>
                    <a:pt x="252" y="124"/>
                    <a:pt x="252" y="124"/>
                  </a:cubicBezTo>
                  <a:cubicBezTo>
                    <a:pt x="251" y="123"/>
                    <a:pt x="251" y="123"/>
                    <a:pt x="251" y="123"/>
                  </a:cubicBezTo>
                  <a:cubicBezTo>
                    <a:pt x="250" y="123"/>
                    <a:pt x="251" y="124"/>
                    <a:pt x="250" y="124"/>
                  </a:cubicBezTo>
                  <a:cubicBezTo>
                    <a:pt x="250" y="124"/>
                    <a:pt x="249" y="124"/>
                    <a:pt x="248" y="124"/>
                  </a:cubicBezTo>
                  <a:cubicBezTo>
                    <a:pt x="249" y="124"/>
                    <a:pt x="248" y="124"/>
                    <a:pt x="248" y="124"/>
                  </a:cubicBezTo>
                  <a:cubicBezTo>
                    <a:pt x="247" y="124"/>
                    <a:pt x="246" y="124"/>
                    <a:pt x="246" y="125"/>
                  </a:cubicBezTo>
                  <a:cubicBezTo>
                    <a:pt x="246" y="125"/>
                    <a:pt x="245" y="125"/>
                    <a:pt x="245" y="125"/>
                  </a:cubicBezTo>
                  <a:cubicBezTo>
                    <a:pt x="245" y="125"/>
                    <a:pt x="244" y="125"/>
                    <a:pt x="244" y="125"/>
                  </a:cubicBezTo>
                  <a:cubicBezTo>
                    <a:pt x="244" y="125"/>
                    <a:pt x="244" y="125"/>
                    <a:pt x="244" y="125"/>
                  </a:cubicBezTo>
                  <a:cubicBezTo>
                    <a:pt x="243" y="125"/>
                    <a:pt x="243" y="125"/>
                    <a:pt x="243" y="125"/>
                  </a:cubicBezTo>
                  <a:cubicBezTo>
                    <a:pt x="243" y="125"/>
                    <a:pt x="242" y="125"/>
                    <a:pt x="242" y="125"/>
                  </a:cubicBezTo>
                  <a:cubicBezTo>
                    <a:pt x="241" y="125"/>
                    <a:pt x="243" y="125"/>
                    <a:pt x="242" y="126"/>
                  </a:cubicBezTo>
                  <a:cubicBezTo>
                    <a:pt x="241" y="126"/>
                    <a:pt x="241" y="125"/>
                    <a:pt x="241" y="125"/>
                  </a:cubicBezTo>
                  <a:cubicBezTo>
                    <a:pt x="240" y="125"/>
                    <a:pt x="241" y="126"/>
                    <a:pt x="240" y="126"/>
                  </a:cubicBezTo>
                  <a:cubicBezTo>
                    <a:pt x="240" y="126"/>
                    <a:pt x="240" y="126"/>
                    <a:pt x="240" y="126"/>
                  </a:cubicBezTo>
                  <a:cubicBezTo>
                    <a:pt x="240" y="126"/>
                    <a:pt x="240" y="126"/>
                    <a:pt x="240" y="126"/>
                  </a:cubicBezTo>
                  <a:cubicBezTo>
                    <a:pt x="240" y="126"/>
                    <a:pt x="238" y="126"/>
                    <a:pt x="239" y="126"/>
                  </a:cubicBezTo>
                  <a:cubicBezTo>
                    <a:pt x="238" y="126"/>
                    <a:pt x="237" y="126"/>
                    <a:pt x="238" y="125"/>
                  </a:cubicBezTo>
                  <a:cubicBezTo>
                    <a:pt x="238" y="125"/>
                    <a:pt x="237" y="124"/>
                    <a:pt x="237" y="124"/>
                  </a:cubicBezTo>
                  <a:cubicBezTo>
                    <a:pt x="237" y="125"/>
                    <a:pt x="236" y="125"/>
                    <a:pt x="236" y="125"/>
                  </a:cubicBezTo>
                  <a:cubicBezTo>
                    <a:pt x="235" y="126"/>
                    <a:pt x="236" y="126"/>
                    <a:pt x="236" y="126"/>
                  </a:cubicBezTo>
                  <a:cubicBezTo>
                    <a:pt x="236" y="126"/>
                    <a:pt x="234" y="126"/>
                    <a:pt x="234" y="126"/>
                  </a:cubicBezTo>
                  <a:cubicBezTo>
                    <a:pt x="234" y="126"/>
                    <a:pt x="235" y="126"/>
                    <a:pt x="235" y="127"/>
                  </a:cubicBezTo>
                  <a:cubicBezTo>
                    <a:pt x="235" y="127"/>
                    <a:pt x="234" y="127"/>
                    <a:pt x="233" y="127"/>
                  </a:cubicBezTo>
                  <a:cubicBezTo>
                    <a:pt x="232" y="127"/>
                    <a:pt x="233" y="127"/>
                    <a:pt x="233" y="126"/>
                  </a:cubicBezTo>
                  <a:cubicBezTo>
                    <a:pt x="233" y="126"/>
                    <a:pt x="230" y="126"/>
                    <a:pt x="230" y="126"/>
                  </a:cubicBezTo>
                  <a:cubicBezTo>
                    <a:pt x="231" y="126"/>
                    <a:pt x="231" y="126"/>
                    <a:pt x="232" y="127"/>
                  </a:cubicBezTo>
                  <a:cubicBezTo>
                    <a:pt x="232" y="127"/>
                    <a:pt x="232" y="127"/>
                    <a:pt x="232" y="128"/>
                  </a:cubicBezTo>
                  <a:cubicBezTo>
                    <a:pt x="232" y="128"/>
                    <a:pt x="231" y="128"/>
                    <a:pt x="231" y="128"/>
                  </a:cubicBezTo>
                  <a:cubicBezTo>
                    <a:pt x="230" y="127"/>
                    <a:pt x="230" y="128"/>
                    <a:pt x="229" y="128"/>
                  </a:cubicBezTo>
                  <a:cubicBezTo>
                    <a:pt x="229" y="128"/>
                    <a:pt x="228" y="128"/>
                    <a:pt x="228" y="128"/>
                  </a:cubicBezTo>
                  <a:cubicBezTo>
                    <a:pt x="228" y="128"/>
                    <a:pt x="225" y="128"/>
                    <a:pt x="225" y="127"/>
                  </a:cubicBezTo>
                  <a:cubicBezTo>
                    <a:pt x="225" y="127"/>
                    <a:pt x="226" y="127"/>
                    <a:pt x="226" y="127"/>
                  </a:cubicBezTo>
                  <a:cubicBezTo>
                    <a:pt x="226" y="127"/>
                    <a:pt x="225" y="127"/>
                    <a:pt x="225" y="127"/>
                  </a:cubicBezTo>
                  <a:cubicBezTo>
                    <a:pt x="225" y="127"/>
                    <a:pt x="225" y="127"/>
                    <a:pt x="225" y="127"/>
                  </a:cubicBezTo>
                  <a:cubicBezTo>
                    <a:pt x="225" y="128"/>
                    <a:pt x="224" y="128"/>
                    <a:pt x="224" y="127"/>
                  </a:cubicBezTo>
                  <a:cubicBezTo>
                    <a:pt x="223" y="127"/>
                    <a:pt x="224" y="127"/>
                    <a:pt x="223" y="126"/>
                  </a:cubicBezTo>
                  <a:cubicBezTo>
                    <a:pt x="224" y="126"/>
                    <a:pt x="224" y="126"/>
                    <a:pt x="225" y="126"/>
                  </a:cubicBezTo>
                  <a:cubicBezTo>
                    <a:pt x="224" y="126"/>
                    <a:pt x="223" y="126"/>
                    <a:pt x="222" y="126"/>
                  </a:cubicBezTo>
                  <a:cubicBezTo>
                    <a:pt x="221" y="126"/>
                    <a:pt x="221" y="125"/>
                    <a:pt x="221" y="125"/>
                  </a:cubicBezTo>
                  <a:cubicBezTo>
                    <a:pt x="221" y="124"/>
                    <a:pt x="221" y="124"/>
                    <a:pt x="221" y="124"/>
                  </a:cubicBezTo>
                  <a:cubicBezTo>
                    <a:pt x="221" y="124"/>
                    <a:pt x="221" y="124"/>
                    <a:pt x="220" y="124"/>
                  </a:cubicBezTo>
                  <a:cubicBezTo>
                    <a:pt x="220" y="124"/>
                    <a:pt x="220" y="124"/>
                    <a:pt x="220" y="124"/>
                  </a:cubicBezTo>
                  <a:cubicBezTo>
                    <a:pt x="220" y="123"/>
                    <a:pt x="220" y="123"/>
                    <a:pt x="220" y="122"/>
                  </a:cubicBezTo>
                  <a:cubicBezTo>
                    <a:pt x="219" y="122"/>
                    <a:pt x="219" y="123"/>
                    <a:pt x="220" y="123"/>
                  </a:cubicBezTo>
                  <a:cubicBezTo>
                    <a:pt x="219" y="124"/>
                    <a:pt x="219" y="124"/>
                    <a:pt x="218" y="124"/>
                  </a:cubicBezTo>
                  <a:cubicBezTo>
                    <a:pt x="218" y="125"/>
                    <a:pt x="219" y="125"/>
                    <a:pt x="220" y="125"/>
                  </a:cubicBezTo>
                  <a:cubicBezTo>
                    <a:pt x="220" y="125"/>
                    <a:pt x="221" y="126"/>
                    <a:pt x="221" y="126"/>
                  </a:cubicBezTo>
                  <a:cubicBezTo>
                    <a:pt x="220" y="127"/>
                    <a:pt x="220" y="126"/>
                    <a:pt x="219" y="126"/>
                  </a:cubicBezTo>
                  <a:cubicBezTo>
                    <a:pt x="219" y="126"/>
                    <a:pt x="218" y="126"/>
                    <a:pt x="218" y="126"/>
                  </a:cubicBezTo>
                  <a:cubicBezTo>
                    <a:pt x="218" y="127"/>
                    <a:pt x="219" y="126"/>
                    <a:pt x="219" y="126"/>
                  </a:cubicBezTo>
                  <a:cubicBezTo>
                    <a:pt x="220" y="127"/>
                    <a:pt x="220" y="127"/>
                    <a:pt x="220" y="127"/>
                  </a:cubicBezTo>
                  <a:cubicBezTo>
                    <a:pt x="220" y="127"/>
                    <a:pt x="221" y="127"/>
                    <a:pt x="221" y="127"/>
                  </a:cubicBezTo>
                  <a:cubicBezTo>
                    <a:pt x="221" y="127"/>
                    <a:pt x="221" y="128"/>
                    <a:pt x="220" y="128"/>
                  </a:cubicBezTo>
                  <a:cubicBezTo>
                    <a:pt x="220" y="128"/>
                    <a:pt x="220" y="128"/>
                    <a:pt x="220" y="128"/>
                  </a:cubicBezTo>
                  <a:cubicBezTo>
                    <a:pt x="220" y="128"/>
                    <a:pt x="220" y="128"/>
                    <a:pt x="220" y="128"/>
                  </a:cubicBezTo>
                  <a:cubicBezTo>
                    <a:pt x="220" y="129"/>
                    <a:pt x="220" y="129"/>
                    <a:pt x="220" y="129"/>
                  </a:cubicBezTo>
                  <a:cubicBezTo>
                    <a:pt x="220" y="129"/>
                    <a:pt x="219" y="129"/>
                    <a:pt x="219" y="130"/>
                  </a:cubicBezTo>
                  <a:cubicBezTo>
                    <a:pt x="219" y="130"/>
                    <a:pt x="218" y="129"/>
                    <a:pt x="217" y="129"/>
                  </a:cubicBezTo>
                  <a:cubicBezTo>
                    <a:pt x="217" y="129"/>
                    <a:pt x="217" y="129"/>
                    <a:pt x="216" y="130"/>
                  </a:cubicBezTo>
                  <a:cubicBezTo>
                    <a:pt x="216" y="130"/>
                    <a:pt x="216" y="130"/>
                    <a:pt x="216" y="130"/>
                  </a:cubicBezTo>
                  <a:cubicBezTo>
                    <a:pt x="215" y="130"/>
                    <a:pt x="215" y="130"/>
                    <a:pt x="214" y="131"/>
                  </a:cubicBezTo>
                  <a:cubicBezTo>
                    <a:pt x="214" y="131"/>
                    <a:pt x="213" y="131"/>
                    <a:pt x="212" y="131"/>
                  </a:cubicBezTo>
                  <a:cubicBezTo>
                    <a:pt x="212" y="131"/>
                    <a:pt x="211" y="131"/>
                    <a:pt x="211" y="131"/>
                  </a:cubicBezTo>
                  <a:cubicBezTo>
                    <a:pt x="211" y="131"/>
                    <a:pt x="211" y="131"/>
                    <a:pt x="211" y="132"/>
                  </a:cubicBezTo>
                  <a:cubicBezTo>
                    <a:pt x="211" y="132"/>
                    <a:pt x="212" y="132"/>
                    <a:pt x="211" y="132"/>
                  </a:cubicBezTo>
                  <a:cubicBezTo>
                    <a:pt x="211" y="132"/>
                    <a:pt x="210" y="133"/>
                    <a:pt x="210" y="132"/>
                  </a:cubicBezTo>
                  <a:cubicBezTo>
                    <a:pt x="210" y="132"/>
                    <a:pt x="209" y="132"/>
                    <a:pt x="209" y="133"/>
                  </a:cubicBezTo>
                  <a:cubicBezTo>
                    <a:pt x="209" y="133"/>
                    <a:pt x="210" y="133"/>
                    <a:pt x="210" y="133"/>
                  </a:cubicBezTo>
                  <a:cubicBezTo>
                    <a:pt x="210" y="133"/>
                    <a:pt x="209" y="133"/>
                    <a:pt x="209" y="134"/>
                  </a:cubicBezTo>
                  <a:cubicBezTo>
                    <a:pt x="209" y="134"/>
                    <a:pt x="210" y="134"/>
                    <a:pt x="209" y="134"/>
                  </a:cubicBezTo>
                  <a:cubicBezTo>
                    <a:pt x="209" y="134"/>
                    <a:pt x="209" y="134"/>
                    <a:pt x="208" y="134"/>
                  </a:cubicBezTo>
                  <a:cubicBezTo>
                    <a:pt x="208" y="134"/>
                    <a:pt x="207" y="134"/>
                    <a:pt x="207" y="134"/>
                  </a:cubicBezTo>
                  <a:cubicBezTo>
                    <a:pt x="207" y="135"/>
                    <a:pt x="208" y="134"/>
                    <a:pt x="208" y="134"/>
                  </a:cubicBezTo>
                  <a:cubicBezTo>
                    <a:pt x="208" y="135"/>
                    <a:pt x="208" y="135"/>
                    <a:pt x="208" y="135"/>
                  </a:cubicBezTo>
                  <a:cubicBezTo>
                    <a:pt x="208" y="136"/>
                    <a:pt x="207" y="135"/>
                    <a:pt x="206" y="136"/>
                  </a:cubicBezTo>
                  <a:cubicBezTo>
                    <a:pt x="206" y="136"/>
                    <a:pt x="207" y="136"/>
                    <a:pt x="207" y="136"/>
                  </a:cubicBezTo>
                  <a:cubicBezTo>
                    <a:pt x="207" y="136"/>
                    <a:pt x="206" y="136"/>
                    <a:pt x="207" y="136"/>
                  </a:cubicBezTo>
                  <a:cubicBezTo>
                    <a:pt x="207" y="136"/>
                    <a:pt x="206" y="137"/>
                    <a:pt x="206" y="137"/>
                  </a:cubicBezTo>
                  <a:cubicBezTo>
                    <a:pt x="206" y="137"/>
                    <a:pt x="206" y="137"/>
                    <a:pt x="205" y="137"/>
                  </a:cubicBezTo>
                  <a:cubicBezTo>
                    <a:pt x="205" y="137"/>
                    <a:pt x="204" y="137"/>
                    <a:pt x="204" y="137"/>
                  </a:cubicBezTo>
                  <a:cubicBezTo>
                    <a:pt x="204" y="138"/>
                    <a:pt x="205" y="137"/>
                    <a:pt x="205" y="138"/>
                  </a:cubicBezTo>
                  <a:cubicBezTo>
                    <a:pt x="205" y="138"/>
                    <a:pt x="203" y="138"/>
                    <a:pt x="203" y="138"/>
                  </a:cubicBezTo>
                  <a:cubicBezTo>
                    <a:pt x="203" y="138"/>
                    <a:pt x="203" y="138"/>
                    <a:pt x="204" y="138"/>
                  </a:cubicBezTo>
                  <a:cubicBezTo>
                    <a:pt x="203" y="138"/>
                    <a:pt x="203" y="138"/>
                    <a:pt x="203" y="138"/>
                  </a:cubicBezTo>
                  <a:cubicBezTo>
                    <a:pt x="203" y="139"/>
                    <a:pt x="201" y="140"/>
                    <a:pt x="203" y="140"/>
                  </a:cubicBezTo>
                  <a:cubicBezTo>
                    <a:pt x="202" y="140"/>
                    <a:pt x="202" y="140"/>
                    <a:pt x="202" y="140"/>
                  </a:cubicBezTo>
                  <a:cubicBezTo>
                    <a:pt x="202" y="140"/>
                    <a:pt x="202" y="140"/>
                    <a:pt x="202" y="140"/>
                  </a:cubicBezTo>
                  <a:cubicBezTo>
                    <a:pt x="201" y="140"/>
                    <a:pt x="202" y="140"/>
                    <a:pt x="202" y="140"/>
                  </a:cubicBezTo>
                  <a:cubicBezTo>
                    <a:pt x="202" y="140"/>
                    <a:pt x="201" y="140"/>
                    <a:pt x="201" y="140"/>
                  </a:cubicBezTo>
                  <a:cubicBezTo>
                    <a:pt x="201" y="140"/>
                    <a:pt x="201" y="141"/>
                    <a:pt x="201" y="140"/>
                  </a:cubicBezTo>
                  <a:cubicBezTo>
                    <a:pt x="201" y="141"/>
                    <a:pt x="200" y="142"/>
                    <a:pt x="199" y="142"/>
                  </a:cubicBezTo>
                  <a:cubicBezTo>
                    <a:pt x="199" y="141"/>
                    <a:pt x="200" y="141"/>
                    <a:pt x="200" y="141"/>
                  </a:cubicBezTo>
                  <a:cubicBezTo>
                    <a:pt x="200" y="141"/>
                    <a:pt x="199" y="142"/>
                    <a:pt x="199" y="141"/>
                  </a:cubicBezTo>
                  <a:cubicBezTo>
                    <a:pt x="198" y="141"/>
                    <a:pt x="199" y="140"/>
                    <a:pt x="199" y="140"/>
                  </a:cubicBezTo>
                  <a:cubicBezTo>
                    <a:pt x="199" y="140"/>
                    <a:pt x="198" y="141"/>
                    <a:pt x="198" y="141"/>
                  </a:cubicBezTo>
                  <a:cubicBezTo>
                    <a:pt x="199" y="141"/>
                    <a:pt x="197" y="141"/>
                    <a:pt x="198" y="142"/>
                  </a:cubicBezTo>
                  <a:cubicBezTo>
                    <a:pt x="198" y="142"/>
                    <a:pt x="199" y="142"/>
                    <a:pt x="198" y="142"/>
                  </a:cubicBezTo>
                  <a:cubicBezTo>
                    <a:pt x="198" y="142"/>
                    <a:pt x="197" y="142"/>
                    <a:pt x="197" y="143"/>
                  </a:cubicBezTo>
                  <a:cubicBezTo>
                    <a:pt x="197" y="143"/>
                    <a:pt x="196" y="143"/>
                    <a:pt x="196" y="143"/>
                  </a:cubicBezTo>
                  <a:cubicBezTo>
                    <a:pt x="196" y="143"/>
                    <a:pt x="196" y="143"/>
                    <a:pt x="196" y="143"/>
                  </a:cubicBezTo>
                  <a:cubicBezTo>
                    <a:pt x="196" y="144"/>
                    <a:pt x="195" y="144"/>
                    <a:pt x="195" y="144"/>
                  </a:cubicBezTo>
                  <a:cubicBezTo>
                    <a:pt x="195" y="144"/>
                    <a:pt x="195" y="144"/>
                    <a:pt x="194" y="144"/>
                  </a:cubicBezTo>
                  <a:cubicBezTo>
                    <a:pt x="194" y="144"/>
                    <a:pt x="194" y="144"/>
                    <a:pt x="195" y="144"/>
                  </a:cubicBezTo>
                  <a:cubicBezTo>
                    <a:pt x="194" y="144"/>
                    <a:pt x="194" y="144"/>
                    <a:pt x="194" y="144"/>
                  </a:cubicBezTo>
                  <a:cubicBezTo>
                    <a:pt x="194" y="145"/>
                    <a:pt x="193" y="144"/>
                    <a:pt x="193" y="144"/>
                  </a:cubicBezTo>
                  <a:cubicBezTo>
                    <a:pt x="192" y="144"/>
                    <a:pt x="193" y="144"/>
                    <a:pt x="193" y="143"/>
                  </a:cubicBezTo>
                  <a:cubicBezTo>
                    <a:pt x="193" y="143"/>
                    <a:pt x="192" y="144"/>
                    <a:pt x="192" y="144"/>
                  </a:cubicBezTo>
                  <a:cubicBezTo>
                    <a:pt x="192" y="144"/>
                    <a:pt x="193" y="145"/>
                    <a:pt x="192" y="145"/>
                  </a:cubicBezTo>
                  <a:cubicBezTo>
                    <a:pt x="192" y="145"/>
                    <a:pt x="191" y="145"/>
                    <a:pt x="191" y="145"/>
                  </a:cubicBezTo>
                  <a:cubicBezTo>
                    <a:pt x="190" y="145"/>
                    <a:pt x="190" y="144"/>
                    <a:pt x="190" y="144"/>
                  </a:cubicBezTo>
                  <a:cubicBezTo>
                    <a:pt x="189" y="144"/>
                    <a:pt x="189" y="145"/>
                    <a:pt x="189" y="144"/>
                  </a:cubicBezTo>
                  <a:cubicBezTo>
                    <a:pt x="188" y="144"/>
                    <a:pt x="188" y="143"/>
                    <a:pt x="188" y="143"/>
                  </a:cubicBezTo>
                  <a:cubicBezTo>
                    <a:pt x="188" y="143"/>
                    <a:pt x="187" y="143"/>
                    <a:pt x="187" y="143"/>
                  </a:cubicBezTo>
                  <a:cubicBezTo>
                    <a:pt x="188" y="144"/>
                    <a:pt x="189" y="144"/>
                    <a:pt x="188" y="145"/>
                  </a:cubicBezTo>
                  <a:cubicBezTo>
                    <a:pt x="188" y="145"/>
                    <a:pt x="188" y="145"/>
                    <a:pt x="189" y="145"/>
                  </a:cubicBezTo>
                  <a:cubicBezTo>
                    <a:pt x="188" y="145"/>
                    <a:pt x="188" y="145"/>
                    <a:pt x="188" y="145"/>
                  </a:cubicBezTo>
                  <a:cubicBezTo>
                    <a:pt x="188" y="145"/>
                    <a:pt x="189" y="146"/>
                    <a:pt x="188" y="146"/>
                  </a:cubicBezTo>
                  <a:cubicBezTo>
                    <a:pt x="188" y="146"/>
                    <a:pt x="188" y="145"/>
                    <a:pt x="187" y="145"/>
                  </a:cubicBezTo>
                  <a:cubicBezTo>
                    <a:pt x="188" y="146"/>
                    <a:pt x="186" y="146"/>
                    <a:pt x="186" y="146"/>
                  </a:cubicBezTo>
                  <a:cubicBezTo>
                    <a:pt x="186" y="146"/>
                    <a:pt x="187" y="146"/>
                    <a:pt x="187" y="146"/>
                  </a:cubicBezTo>
                  <a:cubicBezTo>
                    <a:pt x="187" y="146"/>
                    <a:pt x="185" y="146"/>
                    <a:pt x="186" y="147"/>
                  </a:cubicBezTo>
                  <a:cubicBezTo>
                    <a:pt x="186" y="147"/>
                    <a:pt x="186" y="147"/>
                    <a:pt x="185" y="147"/>
                  </a:cubicBezTo>
                  <a:cubicBezTo>
                    <a:pt x="185" y="147"/>
                    <a:pt x="185" y="147"/>
                    <a:pt x="184" y="147"/>
                  </a:cubicBezTo>
                  <a:cubicBezTo>
                    <a:pt x="184" y="148"/>
                    <a:pt x="183" y="148"/>
                    <a:pt x="183" y="147"/>
                  </a:cubicBezTo>
                  <a:cubicBezTo>
                    <a:pt x="183" y="148"/>
                    <a:pt x="183" y="147"/>
                    <a:pt x="183" y="147"/>
                  </a:cubicBezTo>
                  <a:cubicBezTo>
                    <a:pt x="183" y="147"/>
                    <a:pt x="182" y="147"/>
                    <a:pt x="182" y="148"/>
                  </a:cubicBezTo>
                  <a:cubicBezTo>
                    <a:pt x="182" y="148"/>
                    <a:pt x="182" y="148"/>
                    <a:pt x="182" y="148"/>
                  </a:cubicBezTo>
                  <a:cubicBezTo>
                    <a:pt x="181" y="148"/>
                    <a:pt x="182" y="147"/>
                    <a:pt x="182" y="146"/>
                  </a:cubicBezTo>
                  <a:cubicBezTo>
                    <a:pt x="182" y="146"/>
                    <a:pt x="181" y="146"/>
                    <a:pt x="181" y="147"/>
                  </a:cubicBezTo>
                  <a:cubicBezTo>
                    <a:pt x="181" y="147"/>
                    <a:pt x="181" y="147"/>
                    <a:pt x="181" y="147"/>
                  </a:cubicBezTo>
                  <a:cubicBezTo>
                    <a:pt x="181" y="147"/>
                    <a:pt x="181" y="147"/>
                    <a:pt x="180" y="148"/>
                  </a:cubicBezTo>
                  <a:cubicBezTo>
                    <a:pt x="180" y="148"/>
                    <a:pt x="178" y="148"/>
                    <a:pt x="178" y="148"/>
                  </a:cubicBezTo>
                  <a:cubicBezTo>
                    <a:pt x="178" y="148"/>
                    <a:pt x="178" y="148"/>
                    <a:pt x="178" y="148"/>
                  </a:cubicBezTo>
                  <a:cubicBezTo>
                    <a:pt x="178" y="148"/>
                    <a:pt x="177" y="149"/>
                    <a:pt x="177" y="149"/>
                  </a:cubicBezTo>
                  <a:cubicBezTo>
                    <a:pt x="177" y="148"/>
                    <a:pt x="177" y="148"/>
                    <a:pt x="177" y="148"/>
                  </a:cubicBezTo>
                  <a:cubicBezTo>
                    <a:pt x="177" y="147"/>
                    <a:pt x="177" y="147"/>
                    <a:pt x="177" y="147"/>
                  </a:cubicBezTo>
                  <a:cubicBezTo>
                    <a:pt x="177" y="147"/>
                    <a:pt x="177" y="147"/>
                    <a:pt x="177" y="147"/>
                  </a:cubicBezTo>
                  <a:cubicBezTo>
                    <a:pt x="176" y="147"/>
                    <a:pt x="176" y="147"/>
                    <a:pt x="176" y="148"/>
                  </a:cubicBezTo>
                  <a:cubicBezTo>
                    <a:pt x="176" y="148"/>
                    <a:pt x="176" y="148"/>
                    <a:pt x="175" y="148"/>
                  </a:cubicBezTo>
                  <a:cubicBezTo>
                    <a:pt x="176" y="148"/>
                    <a:pt x="176" y="148"/>
                    <a:pt x="176" y="149"/>
                  </a:cubicBezTo>
                  <a:cubicBezTo>
                    <a:pt x="176" y="150"/>
                    <a:pt x="175" y="149"/>
                    <a:pt x="175" y="149"/>
                  </a:cubicBezTo>
                  <a:cubicBezTo>
                    <a:pt x="175" y="149"/>
                    <a:pt x="175" y="149"/>
                    <a:pt x="175" y="149"/>
                  </a:cubicBezTo>
                  <a:cubicBezTo>
                    <a:pt x="175" y="150"/>
                    <a:pt x="174" y="149"/>
                    <a:pt x="173" y="148"/>
                  </a:cubicBezTo>
                  <a:cubicBezTo>
                    <a:pt x="172" y="148"/>
                    <a:pt x="172" y="148"/>
                    <a:pt x="171" y="148"/>
                  </a:cubicBezTo>
                  <a:cubicBezTo>
                    <a:pt x="171" y="148"/>
                    <a:pt x="172" y="148"/>
                    <a:pt x="172" y="147"/>
                  </a:cubicBezTo>
                  <a:cubicBezTo>
                    <a:pt x="171" y="147"/>
                    <a:pt x="172" y="147"/>
                    <a:pt x="173" y="147"/>
                  </a:cubicBezTo>
                  <a:cubicBezTo>
                    <a:pt x="173" y="147"/>
                    <a:pt x="174" y="146"/>
                    <a:pt x="174" y="146"/>
                  </a:cubicBezTo>
                  <a:cubicBezTo>
                    <a:pt x="174" y="145"/>
                    <a:pt x="176" y="145"/>
                    <a:pt x="176" y="145"/>
                  </a:cubicBezTo>
                  <a:cubicBezTo>
                    <a:pt x="176" y="144"/>
                    <a:pt x="177" y="144"/>
                    <a:pt x="177" y="144"/>
                  </a:cubicBezTo>
                  <a:cubicBezTo>
                    <a:pt x="178" y="144"/>
                    <a:pt x="176" y="144"/>
                    <a:pt x="176" y="144"/>
                  </a:cubicBezTo>
                  <a:cubicBezTo>
                    <a:pt x="176" y="144"/>
                    <a:pt x="176" y="144"/>
                    <a:pt x="175" y="144"/>
                  </a:cubicBezTo>
                  <a:cubicBezTo>
                    <a:pt x="175" y="144"/>
                    <a:pt x="175" y="144"/>
                    <a:pt x="174" y="144"/>
                  </a:cubicBezTo>
                  <a:cubicBezTo>
                    <a:pt x="174" y="144"/>
                    <a:pt x="173" y="144"/>
                    <a:pt x="173" y="143"/>
                  </a:cubicBezTo>
                  <a:cubicBezTo>
                    <a:pt x="173" y="143"/>
                    <a:pt x="173" y="144"/>
                    <a:pt x="172" y="144"/>
                  </a:cubicBezTo>
                  <a:cubicBezTo>
                    <a:pt x="172" y="143"/>
                    <a:pt x="171" y="143"/>
                    <a:pt x="170" y="144"/>
                  </a:cubicBezTo>
                  <a:cubicBezTo>
                    <a:pt x="171" y="144"/>
                    <a:pt x="172" y="144"/>
                    <a:pt x="173" y="144"/>
                  </a:cubicBezTo>
                  <a:cubicBezTo>
                    <a:pt x="174" y="145"/>
                    <a:pt x="173" y="145"/>
                    <a:pt x="172" y="145"/>
                  </a:cubicBezTo>
                  <a:cubicBezTo>
                    <a:pt x="173" y="145"/>
                    <a:pt x="171" y="145"/>
                    <a:pt x="171" y="145"/>
                  </a:cubicBezTo>
                  <a:cubicBezTo>
                    <a:pt x="171" y="145"/>
                    <a:pt x="172" y="145"/>
                    <a:pt x="172" y="145"/>
                  </a:cubicBezTo>
                  <a:cubicBezTo>
                    <a:pt x="172" y="146"/>
                    <a:pt x="171" y="146"/>
                    <a:pt x="171" y="146"/>
                  </a:cubicBezTo>
                  <a:cubicBezTo>
                    <a:pt x="170" y="146"/>
                    <a:pt x="170" y="146"/>
                    <a:pt x="170" y="146"/>
                  </a:cubicBezTo>
                  <a:cubicBezTo>
                    <a:pt x="170" y="146"/>
                    <a:pt x="171" y="146"/>
                    <a:pt x="171" y="146"/>
                  </a:cubicBezTo>
                  <a:cubicBezTo>
                    <a:pt x="171" y="146"/>
                    <a:pt x="170" y="148"/>
                    <a:pt x="170" y="148"/>
                  </a:cubicBezTo>
                  <a:cubicBezTo>
                    <a:pt x="170" y="148"/>
                    <a:pt x="169" y="148"/>
                    <a:pt x="169" y="148"/>
                  </a:cubicBezTo>
                  <a:cubicBezTo>
                    <a:pt x="169" y="148"/>
                    <a:pt x="168" y="147"/>
                    <a:pt x="169" y="148"/>
                  </a:cubicBezTo>
                  <a:cubicBezTo>
                    <a:pt x="169" y="148"/>
                    <a:pt x="168" y="148"/>
                    <a:pt x="168" y="148"/>
                  </a:cubicBezTo>
                  <a:cubicBezTo>
                    <a:pt x="167" y="148"/>
                    <a:pt x="168" y="147"/>
                    <a:pt x="167" y="147"/>
                  </a:cubicBezTo>
                  <a:cubicBezTo>
                    <a:pt x="167" y="147"/>
                    <a:pt x="166" y="148"/>
                    <a:pt x="167" y="148"/>
                  </a:cubicBezTo>
                  <a:cubicBezTo>
                    <a:pt x="167" y="148"/>
                    <a:pt x="169" y="149"/>
                    <a:pt x="169" y="149"/>
                  </a:cubicBezTo>
                  <a:cubicBezTo>
                    <a:pt x="168" y="150"/>
                    <a:pt x="168" y="149"/>
                    <a:pt x="168" y="150"/>
                  </a:cubicBezTo>
                  <a:cubicBezTo>
                    <a:pt x="168" y="150"/>
                    <a:pt x="168" y="150"/>
                    <a:pt x="167" y="150"/>
                  </a:cubicBezTo>
                  <a:cubicBezTo>
                    <a:pt x="167" y="150"/>
                    <a:pt x="168" y="151"/>
                    <a:pt x="167" y="151"/>
                  </a:cubicBezTo>
                  <a:cubicBezTo>
                    <a:pt x="167" y="151"/>
                    <a:pt x="166" y="150"/>
                    <a:pt x="166" y="151"/>
                  </a:cubicBezTo>
                  <a:cubicBezTo>
                    <a:pt x="166" y="151"/>
                    <a:pt x="165" y="151"/>
                    <a:pt x="165" y="151"/>
                  </a:cubicBezTo>
                  <a:cubicBezTo>
                    <a:pt x="165" y="151"/>
                    <a:pt x="166" y="150"/>
                    <a:pt x="166" y="150"/>
                  </a:cubicBezTo>
                  <a:cubicBezTo>
                    <a:pt x="165" y="150"/>
                    <a:pt x="165" y="150"/>
                    <a:pt x="165" y="150"/>
                  </a:cubicBezTo>
                  <a:cubicBezTo>
                    <a:pt x="165" y="150"/>
                    <a:pt x="165" y="151"/>
                    <a:pt x="165" y="150"/>
                  </a:cubicBezTo>
                  <a:cubicBezTo>
                    <a:pt x="165" y="150"/>
                    <a:pt x="164" y="150"/>
                    <a:pt x="164" y="150"/>
                  </a:cubicBezTo>
                  <a:cubicBezTo>
                    <a:pt x="164" y="150"/>
                    <a:pt x="163" y="150"/>
                    <a:pt x="163" y="151"/>
                  </a:cubicBezTo>
                  <a:cubicBezTo>
                    <a:pt x="163" y="151"/>
                    <a:pt x="165" y="151"/>
                    <a:pt x="164" y="151"/>
                  </a:cubicBezTo>
                  <a:cubicBezTo>
                    <a:pt x="164" y="152"/>
                    <a:pt x="163" y="151"/>
                    <a:pt x="162" y="151"/>
                  </a:cubicBezTo>
                  <a:cubicBezTo>
                    <a:pt x="162" y="151"/>
                    <a:pt x="161" y="151"/>
                    <a:pt x="161" y="152"/>
                  </a:cubicBezTo>
                  <a:cubicBezTo>
                    <a:pt x="161" y="151"/>
                    <a:pt x="161" y="151"/>
                    <a:pt x="160" y="150"/>
                  </a:cubicBezTo>
                  <a:cubicBezTo>
                    <a:pt x="160" y="150"/>
                    <a:pt x="159" y="150"/>
                    <a:pt x="159" y="150"/>
                  </a:cubicBezTo>
                  <a:cubicBezTo>
                    <a:pt x="159" y="150"/>
                    <a:pt x="160" y="151"/>
                    <a:pt x="160" y="151"/>
                  </a:cubicBezTo>
                  <a:cubicBezTo>
                    <a:pt x="160" y="151"/>
                    <a:pt x="160" y="151"/>
                    <a:pt x="159" y="151"/>
                  </a:cubicBezTo>
                  <a:cubicBezTo>
                    <a:pt x="159" y="151"/>
                    <a:pt x="159" y="152"/>
                    <a:pt x="159" y="152"/>
                  </a:cubicBezTo>
                  <a:cubicBezTo>
                    <a:pt x="159" y="151"/>
                    <a:pt x="159" y="151"/>
                    <a:pt x="159" y="151"/>
                  </a:cubicBezTo>
                  <a:cubicBezTo>
                    <a:pt x="159" y="151"/>
                    <a:pt x="159" y="152"/>
                    <a:pt x="158" y="152"/>
                  </a:cubicBezTo>
                  <a:cubicBezTo>
                    <a:pt x="158" y="152"/>
                    <a:pt x="157" y="151"/>
                    <a:pt x="158" y="151"/>
                  </a:cubicBezTo>
                  <a:cubicBezTo>
                    <a:pt x="158" y="151"/>
                    <a:pt x="156" y="150"/>
                    <a:pt x="157" y="151"/>
                  </a:cubicBezTo>
                  <a:cubicBezTo>
                    <a:pt x="156" y="151"/>
                    <a:pt x="156" y="151"/>
                    <a:pt x="155" y="151"/>
                  </a:cubicBezTo>
                  <a:cubicBezTo>
                    <a:pt x="155" y="151"/>
                    <a:pt x="156" y="151"/>
                    <a:pt x="156" y="152"/>
                  </a:cubicBezTo>
                  <a:cubicBezTo>
                    <a:pt x="156" y="152"/>
                    <a:pt x="155" y="151"/>
                    <a:pt x="155" y="152"/>
                  </a:cubicBezTo>
                  <a:cubicBezTo>
                    <a:pt x="155" y="152"/>
                    <a:pt x="155" y="152"/>
                    <a:pt x="155" y="152"/>
                  </a:cubicBezTo>
                  <a:cubicBezTo>
                    <a:pt x="154" y="152"/>
                    <a:pt x="154" y="151"/>
                    <a:pt x="154" y="151"/>
                  </a:cubicBezTo>
                  <a:cubicBezTo>
                    <a:pt x="153" y="151"/>
                    <a:pt x="153" y="152"/>
                    <a:pt x="153" y="152"/>
                  </a:cubicBezTo>
                  <a:cubicBezTo>
                    <a:pt x="153" y="152"/>
                    <a:pt x="152" y="152"/>
                    <a:pt x="152" y="152"/>
                  </a:cubicBezTo>
                  <a:cubicBezTo>
                    <a:pt x="152" y="153"/>
                    <a:pt x="155" y="153"/>
                    <a:pt x="155" y="153"/>
                  </a:cubicBezTo>
                  <a:cubicBezTo>
                    <a:pt x="155" y="153"/>
                    <a:pt x="154" y="153"/>
                    <a:pt x="154" y="153"/>
                  </a:cubicBezTo>
                  <a:cubicBezTo>
                    <a:pt x="154" y="153"/>
                    <a:pt x="154" y="153"/>
                    <a:pt x="153" y="153"/>
                  </a:cubicBezTo>
                  <a:cubicBezTo>
                    <a:pt x="154" y="154"/>
                    <a:pt x="154" y="154"/>
                    <a:pt x="154" y="154"/>
                  </a:cubicBezTo>
                  <a:cubicBezTo>
                    <a:pt x="154" y="155"/>
                    <a:pt x="154" y="154"/>
                    <a:pt x="154" y="154"/>
                  </a:cubicBezTo>
                  <a:cubicBezTo>
                    <a:pt x="154" y="154"/>
                    <a:pt x="154" y="155"/>
                    <a:pt x="154" y="155"/>
                  </a:cubicBezTo>
                  <a:cubicBezTo>
                    <a:pt x="154" y="155"/>
                    <a:pt x="154" y="154"/>
                    <a:pt x="153" y="154"/>
                  </a:cubicBezTo>
                  <a:cubicBezTo>
                    <a:pt x="153" y="155"/>
                    <a:pt x="153" y="155"/>
                    <a:pt x="153" y="155"/>
                  </a:cubicBezTo>
                  <a:cubicBezTo>
                    <a:pt x="153" y="155"/>
                    <a:pt x="152" y="155"/>
                    <a:pt x="152" y="155"/>
                  </a:cubicBezTo>
                  <a:cubicBezTo>
                    <a:pt x="152" y="155"/>
                    <a:pt x="153" y="155"/>
                    <a:pt x="153" y="155"/>
                  </a:cubicBezTo>
                  <a:cubicBezTo>
                    <a:pt x="153" y="156"/>
                    <a:pt x="152" y="155"/>
                    <a:pt x="152" y="155"/>
                  </a:cubicBezTo>
                  <a:cubicBezTo>
                    <a:pt x="151" y="155"/>
                    <a:pt x="151" y="156"/>
                    <a:pt x="152" y="156"/>
                  </a:cubicBezTo>
                  <a:cubicBezTo>
                    <a:pt x="152" y="156"/>
                    <a:pt x="152" y="156"/>
                    <a:pt x="152" y="156"/>
                  </a:cubicBezTo>
                  <a:cubicBezTo>
                    <a:pt x="152" y="156"/>
                    <a:pt x="152" y="156"/>
                    <a:pt x="151" y="156"/>
                  </a:cubicBezTo>
                  <a:cubicBezTo>
                    <a:pt x="151" y="156"/>
                    <a:pt x="151" y="157"/>
                    <a:pt x="151" y="157"/>
                  </a:cubicBezTo>
                  <a:cubicBezTo>
                    <a:pt x="150" y="156"/>
                    <a:pt x="150" y="157"/>
                    <a:pt x="150" y="157"/>
                  </a:cubicBezTo>
                  <a:cubicBezTo>
                    <a:pt x="149" y="157"/>
                    <a:pt x="149" y="156"/>
                    <a:pt x="149" y="156"/>
                  </a:cubicBezTo>
                  <a:cubicBezTo>
                    <a:pt x="149" y="157"/>
                    <a:pt x="148" y="156"/>
                    <a:pt x="148" y="155"/>
                  </a:cubicBezTo>
                  <a:cubicBezTo>
                    <a:pt x="147" y="155"/>
                    <a:pt x="147" y="157"/>
                    <a:pt x="147" y="157"/>
                  </a:cubicBezTo>
                  <a:cubicBezTo>
                    <a:pt x="146" y="156"/>
                    <a:pt x="146" y="155"/>
                    <a:pt x="146" y="156"/>
                  </a:cubicBezTo>
                  <a:cubicBezTo>
                    <a:pt x="145" y="156"/>
                    <a:pt x="144" y="155"/>
                    <a:pt x="144" y="156"/>
                  </a:cubicBezTo>
                  <a:cubicBezTo>
                    <a:pt x="144" y="156"/>
                    <a:pt x="145" y="157"/>
                    <a:pt x="144" y="157"/>
                  </a:cubicBezTo>
                  <a:cubicBezTo>
                    <a:pt x="144" y="157"/>
                    <a:pt x="143" y="157"/>
                    <a:pt x="143" y="157"/>
                  </a:cubicBezTo>
                  <a:cubicBezTo>
                    <a:pt x="143" y="158"/>
                    <a:pt x="144" y="158"/>
                    <a:pt x="145" y="158"/>
                  </a:cubicBezTo>
                  <a:cubicBezTo>
                    <a:pt x="144" y="158"/>
                    <a:pt x="144" y="158"/>
                    <a:pt x="144" y="159"/>
                  </a:cubicBezTo>
                  <a:cubicBezTo>
                    <a:pt x="144" y="159"/>
                    <a:pt x="146" y="159"/>
                    <a:pt x="145" y="160"/>
                  </a:cubicBezTo>
                  <a:cubicBezTo>
                    <a:pt x="146" y="160"/>
                    <a:pt x="146" y="160"/>
                    <a:pt x="146" y="161"/>
                  </a:cubicBezTo>
                  <a:cubicBezTo>
                    <a:pt x="146" y="161"/>
                    <a:pt x="146" y="161"/>
                    <a:pt x="146" y="161"/>
                  </a:cubicBezTo>
                  <a:cubicBezTo>
                    <a:pt x="146" y="162"/>
                    <a:pt x="145" y="162"/>
                    <a:pt x="145" y="162"/>
                  </a:cubicBezTo>
                  <a:cubicBezTo>
                    <a:pt x="145" y="162"/>
                    <a:pt x="146" y="162"/>
                    <a:pt x="147" y="163"/>
                  </a:cubicBezTo>
                  <a:cubicBezTo>
                    <a:pt x="147" y="163"/>
                    <a:pt x="145" y="163"/>
                    <a:pt x="145" y="163"/>
                  </a:cubicBezTo>
                  <a:cubicBezTo>
                    <a:pt x="145" y="163"/>
                    <a:pt x="145" y="163"/>
                    <a:pt x="145" y="163"/>
                  </a:cubicBezTo>
                  <a:cubicBezTo>
                    <a:pt x="145" y="163"/>
                    <a:pt x="144" y="163"/>
                    <a:pt x="144" y="163"/>
                  </a:cubicBezTo>
                  <a:cubicBezTo>
                    <a:pt x="143" y="163"/>
                    <a:pt x="143" y="163"/>
                    <a:pt x="142" y="163"/>
                  </a:cubicBezTo>
                  <a:cubicBezTo>
                    <a:pt x="142" y="164"/>
                    <a:pt x="141" y="164"/>
                    <a:pt x="140" y="163"/>
                  </a:cubicBezTo>
                  <a:cubicBezTo>
                    <a:pt x="140" y="163"/>
                    <a:pt x="139" y="163"/>
                    <a:pt x="139" y="163"/>
                  </a:cubicBezTo>
                  <a:cubicBezTo>
                    <a:pt x="139" y="163"/>
                    <a:pt x="138" y="163"/>
                    <a:pt x="137" y="164"/>
                  </a:cubicBezTo>
                  <a:cubicBezTo>
                    <a:pt x="137" y="164"/>
                    <a:pt x="138" y="164"/>
                    <a:pt x="138" y="164"/>
                  </a:cubicBezTo>
                  <a:cubicBezTo>
                    <a:pt x="138" y="164"/>
                    <a:pt x="138" y="165"/>
                    <a:pt x="139" y="165"/>
                  </a:cubicBezTo>
                  <a:cubicBezTo>
                    <a:pt x="139" y="165"/>
                    <a:pt x="140" y="165"/>
                    <a:pt x="140" y="165"/>
                  </a:cubicBezTo>
                  <a:cubicBezTo>
                    <a:pt x="141" y="165"/>
                    <a:pt x="140" y="166"/>
                    <a:pt x="141" y="166"/>
                  </a:cubicBezTo>
                  <a:cubicBezTo>
                    <a:pt x="141" y="166"/>
                    <a:pt x="141" y="165"/>
                    <a:pt x="141" y="165"/>
                  </a:cubicBezTo>
                  <a:cubicBezTo>
                    <a:pt x="142" y="165"/>
                    <a:pt x="142" y="165"/>
                    <a:pt x="143" y="165"/>
                  </a:cubicBezTo>
                  <a:cubicBezTo>
                    <a:pt x="143" y="165"/>
                    <a:pt x="144" y="165"/>
                    <a:pt x="144" y="166"/>
                  </a:cubicBezTo>
                  <a:cubicBezTo>
                    <a:pt x="144" y="166"/>
                    <a:pt x="143" y="166"/>
                    <a:pt x="143" y="166"/>
                  </a:cubicBezTo>
                  <a:cubicBezTo>
                    <a:pt x="143" y="167"/>
                    <a:pt x="143" y="167"/>
                    <a:pt x="143" y="167"/>
                  </a:cubicBezTo>
                  <a:cubicBezTo>
                    <a:pt x="143" y="167"/>
                    <a:pt x="143" y="167"/>
                    <a:pt x="142" y="167"/>
                  </a:cubicBezTo>
                  <a:cubicBezTo>
                    <a:pt x="142" y="167"/>
                    <a:pt x="142" y="167"/>
                    <a:pt x="141" y="167"/>
                  </a:cubicBezTo>
                  <a:cubicBezTo>
                    <a:pt x="142" y="167"/>
                    <a:pt x="142" y="167"/>
                    <a:pt x="143" y="167"/>
                  </a:cubicBezTo>
                  <a:cubicBezTo>
                    <a:pt x="143" y="167"/>
                    <a:pt x="143" y="168"/>
                    <a:pt x="143" y="168"/>
                  </a:cubicBezTo>
                  <a:cubicBezTo>
                    <a:pt x="143" y="168"/>
                    <a:pt x="142" y="169"/>
                    <a:pt x="143" y="169"/>
                  </a:cubicBezTo>
                  <a:cubicBezTo>
                    <a:pt x="143" y="169"/>
                    <a:pt x="142" y="170"/>
                    <a:pt x="142" y="170"/>
                  </a:cubicBezTo>
                  <a:cubicBezTo>
                    <a:pt x="142" y="169"/>
                    <a:pt x="141" y="170"/>
                    <a:pt x="141" y="170"/>
                  </a:cubicBezTo>
                  <a:cubicBezTo>
                    <a:pt x="140" y="170"/>
                    <a:pt x="139" y="169"/>
                    <a:pt x="138" y="169"/>
                  </a:cubicBezTo>
                  <a:cubicBezTo>
                    <a:pt x="138" y="169"/>
                    <a:pt x="137" y="169"/>
                    <a:pt x="137" y="169"/>
                  </a:cubicBezTo>
                  <a:cubicBezTo>
                    <a:pt x="137" y="168"/>
                    <a:pt x="137" y="168"/>
                    <a:pt x="137" y="168"/>
                  </a:cubicBezTo>
                  <a:cubicBezTo>
                    <a:pt x="136" y="168"/>
                    <a:pt x="136" y="168"/>
                    <a:pt x="136" y="168"/>
                  </a:cubicBezTo>
                  <a:cubicBezTo>
                    <a:pt x="136" y="168"/>
                    <a:pt x="135" y="169"/>
                    <a:pt x="135" y="169"/>
                  </a:cubicBezTo>
                  <a:cubicBezTo>
                    <a:pt x="135" y="169"/>
                    <a:pt x="136" y="169"/>
                    <a:pt x="137" y="169"/>
                  </a:cubicBezTo>
                  <a:cubicBezTo>
                    <a:pt x="137" y="169"/>
                    <a:pt x="138" y="170"/>
                    <a:pt x="139" y="170"/>
                  </a:cubicBezTo>
                  <a:cubicBezTo>
                    <a:pt x="139" y="170"/>
                    <a:pt x="139" y="170"/>
                    <a:pt x="140" y="170"/>
                  </a:cubicBezTo>
                  <a:cubicBezTo>
                    <a:pt x="140" y="170"/>
                    <a:pt x="140" y="171"/>
                    <a:pt x="140" y="171"/>
                  </a:cubicBezTo>
                  <a:cubicBezTo>
                    <a:pt x="140" y="171"/>
                    <a:pt x="140" y="171"/>
                    <a:pt x="141" y="171"/>
                  </a:cubicBezTo>
                  <a:cubicBezTo>
                    <a:pt x="141" y="171"/>
                    <a:pt x="140" y="172"/>
                    <a:pt x="140" y="171"/>
                  </a:cubicBezTo>
                  <a:cubicBezTo>
                    <a:pt x="140" y="171"/>
                    <a:pt x="139" y="171"/>
                    <a:pt x="139" y="171"/>
                  </a:cubicBezTo>
                  <a:cubicBezTo>
                    <a:pt x="138" y="171"/>
                    <a:pt x="138" y="171"/>
                    <a:pt x="138" y="171"/>
                  </a:cubicBezTo>
                  <a:cubicBezTo>
                    <a:pt x="138" y="171"/>
                    <a:pt x="138" y="171"/>
                    <a:pt x="138" y="171"/>
                  </a:cubicBezTo>
                  <a:cubicBezTo>
                    <a:pt x="138" y="172"/>
                    <a:pt x="138" y="172"/>
                    <a:pt x="138" y="172"/>
                  </a:cubicBezTo>
                  <a:cubicBezTo>
                    <a:pt x="137" y="173"/>
                    <a:pt x="137" y="171"/>
                    <a:pt x="137" y="171"/>
                  </a:cubicBezTo>
                  <a:cubicBezTo>
                    <a:pt x="136" y="171"/>
                    <a:pt x="137" y="171"/>
                    <a:pt x="137" y="172"/>
                  </a:cubicBezTo>
                  <a:cubicBezTo>
                    <a:pt x="137" y="172"/>
                    <a:pt x="137" y="172"/>
                    <a:pt x="138" y="172"/>
                  </a:cubicBezTo>
                  <a:cubicBezTo>
                    <a:pt x="137" y="173"/>
                    <a:pt x="136" y="171"/>
                    <a:pt x="136" y="171"/>
                  </a:cubicBezTo>
                  <a:cubicBezTo>
                    <a:pt x="136" y="171"/>
                    <a:pt x="137" y="173"/>
                    <a:pt x="136" y="172"/>
                  </a:cubicBezTo>
                  <a:cubicBezTo>
                    <a:pt x="136" y="172"/>
                    <a:pt x="135" y="172"/>
                    <a:pt x="135" y="171"/>
                  </a:cubicBezTo>
                  <a:cubicBezTo>
                    <a:pt x="135" y="172"/>
                    <a:pt x="134" y="172"/>
                    <a:pt x="134" y="172"/>
                  </a:cubicBezTo>
                  <a:cubicBezTo>
                    <a:pt x="135" y="172"/>
                    <a:pt x="137" y="172"/>
                    <a:pt x="137" y="173"/>
                  </a:cubicBezTo>
                  <a:cubicBezTo>
                    <a:pt x="136" y="173"/>
                    <a:pt x="135" y="173"/>
                    <a:pt x="135" y="172"/>
                  </a:cubicBezTo>
                  <a:cubicBezTo>
                    <a:pt x="135" y="172"/>
                    <a:pt x="135" y="172"/>
                    <a:pt x="134" y="172"/>
                  </a:cubicBezTo>
                  <a:cubicBezTo>
                    <a:pt x="134" y="172"/>
                    <a:pt x="134" y="171"/>
                    <a:pt x="133" y="171"/>
                  </a:cubicBezTo>
                  <a:cubicBezTo>
                    <a:pt x="133" y="171"/>
                    <a:pt x="132" y="172"/>
                    <a:pt x="132" y="172"/>
                  </a:cubicBezTo>
                  <a:cubicBezTo>
                    <a:pt x="131" y="173"/>
                    <a:pt x="133" y="173"/>
                    <a:pt x="133" y="173"/>
                  </a:cubicBezTo>
                  <a:cubicBezTo>
                    <a:pt x="133" y="173"/>
                    <a:pt x="132" y="173"/>
                    <a:pt x="132" y="173"/>
                  </a:cubicBezTo>
                  <a:cubicBezTo>
                    <a:pt x="132" y="174"/>
                    <a:pt x="133" y="173"/>
                    <a:pt x="133" y="174"/>
                  </a:cubicBezTo>
                  <a:cubicBezTo>
                    <a:pt x="133" y="174"/>
                    <a:pt x="134" y="174"/>
                    <a:pt x="134" y="174"/>
                  </a:cubicBezTo>
                  <a:cubicBezTo>
                    <a:pt x="134" y="175"/>
                    <a:pt x="133" y="175"/>
                    <a:pt x="134" y="175"/>
                  </a:cubicBezTo>
                  <a:cubicBezTo>
                    <a:pt x="133" y="176"/>
                    <a:pt x="133" y="175"/>
                    <a:pt x="132" y="175"/>
                  </a:cubicBezTo>
                  <a:cubicBezTo>
                    <a:pt x="131" y="174"/>
                    <a:pt x="131" y="174"/>
                    <a:pt x="130" y="174"/>
                  </a:cubicBezTo>
                  <a:cubicBezTo>
                    <a:pt x="130" y="175"/>
                    <a:pt x="132" y="175"/>
                    <a:pt x="132" y="175"/>
                  </a:cubicBezTo>
                  <a:cubicBezTo>
                    <a:pt x="133" y="177"/>
                    <a:pt x="131" y="176"/>
                    <a:pt x="131" y="176"/>
                  </a:cubicBezTo>
                  <a:cubicBezTo>
                    <a:pt x="131" y="176"/>
                    <a:pt x="131" y="176"/>
                    <a:pt x="131" y="176"/>
                  </a:cubicBezTo>
                  <a:cubicBezTo>
                    <a:pt x="131" y="176"/>
                    <a:pt x="129" y="175"/>
                    <a:pt x="130" y="176"/>
                  </a:cubicBezTo>
                  <a:cubicBezTo>
                    <a:pt x="129" y="176"/>
                    <a:pt x="129" y="175"/>
                    <a:pt x="129" y="174"/>
                  </a:cubicBezTo>
                  <a:cubicBezTo>
                    <a:pt x="128" y="174"/>
                    <a:pt x="129" y="175"/>
                    <a:pt x="128" y="175"/>
                  </a:cubicBezTo>
                  <a:cubicBezTo>
                    <a:pt x="128" y="175"/>
                    <a:pt x="129" y="175"/>
                    <a:pt x="129" y="176"/>
                  </a:cubicBezTo>
                  <a:cubicBezTo>
                    <a:pt x="129" y="176"/>
                    <a:pt x="129" y="176"/>
                    <a:pt x="129" y="176"/>
                  </a:cubicBezTo>
                  <a:cubicBezTo>
                    <a:pt x="130" y="176"/>
                    <a:pt x="130" y="176"/>
                    <a:pt x="131" y="176"/>
                  </a:cubicBezTo>
                  <a:cubicBezTo>
                    <a:pt x="131" y="176"/>
                    <a:pt x="131" y="176"/>
                    <a:pt x="132" y="177"/>
                  </a:cubicBezTo>
                  <a:cubicBezTo>
                    <a:pt x="132" y="177"/>
                    <a:pt x="131" y="177"/>
                    <a:pt x="131" y="177"/>
                  </a:cubicBezTo>
                  <a:cubicBezTo>
                    <a:pt x="131" y="177"/>
                    <a:pt x="130" y="177"/>
                    <a:pt x="130" y="177"/>
                  </a:cubicBezTo>
                  <a:cubicBezTo>
                    <a:pt x="130" y="177"/>
                    <a:pt x="130" y="178"/>
                    <a:pt x="130" y="178"/>
                  </a:cubicBezTo>
                  <a:cubicBezTo>
                    <a:pt x="130" y="178"/>
                    <a:pt x="130" y="178"/>
                    <a:pt x="130" y="178"/>
                  </a:cubicBezTo>
                  <a:cubicBezTo>
                    <a:pt x="130" y="178"/>
                    <a:pt x="130" y="178"/>
                    <a:pt x="129" y="178"/>
                  </a:cubicBezTo>
                  <a:cubicBezTo>
                    <a:pt x="129" y="178"/>
                    <a:pt x="128" y="178"/>
                    <a:pt x="128" y="178"/>
                  </a:cubicBezTo>
                  <a:cubicBezTo>
                    <a:pt x="128" y="178"/>
                    <a:pt x="128" y="178"/>
                    <a:pt x="128" y="178"/>
                  </a:cubicBezTo>
                  <a:cubicBezTo>
                    <a:pt x="127" y="178"/>
                    <a:pt x="127" y="178"/>
                    <a:pt x="127" y="178"/>
                  </a:cubicBezTo>
                  <a:cubicBezTo>
                    <a:pt x="126" y="178"/>
                    <a:pt x="125" y="178"/>
                    <a:pt x="126" y="178"/>
                  </a:cubicBezTo>
                  <a:cubicBezTo>
                    <a:pt x="126" y="178"/>
                    <a:pt x="126" y="177"/>
                    <a:pt x="126" y="178"/>
                  </a:cubicBezTo>
                  <a:cubicBezTo>
                    <a:pt x="126" y="177"/>
                    <a:pt x="126" y="177"/>
                    <a:pt x="127" y="177"/>
                  </a:cubicBezTo>
                  <a:cubicBezTo>
                    <a:pt x="126" y="177"/>
                    <a:pt x="126" y="177"/>
                    <a:pt x="125" y="178"/>
                  </a:cubicBezTo>
                  <a:cubicBezTo>
                    <a:pt x="125" y="178"/>
                    <a:pt x="124" y="178"/>
                    <a:pt x="124" y="178"/>
                  </a:cubicBezTo>
                  <a:cubicBezTo>
                    <a:pt x="124" y="178"/>
                    <a:pt x="125" y="178"/>
                    <a:pt x="125" y="178"/>
                  </a:cubicBezTo>
                  <a:cubicBezTo>
                    <a:pt x="125" y="178"/>
                    <a:pt x="125" y="178"/>
                    <a:pt x="125" y="178"/>
                  </a:cubicBezTo>
                  <a:cubicBezTo>
                    <a:pt x="124" y="178"/>
                    <a:pt x="124" y="178"/>
                    <a:pt x="124" y="178"/>
                  </a:cubicBezTo>
                  <a:cubicBezTo>
                    <a:pt x="124" y="178"/>
                    <a:pt x="124" y="179"/>
                    <a:pt x="124" y="179"/>
                  </a:cubicBezTo>
                  <a:cubicBezTo>
                    <a:pt x="124" y="179"/>
                    <a:pt x="124" y="179"/>
                    <a:pt x="123" y="179"/>
                  </a:cubicBezTo>
                  <a:cubicBezTo>
                    <a:pt x="123" y="179"/>
                    <a:pt x="124" y="180"/>
                    <a:pt x="123" y="179"/>
                  </a:cubicBezTo>
                  <a:cubicBezTo>
                    <a:pt x="123" y="179"/>
                    <a:pt x="123" y="179"/>
                    <a:pt x="123" y="179"/>
                  </a:cubicBezTo>
                  <a:cubicBezTo>
                    <a:pt x="123" y="179"/>
                    <a:pt x="123" y="179"/>
                    <a:pt x="123" y="179"/>
                  </a:cubicBezTo>
                  <a:cubicBezTo>
                    <a:pt x="123" y="180"/>
                    <a:pt x="122" y="179"/>
                    <a:pt x="121" y="179"/>
                  </a:cubicBezTo>
                  <a:cubicBezTo>
                    <a:pt x="121" y="179"/>
                    <a:pt x="120" y="179"/>
                    <a:pt x="120" y="179"/>
                  </a:cubicBezTo>
                  <a:cubicBezTo>
                    <a:pt x="119" y="178"/>
                    <a:pt x="120" y="179"/>
                    <a:pt x="119" y="179"/>
                  </a:cubicBezTo>
                  <a:cubicBezTo>
                    <a:pt x="120" y="180"/>
                    <a:pt x="121" y="179"/>
                    <a:pt x="122" y="180"/>
                  </a:cubicBezTo>
                  <a:cubicBezTo>
                    <a:pt x="122" y="181"/>
                    <a:pt x="123" y="180"/>
                    <a:pt x="123" y="180"/>
                  </a:cubicBezTo>
                  <a:cubicBezTo>
                    <a:pt x="124" y="180"/>
                    <a:pt x="125" y="181"/>
                    <a:pt x="124" y="182"/>
                  </a:cubicBezTo>
                  <a:cubicBezTo>
                    <a:pt x="124" y="182"/>
                    <a:pt x="123" y="181"/>
                    <a:pt x="123" y="181"/>
                  </a:cubicBezTo>
                  <a:cubicBezTo>
                    <a:pt x="123" y="181"/>
                    <a:pt x="123" y="182"/>
                    <a:pt x="123" y="181"/>
                  </a:cubicBezTo>
                  <a:cubicBezTo>
                    <a:pt x="123" y="182"/>
                    <a:pt x="124" y="182"/>
                    <a:pt x="124" y="182"/>
                  </a:cubicBezTo>
                  <a:cubicBezTo>
                    <a:pt x="124" y="182"/>
                    <a:pt x="125" y="182"/>
                    <a:pt x="125" y="182"/>
                  </a:cubicBezTo>
                  <a:cubicBezTo>
                    <a:pt x="125" y="182"/>
                    <a:pt x="125" y="182"/>
                    <a:pt x="125" y="182"/>
                  </a:cubicBezTo>
                  <a:cubicBezTo>
                    <a:pt x="124" y="183"/>
                    <a:pt x="123" y="182"/>
                    <a:pt x="122" y="181"/>
                  </a:cubicBezTo>
                  <a:cubicBezTo>
                    <a:pt x="121" y="181"/>
                    <a:pt x="120" y="181"/>
                    <a:pt x="120" y="182"/>
                  </a:cubicBezTo>
                  <a:cubicBezTo>
                    <a:pt x="120" y="181"/>
                    <a:pt x="120" y="182"/>
                    <a:pt x="121" y="182"/>
                  </a:cubicBezTo>
                  <a:cubicBezTo>
                    <a:pt x="121" y="182"/>
                    <a:pt x="121" y="183"/>
                    <a:pt x="122" y="183"/>
                  </a:cubicBezTo>
                  <a:cubicBezTo>
                    <a:pt x="122" y="183"/>
                    <a:pt x="122" y="183"/>
                    <a:pt x="123" y="183"/>
                  </a:cubicBezTo>
                  <a:cubicBezTo>
                    <a:pt x="123" y="183"/>
                    <a:pt x="124" y="183"/>
                    <a:pt x="124" y="183"/>
                  </a:cubicBezTo>
                  <a:cubicBezTo>
                    <a:pt x="124" y="183"/>
                    <a:pt x="124" y="183"/>
                    <a:pt x="124" y="184"/>
                  </a:cubicBezTo>
                  <a:cubicBezTo>
                    <a:pt x="124" y="184"/>
                    <a:pt x="123" y="185"/>
                    <a:pt x="123" y="185"/>
                  </a:cubicBezTo>
                  <a:cubicBezTo>
                    <a:pt x="123" y="185"/>
                    <a:pt x="123" y="185"/>
                    <a:pt x="123" y="185"/>
                  </a:cubicBezTo>
                  <a:cubicBezTo>
                    <a:pt x="123" y="185"/>
                    <a:pt x="123" y="185"/>
                    <a:pt x="122" y="185"/>
                  </a:cubicBezTo>
                  <a:cubicBezTo>
                    <a:pt x="122" y="185"/>
                    <a:pt x="122" y="186"/>
                    <a:pt x="122" y="186"/>
                  </a:cubicBezTo>
                  <a:cubicBezTo>
                    <a:pt x="122" y="186"/>
                    <a:pt x="122" y="186"/>
                    <a:pt x="121" y="186"/>
                  </a:cubicBezTo>
                  <a:cubicBezTo>
                    <a:pt x="122" y="186"/>
                    <a:pt x="121" y="186"/>
                    <a:pt x="121" y="187"/>
                  </a:cubicBezTo>
                  <a:cubicBezTo>
                    <a:pt x="122" y="187"/>
                    <a:pt x="123" y="186"/>
                    <a:pt x="124" y="186"/>
                  </a:cubicBezTo>
                  <a:cubicBezTo>
                    <a:pt x="124" y="186"/>
                    <a:pt x="124" y="186"/>
                    <a:pt x="124" y="187"/>
                  </a:cubicBezTo>
                  <a:cubicBezTo>
                    <a:pt x="123" y="187"/>
                    <a:pt x="122" y="187"/>
                    <a:pt x="122" y="187"/>
                  </a:cubicBezTo>
                  <a:cubicBezTo>
                    <a:pt x="122" y="187"/>
                    <a:pt x="123" y="187"/>
                    <a:pt x="123" y="188"/>
                  </a:cubicBezTo>
                  <a:cubicBezTo>
                    <a:pt x="122" y="188"/>
                    <a:pt x="121" y="189"/>
                    <a:pt x="120" y="189"/>
                  </a:cubicBezTo>
                  <a:cubicBezTo>
                    <a:pt x="119" y="189"/>
                    <a:pt x="118" y="187"/>
                    <a:pt x="118" y="189"/>
                  </a:cubicBezTo>
                  <a:cubicBezTo>
                    <a:pt x="119" y="188"/>
                    <a:pt x="119" y="189"/>
                    <a:pt x="119" y="189"/>
                  </a:cubicBezTo>
                  <a:cubicBezTo>
                    <a:pt x="120" y="189"/>
                    <a:pt x="120" y="189"/>
                    <a:pt x="121" y="189"/>
                  </a:cubicBezTo>
                  <a:cubicBezTo>
                    <a:pt x="121" y="189"/>
                    <a:pt x="122" y="189"/>
                    <a:pt x="122" y="189"/>
                  </a:cubicBezTo>
                  <a:cubicBezTo>
                    <a:pt x="122" y="189"/>
                    <a:pt x="121" y="189"/>
                    <a:pt x="121" y="190"/>
                  </a:cubicBezTo>
                  <a:cubicBezTo>
                    <a:pt x="121" y="190"/>
                    <a:pt x="121" y="190"/>
                    <a:pt x="121" y="190"/>
                  </a:cubicBezTo>
                  <a:cubicBezTo>
                    <a:pt x="121" y="190"/>
                    <a:pt x="121" y="190"/>
                    <a:pt x="120" y="190"/>
                  </a:cubicBezTo>
                  <a:cubicBezTo>
                    <a:pt x="120" y="190"/>
                    <a:pt x="120" y="190"/>
                    <a:pt x="121" y="190"/>
                  </a:cubicBezTo>
                  <a:cubicBezTo>
                    <a:pt x="120" y="190"/>
                    <a:pt x="120" y="190"/>
                    <a:pt x="120" y="190"/>
                  </a:cubicBezTo>
                  <a:cubicBezTo>
                    <a:pt x="121" y="191"/>
                    <a:pt x="115" y="190"/>
                    <a:pt x="115" y="190"/>
                  </a:cubicBezTo>
                  <a:cubicBezTo>
                    <a:pt x="116" y="191"/>
                    <a:pt x="118" y="191"/>
                    <a:pt x="119" y="191"/>
                  </a:cubicBezTo>
                  <a:cubicBezTo>
                    <a:pt x="118" y="192"/>
                    <a:pt x="120" y="192"/>
                    <a:pt x="120" y="192"/>
                  </a:cubicBezTo>
                  <a:cubicBezTo>
                    <a:pt x="120" y="192"/>
                    <a:pt x="117" y="193"/>
                    <a:pt x="117" y="193"/>
                  </a:cubicBezTo>
                  <a:cubicBezTo>
                    <a:pt x="118" y="193"/>
                    <a:pt x="117" y="193"/>
                    <a:pt x="117" y="193"/>
                  </a:cubicBezTo>
                  <a:cubicBezTo>
                    <a:pt x="116" y="193"/>
                    <a:pt x="116" y="193"/>
                    <a:pt x="116" y="193"/>
                  </a:cubicBezTo>
                  <a:cubicBezTo>
                    <a:pt x="115" y="193"/>
                    <a:pt x="114" y="193"/>
                    <a:pt x="113" y="193"/>
                  </a:cubicBezTo>
                  <a:cubicBezTo>
                    <a:pt x="114" y="193"/>
                    <a:pt x="115" y="193"/>
                    <a:pt x="116" y="193"/>
                  </a:cubicBezTo>
                  <a:cubicBezTo>
                    <a:pt x="116" y="194"/>
                    <a:pt x="115" y="193"/>
                    <a:pt x="115" y="194"/>
                  </a:cubicBezTo>
                  <a:cubicBezTo>
                    <a:pt x="116" y="194"/>
                    <a:pt x="117" y="193"/>
                    <a:pt x="118" y="194"/>
                  </a:cubicBezTo>
                  <a:cubicBezTo>
                    <a:pt x="116" y="194"/>
                    <a:pt x="115" y="194"/>
                    <a:pt x="113" y="194"/>
                  </a:cubicBezTo>
                  <a:cubicBezTo>
                    <a:pt x="114" y="195"/>
                    <a:pt x="116" y="194"/>
                    <a:pt x="117" y="195"/>
                  </a:cubicBezTo>
                  <a:cubicBezTo>
                    <a:pt x="116" y="195"/>
                    <a:pt x="116" y="195"/>
                    <a:pt x="115" y="195"/>
                  </a:cubicBezTo>
                  <a:cubicBezTo>
                    <a:pt x="114" y="195"/>
                    <a:pt x="114" y="195"/>
                    <a:pt x="113" y="195"/>
                  </a:cubicBezTo>
                  <a:cubicBezTo>
                    <a:pt x="113" y="195"/>
                    <a:pt x="112" y="195"/>
                    <a:pt x="111" y="195"/>
                  </a:cubicBezTo>
                  <a:cubicBezTo>
                    <a:pt x="111" y="195"/>
                    <a:pt x="110" y="195"/>
                    <a:pt x="109" y="195"/>
                  </a:cubicBezTo>
                  <a:cubicBezTo>
                    <a:pt x="110" y="195"/>
                    <a:pt x="111" y="195"/>
                    <a:pt x="112" y="195"/>
                  </a:cubicBezTo>
                  <a:cubicBezTo>
                    <a:pt x="112" y="195"/>
                    <a:pt x="114" y="195"/>
                    <a:pt x="114" y="196"/>
                  </a:cubicBezTo>
                  <a:cubicBezTo>
                    <a:pt x="114" y="195"/>
                    <a:pt x="115" y="195"/>
                    <a:pt x="116" y="196"/>
                  </a:cubicBezTo>
                  <a:cubicBezTo>
                    <a:pt x="115" y="196"/>
                    <a:pt x="116" y="196"/>
                    <a:pt x="116" y="196"/>
                  </a:cubicBezTo>
                  <a:cubicBezTo>
                    <a:pt x="116" y="196"/>
                    <a:pt x="116" y="196"/>
                    <a:pt x="115" y="196"/>
                  </a:cubicBezTo>
                  <a:cubicBezTo>
                    <a:pt x="115" y="196"/>
                    <a:pt x="115" y="197"/>
                    <a:pt x="115" y="197"/>
                  </a:cubicBezTo>
                  <a:cubicBezTo>
                    <a:pt x="115" y="197"/>
                    <a:pt x="113" y="197"/>
                    <a:pt x="112" y="197"/>
                  </a:cubicBezTo>
                  <a:cubicBezTo>
                    <a:pt x="112" y="197"/>
                    <a:pt x="110" y="196"/>
                    <a:pt x="109" y="197"/>
                  </a:cubicBezTo>
                  <a:cubicBezTo>
                    <a:pt x="110" y="197"/>
                    <a:pt x="112" y="197"/>
                    <a:pt x="112" y="198"/>
                  </a:cubicBezTo>
                  <a:cubicBezTo>
                    <a:pt x="113" y="198"/>
                    <a:pt x="114" y="198"/>
                    <a:pt x="114" y="198"/>
                  </a:cubicBezTo>
                  <a:cubicBezTo>
                    <a:pt x="115" y="198"/>
                    <a:pt x="113" y="198"/>
                    <a:pt x="114" y="198"/>
                  </a:cubicBezTo>
                  <a:cubicBezTo>
                    <a:pt x="113" y="198"/>
                    <a:pt x="113" y="198"/>
                    <a:pt x="112" y="198"/>
                  </a:cubicBezTo>
                  <a:cubicBezTo>
                    <a:pt x="111" y="198"/>
                    <a:pt x="110" y="198"/>
                    <a:pt x="109" y="198"/>
                  </a:cubicBezTo>
                  <a:cubicBezTo>
                    <a:pt x="109" y="198"/>
                    <a:pt x="111" y="198"/>
                    <a:pt x="111" y="198"/>
                  </a:cubicBezTo>
                  <a:cubicBezTo>
                    <a:pt x="111" y="198"/>
                    <a:pt x="112" y="198"/>
                    <a:pt x="113" y="198"/>
                  </a:cubicBezTo>
                  <a:cubicBezTo>
                    <a:pt x="113" y="198"/>
                    <a:pt x="114" y="199"/>
                    <a:pt x="114" y="199"/>
                  </a:cubicBezTo>
                  <a:cubicBezTo>
                    <a:pt x="114" y="199"/>
                    <a:pt x="113" y="200"/>
                    <a:pt x="113" y="200"/>
                  </a:cubicBezTo>
                  <a:cubicBezTo>
                    <a:pt x="112" y="200"/>
                    <a:pt x="111" y="199"/>
                    <a:pt x="110" y="199"/>
                  </a:cubicBezTo>
                  <a:cubicBezTo>
                    <a:pt x="110" y="200"/>
                    <a:pt x="112" y="200"/>
                    <a:pt x="112" y="200"/>
                  </a:cubicBezTo>
                  <a:cubicBezTo>
                    <a:pt x="113" y="200"/>
                    <a:pt x="113" y="199"/>
                    <a:pt x="114" y="199"/>
                  </a:cubicBezTo>
                  <a:cubicBezTo>
                    <a:pt x="114" y="200"/>
                    <a:pt x="113" y="200"/>
                    <a:pt x="113" y="200"/>
                  </a:cubicBezTo>
                  <a:cubicBezTo>
                    <a:pt x="112" y="200"/>
                    <a:pt x="111" y="200"/>
                    <a:pt x="111" y="200"/>
                  </a:cubicBezTo>
                  <a:cubicBezTo>
                    <a:pt x="112" y="200"/>
                    <a:pt x="112" y="200"/>
                    <a:pt x="113" y="200"/>
                  </a:cubicBezTo>
                  <a:cubicBezTo>
                    <a:pt x="112" y="201"/>
                    <a:pt x="111" y="200"/>
                    <a:pt x="111" y="201"/>
                  </a:cubicBezTo>
                  <a:cubicBezTo>
                    <a:pt x="111" y="201"/>
                    <a:pt x="111" y="201"/>
                    <a:pt x="111" y="201"/>
                  </a:cubicBezTo>
                  <a:cubicBezTo>
                    <a:pt x="111" y="201"/>
                    <a:pt x="110" y="200"/>
                    <a:pt x="109" y="201"/>
                  </a:cubicBezTo>
                  <a:cubicBezTo>
                    <a:pt x="109" y="201"/>
                    <a:pt x="110" y="201"/>
                    <a:pt x="110" y="201"/>
                  </a:cubicBezTo>
                  <a:cubicBezTo>
                    <a:pt x="109" y="202"/>
                    <a:pt x="108" y="201"/>
                    <a:pt x="108" y="201"/>
                  </a:cubicBezTo>
                  <a:cubicBezTo>
                    <a:pt x="107" y="201"/>
                    <a:pt x="107" y="200"/>
                    <a:pt x="107" y="200"/>
                  </a:cubicBezTo>
                  <a:cubicBezTo>
                    <a:pt x="107" y="200"/>
                    <a:pt x="107" y="199"/>
                    <a:pt x="107" y="199"/>
                  </a:cubicBezTo>
                  <a:cubicBezTo>
                    <a:pt x="107" y="200"/>
                    <a:pt x="107" y="201"/>
                    <a:pt x="106" y="201"/>
                  </a:cubicBezTo>
                  <a:cubicBezTo>
                    <a:pt x="106" y="200"/>
                    <a:pt x="105" y="200"/>
                    <a:pt x="104" y="200"/>
                  </a:cubicBezTo>
                  <a:cubicBezTo>
                    <a:pt x="104" y="200"/>
                    <a:pt x="103" y="200"/>
                    <a:pt x="103" y="200"/>
                  </a:cubicBezTo>
                  <a:cubicBezTo>
                    <a:pt x="103" y="200"/>
                    <a:pt x="103" y="200"/>
                    <a:pt x="103" y="200"/>
                  </a:cubicBezTo>
                  <a:cubicBezTo>
                    <a:pt x="103" y="201"/>
                    <a:pt x="106" y="200"/>
                    <a:pt x="105" y="202"/>
                  </a:cubicBezTo>
                  <a:cubicBezTo>
                    <a:pt x="106" y="202"/>
                    <a:pt x="105" y="201"/>
                    <a:pt x="106" y="201"/>
                  </a:cubicBezTo>
                  <a:cubicBezTo>
                    <a:pt x="106" y="201"/>
                    <a:pt x="109" y="201"/>
                    <a:pt x="109" y="202"/>
                  </a:cubicBezTo>
                  <a:cubicBezTo>
                    <a:pt x="109" y="202"/>
                    <a:pt x="108" y="202"/>
                    <a:pt x="107" y="202"/>
                  </a:cubicBezTo>
                  <a:cubicBezTo>
                    <a:pt x="107" y="203"/>
                    <a:pt x="107" y="203"/>
                    <a:pt x="106" y="203"/>
                  </a:cubicBezTo>
                  <a:cubicBezTo>
                    <a:pt x="107" y="203"/>
                    <a:pt x="107" y="203"/>
                    <a:pt x="108" y="203"/>
                  </a:cubicBezTo>
                  <a:cubicBezTo>
                    <a:pt x="108" y="202"/>
                    <a:pt x="109" y="202"/>
                    <a:pt x="109" y="202"/>
                  </a:cubicBezTo>
                  <a:cubicBezTo>
                    <a:pt x="110" y="202"/>
                    <a:pt x="110" y="203"/>
                    <a:pt x="110" y="203"/>
                  </a:cubicBezTo>
                  <a:cubicBezTo>
                    <a:pt x="109" y="203"/>
                    <a:pt x="109" y="202"/>
                    <a:pt x="108" y="202"/>
                  </a:cubicBezTo>
                  <a:cubicBezTo>
                    <a:pt x="108" y="203"/>
                    <a:pt x="110" y="203"/>
                    <a:pt x="110" y="203"/>
                  </a:cubicBezTo>
                  <a:cubicBezTo>
                    <a:pt x="110" y="203"/>
                    <a:pt x="110" y="203"/>
                    <a:pt x="109" y="203"/>
                  </a:cubicBezTo>
                  <a:cubicBezTo>
                    <a:pt x="110" y="204"/>
                    <a:pt x="110" y="204"/>
                    <a:pt x="110" y="204"/>
                  </a:cubicBezTo>
                  <a:cubicBezTo>
                    <a:pt x="109" y="204"/>
                    <a:pt x="109" y="204"/>
                    <a:pt x="108" y="204"/>
                  </a:cubicBezTo>
                  <a:cubicBezTo>
                    <a:pt x="108" y="204"/>
                    <a:pt x="109" y="204"/>
                    <a:pt x="109" y="204"/>
                  </a:cubicBezTo>
                  <a:cubicBezTo>
                    <a:pt x="109" y="204"/>
                    <a:pt x="109" y="205"/>
                    <a:pt x="109" y="205"/>
                  </a:cubicBezTo>
                  <a:cubicBezTo>
                    <a:pt x="109" y="205"/>
                    <a:pt x="109" y="204"/>
                    <a:pt x="109" y="205"/>
                  </a:cubicBezTo>
                  <a:cubicBezTo>
                    <a:pt x="109" y="205"/>
                    <a:pt x="109" y="205"/>
                    <a:pt x="109" y="205"/>
                  </a:cubicBezTo>
                  <a:cubicBezTo>
                    <a:pt x="110" y="205"/>
                    <a:pt x="107" y="205"/>
                    <a:pt x="107" y="205"/>
                  </a:cubicBezTo>
                  <a:cubicBezTo>
                    <a:pt x="107" y="205"/>
                    <a:pt x="106" y="205"/>
                    <a:pt x="106" y="205"/>
                  </a:cubicBezTo>
                  <a:cubicBezTo>
                    <a:pt x="106" y="205"/>
                    <a:pt x="106" y="204"/>
                    <a:pt x="105" y="204"/>
                  </a:cubicBezTo>
                  <a:cubicBezTo>
                    <a:pt x="105" y="204"/>
                    <a:pt x="105" y="205"/>
                    <a:pt x="105" y="205"/>
                  </a:cubicBezTo>
                  <a:cubicBezTo>
                    <a:pt x="105" y="205"/>
                    <a:pt x="104" y="205"/>
                    <a:pt x="104" y="205"/>
                  </a:cubicBezTo>
                  <a:cubicBezTo>
                    <a:pt x="103" y="205"/>
                    <a:pt x="102" y="204"/>
                    <a:pt x="101" y="205"/>
                  </a:cubicBezTo>
                  <a:cubicBezTo>
                    <a:pt x="101" y="204"/>
                    <a:pt x="103" y="203"/>
                    <a:pt x="103" y="203"/>
                  </a:cubicBezTo>
                  <a:cubicBezTo>
                    <a:pt x="103" y="203"/>
                    <a:pt x="103" y="203"/>
                    <a:pt x="103" y="202"/>
                  </a:cubicBezTo>
                  <a:cubicBezTo>
                    <a:pt x="103" y="202"/>
                    <a:pt x="102" y="203"/>
                    <a:pt x="102" y="203"/>
                  </a:cubicBezTo>
                  <a:cubicBezTo>
                    <a:pt x="102" y="204"/>
                    <a:pt x="102" y="204"/>
                    <a:pt x="102" y="203"/>
                  </a:cubicBezTo>
                  <a:cubicBezTo>
                    <a:pt x="101" y="203"/>
                    <a:pt x="101" y="203"/>
                    <a:pt x="101" y="203"/>
                  </a:cubicBezTo>
                  <a:cubicBezTo>
                    <a:pt x="101" y="203"/>
                    <a:pt x="101" y="203"/>
                    <a:pt x="101" y="204"/>
                  </a:cubicBezTo>
                  <a:cubicBezTo>
                    <a:pt x="101" y="204"/>
                    <a:pt x="101" y="204"/>
                    <a:pt x="100" y="204"/>
                  </a:cubicBezTo>
                  <a:cubicBezTo>
                    <a:pt x="101" y="204"/>
                    <a:pt x="100" y="205"/>
                    <a:pt x="99" y="205"/>
                  </a:cubicBezTo>
                  <a:cubicBezTo>
                    <a:pt x="100" y="205"/>
                    <a:pt x="100" y="205"/>
                    <a:pt x="100" y="205"/>
                  </a:cubicBezTo>
                  <a:cubicBezTo>
                    <a:pt x="100" y="206"/>
                    <a:pt x="100" y="206"/>
                    <a:pt x="100" y="206"/>
                  </a:cubicBezTo>
                  <a:cubicBezTo>
                    <a:pt x="99" y="206"/>
                    <a:pt x="99" y="207"/>
                    <a:pt x="99" y="206"/>
                  </a:cubicBezTo>
                  <a:cubicBezTo>
                    <a:pt x="99" y="206"/>
                    <a:pt x="99" y="206"/>
                    <a:pt x="100" y="206"/>
                  </a:cubicBezTo>
                  <a:cubicBezTo>
                    <a:pt x="99" y="206"/>
                    <a:pt x="99" y="207"/>
                    <a:pt x="98" y="207"/>
                  </a:cubicBezTo>
                  <a:cubicBezTo>
                    <a:pt x="98" y="206"/>
                    <a:pt x="99" y="206"/>
                    <a:pt x="99" y="205"/>
                  </a:cubicBezTo>
                  <a:cubicBezTo>
                    <a:pt x="99" y="206"/>
                    <a:pt x="98" y="207"/>
                    <a:pt x="98" y="206"/>
                  </a:cubicBezTo>
                  <a:cubicBezTo>
                    <a:pt x="98" y="206"/>
                    <a:pt x="99" y="205"/>
                    <a:pt x="99" y="205"/>
                  </a:cubicBezTo>
                  <a:cubicBezTo>
                    <a:pt x="99" y="205"/>
                    <a:pt x="99" y="205"/>
                    <a:pt x="99" y="205"/>
                  </a:cubicBezTo>
                  <a:cubicBezTo>
                    <a:pt x="98" y="206"/>
                    <a:pt x="98" y="206"/>
                    <a:pt x="97" y="206"/>
                  </a:cubicBezTo>
                  <a:cubicBezTo>
                    <a:pt x="96" y="207"/>
                    <a:pt x="97" y="206"/>
                    <a:pt x="97" y="205"/>
                  </a:cubicBezTo>
                  <a:cubicBezTo>
                    <a:pt x="96" y="205"/>
                    <a:pt x="97" y="207"/>
                    <a:pt x="96" y="206"/>
                  </a:cubicBezTo>
                  <a:cubicBezTo>
                    <a:pt x="95" y="206"/>
                    <a:pt x="95" y="205"/>
                    <a:pt x="96" y="205"/>
                  </a:cubicBezTo>
                  <a:cubicBezTo>
                    <a:pt x="95" y="205"/>
                    <a:pt x="95" y="205"/>
                    <a:pt x="95" y="206"/>
                  </a:cubicBezTo>
                  <a:cubicBezTo>
                    <a:pt x="95" y="206"/>
                    <a:pt x="95" y="206"/>
                    <a:pt x="94" y="206"/>
                  </a:cubicBezTo>
                  <a:cubicBezTo>
                    <a:pt x="95" y="206"/>
                    <a:pt x="95" y="206"/>
                    <a:pt x="95" y="205"/>
                  </a:cubicBezTo>
                  <a:cubicBezTo>
                    <a:pt x="94" y="205"/>
                    <a:pt x="93" y="206"/>
                    <a:pt x="93" y="205"/>
                  </a:cubicBezTo>
                  <a:cubicBezTo>
                    <a:pt x="94" y="205"/>
                    <a:pt x="94" y="205"/>
                    <a:pt x="95" y="204"/>
                  </a:cubicBezTo>
                  <a:cubicBezTo>
                    <a:pt x="96" y="204"/>
                    <a:pt x="97" y="204"/>
                    <a:pt x="97" y="204"/>
                  </a:cubicBezTo>
                  <a:cubicBezTo>
                    <a:pt x="97" y="204"/>
                    <a:pt x="96" y="204"/>
                    <a:pt x="96" y="204"/>
                  </a:cubicBezTo>
                  <a:cubicBezTo>
                    <a:pt x="97" y="204"/>
                    <a:pt x="97" y="204"/>
                    <a:pt x="97" y="203"/>
                  </a:cubicBezTo>
                  <a:cubicBezTo>
                    <a:pt x="98" y="203"/>
                    <a:pt x="98" y="203"/>
                    <a:pt x="98" y="202"/>
                  </a:cubicBezTo>
                  <a:cubicBezTo>
                    <a:pt x="99" y="202"/>
                    <a:pt x="100" y="201"/>
                    <a:pt x="100" y="201"/>
                  </a:cubicBezTo>
                  <a:cubicBezTo>
                    <a:pt x="99" y="201"/>
                    <a:pt x="98" y="202"/>
                    <a:pt x="97" y="203"/>
                  </a:cubicBezTo>
                  <a:cubicBezTo>
                    <a:pt x="96" y="204"/>
                    <a:pt x="96" y="204"/>
                    <a:pt x="95" y="204"/>
                  </a:cubicBezTo>
                  <a:cubicBezTo>
                    <a:pt x="95" y="204"/>
                    <a:pt x="94" y="204"/>
                    <a:pt x="94" y="204"/>
                  </a:cubicBezTo>
                  <a:cubicBezTo>
                    <a:pt x="94" y="205"/>
                    <a:pt x="93" y="205"/>
                    <a:pt x="93" y="205"/>
                  </a:cubicBezTo>
                  <a:cubicBezTo>
                    <a:pt x="93" y="205"/>
                    <a:pt x="93" y="205"/>
                    <a:pt x="93" y="204"/>
                  </a:cubicBezTo>
                  <a:cubicBezTo>
                    <a:pt x="93" y="205"/>
                    <a:pt x="94" y="204"/>
                    <a:pt x="94" y="204"/>
                  </a:cubicBezTo>
                  <a:cubicBezTo>
                    <a:pt x="94" y="204"/>
                    <a:pt x="95" y="203"/>
                    <a:pt x="95" y="203"/>
                  </a:cubicBezTo>
                  <a:cubicBezTo>
                    <a:pt x="96" y="203"/>
                    <a:pt x="96" y="202"/>
                    <a:pt x="97" y="202"/>
                  </a:cubicBezTo>
                  <a:cubicBezTo>
                    <a:pt x="97" y="202"/>
                    <a:pt x="97" y="202"/>
                    <a:pt x="96" y="201"/>
                  </a:cubicBezTo>
                  <a:cubicBezTo>
                    <a:pt x="97" y="201"/>
                    <a:pt x="98" y="201"/>
                    <a:pt x="98" y="200"/>
                  </a:cubicBezTo>
                  <a:cubicBezTo>
                    <a:pt x="98" y="200"/>
                    <a:pt x="98" y="200"/>
                    <a:pt x="99" y="200"/>
                  </a:cubicBezTo>
                  <a:cubicBezTo>
                    <a:pt x="99" y="199"/>
                    <a:pt x="99" y="199"/>
                    <a:pt x="100" y="199"/>
                  </a:cubicBezTo>
                  <a:cubicBezTo>
                    <a:pt x="99" y="199"/>
                    <a:pt x="98" y="200"/>
                    <a:pt x="98" y="200"/>
                  </a:cubicBezTo>
                  <a:cubicBezTo>
                    <a:pt x="97" y="201"/>
                    <a:pt x="96" y="201"/>
                    <a:pt x="95" y="202"/>
                  </a:cubicBezTo>
                  <a:cubicBezTo>
                    <a:pt x="95" y="202"/>
                    <a:pt x="94" y="202"/>
                    <a:pt x="94" y="202"/>
                  </a:cubicBezTo>
                  <a:cubicBezTo>
                    <a:pt x="94" y="201"/>
                    <a:pt x="96" y="200"/>
                    <a:pt x="96" y="200"/>
                  </a:cubicBezTo>
                  <a:cubicBezTo>
                    <a:pt x="96" y="200"/>
                    <a:pt x="95" y="200"/>
                    <a:pt x="95" y="200"/>
                  </a:cubicBezTo>
                  <a:cubicBezTo>
                    <a:pt x="95" y="200"/>
                    <a:pt x="95" y="201"/>
                    <a:pt x="94" y="200"/>
                  </a:cubicBezTo>
                  <a:cubicBezTo>
                    <a:pt x="94" y="200"/>
                    <a:pt x="93" y="201"/>
                    <a:pt x="92" y="201"/>
                  </a:cubicBezTo>
                  <a:cubicBezTo>
                    <a:pt x="93" y="201"/>
                    <a:pt x="93" y="200"/>
                    <a:pt x="94" y="200"/>
                  </a:cubicBezTo>
                  <a:cubicBezTo>
                    <a:pt x="95" y="200"/>
                    <a:pt x="96" y="200"/>
                    <a:pt x="96" y="199"/>
                  </a:cubicBezTo>
                  <a:cubicBezTo>
                    <a:pt x="96" y="199"/>
                    <a:pt x="95" y="200"/>
                    <a:pt x="95" y="199"/>
                  </a:cubicBezTo>
                  <a:cubicBezTo>
                    <a:pt x="94" y="199"/>
                    <a:pt x="94" y="200"/>
                    <a:pt x="94" y="200"/>
                  </a:cubicBezTo>
                  <a:cubicBezTo>
                    <a:pt x="93" y="200"/>
                    <a:pt x="92" y="201"/>
                    <a:pt x="92" y="201"/>
                  </a:cubicBezTo>
                  <a:cubicBezTo>
                    <a:pt x="91" y="201"/>
                    <a:pt x="92" y="201"/>
                    <a:pt x="91" y="201"/>
                  </a:cubicBezTo>
                  <a:cubicBezTo>
                    <a:pt x="91" y="201"/>
                    <a:pt x="92" y="201"/>
                    <a:pt x="92" y="200"/>
                  </a:cubicBezTo>
                  <a:cubicBezTo>
                    <a:pt x="92" y="200"/>
                    <a:pt x="91" y="201"/>
                    <a:pt x="91" y="200"/>
                  </a:cubicBezTo>
                  <a:cubicBezTo>
                    <a:pt x="91" y="200"/>
                    <a:pt x="92" y="200"/>
                    <a:pt x="92" y="200"/>
                  </a:cubicBezTo>
                  <a:cubicBezTo>
                    <a:pt x="92" y="200"/>
                    <a:pt x="91" y="200"/>
                    <a:pt x="91" y="200"/>
                  </a:cubicBezTo>
                  <a:cubicBezTo>
                    <a:pt x="92" y="200"/>
                    <a:pt x="92" y="200"/>
                    <a:pt x="92" y="199"/>
                  </a:cubicBezTo>
                  <a:cubicBezTo>
                    <a:pt x="92" y="199"/>
                    <a:pt x="91" y="200"/>
                    <a:pt x="90" y="199"/>
                  </a:cubicBezTo>
                  <a:cubicBezTo>
                    <a:pt x="91" y="199"/>
                    <a:pt x="91" y="199"/>
                    <a:pt x="91" y="199"/>
                  </a:cubicBezTo>
                  <a:cubicBezTo>
                    <a:pt x="92" y="199"/>
                    <a:pt x="92" y="199"/>
                    <a:pt x="93" y="199"/>
                  </a:cubicBezTo>
                  <a:cubicBezTo>
                    <a:pt x="92" y="198"/>
                    <a:pt x="93" y="198"/>
                    <a:pt x="93" y="198"/>
                  </a:cubicBezTo>
                  <a:cubicBezTo>
                    <a:pt x="94" y="198"/>
                    <a:pt x="94" y="198"/>
                    <a:pt x="94" y="197"/>
                  </a:cubicBezTo>
                  <a:cubicBezTo>
                    <a:pt x="95" y="197"/>
                    <a:pt x="95" y="197"/>
                    <a:pt x="96" y="197"/>
                  </a:cubicBezTo>
                  <a:cubicBezTo>
                    <a:pt x="96" y="197"/>
                    <a:pt x="96" y="197"/>
                    <a:pt x="96" y="197"/>
                  </a:cubicBezTo>
                  <a:cubicBezTo>
                    <a:pt x="96" y="197"/>
                    <a:pt x="95" y="197"/>
                    <a:pt x="95" y="197"/>
                  </a:cubicBezTo>
                  <a:cubicBezTo>
                    <a:pt x="95" y="197"/>
                    <a:pt x="96" y="196"/>
                    <a:pt x="95" y="196"/>
                  </a:cubicBezTo>
                  <a:cubicBezTo>
                    <a:pt x="95" y="196"/>
                    <a:pt x="94" y="197"/>
                    <a:pt x="94" y="197"/>
                  </a:cubicBezTo>
                  <a:cubicBezTo>
                    <a:pt x="94" y="197"/>
                    <a:pt x="91" y="199"/>
                    <a:pt x="90" y="199"/>
                  </a:cubicBezTo>
                  <a:cubicBezTo>
                    <a:pt x="90" y="198"/>
                    <a:pt x="91" y="198"/>
                    <a:pt x="92" y="198"/>
                  </a:cubicBezTo>
                  <a:cubicBezTo>
                    <a:pt x="90" y="197"/>
                    <a:pt x="89" y="200"/>
                    <a:pt x="88" y="199"/>
                  </a:cubicBezTo>
                  <a:cubicBezTo>
                    <a:pt x="87" y="198"/>
                    <a:pt x="89" y="198"/>
                    <a:pt x="89" y="198"/>
                  </a:cubicBezTo>
                  <a:cubicBezTo>
                    <a:pt x="90" y="198"/>
                    <a:pt x="91" y="198"/>
                    <a:pt x="91" y="197"/>
                  </a:cubicBezTo>
                  <a:cubicBezTo>
                    <a:pt x="91" y="197"/>
                    <a:pt x="90" y="197"/>
                    <a:pt x="90" y="198"/>
                  </a:cubicBezTo>
                  <a:cubicBezTo>
                    <a:pt x="89" y="198"/>
                    <a:pt x="89" y="198"/>
                    <a:pt x="88" y="198"/>
                  </a:cubicBezTo>
                  <a:cubicBezTo>
                    <a:pt x="89" y="197"/>
                    <a:pt x="92" y="197"/>
                    <a:pt x="93" y="197"/>
                  </a:cubicBezTo>
                  <a:cubicBezTo>
                    <a:pt x="94" y="196"/>
                    <a:pt x="95" y="196"/>
                    <a:pt x="96" y="195"/>
                  </a:cubicBezTo>
                  <a:cubicBezTo>
                    <a:pt x="96" y="195"/>
                    <a:pt x="97" y="195"/>
                    <a:pt x="97" y="194"/>
                  </a:cubicBezTo>
                  <a:cubicBezTo>
                    <a:pt x="97" y="194"/>
                    <a:pt x="96" y="195"/>
                    <a:pt x="96" y="195"/>
                  </a:cubicBezTo>
                  <a:cubicBezTo>
                    <a:pt x="95" y="195"/>
                    <a:pt x="96" y="194"/>
                    <a:pt x="95" y="194"/>
                  </a:cubicBezTo>
                  <a:cubicBezTo>
                    <a:pt x="95" y="194"/>
                    <a:pt x="95" y="195"/>
                    <a:pt x="95" y="195"/>
                  </a:cubicBezTo>
                  <a:cubicBezTo>
                    <a:pt x="94" y="196"/>
                    <a:pt x="93" y="196"/>
                    <a:pt x="92" y="196"/>
                  </a:cubicBezTo>
                  <a:cubicBezTo>
                    <a:pt x="92" y="197"/>
                    <a:pt x="91" y="197"/>
                    <a:pt x="91" y="197"/>
                  </a:cubicBezTo>
                  <a:cubicBezTo>
                    <a:pt x="91" y="197"/>
                    <a:pt x="90" y="197"/>
                    <a:pt x="90" y="197"/>
                  </a:cubicBezTo>
                  <a:cubicBezTo>
                    <a:pt x="89" y="196"/>
                    <a:pt x="93" y="196"/>
                    <a:pt x="93" y="195"/>
                  </a:cubicBezTo>
                  <a:cubicBezTo>
                    <a:pt x="93" y="195"/>
                    <a:pt x="93" y="195"/>
                    <a:pt x="93" y="195"/>
                  </a:cubicBezTo>
                  <a:cubicBezTo>
                    <a:pt x="93" y="195"/>
                    <a:pt x="93" y="195"/>
                    <a:pt x="93" y="195"/>
                  </a:cubicBezTo>
                  <a:cubicBezTo>
                    <a:pt x="93" y="195"/>
                    <a:pt x="94" y="195"/>
                    <a:pt x="94" y="195"/>
                  </a:cubicBezTo>
                  <a:cubicBezTo>
                    <a:pt x="94" y="194"/>
                    <a:pt x="93" y="194"/>
                    <a:pt x="93" y="195"/>
                  </a:cubicBezTo>
                  <a:cubicBezTo>
                    <a:pt x="93" y="194"/>
                    <a:pt x="93" y="194"/>
                    <a:pt x="92" y="194"/>
                  </a:cubicBezTo>
                  <a:cubicBezTo>
                    <a:pt x="93" y="194"/>
                    <a:pt x="94" y="193"/>
                    <a:pt x="94" y="193"/>
                  </a:cubicBezTo>
                  <a:cubicBezTo>
                    <a:pt x="93" y="193"/>
                    <a:pt x="93" y="194"/>
                    <a:pt x="92" y="194"/>
                  </a:cubicBezTo>
                  <a:cubicBezTo>
                    <a:pt x="92" y="194"/>
                    <a:pt x="91" y="193"/>
                    <a:pt x="91" y="194"/>
                  </a:cubicBezTo>
                  <a:cubicBezTo>
                    <a:pt x="91" y="194"/>
                    <a:pt x="92" y="194"/>
                    <a:pt x="92" y="195"/>
                  </a:cubicBezTo>
                  <a:cubicBezTo>
                    <a:pt x="92" y="195"/>
                    <a:pt x="92" y="195"/>
                    <a:pt x="91" y="195"/>
                  </a:cubicBezTo>
                  <a:cubicBezTo>
                    <a:pt x="92" y="195"/>
                    <a:pt x="91" y="196"/>
                    <a:pt x="90" y="196"/>
                  </a:cubicBezTo>
                  <a:cubicBezTo>
                    <a:pt x="90" y="196"/>
                    <a:pt x="89" y="195"/>
                    <a:pt x="89" y="195"/>
                  </a:cubicBezTo>
                  <a:cubicBezTo>
                    <a:pt x="89" y="195"/>
                    <a:pt x="90" y="196"/>
                    <a:pt x="89" y="196"/>
                  </a:cubicBezTo>
                  <a:cubicBezTo>
                    <a:pt x="88" y="197"/>
                    <a:pt x="89" y="195"/>
                    <a:pt x="88" y="195"/>
                  </a:cubicBezTo>
                  <a:cubicBezTo>
                    <a:pt x="88" y="195"/>
                    <a:pt x="88" y="196"/>
                    <a:pt x="87" y="196"/>
                  </a:cubicBezTo>
                  <a:cubicBezTo>
                    <a:pt x="87" y="196"/>
                    <a:pt x="88" y="196"/>
                    <a:pt x="87" y="196"/>
                  </a:cubicBezTo>
                  <a:cubicBezTo>
                    <a:pt x="86" y="196"/>
                    <a:pt x="86" y="196"/>
                    <a:pt x="86" y="196"/>
                  </a:cubicBezTo>
                  <a:cubicBezTo>
                    <a:pt x="86" y="197"/>
                    <a:pt x="86" y="196"/>
                    <a:pt x="85" y="196"/>
                  </a:cubicBezTo>
                  <a:cubicBezTo>
                    <a:pt x="86" y="197"/>
                    <a:pt x="86" y="197"/>
                    <a:pt x="86" y="197"/>
                  </a:cubicBezTo>
                  <a:cubicBezTo>
                    <a:pt x="85" y="197"/>
                    <a:pt x="85" y="197"/>
                    <a:pt x="85" y="197"/>
                  </a:cubicBezTo>
                  <a:cubicBezTo>
                    <a:pt x="85" y="197"/>
                    <a:pt x="84" y="197"/>
                    <a:pt x="85" y="197"/>
                  </a:cubicBezTo>
                  <a:cubicBezTo>
                    <a:pt x="84" y="197"/>
                    <a:pt x="84" y="197"/>
                    <a:pt x="83" y="197"/>
                  </a:cubicBezTo>
                  <a:cubicBezTo>
                    <a:pt x="84" y="197"/>
                    <a:pt x="84" y="197"/>
                    <a:pt x="84" y="197"/>
                  </a:cubicBezTo>
                  <a:cubicBezTo>
                    <a:pt x="84" y="198"/>
                    <a:pt x="84" y="198"/>
                    <a:pt x="84" y="198"/>
                  </a:cubicBezTo>
                  <a:cubicBezTo>
                    <a:pt x="83" y="198"/>
                    <a:pt x="82" y="198"/>
                    <a:pt x="83" y="198"/>
                  </a:cubicBezTo>
                  <a:cubicBezTo>
                    <a:pt x="83" y="198"/>
                    <a:pt x="82" y="198"/>
                    <a:pt x="82" y="198"/>
                  </a:cubicBezTo>
                  <a:cubicBezTo>
                    <a:pt x="82" y="198"/>
                    <a:pt x="83" y="198"/>
                    <a:pt x="83" y="197"/>
                  </a:cubicBezTo>
                  <a:cubicBezTo>
                    <a:pt x="83" y="198"/>
                    <a:pt x="83" y="198"/>
                    <a:pt x="82" y="198"/>
                  </a:cubicBezTo>
                  <a:cubicBezTo>
                    <a:pt x="82" y="198"/>
                    <a:pt x="82" y="197"/>
                    <a:pt x="82" y="197"/>
                  </a:cubicBezTo>
                  <a:cubicBezTo>
                    <a:pt x="82" y="197"/>
                    <a:pt x="83" y="197"/>
                    <a:pt x="83" y="197"/>
                  </a:cubicBezTo>
                  <a:cubicBezTo>
                    <a:pt x="83" y="196"/>
                    <a:pt x="82" y="197"/>
                    <a:pt x="82" y="197"/>
                  </a:cubicBezTo>
                  <a:cubicBezTo>
                    <a:pt x="82" y="197"/>
                    <a:pt x="82" y="197"/>
                    <a:pt x="82" y="196"/>
                  </a:cubicBezTo>
                  <a:cubicBezTo>
                    <a:pt x="82" y="196"/>
                    <a:pt x="81" y="197"/>
                    <a:pt x="81" y="197"/>
                  </a:cubicBezTo>
                  <a:cubicBezTo>
                    <a:pt x="80" y="197"/>
                    <a:pt x="81" y="197"/>
                    <a:pt x="80" y="197"/>
                  </a:cubicBezTo>
                  <a:cubicBezTo>
                    <a:pt x="80" y="197"/>
                    <a:pt x="79" y="197"/>
                    <a:pt x="79" y="197"/>
                  </a:cubicBezTo>
                  <a:cubicBezTo>
                    <a:pt x="79" y="197"/>
                    <a:pt x="78" y="197"/>
                    <a:pt x="78" y="197"/>
                  </a:cubicBezTo>
                  <a:cubicBezTo>
                    <a:pt x="78" y="197"/>
                    <a:pt x="77" y="197"/>
                    <a:pt x="77" y="197"/>
                  </a:cubicBezTo>
                  <a:cubicBezTo>
                    <a:pt x="76" y="197"/>
                    <a:pt x="76" y="197"/>
                    <a:pt x="76" y="197"/>
                  </a:cubicBezTo>
                  <a:cubicBezTo>
                    <a:pt x="76" y="197"/>
                    <a:pt x="76" y="197"/>
                    <a:pt x="77" y="197"/>
                  </a:cubicBezTo>
                  <a:cubicBezTo>
                    <a:pt x="77" y="197"/>
                    <a:pt x="77" y="198"/>
                    <a:pt x="76" y="198"/>
                  </a:cubicBezTo>
                  <a:cubicBezTo>
                    <a:pt x="77" y="197"/>
                    <a:pt x="79" y="197"/>
                    <a:pt x="80" y="198"/>
                  </a:cubicBezTo>
                  <a:cubicBezTo>
                    <a:pt x="79" y="198"/>
                    <a:pt x="78" y="198"/>
                    <a:pt x="77" y="198"/>
                  </a:cubicBezTo>
                  <a:cubicBezTo>
                    <a:pt x="76" y="198"/>
                    <a:pt x="76" y="198"/>
                    <a:pt x="75" y="198"/>
                  </a:cubicBezTo>
                  <a:cubicBezTo>
                    <a:pt x="75" y="198"/>
                    <a:pt x="75" y="198"/>
                    <a:pt x="75" y="198"/>
                  </a:cubicBezTo>
                  <a:cubicBezTo>
                    <a:pt x="75" y="197"/>
                    <a:pt x="74" y="198"/>
                    <a:pt x="74" y="198"/>
                  </a:cubicBezTo>
                  <a:cubicBezTo>
                    <a:pt x="74" y="198"/>
                    <a:pt x="74" y="198"/>
                    <a:pt x="75" y="198"/>
                  </a:cubicBezTo>
                  <a:cubicBezTo>
                    <a:pt x="75" y="198"/>
                    <a:pt x="75" y="198"/>
                    <a:pt x="75" y="198"/>
                  </a:cubicBezTo>
                  <a:cubicBezTo>
                    <a:pt x="75" y="198"/>
                    <a:pt x="76" y="198"/>
                    <a:pt x="76" y="198"/>
                  </a:cubicBezTo>
                  <a:cubicBezTo>
                    <a:pt x="76" y="198"/>
                    <a:pt x="75" y="199"/>
                    <a:pt x="75" y="199"/>
                  </a:cubicBezTo>
                  <a:cubicBezTo>
                    <a:pt x="76" y="199"/>
                    <a:pt x="76" y="199"/>
                    <a:pt x="77" y="199"/>
                  </a:cubicBezTo>
                  <a:cubicBezTo>
                    <a:pt x="76" y="199"/>
                    <a:pt x="75" y="199"/>
                    <a:pt x="74" y="199"/>
                  </a:cubicBezTo>
                  <a:cubicBezTo>
                    <a:pt x="75" y="199"/>
                    <a:pt x="75" y="199"/>
                    <a:pt x="75" y="199"/>
                  </a:cubicBezTo>
                  <a:cubicBezTo>
                    <a:pt x="74" y="199"/>
                    <a:pt x="74" y="199"/>
                    <a:pt x="74" y="199"/>
                  </a:cubicBezTo>
                  <a:cubicBezTo>
                    <a:pt x="74" y="199"/>
                    <a:pt x="73" y="199"/>
                    <a:pt x="73" y="199"/>
                  </a:cubicBezTo>
                  <a:cubicBezTo>
                    <a:pt x="73" y="199"/>
                    <a:pt x="73" y="199"/>
                    <a:pt x="73" y="199"/>
                  </a:cubicBezTo>
                  <a:cubicBezTo>
                    <a:pt x="73" y="198"/>
                    <a:pt x="73" y="198"/>
                    <a:pt x="72" y="198"/>
                  </a:cubicBezTo>
                  <a:cubicBezTo>
                    <a:pt x="73" y="198"/>
                    <a:pt x="73" y="198"/>
                    <a:pt x="73" y="198"/>
                  </a:cubicBezTo>
                  <a:cubicBezTo>
                    <a:pt x="73" y="198"/>
                    <a:pt x="73" y="198"/>
                    <a:pt x="73" y="198"/>
                  </a:cubicBezTo>
                  <a:cubicBezTo>
                    <a:pt x="73" y="197"/>
                    <a:pt x="74" y="197"/>
                    <a:pt x="75" y="197"/>
                  </a:cubicBezTo>
                  <a:cubicBezTo>
                    <a:pt x="75" y="197"/>
                    <a:pt x="77" y="197"/>
                    <a:pt x="77" y="196"/>
                  </a:cubicBezTo>
                  <a:cubicBezTo>
                    <a:pt x="76" y="196"/>
                    <a:pt x="75" y="196"/>
                    <a:pt x="74" y="197"/>
                  </a:cubicBezTo>
                  <a:cubicBezTo>
                    <a:pt x="74" y="196"/>
                    <a:pt x="72" y="196"/>
                    <a:pt x="72" y="196"/>
                  </a:cubicBezTo>
                  <a:cubicBezTo>
                    <a:pt x="72" y="196"/>
                    <a:pt x="74" y="196"/>
                    <a:pt x="74" y="196"/>
                  </a:cubicBezTo>
                  <a:cubicBezTo>
                    <a:pt x="75" y="196"/>
                    <a:pt x="76" y="196"/>
                    <a:pt x="76" y="196"/>
                  </a:cubicBezTo>
                  <a:cubicBezTo>
                    <a:pt x="77" y="195"/>
                    <a:pt x="76" y="196"/>
                    <a:pt x="76" y="196"/>
                  </a:cubicBezTo>
                  <a:cubicBezTo>
                    <a:pt x="76" y="195"/>
                    <a:pt x="77" y="195"/>
                    <a:pt x="78" y="194"/>
                  </a:cubicBezTo>
                  <a:cubicBezTo>
                    <a:pt x="77" y="194"/>
                    <a:pt x="76" y="195"/>
                    <a:pt x="75" y="195"/>
                  </a:cubicBezTo>
                  <a:cubicBezTo>
                    <a:pt x="74" y="195"/>
                    <a:pt x="75" y="195"/>
                    <a:pt x="75" y="194"/>
                  </a:cubicBezTo>
                  <a:cubicBezTo>
                    <a:pt x="74" y="195"/>
                    <a:pt x="74" y="194"/>
                    <a:pt x="75" y="194"/>
                  </a:cubicBezTo>
                  <a:cubicBezTo>
                    <a:pt x="75" y="194"/>
                    <a:pt x="75" y="194"/>
                    <a:pt x="76" y="193"/>
                  </a:cubicBezTo>
                  <a:cubicBezTo>
                    <a:pt x="76" y="193"/>
                    <a:pt x="77" y="193"/>
                    <a:pt x="77" y="193"/>
                  </a:cubicBezTo>
                  <a:cubicBezTo>
                    <a:pt x="76" y="193"/>
                    <a:pt x="76" y="193"/>
                    <a:pt x="75" y="193"/>
                  </a:cubicBezTo>
                  <a:cubicBezTo>
                    <a:pt x="75" y="193"/>
                    <a:pt x="75" y="194"/>
                    <a:pt x="75" y="194"/>
                  </a:cubicBezTo>
                  <a:cubicBezTo>
                    <a:pt x="75" y="194"/>
                    <a:pt x="74" y="194"/>
                    <a:pt x="74" y="194"/>
                  </a:cubicBezTo>
                  <a:cubicBezTo>
                    <a:pt x="74" y="194"/>
                    <a:pt x="74" y="194"/>
                    <a:pt x="74" y="195"/>
                  </a:cubicBezTo>
                  <a:cubicBezTo>
                    <a:pt x="74" y="195"/>
                    <a:pt x="73" y="195"/>
                    <a:pt x="72" y="195"/>
                  </a:cubicBezTo>
                  <a:cubicBezTo>
                    <a:pt x="72" y="195"/>
                    <a:pt x="74" y="194"/>
                    <a:pt x="74" y="194"/>
                  </a:cubicBezTo>
                  <a:cubicBezTo>
                    <a:pt x="73" y="194"/>
                    <a:pt x="73" y="194"/>
                    <a:pt x="72" y="194"/>
                  </a:cubicBezTo>
                  <a:cubicBezTo>
                    <a:pt x="72" y="194"/>
                    <a:pt x="72" y="194"/>
                    <a:pt x="72" y="194"/>
                  </a:cubicBezTo>
                  <a:cubicBezTo>
                    <a:pt x="72" y="194"/>
                    <a:pt x="72" y="194"/>
                    <a:pt x="72" y="194"/>
                  </a:cubicBezTo>
                  <a:cubicBezTo>
                    <a:pt x="72" y="194"/>
                    <a:pt x="72" y="194"/>
                    <a:pt x="72" y="193"/>
                  </a:cubicBezTo>
                  <a:cubicBezTo>
                    <a:pt x="72" y="194"/>
                    <a:pt x="72" y="194"/>
                    <a:pt x="71" y="194"/>
                  </a:cubicBezTo>
                  <a:cubicBezTo>
                    <a:pt x="71" y="193"/>
                    <a:pt x="73" y="194"/>
                    <a:pt x="73" y="193"/>
                  </a:cubicBezTo>
                  <a:cubicBezTo>
                    <a:pt x="73" y="193"/>
                    <a:pt x="73" y="193"/>
                    <a:pt x="73" y="193"/>
                  </a:cubicBezTo>
                  <a:cubicBezTo>
                    <a:pt x="73" y="192"/>
                    <a:pt x="74" y="193"/>
                    <a:pt x="74" y="192"/>
                  </a:cubicBezTo>
                  <a:cubicBezTo>
                    <a:pt x="74" y="193"/>
                    <a:pt x="73" y="192"/>
                    <a:pt x="73" y="192"/>
                  </a:cubicBezTo>
                  <a:cubicBezTo>
                    <a:pt x="73" y="192"/>
                    <a:pt x="73" y="192"/>
                    <a:pt x="72" y="192"/>
                  </a:cubicBezTo>
                  <a:cubicBezTo>
                    <a:pt x="72" y="192"/>
                    <a:pt x="72" y="192"/>
                    <a:pt x="72" y="192"/>
                  </a:cubicBezTo>
                  <a:cubicBezTo>
                    <a:pt x="72" y="192"/>
                    <a:pt x="72" y="192"/>
                    <a:pt x="72" y="192"/>
                  </a:cubicBezTo>
                  <a:cubicBezTo>
                    <a:pt x="72" y="192"/>
                    <a:pt x="71" y="192"/>
                    <a:pt x="70" y="192"/>
                  </a:cubicBezTo>
                  <a:cubicBezTo>
                    <a:pt x="70" y="192"/>
                    <a:pt x="70" y="192"/>
                    <a:pt x="70" y="192"/>
                  </a:cubicBezTo>
                  <a:cubicBezTo>
                    <a:pt x="70" y="192"/>
                    <a:pt x="69" y="193"/>
                    <a:pt x="69" y="193"/>
                  </a:cubicBezTo>
                  <a:cubicBezTo>
                    <a:pt x="69" y="192"/>
                    <a:pt x="69" y="192"/>
                    <a:pt x="70" y="192"/>
                  </a:cubicBezTo>
                  <a:cubicBezTo>
                    <a:pt x="69" y="192"/>
                    <a:pt x="69" y="192"/>
                    <a:pt x="69" y="192"/>
                  </a:cubicBezTo>
                  <a:cubicBezTo>
                    <a:pt x="70" y="192"/>
                    <a:pt x="71" y="192"/>
                    <a:pt x="72" y="191"/>
                  </a:cubicBezTo>
                  <a:cubicBezTo>
                    <a:pt x="73" y="191"/>
                    <a:pt x="75" y="191"/>
                    <a:pt x="76" y="191"/>
                  </a:cubicBezTo>
                  <a:cubicBezTo>
                    <a:pt x="75" y="191"/>
                    <a:pt x="74" y="191"/>
                    <a:pt x="74" y="191"/>
                  </a:cubicBezTo>
                  <a:cubicBezTo>
                    <a:pt x="74" y="191"/>
                    <a:pt x="75" y="191"/>
                    <a:pt x="75" y="191"/>
                  </a:cubicBezTo>
                  <a:cubicBezTo>
                    <a:pt x="76" y="190"/>
                    <a:pt x="74" y="190"/>
                    <a:pt x="74" y="190"/>
                  </a:cubicBezTo>
                  <a:cubicBezTo>
                    <a:pt x="73" y="191"/>
                    <a:pt x="71" y="191"/>
                    <a:pt x="69" y="192"/>
                  </a:cubicBezTo>
                  <a:cubicBezTo>
                    <a:pt x="70" y="191"/>
                    <a:pt x="68" y="191"/>
                    <a:pt x="69" y="191"/>
                  </a:cubicBezTo>
                  <a:cubicBezTo>
                    <a:pt x="69" y="191"/>
                    <a:pt x="68" y="191"/>
                    <a:pt x="68" y="191"/>
                  </a:cubicBezTo>
                  <a:cubicBezTo>
                    <a:pt x="68" y="190"/>
                    <a:pt x="69" y="190"/>
                    <a:pt x="70" y="190"/>
                  </a:cubicBezTo>
                  <a:cubicBezTo>
                    <a:pt x="71" y="190"/>
                    <a:pt x="72" y="190"/>
                    <a:pt x="73" y="190"/>
                  </a:cubicBezTo>
                  <a:cubicBezTo>
                    <a:pt x="72" y="189"/>
                    <a:pt x="71" y="190"/>
                    <a:pt x="70" y="190"/>
                  </a:cubicBezTo>
                  <a:cubicBezTo>
                    <a:pt x="70" y="190"/>
                    <a:pt x="71" y="190"/>
                    <a:pt x="71" y="190"/>
                  </a:cubicBezTo>
                  <a:cubicBezTo>
                    <a:pt x="70" y="190"/>
                    <a:pt x="70" y="190"/>
                    <a:pt x="70" y="190"/>
                  </a:cubicBezTo>
                  <a:cubicBezTo>
                    <a:pt x="70" y="189"/>
                    <a:pt x="70" y="189"/>
                    <a:pt x="70" y="189"/>
                  </a:cubicBezTo>
                  <a:cubicBezTo>
                    <a:pt x="71" y="189"/>
                    <a:pt x="71" y="189"/>
                    <a:pt x="71" y="189"/>
                  </a:cubicBezTo>
                  <a:cubicBezTo>
                    <a:pt x="72" y="189"/>
                    <a:pt x="71" y="189"/>
                    <a:pt x="72" y="188"/>
                  </a:cubicBezTo>
                  <a:cubicBezTo>
                    <a:pt x="71" y="188"/>
                    <a:pt x="71" y="189"/>
                    <a:pt x="71" y="189"/>
                  </a:cubicBezTo>
                  <a:cubicBezTo>
                    <a:pt x="70" y="189"/>
                    <a:pt x="70" y="189"/>
                    <a:pt x="69" y="189"/>
                  </a:cubicBezTo>
                  <a:cubicBezTo>
                    <a:pt x="70" y="189"/>
                    <a:pt x="70" y="189"/>
                    <a:pt x="70" y="188"/>
                  </a:cubicBezTo>
                  <a:cubicBezTo>
                    <a:pt x="70" y="188"/>
                    <a:pt x="71" y="188"/>
                    <a:pt x="71" y="188"/>
                  </a:cubicBezTo>
                  <a:cubicBezTo>
                    <a:pt x="72" y="187"/>
                    <a:pt x="72" y="187"/>
                    <a:pt x="72" y="187"/>
                  </a:cubicBezTo>
                  <a:cubicBezTo>
                    <a:pt x="72" y="187"/>
                    <a:pt x="74" y="187"/>
                    <a:pt x="74" y="186"/>
                  </a:cubicBezTo>
                  <a:cubicBezTo>
                    <a:pt x="73" y="186"/>
                    <a:pt x="72" y="186"/>
                    <a:pt x="72" y="187"/>
                  </a:cubicBezTo>
                  <a:cubicBezTo>
                    <a:pt x="71" y="187"/>
                    <a:pt x="70" y="187"/>
                    <a:pt x="70" y="188"/>
                  </a:cubicBezTo>
                  <a:cubicBezTo>
                    <a:pt x="69" y="188"/>
                    <a:pt x="69" y="190"/>
                    <a:pt x="68" y="189"/>
                  </a:cubicBezTo>
                  <a:cubicBezTo>
                    <a:pt x="68" y="188"/>
                    <a:pt x="70" y="187"/>
                    <a:pt x="70" y="187"/>
                  </a:cubicBezTo>
                  <a:cubicBezTo>
                    <a:pt x="69" y="187"/>
                    <a:pt x="69" y="188"/>
                    <a:pt x="68" y="188"/>
                  </a:cubicBezTo>
                  <a:cubicBezTo>
                    <a:pt x="67" y="188"/>
                    <a:pt x="69" y="187"/>
                    <a:pt x="69" y="187"/>
                  </a:cubicBezTo>
                  <a:cubicBezTo>
                    <a:pt x="69" y="187"/>
                    <a:pt x="69" y="187"/>
                    <a:pt x="68" y="187"/>
                  </a:cubicBezTo>
                  <a:cubicBezTo>
                    <a:pt x="69" y="186"/>
                    <a:pt x="70" y="187"/>
                    <a:pt x="71" y="186"/>
                  </a:cubicBezTo>
                  <a:cubicBezTo>
                    <a:pt x="72" y="186"/>
                    <a:pt x="72" y="186"/>
                    <a:pt x="72" y="186"/>
                  </a:cubicBezTo>
                  <a:cubicBezTo>
                    <a:pt x="73" y="186"/>
                    <a:pt x="73" y="186"/>
                    <a:pt x="73" y="185"/>
                  </a:cubicBezTo>
                  <a:cubicBezTo>
                    <a:pt x="73" y="185"/>
                    <a:pt x="73" y="185"/>
                    <a:pt x="72" y="185"/>
                  </a:cubicBezTo>
                  <a:cubicBezTo>
                    <a:pt x="72" y="185"/>
                    <a:pt x="72" y="185"/>
                    <a:pt x="73" y="185"/>
                  </a:cubicBezTo>
                  <a:cubicBezTo>
                    <a:pt x="72" y="185"/>
                    <a:pt x="71" y="185"/>
                    <a:pt x="71" y="185"/>
                  </a:cubicBezTo>
                  <a:cubicBezTo>
                    <a:pt x="71" y="185"/>
                    <a:pt x="72" y="184"/>
                    <a:pt x="73" y="184"/>
                  </a:cubicBezTo>
                  <a:cubicBezTo>
                    <a:pt x="71" y="184"/>
                    <a:pt x="71" y="186"/>
                    <a:pt x="71" y="186"/>
                  </a:cubicBezTo>
                  <a:cubicBezTo>
                    <a:pt x="70" y="186"/>
                    <a:pt x="69" y="186"/>
                    <a:pt x="69" y="186"/>
                  </a:cubicBezTo>
                  <a:cubicBezTo>
                    <a:pt x="69" y="186"/>
                    <a:pt x="69" y="186"/>
                    <a:pt x="69" y="186"/>
                  </a:cubicBezTo>
                  <a:cubicBezTo>
                    <a:pt x="69" y="186"/>
                    <a:pt x="69" y="186"/>
                    <a:pt x="69" y="186"/>
                  </a:cubicBezTo>
                  <a:cubicBezTo>
                    <a:pt x="68" y="186"/>
                    <a:pt x="68" y="186"/>
                    <a:pt x="67" y="186"/>
                  </a:cubicBezTo>
                  <a:cubicBezTo>
                    <a:pt x="66" y="186"/>
                    <a:pt x="68" y="186"/>
                    <a:pt x="68" y="186"/>
                  </a:cubicBezTo>
                  <a:cubicBezTo>
                    <a:pt x="68" y="186"/>
                    <a:pt x="67" y="186"/>
                    <a:pt x="67" y="186"/>
                  </a:cubicBezTo>
                  <a:cubicBezTo>
                    <a:pt x="68" y="186"/>
                    <a:pt x="68" y="186"/>
                    <a:pt x="69" y="185"/>
                  </a:cubicBezTo>
                  <a:cubicBezTo>
                    <a:pt x="68" y="185"/>
                    <a:pt x="67" y="186"/>
                    <a:pt x="67" y="185"/>
                  </a:cubicBezTo>
                  <a:cubicBezTo>
                    <a:pt x="67" y="185"/>
                    <a:pt x="69" y="185"/>
                    <a:pt x="70" y="185"/>
                  </a:cubicBezTo>
                  <a:cubicBezTo>
                    <a:pt x="69" y="185"/>
                    <a:pt x="69" y="185"/>
                    <a:pt x="69" y="185"/>
                  </a:cubicBezTo>
                  <a:cubicBezTo>
                    <a:pt x="69" y="185"/>
                    <a:pt x="71" y="184"/>
                    <a:pt x="70" y="185"/>
                  </a:cubicBezTo>
                  <a:cubicBezTo>
                    <a:pt x="70" y="184"/>
                    <a:pt x="70" y="184"/>
                    <a:pt x="70" y="184"/>
                  </a:cubicBezTo>
                  <a:cubicBezTo>
                    <a:pt x="70" y="184"/>
                    <a:pt x="69" y="184"/>
                    <a:pt x="69" y="185"/>
                  </a:cubicBezTo>
                  <a:cubicBezTo>
                    <a:pt x="69" y="185"/>
                    <a:pt x="68" y="185"/>
                    <a:pt x="67" y="185"/>
                  </a:cubicBezTo>
                  <a:cubicBezTo>
                    <a:pt x="68" y="185"/>
                    <a:pt x="68" y="184"/>
                    <a:pt x="69" y="184"/>
                  </a:cubicBezTo>
                  <a:cubicBezTo>
                    <a:pt x="70" y="184"/>
                    <a:pt x="71" y="184"/>
                    <a:pt x="71" y="184"/>
                  </a:cubicBezTo>
                  <a:cubicBezTo>
                    <a:pt x="70" y="184"/>
                    <a:pt x="69" y="184"/>
                    <a:pt x="69" y="184"/>
                  </a:cubicBezTo>
                  <a:cubicBezTo>
                    <a:pt x="69" y="184"/>
                    <a:pt x="69" y="183"/>
                    <a:pt x="69" y="183"/>
                  </a:cubicBezTo>
                  <a:cubicBezTo>
                    <a:pt x="69" y="183"/>
                    <a:pt x="68" y="184"/>
                    <a:pt x="68" y="184"/>
                  </a:cubicBezTo>
                  <a:cubicBezTo>
                    <a:pt x="67" y="184"/>
                    <a:pt x="66" y="184"/>
                    <a:pt x="66" y="184"/>
                  </a:cubicBezTo>
                  <a:cubicBezTo>
                    <a:pt x="66" y="184"/>
                    <a:pt x="67" y="184"/>
                    <a:pt x="67" y="183"/>
                  </a:cubicBezTo>
                  <a:cubicBezTo>
                    <a:pt x="67" y="184"/>
                    <a:pt x="66" y="183"/>
                    <a:pt x="66" y="183"/>
                  </a:cubicBezTo>
                  <a:cubicBezTo>
                    <a:pt x="66" y="183"/>
                    <a:pt x="66" y="183"/>
                    <a:pt x="66" y="183"/>
                  </a:cubicBezTo>
                  <a:cubicBezTo>
                    <a:pt x="65" y="183"/>
                    <a:pt x="66" y="183"/>
                    <a:pt x="65" y="183"/>
                  </a:cubicBezTo>
                  <a:cubicBezTo>
                    <a:pt x="65" y="182"/>
                    <a:pt x="64" y="182"/>
                    <a:pt x="64" y="181"/>
                  </a:cubicBezTo>
                  <a:cubicBezTo>
                    <a:pt x="65" y="181"/>
                    <a:pt x="65" y="180"/>
                    <a:pt x="66" y="179"/>
                  </a:cubicBezTo>
                  <a:cubicBezTo>
                    <a:pt x="67" y="179"/>
                    <a:pt x="69" y="178"/>
                    <a:pt x="69" y="177"/>
                  </a:cubicBezTo>
                  <a:cubicBezTo>
                    <a:pt x="69" y="178"/>
                    <a:pt x="67" y="179"/>
                    <a:pt x="67" y="178"/>
                  </a:cubicBezTo>
                  <a:cubicBezTo>
                    <a:pt x="66" y="179"/>
                    <a:pt x="66" y="179"/>
                    <a:pt x="65" y="179"/>
                  </a:cubicBezTo>
                  <a:cubicBezTo>
                    <a:pt x="65" y="178"/>
                    <a:pt x="67" y="177"/>
                    <a:pt x="68" y="177"/>
                  </a:cubicBezTo>
                  <a:cubicBezTo>
                    <a:pt x="69" y="177"/>
                    <a:pt x="71" y="177"/>
                    <a:pt x="71" y="176"/>
                  </a:cubicBezTo>
                  <a:cubicBezTo>
                    <a:pt x="70" y="176"/>
                    <a:pt x="69" y="176"/>
                    <a:pt x="68" y="177"/>
                  </a:cubicBezTo>
                  <a:cubicBezTo>
                    <a:pt x="67" y="177"/>
                    <a:pt x="66" y="178"/>
                    <a:pt x="65" y="178"/>
                  </a:cubicBezTo>
                  <a:cubicBezTo>
                    <a:pt x="65" y="178"/>
                    <a:pt x="65" y="178"/>
                    <a:pt x="65" y="178"/>
                  </a:cubicBezTo>
                  <a:cubicBezTo>
                    <a:pt x="65" y="178"/>
                    <a:pt x="66" y="177"/>
                    <a:pt x="66" y="177"/>
                  </a:cubicBezTo>
                  <a:cubicBezTo>
                    <a:pt x="66" y="177"/>
                    <a:pt x="67" y="177"/>
                    <a:pt x="67" y="176"/>
                  </a:cubicBezTo>
                  <a:cubicBezTo>
                    <a:pt x="67" y="176"/>
                    <a:pt x="68" y="176"/>
                    <a:pt x="67" y="176"/>
                  </a:cubicBezTo>
                  <a:cubicBezTo>
                    <a:pt x="67" y="176"/>
                    <a:pt x="67" y="176"/>
                    <a:pt x="67" y="176"/>
                  </a:cubicBezTo>
                  <a:cubicBezTo>
                    <a:pt x="66" y="177"/>
                    <a:pt x="65" y="177"/>
                    <a:pt x="64" y="177"/>
                  </a:cubicBezTo>
                  <a:cubicBezTo>
                    <a:pt x="64" y="176"/>
                    <a:pt x="65" y="176"/>
                    <a:pt x="65" y="176"/>
                  </a:cubicBezTo>
                  <a:cubicBezTo>
                    <a:pt x="64" y="176"/>
                    <a:pt x="64" y="176"/>
                    <a:pt x="65" y="175"/>
                  </a:cubicBezTo>
                  <a:cubicBezTo>
                    <a:pt x="65" y="175"/>
                    <a:pt x="66" y="175"/>
                    <a:pt x="66" y="175"/>
                  </a:cubicBezTo>
                  <a:cubicBezTo>
                    <a:pt x="66" y="174"/>
                    <a:pt x="69" y="174"/>
                    <a:pt x="69" y="174"/>
                  </a:cubicBezTo>
                  <a:cubicBezTo>
                    <a:pt x="69" y="174"/>
                    <a:pt x="68" y="174"/>
                    <a:pt x="67" y="174"/>
                  </a:cubicBezTo>
                  <a:cubicBezTo>
                    <a:pt x="67" y="174"/>
                    <a:pt x="66" y="175"/>
                    <a:pt x="66" y="174"/>
                  </a:cubicBezTo>
                  <a:cubicBezTo>
                    <a:pt x="65" y="174"/>
                    <a:pt x="63" y="175"/>
                    <a:pt x="63" y="175"/>
                  </a:cubicBezTo>
                  <a:cubicBezTo>
                    <a:pt x="62" y="175"/>
                    <a:pt x="64" y="174"/>
                    <a:pt x="64" y="174"/>
                  </a:cubicBezTo>
                  <a:cubicBezTo>
                    <a:pt x="63" y="174"/>
                    <a:pt x="63" y="175"/>
                    <a:pt x="62" y="175"/>
                  </a:cubicBezTo>
                  <a:cubicBezTo>
                    <a:pt x="61" y="175"/>
                    <a:pt x="62" y="174"/>
                    <a:pt x="63" y="174"/>
                  </a:cubicBezTo>
                  <a:cubicBezTo>
                    <a:pt x="62" y="174"/>
                    <a:pt x="62" y="174"/>
                    <a:pt x="62" y="174"/>
                  </a:cubicBezTo>
                  <a:cubicBezTo>
                    <a:pt x="62" y="174"/>
                    <a:pt x="62" y="174"/>
                    <a:pt x="62" y="173"/>
                  </a:cubicBezTo>
                  <a:cubicBezTo>
                    <a:pt x="62" y="174"/>
                    <a:pt x="62" y="173"/>
                    <a:pt x="62" y="173"/>
                  </a:cubicBezTo>
                  <a:cubicBezTo>
                    <a:pt x="63" y="173"/>
                    <a:pt x="63" y="173"/>
                    <a:pt x="64" y="173"/>
                  </a:cubicBezTo>
                  <a:cubicBezTo>
                    <a:pt x="65" y="173"/>
                    <a:pt x="65" y="173"/>
                    <a:pt x="66" y="173"/>
                  </a:cubicBezTo>
                  <a:cubicBezTo>
                    <a:pt x="67" y="173"/>
                    <a:pt x="67" y="172"/>
                    <a:pt x="68" y="172"/>
                  </a:cubicBezTo>
                  <a:cubicBezTo>
                    <a:pt x="67" y="172"/>
                    <a:pt x="66" y="173"/>
                    <a:pt x="65" y="172"/>
                  </a:cubicBezTo>
                  <a:cubicBezTo>
                    <a:pt x="64" y="172"/>
                    <a:pt x="63" y="173"/>
                    <a:pt x="63" y="173"/>
                  </a:cubicBezTo>
                  <a:cubicBezTo>
                    <a:pt x="62" y="173"/>
                    <a:pt x="63" y="172"/>
                    <a:pt x="63" y="172"/>
                  </a:cubicBezTo>
                  <a:cubicBezTo>
                    <a:pt x="63" y="172"/>
                    <a:pt x="62" y="173"/>
                    <a:pt x="62" y="173"/>
                  </a:cubicBezTo>
                  <a:cubicBezTo>
                    <a:pt x="62" y="172"/>
                    <a:pt x="62" y="172"/>
                    <a:pt x="62" y="172"/>
                  </a:cubicBezTo>
                  <a:cubicBezTo>
                    <a:pt x="62" y="172"/>
                    <a:pt x="62" y="172"/>
                    <a:pt x="62" y="172"/>
                  </a:cubicBezTo>
                  <a:cubicBezTo>
                    <a:pt x="62" y="172"/>
                    <a:pt x="63" y="171"/>
                    <a:pt x="64" y="171"/>
                  </a:cubicBezTo>
                  <a:cubicBezTo>
                    <a:pt x="64" y="171"/>
                    <a:pt x="65" y="171"/>
                    <a:pt x="66" y="171"/>
                  </a:cubicBezTo>
                  <a:cubicBezTo>
                    <a:pt x="65" y="171"/>
                    <a:pt x="64" y="171"/>
                    <a:pt x="64" y="171"/>
                  </a:cubicBezTo>
                  <a:cubicBezTo>
                    <a:pt x="63" y="171"/>
                    <a:pt x="62" y="171"/>
                    <a:pt x="63" y="170"/>
                  </a:cubicBezTo>
                  <a:cubicBezTo>
                    <a:pt x="64" y="170"/>
                    <a:pt x="64" y="170"/>
                    <a:pt x="65" y="170"/>
                  </a:cubicBezTo>
                  <a:cubicBezTo>
                    <a:pt x="65" y="170"/>
                    <a:pt x="68" y="170"/>
                    <a:pt x="67" y="170"/>
                  </a:cubicBezTo>
                  <a:cubicBezTo>
                    <a:pt x="69" y="170"/>
                    <a:pt x="66" y="170"/>
                    <a:pt x="66" y="170"/>
                  </a:cubicBezTo>
                  <a:cubicBezTo>
                    <a:pt x="65" y="170"/>
                    <a:pt x="63" y="170"/>
                    <a:pt x="63" y="170"/>
                  </a:cubicBezTo>
                  <a:cubicBezTo>
                    <a:pt x="63" y="171"/>
                    <a:pt x="63" y="171"/>
                    <a:pt x="63" y="171"/>
                  </a:cubicBezTo>
                  <a:cubicBezTo>
                    <a:pt x="62" y="171"/>
                    <a:pt x="62" y="171"/>
                    <a:pt x="61" y="171"/>
                  </a:cubicBezTo>
                  <a:cubicBezTo>
                    <a:pt x="61" y="171"/>
                    <a:pt x="60" y="171"/>
                    <a:pt x="61" y="171"/>
                  </a:cubicBezTo>
                  <a:cubicBezTo>
                    <a:pt x="61" y="171"/>
                    <a:pt x="61" y="171"/>
                    <a:pt x="62" y="170"/>
                  </a:cubicBezTo>
                  <a:cubicBezTo>
                    <a:pt x="61" y="170"/>
                    <a:pt x="60" y="170"/>
                    <a:pt x="61" y="170"/>
                  </a:cubicBezTo>
                  <a:cubicBezTo>
                    <a:pt x="61" y="169"/>
                    <a:pt x="62" y="169"/>
                    <a:pt x="62" y="169"/>
                  </a:cubicBezTo>
                  <a:cubicBezTo>
                    <a:pt x="61" y="169"/>
                    <a:pt x="61" y="169"/>
                    <a:pt x="60" y="169"/>
                  </a:cubicBezTo>
                  <a:cubicBezTo>
                    <a:pt x="61" y="168"/>
                    <a:pt x="62" y="169"/>
                    <a:pt x="63" y="169"/>
                  </a:cubicBezTo>
                  <a:cubicBezTo>
                    <a:pt x="63" y="169"/>
                    <a:pt x="64" y="168"/>
                    <a:pt x="64" y="168"/>
                  </a:cubicBezTo>
                  <a:cubicBezTo>
                    <a:pt x="65" y="168"/>
                    <a:pt x="65" y="168"/>
                    <a:pt x="66" y="167"/>
                  </a:cubicBezTo>
                  <a:cubicBezTo>
                    <a:pt x="65" y="167"/>
                    <a:pt x="64" y="168"/>
                    <a:pt x="62" y="168"/>
                  </a:cubicBezTo>
                  <a:cubicBezTo>
                    <a:pt x="62" y="168"/>
                    <a:pt x="61" y="168"/>
                    <a:pt x="62" y="168"/>
                  </a:cubicBezTo>
                  <a:cubicBezTo>
                    <a:pt x="62" y="168"/>
                    <a:pt x="63" y="168"/>
                    <a:pt x="62" y="167"/>
                  </a:cubicBezTo>
                  <a:cubicBezTo>
                    <a:pt x="63" y="167"/>
                    <a:pt x="63" y="167"/>
                    <a:pt x="63" y="167"/>
                  </a:cubicBezTo>
                  <a:cubicBezTo>
                    <a:pt x="63" y="166"/>
                    <a:pt x="62" y="167"/>
                    <a:pt x="61" y="166"/>
                  </a:cubicBezTo>
                  <a:cubicBezTo>
                    <a:pt x="62" y="166"/>
                    <a:pt x="62" y="166"/>
                    <a:pt x="63" y="166"/>
                  </a:cubicBezTo>
                  <a:cubicBezTo>
                    <a:pt x="63" y="166"/>
                    <a:pt x="63" y="167"/>
                    <a:pt x="64" y="166"/>
                  </a:cubicBezTo>
                  <a:cubicBezTo>
                    <a:pt x="64" y="166"/>
                    <a:pt x="63" y="166"/>
                    <a:pt x="63" y="166"/>
                  </a:cubicBezTo>
                  <a:cubicBezTo>
                    <a:pt x="64" y="166"/>
                    <a:pt x="65" y="166"/>
                    <a:pt x="67" y="166"/>
                  </a:cubicBezTo>
                  <a:cubicBezTo>
                    <a:pt x="67" y="166"/>
                    <a:pt x="68" y="165"/>
                    <a:pt x="69" y="165"/>
                  </a:cubicBezTo>
                  <a:cubicBezTo>
                    <a:pt x="70" y="165"/>
                    <a:pt x="70" y="165"/>
                    <a:pt x="71" y="165"/>
                  </a:cubicBezTo>
                  <a:cubicBezTo>
                    <a:pt x="71" y="165"/>
                    <a:pt x="71" y="165"/>
                    <a:pt x="72" y="165"/>
                  </a:cubicBezTo>
                  <a:cubicBezTo>
                    <a:pt x="72" y="165"/>
                    <a:pt x="73" y="164"/>
                    <a:pt x="73" y="165"/>
                  </a:cubicBezTo>
                  <a:cubicBezTo>
                    <a:pt x="73" y="165"/>
                    <a:pt x="73" y="165"/>
                    <a:pt x="73" y="165"/>
                  </a:cubicBezTo>
                  <a:cubicBezTo>
                    <a:pt x="73" y="165"/>
                    <a:pt x="74" y="164"/>
                    <a:pt x="73" y="164"/>
                  </a:cubicBezTo>
                  <a:cubicBezTo>
                    <a:pt x="72" y="164"/>
                    <a:pt x="71" y="165"/>
                    <a:pt x="70" y="165"/>
                  </a:cubicBezTo>
                  <a:cubicBezTo>
                    <a:pt x="71" y="164"/>
                    <a:pt x="72" y="164"/>
                    <a:pt x="72" y="163"/>
                  </a:cubicBezTo>
                  <a:cubicBezTo>
                    <a:pt x="72" y="163"/>
                    <a:pt x="71" y="164"/>
                    <a:pt x="71" y="164"/>
                  </a:cubicBezTo>
                  <a:cubicBezTo>
                    <a:pt x="70" y="164"/>
                    <a:pt x="69" y="165"/>
                    <a:pt x="68" y="165"/>
                  </a:cubicBezTo>
                  <a:cubicBezTo>
                    <a:pt x="66" y="165"/>
                    <a:pt x="65" y="165"/>
                    <a:pt x="64" y="166"/>
                  </a:cubicBezTo>
                  <a:cubicBezTo>
                    <a:pt x="63" y="166"/>
                    <a:pt x="62" y="166"/>
                    <a:pt x="62" y="165"/>
                  </a:cubicBezTo>
                  <a:cubicBezTo>
                    <a:pt x="62" y="165"/>
                    <a:pt x="63" y="165"/>
                    <a:pt x="63" y="165"/>
                  </a:cubicBezTo>
                  <a:cubicBezTo>
                    <a:pt x="63" y="165"/>
                    <a:pt x="64" y="165"/>
                    <a:pt x="64" y="165"/>
                  </a:cubicBezTo>
                  <a:cubicBezTo>
                    <a:pt x="64" y="165"/>
                    <a:pt x="63" y="165"/>
                    <a:pt x="63" y="165"/>
                  </a:cubicBezTo>
                  <a:cubicBezTo>
                    <a:pt x="63" y="165"/>
                    <a:pt x="63" y="165"/>
                    <a:pt x="62" y="165"/>
                  </a:cubicBezTo>
                  <a:cubicBezTo>
                    <a:pt x="62" y="165"/>
                    <a:pt x="61" y="165"/>
                    <a:pt x="62" y="165"/>
                  </a:cubicBezTo>
                  <a:cubicBezTo>
                    <a:pt x="61" y="165"/>
                    <a:pt x="61" y="165"/>
                    <a:pt x="61" y="165"/>
                  </a:cubicBezTo>
                  <a:cubicBezTo>
                    <a:pt x="61" y="164"/>
                    <a:pt x="62" y="164"/>
                    <a:pt x="63" y="164"/>
                  </a:cubicBezTo>
                  <a:cubicBezTo>
                    <a:pt x="63" y="164"/>
                    <a:pt x="63" y="164"/>
                    <a:pt x="63" y="164"/>
                  </a:cubicBezTo>
                  <a:cubicBezTo>
                    <a:pt x="64" y="164"/>
                    <a:pt x="64" y="165"/>
                    <a:pt x="64" y="165"/>
                  </a:cubicBezTo>
                  <a:cubicBezTo>
                    <a:pt x="65" y="165"/>
                    <a:pt x="66" y="164"/>
                    <a:pt x="66" y="164"/>
                  </a:cubicBezTo>
                  <a:cubicBezTo>
                    <a:pt x="67" y="164"/>
                    <a:pt x="67" y="164"/>
                    <a:pt x="67" y="164"/>
                  </a:cubicBezTo>
                  <a:cubicBezTo>
                    <a:pt x="67" y="164"/>
                    <a:pt x="68" y="164"/>
                    <a:pt x="68" y="164"/>
                  </a:cubicBezTo>
                  <a:cubicBezTo>
                    <a:pt x="68" y="164"/>
                    <a:pt x="67" y="164"/>
                    <a:pt x="67" y="164"/>
                  </a:cubicBezTo>
                  <a:cubicBezTo>
                    <a:pt x="68" y="164"/>
                    <a:pt x="68" y="163"/>
                    <a:pt x="69" y="162"/>
                  </a:cubicBezTo>
                  <a:cubicBezTo>
                    <a:pt x="69" y="162"/>
                    <a:pt x="69" y="162"/>
                    <a:pt x="69" y="162"/>
                  </a:cubicBezTo>
                  <a:cubicBezTo>
                    <a:pt x="70" y="163"/>
                    <a:pt x="71" y="163"/>
                    <a:pt x="71" y="163"/>
                  </a:cubicBezTo>
                  <a:cubicBezTo>
                    <a:pt x="71" y="163"/>
                    <a:pt x="70" y="163"/>
                    <a:pt x="70" y="162"/>
                  </a:cubicBezTo>
                  <a:cubicBezTo>
                    <a:pt x="71" y="163"/>
                    <a:pt x="74" y="163"/>
                    <a:pt x="74" y="162"/>
                  </a:cubicBezTo>
                  <a:cubicBezTo>
                    <a:pt x="74" y="162"/>
                    <a:pt x="73" y="162"/>
                    <a:pt x="73" y="162"/>
                  </a:cubicBezTo>
                  <a:cubicBezTo>
                    <a:pt x="72" y="163"/>
                    <a:pt x="71" y="162"/>
                    <a:pt x="71" y="162"/>
                  </a:cubicBezTo>
                  <a:cubicBezTo>
                    <a:pt x="71" y="162"/>
                    <a:pt x="72" y="162"/>
                    <a:pt x="72" y="161"/>
                  </a:cubicBezTo>
                  <a:cubicBezTo>
                    <a:pt x="72" y="161"/>
                    <a:pt x="71" y="162"/>
                    <a:pt x="71" y="161"/>
                  </a:cubicBezTo>
                  <a:cubicBezTo>
                    <a:pt x="71" y="161"/>
                    <a:pt x="71" y="161"/>
                    <a:pt x="71" y="161"/>
                  </a:cubicBezTo>
                  <a:cubicBezTo>
                    <a:pt x="71" y="161"/>
                    <a:pt x="71" y="161"/>
                    <a:pt x="70" y="161"/>
                  </a:cubicBezTo>
                  <a:cubicBezTo>
                    <a:pt x="70" y="161"/>
                    <a:pt x="70" y="161"/>
                    <a:pt x="69" y="161"/>
                  </a:cubicBezTo>
                  <a:cubicBezTo>
                    <a:pt x="70" y="160"/>
                    <a:pt x="71" y="160"/>
                    <a:pt x="72" y="160"/>
                  </a:cubicBezTo>
                  <a:cubicBezTo>
                    <a:pt x="72" y="160"/>
                    <a:pt x="73" y="160"/>
                    <a:pt x="73" y="160"/>
                  </a:cubicBezTo>
                  <a:cubicBezTo>
                    <a:pt x="73" y="160"/>
                    <a:pt x="72" y="160"/>
                    <a:pt x="72" y="160"/>
                  </a:cubicBezTo>
                  <a:cubicBezTo>
                    <a:pt x="72" y="160"/>
                    <a:pt x="73" y="160"/>
                    <a:pt x="74" y="160"/>
                  </a:cubicBezTo>
                  <a:cubicBezTo>
                    <a:pt x="75" y="160"/>
                    <a:pt x="74" y="162"/>
                    <a:pt x="75" y="162"/>
                  </a:cubicBezTo>
                  <a:cubicBezTo>
                    <a:pt x="76" y="162"/>
                    <a:pt x="76" y="163"/>
                    <a:pt x="77" y="163"/>
                  </a:cubicBezTo>
                  <a:cubicBezTo>
                    <a:pt x="79" y="164"/>
                    <a:pt x="77" y="163"/>
                    <a:pt x="78" y="162"/>
                  </a:cubicBezTo>
                  <a:cubicBezTo>
                    <a:pt x="77" y="162"/>
                    <a:pt x="75" y="162"/>
                    <a:pt x="75" y="161"/>
                  </a:cubicBezTo>
                  <a:cubicBezTo>
                    <a:pt x="75" y="160"/>
                    <a:pt x="76" y="160"/>
                    <a:pt x="77" y="160"/>
                  </a:cubicBezTo>
                  <a:cubicBezTo>
                    <a:pt x="76" y="160"/>
                    <a:pt x="76" y="160"/>
                    <a:pt x="75" y="160"/>
                  </a:cubicBezTo>
                  <a:cubicBezTo>
                    <a:pt x="75" y="159"/>
                    <a:pt x="77" y="158"/>
                    <a:pt x="77" y="158"/>
                  </a:cubicBezTo>
                  <a:cubicBezTo>
                    <a:pt x="76" y="158"/>
                    <a:pt x="75" y="159"/>
                    <a:pt x="74" y="159"/>
                  </a:cubicBezTo>
                  <a:cubicBezTo>
                    <a:pt x="73" y="159"/>
                    <a:pt x="73" y="159"/>
                    <a:pt x="73" y="159"/>
                  </a:cubicBezTo>
                  <a:cubicBezTo>
                    <a:pt x="73" y="158"/>
                    <a:pt x="72" y="157"/>
                    <a:pt x="73" y="157"/>
                  </a:cubicBezTo>
                  <a:cubicBezTo>
                    <a:pt x="72" y="157"/>
                    <a:pt x="73" y="156"/>
                    <a:pt x="72" y="156"/>
                  </a:cubicBezTo>
                  <a:cubicBezTo>
                    <a:pt x="72" y="155"/>
                    <a:pt x="73" y="155"/>
                    <a:pt x="74" y="155"/>
                  </a:cubicBezTo>
                  <a:cubicBezTo>
                    <a:pt x="73" y="155"/>
                    <a:pt x="73" y="156"/>
                    <a:pt x="72" y="155"/>
                  </a:cubicBezTo>
                  <a:cubicBezTo>
                    <a:pt x="72" y="155"/>
                    <a:pt x="72" y="155"/>
                    <a:pt x="72" y="155"/>
                  </a:cubicBezTo>
                  <a:cubicBezTo>
                    <a:pt x="72" y="155"/>
                    <a:pt x="72" y="156"/>
                    <a:pt x="72" y="156"/>
                  </a:cubicBezTo>
                  <a:cubicBezTo>
                    <a:pt x="72" y="156"/>
                    <a:pt x="72" y="156"/>
                    <a:pt x="71" y="156"/>
                  </a:cubicBezTo>
                  <a:cubicBezTo>
                    <a:pt x="72" y="156"/>
                    <a:pt x="71" y="157"/>
                    <a:pt x="71" y="157"/>
                  </a:cubicBezTo>
                  <a:cubicBezTo>
                    <a:pt x="72" y="157"/>
                    <a:pt x="72" y="157"/>
                    <a:pt x="73" y="157"/>
                  </a:cubicBezTo>
                  <a:cubicBezTo>
                    <a:pt x="72" y="157"/>
                    <a:pt x="72" y="158"/>
                    <a:pt x="72" y="158"/>
                  </a:cubicBezTo>
                  <a:cubicBezTo>
                    <a:pt x="73" y="158"/>
                    <a:pt x="72" y="158"/>
                    <a:pt x="72" y="159"/>
                  </a:cubicBezTo>
                  <a:cubicBezTo>
                    <a:pt x="72" y="159"/>
                    <a:pt x="72" y="159"/>
                    <a:pt x="72" y="159"/>
                  </a:cubicBezTo>
                  <a:cubicBezTo>
                    <a:pt x="72" y="159"/>
                    <a:pt x="71" y="159"/>
                    <a:pt x="71" y="159"/>
                  </a:cubicBezTo>
                  <a:cubicBezTo>
                    <a:pt x="71" y="159"/>
                    <a:pt x="70" y="160"/>
                    <a:pt x="70" y="160"/>
                  </a:cubicBezTo>
                  <a:cubicBezTo>
                    <a:pt x="70" y="160"/>
                    <a:pt x="68" y="160"/>
                    <a:pt x="69" y="160"/>
                  </a:cubicBezTo>
                  <a:cubicBezTo>
                    <a:pt x="69" y="160"/>
                    <a:pt x="67" y="161"/>
                    <a:pt x="67" y="160"/>
                  </a:cubicBezTo>
                  <a:cubicBezTo>
                    <a:pt x="68" y="160"/>
                    <a:pt x="69" y="159"/>
                    <a:pt x="69" y="159"/>
                  </a:cubicBezTo>
                  <a:cubicBezTo>
                    <a:pt x="68" y="158"/>
                    <a:pt x="65" y="163"/>
                    <a:pt x="63" y="163"/>
                  </a:cubicBezTo>
                  <a:cubicBezTo>
                    <a:pt x="62" y="163"/>
                    <a:pt x="62" y="164"/>
                    <a:pt x="62" y="164"/>
                  </a:cubicBezTo>
                  <a:cubicBezTo>
                    <a:pt x="61" y="164"/>
                    <a:pt x="61" y="164"/>
                    <a:pt x="60" y="165"/>
                  </a:cubicBezTo>
                  <a:cubicBezTo>
                    <a:pt x="59" y="165"/>
                    <a:pt x="59" y="164"/>
                    <a:pt x="60" y="164"/>
                  </a:cubicBezTo>
                  <a:cubicBezTo>
                    <a:pt x="60" y="164"/>
                    <a:pt x="60" y="164"/>
                    <a:pt x="60" y="163"/>
                  </a:cubicBezTo>
                  <a:cubicBezTo>
                    <a:pt x="60" y="163"/>
                    <a:pt x="60" y="163"/>
                    <a:pt x="60" y="163"/>
                  </a:cubicBezTo>
                  <a:cubicBezTo>
                    <a:pt x="60" y="163"/>
                    <a:pt x="60" y="163"/>
                    <a:pt x="60" y="163"/>
                  </a:cubicBezTo>
                  <a:cubicBezTo>
                    <a:pt x="60" y="162"/>
                    <a:pt x="60" y="162"/>
                    <a:pt x="61" y="162"/>
                  </a:cubicBezTo>
                  <a:cubicBezTo>
                    <a:pt x="60" y="162"/>
                    <a:pt x="60" y="161"/>
                    <a:pt x="60" y="161"/>
                  </a:cubicBezTo>
                  <a:cubicBezTo>
                    <a:pt x="61" y="161"/>
                    <a:pt x="61" y="161"/>
                    <a:pt x="61" y="160"/>
                  </a:cubicBezTo>
                  <a:cubicBezTo>
                    <a:pt x="60" y="160"/>
                    <a:pt x="61" y="159"/>
                    <a:pt x="62" y="159"/>
                  </a:cubicBezTo>
                  <a:cubicBezTo>
                    <a:pt x="62" y="159"/>
                    <a:pt x="63" y="159"/>
                    <a:pt x="63" y="159"/>
                  </a:cubicBezTo>
                  <a:cubicBezTo>
                    <a:pt x="64" y="158"/>
                    <a:pt x="66" y="158"/>
                    <a:pt x="67" y="158"/>
                  </a:cubicBezTo>
                  <a:cubicBezTo>
                    <a:pt x="67" y="157"/>
                    <a:pt x="69" y="157"/>
                    <a:pt x="69" y="157"/>
                  </a:cubicBezTo>
                  <a:cubicBezTo>
                    <a:pt x="68" y="157"/>
                    <a:pt x="68" y="157"/>
                    <a:pt x="67" y="157"/>
                  </a:cubicBezTo>
                  <a:cubicBezTo>
                    <a:pt x="68" y="157"/>
                    <a:pt x="67" y="157"/>
                    <a:pt x="67" y="157"/>
                  </a:cubicBezTo>
                  <a:cubicBezTo>
                    <a:pt x="66" y="158"/>
                    <a:pt x="66" y="158"/>
                    <a:pt x="65" y="158"/>
                  </a:cubicBezTo>
                  <a:cubicBezTo>
                    <a:pt x="65" y="157"/>
                    <a:pt x="66" y="157"/>
                    <a:pt x="66" y="157"/>
                  </a:cubicBezTo>
                  <a:cubicBezTo>
                    <a:pt x="65" y="157"/>
                    <a:pt x="65" y="157"/>
                    <a:pt x="65" y="157"/>
                  </a:cubicBezTo>
                  <a:cubicBezTo>
                    <a:pt x="64" y="158"/>
                    <a:pt x="65" y="158"/>
                    <a:pt x="64" y="158"/>
                  </a:cubicBezTo>
                  <a:cubicBezTo>
                    <a:pt x="64" y="158"/>
                    <a:pt x="63" y="158"/>
                    <a:pt x="63" y="158"/>
                  </a:cubicBezTo>
                  <a:cubicBezTo>
                    <a:pt x="63" y="159"/>
                    <a:pt x="62" y="159"/>
                    <a:pt x="62" y="159"/>
                  </a:cubicBezTo>
                  <a:cubicBezTo>
                    <a:pt x="62" y="158"/>
                    <a:pt x="64" y="158"/>
                    <a:pt x="62" y="158"/>
                  </a:cubicBezTo>
                  <a:cubicBezTo>
                    <a:pt x="62" y="158"/>
                    <a:pt x="61" y="159"/>
                    <a:pt x="61" y="159"/>
                  </a:cubicBezTo>
                  <a:cubicBezTo>
                    <a:pt x="61" y="159"/>
                    <a:pt x="61" y="158"/>
                    <a:pt x="61" y="158"/>
                  </a:cubicBezTo>
                  <a:cubicBezTo>
                    <a:pt x="61" y="158"/>
                    <a:pt x="63" y="157"/>
                    <a:pt x="63" y="157"/>
                  </a:cubicBezTo>
                  <a:cubicBezTo>
                    <a:pt x="63" y="157"/>
                    <a:pt x="63" y="157"/>
                    <a:pt x="62" y="157"/>
                  </a:cubicBezTo>
                  <a:cubicBezTo>
                    <a:pt x="63" y="157"/>
                    <a:pt x="62" y="157"/>
                    <a:pt x="62" y="157"/>
                  </a:cubicBezTo>
                  <a:cubicBezTo>
                    <a:pt x="62" y="156"/>
                    <a:pt x="62" y="156"/>
                    <a:pt x="62" y="156"/>
                  </a:cubicBezTo>
                  <a:cubicBezTo>
                    <a:pt x="61" y="156"/>
                    <a:pt x="63" y="156"/>
                    <a:pt x="63" y="156"/>
                  </a:cubicBezTo>
                  <a:cubicBezTo>
                    <a:pt x="62" y="156"/>
                    <a:pt x="63" y="155"/>
                    <a:pt x="63" y="155"/>
                  </a:cubicBezTo>
                  <a:cubicBezTo>
                    <a:pt x="64" y="155"/>
                    <a:pt x="64" y="154"/>
                    <a:pt x="65" y="154"/>
                  </a:cubicBezTo>
                  <a:cubicBezTo>
                    <a:pt x="64" y="154"/>
                    <a:pt x="63" y="155"/>
                    <a:pt x="62" y="155"/>
                  </a:cubicBezTo>
                  <a:cubicBezTo>
                    <a:pt x="62" y="155"/>
                    <a:pt x="63" y="155"/>
                    <a:pt x="63" y="154"/>
                  </a:cubicBezTo>
                  <a:cubicBezTo>
                    <a:pt x="63" y="154"/>
                    <a:pt x="63" y="154"/>
                    <a:pt x="63" y="154"/>
                  </a:cubicBezTo>
                  <a:cubicBezTo>
                    <a:pt x="63" y="154"/>
                    <a:pt x="63" y="154"/>
                    <a:pt x="62" y="154"/>
                  </a:cubicBezTo>
                  <a:cubicBezTo>
                    <a:pt x="62" y="154"/>
                    <a:pt x="62" y="154"/>
                    <a:pt x="62" y="154"/>
                  </a:cubicBezTo>
                  <a:cubicBezTo>
                    <a:pt x="62" y="154"/>
                    <a:pt x="61" y="155"/>
                    <a:pt x="60" y="155"/>
                  </a:cubicBezTo>
                  <a:cubicBezTo>
                    <a:pt x="60" y="155"/>
                    <a:pt x="61" y="154"/>
                    <a:pt x="61" y="154"/>
                  </a:cubicBezTo>
                  <a:cubicBezTo>
                    <a:pt x="61" y="154"/>
                    <a:pt x="60" y="154"/>
                    <a:pt x="61" y="154"/>
                  </a:cubicBezTo>
                  <a:cubicBezTo>
                    <a:pt x="61" y="153"/>
                    <a:pt x="62" y="153"/>
                    <a:pt x="62" y="153"/>
                  </a:cubicBezTo>
                  <a:cubicBezTo>
                    <a:pt x="64" y="152"/>
                    <a:pt x="66" y="152"/>
                    <a:pt x="68" y="151"/>
                  </a:cubicBezTo>
                  <a:cubicBezTo>
                    <a:pt x="68" y="151"/>
                    <a:pt x="67" y="151"/>
                    <a:pt x="67" y="151"/>
                  </a:cubicBezTo>
                  <a:cubicBezTo>
                    <a:pt x="68" y="150"/>
                    <a:pt x="70" y="150"/>
                    <a:pt x="72" y="150"/>
                  </a:cubicBezTo>
                  <a:cubicBezTo>
                    <a:pt x="73" y="149"/>
                    <a:pt x="74" y="149"/>
                    <a:pt x="75" y="150"/>
                  </a:cubicBezTo>
                  <a:cubicBezTo>
                    <a:pt x="75" y="150"/>
                    <a:pt x="75" y="150"/>
                    <a:pt x="76" y="150"/>
                  </a:cubicBezTo>
                  <a:cubicBezTo>
                    <a:pt x="76" y="150"/>
                    <a:pt x="77" y="150"/>
                    <a:pt x="77" y="150"/>
                  </a:cubicBezTo>
                  <a:cubicBezTo>
                    <a:pt x="77" y="150"/>
                    <a:pt x="76" y="150"/>
                    <a:pt x="76" y="150"/>
                  </a:cubicBezTo>
                  <a:cubicBezTo>
                    <a:pt x="75" y="150"/>
                    <a:pt x="76" y="150"/>
                    <a:pt x="76" y="150"/>
                  </a:cubicBezTo>
                  <a:cubicBezTo>
                    <a:pt x="76" y="149"/>
                    <a:pt x="75" y="150"/>
                    <a:pt x="75" y="149"/>
                  </a:cubicBezTo>
                  <a:cubicBezTo>
                    <a:pt x="74" y="149"/>
                    <a:pt x="73" y="149"/>
                    <a:pt x="73" y="149"/>
                  </a:cubicBezTo>
                  <a:cubicBezTo>
                    <a:pt x="71" y="149"/>
                    <a:pt x="69" y="150"/>
                    <a:pt x="68" y="150"/>
                  </a:cubicBezTo>
                  <a:cubicBezTo>
                    <a:pt x="67" y="150"/>
                    <a:pt x="67" y="150"/>
                    <a:pt x="67" y="151"/>
                  </a:cubicBezTo>
                  <a:cubicBezTo>
                    <a:pt x="67" y="151"/>
                    <a:pt x="66" y="152"/>
                    <a:pt x="66" y="152"/>
                  </a:cubicBezTo>
                  <a:cubicBezTo>
                    <a:pt x="65" y="152"/>
                    <a:pt x="64" y="152"/>
                    <a:pt x="63" y="152"/>
                  </a:cubicBezTo>
                  <a:cubicBezTo>
                    <a:pt x="63" y="153"/>
                    <a:pt x="63" y="153"/>
                    <a:pt x="63" y="153"/>
                  </a:cubicBezTo>
                  <a:cubicBezTo>
                    <a:pt x="62" y="153"/>
                    <a:pt x="62" y="153"/>
                    <a:pt x="61" y="153"/>
                  </a:cubicBezTo>
                  <a:cubicBezTo>
                    <a:pt x="61" y="152"/>
                    <a:pt x="62" y="152"/>
                    <a:pt x="62" y="152"/>
                  </a:cubicBezTo>
                  <a:cubicBezTo>
                    <a:pt x="62" y="152"/>
                    <a:pt x="61" y="153"/>
                    <a:pt x="61" y="152"/>
                  </a:cubicBezTo>
                  <a:cubicBezTo>
                    <a:pt x="61" y="152"/>
                    <a:pt x="61" y="152"/>
                    <a:pt x="62" y="151"/>
                  </a:cubicBezTo>
                  <a:cubicBezTo>
                    <a:pt x="62" y="151"/>
                    <a:pt x="63" y="151"/>
                    <a:pt x="63" y="150"/>
                  </a:cubicBezTo>
                  <a:cubicBezTo>
                    <a:pt x="62" y="151"/>
                    <a:pt x="61" y="152"/>
                    <a:pt x="60" y="152"/>
                  </a:cubicBezTo>
                  <a:cubicBezTo>
                    <a:pt x="60" y="152"/>
                    <a:pt x="60" y="151"/>
                    <a:pt x="60" y="151"/>
                  </a:cubicBezTo>
                  <a:cubicBezTo>
                    <a:pt x="61" y="151"/>
                    <a:pt x="61" y="151"/>
                    <a:pt x="61" y="151"/>
                  </a:cubicBezTo>
                  <a:cubicBezTo>
                    <a:pt x="61" y="151"/>
                    <a:pt x="61" y="151"/>
                    <a:pt x="60" y="151"/>
                  </a:cubicBezTo>
                  <a:cubicBezTo>
                    <a:pt x="61" y="151"/>
                    <a:pt x="62" y="151"/>
                    <a:pt x="62" y="150"/>
                  </a:cubicBezTo>
                  <a:cubicBezTo>
                    <a:pt x="62" y="150"/>
                    <a:pt x="61" y="151"/>
                    <a:pt x="61" y="151"/>
                  </a:cubicBezTo>
                  <a:cubicBezTo>
                    <a:pt x="61" y="150"/>
                    <a:pt x="61" y="150"/>
                    <a:pt x="62" y="150"/>
                  </a:cubicBezTo>
                  <a:cubicBezTo>
                    <a:pt x="62" y="150"/>
                    <a:pt x="62" y="149"/>
                    <a:pt x="62" y="149"/>
                  </a:cubicBezTo>
                  <a:cubicBezTo>
                    <a:pt x="61" y="149"/>
                    <a:pt x="61" y="151"/>
                    <a:pt x="60" y="150"/>
                  </a:cubicBezTo>
                  <a:cubicBezTo>
                    <a:pt x="60" y="150"/>
                    <a:pt x="59" y="150"/>
                    <a:pt x="59" y="150"/>
                  </a:cubicBezTo>
                  <a:cubicBezTo>
                    <a:pt x="58" y="151"/>
                    <a:pt x="58" y="150"/>
                    <a:pt x="58" y="150"/>
                  </a:cubicBezTo>
                  <a:cubicBezTo>
                    <a:pt x="58" y="150"/>
                    <a:pt x="60" y="150"/>
                    <a:pt x="61" y="149"/>
                  </a:cubicBezTo>
                  <a:cubicBezTo>
                    <a:pt x="60" y="149"/>
                    <a:pt x="59" y="150"/>
                    <a:pt x="58" y="150"/>
                  </a:cubicBezTo>
                  <a:cubicBezTo>
                    <a:pt x="58" y="150"/>
                    <a:pt x="59" y="149"/>
                    <a:pt x="59" y="149"/>
                  </a:cubicBezTo>
                  <a:cubicBezTo>
                    <a:pt x="60" y="148"/>
                    <a:pt x="61" y="149"/>
                    <a:pt x="61" y="148"/>
                  </a:cubicBezTo>
                  <a:cubicBezTo>
                    <a:pt x="62" y="148"/>
                    <a:pt x="62" y="148"/>
                    <a:pt x="62" y="148"/>
                  </a:cubicBezTo>
                  <a:cubicBezTo>
                    <a:pt x="63" y="148"/>
                    <a:pt x="63" y="148"/>
                    <a:pt x="63" y="148"/>
                  </a:cubicBezTo>
                  <a:cubicBezTo>
                    <a:pt x="64" y="148"/>
                    <a:pt x="65" y="148"/>
                    <a:pt x="65" y="149"/>
                  </a:cubicBezTo>
                  <a:cubicBezTo>
                    <a:pt x="65" y="149"/>
                    <a:pt x="66" y="148"/>
                    <a:pt x="66" y="148"/>
                  </a:cubicBezTo>
                  <a:cubicBezTo>
                    <a:pt x="65" y="148"/>
                    <a:pt x="67" y="148"/>
                    <a:pt x="67" y="148"/>
                  </a:cubicBezTo>
                  <a:cubicBezTo>
                    <a:pt x="67" y="147"/>
                    <a:pt x="68" y="147"/>
                    <a:pt x="69" y="147"/>
                  </a:cubicBezTo>
                  <a:cubicBezTo>
                    <a:pt x="69" y="147"/>
                    <a:pt x="69" y="148"/>
                    <a:pt x="70" y="148"/>
                  </a:cubicBezTo>
                  <a:cubicBezTo>
                    <a:pt x="70" y="147"/>
                    <a:pt x="69" y="147"/>
                    <a:pt x="69" y="147"/>
                  </a:cubicBezTo>
                  <a:cubicBezTo>
                    <a:pt x="69" y="147"/>
                    <a:pt x="70" y="147"/>
                    <a:pt x="70" y="147"/>
                  </a:cubicBezTo>
                  <a:cubicBezTo>
                    <a:pt x="70" y="146"/>
                    <a:pt x="69" y="147"/>
                    <a:pt x="68" y="147"/>
                  </a:cubicBezTo>
                  <a:cubicBezTo>
                    <a:pt x="67" y="147"/>
                    <a:pt x="67" y="147"/>
                    <a:pt x="66" y="148"/>
                  </a:cubicBezTo>
                  <a:cubicBezTo>
                    <a:pt x="65" y="148"/>
                    <a:pt x="65" y="148"/>
                    <a:pt x="64" y="148"/>
                  </a:cubicBezTo>
                  <a:cubicBezTo>
                    <a:pt x="63" y="148"/>
                    <a:pt x="64" y="147"/>
                    <a:pt x="64" y="147"/>
                  </a:cubicBezTo>
                  <a:cubicBezTo>
                    <a:pt x="64" y="147"/>
                    <a:pt x="63" y="148"/>
                    <a:pt x="63" y="148"/>
                  </a:cubicBezTo>
                  <a:cubicBezTo>
                    <a:pt x="62" y="147"/>
                    <a:pt x="62" y="148"/>
                    <a:pt x="62" y="148"/>
                  </a:cubicBezTo>
                  <a:cubicBezTo>
                    <a:pt x="61" y="148"/>
                    <a:pt x="59" y="149"/>
                    <a:pt x="58" y="148"/>
                  </a:cubicBezTo>
                  <a:cubicBezTo>
                    <a:pt x="59" y="148"/>
                    <a:pt x="59" y="148"/>
                    <a:pt x="59" y="148"/>
                  </a:cubicBezTo>
                  <a:cubicBezTo>
                    <a:pt x="59" y="148"/>
                    <a:pt x="59" y="148"/>
                    <a:pt x="58" y="148"/>
                  </a:cubicBezTo>
                  <a:cubicBezTo>
                    <a:pt x="59" y="148"/>
                    <a:pt x="61" y="148"/>
                    <a:pt x="62" y="147"/>
                  </a:cubicBezTo>
                  <a:cubicBezTo>
                    <a:pt x="61" y="147"/>
                    <a:pt x="60" y="147"/>
                    <a:pt x="60" y="147"/>
                  </a:cubicBezTo>
                  <a:cubicBezTo>
                    <a:pt x="59" y="148"/>
                    <a:pt x="59" y="148"/>
                    <a:pt x="58" y="148"/>
                  </a:cubicBezTo>
                  <a:cubicBezTo>
                    <a:pt x="57" y="148"/>
                    <a:pt x="57" y="147"/>
                    <a:pt x="58" y="147"/>
                  </a:cubicBezTo>
                  <a:cubicBezTo>
                    <a:pt x="59" y="147"/>
                    <a:pt x="59" y="147"/>
                    <a:pt x="60" y="147"/>
                  </a:cubicBezTo>
                  <a:cubicBezTo>
                    <a:pt x="59" y="147"/>
                    <a:pt x="58" y="147"/>
                    <a:pt x="58" y="147"/>
                  </a:cubicBezTo>
                  <a:cubicBezTo>
                    <a:pt x="58" y="146"/>
                    <a:pt x="60" y="146"/>
                    <a:pt x="61" y="146"/>
                  </a:cubicBezTo>
                  <a:cubicBezTo>
                    <a:pt x="62" y="146"/>
                    <a:pt x="63" y="145"/>
                    <a:pt x="64" y="144"/>
                  </a:cubicBezTo>
                  <a:cubicBezTo>
                    <a:pt x="65" y="144"/>
                    <a:pt x="66" y="143"/>
                    <a:pt x="67" y="143"/>
                  </a:cubicBezTo>
                  <a:cubicBezTo>
                    <a:pt x="68" y="143"/>
                    <a:pt x="70" y="143"/>
                    <a:pt x="71" y="142"/>
                  </a:cubicBezTo>
                  <a:cubicBezTo>
                    <a:pt x="70" y="142"/>
                    <a:pt x="72" y="141"/>
                    <a:pt x="72" y="141"/>
                  </a:cubicBezTo>
                  <a:cubicBezTo>
                    <a:pt x="72" y="141"/>
                    <a:pt x="73" y="141"/>
                    <a:pt x="74" y="141"/>
                  </a:cubicBezTo>
                  <a:cubicBezTo>
                    <a:pt x="74" y="140"/>
                    <a:pt x="75" y="141"/>
                    <a:pt x="76" y="140"/>
                  </a:cubicBezTo>
                  <a:cubicBezTo>
                    <a:pt x="75" y="140"/>
                    <a:pt x="75" y="140"/>
                    <a:pt x="75" y="140"/>
                  </a:cubicBezTo>
                  <a:cubicBezTo>
                    <a:pt x="76" y="140"/>
                    <a:pt x="77" y="139"/>
                    <a:pt x="78" y="139"/>
                  </a:cubicBezTo>
                  <a:cubicBezTo>
                    <a:pt x="78" y="138"/>
                    <a:pt x="80" y="139"/>
                    <a:pt x="80" y="139"/>
                  </a:cubicBezTo>
                  <a:cubicBezTo>
                    <a:pt x="81" y="139"/>
                    <a:pt x="81" y="139"/>
                    <a:pt x="82" y="139"/>
                  </a:cubicBezTo>
                  <a:cubicBezTo>
                    <a:pt x="83" y="139"/>
                    <a:pt x="83" y="139"/>
                    <a:pt x="84" y="139"/>
                  </a:cubicBezTo>
                  <a:cubicBezTo>
                    <a:pt x="84" y="139"/>
                    <a:pt x="83" y="139"/>
                    <a:pt x="82" y="139"/>
                  </a:cubicBezTo>
                  <a:cubicBezTo>
                    <a:pt x="82" y="139"/>
                    <a:pt x="81" y="139"/>
                    <a:pt x="81" y="139"/>
                  </a:cubicBezTo>
                  <a:cubicBezTo>
                    <a:pt x="80" y="139"/>
                    <a:pt x="80" y="139"/>
                    <a:pt x="80" y="139"/>
                  </a:cubicBezTo>
                  <a:cubicBezTo>
                    <a:pt x="81" y="138"/>
                    <a:pt x="82" y="138"/>
                    <a:pt x="83" y="138"/>
                  </a:cubicBezTo>
                  <a:cubicBezTo>
                    <a:pt x="84" y="138"/>
                    <a:pt x="84" y="138"/>
                    <a:pt x="85" y="138"/>
                  </a:cubicBezTo>
                  <a:cubicBezTo>
                    <a:pt x="86" y="138"/>
                    <a:pt x="86" y="138"/>
                    <a:pt x="87" y="138"/>
                  </a:cubicBezTo>
                  <a:cubicBezTo>
                    <a:pt x="87" y="138"/>
                    <a:pt x="86" y="138"/>
                    <a:pt x="85" y="138"/>
                  </a:cubicBezTo>
                  <a:cubicBezTo>
                    <a:pt x="84" y="138"/>
                    <a:pt x="84" y="138"/>
                    <a:pt x="83" y="138"/>
                  </a:cubicBezTo>
                  <a:cubicBezTo>
                    <a:pt x="83" y="137"/>
                    <a:pt x="83" y="137"/>
                    <a:pt x="83" y="137"/>
                  </a:cubicBezTo>
                  <a:cubicBezTo>
                    <a:pt x="81" y="138"/>
                    <a:pt x="79" y="138"/>
                    <a:pt x="78" y="139"/>
                  </a:cubicBezTo>
                  <a:cubicBezTo>
                    <a:pt x="77" y="139"/>
                    <a:pt x="76" y="139"/>
                    <a:pt x="74" y="140"/>
                  </a:cubicBezTo>
                  <a:cubicBezTo>
                    <a:pt x="73" y="140"/>
                    <a:pt x="72" y="141"/>
                    <a:pt x="71" y="141"/>
                  </a:cubicBezTo>
                  <a:cubicBezTo>
                    <a:pt x="69" y="143"/>
                    <a:pt x="66" y="143"/>
                    <a:pt x="64" y="144"/>
                  </a:cubicBezTo>
                  <a:cubicBezTo>
                    <a:pt x="63" y="145"/>
                    <a:pt x="62" y="145"/>
                    <a:pt x="61" y="146"/>
                  </a:cubicBezTo>
                  <a:cubicBezTo>
                    <a:pt x="60" y="146"/>
                    <a:pt x="59" y="146"/>
                    <a:pt x="59" y="146"/>
                  </a:cubicBezTo>
                  <a:cubicBezTo>
                    <a:pt x="58" y="146"/>
                    <a:pt x="57" y="146"/>
                    <a:pt x="57" y="146"/>
                  </a:cubicBezTo>
                  <a:cubicBezTo>
                    <a:pt x="57" y="146"/>
                    <a:pt x="57" y="146"/>
                    <a:pt x="58" y="146"/>
                  </a:cubicBezTo>
                  <a:cubicBezTo>
                    <a:pt x="57" y="146"/>
                    <a:pt x="57" y="146"/>
                    <a:pt x="57" y="146"/>
                  </a:cubicBezTo>
                  <a:cubicBezTo>
                    <a:pt x="58" y="145"/>
                    <a:pt x="60" y="145"/>
                    <a:pt x="61" y="145"/>
                  </a:cubicBezTo>
                  <a:cubicBezTo>
                    <a:pt x="60" y="145"/>
                    <a:pt x="60" y="145"/>
                    <a:pt x="59" y="145"/>
                  </a:cubicBezTo>
                  <a:cubicBezTo>
                    <a:pt x="59" y="145"/>
                    <a:pt x="58" y="145"/>
                    <a:pt x="58" y="145"/>
                  </a:cubicBezTo>
                  <a:cubicBezTo>
                    <a:pt x="57" y="145"/>
                    <a:pt x="57" y="144"/>
                    <a:pt x="57" y="144"/>
                  </a:cubicBezTo>
                  <a:cubicBezTo>
                    <a:pt x="58" y="143"/>
                    <a:pt x="59" y="143"/>
                    <a:pt x="59" y="143"/>
                  </a:cubicBezTo>
                  <a:cubicBezTo>
                    <a:pt x="59" y="143"/>
                    <a:pt x="59" y="143"/>
                    <a:pt x="58" y="143"/>
                  </a:cubicBezTo>
                  <a:cubicBezTo>
                    <a:pt x="59" y="142"/>
                    <a:pt x="61" y="142"/>
                    <a:pt x="62" y="142"/>
                  </a:cubicBezTo>
                  <a:cubicBezTo>
                    <a:pt x="61" y="142"/>
                    <a:pt x="61" y="142"/>
                    <a:pt x="61" y="142"/>
                  </a:cubicBezTo>
                  <a:cubicBezTo>
                    <a:pt x="62" y="143"/>
                    <a:pt x="63" y="142"/>
                    <a:pt x="64" y="142"/>
                  </a:cubicBezTo>
                  <a:cubicBezTo>
                    <a:pt x="65" y="142"/>
                    <a:pt x="67" y="143"/>
                    <a:pt x="68" y="142"/>
                  </a:cubicBezTo>
                  <a:cubicBezTo>
                    <a:pt x="67" y="142"/>
                    <a:pt x="65" y="142"/>
                    <a:pt x="64" y="142"/>
                  </a:cubicBezTo>
                  <a:cubicBezTo>
                    <a:pt x="63" y="142"/>
                    <a:pt x="62" y="142"/>
                    <a:pt x="60" y="142"/>
                  </a:cubicBezTo>
                  <a:cubicBezTo>
                    <a:pt x="61" y="142"/>
                    <a:pt x="61" y="142"/>
                    <a:pt x="61" y="141"/>
                  </a:cubicBezTo>
                  <a:cubicBezTo>
                    <a:pt x="61" y="141"/>
                    <a:pt x="61" y="141"/>
                    <a:pt x="60" y="141"/>
                  </a:cubicBezTo>
                  <a:cubicBezTo>
                    <a:pt x="61" y="140"/>
                    <a:pt x="63" y="141"/>
                    <a:pt x="65" y="141"/>
                  </a:cubicBezTo>
                  <a:cubicBezTo>
                    <a:pt x="65" y="141"/>
                    <a:pt x="67" y="141"/>
                    <a:pt x="67" y="140"/>
                  </a:cubicBezTo>
                  <a:cubicBezTo>
                    <a:pt x="66" y="140"/>
                    <a:pt x="64" y="141"/>
                    <a:pt x="63" y="140"/>
                  </a:cubicBezTo>
                  <a:cubicBezTo>
                    <a:pt x="64" y="140"/>
                    <a:pt x="65" y="140"/>
                    <a:pt x="65" y="140"/>
                  </a:cubicBezTo>
                  <a:cubicBezTo>
                    <a:pt x="65" y="140"/>
                    <a:pt x="67" y="140"/>
                    <a:pt x="67" y="139"/>
                  </a:cubicBezTo>
                  <a:cubicBezTo>
                    <a:pt x="66" y="139"/>
                    <a:pt x="65" y="140"/>
                    <a:pt x="64" y="140"/>
                  </a:cubicBezTo>
                  <a:cubicBezTo>
                    <a:pt x="64" y="140"/>
                    <a:pt x="64" y="139"/>
                    <a:pt x="65" y="139"/>
                  </a:cubicBezTo>
                  <a:cubicBezTo>
                    <a:pt x="66" y="139"/>
                    <a:pt x="66" y="139"/>
                    <a:pt x="67" y="139"/>
                  </a:cubicBezTo>
                  <a:cubicBezTo>
                    <a:pt x="67" y="139"/>
                    <a:pt x="68" y="139"/>
                    <a:pt x="69" y="139"/>
                  </a:cubicBezTo>
                  <a:cubicBezTo>
                    <a:pt x="69" y="139"/>
                    <a:pt x="70" y="140"/>
                    <a:pt x="70" y="139"/>
                  </a:cubicBezTo>
                  <a:cubicBezTo>
                    <a:pt x="70" y="139"/>
                    <a:pt x="69" y="139"/>
                    <a:pt x="69" y="139"/>
                  </a:cubicBezTo>
                  <a:cubicBezTo>
                    <a:pt x="69" y="139"/>
                    <a:pt x="70" y="139"/>
                    <a:pt x="70" y="138"/>
                  </a:cubicBezTo>
                  <a:cubicBezTo>
                    <a:pt x="70" y="138"/>
                    <a:pt x="69" y="139"/>
                    <a:pt x="69" y="138"/>
                  </a:cubicBezTo>
                  <a:cubicBezTo>
                    <a:pt x="69" y="138"/>
                    <a:pt x="69" y="138"/>
                    <a:pt x="69" y="138"/>
                  </a:cubicBezTo>
                  <a:cubicBezTo>
                    <a:pt x="69" y="138"/>
                    <a:pt x="69" y="138"/>
                    <a:pt x="68" y="139"/>
                  </a:cubicBezTo>
                  <a:cubicBezTo>
                    <a:pt x="67" y="139"/>
                    <a:pt x="67" y="139"/>
                    <a:pt x="66" y="139"/>
                  </a:cubicBezTo>
                  <a:cubicBezTo>
                    <a:pt x="66" y="138"/>
                    <a:pt x="65" y="139"/>
                    <a:pt x="65" y="138"/>
                  </a:cubicBezTo>
                  <a:cubicBezTo>
                    <a:pt x="64" y="138"/>
                    <a:pt x="64" y="138"/>
                    <a:pt x="63" y="138"/>
                  </a:cubicBezTo>
                  <a:cubicBezTo>
                    <a:pt x="63" y="138"/>
                    <a:pt x="62" y="139"/>
                    <a:pt x="61" y="139"/>
                  </a:cubicBezTo>
                  <a:cubicBezTo>
                    <a:pt x="61" y="139"/>
                    <a:pt x="60" y="138"/>
                    <a:pt x="60" y="138"/>
                  </a:cubicBezTo>
                  <a:cubicBezTo>
                    <a:pt x="60" y="138"/>
                    <a:pt x="62" y="138"/>
                    <a:pt x="62" y="138"/>
                  </a:cubicBezTo>
                  <a:cubicBezTo>
                    <a:pt x="63" y="138"/>
                    <a:pt x="64" y="138"/>
                    <a:pt x="64" y="138"/>
                  </a:cubicBezTo>
                  <a:cubicBezTo>
                    <a:pt x="64" y="138"/>
                    <a:pt x="60" y="138"/>
                    <a:pt x="60" y="137"/>
                  </a:cubicBezTo>
                  <a:cubicBezTo>
                    <a:pt x="60" y="137"/>
                    <a:pt x="63" y="137"/>
                    <a:pt x="63" y="137"/>
                  </a:cubicBezTo>
                  <a:cubicBezTo>
                    <a:pt x="63" y="137"/>
                    <a:pt x="60" y="137"/>
                    <a:pt x="59" y="137"/>
                  </a:cubicBezTo>
                  <a:cubicBezTo>
                    <a:pt x="59" y="135"/>
                    <a:pt x="63" y="136"/>
                    <a:pt x="64" y="136"/>
                  </a:cubicBezTo>
                  <a:cubicBezTo>
                    <a:pt x="64" y="136"/>
                    <a:pt x="63" y="136"/>
                    <a:pt x="63" y="136"/>
                  </a:cubicBezTo>
                  <a:cubicBezTo>
                    <a:pt x="64" y="135"/>
                    <a:pt x="65" y="135"/>
                    <a:pt x="66" y="135"/>
                  </a:cubicBezTo>
                  <a:cubicBezTo>
                    <a:pt x="67" y="135"/>
                    <a:pt x="68" y="135"/>
                    <a:pt x="70" y="135"/>
                  </a:cubicBezTo>
                  <a:cubicBezTo>
                    <a:pt x="71" y="135"/>
                    <a:pt x="72" y="134"/>
                    <a:pt x="73" y="134"/>
                  </a:cubicBezTo>
                  <a:cubicBezTo>
                    <a:pt x="74" y="134"/>
                    <a:pt x="74" y="134"/>
                    <a:pt x="75" y="135"/>
                  </a:cubicBezTo>
                  <a:cubicBezTo>
                    <a:pt x="75" y="135"/>
                    <a:pt x="76" y="134"/>
                    <a:pt x="76" y="134"/>
                  </a:cubicBezTo>
                  <a:cubicBezTo>
                    <a:pt x="77" y="134"/>
                    <a:pt x="78" y="134"/>
                    <a:pt x="78" y="135"/>
                  </a:cubicBezTo>
                  <a:cubicBezTo>
                    <a:pt x="79" y="136"/>
                    <a:pt x="79" y="137"/>
                    <a:pt x="81" y="136"/>
                  </a:cubicBezTo>
                  <a:cubicBezTo>
                    <a:pt x="82" y="136"/>
                    <a:pt x="82" y="136"/>
                    <a:pt x="84" y="136"/>
                  </a:cubicBezTo>
                  <a:cubicBezTo>
                    <a:pt x="84" y="136"/>
                    <a:pt x="85" y="136"/>
                    <a:pt x="86" y="136"/>
                  </a:cubicBezTo>
                  <a:cubicBezTo>
                    <a:pt x="85" y="136"/>
                    <a:pt x="85" y="136"/>
                    <a:pt x="85" y="136"/>
                  </a:cubicBezTo>
                  <a:cubicBezTo>
                    <a:pt x="84" y="135"/>
                    <a:pt x="84" y="136"/>
                    <a:pt x="84" y="136"/>
                  </a:cubicBezTo>
                  <a:cubicBezTo>
                    <a:pt x="83" y="136"/>
                    <a:pt x="82" y="136"/>
                    <a:pt x="81" y="136"/>
                  </a:cubicBezTo>
                  <a:cubicBezTo>
                    <a:pt x="79" y="137"/>
                    <a:pt x="79" y="135"/>
                    <a:pt x="78" y="134"/>
                  </a:cubicBezTo>
                  <a:cubicBezTo>
                    <a:pt x="79" y="134"/>
                    <a:pt x="80" y="134"/>
                    <a:pt x="81" y="134"/>
                  </a:cubicBezTo>
                  <a:cubicBezTo>
                    <a:pt x="80" y="133"/>
                    <a:pt x="79" y="134"/>
                    <a:pt x="77" y="134"/>
                  </a:cubicBezTo>
                  <a:cubicBezTo>
                    <a:pt x="76" y="134"/>
                    <a:pt x="74" y="134"/>
                    <a:pt x="72" y="134"/>
                  </a:cubicBezTo>
                  <a:cubicBezTo>
                    <a:pt x="71" y="134"/>
                    <a:pt x="70" y="134"/>
                    <a:pt x="68" y="135"/>
                  </a:cubicBezTo>
                  <a:cubicBezTo>
                    <a:pt x="68" y="135"/>
                    <a:pt x="65" y="135"/>
                    <a:pt x="66" y="134"/>
                  </a:cubicBezTo>
                  <a:cubicBezTo>
                    <a:pt x="65" y="134"/>
                    <a:pt x="65" y="135"/>
                    <a:pt x="64" y="135"/>
                  </a:cubicBezTo>
                  <a:cubicBezTo>
                    <a:pt x="63" y="135"/>
                    <a:pt x="62" y="136"/>
                    <a:pt x="61" y="136"/>
                  </a:cubicBezTo>
                  <a:cubicBezTo>
                    <a:pt x="61" y="135"/>
                    <a:pt x="60" y="136"/>
                    <a:pt x="61" y="135"/>
                  </a:cubicBezTo>
                  <a:cubicBezTo>
                    <a:pt x="61" y="135"/>
                    <a:pt x="62" y="134"/>
                    <a:pt x="62" y="134"/>
                  </a:cubicBezTo>
                  <a:cubicBezTo>
                    <a:pt x="64" y="133"/>
                    <a:pt x="66" y="133"/>
                    <a:pt x="68" y="132"/>
                  </a:cubicBezTo>
                  <a:cubicBezTo>
                    <a:pt x="68" y="132"/>
                    <a:pt x="67" y="132"/>
                    <a:pt x="67" y="132"/>
                  </a:cubicBezTo>
                  <a:cubicBezTo>
                    <a:pt x="68" y="132"/>
                    <a:pt x="69" y="132"/>
                    <a:pt x="70" y="131"/>
                  </a:cubicBezTo>
                  <a:cubicBezTo>
                    <a:pt x="69" y="131"/>
                    <a:pt x="69" y="131"/>
                    <a:pt x="68" y="131"/>
                  </a:cubicBezTo>
                  <a:cubicBezTo>
                    <a:pt x="68" y="131"/>
                    <a:pt x="70" y="131"/>
                    <a:pt x="70" y="131"/>
                  </a:cubicBezTo>
                  <a:cubicBezTo>
                    <a:pt x="71" y="131"/>
                    <a:pt x="72" y="131"/>
                    <a:pt x="73" y="131"/>
                  </a:cubicBezTo>
                  <a:cubicBezTo>
                    <a:pt x="72" y="131"/>
                    <a:pt x="71" y="131"/>
                    <a:pt x="71" y="131"/>
                  </a:cubicBezTo>
                  <a:cubicBezTo>
                    <a:pt x="71" y="131"/>
                    <a:pt x="72" y="131"/>
                    <a:pt x="72" y="131"/>
                  </a:cubicBezTo>
                  <a:cubicBezTo>
                    <a:pt x="73" y="131"/>
                    <a:pt x="73" y="130"/>
                    <a:pt x="73" y="130"/>
                  </a:cubicBezTo>
                  <a:cubicBezTo>
                    <a:pt x="74" y="130"/>
                    <a:pt x="74" y="131"/>
                    <a:pt x="75" y="131"/>
                  </a:cubicBezTo>
                  <a:cubicBezTo>
                    <a:pt x="75" y="131"/>
                    <a:pt x="76" y="131"/>
                    <a:pt x="76" y="131"/>
                  </a:cubicBezTo>
                  <a:cubicBezTo>
                    <a:pt x="77" y="131"/>
                    <a:pt x="77" y="131"/>
                    <a:pt x="77" y="131"/>
                  </a:cubicBezTo>
                  <a:cubicBezTo>
                    <a:pt x="77" y="132"/>
                    <a:pt x="77" y="132"/>
                    <a:pt x="78" y="132"/>
                  </a:cubicBezTo>
                  <a:cubicBezTo>
                    <a:pt x="79" y="132"/>
                    <a:pt x="80" y="131"/>
                    <a:pt x="81" y="131"/>
                  </a:cubicBezTo>
                  <a:cubicBezTo>
                    <a:pt x="82" y="131"/>
                    <a:pt x="83" y="132"/>
                    <a:pt x="84" y="132"/>
                  </a:cubicBezTo>
                  <a:cubicBezTo>
                    <a:pt x="84" y="133"/>
                    <a:pt x="85" y="133"/>
                    <a:pt x="86" y="133"/>
                  </a:cubicBezTo>
                  <a:cubicBezTo>
                    <a:pt x="87" y="133"/>
                    <a:pt x="88" y="133"/>
                    <a:pt x="89" y="133"/>
                  </a:cubicBezTo>
                  <a:cubicBezTo>
                    <a:pt x="89" y="133"/>
                    <a:pt x="89" y="133"/>
                    <a:pt x="88" y="133"/>
                  </a:cubicBezTo>
                  <a:cubicBezTo>
                    <a:pt x="88" y="133"/>
                    <a:pt x="87" y="133"/>
                    <a:pt x="87" y="133"/>
                  </a:cubicBezTo>
                  <a:cubicBezTo>
                    <a:pt x="86" y="133"/>
                    <a:pt x="86" y="133"/>
                    <a:pt x="85" y="133"/>
                  </a:cubicBezTo>
                  <a:cubicBezTo>
                    <a:pt x="85" y="133"/>
                    <a:pt x="84" y="132"/>
                    <a:pt x="84" y="132"/>
                  </a:cubicBezTo>
                  <a:cubicBezTo>
                    <a:pt x="84" y="132"/>
                    <a:pt x="84" y="132"/>
                    <a:pt x="85" y="132"/>
                  </a:cubicBezTo>
                  <a:cubicBezTo>
                    <a:pt x="84" y="132"/>
                    <a:pt x="84" y="132"/>
                    <a:pt x="83" y="132"/>
                  </a:cubicBezTo>
                  <a:cubicBezTo>
                    <a:pt x="83" y="132"/>
                    <a:pt x="84" y="132"/>
                    <a:pt x="84" y="131"/>
                  </a:cubicBezTo>
                  <a:cubicBezTo>
                    <a:pt x="84" y="131"/>
                    <a:pt x="83" y="132"/>
                    <a:pt x="83" y="131"/>
                  </a:cubicBezTo>
                  <a:cubicBezTo>
                    <a:pt x="82" y="131"/>
                    <a:pt x="82" y="131"/>
                    <a:pt x="81" y="131"/>
                  </a:cubicBezTo>
                  <a:cubicBezTo>
                    <a:pt x="82" y="131"/>
                    <a:pt x="83" y="131"/>
                    <a:pt x="83" y="131"/>
                  </a:cubicBezTo>
                  <a:cubicBezTo>
                    <a:pt x="84" y="131"/>
                    <a:pt x="85" y="131"/>
                    <a:pt x="85" y="130"/>
                  </a:cubicBezTo>
                  <a:cubicBezTo>
                    <a:pt x="86" y="130"/>
                    <a:pt x="87" y="130"/>
                    <a:pt x="88" y="130"/>
                  </a:cubicBezTo>
                  <a:cubicBezTo>
                    <a:pt x="88" y="130"/>
                    <a:pt x="89" y="130"/>
                    <a:pt x="89" y="130"/>
                  </a:cubicBezTo>
                  <a:cubicBezTo>
                    <a:pt x="89" y="130"/>
                    <a:pt x="88" y="130"/>
                    <a:pt x="88" y="129"/>
                  </a:cubicBezTo>
                  <a:cubicBezTo>
                    <a:pt x="88" y="130"/>
                    <a:pt x="87" y="129"/>
                    <a:pt x="87" y="129"/>
                  </a:cubicBezTo>
                  <a:cubicBezTo>
                    <a:pt x="86" y="129"/>
                    <a:pt x="86" y="129"/>
                    <a:pt x="85" y="130"/>
                  </a:cubicBezTo>
                  <a:cubicBezTo>
                    <a:pt x="86" y="130"/>
                    <a:pt x="86" y="129"/>
                    <a:pt x="87" y="130"/>
                  </a:cubicBezTo>
                  <a:cubicBezTo>
                    <a:pt x="86" y="130"/>
                    <a:pt x="86" y="130"/>
                    <a:pt x="86" y="130"/>
                  </a:cubicBezTo>
                  <a:cubicBezTo>
                    <a:pt x="86" y="130"/>
                    <a:pt x="85" y="130"/>
                    <a:pt x="85" y="130"/>
                  </a:cubicBezTo>
                  <a:cubicBezTo>
                    <a:pt x="85" y="130"/>
                    <a:pt x="85" y="130"/>
                    <a:pt x="85" y="130"/>
                  </a:cubicBezTo>
                  <a:cubicBezTo>
                    <a:pt x="84" y="130"/>
                    <a:pt x="84" y="130"/>
                    <a:pt x="84" y="130"/>
                  </a:cubicBezTo>
                  <a:cubicBezTo>
                    <a:pt x="83" y="130"/>
                    <a:pt x="82" y="131"/>
                    <a:pt x="82" y="130"/>
                  </a:cubicBezTo>
                  <a:cubicBezTo>
                    <a:pt x="83" y="130"/>
                    <a:pt x="82" y="129"/>
                    <a:pt x="82" y="129"/>
                  </a:cubicBezTo>
                  <a:cubicBezTo>
                    <a:pt x="82" y="129"/>
                    <a:pt x="83" y="129"/>
                    <a:pt x="84" y="129"/>
                  </a:cubicBezTo>
                  <a:cubicBezTo>
                    <a:pt x="85" y="130"/>
                    <a:pt x="84" y="129"/>
                    <a:pt x="85" y="128"/>
                  </a:cubicBezTo>
                  <a:cubicBezTo>
                    <a:pt x="84" y="129"/>
                    <a:pt x="83" y="128"/>
                    <a:pt x="83" y="129"/>
                  </a:cubicBezTo>
                  <a:cubicBezTo>
                    <a:pt x="82" y="129"/>
                    <a:pt x="81" y="129"/>
                    <a:pt x="81" y="129"/>
                  </a:cubicBezTo>
                  <a:cubicBezTo>
                    <a:pt x="81" y="129"/>
                    <a:pt x="82" y="130"/>
                    <a:pt x="82" y="130"/>
                  </a:cubicBezTo>
                  <a:cubicBezTo>
                    <a:pt x="81" y="130"/>
                    <a:pt x="81" y="131"/>
                    <a:pt x="80" y="131"/>
                  </a:cubicBezTo>
                  <a:cubicBezTo>
                    <a:pt x="80" y="131"/>
                    <a:pt x="80" y="131"/>
                    <a:pt x="80" y="131"/>
                  </a:cubicBezTo>
                  <a:cubicBezTo>
                    <a:pt x="80" y="130"/>
                    <a:pt x="79" y="131"/>
                    <a:pt x="78" y="131"/>
                  </a:cubicBezTo>
                  <a:cubicBezTo>
                    <a:pt x="78" y="131"/>
                    <a:pt x="77" y="131"/>
                    <a:pt x="78" y="131"/>
                  </a:cubicBezTo>
                  <a:cubicBezTo>
                    <a:pt x="78" y="130"/>
                    <a:pt x="79" y="131"/>
                    <a:pt x="79" y="130"/>
                  </a:cubicBezTo>
                  <a:cubicBezTo>
                    <a:pt x="79" y="130"/>
                    <a:pt x="77" y="131"/>
                    <a:pt x="77" y="131"/>
                  </a:cubicBezTo>
                  <a:cubicBezTo>
                    <a:pt x="76" y="130"/>
                    <a:pt x="76" y="130"/>
                    <a:pt x="75" y="130"/>
                  </a:cubicBezTo>
                  <a:cubicBezTo>
                    <a:pt x="75" y="130"/>
                    <a:pt x="75" y="130"/>
                    <a:pt x="75" y="130"/>
                  </a:cubicBezTo>
                  <a:cubicBezTo>
                    <a:pt x="76" y="129"/>
                    <a:pt x="77" y="129"/>
                    <a:pt x="79" y="129"/>
                  </a:cubicBezTo>
                  <a:cubicBezTo>
                    <a:pt x="79" y="129"/>
                    <a:pt x="81" y="129"/>
                    <a:pt x="81" y="128"/>
                  </a:cubicBezTo>
                  <a:cubicBezTo>
                    <a:pt x="80" y="129"/>
                    <a:pt x="79" y="129"/>
                    <a:pt x="78" y="129"/>
                  </a:cubicBezTo>
                  <a:cubicBezTo>
                    <a:pt x="76" y="129"/>
                    <a:pt x="75" y="129"/>
                    <a:pt x="74" y="130"/>
                  </a:cubicBezTo>
                  <a:cubicBezTo>
                    <a:pt x="73" y="130"/>
                    <a:pt x="73" y="130"/>
                    <a:pt x="72" y="130"/>
                  </a:cubicBezTo>
                  <a:cubicBezTo>
                    <a:pt x="71" y="130"/>
                    <a:pt x="70" y="130"/>
                    <a:pt x="69" y="131"/>
                  </a:cubicBezTo>
                  <a:cubicBezTo>
                    <a:pt x="67" y="131"/>
                    <a:pt x="66" y="132"/>
                    <a:pt x="64" y="133"/>
                  </a:cubicBezTo>
                  <a:cubicBezTo>
                    <a:pt x="64" y="133"/>
                    <a:pt x="63" y="133"/>
                    <a:pt x="63" y="132"/>
                  </a:cubicBezTo>
                  <a:cubicBezTo>
                    <a:pt x="64" y="132"/>
                    <a:pt x="65" y="132"/>
                    <a:pt x="65" y="132"/>
                  </a:cubicBezTo>
                  <a:cubicBezTo>
                    <a:pt x="65" y="132"/>
                    <a:pt x="64" y="132"/>
                    <a:pt x="64" y="132"/>
                  </a:cubicBezTo>
                  <a:cubicBezTo>
                    <a:pt x="65" y="131"/>
                    <a:pt x="65" y="131"/>
                    <a:pt x="65" y="131"/>
                  </a:cubicBezTo>
                  <a:cubicBezTo>
                    <a:pt x="66" y="130"/>
                    <a:pt x="65" y="130"/>
                    <a:pt x="65" y="130"/>
                  </a:cubicBezTo>
                  <a:cubicBezTo>
                    <a:pt x="65" y="130"/>
                    <a:pt x="66" y="130"/>
                    <a:pt x="67" y="130"/>
                  </a:cubicBezTo>
                  <a:cubicBezTo>
                    <a:pt x="67" y="130"/>
                    <a:pt x="66" y="130"/>
                    <a:pt x="66" y="130"/>
                  </a:cubicBezTo>
                  <a:cubicBezTo>
                    <a:pt x="67" y="130"/>
                    <a:pt x="67" y="130"/>
                    <a:pt x="68" y="130"/>
                  </a:cubicBezTo>
                  <a:cubicBezTo>
                    <a:pt x="68" y="130"/>
                    <a:pt x="67" y="130"/>
                    <a:pt x="67" y="130"/>
                  </a:cubicBezTo>
                  <a:cubicBezTo>
                    <a:pt x="67" y="130"/>
                    <a:pt x="67" y="130"/>
                    <a:pt x="67" y="129"/>
                  </a:cubicBezTo>
                  <a:cubicBezTo>
                    <a:pt x="67" y="129"/>
                    <a:pt x="67" y="129"/>
                    <a:pt x="67" y="129"/>
                  </a:cubicBezTo>
                  <a:cubicBezTo>
                    <a:pt x="67" y="129"/>
                    <a:pt x="68" y="129"/>
                    <a:pt x="68" y="129"/>
                  </a:cubicBezTo>
                  <a:cubicBezTo>
                    <a:pt x="68" y="130"/>
                    <a:pt x="68" y="130"/>
                    <a:pt x="68" y="130"/>
                  </a:cubicBezTo>
                  <a:cubicBezTo>
                    <a:pt x="68" y="130"/>
                    <a:pt x="68" y="130"/>
                    <a:pt x="69" y="130"/>
                  </a:cubicBezTo>
                  <a:cubicBezTo>
                    <a:pt x="68" y="130"/>
                    <a:pt x="68" y="130"/>
                    <a:pt x="68" y="130"/>
                  </a:cubicBezTo>
                  <a:cubicBezTo>
                    <a:pt x="69" y="129"/>
                    <a:pt x="69" y="129"/>
                    <a:pt x="70" y="129"/>
                  </a:cubicBezTo>
                  <a:cubicBezTo>
                    <a:pt x="69" y="129"/>
                    <a:pt x="69" y="129"/>
                    <a:pt x="68" y="129"/>
                  </a:cubicBezTo>
                  <a:cubicBezTo>
                    <a:pt x="69" y="129"/>
                    <a:pt x="70" y="128"/>
                    <a:pt x="71" y="128"/>
                  </a:cubicBezTo>
                  <a:cubicBezTo>
                    <a:pt x="71" y="128"/>
                    <a:pt x="70" y="128"/>
                    <a:pt x="69" y="128"/>
                  </a:cubicBezTo>
                  <a:cubicBezTo>
                    <a:pt x="69" y="128"/>
                    <a:pt x="70" y="128"/>
                    <a:pt x="70" y="128"/>
                  </a:cubicBezTo>
                  <a:cubicBezTo>
                    <a:pt x="71" y="128"/>
                    <a:pt x="72" y="128"/>
                    <a:pt x="72" y="128"/>
                  </a:cubicBezTo>
                  <a:cubicBezTo>
                    <a:pt x="73" y="129"/>
                    <a:pt x="74" y="129"/>
                    <a:pt x="75" y="129"/>
                  </a:cubicBezTo>
                  <a:cubicBezTo>
                    <a:pt x="76" y="129"/>
                    <a:pt x="77" y="129"/>
                    <a:pt x="77" y="128"/>
                  </a:cubicBezTo>
                  <a:cubicBezTo>
                    <a:pt x="75" y="129"/>
                    <a:pt x="72" y="129"/>
                    <a:pt x="70" y="127"/>
                  </a:cubicBezTo>
                  <a:cubicBezTo>
                    <a:pt x="70" y="127"/>
                    <a:pt x="71" y="127"/>
                    <a:pt x="71" y="127"/>
                  </a:cubicBezTo>
                  <a:cubicBezTo>
                    <a:pt x="71" y="127"/>
                    <a:pt x="69" y="127"/>
                    <a:pt x="70" y="127"/>
                  </a:cubicBezTo>
                  <a:cubicBezTo>
                    <a:pt x="69" y="127"/>
                    <a:pt x="69" y="127"/>
                    <a:pt x="68" y="127"/>
                  </a:cubicBezTo>
                  <a:cubicBezTo>
                    <a:pt x="69" y="126"/>
                    <a:pt x="70" y="126"/>
                    <a:pt x="71" y="127"/>
                  </a:cubicBezTo>
                  <a:cubicBezTo>
                    <a:pt x="72" y="127"/>
                    <a:pt x="74" y="128"/>
                    <a:pt x="75" y="128"/>
                  </a:cubicBezTo>
                  <a:cubicBezTo>
                    <a:pt x="75" y="127"/>
                    <a:pt x="74" y="127"/>
                    <a:pt x="73" y="127"/>
                  </a:cubicBezTo>
                  <a:cubicBezTo>
                    <a:pt x="73" y="126"/>
                    <a:pt x="75" y="127"/>
                    <a:pt x="76" y="127"/>
                  </a:cubicBezTo>
                  <a:cubicBezTo>
                    <a:pt x="78" y="128"/>
                    <a:pt x="79" y="128"/>
                    <a:pt x="81" y="128"/>
                  </a:cubicBezTo>
                  <a:cubicBezTo>
                    <a:pt x="82" y="128"/>
                    <a:pt x="83" y="127"/>
                    <a:pt x="84" y="128"/>
                  </a:cubicBezTo>
                  <a:cubicBezTo>
                    <a:pt x="85" y="128"/>
                    <a:pt x="86" y="128"/>
                    <a:pt x="86" y="129"/>
                  </a:cubicBezTo>
                  <a:cubicBezTo>
                    <a:pt x="87" y="129"/>
                    <a:pt x="87" y="129"/>
                    <a:pt x="88" y="129"/>
                  </a:cubicBezTo>
                  <a:cubicBezTo>
                    <a:pt x="89" y="129"/>
                    <a:pt x="90" y="129"/>
                    <a:pt x="91" y="129"/>
                  </a:cubicBezTo>
                  <a:cubicBezTo>
                    <a:pt x="90" y="129"/>
                    <a:pt x="88" y="129"/>
                    <a:pt x="88" y="128"/>
                  </a:cubicBezTo>
                  <a:cubicBezTo>
                    <a:pt x="88" y="128"/>
                    <a:pt x="87" y="128"/>
                    <a:pt x="87" y="128"/>
                  </a:cubicBezTo>
                  <a:cubicBezTo>
                    <a:pt x="87" y="128"/>
                    <a:pt x="87" y="128"/>
                    <a:pt x="87" y="128"/>
                  </a:cubicBezTo>
                  <a:cubicBezTo>
                    <a:pt x="87" y="128"/>
                    <a:pt x="86" y="128"/>
                    <a:pt x="85" y="127"/>
                  </a:cubicBezTo>
                  <a:cubicBezTo>
                    <a:pt x="86" y="127"/>
                    <a:pt x="86" y="127"/>
                    <a:pt x="86" y="127"/>
                  </a:cubicBezTo>
                  <a:cubicBezTo>
                    <a:pt x="86" y="127"/>
                    <a:pt x="85" y="127"/>
                    <a:pt x="85" y="127"/>
                  </a:cubicBezTo>
                  <a:cubicBezTo>
                    <a:pt x="85" y="127"/>
                    <a:pt x="85" y="127"/>
                    <a:pt x="85" y="127"/>
                  </a:cubicBezTo>
                  <a:cubicBezTo>
                    <a:pt x="84" y="127"/>
                    <a:pt x="83" y="127"/>
                    <a:pt x="83" y="126"/>
                  </a:cubicBezTo>
                  <a:cubicBezTo>
                    <a:pt x="83" y="126"/>
                    <a:pt x="86" y="127"/>
                    <a:pt x="86" y="126"/>
                  </a:cubicBezTo>
                  <a:cubicBezTo>
                    <a:pt x="86" y="126"/>
                    <a:pt x="84" y="126"/>
                    <a:pt x="84" y="126"/>
                  </a:cubicBezTo>
                  <a:cubicBezTo>
                    <a:pt x="84" y="126"/>
                    <a:pt x="86" y="125"/>
                    <a:pt x="86" y="125"/>
                  </a:cubicBezTo>
                  <a:cubicBezTo>
                    <a:pt x="85" y="124"/>
                    <a:pt x="89" y="124"/>
                    <a:pt x="89" y="124"/>
                  </a:cubicBezTo>
                  <a:cubicBezTo>
                    <a:pt x="89" y="123"/>
                    <a:pt x="87" y="124"/>
                    <a:pt x="86" y="124"/>
                  </a:cubicBezTo>
                  <a:cubicBezTo>
                    <a:pt x="86" y="124"/>
                    <a:pt x="85" y="124"/>
                    <a:pt x="85" y="124"/>
                  </a:cubicBezTo>
                  <a:cubicBezTo>
                    <a:pt x="84" y="124"/>
                    <a:pt x="83" y="124"/>
                    <a:pt x="83" y="124"/>
                  </a:cubicBezTo>
                  <a:cubicBezTo>
                    <a:pt x="83" y="125"/>
                    <a:pt x="83" y="125"/>
                    <a:pt x="84" y="125"/>
                  </a:cubicBezTo>
                  <a:cubicBezTo>
                    <a:pt x="84" y="125"/>
                    <a:pt x="85" y="125"/>
                    <a:pt x="85" y="125"/>
                  </a:cubicBezTo>
                  <a:cubicBezTo>
                    <a:pt x="85" y="126"/>
                    <a:pt x="82" y="126"/>
                    <a:pt x="82" y="126"/>
                  </a:cubicBezTo>
                  <a:cubicBezTo>
                    <a:pt x="81" y="126"/>
                    <a:pt x="80" y="126"/>
                    <a:pt x="79" y="126"/>
                  </a:cubicBezTo>
                  <a:cubicBezTo>
                    <a:pt x="78" y="126"/>
                    <a:pt x="77" y="127"/>
                    <a:pt x="75" y="127"/>
                  </a:cubicBezTo>
                  <a:cubicBezTo>
                    <a:pt x="76" y="126"/>
                    <a:pt x="75" y="126"/>
                    <a:pt x="76" y="126"/>
                  </a:cubicBezTo>
                  <a:cubicBezTo>
                    <a:pt x="75" y="126"/>
                    <a:pt x="74" y="126"/>
                    <a:pt x="74" y="126"/>
                  </a:cubicBezTo>
                  <a:cubicBezTo>
                    <a:pt x="74" y="126"/>
                    <a:pt x="74" y="126"/>
                    <a:pt x="74" y="126"/>
                  </a:cubicBezTo>
                  <a:cubicBezTo>
                    <a:pt x="74" y="127"/>
                    <a:pt x="73" y="126"/>
                    <a:pt x="73" y="126"/>
                  </a:cubicBezTo>
                  <a:cubicBezTo>
                    <a:pt x="73" y="126"/>
                    <a:pt x="73" y="126"/>
                    <a:pt x="73" y="126"/>
                  </a:cubicBezTo>
                  <a:cubicBezTo>
                    <a:pt x="73" y="126"/>
                    <a:pt x="73" y="126"/>
                    <a:pt x="73" y="126"/>
                  </a:cubicBezTo>
                  <a:cubicBezTo>
                    <a:pt x="73" y="125"/>
                    <a:pt x="75" y="125"/>
                    <a:pt x="75" y="125"/>
                  </a:cubicBezTo>
                  <a:cubicBezTo>
                    <a:pt x="74" y="125"/>
                    <a:pt x="73" y="125"/>
                    <a:pt x="72" y="125"/>
                  </a:cubicBezTo>
                  <a:cubicBezTo>
                    <a:pt x="72" y="126"/>
                    <a:pt x="72" y="126"/>
                    <a:pt x="71" y="125"/>
                  </a:cubicBezTo>
                  <a:cubicBezTo>
                    <a:pt x="71" y="125"/>
                    <a:pt x="70" y="126"/>
                    <a:pt x="70" y="126"/>
                  </a:cubicBezTo>
                  <a:cubicBezTo>
                    <a:pt x="70" y="125"/>
                    <a:pt x="70" y="125"/>
                    <a:pt x="70" y="125"/>
                  </a:cubicBezTo>
                  <a:cubicBezTo>
                    <a:pt x="70" y="125"/>
                    <a:pt x="71" y="125"/>
                    <a:pt x="71" y="125"/>
                  </a:cubicBezTo>
                  <a:cubicBezTo>
                    <a:pt x="72" y="126"/>
                    <a:pt x="73" y="125"/>
                    <a:pt x="74" y="125"/>
                  </a:cubicBezTo>
                  <a:cubicBezTo>
                    <a:pt x="74" y="124"/>
                    <a:pt x="76" y="124"/>
                    <a:pt x="76" y="124"/>
                  </a:cubicBezTo>
                  <a:cubicBezTo>
                    <a:pt x="77" y="124"/>
                    <a:pt x="77" y="124"/>
                    <a:pt x="78" y="123"/>
                  </a:cubicBezTo>
                  <a:cubicBezTo>
                    <a:pt x="77" y="123"/>
                    <a:pt x="76" y="124"/>
                    <a:pt x="76" y="123"/>
                  </a:cubicBezTo>
                  <a:cubicBezTo>
                    <a:pt x="77" y="123"/>
                    <a:pt x="78" y="123"/>
                    <a:pt x="79" y="123"/>
                  </a:cubicBezTo>
                  <a:cubicBezTo>
                    <a:pt x="79" y="123"/>
                    <a:pt x="80" y="123"/>
                    <a:pt x="80" y="123"/>
                  </a:cubicBezTo>
                  <a:cubicBezTo>
                    <a:pt x="81" y="123"/>
                    <a:pt x="81" y="123"/>
                    <a:pt x="82" y="123"/>
                  </a:cubicBezTo>
                  <a:cubicBezTo>
                    <a:pt x="82" y="123"/>
                    <a:pt x="81" y="123"/>
                    <a:pt x="81" y="123"/>
                  </a:cubicBezTo>
                  <a:cubicBezTo>
                    <a:pt x="81" y="123"/>
                    <a:pt x="81" y="123"/>
                    <a:pt x="82" y="123"/>
                  </a:cubicBezTo>
                  <a:cubicBezTo>
                    <a:pt x="82" y="123"/>
                    <a:pt x="83" y="123"/>
                    <a:pt x="83" y="123"/>
                  </a:cubicBezTo>
                  <a:cubicBezTo>
                    <a:pt x="83" y="123"/>
                    <a:pt x="85" y="123"/>
                    <a:pt x="84" y="123"/>
                  </a:cubicBezTo>
                  <a:cubicBezTo>
                    <a:pt x="85" y="123"/>
                    <a:pt x="85" y="123"/>
                    <a:pt x="85" y="123"/>
                  </a:cubicBezTo>
                  <a:cubicBezTo>
                    <a:pt x="85" y="123"/>
                    <a:pt x="86" y="123"/>
                    <a:pt x="86" y="123"/>
                  </a:cubicBezTo>
                  <a:cubicBezTo>
                    <a:pt x="86" y="123"/>
                    <a:pt x="87" y="123"/>
                    <a:pt x="87" y="123"/>
                  </a:cubicBezTo>
                  <a:cubicBezTo>
                    <a:pt x="87" y="123"/>
                    <a:pt x="87" y="123"/>
                    <a:pt x="88" y="123"/>
                  </a:cubicBezTo>
                  <a:cubicBezTo>
                    <a:pt x="88" y="122"/>
                    <a:pt x="88" y="122"/>
                    <a:pt x="88" y="122"/>
                  </a:cubicBezTo>
                  <a:cubicBezTo>
                    <a:pt x="88" y="122"/>
                    <a:pt x="88" y="122"/>
                    <a:pt x="89" y="122"/>
                  </a:cubicBezTo>
                  <a:cubicBezTo>
                    <a:pt x="89" y="122"/>
                    <a:pt x="89" y="122"/>
                    <a:pt x="90" y="122"/>
                  </a:cubicBezTo>
                  <a:cubicBezTo>
                    <a:pt x="89" y="122"/>
                    <a:pt x="89" y="122"/>
                    <a:pt x="89" y="122"/>
                  </a:cubicBezTo>
                  <a:cubicBezTo>
                    <a:pt x="89" y="121"/>
                    <a:pt x="89" y="121"/>
                    <a:pt x="89" y="121"/>
                  </a:cubicBezTo>
                  <a:cubicBezTo>
                    <a:pt x="90" y="121"/>
                    <a:pt x="91" y="121"/>
                    <a:pt x="91" y="121"/>
                  </a:cubicBezTo>
                  <a:cubicBezTo>
                    <a:pt x="91" y="120"/>
                    <a:pt x="90" y="121"/>
                    <a:pt x="90" y="121"/>
                  </a:cubicBezTo>
                  <a:cubicBezTo>
                    <a:pt x="89" y="121"/>
                    <a:pt x="88" y="122"/>
                    <a:pt x="87" y="121"/>
                  </a:cubicBezTo>
                  <a:cubicBezTo>
                    <a:pt x="87" y="121"/>
                    <a:pt x="87" y="121"/>
                    <a:pt x="87" y="121"/>
                  </a:cubicBezTo>
                  <a:cubicBezTo>
                    <a:pt x="88" y="121"/>
                    <a:pt x="88" y="120"/>
                    <a:pt x="88" y="120"/>
                  </a:cubicBezTo>
                  <a:cubicBezTo>
                    <a:pt x="88" y="120"/>
                    <a:pt x="89" y="120"/>
                    <a:pt x="90" y="120"/>
                  </a:cubicBezTo>
                  <a:cubicBezTo>
                    <a:pt x="90" y="120"/>
                    <a:pt x="88" y="120"/>
                    <a:pt x="88" y="120"/>
                  </a:cubicBezTo>
                  <a:cubicBezTo>
                    <a:pt x="88" y="120"/>
                    <a:pt x="89" y="119"/>
                    <a:pt x="89" y="119"/>
                  </a:cubicBezTo>
                  <a:cubicBezTo>
                    <a:pt x="89" y="119"/>
                    <a:pt x="89" y="119"/>
                    <a:pt x="89" y="119"/>
                  </a:cubicBezTo>
                  <a:cubicBezTo>
                    <a:pt x="89" y="119"/>
                    <a:pt x="90" y="118"/>
                    <a:pt x="90" y="118"/>
                  </a:cubicBezTo>
                  <a:cubicBezTo>
                    <a:pt x="90" y="118"/>
                    <a:pt x="90" y="118"/>
                    <a:pt x="91" y="118"/>
                  </a:cubicBezTo>
                  <a:cubicBezTo>
                    <a:pt x="91" y="118"/>
                    <a:pt x="92" y="118"/>
                    <a:pt x="92" y="118"/>
                  </a:cubicBezTo>
                  <a:cubicBezTo>
                    <a:pt x="92" y="118"/>
                    <a:pt x="90" y="118"/>
                    <a:pt x="90" y="119"/>
                  </a:cubicBezTo>
                  <a:cubicBezTo>
                    <a:pt x="91" y="119"/>
                    <a:pt x="92" y="118"/>
                    <a:pt x="92" y="118"/>
                  </a:cubicBezTo>
                  <a:cubicBezTo>
                    <a:pt x="93" y="118"/>
                    <a:pt x="93" y="118"/>
                    <a:pt x="93" y="119"/>
                  </a:cubicBezTo>
                  <a:cubicBezTo>
                    <a:pt x="93" y="119"/>
                    <a:pt x="93" y="119"/>
                    <a:pt x="93" y="119"/>
                  </a:cubicBezTo>
                  <a:cubicBezTo>
                    <a:pt x="93" y="120"/>
                    <a:pt x="95" y="120"/>
                    <a:pt x="94" y="119"/>
                  </a:cubicBezTo>
                  <a:cubicBezTo>
                    <a:pt x="94" y="119"/>
                    <a:pt x="94" y="119"/>
                    <a:pt x="94" y="119"/>
                  </a:cubicBezTo>
                  <a:cubicBezTo>
                    <a:pt x="93" y="118"/>
                    <a:pt x="94" y="119"/>
                    <a:pt x="94" y="119"/>
                  </a:cubicBezTo>
                  <a:cubicBezTo>
                    <a:pt x="95" y="119"/>
                    <a:pt x="95" y="118"/>
                    <a:pt x="95" y="118"/>
                  </a:cubicBezTo>
                  <a:cubicBezTo>
                    <a:pt x="95" y="119"/>
                    <a:pt x="95" y="119"/>
                    <a:pt x="95" y="119"/>
                  </a:cubicBezTo>
                  <a:cubicBezTo>
                    <a:pt x="95" y="119"/>
                    <a:pt x="96" y="119"/>
                    <a:pt x="96" y="119"/>
                  </a:cubicBezTo>
                  <a:cubicBezTo>
                    <a:pt x="96" y="118"/>
                    <a:pt x="94" y="118"/>
                    <a:pt x="94" y="118"/>
                  </a:cubicBezTo>
                  <a:cubicBezTo>
                    <a:pt x="94" y="118"/>
                    <a:pt x="93" y="118"/>
                    <a:pt x="93" y="118"/>
                  </a:cubicBezTo>
                  <a:cubicBezTo>
                    <a:pt x="93" y="117"/>
                    <a:pt x="95" y="118"/>
                    <a:pt x="95" y="118"/>
                  </a:cubicBezTo>
                  <a:cubicBezTo>
                    <a:pt x="96" y="118"/>
                    <a:pt x="97" y="118"/>
                    <a:pt x="97" y="117"/>
                  </a:cubicBezTo>
                  <a:cubicBezTo>
                    <a:pt x="96" y="117"/>
                    <a:pt x="96" y="117"/>
                    <a:pt x="95" y="117"/>
                  </a:cubicBezTo>
                  <a:cubicBezTo>
                    <a:pt x="94" y="117"/>
                    <a:pt x="96" y="116"/>
                    <a:pt x="96" y="116"/>
                  </a:cubicBezTo>
                  <a:cubicBezTo>
                    <a:pt x="96" y="116"/>
                    <a:pt x="95" y="116"/>
                    <a:pt x="95" y="116"/>
                  </a:cubicBezTo>
                  <a:cubicBezTo>
                    <a:pt x="94" y="116"/>
                    <a:pt x="94" y="117"/>
                    <a:pt x="94" y="117"/>
                  </a:cubicBezTo>
                  <a:cubicBezTo>
                    <a:pt x="94" y="117"/>
                    <a:pt x="93" y="117"/>
                    <a:pt x="93" y="117"/>
                  </a:cubicBezTo>
                  <a:cubicBezTo>
                    <a:pt x="92" y="117"/>
                    <a:pt x="92" y="117"/>
                    <a:pt x="92" y="117"/>
                  </a:cubicBezTo>
                  <a:cubicBezTo>
                    <a:pt x="91" y="117"/>
                    <a:pt x="91" y="117"/>
                    <a:pt x="90" y="117"/>
                  </a:cubicBezTo>
                  <a:cubicBezTo>
                    <a:pt x="90" y="116"/>
                    <a:pt x="92" y="117"/>
                    <a:pt x="92" y="116"/>
                  </a:cubicBezTo>
                  <a:cubicBezTo>
                    <a:pt x="92" y="116"/>
                    <a:pt x="92" y="116"/>
                    <a:pt x="92" y="116"/>
                  </a:cubicBezTo>
                  <a:cubicBezTo>
                    <a:pt x="92" y="116"/>
                    <a:pt x="93" y="116"/>
                    <a:pt x="93" y="116"/>
                  </a:cubicBezTo>
                  <a:cubicBezTo>
                    <a:pt x="93" y="116"/>
                    <a:pt x="93" y="116"/>
                    <a:pt x="93" y="115"/>
                  </a:cubicBezTo>
                  <a:cubicBezTo>
                    <a:pt x="93" y="115"/>
                    <a:pt x="93" y="115"/>
                    <a:pt x="93" y="115"/>
                  </a:cubicBezTo>
                  <a:cubicBezTo>
                    <a:pt x="94" y="115"/>
                    <a:pt x="94" y="114"/>
                    <a:pt x="95" y="114"/>
                  </a:cubicBezTo>
                  <a:cubicBezTo>
                    <a:pt x="95" y="115"/>
                    <a:pt x="96" y="115"/>
                    <a:pt x="96" y="114"/>
                  </a:cubicBezTo>
                  <a:cubicBezTo>
                    <a:pt x="97" y="114"/>
                    <a:pt x="97" y="114"/>
                    <a:pt x="98" y="114"/>
                  </a:cubicBezTo>
                  <a:cubicBezTo>
                    <a:pt x="98" y="114"/>
                    <a:pt x="97" y="114"/>
                    <a:pt x="96" y="114"/>
                  </a:cubicBezTo>
                  <a:cubicBezTo>
                    <a:pt x="96" y="114"/>
                    <a:pt x="96" y="114"/>
                    <a:pt x="95" y="114"/>
                  </a:cubicBezTo>
                  <a:cubicBezTo>
                    <a:pt x="95" y="114"/>
                    <a:pt x="94" y="114"/>
                    <a:pt x="95" y="114"/>
                  </a:cubicBezTo>
                  <a:cubicBezTo>
                    <a:pt x="95" y="114"/>
                    <a:pt x="93" y="114"/>
                    <a:pt x="93" y="114"/>
                  </a:cubicBezTo>
                  <a:cubicBezTo>
                    <a:pt x="93" y="114"/>
                    <a:pt x="94" y="114"/>
                    <a:pt x="94" y="114"/>
                  </a:cubicBezTo>
                  <a:cubicBezTo>
                    <a:pt x="94" y="113"/>
                    <a:pt x="94" y="113"/>
                    <a:pt x="95" y="113"/>
                  </a:cubicBezTo>
                  <a:cubicBezTo>
                    <a:pt x="95" y="113"/>
                    <a:pt x="96" y="113"/>
                    <a:pt x="97" y="113"/>
                  </a:cubicBezTo>
                  <a:cubicBezTo>
                    <a:pt x="97" y="113"/>
                    <a:pt x="96" y="113"/>
                    <a:pt x="96" y="113"/>
                  </a:cubicBezTo>
                  <a:cubicBezTo>
                    <a:pt x="96" y="113"/>
                    <a:pt x="94" y="113"/>
                    <a:pt x="95" y="112"/>
                  </a:cubicBezTo>
                  <a:cubicBezTo>
                    <a:pt x="96" y="112"/>
                    <a:pt x="96" y="112"/>
                    <a:pt x="97" y="112"/>
                  </a:cubicBezTo>
                  <a:cubicBezTo>
                    <a:pt x="98" y="112"/>
                    <a:pt x="98" y="112"/>
                    <a:pt x="99" y="112"/>
                  </a:cubicBezTo>
                  <a:cubicBezTo>
                    <a:pt x="99" y="111"/>
                    <a:pt x="99" y="111"/>
                    <a:pt x="99" y="111"/>
                  </a:cubicBezTo>
                  <a:cubicBezTo>
                    <a:pt x="99" y="111"/>
                    <a:pt x="98" y="111"/>
                    <a:pt x="98" y="111"/>
                  </a:cubicBezTo>
                  <a:cubicBezTo>
                    <a:pt x="98" y="111"/>
                    <a:pt x="97" y="110"/>
                    <a:pt x="98" y="110"/>
                  </a:cubicBezTo>
                  <a:cubicBezTo>
                    <a:pt x="99" y="110"/>
                    <a:pt x="100" y="110"/>
                    <a:pt x="100" y="110"/>
                  </a:cubicBezTo>
                  <a:cubicBezTo>
                    <a:pt x="101" y="109"/>
                    <a:pt x="99" y="109"/>
                    <a:pt x="99" y="109"/>
                  </a:cubicBezTo>
                  <a:cubicBezTo>
                    <a:pt x="99" y="109"/>
                    <a:pt x="99" y="109"/>
                    <a:pt x="98" y="109"/>
                  </a:cubicBezTo>
                  <a:cubicBezTo>
                    <a:pt x="96" y="110"/>
                    <a:pt x="95" y="110"/>
                    <a:pt x="93" y="110"/>
                  </a:cubicBezTo>
                  <a:cubicBezTo>
                    <a:pt x="93" y="110"/>
                    <a:pt x="94" y="110"/>
                    <a:pt x="95" y="109"/>
                  </a:cubicBezTo>
                  <a:cubicBezTo>
                    <a:pt x="95" y="109"/>
                    <a:pt x="95" y="110"/>
                    <a:pt x="96" y="109"/>
                  </a:cubicBezTo>
                  <a:cubicBezTo>
                    <a:pt x="96" y="109"/>
                    <a:pt x="95" y="109"/>
                    <a:pt x="95" y="109"/>
                  </a:cubicBezTo>
                  <a:cubicBezTo>
                    <a:pt x="95" y="109"/>
                    <a:pt x="95" y="109"/>
                    <a:pt x="94" y="109"/>
                  </a:cubicBezTo>
                  <a:cubicBezTo>
                    <a:pt x="94" y="109"/>
                    <a:pt x="94" y="109"/>
                    <a:pt x="93" y="109"/>
                  </a:cubicBezTo>
                  <a:cubicBezTo>
                    <a:pt x="93" y="110"/>
                    <a:pt x="92" y="110"/>
                    <a:pt x="92" y="110"/>
                  </a:cubicBezTo>
                  <a:cubicBezTo>
                    <a:pt x="91" y="110"/>
                    <a:pt x="91" y="110"/>
                    <a:pt x="91" y="110"/>
                  </a:cubicBezTo>
                  <a:cubicBezTo>
                    <a:pt x="90" y="109"/>
                    <a:pt x="90" y="110"/>
                    <a:pt x="89" y="110"/>
                  </a:cubicBezTo>
                  <a:cubicBezTo>
                    <a:pt x="88" y="110"/>
                    <a:pt x="88" y="109"/>
                    <a:pt x="88" y="109"/>
                  </a:cubicBezTo>
                  <a:cubicBezTo>
                    <a:pt x="87" y="109"/>
                    <a:pt x="87" y="109"/>
                    <a:pt x="86" y="109"/>
                  </a:cubicBezTo>
                  <a:cubicBezTo>
                    <a:pt x="86" y="109"/>
                    <a:pt x="85" y="109"/>
                    <a:pt x="85" y="108"/>
                  </a:cubicBezTo>
                  <a:cubicBezTo>
                    <a:pt x="84" y="107"/>
                    <a:pt x="84" y="107"/>
                    <a:pt x="83" y="107"/>
                  </a:cubicBezTo>
                  <a:cubicBezTo>
                    <a:pt x="81" y="106"/>
                    <a:pt x="79" y="107"/>
                    <a:pt x="77" y="106"/>
                  </a:cubicBezTo>
                  <a:cubicBezTo>
                    <a:pt x="77" y="106"/>
                    <a:pt x="76" y="106"/>
                    <a:pt x="76" y="106"/>
                  </a:cubicBezTo>
                  <a:cubicBezTo>
                    <a:pt x="75" y="105"/>
                    <a:pt x="75" y="105"/>
                    <a:pt x="75" y="105"/>
                  </a:cubicBezTo>
                  <a:cubicBezTo>
                    <a:pt x="75" y="104"/>
                    <a:pt x="74" y="104"/>
                    <a:pt x="73" y="104"/>
                  </a:cubicBezTo>
                  <a:cubicBezTo>
                    <a:pt x="74" y="103"/>
                    <a:pt x="75" y="103"/>
                    <a:pt x="76" y="102"/>
                  </a:cubicBezTo>
                  <a:cubicBezTo>
                    <a:pt x="77" y="102"/>
                    <a:pt x="79" y="102"/>
                    <a:pt x="80" y="102"/>
                  </a:cubicBezTo>
                  <a:cubicBezTo>
                    <a:pt x="83" y="103"/>
                    <a:pt x="85" y="102"/>
                    <a:pt x="88" y="103"/>
                  </a:cubicBezTo>
                  <a:cubicBezTo>
                    <a:pt x="89" y="104"/>
                    <a:pt x="90" y="104"/>
                    <a:pt x="91" y="105"/>
                  </a:cubicBezTo>
                  <a:cubicBezTo>
                    <a:pt x="92" y="105"/>
                    <a:pt x="92" y="105"/>
                    <a:pt x="93" y="106"/>
                  </a:cubicBezTo>
                  <a:cubicBezTo>
                    <a:pt x="94" y="106"/>
                    <a:pt x="94" y="106"/>
                    <a:pt x="95" y="106"/>
                  </a:cubicBezTo>
                  <a:cubicBezTo>
                    <a:pt x="95" y="106"/>
                    <a:pt x="96" y="106"/>
                    <a:pt x="96" y="106"/>
                  </a:cubicBezTo>
                  <a:cubicBezTo>
                    <a:pt x="97" y="106"/>
                    <a:pt x="98" y="106"/>
                    <a:pt x="98" y="107"/>
                  </a:cubicBezTo>
                  <a:cubicBezTo>
                    <a:pt x="99" y="107"/>
                    <a:pt x="99" y="107"/>
                    <a:pt x="100" y="107"/>
                  </a:cubicBezTo>
                  <a:cubicBezTo>
                    <a:pt x="100" y="106"/>
                    <a:pt x="99" y="106"/>
                    <a:pt x="99" y="106"/>
                  </a:cubicBezTo>
                  <a:cubicBezTo>
                    <a:pt x="99" y="106"/>
                    <a:pt x="101" y="105"/>
                    <a:pt x="101" y="105"/>
                  </a:cubicBezTo>
                  <a:cubicBezTo>
                    <a:pt x="101" y="105"/>
                    <a:pt x="97" y="107"/>
                    <a:pt x="97" y="106"/>
                  </a:cubicBezTo>
                  <a:cubicBezTo>
                    <a:pt x="97" y="105"/>
                    <a:pt x="98" y="105"/>
                    <a:pt x="98" y="105"/>
                  </a:cubicBezTo>
                  <a:cubicBezTo>
                    <a:pt x="97" y="105"/>
                    <a:pt x="96" y="105"/>
                    <a:pt x="96" y="105"/>
                  </a:cubicBezTo>
                  <a:cubicBezTo>
                    <a:pt x="96" y="104"/>
                    <a:pt x="97" y="104"/>
                    <a:pt x="97" y="104"/>
                  </a:cubicBezTo>
                  <a:cubicBezTo>
                    <a:pt x="97" y="104"/>
                    <a:pt x="98" y="105"/>
                    <a:pt x="98" y="105"/>
                  </a:cubicBezTo>
                  <a:cubicBezTo>
                    <a:pt x="98" y="105"/>
                    <a:pt x="98" y="105"/>
                    <a:pt x="98" y="105"/>
                  </a:cubicBezTo>
                  <a:cubicBezTo>
                    <a:pt x="99" y="104"/>
                    <a:pt x="99" y="105"/>
                    <a:pt x="99" y="105"/>
                  </a:cubicBezTo>
                  <a:cubicBezTo>
                    <a:pt x="99" y="105"/>
                    <a:pt x="99" y="104"/>
                    <a:pt x="99" y="104"/>
                  </a:cubicBezTo>
                  <a:cubicBezTo>
                    <a:pt x="99" y="104"/>
                    <a:pt x="98" y="104"/>
                    <a:pt x="98" y="104"/>
                  </a:cubicBezTo>
                  <a:cubicBezTo>
                    <a:pt x="99" y="104"/>
                    <a:pt x="99" y="104"/>
                    <a:pt x="100" y="104"/>
                  </a:cubicBezTo>
                  <a:cubicBezTo>
                    <a:pt x="100" y="104"/>
                    <a:pt x="100" y="104"/>
                    <a:pt x="101" y="104"/>
                  </a:cubicBezTo>
                  <a:cubicBezTo>
                    <a:pt x="101" y="104"/>
                    <a:pt x="100" y="103"/>
                    <a:pt x="100" y="103"/>
                  </a:cubicBezTo>
                  <a:cubicBezTo>
                    <a:pt x="99" y="103"/>
                    <a:pt x="98" y="104"/>
                    <a:pt x="98" y="104"/>
                  </a:cubicBezTo>
                  <a:cubicBezTo>
                    <a:pt x="98" y="103"/>
                    <a:pt x="98" y="103"/>
                    <a:pt x="98" y="103"/>
                  </a:cubicBezTo>
                  <a:cubicBezTo>
                    <a:pt x="97" y="103"/>
                    <a:pt x="97" y="104"/>
                    <a:pt x="96" y="103"/>
                  </a:cubicBezTo>
                  <a:cubicBezTo>
                    <a:pt x="95" y="103"/>
                    <a:pt x="97" y="103"/>
                    <a:pt x="97" y="102"/>
                  </a:cubicBezTo>
                  <a:cubicBezTo>
                    <a:pt x="98" y="102"/>
                    <a:pt x="100" y="104"/>
                    <a:pt x="101" y="103"/>
                  </a:cubicBezTo>
                  <a:cubicBezTo>
                    <a:pt x="101" y="103"/>
                    <a:pt x="100" y="103"/>
                    <a:pt x="100" y="102"/>
                  </a:cubicBezTo>
                  <a:cubicBezTo>
                    <a:pt x="100" y="102"/>
                    <a:pt x="100" y="102"/>
                    <a:pt x="100" y="102"/>
                  </a:cubicBezTo>
                  <a:cubicBezTo>
                    <a:pt x="100" y="102"/>
                    <a:pt x="99" y="102"/>
                    <a:pt x="99" y="102"/>
                  </a:cubicBezTo>
                  <a:cubicBezTo>
                    <a:pt x="98" y="102"/>
                    <a:pt x="98" y="101"/>
                    <a:pt x="97" y="101"/>
                  </a:cubicBezTo>
                  <a:cubicBezTo>
                    <a:pt x="96" y="101"/>
                    <a:pt x="96" y="101"/>
                    <a:pt x="95" y="101"/>
                  </a:cubicBezTo>
                  <a:cubicBezTo>
                    <a:pt x="95" y="101"/>
                    <a:pt x="94" y="101"/>
                    <a:pt x="94" y="100"/>
                  </a:cubicBezTo>
                  <a:cubicBezTo>
                    <a:pt x="95" y="100"/>
                    <a:pt x="96" y="100"/>
                    <a:pt x="98" y="101"/>
                  </a:cubicBezTo>
                  <a:cubicBezTo>
                    <a:pt x="98" y="101"/>
                    <a:pt x="100" y="101"/>
                    <a:pt x="101" y="100"/>
                  </a:cubicBezTo>
                  <a:cubicBezTo>
                    <a:pt x="100" y="100"/>
                    <a:pt x="99" y="100"/>
                    <a:pt x="98" y="100"/>
                  </a:cubicBezTo>
                  <a:cubicBezTo>
                    <a:pt x="98" y="100"/>
                    <a:pt x="97" y="100"/>
                    <a:pt x="97" y="100"/>
                  </a:cubicBezTo>
                  <a:cubicBezTo>
                    <a:pt x="97" y="100"/>
                    <a:pt x="98" y="100"/>
                    <a:pt x="98" y="100"/>
                  </a:cubicBezTo>
                  <a:cubicBezTo>
                    <a:pt x="97" y="100"/>
                    <a:pt x="99" y="99"/>
                    <a:pt x="99" y="99"/>
                  </a:cubicBezTo>
                  <a:cubicBezTo>
                    <a:pt x="98" y="99"/>
                    <a:pt x="97" y="100"/>
                    <a:pt x="96" y="100"/>
                  </a:cubicBezTo>
                  <a:cubicBezTo>
                    <a:pt x="95" y="99"/>
                    <a:pt x="95" y="99"/>
                    <a:pt x="94" y="99"/>
                  </a:cubicBezTo>
                  <a:cubicBezTo>
                    <a:pt x="94" y="100"/>
                    <a:pt x="93" y="100"/>
                    <a:pt x="92" y="100"/>
                  </a:cubicBezTo>
                  <a:cubicBezTo>
                    <a:pt x="92" y="99"/>
                    <a:pt x="95" y="98"/>
                    <a:pt x="95" y="98"/>
                  </a:cubicBezTo>
                  <a:cubicBezTo>
                    <a:pt x="96" y="98"/>
                    <a:pt x="97" y="98"/>
                    <a:pt x="97" y="98"/>
                  </a:cubicBezTo>
                  <a:cubicBezTo>
                    <a:pt x="98" y="98"/>
                    <a:pt x="98" y="98"/>
                    <a:pt x="97" y="98"/>
                  </a:cubicBezTo>
                  <a:cubicBezTo>
                    <a:pt x="97" y="97"/>
                    <a:pt x="97" y="97"/>
                    <a:pt x="97" y="97"/>
                  </a:cubicBezTo>
                  <a:cubicBezTo>
                    <a:pt x="96" y="97"/>
                    <a:pt x="96" y="98"/>
                    <a:pt x="95" y="98"/>
                  </a:cubicBezTo>
                  <a:cubicBezTo>
                    <a:pt x="94" y="99"/>
                    <a:pt x="93" y="99"/>
                    <a:pt x="92" y="99"/>
                  </a:cubicBezTo>
                  <a:cubicBezTo>
                    <a:pt x="92" y="99"/>
                    <a:pt x="90" y="99"/>
                    <a:pt x="90" y="99"/>
                  </a:cubicBezTo>
                  <a:cubicBezTo>
                    <a:pt x="90" y="99"/>
                    <a:pt x="91" y="99"/>
                    <a:pt x="91" y="99"/>
                  </a:cubicBezTo>
                  <a:cubicBezTo>
                    <a:pt x="92" y="98"/>
                    <a:pt x="92" y="98"/>
                    <a:pt x="93" y="98"/>
                  </a:cubicBezTo>
                  <a:cubicBezTo>
                    <a:pt x="93" y="97"/>
                    <a:pt x="93" y="97"/>
                    <a:pt x="94" y="97"/>
                  </a:cubicBezTo>
                  <a:cubicBezTo>
                    <a:pt x="95" y="97"/>
                    <a:pt x="96" y="97"/>
                    <a:pt x="97" y="97"/>
                  </a:cubicBezTo>
                  <a:cubicBezTo>
                    <a:pt x="98" y="96"/>
                    <a:pt x="100" y="97"/>
                    <a:pt x="100" y="96"/>
                  </a:cubicBezTo>
                  <a:cubicBezTo>
                    <a:pt x="100" y="96"/>
                    <a:pt x="98" y="96"/>
                    <a:pt x="98" y="96"/>
                  </a:cubicBezTo>
                  <a:cubicBezTo>
                    <a:pt x="97" y="96"/>
                    <a:pt x="96" y="96"/>
                    <a:pt x="95" y="97"/>
                  </a:cubicBezTo>
                  <a:cubicBezTo>
                    <a:pt x="93" y="97"/>
                    <a:pt x="90" y="98"/>
                    <a:pt x="89" y="97"/>
                  </a:cubicBezTo>
                  <a:cubicBezTo>
                    <a:pt x="89" y="96"/>
                    <a:pt x="90" y="96"/>
                    <a:pt x="91" y="96"/>
                  </a:cubicBezTo>
                  <a:cubicBezTo>
                    <a:pt x="92" y="96"/>
                    <a:pt x="93" y="95"/>
                    <a:pt x="94" y="95"/>
                  </a:cubicBezTo>
                  <a:cubicBezTo>
                    <a:pt x="95" y="95"/>
                    <a:pt x="96" y="95"/>
                    <a:pt x="97" y="95"/>
                  </a:cubicBezTo>
                  <a:cubicBezTo>
                    <a:pt x="97" y="95"/>
                    <a:pt x="100" y="95"/>
                    <a:pt x="99" y="94"/>
                  </a:cubicBezTo>
                  <a:cubicBezTo>
                    <a:pt x="99" y="94"/>
                    <a:pt x="98" y="94"/>
                    <a:pt x="98" y="94"/>
                  </a:cubicBezTo>
                  <a:cubicBezTo>
                    <a:pt x="98" y="95"/>
                    <a:pt x="97" y="95"/>
                    <a:pt x="96" y="95"/>
                  </a:cubicBezTo>
                  <a:cubicBezTo>
                    <a:pt x="96" y="95"/>
                    <a:pt x="92" y="95"/>
                    <a:pt x="93" y="94"/>
                  </a:cubicBezTo>
                  <a:cubicBezTo>
                    <a:pt x="92" y="94"/>
                    <a:pt x="91" y="94"/>
                    <a:pt x="90" y="94"/>
                  </a:cubicBezTo>
                  <a:cubicBezTo>
                    <a:pt x="90" y="94"/>
                    <a:pt x="88" y="94"/>
                    <a:pt x="88" y="94"/>
                  </a:cubicBezTo>
                  <a:cubicBezTo>
                    <a:pt x="89" y="93"/>
                    <a:pt x="91" y="93"/>
                    <a:pt x="91" y="93"/>
                  </a:cubicBezTo>
                  <a:cubicBezTo>
                    <a:pt x="92" y="93"/>
                    <a:pt x="92" y="93"/>
                    <a:pt x="92" y="92"/>
                  </a:cubicBezTo>
                  <a:cubicBezTo>
                    <a:pt x="92" y="92"/>
                    <a:pt x="93" y="92"/>
                    <a:pt x="94" y="91"/>
                  </a:cubicBezTo>
                  <a:cubicBezTo>
                    <a:pt x="93" y="91"/>
                    <a:pt x="91" y="92"/>
                    <a:pt x="91" y="92"/>
                  </a:cubicBezTo>
                  <a:cubicBezTo>
                    <a:pt x="91" y="93"/>
                    <a:pt x="91" y="93"/>
                    <a:pt x="90" y="93"/>
                  </a:cubicBezTo>
                  <a:cubicBezTo>
                    <a:pt x="89" y="93"/>
                    <a:pt x="89" y="94"/>
                    <a:pt x="88" y="94"/>
                  </a:cubicBezTo>
                  <a:cubicBezTo>
                    <a:pt x="88" y="93"/>
                    <a:pt x="89" y="93"/>
                    <a:pt x="89" y="93"/>
                  </a:cubicBezTo>
                  <a:cubicBezTo>
                    <a:pt x="89" y="93"/>
                    <a:pt x="89" y="92"/>
                    <a:pt x="89" y="92"/>
                  </a:cubicBezTo>
                  <a:cubicBezTo>
                    <a:pt x="89" y="91"/>
                    <a:pt x="89" y="91"/>
                    <a:pt x="88" y="91"/>
                  </a:cubicBezTo>
                  <a:cubicBezTo>
                    <a:pt x="88" y="90"/>
                    <a:pt x="88" y="90"/>
                    <a:pt x="88" y="90"/>
                  </a:cubicBezTo>
                  <a:cubicBezTo>
                    <a:pt x="88" y="90"/>
                    <a:pt x="88" y="89"/>
                    <a:pt x="88" y="89"/>
                  </a:cubicBezTo>
                  <a:cubicBezTo>
                    <a:pt x="88" y="88"/>
                    <a:pt x="89" y="89"/>
                    <a:pt x="90" y="88"/>
                  </a:cubicBezTo>
                  <a:cubicBezTo>
                    <a:pt x="89" y="88"/>
                    <a:pt x="88" y="88"/>
                    <a:pt x="87" y="88"/>
                  </a:cubicBezTo>
                  <a:cubicBezTo>
                    <a:pt x="87" y="89"/>
                    <a:pt x="87" y="89"/>
                    <a:pt x="87" y="89"/>
                  </a:cubicBezTo>
                  <a:cubicBezTo>
                    <a:pt x="88" y="89"/>
                    <a:pt x="87" y="90"/>
                    <a:pt x="87" y="90"/>
                  </a:cubicBezTo>
                  <a:cubicBezTo>
                    <a:pt x="87" y="91"/>
                    <a:pt x="88" y="91"/>
                    <a:pt x="88" y="92"/>
                  </a:cubicBezTo>
                  <a:cubicBezTo>
                    <a:pt x="88" y="92"/>
                    <a:pt x="88" y="93"/>
                    <a:pt x="88" y="93"/>
                  </a:cubicBezTo>
                  <a:cubicBezTo>
                    <a:pt x="87" y="93"/>
                    <a:pt x="87" y="94"/>
                    <a:pt x="86" y="94"/>
                  </a:cubicBezTo>
                  <a:cubicBezTo>
                    <a:pt x="85" y="94"/>
                    <a:pt x="84" y="94"/>
                    <a:pt x="84" y="94"/>
                  </a:cubicBezTo>
                  <a:cubicBezTo>
                    <a:pt x="85" y="94"/>
                    <a:pt x="85" y="95"/>
                    <a:pt x="84" y="95"/>
                  </a:cubicBezTo>
                  <a:cubicBezTo>
                    <a:pt x="84" y="95"/>
                    <a:pt x="83" y="95"/>
                    <a:pt x="83" y="95"/>
                  </a:cubicBezTo>
                  <a:cubicBezTo>
                    <a:pt x="83" y="94"/>
                    <a:pt x="83" y="94"/>
                    <a:pt x="83" y="94"/>
                  </a:cubicBezTo>
                  <a:cubicBezTo>
                    <a:pt x="83" y="94"/>
                    <a:pt x="82" y="95"/>
                    <a:pt x="82" y="95"/>
                  </a:cubicBezTo>
                  <a:cubicBezTo>
                    <a:pt x="83" y="95"/>
                    <a:pt x="84" y="95"/>
                    <a:pt x="83" y="96"/>
                  </a:cubicBezTo>
                  <a:cubicBezTo>
                    <a:pt x="82" y="97"/>
                    <a:pt x="81" y="97"/>
                    <a:pt x="80" y="97"/>
                  </a:cubicBezTo>
                  <a:cubicBezTo>
                    <a:pt x="80" y="97"/>
                    <a:pt x="79" y="97"/>
                    <a:pt x="78" y="97"/>
                  </a:cubicBezTo>
                  <a:cubicBezTo>
                    <a:pt x="78" y="97"/>
                    <a:pt x="78" y="97"/>
                    <a:pt x="77" y="97"/>
                  </a:cubicBezTo>
                  <a:cubicBezTo>
                    <a:pt x="76" y="97"/>
                    <a:pt x="75" y="98"/>
                    <a:pt x="75" y="97"/>
                  </a:cubicBezTo>
                  <a:cubicBezTo>
                    <a:pt x="75" y="97"/>
                    <a:pt x="73" y="97"/>
                    <a:pt x="73" y="96"/>
                  </a:cubicBezTo>
                  <a:cubicBezTo>
                    <a:pt x="73" y="96"/>
                    <a:pt x="74" y="97"/>
                    <a:pt x="74" y="97"/>
                  </a:cubicBezTo>
                  <a:cubicBezTo>
                    <a:pt x="73" y="97"/>
                    <a:pt x="73" y="97"/>
                    <a:pt x="72" y="97"/>
                  </a:cubicBezTo>
                  <a:cubicBezTo>
                    <a:pt x="72" y="97"/>
                    <a:pt x="71" y="97"/>
                    <a:pt x="71" y="96"/>
                  </a:cubicBezTo>
                  <a:cubicBezTo>
                    <a:pt x="71" y="96"/>
                    <a:pt x="71" y="95"/>
                    <a:pt x="71" y="95"/>
                  </a:cubicBezTo>
                  <a:cubicBezTo>
                    <a:pt x="71" y="95"/>
                    <a:pt x="72" y="95"/>
                    <a:pt x="72" y="95"/>
                  </a:cubicBezTo>
                  <a:cubicBezTo>
                    <a:pt x="71" y="95"/>
                    <a:pt x="71" y="95"/>
                    <a:pt x="70" y="94"/>
                  </a:cubicBezTo>
                  <a:cubicBezTo>
                    <a:pt x="71" y="94"/>
                    <a:pt x="72" y="94"/>
                    <a:pt x="72" y="94"/>
                  </a:cubicBezTo>
                  <a:cubicBezTo>
                    <a:pt x="73" y="94"/>
                    <a:pt x="73" y="93"/>
                    <a:pt x="74" y="93"/>
                  </a:cubicBezTo>
                  <a:cubicBezTo>
                    <a:pt x="74" y="93"/>
                    <a:pt x="74" y="94"/>
                    <a:pt x="75" y="94"/>
                  </a:cubicBezTo>
                  <a:cubicBezTo>
                    <a:pt x="74" y="93"/>
                    <a:pt x="77" y="93"/>
                    <a:pt x="77" y="93"/>
                  </a:cubicBezTo>
                  <a:cubicBezTo>
                    <a:pt x="78" y="93"/>
                    <a:pt x="79" y="92"/>
                    <a:pt x="81" y="92"/>
                  </a:cubicBezTo>
                  <a:cubicBezTo>
                    <a:pt x="82" y="91"/>
                    <a:pt x="82" y="90"/>
                    <a:pt x="83" y="90"/>
                  </a:cubicBezTo>
                  <a:cubicBezTo>
                    <a:pt x="83" y="89"/>
                    <a:pt x="82" y="90"/>
                    <a:pt x="82" y="91"/>
                  </a:cubicBezTo>
                  <a:cubicBezTo>
                    <a:pt x="81" y="91"/>
                    <a:pt x="80" y="91"/>
                    <a:pt x="79" y="92"/>
                  </a:cubicBezTo>
                  <a:cubicBezTo>
                    <a:pt x="79" y="92"/>
                    <a:pt x="78" y="92"/>
                    <a:pt x="77" y="92"/>
                  </a:cubicBezTo>
                  <a:cubicBezTo>
                    <a:pt x="76" y="92"/>
                    <a:pt x="75" y="92"/>
                    <a:pt x="74" y="92"/>
                  </a:cubicBezTo>
                  <a:cubicBezTo>
                    <a:pt x="75" y="91"/>
                    <a:pt x="75" y="91"/>
                    <a:pt x="76" y="91"/>
                  </a:cubicBezTo>
                  <a:cubicBezTo>
                    <a:pt x="76" y="91"/>
                    <a:pt x="76" y="91"/>
                    <a:pt x="76" y="91"/>
                  </a:cubicBezTo>
                  <a:cubicBezTo>
                    <a:pt x="76" y="90"/>
                    <a:pt x="77" y="90"/>
                    <a:pt x="78" y="90"/>
                  </a:cubicBezTo>
                  <a:cubicBezTo>
                    <a:pt x="78" y="90"/>
                    <a:pt x="80" y="90"/>
                    <a:pt x="80" y="89"/>
                  </a:cubicBezTo>
                  <a:cubicBezTo>
                    <a:pt x="80" y="89"/>
                    <a:pt x="80" y="88"/>
                    <a:pt x="80" y="88"/>
                  </a:cubicBezTo>
                  <a:cubicBezTo>
                    <a:pt x="81" y="88"/>
                    <a:pt x="82" y="89"/>
                    <a:pt x="82" y="88"/>
                  </a:cubicBezTo>
                  <a:cubicBezTo>
                    <a:pt x="82" y="88"/>
                    <a:pt x="81" y="88"/>
                    <a:pt x="81" y="88"/>
                  </a:cubicBezTo>
                  <a:cubicBezTo>
                    <a:pt x="81" y="88"/>
                    <a:pt x="81" y="88"/>
                    <a:pt x="81" y="88"/>
                  </a:cubicBezTo>
                  <a:cubicBezTo>
                    <a:pt x="80" y="88"/>
                    <a:pt x="79" y="89"/>
                    <a:pt x="78" y="88"/>
                  </a:cubicBezTo>
                  <a:cubicBezTo>
                    <a:pt x="78" y="88"/>
                    <a:pt x="78" y="88"/>
                    <a:pt x="79" y="87"/>
                  </a:cubicBezTo>
                  <a:cubicBezTo>
                    <a:pt x="78" y="87"/>
                    <a:pt x="78" y="88"/>
                    <a:pt x="78" y="88"/>
                  </a:cubicBezTo>
                  <a:cubicBezTo>
                    <a:pt x="78" y="88"/>
                    <a:pt x="77" y="88"/>
                    <a:pt x="77" y="88"/>
                  </a:cubicBezTo>
                  <a:cubicBezTo>
                    <a:pt x="75" y="88"/>
                    <a:pt x="77" y="87"/>
                    <a:pt x="78" y="87"/>
                  </a:cubicBezTo>
                  <a:cubicBezTo>
                    <a:pt x="79" y="87"/>
                    <a:pt x="81" y="87"/>
                    <a:pt x="82" y="87"/>
                  </a:cubicBezTo>
                  <a:cubicBezTo>
                    <a:pt x="83" y="87"/>
                    <a:pt x="83" y="87"/>
                    <a:pt x="84" y="87"/>
                  </a:cubicBezTo>
                  <a:cubicBezTo>
                    <a:pt x="85" y="87"/>
                    <a:pt x="85" y="87"/>
                    <a:pt x="85" y="87"/>
                  </a:cubicBezTo>
                  <a:cubicBezTo>
                    <a:pt x="85" y="87"/>
                    <a:pt x="82" y="88"/>
                    <a:pt x="82" y="87"/>
                  </a:cubicBezTo>
                  <a:cubicBezTo>
                    <a:pt x="82" y="87"/>
                    <a:pt x="80" y="87"/>
                    <a:pt x="81" y="86"/>
                  </a:cubicBezTo>
                  <a:cubicBezTo>
                    <a:pt x="82" y="86"/>
                    <a:pt x="82" y="86"/>
                    <a:pt x="83" y="86"/>
                  </a:cubicBezTo>
                  <a:cubicBezTo>
                    <a:pt x="83" y="86"/>
                    <a:pt x="84" y="86"/>
                    <a:pt x="84" y="86"/>
                  </a:cubicBezTo>
                  <a:cubicBezTo>
                    <a:pt x="84" y="86"/>
                    <a:pt x="83" y="86"/>
                    <a:pt x="83" y="86"/>
                  </a:cubicBezTo>
                  <a:cubicBezTo>
                    <a:pt x="82" y="86"/>
                    <a:pt x="83" y="86"/>
                    <a:pt x="83" y="86"/>
                  </a:cubicBezTo>
                  <a:cubicBezTo>
                    <a:pt x="83" y="86"/>
                    <a:pt x="83" y="85"/>
                    <a:pt x="84" y="85"/>
                  </a:cubicBezTo>
                  <a:cubicBezTo>
                    <a:pt x="84" y="85"/>
                    <a:pt x="84" y="85"/>
                    <a:pt x="85" y="85"/>
                  </a:cubicBezTo>
                  <a:cubicBezTo>
                    <a:pt x="84" y="85"/>
                    <a:pt x="84" y="85"/>
                    <a:pt x="84" y="85"/>
                  </a:cubicBezTo>
                  <a:cubicBezTo>
                    <a:pt x="84" y="85"/>
                    <a:pt x="85" y="85"/>
                    <a:pt x="86" y="85"/>
                  </a:cubicBezTo>
                  <a:cubicBezTo>
                    <a:pt x="85" y="84"/>
                    <a:pt x="84" y="85"/>
                    <a:pt x="83" y="85"/>
                  </a:cubicBezTo>
                  <a:cubicBezTo>
                    <a:pt x="84" y="84"/>
                    <a:pt x="85" y="85"/>
                    <a:pt x="85" y="84"/>
                  </a:cubicBezTo>
                  <a:cubicBezTo>
                    <a:pt x="85" y="84"/>
                    <a:pt x="85" y="84"/>
                    <a:pt x="85" y="83"/>
                  </a:cubicBezTo>
                  <a:cubicBezTo>
                    <a:pt x="85" y="83"/>
                    <a:pt x="85" y="83"/>
                    <a:pt x="85" y="83"/>
                  </a:cubicBezTo>
                  <a:cubicBezTo>
                    <a:pt x="85" y="83"/>
                    <a:pt x="85" y="83"/>
                    <a:pt x="85" y="83"/>
                  </a:cubicBezTo>
                  <a:cubicBezTo>
                    <a:pt x="85" y="83"/>
                    <a:pt x="83" y="83"/>
                    <a:pt x="83" y="83"/>
                  </a:cubicBezTo>
                  <a:cubicBezTo>
                    <a:pt x="83" y="82"/>
                    <a:pt x="84" y="82"/>
                    <a:pt x="84" y="82"/>
                  </a:cubicBezTo>
                  <a:cubicBezTo>
                    <a:pt x="83" y="82"/>
                    <a:pt x="83" y="83"/>
                    <a:pt x="83" y="83"/>
                  </a:cubicBezTo>
                  <a:cubicBezTo>
                    <a:pt x="82" y="82"/>
                    <a:pt x="82" y="82"/>
                    <a:pt x="82" y="82"/>
                  </a:cubicBezTo>
                  <a:cubicBezTo>
                    <a:pt x="81" y="82"/>
                    <a:pt x="81" y="82"/>
                    <a:pt x="81" y="82"/>
                  </a:cubicBezTo>
                  <a:cubicBezTo>
                    <a:pt x="80" y="82"/>
                    <a:pt x="79" y="82"/>
                    <a:pt x="79" y="82"/>
                  </a:cubicBezTo>
                  <a:cubicBezTo>
                    <a:pt x="79" y="81"/>
                    <a:pt x="81" y="82"/>
                    <a:pt x="81" y="82"/>
                  </a:cubicBezTo>
                  <a:cubicBezTo>
                    <a:pt x="81" y="82"/>
                    <a:pt x="82" y="81"/>
                    <a:pt x="82" y="81"/>
                  </a:cubicBezTo>
                  <a:cubicBezTo>
                    <a:pt x="82" y="81"/>
                    <a:pt x="82" y="81"/>
                    <a:pt x="82" y="81"/>
                  </a:cubicBezTo>
                  <a:cubicBezTo>
                    <a:pt x="82" y="80"/>
                    <a:pt x="84" y="82"/>
                    <a:pt x="84" y="81"/>
                  </a:cubicBezTo>
                  <a:cubicBezTo>
                    <a:pt x="84" y="81"/>
                    <a:pt x="82" y="80"/>
                    <a:pt x="82" y="80"/>
                  </a:cubicBezTo>
                  <a:cubicBezTo>
                    <a:pt x="82" y="80"/>
                    <a:pt x="83" y="80"/>
                    <a:pt x="83" y="80"/>
                  </a:cubicBezTo>
                  <a:cubicBezTo>
                    <a:pt x="83" y="80"/>
                    <a:pt x="84" y="79"/>
                    <a:pt x="84" y="79"/>
                  </a:cubicBezTo>
                  <a:cubicBezTo>
                    <a:pt x="84" y="79"/>
                    <a:pt x="85" y="79"/>
                    <a:pt x="85" y="80"/>
                  </a:cubicBezTo>
                  <a:cubicBezTo>
                    <a:pt x="85" y="80"/>
                    <a:pt x="85" y="79"/>
                    <a:pt x="85" y="79"/>
                  </a:cubicBezTo>
                  <a:cubicBezTo>
                    <a:pt x="85" y="79"/>
                    <a:pt x="84" y="79"/>
                    <a:pt x="84" y="79"/>
                  </a:cubicBezTo>
                  <a:cubicBezTo>
                    <a:pt x="83" y="79"/>
                    <a:pt x="83" y="79"/>
                    <a:pt x="83" y="78"/>
                  </a:cubicBezTo>
                  <a:cubicBezTo>
                    <a:pt x="83" y="77"/>
                    <a:pt x="82" y="78"/>
                    <a:pt x="82" y="78"/>
                  </a:cubicBezTo>
                  <a:cubicBezTo>
                    <a:pt x="82" y="78"/>
                    <a:pt x="82" y="77"/>
                    <a:pt x="82" y="77"/>
                  </a:cubicBezTo>
                  <a:cubicBezTo>
                    <a:pt x="82" y="77"/>
                    <a:pt x="81" y="77"/>
                    <a:pt x="80" y="77"/>
                  </a:cubicBezTo>
                  <a:cubicBezTo>
                    <a:pt x="81" y="77"/>
                    <a:pt x="82" y="77"/>
                    <a:pt x="82" y="77"/>
                  </a:cubicBezTo>
                  <a:cubicBezTo>
                    <a:pt x="82" y="76"/>
                    <a:pt x="81" y="77"/>
                    <a:pt x="81" y="77"/>
                  </a:cubicBezTo>
                  <a:cubicBezTo>
                    <a:pt x="81" y="76"/>
                    <a:pt x="81" y="76"/>
                    <a:pt x="82" y="76"/>
                  </a:cubicBezTo>
                  <a:cubicBezTo>
                    <a:pt x="81" y="76"/>
                    <a:pt x="82" y="76"/>
                    <a:pt x="82" y="76"/>
                  </a:cubicBezTo>
                  <a:cubicBezTo>
                    <a:pt x="83" y="76"/>
                    <a:pt x="83" y="77"/>
                    <a:pt x="84" y="76"/>
                  </a:cubicBezTo>
                  <a:cubicBezTo>
                    <a:pt x="83" y="76"/>
                    <a:pt x="83" y="76"/>
                    <a:pt x="82" y="75"/>
                  </a:cubicBezTo>
                  <a:cubicBezTo>
                    <a:pt x="83" y="75"/>
                    <a:pt x="83" y="75"/>
                    <a:pt x="84" y="75"/>
                  </a:cubicBezTo>
                  <a:cubicBezTo>
                    <a:pt x="85" y="75"/>
                    <a:pt x="84" y="75"/>
                    <a:pt x="84" y="75"/>
                  </a:cubicBezTo>
                  <a:cubicBezTo>
                    <a:pt x="83" y="75"/>
                    <a:pt x="83" y="75"/>
                    <a:pt x="82" y="74"/>
                  </a:cubicBezTo>
                  <a:cubicBezTo>
                    <a:pt x="82" y="74"/>
                    <a:pt x="83" y="74"/>
                    <a:pt x="83" y="74"/>
                  </a:cubicBezTo>
                  <a:cubicBezTo>
                    <a:pt x="83" y="74"/>
                    <a:pt x="81" y="73"/>
                    <a:pt x="81" y="73"/>
                  </a:cubicBezTo>
                  <a:cubicBezTo>
                    <a:pt x="81" y="73"/>
                    <a:pt x="82" y="73"/>
                    <a:pt x="82" y="73"/>
                  </a:cubicBezTo>
                  <a:cubicBezTo>
                    <a:pt x="82" y="73"/>
                    <a:pt x="82" y="73"/>
                    <a:pt x="82" y="73"/>
                  </a:cubicBezTo>
                  <a:cubicBezTo>
                    <a:pt x="82" y="73"/>
                    <a:pt x="82" y="73"/>
                    <a:pt x="82" y="72"/>
                  </a:cubicBezTo>
                  <a:cubicBezTo>
                    <a:pt x="83" y="72"/>
                    <a:pt x="83" y="72"/>
                    <a:pt x="84" y="72"/>
                  </a:cubicBezTo>
                  <a:cubicBezTo>
                    <a:pt x="83" y="71"/>
                    <a:pt x="83" y="72"/>
                    <a:pt x="82" y="72"/>
                  </a:cubicBezTo>
                  <a:cubicBezTo>
                    <a:pt x="81" y="72"/>
                    <a:pt x="81" y="72"/>
                    <a:pt x="80" y="73"/>
                  </a:cubicBezTo>
                  <a:cubicBezTo>
                    <a:pt x="79" y="73"/>
                    <a:pt x="78" y="73"/>
                    <a:pt x="77" y="73"/>
                  </a:cubicBezTo>
                  <a:cubicBezTo>
                    <a:pt x="76" y="73"/>
                    <a:pt x="76" y="73"/>
                    <a:pt x="75" y="73"/>
                  </a:cubicBezTo>
                  <a:cubicBezTo>
                    <a:pt x="75" y="72"/>
                    <a:pt x="76" y="73"/>
                    <a:pt x="76" y="73"/>
                  </a:cubicBezTo>
                  <a:cubicBezTo>
                    <a:pt x="76" y="72"/>
                    <a:pt x="77" y="72"/>
                    <a:pt x="77" y="72"/>
                  </a:cubicBezTo>
                  <a:cubicBezTo>
                    <a:pt x="78" y="72"/>
                    <a:pt x="79" y="72"/>
                    <a:pt x="80" y="72"/>
                  </a:cubicBezTo>
                  <a:cubicBezTo>
                    <a:pt x="80" y="72"/>
                    <a:pt x="81" y="72"/>
                    <a:pt x="81" y="72"/>
                  </a:cubicBezTo>
                  <a:cubicBezTo>
                    <a:pt x="82" y="72"/>
                    <a:pt x="82" y="72"/>
                    <a:pt x="83" y="71"/>
                  </a:cubicBezTo>
                  <a:cubicBezTo>
                    <a:pt x="82" y="71"/>
                    <a:pt x="82" y="71"/>
                    <a:pt x="81" y="71"/>
                  </a:cubicBezTo>
                  <a:cubicBezTo>
                    <a:pt x="81" y="71"/>
                    <a:pt x="81" y="71"/>
                    <a:pt x="81" y="71"/>
                  </a:cubicBezTo>
                  <a:cubicBezTo>
                    <a:pt x="81" y="71"/>
                    <a:pt x="81" y="71"/>
                    <a:pt x="80" y="71"/>
                  </a:cubicBezTo>
                  <a:cubicBezTo>
                    <a:pt x="82" y="70"/>
                    <a:pt x="83" y="71"/>
                    <a:pt x="84" y="71"/>
                  </a:cubicBezTo>
                  <a:cubicBezTo>
                    <a:pt x="85" y="70"/>
                    <a:pt x="83" y="70"/>
                    <a:pt x="83" y="70"/>
                  </a:cubicBezTo>
                  <a:cubicBezTo>
                    <a:pt x="82" y="70"/>
                    <a:pt x="81" y="71"/>
                    <a:pt x="81" y="70"/>
                  </a:cubicBezTo>
                  <a:cubicBezTo>
                    <a:pt x="81" y="70"/>
                    <a:pt x="82" y="70"/>
                    <a:pt x="83" y="70"/>
                  </a:cubicBezTo>
                  <a:cubicBezTo>
                    <a:pt x="84" y="70"/>
                    <a:pt x="84" y="70"/>
                    <a:pt x="85" y="70"/>
                  </a:cubicBezTo>
                  <a:cubicBezTo>
                    <a:pt x="84" y="70"/>
                    <a:pt x="85" y="69"/>
                    <a:pt x="85" y="69"/>
                  </a:cubicBezTo>
                  <a:cubicBezTo>
                    <a:pt x="84" y="69"/>
                    <a:pt x="83" y="69"/>
                    <a:pt x="83" y="69"/>
                  </a:cubicBezTo>
                  <a:cubicBezTo>
                    <a:pt x="83" y="69"/>
                    <a:pt x="84" y="69"/>
                    <a:pt x="84" y="68"/>
                  </a:cubicBezTo>
                  <a:cubicBezTo>
                    <a:pt x="83" y="68"/>
                    <a:pt x="82" y="69"/>
                    <a:pt x="82" y="68"/>
                  </a:cubicBezTo>
                  <a:cubicBezTo>
                    <a:pt x="82" y="68"/>
                    <a:pt x="81" y="68"/>
                    <a:pt x="81" y="68"/>
                  </a:cubicBezTo>
                  <a:cubicBezTo>
                    <a:pt x="81" y="68"/>
                    <a:pt x="80" y="68"/>
                    <a:pt x="81" y="68"/>
                  </a:cubicBezTo>
                  <a:cubicBezTo>
                    <a:pt x="80" y="68"/>
                    <a:pt x="80" y="67"/>
                    <a:pt x="80" y="68"/>
                  </a:cubicBezTo>
                  <a:cubicBezTo>
                    <a:pt x="80" y="67"/>
                    <a:pt x="81" y="67"/>
                    <a:pt x="82" y="67"/>
                  </a:cubicBezTo>
                  <a:cubicBezTo>
                    <a:pt x="83" y="67"/>
                    <a:pt x="82" y="67"/>
                    <a:pt x="82" y="67"/>
                  </a:cubicBezTo>
                  <a:cubicBezTo>
                    <a:pt x="82" y="66"/>
                    <a:pt x="81" y="66"/>
                    <a:pt x="81" y="66"/>
                  </a:cubicBezTo>
                  <a:cubicBezTo>
                    <a:pt x="80" y="66"/>
                    <a:pt x="80" y="66"/>
                    <a:pt x="79" y="65"/>
                  </a:cubicBezTo>
                  <a:cubicBezTo>
                    <a:pt x="79" y="65"/>
                    <a:pt x="76" y="65"/>
                    <a:pt x="75" y="65"/>
                  </a:cubicBezTo>
                  <a:cubicBezTo>
                    <a:pt x="76" y="64"/>
                    <a:pt x="79" y="64"/>
                    <a:pt x="76" y="64"/>
                  </a:cubicBezTo>
                  <a:cubicBezTo>
                    <a:pt x="76" y="64"/>
                    <a:pt x="75" y="63"/>
                    <a:pt x="75" y="63"/>
                  </a:cubicBezTo>
                  <a:cubicBezTo>
                    <a:pt x="75" y="62"/>
                    <a:pt x="76" y="63"/>
                    <a:pt x="76" y="62"/>
                  </a:cubicBezTo>
                  <a:cubicBezTo>
                    <a:pt x="76" y="62"/>
                    <a:pt x="76" y="62"/>
                    <a:pt x="77" y="62"/>
                  </a:cubicBezTo>
                  <a:cubicBezTo>
                    <a:pt x="76" y="61"/>
                    <a:pt x="75" y="62"/>
                    <a:pt x="74" y="62"/>
                  </a:cubicBezTo>
                  <a:cubicBezTo>
                    <a:pt x="74" y="62"/>
                    <a:pt x="76" y="62"/>
                    <a:pt x="77" y="62"/>
                  </a:cubicBezTo>
                  <a:cubicBezTo>
                    <a:pt x="77" y="61"/>
                    <a:pt x="78" y="61"/>
                    <a:pt x="78" y="61"/>
                  </a:cubicBezTo>
                  <a:cubicBezTo>
                    <a:pt x="78" y="61"/>
                    <a:pt x="77" y="61"/>
                    <a:pt x="77" y="60"/>
                  </a:cubicBezTo>
                  <a:cubicBezTo>
                    <a:pt x="77" y="60"/>
                    <a:pt x="78" y="60"/>
                    <a:pt x="78" y="60"/>
                  </a:cubicBezTo>
                  <a:cubicBezTo>
                    <a:pt x="78" y="60"/>
                    <a:pt x="77" y="60"/>
                    <a:pt x="77" y="60"/>
                  </a:cubicBezTo>
                  <a:cubicBezTo>
                    <a:pt x="77" y="59"/>
                    <a:pt x="78" y="59"/>
                    <a:pt x="78" y="59"/>
                  </a:cubicBezTo>
                  <a:cubicBezTo>
                    <a:pt x="78" y="59"/>
                    <a:pt x="76" y="59"/>
                    <a:pt x="76" y="59"/>
                  </a:cubicBezTo>
                  <a:cubicBezTo>
                    <a:pt x="75" y="59"/>
                    <a:pt x="74" y="59"/>
                    <a:pt x="74" y="59"/>
                  </a:cubicBezTo>
                  <a:cubicBezTo>
                    <a:pt x="74" y="59"/>
                    <a:pt x="74" y="59"/>
                    <a:pt x="74" y="59"/>
                  </a:cubicBezTo>
                  <a:cubicBezTo>
                    <a:pt x="74" y="59"/>
                    <a:pt x="73" y="59"/>
                    <a:pt x="73" y="59"/>
                  </a:cubicBezTo>
                  <a:cubicBezTo>
                    <a:pt x="73" y="59"/>
                    <a:pt x="74" y="59"/>
                    <a:pt x="73" y="58"/>
                  </a:cubicBezTo>
                  <a:cubicBezTo>
                    <a:pt x="73" y="58"/>
                    <a:pt x="75" y="58"/>
                    <a:pt x="74" y="58"/>
                  </a:cubicBezTo>
                  <a:cubicBezTo>
                    <a:pt x="73" y="58"/>
                    <a:pt x="72" y="58"/>
                    <a:pt x="72" y="58"/>
                  </a:cubicBezTo>
                  <a:cubicBezTo>
                    <a:pt x="71" y="58"/>
                    <a:pt x="70" y="59"/>
                    <a:pt x="70" y="58"/>
                  </a:cubicBezTo>
                  <a:cubicBezTo>
                    <a:pt x="70" y="58"/>
                    <a:pt x="72" y="58"/>
                    <a:pt x="72" y="58"/>
                  </a:cubicBezTo>
                  <a:cubicBezTo>
                    <a:pt x="71" y="57"/>
                    <a:pt x="70" y="58"/>
                    <a:pt x="69" y="57"/>
                  </a:cubicBezTo>
                  <a:cubicBezTo>
                    <a:pt x="70" y="57"/>
                    <a:pt x="69" y="57"/>
                    <a:pt x="69" y="57"/>
                  </a:cubicBezTo>
                  <a:cubicBezTo>
                    <a:pt x="70" y="57"/>
                    <a:pt x="69" y="56"/>
                    <a:pt x="68" y="56"/>
                  </a:cubicBezTo>
                  <a:cubicBezTo>
                    <a:pt x="68" y="56"/>
                    <a:pt x="68" y="56"/>
                    <a:pt x="67" y="56"/>
                  </a:cubicBezTo>
                  <a:cubicBezTo>
                    <a:pt x="67" y="57"/>
                    <a:pt x="67" y="56"/>
                    <a:pt x="67" y="56"/>
                  </a:cubicBezTo>
                  <a:cubicBezTo>
                    <a:pt x="67" y="56"/>
                    <a:pt x="66" y="56"/>
                    <a:pt x="66" y="57"/>
                  </a:cubicBezTo>
                  <a:cubicBezTo>
                    <a:pt x="65" y="57"/>
                    <a:pt x="64" y="57"/>
                    <a:pt x="65" y="56"/>
                  </a:cubicBezTo>
                  <a:cubicBezTo>
                    <a:pt x="65" y="56"/>
                    <a:pt x="65" y="56"/>
                    <a:pt x="65" y="56"/>
                  </a:cubicBezTo>
                  <a:cubicBezTo>
                    <a:pt x="65" y="56"/>
                    <a:pt x="66" y="56"/>
                    <a:pt x="65" y="55"/>
                  </a:cubicBezTo>
                  <a:cubicBezTo>
                    <a:pt x="64" y="55"/>
                    <a:pt x="63" y="55"/>
                    <a:pt x="63" y="55"/>
                  </a:cubicBezTo>
                  <a:cubicBezTo>
                    <a:pt x="62" y="55"/>
                    <a:pt x="61" y="55"/>
                    <a:pt x="60" y="55"/>
                  </a:cubicBezTo>
                  <a:cubicBezTo>
                    <a:pt x="59" y="55"/>
                    <a:pt x="58" y="55"/>
                    <a:pt x="57" y="55"/>
                  </a:cubicBezTo>
                  <a:cubicBezTo>
                    <a:pt x="58" y="54"/>
                    <a:pt x="57" y="54"/>
                    <a:pt x="56" y="55"/>
                  </a:cubicBezTo>
                  <a:cubicBezTo>
                    <a:pt x="56" y="55"/>
                    <a:pt x="55" y="54"/>
                    <a:pt x="54" y="55"/>
                  </a:cubicBezTo>
                  <a:cubicBezTo>
                    <a:pt x="54" y="55"/>
                    <a:pt x="54" y="55"/>
                    <a:pt x="53" y="55"/>
                  </a:cubicBezTo>
                  <a:cubicBezTo>
                    <a:pt x="53" y="55"/>
                    <a:pt x="53" y="55"/>
                    <a:pt x="53" y="55"/>
                  </a:cubicBezTo>
                  <a:cubicBezTo>
                    <a:pt x="54" y="54"/>
                    <a:pt x="53" y="54"/>
                    <a:pt x="52" y="54"/>
                  </a:cubicBezTo>
                  <a:cubicBezTo>
                    <a:pt x="50" y="54"/>
                    <a:pt x="49" y="54"/>
                    <a:pt x="47" y="55"/>
                  </a:cubicBezTo>
                  <a:cubicBezTo>
                    <a:pt x="46" y="55"/>
                    <a:pt x="46" y="56"/>
                    <a:pt x="45" y="56"/>
                  </a:cubicBezTo>
                  <a:cubicBezTo>
                    <a:pt x="44" y="56"/>
                    <a:pt x="45" y="54"/>
                    <a:pt x="45" y="54"/>
                  </a:cubicBezTo>
                  <a:cubicBezTo>
                    <a:pt x="45" y="53"/>
                    <a:pt x="43" y="55"/>
                    <a:pt x="43" y="55"/>
                  </a:cubicBezTo>
                  <a:cubicBezTo>
                    <a:pt x="42" y="55"/>
                    <a:pt x="41" y="54"/>
                    <a:pt x="42" y="55"/>
                  </a:cubicBezTo>
                  <a:cubicBezTo>
                    <a:pt x="41" y="55"/>
                    <a:pt x="41" y="55"/>
                    <a:pt x="41" y="55"/>
                  </a:cubicBezTo>
                  <a:cubicBezTo>
                    <a:pt x="41" y="55"/>
                    <a:pt x="41" y="56"/>
                    <a:pt x="41" y="56"/>
                  </a:cubicBezTo>
                  <a:cubicBezTo>
                    <a:pt x="40" y="56"/>
                    <a:pt x="40" y="55"/>
                    <a:pt x="40" y="55"/>
                  </a:cubicBezTo>
                  <a:cubicBezTo>
                    <a:pt x="40" y="55"/>
                    <a:pt x="39" y="55"/>
                    <a:pt x="39" y="55"/>
                  </a:cubicBezTo>
                  <a:cubicBezTo>
                    <a:pt x="39" y="55"/>
                    <a:pt x="39" y="56"/>
                    <a:pt x="38" y="56"/>
                  </a:cubicBezTo>
                  <a:cubicBezTo>
                    <a:pt x="38" y="56"/>
                    <a:pt x="37" y="56"/>
                    <a:pt x="37" y="56"/>
                  </a:cubicBezTo>
                  <a:cubicBezTo>
                    <a:pt x="37" y="55"/>
                    <a:pt x="37" y="55"/>
                    <a:pt x="38" y="55"/>
                  </a:cubicBezTo>
                  <a:cubicBezTo>
                    <a:pt x="37" y="55"/>
                    <a:pt x="37" y="56"/>
                    <a:pt x="36" y="56"/>
                  </a:cubicBezTo>
                  <a:cubicBezTo>
                    <a:pt x="36" y="57"/>
                    <a:pt x="35" y="57"/>
                    <a:pt x="34" y="57"/>
                  </a:cubicBezTo>
                  <a:cubicBezTo>
                    <a:pt x="34" y="57"/>
                    <a:pt x="33" y="56"/>
                    <a:pt x="33" y="56"/>
                  </a:cubicBezTo>
                  <a:cubicBezTo>
                    <a:pt x="33" y="56"/>
                    <a:pt x="33" y="56"/>
                    <a:pt x="34" y="56"/>
                  </a:cubicBezTo>
                  <a:cubicBezTo>
                    <a:pt x="34" y="56"/>
                    <a:pt x="34" y="55"/>
                    <a:pt x="35" y="55"/>
                  </a:cubicBezTo>
                  <a:cubicBezTo>
                    <a:pt x="34" y="55"/>
                    <a:pt x="36" y="55"/>
                    <a:pt x="36" y="55"/>
                  </a:cubicBezTo>
                  <a:cubicBezTo>
                    <a:pt x="35" y="54"/>
                    <a:pt x="34" y="54"/>
                    <a:pt x="34" y="55"/>
                  </a:cubicBezTo>
                  <a:cubicBezTo>
                    <a:pt x="33" y="55"/>
                    <a:pt x="33" y="55"/>
                    <a:pt x="32" y="54"/>
                  </a:cubicBezTo>
                  <a:cubicBezTo>
                    <a:pt x="32" y="54"/>
                    <a:pt x="32" y="55"/>
                    <a:pt x="31" y="55"/>
                  </a:cubicBezTo>
                  <a:cubicBezTo>
                    <a:pt x="31" y="55"/>
                    <a:pt x="30" y="55"/>
                    <a:pt x="30" y="56"/>
                  </a:cubicBezTo>
                  <a:cubicBezTo>
                    <a:pt x="29" y="56"/>
                    <a:pt x="30" y="56"/>
                    <a:pt x="29" y="56"/>
                  </a:cubicBezTo>
                  <a:cubicBezTo>
                    <a:pt x="28" y="56"/>
                    <a:pt x="28" y="56"/>
                    <a:pt x="28" y="55"/>
                  </a:cubicBezTo>
                  <a:cubicBezTo>
                    <a:pt x="28" y="55"/>
                    <a:pt x="28" y="55"/>
                    <a:pt x="28" y="55"/>
                  </a:cubicBezTo>
                  <a:cubicBezTo>
                    <a:pt x="28" y="55"/>
                    <a:pt x="27" y="54"/>
                    <a:pt x="26" y="55"/>
                  </a:cubicBezTo>
                  <a:cubicBezTo>
                    <a:pt x="25" y="55"/>
                    <a:pt x="26" y="55"/>
                    <a:pt x="25" y="55"/>
                  </a:cubicBezTo>
                  <a:cubicBezTo>
                    <a:pt x="25" y="55"/>
                    <a:pt x="24" y="55"/>
                    <a:pt x="24" y="55"/>
                  </a:cubicBezTo>
                  <a:cubicBezTo>
                    <a:pt x="24" y="56"/>
                    <a:pt x="26" y="55"/>
                    <a:pt x="25" y="56"/>
                  </a:cubicBezTo>
                  <a:cubicBezTo>
                    <a:pt x="25" y="56"/>
                    <a:pt x="27" y="57"/>
                    <a:pt x="28" y="57"/>
                  </a:cubicBezTo>
                  <a:cubicBezTo>
                    <a:pt x="28" y="57"/>
                    <a:pt x="25" y="57"/>
                    <a:pt x="24" y="57"/>
                  </a:cubicBezTo>
                  <a:cubicBezTo>
                    <a:pt x="23" y="56"/>
                    <a:pt x="21" y="57"/>
                    <a:pt x="20" y="56"/>
                  </a:cubicBezTo>
                  <a:cubicBezTo>
                    <a:pt x="19" y="56"/>
                    <a:pt x="16" y="56"/>
                    <a:pt x="16" y="56"/>
                  </a:cubicBezTo>
                  <a:cubicBezTo>
                    <a:pt x="16" y="56"/>
                    <a:pt x="16" y="56"/>
                    <a:pt x="17" y="56"/>
                  </a:cubicBezTo>
                  <a:cubicBezTo>
                    <a:pt x="16" y="55"/>
                    <a:pt x="15" y="55"/>
                    <a:pt x="14" y="55"/>
                  </a:cubicBezTo>
                  <a:cubicBezTo>
                    <a:pt x="15" y="55"/>
                    <a:pt x="14" y="55"/>
                    <a:pt x="14" y="55"/>
                  </a:cubicBezTo>
                  <a:cubicBezTo>
                    <a:pt x="13" y="55"/>
                    <a:pt x="13" y="54"/>
                    <a:pt x="12" y="54"/>
                  </a:cubicBezTo>
                  <a:cubicBezTo>
                    <a:pt x="11" y="54"/>
                    <a:pt x="10" y="54"/>
                    <a:pt x="11" y="53"/>
                  </a:cubicBezTo>
                  <a:cubicBezTo>
                    <a:pt x="12" y="53"/>
                    <a:pt x="13" y="53"/>
                    <a:pt x="14" y="53"/>
                  </a:cubicBezTo>
                  <a:cubicBezTo>
                    <a:pt x="15" y="53"/>
                    <a:pt x="15" y="53"/>
                    <a:pt x="16" y="53"/>
                  </a:cubicBezTo>
                  <a:cubicBezTo>
                    <a:pt x="16" y="52"/>
                    <a:pt x="18" y="52"/>
                    <a:pt x="17" y="52"/>
                  </a:cubicBezTo>
                  <a:cubicBezTo>
                    <a:pt x="18" y="52"/>
                    <a:pt x="20" y="52"/>
                    <a:pt x="22" y="52"/>
                  </a:cubicBezTo>
                  <a:cubicBezTo>
                    <a:pt x="22" y="52"/>
                    <a:pt x="24" y="52"/>
                    <a:pt x="23" y="51"/>
                  </a:cubicBezTo>
                  <a:cubicBezTo>
                    <a:pt x="23" y="51"/>
                    <a:pt x="23" y="51"/>
                    <a:pt x="24" y="51"/>
                  </a:cubicBezTo>
                  <a:cubicBezTo>
                    <a:pt x="23" y="51"/>
                    <a:pt x="23" y="51"/>
                    <a:pt x="22" y="51"/>
                  </a:cubicBezTo>
                  <a:cubicBezTo>
                    <a:pt x="21" y="51"/>
                    <a:pt x="21" y="51"/>
                    <a:pt x="20" y="51"/>
                  </a:cubicBezTo>
                  <a:cubicBezTo>
                    <a:pt x="18" y="51"/>
                    <a:pt x="16" y="51"/>
                    <a:pt x="15" y="51"/>
                  </a:cubicBezTo>
                  <a:cubicBezTo>
                    <a:pt x="14" y="51"/>
                    <a:pt x="13" y="51"/>
                    <a:pt x="12" y="51"/>
                  </a:cubicBezTo>
                  <a:cubicBezTo>
                    <a:pt x="12" y="51"/>
                    <a:pt x="11" y="50"/>
                    <a:pt x="11" y="50"/>
                  </a:cubicBezTo>
                  <a:cubicBezTo>
                    <a:pt x="12" y="49"/>
                    <a:pt x="13" y="49"/>
                    <a:pt x="14" y="49"/>
                  </a:cubicBezTo>
                  <a:cubicBezTo>
                    <a:pt x="15" y="49"/>
                    <a:pt x="15" y="49"/>
                    <a:pt x="16" y="48"/>
                  </a:cubicBezTo>
                  <a:cubicBezTo>
                    <a:pt x="15" y="48"/>
                    <a:pt x="14" y="49"/>
                    <a:pt x="13" y="49"/>
                  </a:cubicBezTo>
                  <a:cubicBezTo>
                    <a:pt x="12" y="49"/>
                    <a:pt x="11" y="49"/>
                    <a:pt x="10" y="50"/>
                  </a:cubicBezTo>
                  <a:cubicBezTo>
                    <a:pt x="9" y="50"/>
                    <a:pt x="8" y="50"/>
                    <a:pt x="7" y="50"/>
                  </a:cubicBezTo>
                  <a:cubicBezTo>
                    <a:pt x="7" y="50"/>
                    <a:pt x="7" y="50"/>
                    <a:pt x="7" y="50"/>
                  </a:cubicBezTo>
                  <a:cubicBezTo>
                    <a:pt x="7" y="49"/>
                    <a:pt x="6" y="49"/>
                    <a:pt x="6" y="49"/>
                  </a:cubicBezTo>
                  <a:cubicBezTo>
                    <a:pt x="6" y="49"/>
                    <a:pt x="8" y="49"/>
                    <a:pt x="8" y="49"/>
                  </a:cubicBezTo>
                  <a:cubicBezTo>
                    <a:pt x="8" y="49"/>
                    <a:pt x="8" y="49"/>
                    <a:pt x="7" y="49"/>
                  </a:cubicBezTo>
                  <a:cubicBezTo>
                    <a:pt x="7" y="49"/>
                    <a:pt x="7" y="49"/>
                    <a:pt x="7" y="49"/>
                  </a:cubicBezTo>
                  <a:cubicBezTo>
                    <a:pt x="6" y="49"/>
                    <a:pt x="4" y="49"/>
                    <a:pt x="5" y="48"/>
                  </a:cubicBezTo>
                  <a:cubicBezTo>
                    <a:pt x="5" y="48"/>
                    <a:pt x="7" y="47"/>
                    <a:pt x="7" y="47"/>
                  </a:cubicBezTo>
                  <a:cubicBezTo>
                    <a:pt x="8" y="47"/>
                    <a:pt x="9" y="47"/>
                    <a:pt x="10" y="47"/>
                  </a:cubicBezTo>
                  <a:cubicBezTo>
                    <a:pt x="10" y="47"/>
                    <a:pt x="9" y="47"/>
                    <a:pt x="9" y="47"/>
                  </a:cubicBezTo>
                  <a:cubicBezTo>
                    <a:pt x="11" y="46"/>
                    <a:pt x="14" y="46"/>
                    <a:pt x="17" y="47"/>
                  </a:cubicBezTo>
                  <a:cubicBezTo>
                    <a:pt x="20" y="47"/>
                    <a:pt x="22" y="47"/>
                    <a:pt x="25" y="47"/>
                  </a:cubicBezTo>
                  <a:cubicBezTo>
                    <a:pt x="27" y="47"/>
                    <a:pt x="28" y="47"/>
                    <a:pt x="29" y="47"/>
                  </a:cubicBezTo>
                  <a:cubicBezTo>
                    <a:pt x="31" y="47"/>
                    <a:pt x="32" y="47"/>
                    <a:pt x="34" y="47"/>
                  </a:cubicBezTo>
                  <a:cubicBezTo>
                    <a:pt x="34" y="47"/>
                    <a:pt x="35" y="47"/>
                    <a:pt x="35" y="47"/>
                  </a:cubicBezTo>
                  <a:cubicBezTo>
                    <a:pt x="36" y="47"/>
                    <a:pt x="37" y="48"/>
                    <a:pt x="37" y="47"/>
                  </a:cubicBezTo>
                  <a:cubicBezTo>
                    <a:pt x="37" y="47"/>
                    <a:pt x="39" y="47"/>
                    <a:pt x="39" y="47"/>
                  </a:cubicBezTo>
                  <a:cubicBezTo>
                    <a:pt x="38" y="46"/>
                    <a:pt x="37" y="47"/>
                    <a:pt x="36" y="47"/>
                  </a:cubicBezTo>
                  <a:cubicBezTo>
                    <a:pt x="34" y="47"/>
                    <a:pt x="33" y="47"/>
                    <a:pt x="31" y="47"/>
                  </a:cubicBezTo>
                  <a:cubicBezTo>
                    <a:pt x="29" y="47"/>
                    <a:pt x="28" y="47"/>
                    <a:pt x="26" y="47"/>
                  </a:cubicBezTo>
                  <a:cubicBezTo>
                    <a:pt x="25" y="47"/>
                    <a:pt x="25" y="47"/>
                    <a:pt x="24" y="47"/>
                  </a:cubicBezTo>
                  <a:cubicBezTo>
                    <a:pt x="23" y="47"/>
                    <a:pt x="22" y="47"/>
                    <a:pt x="22" y="46"/>
                  </a:cubicBezTo>
                  <a:cubicBezTo>
                    <a:pt x="22" y="46"/>
                    <a:pt x="23" y="46"/>
                    <a:pt x="23" y="46"/>
                  </a:cubicBezTo>
                  <a:cubicBezTo>
                    <a:pt x="24" y="46"/>
                    <a:pt x="25" y="46"/>
                    <a:pt x="26" y="46"/>
                  </a:cubicBezTo>
                  <a:cubicBezTo>
                    <a:pt x="27" y="45"/>
                    <a:pt x="29" y="45"/>
                    <a:pt x="31" y="45"/>
                  </a:cubicBezTo>
                  <a:cubicBezTo>
                    <a:pt x="32" y="45"/>
                    <a:pt x="34" y="45"/>
                    <a:pt x="36" y="45"/>
                  </a:cubicBezTo>
                  <a:cubicBezTo>
                    <a:pt x="37" y="46"/>
                    <a:pt x="38" y="47"/>
                    <a:pt x="39" y="46"/>
                  </a:cubicBezTo>
                  <a:cubicBezTo>
                    <a:pt x="39" y="46"/>
                    <a:pt x="37" y="46"/>
                    <a:pt x="38" y="45"/>
                  </a:cubicBezTo>
                  <a:cubicBezTo>
                    <a:pt x="38" y="45"/>
                    <a:pt x="39" y="45"/>
                    <a:pt x="40" y="45"/>
                  </a:cubicBezTo>
                  <a:cubicBezTo>
                    <a:pt x="41" y="45"/>
                    <a:pt x="41" y="45"/>
                    <a:pt x="42" y="44"/>
                  </a:cubicBezTo>
                  <a:cubicBezTo>
                    <a:pt x="42" y="44"/>
                    <a:pt x="41" y="44"/>
                    <a:pt x="42" y="44"/>
                  </a:cubicBezTo>
                  <a:cubicBezTo>
                    <a:pt x="42" y="44"/>
                    <a:pt x="42" y="44"/>
                    <a:pt x="41" y="44"/>
                  </a:cubicBezTo>
                  <a:cubicBezTo>
                    <a:pt x="42" y="44"/>
                    <a:pt x="42" y="44"/>
                    <a:pt x="42" y="43"/>
                  </a:cubicBezTo>
                  <a:cubicBezTo>
                    <a:pt x="42" y="43"/>
                    <a:pt x="39" y="43"/>
                    <a:pt x="40" y="43"/>
                  </a:cubicBezTo>
                  <a:cubicBezTo>
                    <a:pt x="40" y="42"/>
                    <a:pt x="39" y="43"/>
                    <a:pt x="38" y="43"/>
                  </a:cubicBezTo>
                  <a:cubicBezTo>
                    <a:pt x="38" y="43"/>
                    <a:pt x="37" y="43"/>
                    <a:pt x="37" y="43"/>
                  </a:cubicBezTo>
                  <a:cubicBezTo>
                    <a:pt x="36" y="43"/>
                    <a:pt x="36" y="43"/>
                    <a:pt x="36" y="44"/>
                  </a:cubicBezTo>
                  <a:cubicBezTo>
                    <a:pt x="35" y="44"/>
                    <a:pt x="34" y="44"/>
                    <a:pt x="34" y="44"/>
                  </a:cubicBezTo>
                  <a:cubicBezTo>
                    <a:pt x="32" y="44"/>
                    <a:pt x="31" y="44"/>
                    <a:pt x="30" y="44"/>
                  </a:cubicBezTo>
                  <a:cubicBezTo>
                    <a:pt x="30" y="44"/>
                    <a:pt x="28" y="45"/>
                    <a:pt x="28" y="44"/>
                  </a:cubicBezTo>
                  <a:cubicBezTo>
                    <a:pt x="29" y="44"/>
                    <a:pt x="27" y="43"/>
                    <a:pt x="26" y="43"/>
                  </a:cubicBezTo>
                  <a:cubicBezTo>
                    <a:pt x="26" y="44"/>
                    <a:pt x="27" y="44"/>
                    <a:pt x="26" y="44"/>
                  </a:cubicBezTo>
                  <a:cubicBezTo>
                    <a:pt x="25" y="44"/>
                    <a:pt x="23" y="45"/>
                    <a:pt x="22" y="45"/>
                  </a:cubicBezTo>
                  <a:cubicBezTo>
                    <a:pt x="21" y="45"/>
                    <a:pt x="20" y="44"/>
                    <a:pt x="19" y="44"/>
                  </a:cubicBezTo>
                  <a:cubicBezTo>
                    <a:pt x="18" y="44"/>
                    <a:pt x="17" y="44"/>
                    <a:pt x="16" y="44"/>
                  </a:cubicBezTo>
                  <a:cubicBezTo>
                    <a:pt x="17" y="43"/>
                    <a:pt x="19" y="43"/>
                    <a:pt x="20" y="43"/>
                  </a:cubicBezTo>
                  <a:cubicBezTo>
                    <a:pt x="20" y="43"/>
                    <a:pt x="21" y="43"/>
                    <a:pt x="21" y="43"/>
                  </a:cubicBezTo>
                  <a:cubicBezTo>
                    <a:pt x="21" y="43"/>
                    <a:pt x="22" y="43"/>
                    <a:pt x="22" y="43"/>
                  </a:cubicBezTo>
                  <a:cubicBezTo>
                    <a:pt x="22" y="43"/>
                    <a:pt x="22" y="42"/>
                    <a:pt x="23" y="42"/>
                  </a:cubicBezTo>
                  <a:cubicBezTo>
                    <a:pt x="22" y="42"/>
                    <a:pt x="22" y="43"/>
                    <a:pt x="21" y="43"/>
                  </a:cubicBezTo>
                  <a:cubicBezTo>
                    <a:pt x="20" y="43"/>
                    <a:pt x="20" y="43"/>
                    <a:pt x="19" y="43"/>
                  </a:cubicBezTo>
                  <a:cubicBezTo>
                    <a:pt x="18" y="43"/>
                    <a:pt x="16" y="43"/>
                    <a:pt x="15" y="43"/>
                  </a:cubicBezTo>
                  <a:cubicBezTo>
                    <a:pt x="15" y="42"/>
                    <a:pt x="17" y="42"/>
                    <a:pt x="17" y="42"/>
                  </a:cubicBezTo>
                  <a:cubicBezTo>
                    <a:pt x="18" y="42"/>
                    <a:pt x="18" y="42"/>
                    <a:pt x="19" y="42"/>
                  </a:cubicBezTo>
                  <a:cubicBezTo>
                    <a:pt x="19" y="42"/>
                    <a:pt x="20" y="42"/>
                    <a:pt x="20" y="42"/>
                  </a:cubicBezTo>
                  <a:cubicBezTo>
                    <a:pt x="18" y="41"/>
                    <a:pt x="16" y="42"/>
                    <a:pt x="13" y="42"/>
                  </a:cubicBezTo>
                  <a:cubicBezTo>
                    <a:pt x="13" y="42"/>
                    <a:pt x="11" y="42"/>
                    <a:pt x="11" y="42"/>
                  </a:cubicBezTo>
                  <a:cubicBezTo>
                    <a:pt x="11" y="42"/>
                    <a:pt x="13" y="42"/>
                    <a:pt x="13" y="41"/>
                  </a:cubicBezTo>
                  <a:cubicBezTo>
                    <a:pt x="13" y="41"/>
                    <a:pt x="11" y="41"/>
                    <a:pt x="10" y="41"/>
                  </a:cubicBezTo>
                  <a:cubicBezTo>
                    <a:pt x="11" y="41"/>
                    <a:pt x="10" y="41"/>
                    <a:pt x="10" y="41"/>
                  </a:cubicBezTo>
                  <a:cubicBezTo>
                    <a:pt x="9" y="41"/>
                    <a:pt x="8" y="41"/>
                    <a:pt x="7" y="41"/>
                  </a:cubicBezTo>
                  <a:cubicBezTo>
                    <a:pt x="8" y="40"/>
                    <a:pt x="7" y="40"/>
                    <a:pt x="8" y="40"/>
                  </a:cubicBezTo>
                  <a:cubicBezTo>
                    <a:pt x="7" y="40"/>
                    <a:pt x="6" y="40"/>
                    <a:pt x="6" y="40"/>
                  </a:cubicBezTo>
                  <a:cubicBezTo>
                    <a:pt x="5" y="39"/>
                    <a:pt x="5" y="39"/>
                    <a:pt x="4" y="39"/>
                  </a:cubicBezTo>
                  <a:cubicBezTo>
                    <a:pt x="5" y="39"/>
                    <a:pt x="5" y="39"/>
                    <a:pt x="6" y="39"/>
                  </a:cubicBezTo>
                  <a:cubicBezTo>
                    <a:pt x="6" y="39"/>
                    <a:pt x="6" y="39"/>
                    <a:pt x="6" y="39"/>
                  </a:cubicBezTo>
                  <a:cubicBezTo>
                    <a:pt x="7" y="38"/>
                    <a:pt x="8" y="38"/>
                    <a:pt x="9" y="38"/>
                  </a:cubicBezTo>
                  <a:cubicBezTo>
                    <a:pt x="8" y="38"/>
                    <a:pt x="7" y="38"/>
                    <a:pt x="7" y="38"/>
                  </a:cubicBezTo>
                  <a:cubicBezTo>
                    <a:pt x="7" y="37"/>
                    <a:pt x="8" y="37"/>
                    <a:pt x="9" y="37"/>
                  </a:cubicBezTo>
                  <a:cubicBezTo>
                    <a:pt x="9" y="37"/>
                    <a:pt x="9" y="37"/>
                    <a:pt x="9" y="37"/>
                  </a:cubicBezTo>
                  <a:cubicBezTo>
                    <a:pt x="9" y="37"/>
                    <a:pt x="9" y="37"/>
                    <a:pt x="10" y="36"/>
                  </a:cubicBezTo>
                  <a:cubicBezTo>
                    <a:pt x="9" y="36"/>
                    <a:pt x="11" y="36"/>
                    <a:pt x="12" y="36"/>
                  </a:cubicBezTo>
                  <a:cubicBezTo>
                    <a:pt x="13" y="36"/>
                    <a:pt x="15" y="36"/>
                    <a:pt x="16" y="35"/>
                  </a:cubicBezTo>
                  <a:cubicBezTo>
                    <a:pt x="18" y="35"/>
                    <a:pt x="19" y="35"/>
                    <a:pt x="21" y="35"/>
                  </a:cubicBezTo>
                  <a:cubicBezTo>
                    <a:pt x="21" y="35"/>
                    <a:pt x="22" y="35"/>
                    <a:pt x="22" y="35"/>
                  </a:cubicBezTo>
                  <a:cubicBezTo>
                    <a:pt x="23" y="35"/>
                    <a:pt x="24" y="35"/>
                    <a:pt x="24" y="35"/>
                  </a:cubicBezTo>
                  <a:cubicBezTo>
                    <a:pt x="25" y="35"/>
                    <a:pt x="28" y="35"/>
                    <a:pt x="28" y="34"/>
                  </a:cubicBezTo>
                  <a:cubicBezTo>
                    <a:pt x="28" y="34"/>
                    <a:pt x="30" y="34"/>
                    <a:pt x="30" y="34"/>
                  </a:cubicBezTo>
                  <a:cubicBezTo>
                    <a:pt x="31" y="34"/>
                    <a:pt x="31" y="34"/>
                    <a:pt x="32" y="34"/>
                  </a:cubicBezTo>
                  <a:cubicBezTo>
                    <a:pt x="33" y="34"/>
                    <a:pt x="33" y="33"/>
                    <a:pt x="34" y="33"/>
                  </a:cubicBezTo>
                  <a:cubicBezTo>
                    <a:pt x="35" y="33"/>
                    <a:pt x="35" y="34"/>
                    <a:pt x="36" y="34"/>
                  </a:cubicBezTo>
                  <a:cubicBezTo>
                    <a:pt x="36" y="33"/>
                    <a:pt x="36" y="33"/>
                    <a:pt x="35" y="33"/>
                  </a:cubicBezTo>
                  <a:cubicBezTo>
                    <a:pt x="35" y="33"/>
                    <a:pt x="34" y="33"/>
                    <a:pt x="35" y="33"/>
                  </a:cubicBezTo>
                  <a:cubicBezTo>
                    <a:pt x="35" y="32"/>
                    <a:pt x="36" y="32"/>
                    <a:pt x="37" y="32"/>
                  </a:cubicBezTo>
                  <a:cubicBezTo>
                    <a:pt x="38" y="32"/>
                    <a:pt x="39" y="32"/>
                    <a:pt x="41" y="32"/>
                  </a:cubicBezTo>
                  <a:cubicBezTo>
                    <a:pt x="41" y="32"/>
                    <a:pt x="42" y="32"/>
                    <a:pt x="43" y="32"/>
                  </a:cubicBezTo>
                  <a:cubicBezTo>
                    <a:pt x="43" y="32"/>
                    <a:pt x="44" y="32"/>
                    <a:pt x="44" y="32"/>
                  </a:cubicBezTo>
                  <a:cubicBezTo>
                    <a:pt x="44" y="32"/>
                    <a:pt x="46" y="31"/>
                    <a:pt x="46" y="31"/>
                  </a:cubicBezTo>
                  <a:cubicBezTo>
                    <a:pt x="47" y="31"/>
                    <a:pt x="47" y="31"/>
                    <a:pt x="48" y="31"/>
                  </a:cubicBezTo>
                  <a:cubicBezTo>
                    <a:pt x="48" y="31"/>
                    <a:pt x="49" y="31"/>
                    <a:pt x="49" y="31"/>
                  </a:cubicBezTo>
                  <a:cubicBezTo>
                    <a:pt x="49" y="31"/>
                    <a:pt x="50" y="31"/>
                    <a:pt x="50" y="32"/>
                  </a:cubicBezTo>
                  <a:cubicBezTo>
                    <a:pt x="50" y="31"/>
                    <a:pt x="50" y="31"/>
                    <a:pt x="51" y="31"/>
                  </a:cubicBezTo>
                  <a:cubicBezTo>
                    <a:pt x="51" y="31"/>
                    <a:pt x="50" y="31"/>
                    <a:pt x="50" y="31"/>
                  </a:cubicBezTo>
                  <a:cubicBezTo>
                    <a:pt x="51" y="32"/>
                    <a:pt x="52" y="31"/>
                    <a:pt x="53" y="31"/>
                  </a:cubicBezTo>
                  <a:cubicBezTo>
                    <a:pt x="53" y="31"/>
                    <a:pt x="53" y="31"/>
                    <a:pt x="53" y="31"/>
                  </a:cubicBezTo>
                  <a:cubicBezTo>
                    <a:pt x="53" y="32"/>
                    <a:pt x="54" y="32"/>
                    <a:pt x="54" y="32"/>
                  </a:cubicBezTo>
                  <a:cubicBezTo>
                    <a:pt x="54" y="32"/>
                    <a:pt x="55" y="32"/>
                    <a:pt x="55" y="31"/>
                  </a:cubicBezTo>
                  <a:cubicBezTo>
                    <a:pt x="55" y="31"/>
                    <a:pt x="56" y="31"/>
                    <a:pt x="56" y="31"/>
                  </a:cubicBezTo>
                  <a:cubicBezTo>
                    <a:pt x="56" y="31"/>
                    <a:pt x="57" y="31"/>
                    <a:pt x="57" y="31"/>
                  </a:cubicBezTo>
                  <a:cubicBezTo>
                    <a:pt x="57" y="31"/>
                    <a:pt x="58" y="31"/>
                    <a:pt x="58" y="31"/>
                  </a:cubicBezTo>
                  <a:cubicBezTo>
                    <a:pt x="59" y="30"/>
                    <a:pt x="59" y="30"/>
                    <a:pt x="59" y="30"/>
                  </a:cubicBezTo>
                  <a:cubicBezTo>
                    <a:pt x="60" y="30"/>
                    <a:pt x="61" y="30"/>
                    <a:pt x="62" y="30"/>
                  </a:cubicBezTo>
                  <a:cubicBezTo>
                    <a:pt x="63" y="29"/>
                    <a:pt x="64" y="29"/>
                    <a:pt x="65" y="29"/>
                  </a:cubicBezTo>
                  <a:cubicBezTo>
                    <a:pt x="65" y="28"/>
                    <a:pt x="67" y="27"/>
                    <a:pt x="66" y="27"/>
                  </a:cubicBezTo>
                  <a:cubicBezTo>
                    <a:pt x="66" y="27"/>
                    <a:pt x="66" y="27"/>
                    <a:pt x="66" y="27"/>
                  </a:cubicBezTo>
                  <a:cubicBezTo>
                    <a:pt x="66" y="27"/>
                    <a:pt x="66" y="26"/>
                    <a:pt x="67" y="26"/>
                  </a:cubicBezTo>
                  <a:cubicBezTo>
                    <a:pt x="67" y="26"/>
                    <a:pt x="66" y="26"/>
                    <a:pt x="67" y="26"/>
                  </a:cubicBezTo>
                  <a:cubicBezTo>
                    <a:pt x="66" y="26"/>
                    <a:pt x="68" y="25"/>
                    <a:pt x="68" y="25"/>
                  </a:cubicBezTo>
                  <a:cubicBezTo>
                    <a:pt x="68" y="25"/>
                    <a:pt x="68" y="25"/>
                    <a:pt x="68" y="25"/>
                  </a:cubicBezTo>
                  <a:cubicBezTo>
                    <a:pt x="68" y="24"/>
                    <a:pt x="69" y="24"/>
                    <a:pt x="69" y="24"/>
                  </a:cubicBezTo>
                  <a:cubicBezTo>
                    <a:pt x="70" y="24"/>
                    <a:pt x="71" y="24"/>
                    <a:pt x="71" y="24"/>
                  </a:cubicBezTo>
                  <a:cubicBezTo>
                    <a:pt x="72" y="24"/>
                    <a:pt x="73" y="24"/>
                    <a:pt x="74" y="24"/>
                  </a:cubicBezTo>
                  <a:cubicBezTo>
                    <a:pt x="75" y="24"/>
                    <a:pt x="76" y="24"/>
                    <a:pt x="76" y="24"/>
                  </a:cubicBezTo>
                  <a:cubicBezTo>
                    <a:pt x="76" y="23"/>
                    <a:pt x="75" y="24"/>
                    <a:pt x="75" y="23"/>
                  </a:cubicBezTo>
                  <a:cubicBezTo>
                    <a:pt x="74" y="23"/>
                    <a:pt x="75" y="23"/>
                    <a:pt x="75" y="23"/>
                  </a:cubicBezTo>
                  <a:cubicBezTo>
                    <a:pt x="74" y="23"/>
                    <a:pt x="73" y="24"/>
                    <a:pt x="72" y="24"/>
                  </a:cubicBezTo>
                  <a:cubicBezTo>
                    <a:pt x="71" y="24"/>
                    <a:pt x="69" y="24"/>
                    <a:pt x="68" y="24"/>
                  </a:cubicBezTo>
                  <a:cubicBezTo>
                    <a:pt x="67" y="24"/>
                    <a:pt x="66" y="24"/>
                    <a:pt x="65" y="24"/>
                  </a:cubicBezTo>
                  <a:cubicBezTo>
                    <a:pt x="64" y="25"/>
                    <a:pt x="62" y="25"/>
                    <a:pt x="62" y="24"/>
                  </a:cubicBezTo>
                  <a:cubicBezTo>
                    <a:pt x="61" y="24"/>
                    <a:pt x="58" y="24"/>
                    <a:pt x="57" y="24"/>
                  </a:cubicBezTo>
                  <a:cubicBezTo>
                    <a:pt x="57" y="24"/>
                    <a:pt x="56" y="24"/>
                    <a:pt x="56" y="24"/>
                  </a:cubicBezTo>
                  <a:cubicBezTo>
                    <a:pt x="56" y="23"/>
                    <a:pt x="55" y="24"/>
                    <a:pt x="55" y="23"/>
                  </a:cubicBezTo>
                  <a:cubicBezTo>
                    <a:pt x="55" y="23"/>
                    <a:pt x="55" y="23"/>
                    <a:pt x="56" y="22"/>
                  </a:cubicBezTo>
                  <a:cubicBezTo>
                    <a:pt x="56" y="22"/>
                    <a:pt x="57" y="22"/>
                    <a:pt x="58" y="22"/>
                  </a:cubicBezTo>
                  <a:cubicBezTo>
                    <a:pt x="59" y="22"/>
                    <a:pt x="61" y="22"/>
                    <a:pt x="62" y="21"/>
                  </a:cubicBezTo>
                  <a:cubicBezTo>
                    <a:pt x="61" y="21"/>
                    <a:pt x="62" y="21"/>
                    <a:pt x="62" y="21"/>
                  </a:cubicBezTo>
                  <a:cubicBezTo>
                    <a:pt x="63" y="20"/>
                    <a:pt x="64" y="20"/>
                    <a:pt x="65" y="20"/>
                  </a:cubicBezTo>
                  <a:cubicBezTo>
                    <a:pt x="66" y="20"/>
                    <a:pt x="66" y="20"/>
                    <a:pt x="67" y="20"/>
                  </a:cubicBezTo>
                  <a:cubicBezTo>
                    <a:pt x="68" y="20"/>
                    <a:pt x="69" y="20"/>
                    <a:pt x="70" y="20"/>
                  </a:cubicBezTo>
                  <a:cubicBezTo>
                    <a:pt x="70" y="20"/>
                    <a:pt x="69" y="20"/>
                    <a:pt x="69" y="20"/>
                  </a:cubicBezTo>
                  <a:cubicBezTo>
                    <a:pt x="69" y="19"/>
                    <a:pt x="74" y="19"/>
                    <a:pt x="74" y="19"/>
                  </a:cubicBezTo>
                  <a:cubicBezTo>
                    <a:pt x="75" y="18"/>
                    <a:pt x="75" y="18"/>
                    <a:pt x="76" y="18"/>
                  </a:cubicBezTo>
                  <a:cubicBezTo>
                    <a:pt x="76" y="18"/>
                    <a:pt x="77" y="18"/>
                    <a:pt x="77" y="18"/>
                  </a:cubicBezTo>
                  <a:cubicBezTo>
                    <a:pt x="77" y="18"/>
                    <a:pt x="77" y="18"/>
                    <a:pt x="77" y="18"/>
                  </a:cubicBezTo>
                  <a:cubicBezTo>
                    <a:pt x="77" y="17"/>
                    <a:pt x="77" y="17"/>
                    <a:pt x="78" y="17"/>
                  </a:cubicBezTo>
                  <a:cubicBezTo>
                    <a:pt x="79" y="17"/>
                    <a:pt x="80" y="17"/>
                    <a:pt x="81" y="17"/>
                  </a:cubicBezTo>
                  <a:cubicBezTo>
                    <a:pt x="82" y="17"/>
                    <a:pt x="83" y="16"/>
                    <a:pt x="84" y="16"/>
                  </a:cubicBezTo>
                  <a:cubicBezTo>
                    <a:pt x="86" y="16"/>
                    <a:pt x="85" y="17"/>
                    <a:pt x="85" y="18"/>
                  </a:cubicBezTo>
                  <a:cubicBezTo>
                    <a:pt x="86" y="18"/>
                    <a:pt x="87" y="19"/>
                    <a:pt x="87" y="19"/>
                  </a:cubicBezTo>
                  <a:cubicBezTo>
                    <a:pt x="87" y="19"/>
                    <a:pt x="87" y="19"/>
                    <a:pt x="87" y="18"/>
                  </a:cubicBezTo>
                  <a:cubicBezTo>
                    <a:pt x="86" y="18"/>
                    <a:pt x="86" y="18"/>
                    <a:pt x="86" y="17"/>
                  </a:cubicBezTo>
                  <a:cubicBezTo>
                    <a:pt x="87" y="16"/>
                    <a:pt x="88" y="16"/>
                    <a:pt x="90" y="16"/>
                  </a:cubicBezTo>
                  <a:cubicBezTo>
                    <a:pt x="92" y="16"/>
                    <a:pt x="94" y="16"/>
                    <a:pt x="95" y="16"/>
                  </a:cubicBezTo>
                  <a:cubicBezTo>
                    <a:pt x="96" y="17"/>
                    <a:pt x="97" y="17"/>
                    <a:pt x="98" y="17"/>
                  </a:cubicBezTo>
                  <a:cubicBezTo>
                    <a:pt x="99" y="16"/>
                    <a:pt x="100" y="16"/>
                    <a:pt x="101" y="16"/>
                  </a:cubicBezTo>
                  <a:cubicBezTo>
                    <a:pt x="101" y="16"/>
                    <a:pt x="100" y="16"/>
                    <a:pt x="100" y="15"/>
                  </a:cubicBezTo>
                  <a:cubicBezTo>
                    <a:pt x="100" y="15"/>
                    <a:pt x="100" y="15"/>
                    <a:pt x="100" y="15"/>
                  </a:cubicBezTo>
                  <a:cubicBezTo>
                    <a:pt x="101" y="15"/>
                    <a:pt x="102" y="15"/>
                    <a:pt x="103" y="14"/>
                  </a:cubicBezTo>
                  <a:cubicBezTo>
                    <a:pt x="103" y="14"/>
                    <a:pt x="104" y="14"/>
                    <a:pt x="104" y="14"/>
                  </a:cubicBezTo>
                  <a:cubicBezTo>
                    <a:pt x="104" y="14"/>
                    <a:pt x="103" y="14"/>
                    <a:pt x="103" y="13"/>
                  </a:cubicBezTo>
                  <a:cubicBezTo>
                    <a:pt x="103" y="13"/>
                    <a:pt x="102" y="13"/>
                    <a:pt x="102" y="12"/>
                  </a:cubicBezTo>
                  <a:cubicBezTo>
                    <a:pt x="103" y="11"/>
                    <a:pt x="104" y="12"/>
                    <a:pt x="106" y="11"/>
                  </a:cubicBezTo>
                  <a:cubicBezTo>
                    <a:pt x="107" y="11"/>
                    <a:pt x="109" y="11"/>
                    <a:pt x="111" y="11"/>
                  </a:cubicBezTo>
                  <a:cubicBezTo>
                    <a:pt x="112" y="11"/>
                    <a:pt x="114" y="11"/>
                    <a:pt x="115" y="11"/>
                  </a:cubicBezTo>
                  <a:cubicBezTo>
                    <a:pt x="116" y="11"/>
                    <a:pt x="117" y="11"/>
                    <a:pt x="117" y="11"/>
                  </a:cubicBezTo>
                  <a:cubicBezTo>
                    <a:pt x="118" y="11"/>
                    <a:pt x="118" y="12"/>
                    <a:pt x="118" y="12"/>
                  </a:cubicBezTo>
                  <a:cubicBezTo>
                    <a:pt x="118" y="12"/>
                    <a:pt x="117" y="12"/>
                    <a:pt x="118" y="12"/>
                  </a:cubicBezTo>
                  <a:cubicBezTo>
                    <a:pt x="118" y="13"/>
                    <a:pt x="119" y="13"/>
                    <a:pt x="120" y="13"/>
                  </a:cubicBezTo>
                  <a:cubicBezTo>
                    <a:pt x="121" y="13"/>
                    <a:pt x="122" y="13"/>
                    <a:pt x="123" y="13"/>
                  </a:cubicBezTo>
                  <a:cubicBezTo>
                    <a:pt x="124" y="13"/>
                    <a:pt x="124" y="14"/>
                    <a:pt x="125" y="14"/>
                  </a:cubicBezTo>
                  <a:cubicBezTo>
                    <a:pt x="125" y="14"/>
                    <a:pt x="125" y="14"/>
                    <a:pt x="125" y="14"/>
                  </a:cubicBezTo>
                  <a:cubicBezTo>
                    <a:pt x="125" y="15"/>
                    <a:pt x="126" y="14"/>
                    <a:pt x="126" y="14"/>
                  </a:cubicBezTo>
                  <a:cubicBezTo>
                    <a:pt x="127" y="15"/>
                    <a:pt x="128" y="15"/>
                    <a:pt x="129" y="15"/>
                  </a:cubicBezTo>
                  <a:cubicBezTo>
                    <a:pt x="128" y="14"/>
                    <a:pt x="127" y="14"/>
                    <a:pt x="126" y="14"/>
                  </a:cubicBezTo>
                  <a:cubicBezTo>
                    <a:pt x="126" y="14"/>
                    <a:pt x="126" y="14"/>
                    <a:pt x="125" y="14"/>
                  </a:cubicBezTo>
                  <a:cubicBezTo>
                    <a:pt x="125" y="13"/>
                    <a:pt x="125" y="13"/>
                    <a:pt x="124" y="13"/>
                  </a:cubicBezTo>
                  <a:cubicBezTo>
                    <a:pt x="123" y="13"/>
                    <a:pt x="122" y="13"/>
                    <a:pt x="121" y="13"/>
                  </a:cubicBezTo>
                  <a:cubicBezTo>
                    <a:pt x="121" y="12"/>
                    <a:pt x="120" y="12"/>
                    <a:pt x="120" y="11"/>
                  </a:cubicBezTo>
                  <a:cubicBezTo>
                    <a:pt x="119" y="11"/>
                    <a:pt x="119" y="11"/>
                    <a:pt x="118" y="11"/>
                  </a:cubicBezTo>
                  <a:cubicBezTo>
                    <a:pt x="117" y="11"/>
                    <a:pt x="116" y="11"/>
                    <a:pt x="115" y="10"/>
                  </a:cubicBezTo>
                  <a:cubicBezTo>
                    <a:pt x="118" y="10"/>
                    <a:pt x="121" y="10"/>
                    <a:pt x="124" y="9"/>
                  </a:cubicBezTo>
                  <a:cubicBezTo>
                    <a:pt x="126" y="9"/>
                    <a:pt x="128" y="9"/>
                    <a:pt x="130" y="9"/>
                  </a:cubicBezTo>
                  <a:cubicBezTo>
                    <a:pt x="131" y="9"/>
                    <a:pt x="132" y="9"/>
                    <a:pt x="134" y="9"/>
                  </a:cubicBezTo>
                  <a:cubicBezTo>
                    <a:pt x="134" y="9"/>
                    <a:pt x="135" y="9"/>
                    <a:pt x="136" y="9"/>
                  </a:cubicBezTo>
                  <a:cubicBezTo>
                    <a:pt x="136" y="9"/>
                    <a:pt x="137" y="9"/>
                    <a:pt x="138" y="9"/>
                  </a:cubicBezTo>
                  <a:cubicBezTo>
                    <a:pt x="139" y="9"/>
                    <a:pt x="141" y="8"/>
                    <a:pt x="141" y="9"/>
                  </a:cubicBezTo>
                  <a:cubicBezTo>
                    <a:pt x="140" y="9"/>
                    <a:pt x="141" y="9"/>
                    <a:pt x="142" y="9"/>
                  </a:cubicBezTo>
                  <a:cubicBezTo>
                    <a:pt x="142" y="9"/>
                    <a:pt x="142" y="9"/>
                    <a:pt x="142" y="9"/>
                  </a:cubicBezTo>
                  <a:cubicBezTo>
                    <a:pt x="142" y="9"/>
                    <a:pt x="140" y="8"/>
                    <a:pt x="140" y="8"/>
                  </a:cubicBezTo>
                  <a:cubicBezTo>
                    <a:pt x="141" y="8"/>
                    <a:pt x="142" y="8"/>
                    <a:pt x="143" y="8"/>
                  </a:cubicBezTo>
                  <a:cubicBezTo>
                    <a:pt x="144" y="8"/>
                    <a:pt x="145" y="8"/>
                    <a:pt x="146" y="8"/>
                  </a:cubicBezTo>
                  <a:cubicBezTo>
                    <a:pt x="147" y="8"/>
                    <a:pt x="148" y="8"/>
                    <a:pt x="149" y="8"/>
                  </a:cubicBezTo>
                  <a:cubicBezTo>
                    <a:pt x="149" y="9"/>
                    <a:pt x="150" y="9"/>
                    <a:pt x="150" y="10"/>
                  </a:cubicBezTo>
                  <a:cubicBezTo>
                    <a:pt x="150" y="10"/>
                    <a:pt x="150" y="10"/>
                    <a:pt x="150" y="10"/>
                  </a:cubicBezTo>
                  <a:cubicBezTo>
                    <a:pt x="150" y="10"/>
                    <a:pt x="150" y="11"/>
                    <a:pt x="150" y="11"/>
                  </a:cubicBezTo>
                  <a:cubicBezTo>
                    <a:pt x="150" y="11"/>
                    <a:pt x="149" y="12"/>
                    <a:pt x="148" y="12"/>
                  </a:cubicBezTo>
                  <a:cubicBezTo>
                    <a:pt x="148" y="12"/>
                    <a:pt x="147" y="12"/>
                    <a:pt x="146" y="13"/>
                  </a:cubicBezTo>
                  <a:cubicBezTo>
                    <a:pt x="146" y="13"/>
                    <a:pt x="146" y="13"/>
                    <a:pt x="146" y="13"/>
                  </a:cubicBezTo>
                  <a:cubicBezTo>
                    <a:pt x="146" y="14"/>
                    <a:pt x="147" y="14"/>
                    <a:pt x="147" y="14"/>
                  </a:cubicBezTo>
                  <a:cubicBezTo>
                    <a:pt x="147" y="14"/>
                    <a:pt x="147" y="14"/>
                    <a:pt x="147" y="14"/>
                  </a:cubicBezTo>
                  <a:cubicBezTo>
                    <a:pt x="147" y="13"/>
                    <a:pt x="148" y="14"/>
                    <a:pt x="148" y="13"/>
                  </a:cubicBezTo>
                  <a:cubicBezTo>
                    <a:pt x="148" y="12"/>
                    <a:pt x="149" y="12"/>
                    <a:pt x="149" y="12"/>
                  </a:cubicBezTo>
                  <a:cubicBezTo>
                    <a:pt x="150" y="12"/>
                    <a:pt x="151" y="12"/>
                    <a:pt x="152" y="11"/>
                  </a:cubicBezTo>
                  <a:cubicBezTo>
                    <a:pt x="153" y="11"/>
                    <a:pt x="153" y="11"/>
                    <a:pt x="153" y="11"/>
                  </a:cubicBezTo>
                  <a:cubicBezTo>
                    <a:pt x="153" y="10"/>
                    <a:pt x="153" y="10"/>
                    <a:pt x="154" y="10"/>
                  </a:cubicBezTo>
                  <a:cubicBezTo>
                    <a:pt x="156" y="10"/>
                    <a:pt x="157" y="11"/>
                    <a:pt x="159" y="11"/>
                  </a:cubicBezTo>
                  <a:cubicBezTo>
                    <a:pt x="162" y="11"/>
                    <a:pt x="164" y="12"/>
                    <a:pt x="167" y="12"/>
                  </a:cubicBezTo>
                  <a:cubicBezTo>
                    <a:pt x="168" y="12"/>
                    <a:pt x="167" y="13"/>
                    <a:pt x="168" y="13"/>
                  </a:cubicBezTo>
                  <a:cubicBezTo>
                    <a:pt x="169" y="13"/>
                    <a:pt x="170" y="13"/>
                    <a:pt x="171" y="13"/>
                  </a:cubicBezTo>
                  <a:cubicBezTo>
                    <a:pt x="170" y="13"/>
                    <a:pt x="170" y="13"/>
                    <a:pt x="169" y="13"/>
                  </a:cubicBezTo>
                  <a:cubicBezTo>
                    <a:pt x="169" y="12"/>
                    <a:pt x="170" y="12"/>
                    <a:pt x="169" y="12"/>
                  </a:cubicBezTo>
                  <a:cubicBezTo>
                    <a:pt x="169" y="12"/>
                    <a:pt x="168" y="12"/>
                    <a:pt x="168" y="12"/>
                  </a:cubicBezTo>
                  <a:cubicBezTo>
                    <a:pt x="168" y="12"/>
                    <a:pt x="166" y="12"/>
                    <a:pt x="166" y="11"/>
                  </a:cubicBezTo>
                  <a:cubicBezTo>
                    <a:pt x="165" y="11"/>
                    <a:pt x="164" y="11"/>
                    <a:pt x="164" y="11"/>
                  </a:cubicBezTo>
                  <a:cubicBezTo>
                    <a:pt x="165" y="11"/>
                    <a:pt x="166" y="11"/>
                    <a:pt x="166" y="11"/>
                  </a:cubicBezTo>
                  <a:cubicBezTo>
                    <a:pt x="167" y="11"/>
                    <a:pt x="168" y="11"/>
                    <a:pt x="169" y="11"/>
                  </a:cubicBezTo>
                  <a:cubicBezTo>
                    <a:pt x="171" y="11"/>
                    <a:pt x="172" y="12"/>
                    <a:pt x="173" y="11"/>
                  </a:cubicBezTo>
                  <a:cubicBezTo>
                    <a:pt x="172" y="10"/>
                    <a:pt x="170" y="10"/>
                    <a:pt x="168" y="9"/>
                  </a:cubicBezTo>
                  <a:cubicBezTo>
                    <a:pt x="168" y="9"/>
                    <a:pt x="168" y="9"/>
                    <a:pt x="168" y="8"/>
                  </a:cubicBezTo>
                  <a:cubicBezTo>
                    <a:pt x="168" y="8"/>
                    <a:pt x="167" y="8"/>
                    <a:pt x="167" y="8"/>
                  </a:cubicBezTo>
                  <a:cubicBezTo>
                    <a:pt x="167" y="7"/>
                    <a:pt x="167" y="7"/>
                    <a:pt x="167" y="7"/>
                  </a:cubicBezTo>
                  <a:cubicBezTo>
                    <a:pt x="169" y="7"/>
                    <a:pt x="171" y="7"/>
                    <a:pt x="172" y="7"/>
                  </a:cubicBezTo>
                  <a:cubicBezTo>
                    <a:pt x="173" y="7"/>
                    <a:pt x="174" y="7"/>
                    <a:pt x="175" y="7"/>
                  </a:cubicBezTo>
                  <a:cubicBezTo>
                    <a:pt x="176" y="7"/>
                    <a:pt x="177" y="7"/>
                    <a:pt x="178" y="7"/>
                  </a:cubicBezTo>
                  <a:cubicBezTo>
                    <a:pt x="179" y="7"/>
                    <a:pt x="179" y="8"/>
                    <a:pt x="180" y="8"/>
                  </a:cubicBezTo>
                  <a:cubicBezTo>
                    <a:pt x="181" y="8"/>
                    <a:pt x="182" y="8"/>
                    <a:pt x="183" y="8"/>
                  </a:cubicBezTo>
                  <a:cubicBezTo>
                    <a:pt x="183" y="8"/>
                    <a:pt x="186" y="9"/>
                    <a:pt x="186" y="9"/>
                  </a:cubicBezTo>
                  <a:cubicBezTo>
                    <a:pt x="187" y="9"/>
                    <a:pt x="188" y="9"/>
                    <a:pt x="190" y="9"/>
                  </a:cubicBezTo>
                  <a:cubicBezTo>
                    <a:pt x="191" y="10"/>
                    <a:pt x="193" y="10"/>
                    <a:pt x="194" y="10"/>
                  </a:cubicBezTo>
                  <a:cubicBezTo>
                    <a:pt x="194" y="10"/>
                    <a:pt x="194" y="11"/>
                    <a:pt x="193" y="11"/>
                  </a:cubicBezTo>
                  <a:cubicBezTo>
                    <a:pt x="194" y="11"/>
                    <a:pt x="195" y="11"/>
                    <a:pt x="196" y="11"/>
                  </a:cubicBezTo>
                  <a:cubicBezTo>
                    <a:pt x="197" y="11"/>
                    <a:pt x="198" y="12"/>
                    <a:pt x="199" y="12"/>
                  </a:cubicBezTo>
                  <a:cubicBezTo>
                    <a:pt x="200" y="12"/>
                    <a:pt x="202" y="11"/>
                    <a:pt x="204" y="11"/>
                  </a:cubicBezTo>
                  <a:cubicBezTo>
                    <a:pt x="203" y="11"/>
                    <a:pt x="203" y="11"/>
                    <a:pt x="202" y="11"/>
                  </a:cubicBezTo>
                  <a:cubicBezTo>
                    <a:pt x="203" y="11"/>
                    <a:pt x="202" y="11"/>
                    <a:pt x="202" y="11"/>
                  </a:cubicBezTo>
                  <a:cubicBezTo>
                    <a:pt x="202" y="11"/>
                    <a:pt x="202" y="11"/>
                    <a:pt x="201" y="11"/>
                  </a:cubicBezTo>
                  <a:cubicBezTo>
                    <a:pt x="201" y="11"/>
                    <a:pt x="202" y="11"/>
                    <a:pt x="202" y="11"/>
                  </a:cubicBezTo>
                  <a:cubicBezTo>
                    <a:pt x="202" y="11"/>
                    <a:pt x="201" y="11"/>
                    <a:pt x="200" y="10"/>
                  </a:cubicBezTo>
                  <a:cubicBezTo>
                    <a:pt x="200" y="10"/>
                    <a:pt x="203" y="10"/>
                    <a:pt x="204" y="10"/>
                  </a:cubicBezTo>
                  <a:cubicBezTo>
                    <a:pt x="204" y="10"/>
                    <a:pt x="202" y="9"/>
                    <a:pt x="202" y="9"/>
                  </a:cubicBezTo>
                  <a:cubicBezTo>
                    <a:pt x="203" y="8"/>
                    <a:pt x="205" y="8"/>
                    <a:pt x="206" y="8"/>
                  </a:cubicBezTo>
                  <a:cubicBezTo>
                    <a:pt x="208" y="8"/>
                    <a:pt x="209" y="9"/>
                    <a:pt x="211" y="9"/>
                  </a:cubicBezTo>
                  <a:cubicBezTo>
                    <a:pt x="213" y="9"/>
                    <a:pt x="214" y="9"/>
                    <a:pt x="216" y="9"/>
                  </a:cubicBezTo>
                  <a:cubicBezTo>
                    <a:pt x="215" y="8"/>
                    <a:pt x="213" y="9"/>
                    <a:pt x="211" y="8"/>
                  </a:cubicBezTo>
                  <a:cubicBezTo>
                    <a:pt x="210" y="8"/>
                    <a:pt x="209" y="8"/>
                    <a:pt x="209" y="8"/>
                  </a:cubicBezTo>
                  <a:cubicBezTo>
                    <a:pt x="208" y="8"/>
                    <a:pt x="209" y="8"/>
                    <a:pt x="209" y="8"/>
                  </a:cubicBezTo>
                  <a:cubicBezTo>
                    <a:pt x="208" y="7"/>
                    <a:pt x="208" y="7"/>
                    <a:pt x="207" y="7"/>
                  </a:cubicBezTo>
                  <a:cubicBezTo>
                    <a:pt x="206" y="7"/>
                    <a:pt x="206" y="7"/>
                    <a:pt x="205" y="7"/>
                  </a:cubicBezTo>
                  <a:cubicBezTo>
                    <a:pt x="204" y="6"/>
                    <a:pt x="203" y="6"/>
                    <a:pt x="203" y="6"/>
                  </a:cubicBezTo>
                  <a:cubicBezTo>
                    <a:pt x="202" y="6"/>
                    <a:pt x="201" y="6"/>
                    <a:pt x="200" y="5"/>
                  </a:cubicBezTo>
                  <a:cubicBezTo>
                    <a:pt x="199" y="5"/>
                    <a:pt x="200" y="5"/>
                    <a:pt x="200" y="5"/>
                  </a:cubicBezTo>
                  <a:cubicBezTo>
                    <a:pt x="203" y="5"/>
                    <a:pt x="206" y="5"/>
                    <a:pt x="209" y="5"/>
                  </a:cubicBezTo>
                  <a:cubicBezTo>
                    <a:pt x="213" y="5"/>
                    <a:pt x="217" y="5"/>
                    <a:pt x="220" y="5"/>
                  </a:cubicBezTo>
                  <a:cubicBezTo>
                    <a:pt x="220" y="5"/>
                    <a:pt x="220" y="6"/>
                    <a:pt x="220" y="6"/>
                  </a:cubicBezTo>
                  <a:cubicBezTo>
                    <a:pt x="220" y="6"/>
                    <a:pt x="222" y="6"/>
                    <a:pt x="221" y="7"/>
                  </a:cubicBezTo>
                  <a:cubicBezTo>
                    <a:pt x="221" y="7"/>
                    <a:pt x="222" y="7"/>
                    <a:pt x="222" y="7"/>
                  </a:cubicBezTo>
                  <a:cubicBezTo>
                    <a:pt x="222" y="7"/>
                    <a:pt x="222" y="7"/>
                    <a:pt x="222" y="7"/>
                  </a:cubicBezTo>
                  <a:cubicBezTo>
                    <a:pt x="222" y="6"/>
                    <a:pt x="222" y="6"/>
                    <a:pt x="223" y="6"/>
                  </a:cubicBezTo>
                  <a:cubicBezTo>
                    <a:pt x="222" y="6"/>
                    <a:pt x="222" y="6"/>
                    <a:pt x="221" y="6"/>
                  </a:cubicBezTo>
                  <a:cubicBezTo>
                    <a:pt x="223" y="5"/>
                    <a:pt x="225" y="6"/>
                    <a:pt x="226" y="6"/>
                  </a:cubicBezTo>
                  <a:cubicBezTo>
                    <a:pt x="227" y="6"/>
                    <a:pt x="228" y="7"/>
                    <a:pt x="229" y="7"/>
                  </a:cubicBezTo>
                  <a:cubicBezTo>
                    <a:pt x="229" y="7"/>
                    <a:pt x="230" y="6"/>
                    <a:pt x="230" y="7"/>
                  </a:cubicBezTo>
                  <a:cubicBezTo>
                    <a:pt x="231" y="7"/>
                    <a:pt x="231" y="7"/>
                    <a:pt x="231" y="7"/>
                  </a:cubicBezTo>
                  <a:cubicBezTo>
                    <a:pt x="231" y="7"/>
                    <a:pt x="230" y="7"/>
                    <a:pt x="231" y="8"/>
                  </a:cubicBezTo>
                  <a:cubicBezTo>
                    <a:pt x="231" y="8"/>
                    <a:pt x="232" y="8"/>
                    <a:pt x="232" y="8"/>
                  </a:cubicBezTo>
                  <a:cubicBezTo>
                    <a:pt x="231" y="7"/>
                    <a:pt x="232" y="7"/>
                    <a:pt x="233" y="7"/>
                  </a:cubicBezTo>
                  <a:cubicBezTo>
                    <a:pt x="232" y="7"/>
                    <a:pt x="232" y="7"/>
                    <a:pt x="232" y="7"/>
                  </a:cubicBezTo>
                  <a:cubicBezTo>
                    <a:pt x="232" y="6"/>
                    <a:pt x="232" y="6"/>
                    <a:pt x="233" y="6"/>
                  </a:cubicBezTo>
                  <a:cubicBezTo>
                    <a:pt x="233" y="6"/>
                    <a:pt x="232" y="6"/>
                    <a:pt x="232" y="6"/>
                  </a:cubicBezTo>
                  <a:cubicBezTo>
                    <a:pt x="231" y="6"/>
                    <a:pt x="230" y="6"/>
                    <a:pt x="229" y="6"/>
                  </a:cubicBezTo>
                  <a:cubicBezTo>
                    <a:pt x="228" y="5"/>
                    <a:pt x="226" y="5"/>
                    <a:pt x="225" y="5"/>
                  </a:cubicBezTo>
                  <a:cubicBezTo>
                    <a:pt x="223" y="5"/>
                    <a:pt x="222" y="5"/>
                    <a:pt x="220" y="5"/>
                  </a:cubicBezTo>
                  <a:cubicBezTo>
                    <a:pt x="218" y="5"/>
                    <a:pt x="215" y="5"/>
                    <a:pt x="212" y="5"/>
                  </a:cubicBezTo>
                  <a:cubicBezTo>
                    <a:pt x="211" y="5"/>
                    <a:pt x="209" y="5"/>
                    <a:pt x="208" y="5"/>
                  </a:cubicBezTo>
                  <a:cubicBezTo>
                    <a:pt x="207" y="5"/>
                    <a:pt x="207" y="5"/>
                    <a:pt x="206" y="5"/>
                  </a:cubicBezTo>
                  <a:cubicBezTo>
                    <a:pt x="206" y="5"/>
                    <a:pt x="205" y="4"/>
                    <a:pt x="204" y="4"/>
                  </a:cubicBezTo>
                  <a:cubicBezTo>
                    <a:pt x="205" y="5"/>
                    <a:pt x="205" y="5"/>
                    <a:pt x="205" y="5"/>
                  </a:cubicBezTo>
                  <a:cubicBezTo>
                    <a:pt x="204" y="5"/>
                    <a:pt x="204" y="5"/>
                    <a:pt x="203" y="5"/>
                  </a:cubicBezTo>
                  <a:cubicBezTo>
                    <a:pt x="202" y="5"/>
                    <a:pt x="201" y="5"/>
                    <a:pt x="200" y="5"/>
                  </a:cubicBezTo>
                  <a:cubicBezTo>
                    <a:pt x="198" y="5"/>
                    <a:pt x="196" y="4"/>
                    <a:pt x="194" y="4"/>
                  </a:cubicBezTo>
                  <a:cubicBezTo>
                    <a:pt x="195" y="4"/>
                    <a:pt x="195" y="4"/>
                    <a:pt x="196" y="4"/>
                  </a:cubicBezTo>
                  <a:cubicBezTo>
                    <a:pt x="197" y="4"/>
                    <a:pt x="198" y="4"/>
                    <a:pt x="199" y="4"/>
                  </a:cubicBezTo>
                  <a:cubicBezTo>
                    <a:pt x="198" y="4"/>
                    <a:pt x="196" y="4"/>
                    <a:pt x="195" y="4"/>
                  </a:cubicBezTo>
                  <a:cubicBezTo>
                    <a:pt x="196" y="3"/>
                    <a:pt x="197" y="3"/>
                    <a:pt x="198" y="3"/>
                  </a:cubicBezTo>
                  <a:cubicBezTo>
                    <a:pt x="199" y="3"/>
                    <a:pt x="200" y="3"/>
                    <a:pt x="201" y="3"/>
                  </a:cubicBezTo>
                  <a:cubicBezTo>
                    <a:pt x="202" y="4"/>
                    <a:pt x="202" y="4"/>
                    <a:pt x="203" y="4"/>
                  </a:cubicBezTo>
                  <a:cubicBezTo>
                    <a:pt x="203" y="4"/>
                    <a:pt x="205" y="4"/>
                    <a:pt x="204" y="4"/>
                  </a:cubicBezTo>
                  <a:cubicBezTo>
                    <a:pt x="205" y="4"/>
                    <a:pt x="206" y="4"/>
                    <a:pt x="206" y="4"/>
                  </a:cubicBezTo>
                  <a:cubicBezTo>
                    <a:pt x="207" y="4"/>
                    <a:pt x="208" y="4"/>
                    <a:pt x="209" y="4"/>
                  </a:cubicBezTo>
                  <a:cubicBezTo>
                    <a:pt x="210" y="4"/>
                    <a:pt x="212" y="4"/>
                    <a:pt x="214" y="4"/>
                  </a:cubicBezTo>
                  <a:cubicBezTo>
                    <a:pt x="213" y="4"/>
                    <a:pt x="212" y="4"/>
                    <a:pt x="211" y="4"/>
                  </a:cubicBezTo>
                  <a:cubicBezTo>
                    <a:pt x="210" y="4"/>
                    <a:pt x="209" y="4"/>
                    <a:pt x="208" y="4"/>
                  </a:cubicBezTo>
                  <a:cubicBezTo>
                    <a:pt x="207" y="4"/>
                    <a:pt x="206" y="4"/>
                    <a:pt x="205" y="4"/>
                  </a:cubicBezTo>
                  <a:cubicBezTo>
                    <a:pt x="204" y="4"/>
                    <a:pt x="203" y="3"/>
                    <a:pt x="203" y="3"/>
                  </a:cubicBezTo>
                  <a:cubicBezTo>
                    <a:pt x="203" y="3"/>
                    <a:pt x="204" y="3"/>
                    <a:pt x="204" y="3"/>
                  </a:cubicBezTo>
                  <a:cubicBezTo>
                    <a:pt x="205" y="3"/>
                    <a:pt x="206" y="3"/>
                    <a:pt x="206" y="3"/>
                  </a:cubicBezTo>
                  <a:cubicBezTo>
                    <a:pt x="207" y="3"/>
                    <a:pt x="207" y="3"/>
                    <a:pt x="207" y="3"/>
                  </a:cubicBezTo>
                  <a:cubicBezTo>
                    <a:pt x="208" y="3"/>
                    <a:pt x="209" y="3"/>
                    <a:pt x="209" y="3"/>
                  </a:cubicBezTo>
                  <a:cubicBezTo>
                    <a:pt x="210" y="3"/>
                    <a:pt x="212" y="3"/>
                    <a:pt x="213" y="3"/>
                  </a:cubicBezTo>
                  <a:cubicBezTo>
                    <a:pt x="214" y="3"/>
                    <a:pt x="215" y="3"/>
                    <a:pt x="215" y="3"/>
                  </a:cubicBezTo>
                  <a:cubicBezTo>
                    <a:pt x="216" y="3"/>
                    <a:pt x="217" y="3"/>
                    <a:pt x="218" y="3"/>
                  </a:cubicBezTo>
                  <a:cubicBezTo>
                    <a:pt x="216" y="2"/>
                    <a:pt x="214" y="3"/>
                    <a:pt x="212" y="3"/>
                  </a:cubicBezTo>
                  <a:cubicBezTo>
                    <a:pt x="214" y="2"/>
                    <a:pt x="216" y="3"/>
                    <a:pt x="218" y="2"/>
                  </a:cubicBezTo>
                  <a:cubicBezTo>
                    <a:pt x="218" y="2"/>
                    <a:pt x="217" y="2"/>
                    <a:pt x="217" y="2"/>
                  </a:cubicBezTo>
                  <a:cubicBezTo>
                    <a:pt x="217" y="2"/>
                    <a:pt x="217" y="2"/>
                    <a:pt x="218" y="2"/>
                  </a:cubicBezTo>
                  <a:cubicBezTo>
                    <a:pt x="217" y="2"/>
                    <a:pt x="216" y="2"/>
                    <a:pt x="216" y="2"/>
                  </a:cubicBezTo>
                  <a:cubicBezTo>
                    <a:pt x="217" y="2"/>
                    <a:pt x="219" y="2"/>
                    <a:pt x="221" y="2"/>
                  </a:cubicBezTo>
                  <a:cubicBezTo>
                    <a:pt x="221" y="3"/>
                    <a:pt x="224" y="2"/>
                    <a:pt x="225" y="3"/>
                  </a:cubicBezTo>
                  <a:cubicBezTo>
                    <a:pt x="224" y="3"/>
                    <a:pt x="224" y="3"/>
                    <a:pt x="223" y="3"/>
                  </a:cubicBezTo>
                  <a:cubicBezTo>
                    <a:pt x="224" y="3"/>
                    <a:pt x="226" y="3"/>
                    <a:pt x="227" y="3"/>
                  </a:cubicBezTo>
                  <a:cubicBezTo>
                    <a:pt x="228" y="4"/>
                    <a:pt x="229" y="4"/>
                    <a:pt x="231" y="4"/>
                  </a:cubicBezTo>
                  <a:cubicBezTo>
                    <a:pt x="232" y="4"/>
                    <a:pt x="233" y="4"/>
                    <a:pt x="234" y="4"/>
                  </a:cubicBezTo>
                  <a:cubicBezTo>
                    <a:pt x="236" y="4"/>
                    <a:pt x="237" y="4"/>
                    <a:pt x="239" y="4"/>
                  </a:cubicBezTo>
                  <a:cubicBezTo>
                    <a:pt x="239" y="5"/>
                    <a:pt x="240" y="5"/>
                    <a:pt x="240" y="5"/>
                  </a:cubicBezTo>
                  <a:cubicBezTo>
                    <a:pt x="240" y="5"/>
                    <a:pt x="240" y="5"/>
                    <a:pt x="241" y="5"/>
                  </a:cubicBezTo>
                  <a:cubicBezTo>
                    <a:pt x="241" y="5"/>
                    <a:pt x="241" y="5"/>
                    <a:pt x="242" y="5"/>
                  </a:cubicBezTo>
                  <a:cubicBezTo>
                    <a:pt x="241" y="5"/>
                    <a:pt x="240" y="5"/>
                    <a:pt x="240" y="5"/>
                  </a:cubicBezTo>
                  <a:cubicBezTo>
                    <a:pt x="240" y="4"/>
                    <a:pt x="239" y="4"/>
                    <a:pt x="239" y="4"/>
                  </a:cubicBezTo>
                  <a:cubicBezTo>
                    <a:pt x="239" y="3"/>
                    <a:pt x="242" y="4"/>
                    <a:pt x="243" y="4"/>
                  </a:cubicBezTo>
                  <a:cubicBezTo>
                    <a:pt x="245" y="4"/>
                    <a:pt x="247" y="4"/>
                    <a:pt x="249" y="4"/>
                  </a:cubicBezTo>
                  <a:cubicBezTo>
                    <a:pt x="247" y="3"/>
                    <a:pt x="244" y="4"/>
                    <a:pt x="241" y="3"/>
                  </a:cubicBezTo>
                  <a:cubicBezTo>
                    <a:pt x="242" y="3"/>
                    <a:pt x="242" y="3"/>
                    <a:pt x="243" y="3"/>
                  </a:cubicBezTo>
                  <a:cubicBezTo>
                    <a:pt x="244" y="3"/>
                    <a:pt x="245" y="3"/>
                    <a:pt x="246" y="3"/>
                  </a:cubicBezTo>
                  <a:cubicBezTo>
                    <a:pt x="248" y="3"/>
                    <a:pt x="250" y="3"/>
                    <a:pt x="252" y="3"/>
                  </a:cubicBezTo>
                  <a:cubicBezTo>
                    <a:pt x="251" y="3"/>
                    <a:pt x="249" y="3"/>
                    <a:pt x="248" y="3"/>
                  </a:cubicBezTo>
                  <a:cubicBezTo>
                    <a:pt x="249" y="3"/>
                    <a:pt x="248" y="3"/>
                    <a:pt x="247" y="3"/>
                  </a:cubicBezTo>
                  <a:cubicBezTo>
                    <a:pt x="247" y="3"/>
                    <a:pt x="246" y="3"/>
                    <a:pt x="246" y="3"/>
                  </a:cubicBezTo>
                  <a:cubicBezTo>
                    <a:pt x="247" y="2"/>
                    <a:pt x="246" y="2"/>
                    <a:pt x="246" y="2"/>
                  </a:cubicBezTo>
                  <a:cubicBezTo>
                    <a:pt x="245" y="2"/>
                    <a:pt x="245" y="2"/>
                    <a:pt x="244" y="2"/>
                  </a:cubicBezTo>
                  <a:cubicBezTo>
                    <a:pt x="243" y="3"/>
                    <a:pt x="242" y="2"/>
                    <a:pt x="241" y="2"/>
                  </a:cubicBezTo>
                  <a:cubicBezTo>
                    <a:pt x="242" y="2"/>
                    <a:pt x="242" y="2"/>
                    <a:pt x="242" y="2"/>
                  </a:cubicBezTo>
                  <a:cubicBezTo>
                    <a:pt x="242" y="2"/>
                    <a:pt x="242" y="2"/>
                    <a:pt x="242" y="2"/>
                  </a:cubicBezTo>
                  <a:cubicBezTo>
                    <a:pt x="242" y="1"/>
                    <a:pt x="242" y="1"/>
                    <a:pt x="243" y="1"/>
                  </a:cubicBezTo>
                  <a:cubicBezTo>
                    <a:pt x="242" y="1"/>
                    <a:pt x="242" y="1"/>
                    <a:pt x="242" y="1"/>
                  </a:cubicBezTo>
                  <a:cubicBezTo>
                    <a:pt x="243" y="1"/>
                    <a:pt x="244" y="1"/>
                    <a:pt x="245" y="1"/>
                  </a:cubicBezTo>
                  <a:cubicBezTo>
                    <a:pt x="246" y="1"/>
                    <a:pt x="247" y="2"/>
                    <a:pt x="248" y="1"/>
                  </a:cubicBezTo>
                  <a:cubicBezTo>
                    <a:pt x="248" y="1"/>
                    <a:pt x="247" y="1"/>
                    <a:pt x="247" y="1"/>
                  </a:cubicBezTo>
                  <a:cubicBezTo>
                    <a:pt x="248" y="1"/>
                    <a:pt x="249" y="1"/>
                    <a:pt x="250" y="1"/>
                  </a:cubicBezTo>
                  <a:cubicBezTo>
                    <a:pt x="251" y="1"/>
                    <a:pt x="251" y="1"/>
                    <a:pt x="251" y="1"/>
                  </a:cubicBezTo>
                  <a:cubicBezTo>
                    <a:pt x="251" y="1"/>
                    <a:pt x="252" y="1"/>
                    <a:pt x="253" y="1"/>
                  </a:cubicBezTo>
                  <a:cubicBezTo>
                    <a:pt x="254" y="1"/>
                    <a:pt x="255" y="2"/>
                    <a:pt x="256" y="1"/>
                  </a:cubicBezTo>
                  <a:cubicBezTo>
                    <a:pt x="255" y="1"/>
                    <a:pt x="255" y="1"/>
                    <a:pt x="255" y="1"/>
                  </a:cubicBezTo>
                  <a:cubicBezTo>
                    <a:pt x="255" y="1"/>
                    <a:pt x="255" y="1"/>
                    <a:pt x="256" y="1"/>
                  </a:cubicBezTo>
                  <a:cubicBezTo>
                    <a:pt x="255" y="1"/>
                    <a:pt x="254" y="1"/>
                    <a:pt x="254" y="1"/>
                  </a:cubicBezTo>
                  <a:cubicBezTo>
                    <a:pt x="254" y="1"/>
                    <a:pt x="254" y="1"/>
                    <a:pt x="254" y="1"/>
                  </a:cubicBezTo>
                  <a:cubicBezTo>
                    <a:pt x="254" y="1"/>
                    <a:pt x="255" y="0"/>
                    <a:pt x="256" y="0"/>
                  </a:cubicBezTo>
                  <a:cubicBezTo>
                    <a:pt x="256" y="0"/>
                    <a:pt x="257" y="0"/>
                    <a:pt x="258" y="0"/>
                  </a:cubicBezTo>
                  <a:cubicBezTo>
                    <a:pt x="260" y="0"/>
                    <a:pt x="262" y="1"/>
                    <a:pt x="263" y="0"/>
                  </a:cubicBezTo>
                  <a:cubicBezTo>
                    <a:pt x="264" y="0"/>
                    <a:pt x="265" y="0"/>
                    <a:pt x="266" y="0"/>
                  </a:cubicBezTo>
                  <a:cubicBezTo>
                    <a:pt x="267" y="0"/>
                    <a:pt x="267" y="1"/>
                    <a:pt x="268" y="0"/>
                  </a:cubicBezTo>
                  <a:cubicBezTo>
                    <a:pt x="269" y="0"/>
                    <a:pt x="270" y="1"/>
                    <a:pt x="271" y="1"/>
                  </a:cubicBezTo>
                  <a:cubicBezTo>
                    <a:pt x="271" y="0"/>
                    <a:pt x="270" y="1"/>
                    <a:pt x="270" y="0"/>
                  </a:cubicBezTo>
                  <a:cubicBezTo>
                    <a:pt x="272" y="0"/>
                    <a:pt x="274" y="0"/>
                    <a:pt x="275" y="0"/>
                  </a:cubicBezTo>
                  <a:cubicBezTo>
                    <a:pt x="276" y="0"/>
                    <a:pt x="277" y="0"/>
                    <a:pt x="278" y="0"/>
                  </a:cubicBezTo>
                  <a:cubicBezTo>
                    <a:pt x="279" y="0"/>
                    <a:pt x="279" y="0"/>
                    <a:pt x="279" y="0"/>
                  </a:cubicBezTo>
                  <a:cubicBezTo>
                    <a:pt x="280" y="0"/>
                    <a:pt x="281" y="0"/>
                    <a:pt x="280" y="0"/>
                  </a:cubicBezTo>
                  <a:cubicBezTo>
                    <a:pt x="281" y="0"/>
                    <a:pt x="282" y="0"/>
                    <a:pt x="283" y="0"/>
                  </a:cubicBezTo>
                  <a:cubicBezTo>
                    <a:pt x="284" y="0"/>
                    <a:pt x="285" y="0"/>
                    <a:pt x="286" y="0"/>
                  </a:cubicBezTo>
                  <a:cubicBezTo>
                    <a:pt x="288" y="0"/>
                    <a:pt x="290" y="0"/>
                    <a:pt x="292" y="0"/>
                  </a:cubicBezTo>
                  <a:cubicBezTo>
                    <a:pt x="293" y="0"/>
                    <a:pt x="294" y="0"/>
                    <a:pt x="295" y="0"/>
                  </a:cubicBezTo>
                  <a:cubicBezTo>
                    <a:pt x="295" y="0"/>
                    <a:pt x="296" y="0"/>
                    <a:pt x="296" y="0"/>
                  </a:cubicBezTo>
                  <a:cubicBezTo>
                    <a:pt x="297" y="0"/>
                    <a:pt x="297" y="0"/>
                    <a:pt x="297" y="1"/>
                  </a:cubicBezTo>
                  <a:cubicBezTo>
                    <a:pt x="297" y="1"/>
                    <a:pt x="297" y="1"/>
                    <a:pt x="297" y="1"/>
                  </a:cubicBezTo>
                  <a:cubicBezTo>
                    <a:pt x="298" y="1"/>
                    <a:pt x="298" y="1"/>
                    <a:pt x="299" y="1"/>
                  </a:cubicBezTo>
                  <a:cubicBezTo>
                    <a:pt x="299" y="0"/>
                    <a:pt x="300" y="0"/>
                    <a:pt x="301" y="1"/>
                  </a:cubicBezTo>
                  <a:cubicBezTo>
                    <a:pt x="301" y="1"/>
                    <a:pt x="300" y="1"/>
                    <a:pt x="299" y="1"/>
                  </a:cubicBezTo>
                  <a:cubicBezTo>
                    <a:pt x="300" y="1"/>
                    <a:pt x="302" y="1"/>
                    <a:pt x="303" y="1"/>
                  </a:cubicBezTo>
                  <a:cubicBezTo>
                    <a:pt x="303" y="1"/>
                    <a:pt x="302" y="1"/>
                    <a:pt x="302" y="1"/>
                  </a:cubicBezTo>
                  <a:cubicBezTo>
                    <a:pt x="304" y="0"/>
                    <a:pt x="307" y="1"/>
                    <a:pt x="309" y="1"/>
                  </a:cubicBezTo>
                  <a:cubicBezTo>
                    <a:pt x="312" y="1"/>
                    <a:pt x="314" y="1"/>
                    <a:pt x="317" y="2"/>
                  </a:cubicBezTo>
                  <a:cubicBezTo>
                    <a:pt x="316" y="3"/>
                    <a:pt x="314" y="2"/>
                    <a:pt x="313" y="3"/>
                  </a:cubicBezTo>
                  <a:cubicBezTo>
                    <a:pt x="311" y="3"/>
                    <a:pt x="309" y="3"/>
                    <a:pt x="307" y="3"/>
                  </a:cubicBezTo>
                  <a:cubicBezTo>
                    <a:pt x="303" y="3"/>
                    <a:pt x="299" y="3"/>
                    <a:pt x="295" y="3"/>
                  </a:cubicBezTo>
                  <a:cubicBezTo>
                    <a:pt x="291" y="3"/>
                    <a:pt x="287" y="3"/>
                    <a:pt x="283" y="3"/>
                  </a:cubicBezTo>
                  <a:cubicBezTo>
                    <a:pt x="281" y="3"/>
                    <a:pt x="279" y="3"/>
                    <a:pt x="277" y="3"/>
                  </a:cubicBezTo>
                  <a:cubicBezTo>
                    <a:pt x="276" y="3"/>
                    <a:pt x="274" y="3"/>
                    <a:pt x="272" y="3"/>
                  </a:cubicBezTo>
                  <a:cubicBezTo>
                    <a:pt x="273" y="3"/>
                    <a:pt x="274" y="3"/>
                    <a:pt x="275" y="3"/>
                  </a:cubicBezTo>
                  <a:cubicBezTo>
                    <a:pt x="276" y="3"/>
                    <a:pt x="276" y="3"/>
                    <a:pt x="277" y="4"/>
                  </a:cubicBezTo>
                  <a:cubicBezTo>
                    <a:pt x="274" y="4"/>
                    <a:pt x="271" y="4"/>
                    <a:pt x="268" y="4"/>
                  </a:cubicBezTo>
                  <a:cubicBezTo>
                    <a:pt x="265" y="4"/>
                    <a:pt x="262" y="4"/>
                    <a:pt x="259" y="4"/>
                  </a:cubicBezTo>
                  <a:cubicBezTo>
                    <a:pt x="259" y="4"/>
                    <a:pt x="260" y="4"/>
                    <a:pt x="260" y="4"/>
                  </a:cubicBezTo>
                  <a:cubicBezTo>
                    <a:pt x="260" y="5"/>
                    <a:pt x="258" y="5"/>
                    <a:pt x="258" y="5"/>
                  </a:cubicBezTo>
                  <a:cubicBezTo>
                    <a:pt x="259" y="6"/>
                    <a:pt x="260" y="5"/>
                    <a:pt x="260" y="5"/>
                  </a:cubicBezTo>
                  <a:cubicBezTo>
                    <a:pt x="262" y="4"/>
                    <a:pt x="263" y="4"/>
                    <a:pt x="264" y="4"/>
                  </a:cubicBezTo>
                  <a:cubicBezTo>
                    <a:pt x="265" y="4"/>
                    <a:pt x="267" y="4"/>
                    <a:pt x="268" y="4"/>
                  </a:cubicBezTo>
                  <a:cubicBezTo>
                    <a:pt x="268" y="4"/>
                    <a:pt x="269" y="5"/>
                    <a:pt x="268" y="5"/>
                  </a:cubicBezTo>
                  <a:cubicBezTo>
                    <a:pt x="268" y="5"/>
                    <a:pt x="269" y="5"/>
                    <a:pt x="269" y="5"/>
                  </a:cubicBezTo>
                  <a:cubicBezTo>
                    <a:pt x="269" y="4"/>
                    <a:pt x="272" y="4"/>
                    <a:pt x="272" y="4"/>
                  </a:cubicBezTo>
                  <a:cubicBezTo>
                    <a:pt x="275" y="4"/>
                    <a:pt x="277" y="4"/>
                    <a:pt x="280" y="4"/>
                  </a:cubicBezTo>
                  <a:cubicBezTo>
                    <a:pt x="280" y="4"/>
                    <a:pt x="281" y="4"/>
                    <a:pt x="282" y="4"/>
                  </a:cubicBezTo>
                  <a:cubicBezTo>
                    <a:pt x="283" y="4"/>
                    <a:pt x="284" y="4"/>
                    <a:pt x="285" y="3"/>
                  </a:cubicBezTo>
                  <a:cubicBezTo>
                    <a:pt x="287" y="3"/>
                    <a:pt x="288" y="3"/>
                    <a:pt x="289" y="3"/>
                  </a:cubicBezTo>
                  <a:cubicBezTo>
                    <a:pt x="290" y="3"/>
                    <a:pt x="292" y="3"/>
                    <a:pt x="293" y="3"/>
                  </a:cubicBezTo>
                  <a:cubicBezTo>
                    <a:pt x="295" y="3"/>
                    <a:pt x="298" y="3"/>
                    <a:pt x="300" y="3"/>
                  </a:cubicBezTo>
                  <a:cubicBezTo>
                    <a:pt x="302" y="3"/>
                    <a:pt x="304" y="3"/>
                    <a:pt x="306" y="3"/>
                  </a:cubicBezTo>
                  <a:cubicBezTo>
                    <a:pt x="309" y="3"/>
                    <a:pt x="311" y="3"/>
                    <a:pt x="313" y="3"/>
                  </a:cubicBezTo>
                  <a:cubicBezTo>
                    <a:pt x="315" y="3"/>
                    <a:pt x="316" y="3"/>
                    <a:pt x="317" y="3"/>
                  </a:cubicBezTo>
                  <a:cubicBezTo>
                    <a:pt x="318" y="3"/>
                    <a:pt x="320" y="3"/>
                    <a:pt x="321" y="3"/>
                  </a:cubicBezTo>
                  <a:cubicBezTo>
                    <a:pt x="321" y="3"/>
                    <a:pt x="320" y="3"/>
                    <a:pt x="320" y="3"/>
                  </a:cubicBezTo>
                  <a:cubicBezTo>
                    <a:pt x="320" y="4"/>
                    <a:pt x="321" y="4"/>
                    <a:pt x="321" y="4"/>
                  </a:cubicBezTo>
                  <a:cubicBezTo>
                    <a:pt x="321" y="4"/>
                    <a:pt x="320" y="4"/>
                    <a:pt x="320" y="4"/>
                  </a:cubicBezTo>
                  <a:cubicBezTo>
                    <a:pt x="319" y="4"/>
                    <a:pt x="319" y="5"/>
                    <a:pt x="318" y="5"/>
                  </a:cubicBezTo>
                  <a:cubicBezTo>
                    <a:pt x="317" y="5"/>
                    <a:pt x="315" y="5"/>
                    <a:pt x="314" y="5"/>
                  </a:cubicBezTo>
                  <a:cubicBezTo>
                    <a:pt x="318" y="6"/>
                    <a:pt x="322" y="4"/>
                    <a:pt x="326" y="4"/>
                  </a:cubicBezTo>
                  <a:cubicBezTo>
                    <a:pt x="326" y="5"/>
                    <a:pt x="325" y="5"/>
                    <a:pt x="325" y="5"/>
                  </a:cubicBezTo>
                  <a:cubicBezTo>
                    <a:pt x="325" y="5"/>
                    <a:pt x="325" y="5"/>
                    <a:pt x="325" y="5"/>
                  </a:cubicBezTo>
                  <a:cubicBezTo>
                    <a:pt x="325" y="5"/>
                    <a:pt x="325" y="5"/>
                    <a:pt x="325" y="5"/>
                  </a:cubicBezTo>
                  <a:cubicBezTo>
                    <a:pt x="326" y="5"/>
                    <a:pt x="327" y="5"/>
                    <a:pt x="328" y="5"/>
                  </a:cubicBezTo>
                  <a:cubicBezTo>
                    <a:pt x="329" y="5"/>
                    <a:pt x="329" y="5"/>
                    <a:pt x="330" y="5"/>
                  </a:cubicBezTo>
                  <a:cubicBezTo>
                    <a:pt x="331" y="5"/>
                    <a:pt x="331" y="5"/>
                    <a:pt x="332" y="5"/>
                  </a:cubicBezTo>
                  <a:cubicBezTo>
                    <a:pt x="333" y="5"/>
                    <a:pt x="335" y="5"/>
                    <a:pt x="336" y="6"/>
                  </a:cubicBezTo>
                  <a:cubicBezTo>
                    <a:pt x="337" y="6"/>
                    <a:pt x="337" y="6"/>
                    <a:pt x="338" y="6"/>
                  </a:cubicBezTo>
                  <a:cubicBezTo>
                    <a:pt x="338" y="6"/>
                    <a:pt x="339" y="6"/>
                    <a:pt x="340" y="6"/>
                  </a:cubicBezTo>
                  <a:cubicBezTo>
                    <a:pt x="340" y="6"/>
                    <a:pt x="338" y="7"/>
                    <a:pt x="338" y="7"/>
                  </a:cubicBezTo>
                  <a:cubicBezTo>
                    <a:pt x="336" y="7"/>
                    <a:pt x="335" y="7"/>
                    <a:pt x="334" y="8"/>
                  </a:cubicBezTo>
                  <a:cubicBezTo>
                    <a:pt x="334" y="8"/>
                    <a:pt x="332" y="8"/>
                    <a:pt x="332" y="8"/>
                  </a:cubicBezTo>
                  <a:cubicBezTo>
                    <a:pt x="331" y="8"/>
                    <a:pt x="330" y="8"/>
                    <a:pt x="329" y="8"/>
                  </a:cubicBezTo>
                  <a:cubicBezTo>
                    <a:pt x="327" y="8"/>
                    <a:pt x="325" y="8"/>
                    <a:pt x="322" y="9"/>
                  </a:cubicBezTo>
                  <a:cubicBezTo>
                    <a:pt x="317" y="9"/>
                    <a:pt x="313" y="9"/>
                    <a:pt x="308" y="9"/>
                  </a:cubicBezTo>
                  <a:cubicBezTo>
                    <a:pt x="303" y="9"/>
                    <a:pt x="298" y="9"/>
                    <a:pt x="293" y="9"/>
                  </a:cubicBezTo>
                  <a:cubicBezTo>
                    <a:pt x="291" y="9"/>
                    <a:pt x="289" y="9"/>
                    <a:pt x="287" y="9"/>
                  </a:cubicBezTo>
                  <a:cubicBezTo>
                    <a:pt x="287" y="9"/>
                    <a:pt x="288" y="10"/>
                    <a:pt x="288" y="10"/>
                  </a:cubicBezTo>
                  <a:cubicBezTo>
                    <a:pt x="285" y="10"/>
                    <a:pt x="281" y="10"/>
                    <a:pt x="278" y="11"/>
                  </a:cubicBezTo>
                  <a:cubicBezTo>
                    <a:pt x="275" y="11"/>
                    <a:pt x="271" y="11"/>
                    <a:pt x="268" y="12"/>
                  </a:cubicBezTo>
                  <a:cubicBezTo>
                    <a:pt x="269" y="12"/>
                    <a:pt x="269" y="12"/>
                    <a:pt x="269" y="12"/>
                  </a:cubicBezTo>
                  <a:cubicBezTo>
                    <a:pt x="269" y="12"/>
                    <a:pt x="268" y="12"/>
                    <a:pt x="268" y="13"/>
                  </a:cubicBezTo>
                  <a:cubicBezTo>
                    <a:pt x="270" y="13"/>
                    <a:pt x="271" y="12"/>
                    <a:pt x="273" y="12"/>
                  </a:cubicBezTo>
                  <a:cubicBezTo>
                    <a:pt x="275" y="12"/>
                    <a:pt x="276" y="12"/>
                    <a:pt x="278" y="11"/>
                  </a:cubicBezTo>
                  <a:cubicBezTo>
                    <a:pt x="280" y="11"/>
                    <a:pt x="281" y="11"/>
                    <a:pt x="283" y="11"/>
                  </a:cubicBezTo>
                  <a:cubicBezTo>
                    <a:pt x="285" y="11"/>
                    <a:pt x="287" y="11"/>
                    <a:pt x="289" y="11"/>
                  </a:cubicBezTo>
                  <a:cubicBezTo>
                    <a:pt x="288" y="11"/>
                    <a:pt x="288" y="11"/>
                    <a:pt x="288" y="11"/>
                  </a:cubicBezTo>
                  <a:cubicBezTo>
                    <a:pt x="288" y="11"/>
                    <a:pt x="292" y="11"/>
                    <a:pt x="292" y="10"/>
                  </a:cubicBezTo>
                  <a:cubicBezTo>
                    <a:pt x="294" y="10"/>
                    <a:pt x="295" y="10"/>
                    <a:pt x="297" y="10"/>
                  </a:cubicBezTo>
                  <a:cubicBezTo>
                    <a:pt x="300" y="10"/>
                    <a:pt x="303" y="10"/>
                    <a:pt x="306" y="10"/>
                  </a:cubicBezTo>
                  <a:cubicBezTo>
                    <a:pt x="307" y="10"/>
                    <a:pt x="309" y="10"/>
                    <a:pt x="311" y="10"/>
                  </a:cubicBezTo>
                  <a:cubicBezTo>
                    <a:pt x="311" y="10"/>
                    <a:pt x="315" y="11"/>
                    <a:pt x="315" y="10"/>
                  </a:cubicBezTo>
                  <a:cubicBezTo>
                    <a:pt x="315" y="10"/>
                    <a:pt x="315" y="11"/>
                    <a:pt x="315" y="11"/>
                  </a:cubicBezTo>
                  <a:cubicBezTo>
                    <a:pt x="315" y="11"/>
                    <a:pt x="315" y="11"/>
                    <a:pt x="315" y="11"/>
                  </a:cubicBezTo>
                  <a:cubicBezTo>
                    <a:pt x="314" y="12"/>
                    <a:pt x="314" y="12"/>
                    <a:pt x="313" y="12"/>
                  </a:cubicBezTo>
                  <a:cubicBezTo>
                    <a:pt x="312" y="12"/>
                    <a:pt x="310" y="12"/>
                    <a:pt x="309" y="13"/>
                  </a:cubicBezTo>
                  <a:cubicBezTo>
                    <a:pt x="307" y="13"/>
                    <a:pt x="305" y="13"/>
                    <a:pt x="304" y="13"/>
                  </a:cubicBezTo>
                  <a:cubicBezTo>
                    <a:pt x="303" y="13"/>
                    <a:pt x="299" y="14"/>
                    <a:pt x="299" y="14"/>
                  </a:cubicBezTo>
                  <a:cubicBezTo>
                    <a:pt x="299" y="14"/>
                    <a:pt x="302" y="14"/>
                    <a:pt x="301" y="14"/>
                  </a:cubicBezTo>
                  <a:cubicBezTo>
                    <a:pt x="301" y="15"/>
                    <a:pt x="300" y="14"/>
                    <a:pt x="299" y="15"/>
                  </a:cubicBezTo>
                  <a:cubicBezTo>
                    <a:pt x="301" y="15"/>
                    <a:pt x="303" y="14"/>
                    <a:pt x="304" y="14"/>
                  </a:cubicBezTo>
                  <a:cubicBezTo>
                    <a:pt x="306" y="14"/>
                    <a:pt x="308" y="14"/>
                    <a:pt x="311" y="13"/>
                  </a:cubicBezTo>
                  <a:cubicBezTo>
                    <a:pt x="313" y="13"/>
                    <a:pt x="315" y="13"/>
                    <a:pt x="317" y="12"/>
                  </a:cubicBezTo>
                  <a:cubicBezTo>
                    <a:pt x="318" y="12"/>
                    <a:pt x="319" y="12"/>
                    <a:pt x="320" y="12"/>
                  </a:cubicBezTo>
                  <a:cubicBezTo>
                    <a:pt x="320" y="12"/>
                    <a:pt x="321" y="12"/>
                    <a:pt x="321" y="12"/>
                  </a:cubicBezTo>
                  <a:cubicBezTo>
                    <a:pt x="321" y="12"/>
                    <a:pt x="321" y="11"/>
                    <a:pt x="321" y="11"/>
                  </a:cubicBezTo>
                  <a:cubicBezTo>
                    <a:pt x="321" y="11"/>
                    <a:pt x="321" y="11"/>
                    <a:pt x="321" y="11"/>
                  </a:cubicBezTo>
                  <a:cubicBezTo>
                    <a:pt x="322" y="10"/>
                    <a:pt x="325" y="10"/>
                    <a:pt x="327" y="10"/>
                  </a:cubicBezTo>
                  <a:cubicBezTo>
                    <a:pt x="328" y="10"/>
                    <a:pt x="329" y="10"/>
                    <a:pt x="330" y="10"/>
                  </a:cubicBezTo>
                  <a:cubicBezTo>
                    <a:pt x="331" y="10"/>
                    <a:pt x="332" y="10"/>
                    <a:pt x="333" y="10"/>
                  </a:cubicBezTo>
                  <a:cubicBezTo>
                    <a:pt x="334" y="10"/>
                    <a:pt x="334" y="11"/>
                    <a:pt x="333" y="11"/>
                  </a:cubicBezTo>
                  <a:cubicBezTo>
                    <a:pt x="333" y="12"/>
                    <a:pt x="333" y="13"/>
                    <a:pt x="332" y="13"/>
                  </a:cubicBezTo>
                  <a:cubicBezTo>
                    <a:pt x="331" y="14"/>
                    <a:pt x="330" y="14"/>
                    <a:pt x="330" y="15"/>
                  </a:cubicBezTo>
                  <a:cubicBezTo>
                    <a:pt x="328" y="15"/>
                    <a:pt x="327" y="15"/>
                    <a:pt x="326" y="15"/>
                  </a:cubicBezTo>
                  <a:cubicBezTo>
                    <a:pt x="326" y="15"/>
                    <a:pt x="327" y="15"/>
                    <a:pt x="327" y="15"/>
                  </a:cubicBezTo>
                  <a:cubicBezTo>
                    <a:pt x="327" y="16"/>
                    <a:pt x="326" y="16"/>
                    <a:pt x="326" y="16"/>
                  </a:cubicBezTo>
                  <a:cubicBezTo>
                    <a:pt x="325" y="16"/>
                    <a:pt x="324" y="16"/>
                    <a:pt x="323" y="17"/>
                  </a:cubicBezTo>
                  <a:cubicBezTo>
                    <a:pt x="322" y="17"/>
                    <a:pt x="320" y="18"/>
                    <a:pt x="319" y="18"/>
                  </a:cubicBezTo>
                  <a:cubicBezTo>
                    <a:pt x="319" y="19"/>
                    <a:pt x="319" y="19"/>
                    <a:pt x="319" y="19"/>
                  </a:cubicBezTo>
                  <a:cubicBezTo>
                    <a:pt x="318" y="19"/>
                    <a:pt x="317" y="19"/>
                    <a:pt x="315" y="20"/>
                  </a:cubicBezTo>
                  <a:cubicBezTo>
                    <a:pt x="316" y="20"/>
                    <a:pt x="317" y="20"/>
                    <a:pt x="317" y="20"/>
                  </a:cubicBezTo>
                  <a:cubicBezTo>
                    <a:pt x="317" y="20"/>
                    <a:pt x="316" y="20"/>
                    <a:pt x="316" y="20"/>
                  </a:cubicBezTo>
                  <a:cubicBezTo>
                    <a:pt x="315" y="20"/>
                    <a:pt x="314" y="20"/>
                    <a:pt x="314" y="21"/>
                  </a:cubicBezTo>
                  <a:cubicBezTo>
                    <a:pt x="316" y="21"/>
                    <a:pt x="318" y="20"/>
                    <a:pt x="319" y="20"/>
                  </a:cubicBezTo>
                  <a:cubicBezTo>
                    <a:pt x="320" y="19"/>
                    <a:pt x="320" y="19"/>
                    <a:pt x="320" y="19"/>
                  </a:cubicBezTo>
                  <a:cubicBezTo>
                    <a:pt x="321" y="19"/>
                    <a:pt x="322" y="19"/>
                    <a:pt x="321" y="18"/>
                  </a:cubicBezTo>
                  <a:cubicBezTo>
                    <a:pt x="322" y="18"/>
                    <a:pt x="323" y="18"/>
                    <a:pt x="324" y="18"/>
                  </a:cubicBezTo>
                  <a:cubicBezTo>
                    <a:pt x="325" y="18"/>
                    <a:pt x="326" y="17"/>
                    <a:pt x="327" y="17"/>
                  </a:cubicBezTo>
                  <a:cubicBezTo>
                    <a:pt x="329" y="16"/>
                    <a:pt x="331" y="16"/>
                    <a:pt x="333" y="15"/>
                  </a:cubicBezTo>
                  <a:cubicBezTo>
                    <a:pt x="334" y="15"/>
                    <a:pt x="334" y="15"/>
                    <a:pt x="335" y="15"/>
                  </a:cubicBezTo>
                  <a:cubicBezTo>
                    <a:pt x="335" y="15"/>
                    <a:pt x="335" y="14"/>
                    <a:pt x="336" y="14"/>
                  </a:cubicBezTo>
                  <a:cubicBezTo>
                    <a:pt x="337" y="14"/>
                    <a:pt x="338" y="14"/>
                    <a:pt x="339" y="14"/>
                  </a:cubicBezTo>
                  <a:cubicBezTo>
                    <a:pt x="340" y="13"/>
                    <a:pt x="341" y="13"/>
                    <a:pt x="342" y="13"/>
                  </a:cubicBezTo>
                  <a:cubicBezTo>
                    <a:pt x="343" y="13"/>
                    <a:pt x="344" y="12"/>
                    <a:pt x="345" y="13"/>
                  </a:cubicBezTo>
                  <a:cubicBezTo>
                    <a:pt x="345" y="13"/>
                    <a:pt x="344" y="13"/>
                    <a:pt x="343" y="13"/>
                  </a:cubicBezTo>
                  <a:cubicBezTo>
                    <a:pt x="343" y="13"/>
                    <a:pt x="342" y="14"/>
                    <a:pt x="343" y="14"/>
                  </a:cubicBezTo>
                  <a:cubicBezTo>
                    <a:pt x="343" y="14"/>
                    <a:pt x="344" y="14"/>
                    <a:pt x="344" y="14"/>
                  </a:cubicBezTo>
                  <a:cubicBezTo>
                    <a:pt x="345" y="14"/>
                    <a:pt x="346" y="14"/>
                    <a:pt x="347" y="14"/>
                  </a:cubicBezTo>
                  <a:cubicBezTo>
                    <a:pt x="348" y="13"/>
                    <a:pt x="349" y="13"/>
                    <a:pt x="350" y="13"/>
                  </a:cubicBezTo>
                  <a:cubicBezTo>
                    <a:pt x="350" y="14"/>
                    <a:pt x="351" y="14"/>
                    <a:pt x="351" y="14"/>
                  </a:cubicBezTo>
                  <a:cubicBezTo>
                    <a:pt x="352" y="13"/>
                    <a:pt x="353" y="14"/>
                    <a:pt x="354" y="14"/>
                  </a:cubicBezTo>
                  <a:cubicBezTo>
                    <a:pt x="354" y="14"/>
                    <a:pt x="355" y="14"/>
                    <a:pt x="356" y="14"/>
                  </a:cubicBezTo>
                  <a:cubicBezTo>
                    <a:pt x="356" y="14"/>
                    <a:pt x="356" y="14"/>
                    <a:pt x="356" y="13"/>
                  </a:cubicBezTo>
                  <a:cubicBezTo>
                    <a:pt x="356" y="13"/>
                    <a:pt x="356" y="13"/>
                    <a:pt x="355" y="13"/>
                  </a:cubicBezTo>
                  <a:cubicBezTo>
                    <a:pt x="356" y="13"/>
                    <a:pt x="358" y="14"/>
                    <a:pt x="358" y="13"/>
                  </a:cubicBezTo>
                  <a:cubicBezTo>
                    <a:pt x="358" y="13"/>
                    <a:pt x="358" y="13"/>
                    <a:pt x="359" y="13"/>
                  </a:cubicBezTo>
                  <a:cubicBezTo>
                    <a:pt x="358" y="13"/>
                    <a:pt x="357" y="13"/>
                    <a:pt x="358" y="12"/>
                  </a:cubicBezTo>
                  <a:cubicBezTo>
                    <a:pt x="358" y="12"/>
                    <a:pt x="358" y="12"/>
                    <a:pt x="359" y="12"/>
                  </a:cubicBezTo>
                  <a:cubicBezTo>
                    <a:pt x="360" y="12"/>
                    <a:pt x="360" y="12"/>
                    <a:pt x="361" y="12"/>
                  </a:cubicBezTo>
                  <a:cubicBezTo>
                    <a:pt x="360" y="12"/>
                    <a:pt x="360" y="12"/>
                    <a:pt x="360" y="12"/>
                  </a:cubicBezTo>
                  <a:cubicBezTo>
                    <a:pt x="360" y="12"/>
                    <a:pt x="360" y="12"/>
                    <a:pt x="360" y="11"/>
                  </a:cubicBezTo>
                  <a:cubicBezTo>
                    <a:pt x="360" y="11"/>
                    <a:pt x="361" y="12"/>
                    <a:pt x="362" y="11"/>
                  </a:cubicBezTo>
                  <a:cubicBezTo>
                    <a:pt x="362" y="11"/>
                    <a:pt x="364" y="12"/>
                    <a:pt x="364" y="11"/>
                  </a:cubicBezTo>
                  <a:cubicBezTo>
                    <a:pt x="364" y="11"/>
                    <a:pt x="364" y="11"/>
                    <a:pt x="364" y="11"/>
                  </a:cubicBezTo>
                  <a:cubicBezTo>
                    <a:pt x="364" y="11"/>
                    <a:pt x="369" y="11"/>
                    <a:pt x="370" y="11"/>
                  </a:cubicBezTo>
                  <a:cubicBezTo>
                    <a:pt x="371" y="11"/>
                    <a:pt x="372" y="11"/>
                    <a:pt x="374" y="11"/>
                  </a:cubicBezTo>
                  <a:cubicBezTo>
                    <a:pt x="375" y="11"/>
                    <a:pt x="377" y="11"/>
                    <a:pt x="378" y="11"/>
                  </a:cubicBezTo>
                  <a:cubicBezTo>
                    <a:pt x="380" y="11"/>
                    <a:pt x="383" y="12"/>
                    <a:pt x="385" y="12"/>
                  </a:cubicBezTo>
                  <a:cubicBezTo>
                    <a:pt x="386" y="12"/>
                    <a:pt x="387" y="12"/>
                    <a:pt x="389" y="12"/>
                  </a:cubicBezTo>
                  <a:cubicBezTo>
                    <a:pt x="390" y="13"/>
                    <a:pt x="391" y="13"/>
                    <a:pt x="392" y="13"/>
                  </a:cubicBezTo>
                  <a:close/>
                  <a:moveTo>
                    <a:pt x="279" y="9"/>
                  </a:moveTo>
                  <a:cubicBezTo>
                    <a:pt x="279" y="9"/>
                    <a:pt x="280" y="9"/>
                    <a:pt x="281" y="9"/>
                  </a:cubicBezTo>
                  <a:cubicBezTo>
                    <a:pt x="282" y="9"/>
                    <a:pt x="283" y="9"/>
                    <a:pt x="283" y="9"/>
                  </a:cubicBezTo>
                  <a:cubicBezTo>
                    <a:pt x="284" y="9"/>
                    <a:pt x="284" y="9"/>
                    <a:pt x="284" y="9"/>
                  </a:cubicBezTo>
                  <a:cubicBezTo>
                    <a:pt x="282" y="9"/>
                    <a:pt x="281" y="9"/>
                    <a:pt x="279" y="9"/>
                  </a:cubicBezTo>
                  <a:close/>
                  <a:moveTo>
                    <a:pt x="85" y="137"/>
                  </a:moveTo>
                  <a:cubicBezTo>
                    <a:pt x="85" y="137"/>
                    <a:pt x="85" y="137"/>
                    <a:pt x="85" y="137"/>
                  </a:cubicBezTo>
                  <a:cubicBezTo>
                    <a:pt x="85" y="137"/>
                    <a:pt x="85" y="137"/>
                    <a:pt x="85" y="137"/>
                  </a:cubicBezTo>
                  <a:close/>
                  <a:moveTo>
                    <a:pt x="91" y="131"/>
                  </a:moveTo>
                  <a:cubicBezTo>
                    <a:pt x="90" y="131"/>
                    <a:pt x="90" y="131"/>
                    <a:pt x="89" y="131"/>
                  </a:cubicBezTo>
                  <a:cubicBezTo>
                    <a:pt x="89" y="131"/>
                    <a:pt x="88" y="131"/>
                    <a:pt x="87" y="131"/>
                  </a:cubicBezTo>
                  <a:cubicBezTo>
                    <a:pt x="87" y="131"/>
                    <a:pt x="87" y="131"/>
                    <a:pt x="86" y="131"/>
                  </a:cubicBezTo>
                  <a:cubicBezTo>
                    <a:pt x="87" y="131"/>
                    <a:pt x="87" y="131"/>
                    <a:pt x="88" y="131"/>
                  </a:cubicBezTo>
                  <a:cubicBezTo>
                    <a:pt x="88" y="131"/>
                    <a:pt x="89" y="131"/>
                    <a:pt x="89" y="131"/>
                  </a:cubicBezTo>
                  <a:cubicBezTo>
                    <a:pt x="90" y="131"/>
                    <a:pt x="90" y="131"/>
                    <a:pt x="90" y="131"/>
                  </a:cubicBezTo>
                  <a:cubicBezTo>
                    <a:pt x="90" y="131"/>
                    <a:pt x="91" y="131"/>
                    <a:pt x="91" y="131"/>
                  </a:cubicBezTo>
                  <a:close/>
                  <a:moveTo>
                    <a:pt x="313" y="53"/>
                  </a:moveTo>
                  <a:cubicBezTo>
                    <a:pt x="313" y="53"/>
                    <a:pt x="315" y="53"/>
                    <a:pt x="315" y="53"/>
                  </a:cubicBezTo>
                  <a:cubicBezTo>
                    <a:pt x="315" y="53"/>
                    <a:pt x="316" y="53"/>
                    <a:pt x="316" y="53"/>
                  </a:cubicBezTo>
                  <a:cubicBezTo>
                    <a:pt x="316" y="53"/>
                    <a:pt x="316" y="53"/>
                    <a:pt x="316" y="53"/>
                  </a:cubicBezTo>
                  <a:cubicBezTo>
                    <a:pt x="315" y="53"/>
                    <a:pt x="315" y="53"/>
                    <a:pt x="315" y="53"/>
                  </a:cubicBezTo>
                  <a:cubicBezTo>
                    <a:pt x="314" y="53"/>
                    <a:pt x="314" y="52"/>
                    <a:pt x="313" y="53"/>
                  </a:cubicBezTo>
                  <a:cubicBezTo>
                    <a:pt x="314" y="53"/>
                    <a:pt x="313" y="53"/>
                    <a:pt x="313" y="53"/>
                  </a:cubicBezTo>
                  <a:close/>
                  <a:moveTo>
                    <a:pt x="89" y="201"/>
                  </a:moveTo>
                  <a:cubicBezTo>
                    <a:pt x="90" y="201"/>
                    <a:pt x="90" y="201"/>
                    <a:pt x="90" y="200"/>
                  </a:cubicBezTo>
                  <a:cubicBezTo>
                    <a:pt x="90" y="200"/>
                    <a:pt x="91" y="200"/>
                    <a:pt x="91" y="200"/>
                  </a:cubicBezTo>
                  <a:cubicBezTo>
                    <a:pt x="90" y="200"/>
                    <a:pt x="89" y="200"/>
                    <a:pt x="89" y="200"/>
                  </a:cubicBezTo>
                  <a:cubicBezTo>
                    <a:pt x="89" y="200"/>
                    <a:pt x="90" y="201"/>
                    <a:pt x="89" y="20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81" name="Greece">
              <a:extLst>
                <a:ext uri="{FF2B5EF4-FFF2-40B4-BE49-F238E27FC236}">
                  <a16:creationId xmlns:a16="http://schemas.microsoft.com/office/drawing/2014/main" id="{9444A07C-5DF1-D3F9-AD78-93C626BF2697}"/>
                </a:ext>
              </a:extLst>
            </p:cNvPr>
            <p:cNvSpPr>
              <a:spLocks noEditPoints="1"/>
            </p:cNvSpPr>
            <p:nvPr/>
          </p:nvSpPr>
          <p:spPr bwMode="auto">
            <a:xfrm>
              <a:off x="6341633" y="2420218"/>
              <a:ext cx="283268" cy="266605"/>
            </a:xfrm>
            <a:custGeom>
              <a:avLst/>
              <a:gdLst/>
              <a:ahLst/>
              <a:cxnLst>
                <a:cxn ang="0">
                  <a:pos x="54" y="14"/>
                </a:cxn>
                <a:cxn ang="0">
                  <a:pos x="37" y="28"/>
                </a:cxn>
                <a:cxn ang="0">
                  <a:pos x="59" y="29"/>
                </a:cxn>
                <a:cxn ang="0">
                  <a:pos x="36" y="41"/>
                </a:cxn>
                <a:cxn ang="0">
                  <a:pos x="53" y="50"/>
                </a:cxn>
                <a:cxn ang="0">
                  <a:pos x="54" y="59"/>
                </a:cxn>
                <a:cxn ang="0">
                  <a:pos x="50" y="47"/>
                </a:cxn>
                <a:cxn ang="0">
                  <a:pos x="51" y="21"/>
                </a:cxn>
                <a:cxn ang="0">
                  <a:pos x="49" y="21"/>
                </a:cxn>
                <a:cxn ang="0">
                  <a:pos x="3" y="24"/>
                </a:cxn>
                <a:cxn ang="0">
                  <a:pos x="11" y="33"/>
                </a:cxn>
                <a:cxn ang="0">
                  <a:pos x="59" y="39"/>
                </a:cxn>
                <a:cxn ang="0">
                  <a:pos x="9" y="37"/>
                </a:cxn>
                <a:cxn ang="0">
                  <a:pos x="43" y="40"/>
                </a:cxn>
                <a:cxn ang="0">
                  <a:pos x="37" y="32"/>
                </a:cxn>
                <a:cxn ang="0">
                  <a:pos x="33" y="31"/>
                </a:cxn>
                <a:cxn ang="0">
                  <a:pos x="42" y="38"/>
                </a:cxn>
                <a:cxn ang="0">
                  <a:pos x="69" y="43"/>
                </a:cxn>
                <a:cxn ang="0">
                  <a:pos x="80" y="58"/>
                </a:cxn>
                <a:cxn ang="0">
                  <a:pos x="64" y="70"/>
                </a:cxn>
                <a:cxn ang="0">
                  <a:pos x="51" y="69"/>
                </a:cxn>
                <a:cxn ang="0">
                  <a:pos x="41" y="68"/>
                </a:cxn>
                <a:cxn ang="0">
                  <a:pos x="48" y="73"/>
                </a:cxn>
                <a:cxn ang="0">
                  <a:pos x="36" y="43"/>
                </a:cxn>
                <a:cxn ang="0">
                  <a:pos x="13" y="43"/>
                </a:cxn>
                <a:cxn ang="0">
                  <a:pos x="45" y="44"/>
                </a:cxn>
                <a:cxn ang="0">
                  <a:pos x="72" y="65"/>
                </a:cxn>
                <a:cxn ang="0">
                  <a:pos x="46" y="12"/>
                </a:cxn>
                <a:cxn ang="0">
                  <a:pos x="69" y="51"/>
                </a:cxn>
                <a:cxn ang="0">
                  <a:pos x="70" y="54"/>
                </a:cxn>
                <a:cxn ang="0">
                  <a:pos x="40" y="44"/>
                </a:cxn>
                <a:cxn ang="0">
                  <a:pos x="34" y="34"/>
                </a:cxn>
                <a:cxn ang="0">
                  <a:pos x="29" y="31"/>
                </a:cxn>
                <a:cxn ang="0">
                  <a:pos x="31" y="27"/>
                </a:cxn>
                <a:cxn ang="0">
                  <a:pos x="27" y="16"/>
                </a:cxn>
                <a:cxn ang="0">
                  <a:pos x="33" y="16"/>
                </a:cxn>
                <a:cxn ang="0">
                  <a:pos x="39" y="19"/>
                </a:cxn>
                <a:cxn ang="0">
                  <a:pos x="43" y="18"/>
                </a:cxn>
                <a:cxn ang="0">
                  <a:pos x="43" y="9"/>
                </a:cxn>
                <a:cxn ang="0">
                  <a:pos x="55" y="10"/>
                </a:cxn>
                <a:cxn ang="0">
                  <a:pos x="60" y="8"/>
                </a:cxn>
                <a:cxn ang="0">
                  <a:pos x="58" y="2"/>
                </a:cxn>
                <a:cxn ang="0">
                  <a:pos x="46" y="4"/>
                </a:cxn>
                <a:cxn ang="0">
                  <a:pos x="38" y="3"/>
                </a:cxn>
                <a:cxn ang="0">
                  <a:pos x="23" y="6"/>
                </a:cxn>
                <a:cxn ang="0">
                  <a:pos x="13" y="12"/>
                </a:cxn>
                <a:cxn ang="0">
                  <a:pos x="7" y="22"/>
                </a:cxn>
                <a:cxn ang="0">
                  <a:pos x="7" y="27"/>
                </a:cxn>
                <a:cxn ang="0">
                  <a:pos x="13" y="29"/>
                </a:cxn>
                <a:cxn ang="0">
                  <a:pos x="13" y="33"/>
                </a:cxn>
                <a:cxn ang="0">
                  <a:pos x="16" y="37"/>
                </a:cxn>
                <a:cxn ang="0">
                  <a:pos x="25" y="37"/>
                </a:cxn>
                <a:cxn ang="0">
                  <a:pos x="31" y="39"/>
                </a:cxn>
                <a:cxn ang="0">
                  <a:pos x="30" y="41"/>
                </a:cxn>
                <a:cxn ang="0">
                  <a:pos x="17" y="40"/>
                </a:cxn>
                <a:cxn ang="0">
                  <a:pos x="20" y="52"/>
                </a:cxn>
                <a:cxn ang="0">
                  <a:pos x="27" y="55"/>
                </a:cxn>
                <a:cxn ang="0">
                  <a:pos x="29" y="54"/>
                </a:cxn>
                <a:cxn ang="0">
                  <a:pos x="33" y="54"/>
                </a:cxn>
                <a:cxn ang="0">
                  <a:pos x="33" y="48"/>
                </a:cxn>
                <a:cxn ang="0">
                  <a:pos x="35" y="46"/>
                </a:cxn>
                <a:cxn ang="0">
                  <a:pos x="37" y="40"/>
                </a:cxn>
              </a:cxnLst>
              <a:rect l="0" t="0" r="r" b="b"/>
              <a:pathLst>
                <a:path w="80" h="75">
                  <a:moveTo>
                    <a:pt x="53" y="55"/>
                  </a:moveTo>
                  <a:cubicBezTo>
                    <a:pt x="53" y="55"/>
                    <a:pt x="53" y="54"/>
                    <a:pt x="53" y="54"/>
                  </a:cubicBezTo>
                  <a:cubicBezTo>
                    <a:pt x="54" y="54"/>
                    <a:pt x="55" y="55"/>
                    <a:pt x="54" y="56"/>
                  </a:cubicBezTo>
                  <a:cubicBezTo>
                    <a:pt x="54" y="55"/>
                    <a:pt x="53" y="55"/>
                    <a:pt x="53" y="55"/>
                  </a:cubicBezTo>
                  <a:close/>
                  <a:moveTo>
                    <a:pt x="56" y="51"/>
                  </a:moveTo>
                  <a:cubicBezTo>
                    <a:pt x="56" y="51"/>
                    <a:pt x="56" y="50"/>
                    <a:pt x="55" y="50"/>
                  </a:cubicBezTo>
                  <a:cubicBezTo>
                    <a:pt x="55" y="49"/>
                    <a:pt x="54" y="50"/>
                    <a:pt x="54" y="51"/>
                  </a:cubicBezTo>
                  <a:cubicBezTo>
                    <a:pt x="54" y="51"/>
                    <a:pt x="54" y="52"/>
                    <a:pt x="55" y="53"/>
                  </a:cubicBezTo>
                  <a:cubicBezTo>
                    <a:pt x="55" y="52"/>
                    <a:pt x="56" y="52"/>
                    <a:pt x="56" y="51"/>
                  </a:cubicBezTo>
                  <a:close/>
                  <a:moveTo>
                    <a:pt x="54" y="14"/>
                  </a:moveTo>
                  <a:cubicBezTo>
                    <a:pt x="55" y="13"/>
                    <a:pt x="53" y="13"/>
                    <a:pt x="52" y="14"/>
                  </a:cubicBezTo>
                  <a:cubicBezTo>
                    <a:pt x="52" y="14"/>
                    <a:pt x="54" y="15"/>
                    <a:pt x="54" y="14"/>
                  </a:cubicBezTo>
                  <a:close/>
                  <a:moveTo>
                    <a:pt x="52" y="46"/>
                  </a:moveTo>
                  <a:cubicBezTo>
                    <a:pt x="53" y="46"/>
                    <a:pt x="52" y="45"/>
                    <a:pt x="52" y="45"/>
                  </a:cubicBezTo>
                  <a:cubicBezTo>
                    <a:pt x="51" y="45"/>
                    <a:pt x="51" y="45"/>
                    <a:pt x="50" y="44"/>
                  </a:cubicBezTo>
                  <a:cubicBezTo>
                    <a:pt x="50" y="44"/>
                    <a:pt x="50" y="45"/>
                    <a:pt x="51" y="45"/>
                  </a:cubicBezTo>
                  <a:cubicBezTo>
                    <a:pt x="51" y="45"/>
                    <a:pt x="52" y="46"/>
                    <a:pt x="52" y="46"/>
                  </a:cubicBezTo>
                  <a:close/>
                  <a:moveTo>
                    <a:pt x="38" y="29"/>
                  </a:moveTo>
                  <a:cubicBezTo>
                    <a:pt x="38" y="29"/>
                    <a:pt x="38" y="29"/>
                    <a:pt x="38" y="28"/>
                  </a:cubicBezTo>
                  <a:cubicBezTo>
                    <a:pt x="38" y="28"/>
                    <a:pt x="37" y="28"/>
                    <a:pt x="37" y="28"/>
                  </a:cubicBezTo>
                  <a:cubicBezTo>
                    <a:pt x="37" y="27"/>
                    <a:pt x="37" y="28"/>
                    <a:pt x="37" y="28"/>
                  </a:cubicBezTo>
                  <a:cubicBezTo>
                    <a:pt x="37" y="29"/>
                    <a:pt x="38" y="29"/>
                    <a:pt x="38" y="29"/>
                  </a:cubicBezTo>
                  <a:close/>
                  <a:moveTo>
                    <a:pt x="62" y="27"/>
                  </a:moveTo>
                  <a:cubicBezTo>
                    <a:pt x="62" y="27"/>
                    <a:pt x="61" y="27"/>
                    <a:pt x="62" y="27"/>
                  </a:cubicBezTo>
                  <a:cubicBezTo>
                    <a:pt x="62" y="26"/>
                    <a:pt x="61" y="26"/>
                    <a:pt x="61" y="26"/>
                  </a:cubicBezTo>
                  <a:cubicBezTo>
                    <a:pt x="60" y="26"/>
                    <a:pt x="60" y="26"/>
                    <a:pt x="60" y="26"/>
                  </a:cubicBezTo>
                  <a:cubicBezTo>
                    <a:pt x="59" y="26"/>
                    <a:pt x="59" y="26"/>
                    <a:pt x="59" y="27"/>
                  </a:cubicBezTo>
                  <a:cubicBezTo>
                    <a:pt x="58" y="27"/>
                    <a:pt x="57" y="27"/>
                    <a:pt x="57" y="27"/>
                  </a:cubicBezTo>
                  <a:cubicBezTo>
                    <a:pt x="57" y="27"/>
                    <a:pt x="57" y="28"/>
                    <a:pt x="57" y="28"/>
                  </a:cubicBezTo>
                  <a:cubicBezTo>
                    <a:pt x="58" y="29"/>
                    <a:pt x="59" y="29"/>
                    <a:pt x="59" y="29"/>
                  </a:cubicBezTo>
                  <a:cubicBezTo>
                    <a:pt x="59" y="28"/>
                    <a:pt x="60" y="28"/>
                    <a:pt x="60" y="28"/>
                  </a:cubicBezTo>
                  <a:cubicBezTo>
                    <a:pt x="62" y="27"/>
                    <a:pt x="59" y="29"/>
                    <a:pt x="59" y="29"/>
                  </a:cubicBezTo>
                  <a:cubicBezTo>
                    <a:pt x="59" y="29"/>
                    <a:pt x="60" y="29"/>
                    <a:pt x="60" y="30"/>
                  </a:cubicBezTo>
                  <a:cubicBezTo>
                    <a:pt x="61" y="30"/>
                    <a:pt x="62" y="30"/>
                    <a:pt x="62" y="30"/>
                  </a:cubicBezTo>
                  <a:cubicBezTo>
                    <a:pt x="63" y="30"/>
                    <a:pt x="64" y="30"/>
                    <a:pt x="63" y="29"/>
                  </a:cubicBezTo>
                  <a:cubicBezTo>
                    <a:pt x="63" y="29"/>
                    <a:pt x="62" y="28"/>
                    <a:pt x="63" y="29"/>
                  </a:cubicBezTo>
                  <a:cubicBezTo>
                    <a:pt x="63" y="29"/>
                    <a:pt x="63" y="29"/>
                    <a:pt x="63" y="30"/>
                  </a:cubicBezTo>
                  <a:cubicBezTo>
                    <a:pt x="64" y="30"/>
                    <a:pt x="64" y="29"/>
                    <a:pt x="64" y="29"/>
                  </a:cubicBezTo>
                  <a:cubicBezTo>
                    <a:pt x="63" y="28"/>
                    <a:pt x="63" y="28"/>
                    <a:pt x="62" y="27"/>
                  </a:cubicBezTo>
                  <a:close/>
                  <a:moveTo>
                    <a:pt x="36" y="41"/>
                  </a:moveTo>
                  <a:cubicBezTo>
                    <a:pt x="36" y="41"/>
                    <a:pt x="36" y="41"/>
                    <a:pt x="36" y="41"/>
                  </a:cubicBezTo>
                  <a:cubicBezTo>
                    <a:pt x="36" y="41"/>
                    <a:pt x="36" y="41"/>
                    <a:pt x="36" y="41"/>
                  </a:cubicBezTo>
                  <a:cubicBezTo>
                    <a:pt x="36" y="41"/>
                    <a:pt x="35" y="42"/>
                    <a:pt x="36" y="42"/>
                  </a:cubicBezTo>
                  <a:cubicBezTo>
                    <a:pt x="36" y="42"/>
                    <a:pt x="37" y="42"/>
                    <a:pt x="37" y="41"/>
                  </a:cubicBezTo>
                  <a:cubicBezTo>
                    <a:pt x="37" y="41"/>
                    <a:pt x="37" y="41"/>
                    <a:pt x="36" y="41"/>
                  </a:cubicBezTo>
                  <a:cubicBezTo>
                    <a:pt x="36" y="41"/>
                    <a:pt x="36" y="41"/>
                    <a:pt x="36" y="41"/>
                  </a:cubicBezTo>
                  <a:close/>
                  <a:moveTo>
                    <a:pt x="52" y="52"/>
                  </a:moveTo>
                  <a:cubicBezTo>
                    <a:pt x="53" y="51"/>
                    <a:pt x="53" y="51"/>
                    <a:pt x="53" y="51"/>
                  </a:cubicBezTo>
                  <a:cubicBezTo>
                    <a:pt x="53" y="51"/>
                    <a:pt x="53" y="50"/>
                    <a:pt x="53" y="50"/>
                  </a:cubicBezTo>
                  <a:cubicBezTo>
                    <a:pt x="53" y="50"/>
                    <a:pt x="53" y="50"/>
                    <a:pt x="53" y="50"/>
                  </a:cubicBezTo>
                  <a:cubicBezTo>
                    <a:pt x="53" y="50"/>
                    <a:pt x="53" y="50"/>
                    <a:pt x="53" y="50"/>
                  </a:cubicBezTo>
                  <a:cubicBezTo>
                    <a:pt x="52" y="50"/>
                    <a:pt x="52" y="50"/>
                    <a:pt x="52" y="51"/>
                  </a:cubicBezTo>
                  <a:cubicBezTo>
                    <a:pt x="51" y="52"/>
                    <a:pt x="52" y="52"/>
                    <a:pt x="52" y="52"/>
                  </a:cubicBezTo>
                  <a:close/>
                  <a:moveTo>
                    <a:pt x="47" y="51"/>
                  </a:moveTo>
                  <a:cubicBezTo>
                    <a:pt x="47" y="51"/>
                    <a:pt x="48" y="53"/>
                    <a:pt x="48" y="53"/>
                  </a:cubicBezTo>
                  <a:cubicBezTo>
                    <a:pt x="48" y="52"/>
                    <a:pt x="48" y="51"/>
                    <a:pt x="47" y="51"/>
                  </a:cubicBezTo>
                  <a:close/>
                  <a:moveTo>
                    <a:pt x="55" y="59"/>
                  </a:moveTo>
                  <a:cubicBezTo>
                    <a:pt x="56" y="59"/>
                    <a:pt x="55" y="58"/>
                    <a:pt x="55" y="58"/>
                  </a:cubicBezTo>
                  <a:cubicBezTo>
                    <a:pt x="55" y="58"/>
                    <a:pt x="54" y="57"/>
                    <a:pt x="54" y="57"/>
                  </a:cubicBezTo>
                  <a:cubicBezTo>
                    <a:pt x="54" y="58"/>
                    <a:pt x="55" y="59"/>
                    <a:pt x="54" y="59"/>
                  </a:cubicBezTo>
                  <a:cubicBezTo>
                    <a:pt x="55" y="59"/>
                    <a:pt x="55" y="59"/>
                    <a:pt x="55" y="59"/>
                  </a:cubicBezTo>
                  <a:close/>
                  <a:moveTo>
                    <a:pt x="59" y="46"/>
                  </a:moveTo>
                  <a:cubicBezTo>
                    <a:pt x="60" y="46"/>
                    <a:pt x="61" y="46"/>
                    <a:pt x="61" y="45"/>
                  </a:cubicBezTo>
                  <a:cubicBezTo>
                    <a:pt x="62" y="45"/>
                    <a:pt x="63" y="44"/>
                    <a:pt x="62" y="44"/>
                  </a:cubicBezTo>
                  <a:cubicBezTo>
                    <a:pt x="62" y="44"/>
                    <a:pt x="62" y="44"/>
                    <a:pt x="61" y="45"/>
                  </a:cubicBezTo>
                  <a:cubicBezTo>
                    <a:pt x="61" y="45"/>
                    <a:pt x="60" y="45"/>
                    <a:pt x="60" y="45"/>
                  </a:cubicBezTo>
                  <a:cubicBezTo>
                    <a:pt x="60" y="45"/>
                    <a:pt x="59" y="46"/>
                    <a:pt x="59" y="46"/>
                  </a:cubicBezTo>
                  <a:close/>
                  <a:moveTo>
                    <a:pt x="49" y="46"/>
                  </a:moveTo>
                  <a:cubicBezTo>
                    <a:pt x="49" y="46"/>
                    <a:pt x="49" y="47"/>
                    <a:pt x="49" y="48"/>
                  </a:cubicBezTo>
                  <a:cubicBezTo>
                    <a:pt x="50" y="47"/>
                    <a:pt x="50" y="47"/>
                    <a:pt x="50" y="47"/>
                  </a:cubicBezTo>
                  <a:cubicBezTo>
                    <a:pt x="50" y="47"/>
                    <a:pt x="50" y="46"/>
                    <a:pt x="49" y="46"/>
                  </a:cubicBezTo>
                  <a:close/>
                  <a:moveTo>
                    <a:pt x="46" y="32"/>
                  </a:moveTo>
                  <a:cubicBezTo>
                    <a:pt x="46" y="32"/>
                    <a:pt x="47" y="33"/>
                    <a:pt x="47" y="32"/>
                  </a:cubicBezTo>
                  <a:cubicBezTo>
                    <a:pt x="47" y="32"/>
                    <a:pt x="46" y="32"/>
                    <a:pt x="46" y="31"/>
                  </a:cubicBezTo>
                  <a:cubicBezTo>
                    <a:pt x="45" y="31"/>
                    <a:pt x="46" y="31"/>
                    <a:pt x="45" y="30"/>
                  </a:cubicBezTo>
                  <a:cubicBezTo>
                    <a:pt x="45" y="29"/>
                    <a:pt x="44" y="31"/>
                    <a:pt x="45" y="31"/>
                  </a:cubicBezTo>
                  <a:cubicBezTo>
                    <a:pt x="45" y="31"/>
                    <a:pt x="46" y="32"/>
                    <a:pt x="46" y="32"/>
                  </a:cubicBezTo>
                  <a:cubicBezTo>
                    <a:pt x="45" y="32"/>
                    <a:pt x="45" y="32"/>
                    <a:pt x="46" y="32"/>
                  </a:cubicBezTo>
                  <a:close/>
                  <a:moveTo>
                    <a:pt x="50" y="21"/>
                  </a:moveTo>
                  <a:cubicBezTo>
                    <a:pt x="50" y="21"/>
                    <a:pt x="50" y="21"/>
                    <a:pt x="51" y="21"/>
                  </a:cubicBezTo>
                  <a:cubicBezTo>
                    <a:pt x="51" y="21"/>
                    <a:pt x="50" y="20"/>
                    <a:pt x="51" y="20"/>
                  </a:cubicBezTo>
                  <a:cubicBezTo>
                    <a:pt x="50" y="20"/>
                    <a:pt x="52" y="20"/>
                    <a:pt x="51" y="20"/>
                  </a:cubicBezTo>
                  <a:cubicBezTo>
                    <a:pt x="51" y="21"/>
                    <a:pt x="52" y="21"/>
                    <a:pt x="52" y="21"/>
                  </a:cubicBezTo>
                  <a:cubicBezTo>
                    <a:pt x="52" y="21"/>
                    <a:pt x="52" y="20"/>
                    <a:pt x="52" y="20"/>
                  </a:cubicBezTo>
                  <a:cubicBezTo>
                    <a:pt x="52" y="19"/>
                    <a:pt x="52" y="19"/>
                    <a:pt x="53" y="18"/>
                  </a:cubicBezTo>
                  <a:cubicBezTo>
                    <a:pt x="52" y="19"/>
                    <a:pt x="52" y="19"/>
                    <a:pt x="52" y="19"/>
                  </a:cubicBezTo>
                  <a:cubicBezTo>
                    <a:pt x="51" y="19"/>
                    <a:pt x="51" y="19"/>
                    <a:pt x="50" y="19"/>
                  </a:cubicBezTo>
                  <a:cubicBezTo>
                    <a:pt x="50" y="19"/>
                    <a:pt x="49" y="19"/>
                    <a:pt x="49" y="19"/>
                  </a:cubicBezTo>
                  <a:cubicBezTo>
                    <a:pt x="49" y="19"/>
                    <a:pt x="49" y="20"/>
                    <a:pt x="49" y="20"/>
                  </a:cubicBezTo>
                  <a:cubicBezTo>
                    <a:pt x="49" y="20"/>
                    <a:pt x="49" y="20"/>
                    <a:pt x="49" y="21"/>
                  </a:cubicBezTo>
                  <a:cubicBezTo>
                    <a:pt x="49" y="21"/>
                    <a:pt x="50" y="20"/>
                    <a:pt x="50" y="21"/>
                  </a:cubicBezTo>
                  <a:close/>
                  <a:moveTo>
                    <a:pt x="4" y="24"/>
                  </a:moveTo>
                  <a:cubicBezTo>
                    <a:pt x="3" y="24"/>
                    <a:pt x="3" y="23"/>
                    <a:pt x="3" y="23"/>
                  </a:cubicBezTo>
                  <a:cubicBezTo>
                    <a:pt x="3" y="23"/>
                    <a:pt x="3" y="23"/>
                    <a:pt x="3" y="22"/>
                  </a:cubicBezTo>
                  <a:cubicBezTo>
                    <a:pt x="3" y="22"/>
                    <a:pt x="3" y="22"/>
                    <a:pt x="4" y="22"/>
                  </a:cubicBezTo>
                  <a:cubicBezTo>
                    <a:pt x="4" y="21"/>
                    <a:pt x="3" y="21"/>
                    <a:pt x="2" y="21"/>
                  </a:cubicBezTo>
                  <a:cubicBezTo>
                    <a:pt x="2" y="21"/>
                    <a:pt x="0" y="21"/>
                    <a:pt x="1" y="22"/>
                  </a:cubicBezTo>
                  <a:cubicBezTo>
                    <a:pt x="1" y="22"/>
                    <a:pt x="1" y="22"/>
                    <a:pt x="1" y="22"/>
                  </a:cubicBezTo>
                  <a:cubicBezTo>
                    <a:pt x="1" y="22"/>
                    <a:pt x="2" y="23"/>
                    <a:pt x="2" y="23"/>
                  </a:cubicBezTo>
                  <a:cubicBezTo>
                    <a:pt x="2" y="23"/>
                    <a:pt x="3" y="24"/>
                    <a:pt x="3" y="24"/>
                  </a:cubicBezTo>
                  <a:cubicBezTo>
                    <a:pt x="3" y="25"/>
                    <a:pt x="4" y="25"/>
                    <a:pt x="5" y="26"/>
                  </a:cubicBezTo>
                  <a:cubicBezTo>
                    <a:pt x="6" y="25"/>
                    <a:pt x="4" y="25"/>
                    <a:pt x="4" y="24"/>
                  </a:cubicBezTo>
                  <a:close/>
                  <a:moveTo>
                    <a:pt x="11" y="31"/>
                  </a:moveTo>
                  <a:cubicBezTo>
                    <a:pt x="11" y="31"/>
                    <a:pt x="11" y="31"/>
                    <a:pt x="11" y="31"/>
                  </a:cubicBezTo>
                  <a:cubicBezTo>
                    <a:pt x="11" y="31"/>
                    <a:pt x="11" y="31"/>
                    <a:pt x="11" y="31"/>
                  </a:cubicBezTo>
                  <a:close/>
                  <a:moveTo>
                    <a:pt x="9" y="34"/>
                  </a:moveTo>
                  <a:cubicBezTo>
                    <a:pt x="10" y="34"/>
                    <a:pt x="10" y="34"/>
                    <a:pt x="10" y="34"/>
                  </a:cubicBezTo>
                  <a:cubicBezTo>
                    <a:pt x="10" y="34"/>
                    <a:pt x="10" y="34"/>
                    <a:pt x="10" y="34"/>
                  </a:cubicBezTo>
                  <a:cubicBezTo>
                    <a:pt x="10" y="34"/>
                    <a:pt x="11" y="34"/>
                    <a:pt x="11" y="34"/>
                  </a:cubicBezTo>
                  <a:cubicBezTo>
                    <a:pt x="11" y="34"/>
                    <a:pt x="11" y="33"/>
                    <a:pt x="11" y="33"/>
                  </a:cubicBezTo>
                  <a:cubicBezTo>
                    <a:pt x="11" y="33"/>
                    <a:pt x="11" y="32"/>
                    <a:pt x="11" y="32"/>
                  </a:cubicBezTo>
                  <a:cubicBezTo>
                    <a:pt x="11" y="32"/>
                    <a:pt x="11" y="32"/>
                    <a:pt x="11" y="31"/>
                  </a:cubicBezTo>
                  <a:cubicBezTo>
                    <a:pt x="10" y="32"/>
                    <a:pt x="9" y="34"/>
                    <a:pt x="9" y="34"/>
                  </a:cubicBezTo>
                  <a:close/>
                  <a:moveTo>
                    <a:pt x="60" y="35"/>
                  </a:moveTo>
                  <a:cubicBezTo>
                    <a:pt x="59" y="35"/>
                    <a:pt x="59" y="34"/>
                    <a:pt x="59" y="34"/>
                  </a:cubicBezTo>
                  <a:cubicBezTo>
                    <a:pt x="58" y="34"/>
                    <a:pt x="58" y="34"/>
                    <a:pt x="58" y="34"/>
                  </a:cubicBezTo>
                  <a:cubicBezTo>
                    <a:pt x="57" y="34"/>
                    <a:pt x="58" y="35"/>
                    <a:pt x="58" y="36"/>
                  </a:cubicBezTo>
                  <a:cubicBezTo>
                    <a:pt x="58" y="36"/>
                    <a:pt x="59" y="37"/>
                    <a:pt x="58" y="37"/>
                  </a:cubicBezTo>
                  <a:cubicBezTo>
                    <a:pt x="58" y="38"/>
                    <a:pt x="58" y="37"/>
                    <a:pt x="58" y="38"/>
                  </a:cubicBezTo>
                  <a:cubicBezTo>
                    <a:pt x="57" y="38"/>
                    <a:pt x="59" y="39"/>
                    <a:pt x="59" y="39"/>
                  </a:cubicBezTo>
                  <a:cubicBezTo>
                    <a:pt x="59" y="39"/>
                    <a:pt x="60" y="38"/>
                    <a:pt x="60" y="38"/>
                  </a:cubicBezTo>
                  <a:cubicBezTo>
                    <a:pt x="60" y="38"/>
                    <a:pt x="60" y="38"/>
                    <a:pt x="60" y="37"/>
                  </a:cubicBezTo>
                  <a:cubicBezTo>
                    <a:pt x="60" y="37"/>
                    <a:pt x="60" y="36"/>
                    <a:pt x="60" y="35"/>
                  </a:cubicBezTo>
                  <a:cubicBezTo>
                    <a:pt x="60" y="35"/>
                    <a:pt x="60" y="34"/>
                    <a:pt x="60" y="35"/>
                  </a:cubicBezTo>
                  <a:close/>
                  <a:moveTo>
                    <a:pt x="12" y="40"/>
                  </a:moveTo>
                  <a:cubicBezTo>
                    <a:pt x="12" y="40"/>
                    <a:pt x="12" y="39"/>
                    <a:pt x="12" y="39"/>
                  </a:cubicBezTo>
                  <a:cubicBezTo>
                    <a:pt x="11" y="39"/>
                    <a:pt x="11" y="38"/>
                    <a:pt x="11" y="38"/>
                  </a:cubicBezTo>
                  <a:cubicBezTo>
                    <a:pt x="11" y="38"/>
                    <a:pt x="11" y="38"/>
                    <a:pt x="11" y="38"/>
                  </a:cubicBezTo>
                  <a:cubicBezTo>
                    <a:pt x="10" y="38"/>
                    <a:pt x="10" y="35"/>
                    <a:pt x="10" y="36"/>
                  </a:cubicBezTo>
                  <a:cubicBezTo>
                    <a:pt x="9" y="36"/>
                    <a:pt x="10" y="37"/>
                    <a:pt x="9" y="37"/>
                  </a:cubicBezTo>
                  <a:cubicBezTo>
                    <a:pt x="9" y="37"/>
                    <a:pt x="8" y="37"/>
                    <a:pt x="8" y="37"/>
                  </a:cubicBezTo>
                  <a:cubicBezTo>
                    <a:pt x="8" y="37"/>
                    <a:pt x="7" y="39"/>
                    <a:pt x="8" y="39"/>
                  </a:cubicBezTo>
                  <a:cubicBezTo>
                    <a:pt x="9" y="39"/>
                    <a:pt x="8" y="38"/>
                    <a:pt x="9" y="38"/>
                  </a:cubicBezTo>
                  <a:cubicBezTo>
                    <a:pt x="9" y="38"/>
                    <a:pt x="9" y="39"/>
                    <a:pt x="9" y="39"/>
                  </a:cubicBezTo>
                  <a:cubicBezTo>
                    <a:pt x="9" y="39"/>
                    <a:pt x="9" y="39"/>
                    <a:pt x="9" y="39"/>
                  </a:cubicBezTo>
                  <a:cubicBezTo>
                    <a:pt x="9" y="39"/>
                    <a:pt x="9" y="40"/>
                    <a:pt x="10" y="40"/>
                  </a:cubicBezTo>
                  <a:cubicBezTo>
                    <a:pt x="11" y="39"/>
                    <a:pt x="11" y="40"/>
                    <a:pt x="12" y="40"/>
                  </a:cubicBezTo>
                  <a:close/>
                  <a:moveTo>
                    <a:pt x="42" y="38"/>
                  </a:moveTo>
                  <a:cubicBezTo>
                    <a:pt x="42" y="38"/>
                    <a:pt x="42" y="38"/>
                    <a:pt x="42" y="38"/>
                  </a:cubicBezTo>
                  <a:cubicBezTo>
                    <a:pt x="43" y="39"/>
                    <a:pt x="43" y="39"/>
                    <a:pt x="43" y="40"/>
                  </a:cubicBezTo>
                  <a:cubicBezTo>
                    <a:pt x="43" y="40"/>
                    <a:pt x="44" y="40"/>
                    <a:pt x="44" y="40"/>
                  </a:cubicBezTo>
                  <a:cubicBezTo>
                    <a:pt x="44" y="41"/>
                    <a:pt x="44" y="41"/>
                    <a:pt x="44" y="41"/>
                  </a:cubicBezTo>
                  <a:cubicBezTo>
                    <a:pt x="45" y="40"/>
                    <a:pt x="45" y="41"/>
                    <a:pt x="46" y="41"/>
                  </a:cubicBezTo>
                  <a:cubicBezTo>
                    <a:pt x="46" y="41"/>
                    <a:pt x="47" y="39"/>
                    <a:pt x="46" y="39"/>
                  </a:cubicBezTo>
                  <a:cubicBezTo>
                    <a:pt x="45" y="39"/>
                    <a:pt x="43" y="39"/>
                    <a:pt x="43" y="38"/>
                  </a:cubicBezTo>
                  <a:cubicBezTo>
                    <a:pt x="43" y="38"/>
                    <a:pt x="43" y="37"/>
                    <a:pt x="42" y="36"/>
                  </a:cubicBezTo>
                  <a:cubicBezTo>
                    <a:pt x="42" y="36"/>
                    <a:pt x="43" y="35"/>
                    <a:pt x="43" y="35"/>
                  </a:cubicBezTo>
                  <a:cubicBezTo>
                    <a:pt x="43" y="35"/>
                    <a:pt x="41" y="34"/>
                    <a:pt x="42" y="34"/>
                  </a:cubicBezTo>
                  <a:cubicBezTo>
                    <a:pt x="41" y="33"/>
                    <a:pt x="39" y="34"/>
                    <a:pt x="38" y="32"/>
                  </a:cubicBezTo>
                  <a:cubicBezTo>
                    <a:pt x="38" y="32"/>
                    <a:pt x="38" y="32"/>
                    <a:pt x="37" y="32"/>
                  </a:cubicBezTo>
                  <a:cubicBezTo>
                    <a:pt x="37" y="32"/>
                    <a:pt x="37" y="32"/>
                    <a:pt x="37" y="32"/>
                  </a:cubicBezTo>
                  <a:cubicBezTo>
                    <a:pt x="36" y="32"/>
                    <a:pt x="36" y="32"/>
                    <a:pt x="36" y="31"/>
                  </a:cubicBezTo>
                  <a:cubicBezTo>
                    <a:pt x="35" y="31"/>
                    <a:pt x="35" y="30"/>
                    <a:pt x="34" y="30"/>
                  </a:cubicBezTo>
                  <a:cubicBezTo>
                    <a:pt x="34" y="29"/>
                    <a:pt x="33" y="30"/>
                    <a:pt x="33" y="30"/>
                  </a:cubicBezTo>
                  <a:cubicBezTo>
                    <a:pt x="32" y="30"/>
                    <a:pt x="32" y="30"/>
                    <a:pt x="32" y="30"/>
                  </a:cubicBezTo>
                  <a:cubicBezTo>
                    <a:pt x="32" y="31"/>
                    <a:pt x="32" y="31"/>
                    <a:pt x="31" y="31"/>
                  </a:cubicBezTo>
                  <a:cubicBezTo>
                    <a:pt x="31" y="31"/>
                    <a:pt x="30" y="31"/>
                    <a:pt x="30" y="31"/>
                  </a:cubicBezTo>
                  <a:cubicBezTo>
                    <a:pt x="30" y="32"/>
                    <a:pt x="31" y="32"/>
                    <a:pt x="31" y="32"/>
                  </a:cubicBezTo>
                  <a:cubicBezTo>
                    <a:pt x="31" y="32"/>
                    <a:pt x="31" y="31"/>
                    <a:pt x="31" y="31"/>
                  </a:cubicBezTo>
                  <a:cubicBezTo>
                    <a:pt x="32" y="31"/>
                    <a:pt x="32" y="31"/>
                    <a:pt x="33" y="31"/>
                  </a:cubicBezTo>
                  <a:cubicBezTo>
                    <a:pt x="33" y="32"/>
                    <a:pt x="34" y="32"/>
                    <a:pt x="34" y="33"/>
                  </a:cubicBezTo>
                  <a:cubicBezTo>
                    <a:pt x="35" y="33"/>
                    <a:pt x="36" y="34"/>
                    <a:pt x="36" y="34"/>
                  </a:cubicBezTo>
                  <a:cubicBezTo>
                    <a:pt x="37" y="35"/>
                    <a:pt x="37" y="34"/>
                    <a:pt x="37" y="35"/>
                  </a:cubicBezTo>
                  <a:cubicBezTo>
                    <a:pt x="37" y="36"/>
                    <a:pt x="37" y="36"/>
                    <a:pt x="38" y="36"/>
                  </a:cubicBezTo>
                  <a:cubicBezTo>
                    <a:pt x="38" y="36"/>
                    <a:pt x="38" y="36"/>
                    <a:pt x="39" y="36"/>
                  </a:cubicBezTo>
                  <a:cubicBezTo>
                    <a:pt x="39" y="36"/>
                    <a:pt x="40" y="36"/>
                    <a:pt x="41" y="36"/>
                  </a:cubicBezTo>
                  <a:cubicBezTo>
                    <a:pt x="41" y="36"/>
                    <a:pt x="42" y="37"/>
                    <a:pt x="41" y="37"/>
                  </a:cubicBezTo>
                  <a:cubicBezTo>
                    <a:pt x="41" y="37"/>
                    <a:pt x="42" y="37"/>
                    <a:pt x="42" y="37"/>
                  </a:cubicBezTo>
                  <a:cubicBezTo>
                    <a:pt x="42" y="38"/>
                    <a:pt x="42" y="38"/>
                    <a:pt x="42" y="38"/>
                  </a:cubicBezTo>
                  <a:cubicBezTo>
                    <a:pt x="42" y="38"/>
                    <a:pt x="42" y="38"/>
                    <a:pt x="42" y="38"/>
                  </a:cubicBezTo>
                  <a:cubicBezTo>
                    <a:pt x="42" y="38"/>
                    <a:pt x="42" y="38"/>
                    <a:pt x="42" y="38"/>
                  </a:cubicBezTo>
                  <a:close/>
                  <a:moveTo>
                    <a:pt x="69" y="43"/>
                  </a:moveTo>
                  <a:cubicBezTo>
                    <a:pt x="69" y="43"/>
                    <a:pt x="68" y="43"/>
                    <a:pt x="68" y="43"/>
                  </a:cubicBezTo>
                  <a:cubicBezTo>
                    <a:pt x="68" y="43"/>
                    <a:pt x="68" y="43"/>
                    <a:pt x="68" y="43"/>
                  </a:cubicBezTo>
                  <a:cubicBezTo>
                    <a:pt x="67" y="43"/>
                    <a:pt x="67" y="43"/>
                    <a:pt x="66" y="43"/>
                  </a:cubicBezTo>
                  <a:cubicBezTo>
                    <a:pt x="65" y="43"/>
                    <a:pt x="64" y="43"/>
                    <a:pt x="64" y="44"/>
                  </a:cubicBezTo>
                  <a:cubicBezTo>
                    <a:pt x="64" y="44"/>
                    <a:pt x="65" y="44"/>
                    <a:pt x="65" y="44"/>
                  </a:cubicBezTo>
                  <a:cubicBezTo>
                    <a:pt x="66" y="44"/>
                    <a:pt x="66" y="45"/>
                    <a:pt x="67" y="45"/>
                  </a:cubicBezTo>
                  <a:cubicBezTo>
                    <a:pt x="67" y="45"/>
                    <a:pt x="68" y="44"/>
                    <a:pt x="69" y="44"/>
                  </a:cubicBezTo>
                  <a:cubicBezTo>
                    <a:pt x="69" y="44"/>
                    <a:pt x="68" y="43"/>
                    <a:pt x="69" y="43"/>
                  </a:cubicBezTo>
                  <a:close/>
                  <a:moveTo>
                    <a:pt x="80" y="58"/>
                  </a:moveTo>
                  <a:cubicBezTo>
                    <a:pt x="80" y="58"/>
                    <a:pt x="79" y="58"/>
                    <a:pt x="79" y="58"/>
                  </a:cubicBezTo>
                  <a:cubicBezTo>
                    <a:pt x="79" y="58"/>
                    <a:pt x="78" y="59"/>
                    <a:pt x="78" y="59"/>
                  </a:cubicBezTo>
                  <a:cubicBezTo>
                    <a:pt x="77" y="59"/>
                    <a:pt x="77" y="59"/>
                    <a:pt x="77" y="60"/>
                  </a:cubicBezTo>
                  <a:cubicBezTo>
                    <a:pt x="76" y="60"/>
                    <a:pt x="76" y="61"/>
                    <a:pt x="76" y="61"/>
                  </a:cubicBezTo>
                  <a:cubicBezTo>
                    <a:pt x="77" y="62"/>
                    <a:pt x="76" y="63"/>
                    <a:pt x="76" y="64"/>
                  </a:cubicBezTo>
                  <a:cubicBezTo>
                    <a:pt x="77" y="64"/>
                    <a:pt x="78" y="63"/>
                    <a:pt x="78" y="63"/>
                  </a:cubicBezTo>
                  <a:cubicBezTo>
                    <a:pt x="78" y="62"/>
                    <a:pt x="79" y="62"/>
                    <a:pt x="79" y="62"/>
                  </a:cubicBezTo>
                  <a:cubicBezTo>
                    <a:pt x="79" y="61"/>
                    <a:pt x="80" y="60"/>
                    <a:pt x="80" y="59"/>
                  </a:cubicBezTo>
                  <a:cubicBezTo>
                    <a:pt x="80" y="59"/>
                    <a:pt x="80" y="58"/>
                    <a:pt x="80" y="58"/>
                  </a:cubicBezTo>
                  <a:close/>
                  <a:moveTo>
                    <a:pt x="50" y="43"/>
                  </a:moveTo>
                  <a:cubicBezTo>
                    <a:pt x="50" y="43"/>
                    <a:pt x="50" y="43"/>
                    <a:pt x="50" y="42"/>
                  </a:cubicBezTo>
                  <a:cubicBezTo>
                    <a:pt x="50" y="42"/>
                    <a:pt x="50" y="42"/>
                    <a:pt x="49" y="42"/>
                  </a:cubicBezTo>
                  <a:cubicBezTo>
                    <a:pt x="49" y="42"/>
                    <a:pt x="49" y="42"/>
                    <a:pt x="48" y="41"/>
                  </a:cubicBezTo>
                  <a:cubicBezTo>
                    <a:pt x="48" y="41"/>
                    <a:pt x="48" y="41"/>
                    <a:pt x="47" y="41"/>
                  </a:cubicBezTo>
                  <a:cubicBezTo>
                    <a:pt x="47" y="41"/>
                    <a:pt x="47" y="42"/>
                    <a:pt x="48" y="42"/>
                  </a:cubicBezTo>
                  <a:cubicBezTo>
                    <a:pt x="48" y="42"/>
                    <a:pt x="49" y="44"/>
                    <a:pt x="50" y="44"/>
                  </a:cubicBezTo>
                  <a:cubicBezTo>
                    <a:pt x="50" y="44"/>
                    <a:pt x="50" y="44"/>
                    <a:pt x="50" y="43"/>
                  </a:cubicBezTo>
                  <a:cubicBezTo>
                    <a:pt x="50" y="43"/>
                    <a:pt x="50" y="43"/>
                    <a:pt x="50" y="43"/>
                  </a:cubicBezTo>
                  <a:close/>
                  <a:moveTo>
                    <a:pt x="64" y="70"/>
                  </a:moveTo>
                  <a:cubicBezTo>
                    <a:pt x="63" y="70"/>
                    <a:pt x="63" y="71"/>
                    <a:pt x="62" y="71"/>
                  </a:cubicBezTo>
                  <a:cubicBezTo>
                    <a:pt x="61" y="71"/>
                    <a:pt x="61" y="71"/>
                    <a:pt x="60" y="72"/>
                  </a:cubicBezTo>
                  <a:cubicBezTo>
                    <a:pt x="60" y="72"/>
                    <a:pt x="59" y="73"/>
                    <a:pt x="59" y="72"/>
                  </a:cubicBezTo>
                  <a:cubicBezTo>
                    <a:pt x="58" y="72"/>
                    <a:pt x="59" y="71"/>
                    <a:pt x="58" y="71"/>
                  </a:cubicBezTo>
                  <a:cubicBezTo>
                    <a:pt x="58" y="71"/>
                    <a:pt x="58" y="70"/>
                    <a:pt x="59" y="70"/>
                  </a:cubicBezTo>
                  <a:cubicBezTo>
                    <a:pt x="59" y="70"/>
                    <a:pt x="58" y="70"/>
                    <a:pt x="58" y="70"/>
                  </a:cubicBezTo>
                  <a:cubicBezTo>
                    <a:pt x="57" y="70"/>
                    <a:pt x="57" y="70"/>
                    <a:pt x="56" y="70"/>
                  </a:cubicBezTo>
                  <a:cubicBezTo>
                    <a:pt x="55" y="70"/>
                    <a:pt x="55" y="70"/>
                    <a:pt x="54" y="70"/>
                  </a:cubicBezTo>
                  <a:cubicBezTo>
                    <a:pt x="54" y="70"/>
                    <a:pt x="53" y="70"/>
                    <a:pt x="53" y="70"/>
                  </a:cubicBezTo>
                  <a:cubicBezTo>
                    <a:pt x="52" y="70"/>
                    <a:pt x="52" y="69"/>
                    <a:pt x="51" y="69"/>
                  </a:cubicBezTo>
                  <a:cubicBezTo>
                    <a:pt x="50" y="69"/>
                    <a:pt x="49" y="69"/>
                    <a:pt x="48" y="69"/>
                  </a:cubicBezTo>
                  <a:cubicBezTo>
                    <a:pt x="47" y="70"/>
                    <a:pt x="46" y="70"/>
                    <a:pt x="45" y="70"/>
                  </a:cubicBezTo>
                  <a:cubicBezTo>
                    <a:pt x="45" y="70"/>
                    <a:pt x="45" y="70"/>
                    <a:pt x="45" y="69"/>
                  </a:cubicBezTo>
                  <a:cubicBezTo>
                    <a:pt x="45" y="69"/>
                    <a:pt x="45" y="68"/>
                    <a:pt x="44" y="69"/>
                  </a:cubicBezTo>
                  <a:cubicBezTo>
                    <a:pt x="44" y="69"/>
                    <a:pt x="43" y="69"/>
                    <a:pt x="43" y="68"/>
                  </a:cubicBezTo>
                  <a:cubicBezTo>
                    <a:pt x="43" y="68"/>
                    <a:pt x="44" y="68"/>
                    <a:pt x="44" y="68"/>
                  </a:cubicBezTo>
                  <a:cubicBezTo>
                    <a:pt x="44" y="68"/>
                    <a:pt x="44" y="67"/>
                    <a:pt x="44" y="67"/>
                  </a:cubicBezTo>
                  <a:cubicBezTo>
                    <a:pt x="43" y="67"/>
                    <a:pt x="43" y="67"/>
                    <a:pt x="43" y="68"/>
                  </a:cubicBezTo>
                  <a:cubicBezTo>
                    <a:pt x="43" y="68"/>
                    <a:pt x="42" y="68"/>
                    <a:pt x="42" y="68"/>
                  </a:cubicBezTo>
                  <a:cubicBezTo>
                    <a:pt x="42" y="68"/>
                    <a:pt x="41" y="68"/>
                    <a:pt x="41" y="68"/>
                  </a:cubicBezTo>
                  <a:cubicBezTo>
                    <a:pt x="40" y="68"/>
                    <a:pt x="40" y="67"/>
                    <a:pt x="40" y="66"/>
                  </a:cubicBezTo>
                  <a:cubicBezTo>
                    <a:pt x="40" y="66"/>
                    <a:pt x="40" y="67"/>
                    <a:pt x="40" y="67"/>
                  </a:cubicBezTo>
                  <a:cubicBezTo>
                    <a:pt x="40" y="67"/>
                    <a:pt x="40" y="68"/>
                    <a:pt x="40" y="68"/>
                  </a:cubicBezTo>
                  <a:cubicBezTo>
                    <a:pt x="39" y="69"/>
                    <a:pt x="39" y="67"/>
                    <a:pt x="39" y="67"/>
                  </a:cubicBezTo>
                  <a:cubicBezTo>
                    <a:pt x="38" y="67"/>
                    <a:pt x="39" y="70"/>
                    <a:pt x="38" y="70"/>
                  </a:cubicBezTo>
                  <a:cubicBezTo>
                    <a:pt x="38" y="71"/>
                    <a:pt x="40" y="71"/>
                    <a:pt x="41" y="71"/>
                  </a:cubicBezTo>
                  <a:cubicBezTo>
                    <a:pt x="41" y="71"/>
                    <a:pt x="42" y="71"/>
                    <a:pt x="43" y="71"/>
                  </a:cubicBezTo>
                  <a:cubicBezTo>
                    <a:pt x="43" y="72"/>
                    <a:pt x="44" y="71"/>
                    <a:pt x="44" y="72"/>
                  </a:cubicBezTo>
                  <a:cubicBezTo>
                    <a:pt x="45" y="72"/>
                    <a:pt x="46" y="71"/>
                    <a:pt x="46" y="72"/>
                  </a:cubicBezTo>
                  <a:cubicBezTo>
                    <a:pt x="47" y="72"/>
                    <a:pt x="48" y="72"/>
                    <a:pt x="48" y="73"/>
                  </a:cubicBezTo>
                  <a:cubicBezTo>
                    <a:pt x="49" y="73"/>
                    <a:pt x="49" y="72"/>
                    <a:pt x="49" y="73"/>
                  </a:cubicBezTo>
                  <a:cubicBezTo>
                    <a:pt x="50" y="73"/>
                    <a:pt x="50" y="74"/>
                    <a:pt x="49" y="74"/>
                  </a:cubicBezTo>
                  <a:cubicBezTo>
                    <a:pt x="50" y="75"/>
                    <a:pt x="51" y="74"/>
                    <a:pt x="51" y="74"/>
                  </a:cubicBezTo>
                  <a:cubicBezTo>
                    <a:pt x="52" y="74"/>
                    <a:pt x="53" y="74"/>
                    <a:pt x="53" y="74"/>
                  </a:cubicBezTo>
                  <a:cubicBezTo>
                    <a:pt x="54" y="74"/>
                    <a:pt x="55" y="74"/>
                    <a:pt x="56" y="74"/>
                  </a:cubicBezTo>
                  <a:cubicBezTo>
                    <a:pt x="57" y="74"/>
                    <a:pt x="57" y="74"/>
                    <a:pt x="58" y="74"/>
                  </a:cubicBezTo>
                  <a:cubicBezTo>
                    <a:pt x="59" y="73"/>
                    <a:pt x="60" y="73"/>
                    <a:pt x="62" y="74"/>
                  </a:cubicBezTo>
                  <a:cubicBezTo>
                    <a:pt x="63" y="74"/>
                    <a:pt x="63" y="72"/>
                    <a:pt x="64" y="72"/>
                  </a:cubicBezTo>
                  <a:cubicBezTo>
                    <a:pt x="63" y="72"/>
                    <a:pt x="64" y="70"/>
                    <a:pt x="64" y="70"/>
                  </a:cubicBezTo>
                  <a:close/>
                  <a:moveTo>
                    <a:pt x="36" y="43"/>
                  </a:moveTo>
                  <a:cubicBezTo>
                    <a:pt x="36" y="43"/>
                    <a:pt x="36" y="44"/>
                    <a:pt x="36" y="44"/>
                  </a:cubicBezTo>
                  <a:cubicBezTo>
                    <a:pt x="37" y="44"/>
                    <a:pt x="37" y="44"/>
                    <a:pt x="37" y="43"/>
                  </a:cubicBezTo>
                  <a:cubicBezTo>
                    <a:pt x="37" y="43"/>
                    <a:pt x="36" y="43"/>
                    <a:pt x="36" y="43"/>
                  </a:cubicBezTo>
                  <a:close/>
                  <a:moveTo>
                    <a:pt x="45" y="47"/>
                  </a:moveTo>
                  <a:cubicBezTo>
                    <a:pt x="45" y="48"/>
                    <a:pt x="45" y="48"/>
                    <a:pt x="45" y="48"/>
                  </a:cubicBezTo>
                  <a:cubicBezTo>
                    <a:pt x="45" y="49"/>
                    <a:pt x="45" y="47"/>
                    <a:pt x="46" y="47"/>
                  </a:cubicBezTo>
                  <a:cubicBezTo>
                    <a:pt x="46" y="47"/>
                    <a:pt x="45" y="47"/>
                    <a:pt x="45" y="46"/>
                  </a:cubicBezTo>
                  <a:cubicBezTo>
                    <a:pt x="45" y="46"/>
                    <a:pt x="45" y="47"/>
                    <a:pt x="45" y="47"/>
                  </a:cubicBezTo>
                  <a:cubicBezTo>
                    <a:pt x="45" y="47"/>
                    <a:pt x="45" y="47"/>
                    <a:pt x="45" y="47"/>
                  </a:cubicBezTo>
                  <a:close/>
                  <a:moveTo>
                    <a:pt x="13" y="43"/>
                  </a:moveTo>
                  <a:cubicBezTo>
                    <a:pt x="12" y="42"/>
                    <a:pt x="12" y="43"/>
                    <a:pt x="12" y="42"/>
                  </a:cubicBezTo>
                  <a:cubicBezTo>
                    <a:pt x="11" y="42"/>
                    <a:pt x="11" y="42"/>
                    <a:pt x="11" y="42"/>
                  </a:cubicBezTo>
                  <a:cubicBezTo>
                    <a:pt x="10" y="42"/>
                    <a:pt x="11" y="43"/>
                    <a:pt x="11" y="43"/>
                  </a:cubicBezTo>
                  <a:cubicBezTo>
                    <a:pt x="11" y="44"/>
                    <a:pt x="12" y="44"/>
                    <a:pt x="13" y="45"/>
                  </a:cubicBezTo>
                  <a:cubicBezTo>
                    <a:pt x="13" y="44"/>
                    <a:pt x="13" y="44"/>
                    <a:pt x="13" y="44"/>
                  </a:cubicBezTo>
                  <a:cubicBezTo>
                    <a:pt x="13" y="44"/>
                    <a:pt x="14" y="44"/>
                    <a:pt x="14" y="44"/>
                  </a:cubicBezTo>
                  <a:cubicBezTo>
                    <a:pt x="14" y="44"/>
                    <a:pt x="13" y="43"/>
                    <a:pt x="13" y="43"/>
                  </a:cubicBezTo>
                  <a:close/>
                  <a:moveTo>
                    <a:pt x="45" y="44"/>
                  </a:moveTo>
                  <a:cubicBezTo>
                    <a:pt x="44" y="44"/>
                    <a:pt x="44" y="45"/>
                    <a:pt x="44" y="46"/>
                  </a:cubicBezTo>
                  <a:cubicBezTo>
                    <a:pt x="44" y="46"/>
                    <a:pt x="45" y="45"/>
                    <a:pt x="45" y="44"/>
                  </a:cubicBezTo>
                  <a:close/>
                  <a:moveTo>
                    <a:pt x="72" y="65"/>
                  </a:moveTo>
                  <a:cubicBezTo>
                    <a:pt x="72" y="64"/>
                    <a:pt x="71" y="65"/>
                    <a:pt x="71" y="65"/>
                  </a:cubicBezTo>
                  <a:cubicBezTo>
                    <a:pt x="71" y="66"/>
                    <a:pt x="71" y="66"/>
                    <a:pt x="71" y="66"/>
                  </a:cubicBezTo>
                  <a:cubicBezTo>
                    <a:pt x="70" y="67"/>
                    <a:pt x="71" y="67"/>
                    <a:pt x="71" y="68"/>
                  </a:cubicBezTo>
                  <a:cubicBezTo>
                    <a:pt x="71" y="68"/>
                    <a:pt x="71" y="68"/>
                    <a:pt x="71" y="69"/>
                  </a:cubicBezTo>
                  <a:cubicBezTo>
                    <a:pt x="71" y="69"/>
                    <a:pt x="71" y="69"/>
                    <a:pt x="71" y="69"/>
                  </a:cubicBezTo>
                  <a:cubicBezTo>
                    <a:pt x="72" y="69"/>
                    <a:pt x="71" y="69"/>
                    <a:pt x="71" y="69"/>
                  </a:cubicBezTo>
                  <a:cubicBezTo>
                    <a:pt x="72" y="68"/>
                    <a:pt x="72" y="68"/>
                    <a:pt x="72" y="68"/>
                  </a:cubicBezTo>
                  <a:cubicBezTo>
                    <a:pt x="72" y="68"/>
                    <a:pt x="71" y="67"/>
                    <a:pt x="71" y="67"/>
                  </a:cubicBezTo>
                  <a:cubicBezTo>
                    <a:pt x="71" y="66"/>
                    <a:pt x="72" y="66"/>
                    <a:pt x="72" y="65"/>
                  </a:cubicBezTo>
                  <a:close/>
                  <a:moveTo>
                    <a:pt x="47" y="55"/>
                  </a:moveTo>
                  <a:cubicBezTo>
                    <a:pt x="47" y="54"/>
                    <a:pt x="46" y="55"/>
                    <a:pt x="46" y="54"/>
                  </a:cubicBezTo>
                  <a:cubicBezTo>
                    <a:pt x="45" y="54"/>
                    <a:pt x="46" y="55"/>
                    <a:pt x="45" y="55"/>
                  </a:cubicBezTo>
                  <a:cubicBezTo>
                    <a:pt x="45" y="55"/>
                    <a:pt x="45" y="54"/>
                    <a:pt x="45" y="55"/>
                  </a:cubicBezTo>
                  <a:cubicBezTo>
                    <a:pt x="45" y="55"/>
                    <a:pt x="45" y="55"/>
                    <a:pt x="45" y="55"/>
                  </a:cubicBezTo>
                  <a:cubicBezTo>
                    <a:pt x="45" y="55"/>
                    <a:pt x="47" y="56"/>
                    <a:pt x="47" y="55"/>
                  </a:cubicBezTo>
                  <a:close/>
                  <a:moveTo>
                    <a:pt x="45" y="10"/>
                  </a:moveTo>
                  <a:cubicBezTo>
                    <a:pt x="44" y="10"/>
                    <a:pt x="43" y="12"/>
                    <a:pt x="44" y="12"/>
                  </a:cubicBezTo>
                  <a:cubicBezTo>
                    <a:pt x="45" y="12"/>
                    <a:pt x="45" y="12"/>
                    <a:pt x="45" y="12"/>
                  </a:cubicBezTo>
                  <a:cubicBezTo>
                    <a:pt x="45" y="13"/>
                    <a:pt x="46" y="12"/>
                    <a:pt x="46" y="12"/>
                  </a:cubicBezTo>
                  <a:cubicBezTo>
                    <a:pt x="47" y="12"/>
                    <a:pt x="46" y="10"/>
                    <a:pt x="45" y="10"/>
                  </a:cubicBezTo>
                  <a:close/>
                  <a:moveTo>
                    <a:pt x="32" y="60"/>
                  </a:moveTo>
                  <a:cubicBezTo>
                    <a:pt x="32" y="60"/>
                    <a:pt x="32" y="61"/>
                    <a:pt x="33" y="61"/>
                  </a:cubicBezTo>
                  <a:cubicBezTo>
                    <a:pt x="34" y="61"/>
                    <a:pt x="33" y="60"/>
                    <a:pt x="34" y="60"/>
                  </a:cubicBezTo>
                  <a:cubicBezTo>
                    <a:pt x="34" y="60"/>
                    <a:pt x="32" y="59"/>
                    <a:pt x="32" y="58"/>
                  </a:cubicBezTo>
                  <a:cubicBezTo>
                    <a:pt x="32" y="58"/>
                    <a:pt x="32" y="60"/>
                    <a:pt x="32" y="60"/>
                  </a:cubicBezTo>
                  <a:close/>
                  <a:moveTo>
                    <a:pt x="69" y="52"/>
                  </a:moveTo>
                  <a:cubicBezTo>
                    <a:pt x="69" y="52"/>
                    <a:pt x="69" y="52"/>
                    <a:pt x="69" y="52"/>
                  </a:cubicBezTo>
                  <a:cubicBezTo>
                    <a:pt x="69" y="52"/>
                    <a:pt x="69" y="52"/>
                    <a:pt x="69" y="52"/>
                  </a:cubicBezTo>
                  <a:cubicBezTo>
                    <a:pt x="69" y="52"/>
                    <a:pt x="69" y="52"/>
                    <a:pt x="69" y="51"/>
                  </a:cubicBezTo>
                  <a:cubicBezTo>
                    <a:pt x="68" y="51"/>
                    <a:pt x="68" y="51"/>
                    <a:pt x="68" y="51"/>
                  </a:cubicBezTo>
                  <a:cubicBezTo>
                    <a:pt x="68" y="51"/>
                    <a:pt x="68" y="51"/>
                    <a:pt x="68" y="52"/>
                  </a:cubicBezTo>
                  <a:cubicBezTo>
                    <a:pt x="68" y="52"/>
                    <a:pt x="68" y="52"/>
                    <a:pt x="69" y="52"/>
                  </a:cubicBezTo>
                  <a:close/>
                  <a:moveTo>
                    <a:pt x="54" y="47"/>
                  </a:moveTo>
                  <a:cubicBezTo>
                    <a:pt x="54" y="46"/>
                    <a:pt x="53" y="47"/>
                    <a:pt x="54" y="47"/>
                  </a:cubicBezTo>
                  <a:cubicBezTo>
                    <a:pt x="54" y="47"/>
                    <a:pt x="54" y="47"/>
                    <a:pt x="54" y="47"/>
                  </a:cubicBezTo>
                  <a:cubicBezTo>
                    <a:pt x="55" y="46"/>
                    <a:pt x="54" y="46"/>
                    <a:pt x="54" y="47"/>
                  </a:cubicBezTo>
                  <a:close/>
                  <a:moveTo>
                    <a:pt x="70" y="53"/>
                  </a:moveTo>
                  <a:cubicBezTo>
                    <a:pt x="69" y="54"/>
                    <a:pt x="67" y="55"/>
                    <a:pt x="69" y="55"/>
                  </a:cubicBezTo>
                  <a:cubicBezTo>
                    <a:pt x="68" y="54"/>
                    <a:pt x="70" y="55"/>
                    <a:pt x="70" y="54"/>
                  </a:cubicBezTo>
                  <a:cubicBezTo>
                    <a:pt x="70" y="54"/>
                    <a:pt x="72" y="53"/>
                    <a:pt x="72" y="53"/>
                  </a:cubicBezTo>
                  <a:cubicBezTo>
                    <a:pt x="72" y="52"/>
                    <a:pt x="70" y="53"/>
                    <a:pt x="70" y="53"/>
                  </a:cubicBezTo>
                  <a:close/>
                  <a:moveTo>
                    <a:pt x="77" y="57"/>
                  </a:moveTo>
                  <a:cubicBezTo>
                    <a:pt x="77" y="57"/>
                    <a:pt x="77" y="56"/>
                    <a:pt x="77" y="56"/>
                  </a:cubicBezTo>
                  <a:cubicBezTo>
                    <a:pt x="76" y="56"/>
                    <a:pt x="77" y="56"/>
                    <a:pt x="77" y="56"/>
                  </a:cubicBezTo>
                  <a:cubicBezTo>
                    <a:pt x="76" y="55"/>
                    <a:pt x="76" y="56"/>
                    <a:pt x="76" y="56"/>
                  </a:cubicBezTo>
                  <a:cubicBezTo>
                    <a:pt x="76" y="56"/>
                    <a:pt x="77" y="57"/>
                    <a:pt x="77" y="57"/>
                  </a:cubicBezTo>
                  <a:close/>
                  <a:moveTo>
                    <a:pt x="39" y="43"/>
                  </a:moveTo>
                  <a:cubicBezTo>
                    <a:pt x="39" y="43"/>
                    <a:pt x="39" y="43"/>
                    <a:pt x="40" y="43"/>
                  </a:cubicBezTo>
                  <a:cubicBezTo>
                    <a:pt x="40" y="43"/>
                    <a:pt x="40" y="43"/>
                    <a:pt x="40" y="44"/>
                  </a:cubicBezTo>
                  <a:cubicBezTo>
                    <a:pt x="41" y="44"/>
                    <a:pt x="42" y="45"/>
                    <a:pt x="42" y="44"/>
                  </a:cubicBezTo>
                  <a:cubicBezTo>
                    <a:pt x="42" y="43"/>
                    <a:pt x="40" y="39"/>
                    <a:pt x="41" y="39"/>
                  </a:cubicBezTo>
                  <a:cubicBezTo>
                    <a:pt x="42" y="39"/>
                    <a:pt x="41" y="38"/>
                    <a:pt x="41" y="38"/>
                  </a:cubicBezTo>
                  <a:cubicBezTo>
                    <a:pt x="40" y="37"/>
                    <a:pt x="39" y="37"/>
                    <a:pt x="39" y="37"/>
                  </a:cubicBezTo>
                  <a:cubicBezTo>
                    <a:pt x="38" y="37"/>
                    <a:pt x="37" y="37"/>
                    <a:pt x="37" y="36"/>
                  </a:cubicBezTo>
                  <a:cubicBezTo>
                    <a:pt x="37" y="35"/>
                    <a:pt x="37" y="35"/>
                    <a:pt x="36" y="35"/>
                  </a:cubicBezTo>
                  <a:cubicBezTo>
                    <a:pt x="36" y="35"/>
                    <a:pt x="35" y="35"/>
                    <a:pt x="35" y="35"/>
                  </a:cubicBezTo>
                  <a:cubicBezTo>
                    <a:pt x="35" y="35"/>
                    <a:pt x="35" y="35"/>
                    <a:pt x="35" y="35"/>
                  </a:cubicBezTo>
                  <a:cubicBezTo>
                    <a:pt x="35" y="35"/>
                    <a:pt x="34" y="34"/>
                    <a:pt x="34" y="35"/>
                  </a:cubicBezTo>
                  <a:cubicBezTo>
                    <a:pt x="34" y="34"/>
                    <a:pt x="35" y="34"/>
                    <a:pt x="34" y="34"/>
                  </a:cubicBezTo>
                  <a:cubicBezTo>
                    <a:pt x="34" y="33"/>
                    <a:pt x="33" y="33"/>
                    <a:pt x="33" y="33"/>
                  </a:cubicBezTo>
                  <a:cubicBezTo>
                    <a:pt x="33" y="34"/>
                    <a:pt x="33" y="34"/>
                    <a:pt x="33" y="34"/>
                  </a:cubicBezTo>
                  <a:cubicBezTo>
                    <a:pt x="32" y="34"/>
                    <a:pt x="32" y="33"/>
                    <a:pt x="32" y="33"/>
                  </a:cubicBezTo>
                  <a:cubicBezTo>
                    <a:pt x="32" y="32"/>
                    <a:pt x="31" y="32"/>
                    <a:pt x="31" y="32"/>
                  </a:cubicBezTo>
                  <a:cubicBezTo>
                    <a:pt x="30" y="32"/>
                    <a:pt x="30" y="32"/>
                    <a:pt x="30" y="32"/>
                  </a:cubicBezTo>
                  <a:cubicBezTo>
                    <a:pt x="30" y="32"/>
                    <a:pt x="30" y="32"/>
                    <a:pt x="30" y="32"/>
                  </a:cubicBezTo>
                  <a:cubicBezTo>
                    <a:pt x="30" y="32"/>
                    <a:pt x="29" y="32"/>
                    <a:pt x="29" y="32"/>
                  </a:cubicBezTo>
                  <a:cubicBezTo>
                    <a:pt x="29" y="31"/>
                    <a:pt x="28" y="32"/>
                    <a:pt x="28" y="32"/>
                  </a:cubicBezTo>
                  <a:cubicBezTo>
                    <a:pt x="28" y="32"/>
                    <a:pt x="27" y="31"/>
                    <a:pt x="27" y="31"/>
                  </a:cubicBezTo>
                  <a:cubicBezTo>
                    <a:pt x="27" y="30"/>
                    <a:pt x="28" y="31"/>
                    <a:pt x="29" y="31"/>
                  </a:cubicBezTo>
                  <a:cubicBezTo>
                    <a:pt x="29" y="31"/>
                    <a:pt x="29" y="31"/>
                    <a:pt x="30" y="31"/>
                  </a:cubicBezTo>
                  <a:cubicBezTo>
                    <a:pt x="30" y="31"/>
                    <a:pt x="30" y="31"/>
                    <a:pt x="30" y="31"/>
                  </a:cubicBezTo>
                  <a:cubicBezTo>
                    <a:pt x="30" y="30"/>
                    <a:pt x="31" y="31"/>
                    <a:pt x="31" y="30"/>
                  </a:cubicBezTo>
                  <a:cubicBezTo>
                    <a:pt x="31" y="30"/>
                    <a:pt x="32" y="30"/>
                    <a:pt x="32" y="29"/>
                  </a:cubicBezTo>
                  <a:cubicBezTo>
                    <a:pt x="32" y="29"/>
                    <a:pt x="31" y="30"/>
                    <a:pt x="31" y="30"/>
                  </a:cubicBezTo>
                  <a:cubicBezTo>
                    <a:pt x="31" y="29"/>
                    <a:pt x="31" y="28"/>
                    <a:pt x="31" y="28"/>
                  </a:cubicBezTo>
                  <a:cubicBezTo>
                    <a:pt x="31" y="29"/>
                    <a:pt x="30" y="28"/>
                    <a:pt x="30" y="28"/>
                  </a:cubicBezTo>
                  <a:cubicBezTo>
                    <a:pt x="30" y="28"/>
                    <a:pt x="30" y="28"/>
                    <a:pt x="30" y="28"/>
                  </a:cubicBezTo>
                  <a:cubicBezTo>
                    <a:pt x="30" y="28"/>
                    <a:pt x="30" y="28"/>
                    <a:pt x="30" y="27"/>
                  </a:cubicBezTo>
                  <a:cubicBezTo>
                    <a:pt x="29" y="27"/>
                    <a:pt x="30" y="27"/>
                    <a:pt x="31" y="27"/>
                  </a:cubicBezTo>
                  <a:cubicBezTo>
                    <a:pt x="30" y="26"/>
                    <a:pt x="31" y="26"/>
                    <a:pt x="32" y="26"/>
                  </a:cubicBezTo>
                  <a:cubicBezTo>
                    <a:pt x="32" y="26"/>
                    <a:pt x="33" y="27"/>
                    <a:pt x="33" y="28"/>
                  </a:cubicBezTo>
                  <a:cubicBezTo>
                    <a:pt x="33" y="28"/>
                    <a:pt x="32" y="29"/>
                    <a:pt x="32" y="29"/>
                  </a:cubicBezTo>
                  <a:cubicBezTo>
                    <a:pt x="33" y="28"/>
                    <a:pt x="32" y="29"/>
                    <a:pt x="32" y="29"/>
                  </a:cubicBezTo>
                  <a:cubicBezTo>
                    <a:pt x="32" y="29"/>
                    <a:pt x="33" y="29"/>
                    <a:pt x="33" y="28"/>
                  </a:cubicBezTo>
                  <a:cubicBezTo>
                    <a:pt x="33" y="28"/>
                    <a:pt x="34" y="28"/>
                    <a:pt x="34" y="28"/>
                  </a:cubicBezTo>
                  <a:cubicBezTo>
                    <a:pt x="35" y="27"/>
                    <a:pt x="33" y="25"/>
                    <a:pt x="33" y="25"/>
                  </a:cubicBezTo>
                  <a:cubicBezTo>
                    <a:pt x="32" y="24"/>
                    <a:pt x="30" y="24"/>
                    <a:pt x="30" y="22"/>
                  </a:cubicBezTo>
                  <a:cubicBezTo>
                    <a:pt x="30" y="21"/>
                    <a:pt x="29" y="20"/>
                    <a:pt x="28" y="19"/>
                  </a:cubicBezTo>
                  <a:cubicBezTo>
                    <a:pt x="27" y="18"/>
                    <a:pt x="26" y="17"/>
                    <a:pt x="27" y="16"/>
                  </a:cubicBezTo>
                  <a:cubicBezTo>
                    <a:pt x="27" y="15"/>
                    <a:pt x="28" y="15"/>
                    <a:pt x="27" y="15"/>
                  </a:cubicBezTo>
                  <a:cubicBezTo>
                    <a:pt x="27" y="14"/>
                    <a:pt x="27" y="14"/>
                    <a:pt x="27" y="14"/>
                  </a:cubicBezTo>
                  <a:cubicBezTo>
                    <a:pt x="28" y="14"/>
                    <a:pt x="27" y="13"/>
                    <a:pt x="27" y="13"/>
                  </a:cubicBezTo>
                  <a:cubicBezTo>
                    <a:pt x="28" y="13"/>
                    <a:pt x="28" y="13"/>
                    <a:pt x="28" y="13"/>
                  </a:cubicBezTo>
                  <a:cubicBezTo>
                    <a:pt x="28" y="12"/>
                    <a:pt x="29" y="13"/>
                    <a:pt x="29" y="12"/>
                  </a:cubicBezTo>
                  <a:cubicBezTo>
                    <a:pt x="29" y="11"/>
                    <a:pt x="30" y="12"/>
                    <a:pt x="30" y="13"/>
                  </a:cubicBezTo>
                  <a:cubicBezTo>
                    <a:pt x="30" y="14"/>
                    <a:pt x="29" y="13"/>
                    <a:pt x="29" y="13"/>
                  </a:cubicBezTo>
                  <a:cubicBezTo>
                    <a:pt x="29" y="14"/>
                    <a:pt x="30" y="14"/>
                    <a:pt x="30" y="15"/>
                  </a:cubicBezTo>
                  <a:cubicBezTo>
                    <a:pt x="30" y="14"/>
                    <a:pt x="31" y="15"/>
                    <a:pt x="31" y="16"/>
                  </a:cubicBezTo>
                  <a:cubicBezTo>
                    <a:pt x="32" y="16"/>
                    <a:pt x="33" y="16"/>
                    <a:pt x="33" y="16"/>
                  </a:cubicBezTo>
                  <a:cubicBezTo>
                    <a:pt x="34" y="17"/>
                    <a:pt x="34" y="17"/>
                    <a:pt x="34" y="18"/>
                  </a:cubicBezTo>
                  <a:cubicBezTo>
                    <a:pt x="34" y="18"/>
                    <a:pt x="34" y="19"/>
                    <a:pt x="34" y="19"/>
                  </a:cubicBezTo>
                  <a:cubicBezTo>
                    <a:pt x="34" y="19"/>
                    <a:pt x="35" y="19"/>
                    <a:pt x="36" y="19"/>
                  </a:cubicBezTo>
                  <a:cubicBezTo>
                    <a:pt x="36" y="20"/>
                    <a:pt x="37" y="20"/>
                    <a:pt x="37" y="20"/>
                  </a:cubicBezTo>
                  <a:cubicBezTo>
                    <a:pt x="37" y="19"/>
                    <a:pt x="36" y="19"/>
                    <a:pt x="35" y="18"/>
                  </a:cubicBezTo>
                  <a:cubicBezTo>
                    <a:pt x="35" y="18"/>
                    <a:pt x="34" y="17"/>
                    <a:pt x="34" y="17"/>
                  </a:cubicBezTo>
                  <a:cubicBezTo>
                    <a:pt x="33" y="16"/>
                    <a:pt x="34" y="16"/>
                    <a:pt x="34" y="16"/>
                  </a:cubicBezTo>
                  <a:cubicBezTo>
                    <a:pt x="36" y="16"/>
                    <a:pt x="37" y="16"/>
                    <a:pt x="37" y="17"/>
                  </a:cubicBezTo>
                  <a:cubicBezTo>
                    <a:pt x="38" y="18"/>
                    <a:pt x="38" y="18"/>
                    <a:pt x="38" y="19"/>
                  </a:cubicBezTo>
                  <a:cubicBezTo>
                    <a:pt x="38" y="19"/>
                    <a:pt x="38" y="19"/>
                    <a:pt x="39" y="19"/>
                  </a:cubicBezTo>
                  <a:cubicBezTo>
                    <a:pt x="39" y="19"/>
                    <a:pt x="39" y="20"/>
                    <a:pt x="40" y="19"/>
                  </a:cubicBezTo>
                  <a:cubicBezTo>
                    <a:pt x="39" y="19"/>
                    <a:pt x="40" y="19"/>
                    <a:pt x="40" y="19"/>
                  </a:cubicBezTo>
                  <a:cubicBezTo>
                    <a:pt x="40" y="18"/>
                    <a:pt x="40" y="19"/>
                    <a:pt x="40" y="18"/>
                  </a:cubicBezTo>
                  <a:cubicBezTo>
                    <a:pt x="40" y="18"/>
                    <a:pt x="40" y="18"/>
                    <a:pt x="40" y="18"/>
                  </a:cubicBezTo>
                  <a:cubicBezTo>
                    <a:pt x="40" y="17"/>
                    <a:pt x="39" y="17"/>
                    <a:pt x="39" y="17"/>
                  </a:cubicBezTo>
                  <a:cubicBezTo>
                    <a:pt x="38" y="17"/>
                    <a:pt x="37" y="17"/>
                    <a:pt x="37" y="16"/>
                  </a:cubicBezTo>
                  <a:cubicBezTo>
                    <a:pt x="37" y="15"/>
                    <a:pt x="38" y="15"/>
                    <a:pt x="39" y="15"/>
                  </a:cubicBezTo>
                  <a:cubicBezTo>
                    <a:pt x="39" y="15"/>
                    <a:pt x="39" y="15"/>
                    <a:pt x="40" y="16"/>
                  </a:cubicBezTo>
                  <a:cubicBezTo>
                    <a:pt x="40" y="16"/>
                    <a:pt x="41" y="16"/>
                    <a:pt x="41" y="16"/>
                  </a:cubicBezTo>
                  <a:cubicBezTo>
                    <a:pt x="42" y="16"/>
                    <a:pt x="42" y="18"/>
                    <a:pt x="43" y="18"/>
                  </a:cubicBezTo>
                  <a:cubicBezTo>
                    <a:pt x="43" y="18"/>
                    <a:pt x="43" y="17"/>
                    <a:pt x="43" y="17"/>
                  </a:cubicBezTo>
                  <a:cubicBezTo>
                    <a:pt x="42" y="16"/>
                    <a:pt x="42" y="15"/>
                    <a:pt x="41" y="15"/>
                  </a:cubicBezTo>
                  <a:cubicBezTo>
                    <a:pt x="41" y="15"/>
                    <a:pt x="40" y="15"/>
                    <a:pt x="39" y="14"/>
                  </a:cubicBezTo>
                  <a:cubicBezTo>
                    <a:pt x="40" y="15"/>
                    <a:pt x="39" y="15"/>
                    <a:pt x="38" y="14"/>
                  </a:cubicBezTo>
                  <a:cubicBezTo>
                    <a:pt x="37" y="14"/>
                    <a:pt x="38" y="13"/>
                    <a:pt x="39" y="13"/>
                  </a:cubicBezTo>
                  <a:cubicBezTo>
                    <a:pt x="38" y="13"/>
                    <a:pt x="37" y="12"/>
                    <a:pt x="37" y="12"/>
                  </a:cubicBezTo>
                  <a:cubicBezTo>
                    <a:pt x="36" y="11"/>
                    <a:pt x="37" y="11"/>
                    <a:pt x="37" y="10"/>
                  </a:cubicBezTo>
                  <a:cubicBezTo>
                    <a:pt x="38" y="10"/>
                    <a:pt x="39" y="11"/>
                    <a:pt x="39" y="11"/>
                  </a:cubicBezTo>
                  <a:cubicBezTo>
                    <a:pt x="40" y="11"/>
                    <a:pt x="41" y="10"/>
                    <a:pt x="42" y="10"/>
                  </a:cubicBezTo>
                  <a:cubicBezTo>
                    <a:pt x="42" y="10"/>
                    <a:pt x="43" y="9"/>
                    <a:pt x="43" y="9"/>
                  </a:cubicBezTo>
                  <a:cubicBezTo>
                    <a:pt x="43" y="8"/>
                    <a:pt x="44" y="8"/>
                    <a:pt x="44" y="8"/>
                  </a:cubicBezTo>
                  <a:cubicBezTo>
                    <a:pt x="44" y="8"/>
                    <a:pt x="45" y="9"/>
                    <a:pt x="44" y="9"/>
                  </a:cubicBezTo>
                  <a:cubicBezTo>
                    <a:pt x="45" y="9"/>
                    <a:pt x="45" y="10"/>
                    <a:pt x="46" y="9"/>
                  </a:cubicBezTo>
                  <a:cubicBezTo>
                    <a:pt x="47" y="9"/>
                    <a:pt x="47" y="9"/>
                    <a:pt x="48" y="9"/>
                  </a:cubicBezTo>
                  <a:cubicBezTo>
                    <a:pt x="48" y="8"/>
                    <a:pt x="48" y="8"/>
                    <a:pt x="49" y="8"/>
                  </a:cubicBezTo>
                  <a:cubicBezTo>
                    <a:pt x="49" y="8"/>
                    <a:pt x="49" y="8"/>
                    <a:pt x="49" y="8"/>
                  </a:cubicBezTo>
                  <a:cubicBezTo>
                    <a:pt x="49" y="8"/>
                    <a:pt x="49" y="8"/>
                    <a:pt x="49" y="8"/>
                  </a:cubicBezTo>
                  <a:cubicBezTo>
                    <a:pt x="50" y="9"/>
                    <a:pt x="50" y="8"/>
                    <a:pt x="51" y="9"/>
                  </a:cubicBezTo>
                  <a:cubicBezTo>
                    <a:pt x="51" y="9"/>
                    <a:pt x="52" y="9"/>
                    <a:pt x="53" y="9"/>
                  </a:cubicBezTo>
                  <a:cubicBezTo>
                    <a:pt x="54" y="9"/>
                    <a:pt x="54" y="10"/>
                    <a:pt x="55" y="10"/>
                  </a:cubicBezTo>
                  <a:cubicBezTo>
                    <a:pt x="56" y="10"/>
                    <a:pt x="57" y="9"/>
                    <a:pt x="57" y="10"/>
                  </a:cubicBezTo>
                  <a:cubicBezTo>
                    <a:pt x="57" y="10"/>
                    <a:pt x="57" y="10"/>
                    <a:pt x="58" y="10"/>
                  </a:cubicBezTo>
                  <a:cubicBezTo>
                    <a:pt x="57" y="10"/>
                    <a:pt x="57" y="10"/>
                    <a:pt x="57" y="10"/>
                  </a:cubicBezTo>
                  <a:cubicBezTo>
                    <a:pt x="58" y="10"/>
                    <a:pt x="58" y="11"/>
                    <a:pt x="58" y="11"/>
                  </a:cubicBezTo>
                  <a:cubicBezTo>
                    <a:pt x="58" y="10"/>
                    <a:pt x="59" y="10"/>
                    <a:pt x="59" y="10"/>
                  </a:cubicBezTo>
                  <a:cubicBezTo>
                    <a:pt x="59" y="9"/>
                    <a:pt x="59" y="9"/>
                    <a:pt x="59" y="9"/>
                  </a:cubicBezTo>
                  <a:cubicBezTo>
                    <a:pt x="59" y="9"/>
                    <a:pt x="60" y="9"/>
                    <a:pt x="60" y="9"/>
                  </a:cubicBezTo>
                  <a:cubicBezTo>
                    <a:pt x="60" y="9"/>
                    <a:pt x="60" y="8"/>
                    <a:pt x="60" y="8"/>
                  </a:cubicBezTo>
                  <a:cubicBezTo>
                    <a:pt x="60" y="8"/>
                    <a:pt x="60" y="8"/>
                    <a:pt x="60" y="8"/>
                  </a:cubicBezTo>
                  <a:cubicBezTo>
                    <a:pt x="60" y="8"/>
                    <a:pt x="60" y="8"/>
                    <a:pt x="60" y="8"/>
                  </a:cubicBezTo>
                  <a:cubicBezTo>
                    <a:pt x="60" y="7"/>
                    <a:pt x="60" y="7"/>
                    <a:pt x="60" y="7"/>
                  </a:cubicBezTo>
                  <a:cubicBezTo>
                    <a:pt x="60" y="6"/>
                    <a:pt x="59" y="5"/>
                    <a:pt x="60" y="5"/>
                  </a:cubicBezTo>
                  <a:cubicBezTo>
                    <a:pt x="60" y="5"/>
                    <a:pt x="60" y="5"/>
                    <a:pt x="61" y="5"/>
                  </a:cubicBezTo>
                  <a:cubicBezTo>
                    <a:pt x="61" y="4"/>
                    <a:pt x="61" y="4"/>
                    <a:pt x="61" y="4"/>
                  </a:cubicBezTo>
                  <a:cubicBezTo>
                    <a:pt x="62" y="4"/>
                    <a:pt x="62" y="4"/>
                    <a:pt x="62" y="3"/>
                  </a:cubicBezTo>
                  <a:cubicBezTo>
                    <a:pt x="62" y="2"/>
                    <a:pt x="62" y="1"/>
                    <a:pt x="61" y="1"/>
                  </a:cubicBezTo>
                  <a:cubicBezTo>
                    <a:pt x="60" y="0"/>
                    <a:pt x="59" y="0"/>
                    <a:pt x="59" y="0"/>
                  </a:cubicBezTo>
                  <a:cubicBezTo>
                    <a:pt x="58" y="0"/>
                    <a:pt x="58" y="0"/>
                    <a:pt x="57" y="0"/>
                  </a:cubicBezTo>
                  <a:cubicBezTo>
                    <a:pt x="57" y="0"/>
                    <a:pt x="57" y="1"/>
                    <a:pt x="58" y="1"/>
                  </a:cubicBezTo>
                  <a:cubicBezTo>
                    <a:pt x="58" y="1"/>
                    <a:pt x="58" y="2"/>
                    <a:pt x="58" y="2"/>
                  </a:cubicBezTo>
                  <a:cubicBezTo>
                    <a:pt x="58" y="2"/>
                    <a:pt x="58" y="2"/>
                    <a:pt x="58" y="3"/>
                  </a:cubicBezTo>
                  <a:cubicBezTo>
                    <a:pt x="58" y="3"/>
                    <a:pt x="58" y="3"/>
                    <a:pt x="58" y="3"/>
                  </a:cubicBezTo>
                  <a:cubicBezTo>
                    <a:pt x="58" y="4"/>
                    <a:pt x="58" y="4"/>
                    <a:pt x="57" y="4"/>
                  </a:cubicBezTo>
                  <a:cubicBezTo>
                    <a:pt x="57" y="4"/>
                    <a:pt x="56" y="4"/>
                    <a:pt x="56" y="5"/>
                  </a:cubicBezTo>
                  <a:cubicBezTo>
                    <a:pt x="55" y="4"/>
                    <a:pt x="55" y="4"/>
                    <a:pt x="54" y="5"/>
                  </a:cubicBezTo>
                  <a:cubicBezTo>
                    <a:pt x="54" y="5"/>
                    <a:pt x="53" y="4"/>
                    <a:pt x="53" y="5"/>
                  </a:cubicBezTo>
                  <a:cubicBezTo>
                    <a:pt x="52" y="5"/>
                    <a:pt x="50" y="6"/>
                    <a:pt x="50" y="5"/>
                  </a:cubicBezTo>
                  <a:cubicBezTo>
                    <a:pt x="49" y="5"/>
                    <a:pt x="49" y="4"/>
                    <a:pt x="48" y="4"/>
                  </a:cubicBezTo>
                  <a:cubicBezTo>
                    <a:pt x="48" y="4"/>
                    <a:pt x="47" y="4"/>
                    <a:pt x="47" y="4"/>
                  </a:cubicBezTo>
                  <a:cubicBezTo>
                    <a:pt x="46" y="4"/>
                    <a:pt x="46" y="3"/>
                    <a:pt x="46" y="4"/>
                  </a:cubicBezTo>
                  <a:cubicBezTo>
                    <a:pt x="46" y="4"/>
                    <a:pt x="45" y="4"/>
                    <a:pt x="45" y="3"/>
                  </a:cubicBezTo>
                  <a:cubicBezTo>
                    <a:pt x="45" y="3"/>
                    <a:pt x="44" y="3"/>
                    <a:pt x="44" y="3"/>
                  </a:cubicBezTo>
                  <a:cubicBezTo>
                    <a:pt x="44" y="3"/>
                    <a:pt x="44" y="2"/>
                    <a:pt x="44" y="2"/>
                  </a:cubicBezTo>
                  <a:cubicBezTo>
                    <a:pt x="43" y="2"/>
                    <a:pt x="41" y="3"/>
                    <a:pt x="41" y="2"/>
                  </a:cubicBezTo>
                  <a:cubicBezTo>
                    <a:pt x="41" y="2"/>
                    <a:pt x="41" y="2"/>
                    <a:pt x="41" y="2"/>
                  </a:cubicBezTo>
                  <a:cubicBezTo>
                    <a:pt x="40" y="2"/>
                    <a:pt x="40" y="2"/>
                    <a:pt x="40" y="2"/>
                  </a:cubicBezTo>
                  <a:cubicBezTo>
                    <a:pt x="39" y="2"/>
                    <a:pt x="40" y="3"/>
                    <a:pt x="39" y="3"/>
                  </a:cubicBezTo>
                  <a:cubicBezTo>
                    <a:pt x="39" y="3"/>
                    <a:pt x="39" y="3"/>
                    <a:pt x="39" y="3"/>
                  </a:cubicBezTo>
                  <a:cubicBezTo>
                    <a:pt x="38" y="3"/>
                    <a:pt x="38" y="3"/>
                    <a:pt x="38" y="3"/>
                  </a:cubicBezTo>
                  <a:cubicBezTo>
                    <a:pt x="38" y="3"/>
                    <a:pt x="38" y="3"/>
                    <a:pt x="38" y="3"/>
                  </a:cubicBezTo>
                  <a:cubicBezTo>
                    <a:pt x="37" y="3"/>
                    <a:pt x="37" y="3"/>
                    <a:pt x="36" y="4"/>
                  </a:cubicBezTo>
                  <a:cubicBezTo>
                    <a:pt x="35" y="4"/>
                    <a:pt x="35" y="3"/>
                    <a:pt x="34" y="3"/>
                  </a:cubicBezTo>
                  <a:cubicBezTo>
                    <a:pt x="34" y="4"/>
                    <a:pt x="33" y="4"/>
                    <a:pt x="33" y="4"/>
                  </a:cubicBezTo>
                  <a:cubicBezTo>
                    <a:pt x="32" y="3"/>
                    <a:pt x="32" y="4"/>
                    <a:pt x="32" y="4"/>
                  </a:cubicBezTo>
                  <a:cubicBezTo>
                    <a:pt x="31" y="5"/>
                    <a:pt x="30" y="4"/>
                    <a:pt x="29" y="4"/>
                  </a:cubicBezTo>
                  <a:cubicBezTo>
                    <a:pt x="28" y="4"/>
                    <a:pt x="28" y="4"/>
                    <a:pt x="28" y="5"/>
                  </a:cubicBezTo>
                  <a:cubicBezTo>
                    <a:pt x="28" y="5"/>
                    <a:pt x="28" y="6"/>
                    <a:pt x="28" y="6"/>
                  </a:cubicBezTo>
                  <a:cubicBezTo>
                    <a:pt x="28" y="7"/>
                    <a:pt x="27" y="6"/>
                    <a:pt x="27" y="6"/>
                  </a:cubicBezTo>
                  <a:cubicBezTo>
                    <a:pt x="27" y="6"/>
                    <a:pt x="27" y="7"/>
                    <a:pt x="26" y="7"/>
                  </a:cubicBezTo>
                  <a:cubicBezTo>
                    <a:pt x="25" y="7"/>
                    <a:pt x="24" y="6"/>
                    <a:pt x="23" y="6"/>
                  </a:cubicBezTo>
                  <a:cubicBezTo>
                    <a:pt x="22" y="7"/>
                    <a:pt x="22" y="6"/>
                    <a:pt x="22" y="6"/>
                  </a:cubicBezTo>
                  <a:cubicBezTo>
                    <a:pt x="21" y="6"/>
                    <a:pt x="21" y="7"/>
                    <a:pt x="20" y="7"/>
                  </a:cubicBezTo>
                  <a:cubicBezTo>
                    <a:pt x="20" y="8"/>
                    <a:pt x="20" y="8"/>
                    <a:pt x="20" y="8"/>
                  </a:cubicBezTo>
                  <a:cubicBezTo>
                    <a:pt x="19" y="8"/>
                    <a:pt x="20" y="9"/>
                    <a:pt x="19" y="9"/>
                  </a:cubicBezTo>
                  <a:cubicBezTo>
                    <a:pt x="19" y="9"/>
                    <a:pt x="19" y="9"/>
                    <a:pt x="18" y="9"/>
                  </a:cubicBezTo>
                  <a:cubicBezTo>
                    <a:pt x="17" y="9"/>
                    <a:pt x="17" y="9"/>
                    <a:pt x="16" y="9"/>
                  </a:cubicBezTo>
                  <a:cubicBezTo>
                    <a:pt x="16" y="9"/>
                    <a:pt x="15" y="10"/>
                    <a:pt x="15" y="9"/>
                  </a:cubicBezTo>
                  <a:cubicBezTo>
                    <a:pt x="14" y="9"/>
                    <a:pt x="13" y="9"/>
                    <a:pt x="13" y="9"/>
                  </a:cubicBezTo>
                  <a:cubicBezTo>
                    <a:pt x="12" y="9"/>
                    <a:pt x="12" y="10"/>
                    <a:pt x="12" y="10"/>
                  </a:cubicBezTo>
                  <a:cubicBezTo>
                    <a:pt x="12" y="11"/>
                    <a:pt x="13" y="11"/>
                    <a:pt x="13" y="12"/>
                  </a:cubicBezTo>
                  <a:cubicBezTo>
                    <a:pt x="13" y="12"/>
                    <a:pt x="13" y="13"/>
                    <a:pt x="12" y="13"/>
                  </a:cubicBezTo>
                  <a:cubicBezTo>
                    <a:pt x="12" y="14"/>
                    <a:pt x="11" y="13"/>
                    <a:pt x="11" y="14"/>
                  </a:cubicBezTo>
                  <a:cubicBezTo>
                    <a:pt x="11" y="15"/>
                    <a:pt x="10" y="15"/>
                    <a:pt x="10" y="16"/>
                  </a:cubicBezTo>
                  <a:cubicBezTo>
                    <a:pt x="10" y="16"/>
                    <a:pt x="10" y="17"/>
                    <a:pt x="10" y="17"/>
                  </a:cubicBezTo>
                  <a:cubicBezTo>
                    <a:pt x="10" y="17"/>
                    <a:pt x="10" y="18"/>
                    <a:pt x="10" y="18"/>
                  </a:cubicBezTo>
                  <a:cubicBezTo>
                    <a:pt x="9" y="18"/>
                    <a:pt x="9" y="18"/>
                    <a:pt x="8" y="18"/>
                  </a:cubicBezTo>
                  <a:cubicBezTo>
                    <a:pt x="8" y="18"/>
                    <a:pt x="8" y="18"/>
                    <a:pt x="7" y="19"/>
                  </a:cubicBezTo>
                  <a:cubicBezTo>
                    <a:pt x="7" y="19"/>
                    <a:pt x="7" y="19"/>
                    <a:pt x="7" y="19"/>
                  </a:cubicBezTo>
                  <a:cubicBezTo>
                    <a:pt x="7" y="19"/>
                    <a:pt x="7" y="20"/>
                    <a:pt x="8" y="20"/>
                  </a:cubicBezTo>
                  <a:cubicBezTo>
                    <a:pt x="8" y="22"/>
                    <a:pt x="6" y="20"/>
                    <a:pt x="7" y="22"/>
                  </a:cubicBezTo>
                  <a:cubicBezTo>
                    <a:pt x="7" y="22"/>
                    <a:pt x="6" y="23"/>
                    <a:pt x="6" y="23"/>
                  </a:cubicBezTo>
                  <a:cubicBezTo>
                    <a:pt x="5" y="23"/>
                    <a:pt x="5" y="22"/>
                    <a:pt x="4" y="22"/>
                  </a:cubicBezTo>
                  <a:cubicBezTo>
                    <a:pt x="5" y="22"/>
                    <a:pt x="5" y="23"/>
                    <a:pt x="6" y="23"/>
                  </a:cubicBezTo>
                  <a:cubicBezTo>
                    <a:pt x="6" y="24"/>
                    <a:pt x="5" y="24"/>
                    <a:pt x="5" y="24"/>
                  </a:cubicBezTo>
                  <a:cubicBezTo>
                    <a:pt x="6" y="24"/>
                    <a:pt x="6" y="24"/>
                    <a:pt x="6" y="24"/>
                  </a:cubicBezTo>
                  <a:cubicBezTo>
                    <a:pt x="6" y="24"/>
                    <a:pt x="6" y="24"/>
                    <a:pt x="6" y="24"/>
                  </a:cubicBezTo>
                  <a:cubicBezTo>
                    <a:pt x="6" y="24"/>
                    <a:pt x="6" y="24"/>
                    <a:pt x="6" y="24"/>
                  </a:cubicBezTo>
                  <a:cubicBezTo>
                    <a:pt x="7" y="24"/>
                    <a:pt x="6" y="24"/>
                    <a:pt x="6" y="24"/>
                  </a:cubicBezTo>
                  <a:cubicBezTo>
                    <a:pt x="7" y="25"/>
                    <a:pt x="6" y="25"/>
                    <a:pt x="6" y="25"/>
                  </a:cubicBezTo>
                  <a:cubicBezTo>
                    <a:pt x="6" y="25"/>
                    <a:pt x="7" y="26"/>
                    <a:pt x="7" y="27"/>
                  </a:cubicBezTo>
                  <a:cubicBezTo>
                    <a:pt x="8" y="27"/>
                    <a:pt x="8" y="27"/>
                    <a:pt x="8" y="27"/>
                  </a:cubicBezTo>
                  <a:cubicBezTo>
                    <a:pt x="9" y="27"/>
                    <a:pt x="9" y="27"/>
                    <a:pt x="9" y="28"/>
                  </a:cubicBezTo>
                  <a:cubicBezTo>
                    <a:pt x="9" y="28"/>
                    <a:pt x="11" y="29"/>
                    <a:pt x="11" y="30"/>
                  </a:cubicBezTo>
                  <a:cubicBezTo>
                    <a:pt x="11" y="30"/>
                    <a:pt x="11" y="30"/>
                    <a:pt x="11" y="30"/>
                  </a:cubicBezTo>
                  <a:cubicBezTo>
                    <a:pt x="11" y="30"/>
                    <a:pt x="12" y="30"/>
                    <a:pt x="12" y="30"/>
                  </a:cubicBezTo>
                  <a:cubicBezTo>
                    <a:pt x="12" y="30"/>
                    <a:pt x="11" y="30"/>
                    <a:pt x="11" y="30"/>
                  </a:cubicBezTo>
                  <a:cubicBezTo>
                    <a:pt x="11" y="29"/>
                    <a:pt x="12" y="29"/>
                    <a:pt x="11" y="29"/>
                  </a:cubicBezTo>
                  <a:cubicBezTo>
                    <a:pt x="11" y="29"/>
                    <a:pt x="12" y="29"/>
                    <a:pt x="12" y="29"/>
                  </a:cubicBezTo>
                  <a:cubicBezTo>
                    <a:pt x="12" y="29"/>
                    <a:pt x="12" y="30"/>
                    <a:pt x="12" y="29"/>
                  </a:cubicBezTo>
                  <a:cubicBezTo>
                    <a:pt x="12" y="29"/>
                    <a:pt x="13" y="29"/>
                    <a:pt x="13" y="29"/>
                  </a:cubicBezTo>
                  <a:cubicBezTo>
                    <a:pt x="13" y="29"/>
                    <a:pt x="14" y="30"/>
                    <a:pt x="14" y="30"/>
                  </a:cubicBezTo>
                  <a:cubicBezTo>
                    <a:pt x="13" y="29"/>
                    <a:pt x="15" y="29"/>
                    <a:pt x="15" y="30"/>
                  </a:cubicBezTo>
                  <a:cubicBezTo>
                    <a:pt x="15" y="30"/>
                    <a:pt x="15" y="31"/>
                    <a:pt x="15" y="31"/>
                  </a:cubicBezTo>
                  <a:cubicBezTo>
                    <a:pt x="15" y="31"/>
                    <a:pt x="14" y="30"/>
                    <a:pt x="14" y="31"/>
                  </a:cubicBezTo>
                  <a:cubicBezTo>
                    <a:pt x="14" y="31"/>
                    <a:pt x="14" y="30"/>
                    <a:pt x="13" y="30"/>
                  </a:cubicBezTo>
                  <a:cubicBezTo>
                    <a:pt x="13" y="30"/>
                    <a:pt x="12" y="31"/>
                    <a:pt x="12" y="30"/>
                  </a:cubicBezTo>
                  <a:cubicBezTo>
                    <a:pt x="12" y="31"/>
                    <a:pt x="11" y="31"/>
                    <a:pt x="11" y="30"/>
                  </a:cubicBezTo>
                  <a:cubicBezTo>
                    <a:pt x="11" y="31"/>
                    <a:pt x="11" y="31"/>
                    <a:pt x="12" y="31"/>
                  </a:cubicBezTo>
                  <a:cubicBezTo>
                    <a:pt x="11" y="31"/>
                    <a:pt x="11" y="33"/>
                    <a:pt x="12" y="32"/>
                  </a:cubicBezTo>
                  <a:cubicBezTo>
                    <a:pt x="12" y="32"/>
                    <a:pt x="13" y="32"/>
                    <a:pt x="13" y="33"/>
                  </a:cubicBezTo>
                  <a:cubicBezTo>
                    <a:pt x="13" y="34"/>
                    <a:pt x="13" y="33"/>
                    <a:pt x="13" y="33"/>
                  </a:cubicBezTo>
                  <a:cubicBezTo>
                    <a:pt x="14" y="34"/>
                    <a:pt x="14" y="34"/>
                    <a:pt x="14" y="34"/>
                  </a:cubicBezTo>
                  <a:cubicBezTo>
                    <a:pt x="14" y="34"/>
                    <a:pt x="14" y="35"/>
                    <a:pt x="14" y="35"/>
                  </a:cubicBezTo>
                  <a:cubicBezTo>
                    <a:pt x="14" y="35"/>
                    <a:pt x="14" y="35"/>
                    <a:pt x="14" y="35"/>
                  </a:cubicBezTo>
                  <a:cubicBezTo>
                    <a:pt x="15" y="35"/>
                    <a:pt x="14" y="36"/>
                    <a:pt x="15" y="36"/>
                  </a:cubicBezTo>
                  <a:cubicBezTo>
                    <a:pt x="15" y="36"/>
                    <a:pt x="15" y="36"/>
                    <a:pt x="14" y="36"/>
                  </a:cubicBezTo>
                  <a:cubicBezTo>
                    <a:pt x="14" y="36"/>
                    <a:pt x="15" y="37"/>
                    <a:pt x="15" y="37"/>
                  </a:cubicBezTo>
                  <a:cubicBezTo>
                    <a:pt x="14" y="37"/>
                    <a:pt x="15" y="37"/>
                    <a:pt x="14" y="37"/>
                  </a:cubicBezTo>
                  <a:cubicBezTo>
                    <a:pt x="15" y="37"/>
                    <a:pt x="15" y="38"/>
                    <a:pt x="15" y="37"/>
                  </a:cubicBezTo>
                  <a:cubicBezTo>
                    <a:pt x="16" y="37"/>
                    <a:pt x="16" y="37"/>
                    <a:pt x="16" y="37"/>
                  </a:cubicBezTo>
                  <a:cubicBezTo>
                    <a:pt x="16" y="37"/>
                    <a:pt x="17" y="37"/>
                    <a:pt x="17" y="36"/>
                  </a:cubicBezTo>
                  <a:cubicBezTo>
                    <a:pt x="17" y="36"/>
                    <a:pt x="16" y="36"/>
                    <a:pt x="16" y="35"/>
                  </a:cubicBezTo>
                  <a:cubicBezTo>
                    <a:pt x="16" y="35"/>
                    <a:pt x="17" y="36"/>
                    <a:pt x="17" y="36"/>
                  </a:cubicBezTo>
                  <a:cubicBezTo>
                    <a:pt x="18" y="37"/>
                    <a:pt x="17" y="37"/>
                    <a:pt x="18" y="37"/>
                  </a:cubicBezTo>
                  <a:cubicBezTo>
                    <a:pt x="18" y="37"/>
                    <a:pt x="18" y="37"/>
                    <a:pt x="18" y="37"/>
                  </a:cubicBezTo>
                  <a:cubicBezTo>
                    <a:pt x="19" y="37"/>
                    <a:pt x="20" y="36"/>
                    <a:pt x="20" y="37"/>
                  </a:cubicBezTo>
                  <a:cubicBezTo>
                    <a:pt x="21" y="37"/>
                    <a:pt x="21" y="37"/>
                    <a:pt x="21" y="37"/>
                  </a:cubicBezTo>
                  <a:cubicBezTo>
                    <a:pt x="21" y="36"/>
                    <a:pt x="22" y="37"/>
                    <a:pt x="22" y="37"/>
                  </a:cubicBezTo>
                  <a:cubicBezTo>
                    <a:pt x="22" y="36"/>
                    <a:pt x="23" y="36"/>
                    <a:pt x="24" y="37"/>
                  </a:cubicBezTo>
                  <a:cubicBezTo>
                    <a:pt x="24" y="37"/>
                    <a:pt x="24" y="37"/>
                    <a:pt x="25" y="37"/>
                  </a:cubicBezTo>
                  <a:cubicBezTo>
                    <a:pt x="25" y="37"/>
                    <a:pt x="26" y="37"/>
                    <a:pt x="26" y="37"/>
                  </a:cubicBezTo>
                  <a:cubicBezTo>
                    <a:pt x="27" y="37"/>
                    <a:pt x="26" y="36"/>
                    <a:pt x="26" y="36"/>
                  </a:cubicBezTo>
                  <a:cubicBezTo>
                    <a:pt x="27" y="36"/>
                    <a:pt x="27" y="37"/>
                    <a:pt x="28" y="37"/>
                  </a:cubicBezTo>
                  <a:cubicBezTo>
                    <a:pt x="28" y="38"/>
                    <a:pt x="28" y="37"/>
                    <a:pt x="28" y="37"/>
                  </a:cubicBezTo>
                  <a:cubicBezTo>
                    <a:pt x="28" y="37"/>
                    <a:pt x="28" y="37"/>
                    <a:pt x="28" y="37"/>
                  </a:cubicBezTo>
                  <a:cubicBezTo>
                    <a:pt x="29" y="36"/>
                    <a:pt x="29" y="37"/>
                    <a:pt x="29" y="37"/>
                  </a:cubicBezTo>
                  <a:cubicBezTo>
                    <a:pt x="29" y="38"/>
                    <a:pt x="30" y="37"/>
                    <a:pt x="30" y="38"/>
                  </a:cubicBezTo>
                  <a:cubicBezTo>
                    <a:pt x="30" y="38"/>
                    <a:pt x="30" y="38"/>
                    <a:pt x="30" y="38"/>
                  </a:cubicBezTo>
                  <a:cubicBezTo>
                    <a:pt x="30" y="38"/>
                    <a:pt x="30" y="38"/>
                    <a:pt x="30" y="38"/>
                  </a:cubicBezTo>
                  <a:cubicBezTo>
                    <a:pt x="31" y="38"/>
                    <a:pt x="31" y="39"/>
                    <a:pt x="31" y="39"/>
                  </a:cubicBezTo>
                  <a:cubicBezTo>
                    <a:pt x="31" y="39"/>
                    <a:pt x="31" y="38"/>
                    <a:pt x="31" y="38"/>
                  </a:cubicBezTo>
                  <a:cubicBezTo>
                    <a:pt x="31" y="38"/>
                    <a:pt x="32" y="38"/>
                    <a:pt x="32" y="39"/>
                  </a:cubicBezTo>
                  <a:cubicBezTo>
                    <a:pt x="32" y="39"/>
                    <a:pt x="33" y="38"/>
                    <a:pt x="33" y="39"/>
                  </a:cubicBezTo>
                  <a:cubicBezTo>
                    <a:pt x="33" y="39"/>
                    <a:pt x="34" y="39"/>
                    <a:pt x="34" y="39"/>
                  </a:cubicBezTo>
                  <a:cubicBezTo>
                    <a:pt x="34" y="39"/>
                    <a:pt x="34" y="39"/>
                    <a:pt x="33" y="39"/>
                  </a:cubicBezTo>
                  <a:cubicBezTo>
                    <a:pt x="34" y="39"/>
                    <a:pt x="34" y="39"/>
                    <a:pt x="34" y="40"/>
                  </a:cubicBezTo>
                  <a:cubicBezTo>
                    <a:pt x="34" y="40"/>
                    <a:pt x="33" y="40"/>
                    <a:pt x="33" y="40"/>
                  </a:cubicBezTo>
                  <a:cubicBezTo>
                    <a:pt x="32" y="40"/>
                    <a:pt x="31" y="40"/>
                    <a:pt x="31" y="40"/>
                  </a:cubicBezTo>
                  <a:cubicBezTo>
                    <a:pt x="31" y="40"/>
                    <a:pt x="32" y="41"/>
                    <a:pt x="31" y="41"/>
                  </a:cubicBezTo>
                  <a:cubicBezTo>
                    <a:pt x="31" y="42"/>
                    <a:pt x="30" y="41"/>
                    <a:pt x="30" y="41"/>
                  </a:cubicBezTo>
                  <a:cubicBezTo>
                    <a:pt x="29" y="40"/>
                    <a:pt x="28" y="39"/>
                    <a:pt x="27" y="39"/>
                  </a:cubicBezTo>
                  <a:cubicBezTo>
                    <a:pt x="27" y="39"/>
                    <a:pt x="26" y="39"/>
                    <a:pt x="26" y="39"/>
                  </a:cubicBezTo>
                  <a:cubicBezTo>
                    <a:pt x="25" y="39"/>
                    <a:pt x="25" y="39"/>
                    <a:pt x="24" y="38"/>
                  </a:cubicBezTo>
                  <a:cubicBezTo>
                    <a:pt x="24" y="38"/>
                    <a:pt x="23" y="37"/>
                    <a:pt x="22" y="37"/>
                  </a:cubicBezTo>
                  <a:cubicBezTo>
                    <a:pt x="21" y="37"/>
                    <a:pt x="20" y="38"/>
                    <a:pt x="20" y="38"/>
                  </a:cubicBezTo>
                  <a:cubicBezTo>
                    <a:pt x="20" y="39"/>
                    <a:pt x="19" y="39"/>
                    <a:pt x="19" y="39"/>
                  </a:cubicBezTo>
                  <a:cubicBezTo>
                    <a:pt x="18" y="39"/>
                    <a:pt x="18" y="39"/>
                    <a:pt x="18" y="38"/>
                  </a:cubicBezTo>
                  <a:cubicBezTo>
                    <a:pt x="17" y="38"/>
                    <a:pt x="17" y="38"/>
                    <a:pt x="17" y="39"/>
                  </a:cubicBezTo>
                  <a:cubicBezTo>
                    <a:pt x="17" y="39"/>
                    <a:pt x="17" y="38"/>
                    <a:pt x="17" y="38"/>
                  </a:cubicBezTo>
                  <a:cubicBezTo>
                    <a:pt x="17" y="39"/>
                    <a:pt x="17" y="39"/>
                    <a:pt x="17" y="40"/>
                  </a:cubicBezTo>
                  <a:cubicBezTo>
                    <a:pt x="17" y="40"/>
                    <a:pt x="17" y="40"/>
                    <a:pt x="16" y="41"/>
                  </a:cubicBezTo>
                  <a:cubicBezTo>
                    <a:pt x="17" y="40"/>
                    <a:pt x="17" y="40"/>
                    <a:pt x="17" y="40"/>
                  </a:cubicBezTo>
                  <a:cubicBezTo>
                    <a:pt x="17" y="41"/>
                    <a:pt x="16" y="41"/>
                    <a:pt x="15" y="41"/>
                  </a:cubicBezTo>
                  <a:cubicBezTo>
                    <a:pt x="15" y="42"/>
                    <a:pt x="15" y="42"/>
                    <a:pt x="15" y="42"/>
                  </a:cubicBezTo>
                  <a:cubicBezTo>
                    <a:pt x="15" y="43"/>
                    <a:pt x="16" y="43"/>
                    <a:pt x="16" y="43"/>
                  </a:cubicBezTo>
                  <a:cubicBezTo>
                    <a:pt x="17" y="43"/>
                    <a:pt x="17" y="44"/>
                    <a:pt x="17" y="45"/>
                  </a:cubicBezTo>
                  <a:cubicBezTo>
                    <a:pt x="17" y="44"/>
                    <a:pt x="19" y="45"/>
                    <a:pt x="19" y="46"/>
                  </a:cubicBezTo>
                  <a:cubicBezTo>
                    <a:pt x="19" y="46"/>
                    <a:pt x="20" y="47"/>
                    <a:pt x="20" y="48"/>
                  </a:cubicBezTo>
                  <a:cubicBezTo>
                    <a:pt x="21" y="49"/>
                    <a:pt x="20" y="49"/>
                    <a:pt x="19" y="50"/>
                  </a:cubicBezTo>
                  <a:cubicBezTo>
                    <a:pt x="19" y="51"/>
                    <a:pt x="20" y="51"/>
                    <a:pt x="20" y="52"/>
                  </a:cubicBezTo>
                  <a:cubicBezTo>
                    <a:pt x="20" y="52"/>
                    <a:pt x="21" y="52"/>
                    <a:pt x="21" y="53"/>
                  </a:cubicBezTo>
                  <a:cubicBezTo>
                    <a:pt x="21" y="53"/>
                    <a:pt x="21" y="54"/>
                    <a:pt x="21" y="54"/>
                  </a:cubicBezTo>
                  <a:cubicBezTo>
                    <a:pt x="21" y="54"/>
                    <a:pt x="22" y="54"/>
                    <a:pt x="22" y="54"/>
                  </a:cubicBezTo>
                  <a:cubicBezTo>
                    <a:pt x="22" y="54"/>
                    <a:pt x="22" y="54"/>
                    <a:pt x="22" y="55"/>
                  </a:cubicBezTo>
                  <a:cubicBezTo>
                    <a:pt x="23" y="55"/>
                    <a:pt x="23" y="54"/>
                    <a:pt x="23" y="54"/>
                  </a:cubicBezTo>
                  <a:cubicBezTo>
                    <a:pt x="23" y="54"/>
                    <a:pt x="23" y="53"/>
                    <a:pt x="23" y="52"/>
                  </a:cubicBezTo>
                  <a:cubicBezTo>
                    <a:pt x="23" y="52"/>
                    <a:pt x="23" y="51"/>
                    <a:pt x="24" y="51"/>
                  </a:cubicBezTo>
                  <a:cubicBezTo>
                    <a:pt x="25" y="51"/>
                    <a:pt x="25" y="52"/>
                    <a:pt x="25" y="52"/>
                  </a:cubicBezTo>
                  <a:cubicBezTo>
                    <a:pt x="25" y="53"/>
                    <a:pt x="25" y="53"/>
                    <a:pt x="26" y="53"/>
                  </a:cubicBezTo>
                  <a:cubicBezTo>
                    <a:pt x="26" y="54"/>
                    <a:pt x="26" y="54"/>
                    <a:pt x="27" y="55"/>
                  </a:cubicBezTo>
                  <a:cubicBezTo>
                    <a:pt x="27" y="55"/>
                    <a:pt x="27" y="56"/>
                    <a:pt x="27" y="56"/>
                  </a:cubicBezTo>
                  <a:cubicBezTo>
                    <a:pt x="27" y="57"/>
                    <a:pt x="27" y="57"/>
                    <a:pt x="27" y="57"/>
                  </a:cubicBezTo>
                  <a:cubicBezTo>
                    <a:pt x="28" y="58"/>
                    <a:pt x="28" y="58"/>
                    <a:pt x="28" y="58"/>
                  </a:cubicBezTo>
                  <a:cubicBezTo>
                    <a:pt x="28" y="58"/>
                    <a:pt x="28" y="57"/>
                    <a:pt x="28" y="57"/>
                  </a:cubicBezTo>
                  <a:cubicBezTo>
                    <a:pt x="28" y="56"/>
                    <a:pt x="28" y="56"/>
                    <a:pt x="28" y="56"/>
                  </a:cubicBezTo>
                  <a:cubicBezTo>
                    <a:pt x="28" y="56"/>
                    <a:pt x="28" y="55"/>
                    <a:pt x="28" y="55"/>
                  </a:cubicBezTo>
                  <a:cubicBezTo>
                    <a:pt x="28" y="55"/>
                    <a:pt x="28" y="55"/>
                    <a:pt x="28" y="55"/>
                  </a:cubicBezTo>
                  <a:cubicBezTo>
                    <a:pt x="29" y="55"/>
                    <a:pt x="28" y="55"/>
                    <a:pt x="28" y="55"/>
                  </a:cubicBezTo>
                  <a:cubicBezTo>
                    <a:pt x="28" y="55"/>
                    <a:pt x="29" y="55"/>
                    <a:pt x="29" y="54"/>
                  </a:cubicBezTo>
                  <a:cubicBezTo>
                    <a:pt x="29" y="54"/>
                    <a:pt x="29" y="54"/>
                    <a:pt x="29" y="54"/>
                  </a:cubicBezTo>
                  <a:cubicBezTo>
                    <a:pt x="29" y="54"/>
                    <a:pt x="30" y="54"/>
                    <a:pt x="31" y="54"/>
                  </a:cubicBezTo>
                  <a:cubicBezTo>
                    <a:pt x="31" y="54"/>
                    <a:pt x="31" y="55"/>
                    <a:pt x="31" y="55"/>
                  </a:cubicBezTo>
                  <a:cubicBezTo>
                    <a:pt x="31" y="55"/>
                    <a:pt x="32" y="56"/>
                    <a:pt x="32" y="56"/>
                  </a:cubicBezTo>
                  <a:cubicBezTo>
                    <a:pt x="32" y="56"/>
                    <a:pt x="32" y="57"/>
                    <a:pt x="33" y="57"/>
                  </a:cubicBezTo>
                  <a:cubicBezTo>
                    <a:pt x="33" y="57"/>
                    <a:pt x="33" y="57"/>
                    <a:pt x="33" y="57"/>
                  </a:cubicBezTo>
                  <a:cubicBezTo>
                    <a:pt x="34" y="58"/>
                    <a:pt x="34" y="58"/>
                    <a:pt x="34" y="58"/>
                  </a:cubicBezTo>
                  <a:cubicBezTo>
                    <a:pt x="35" y="58"/>
                    <a:pt x="35" y="58"/>
                    <a:pt x="34" y="57"/>
                  </a:cubicBezTo>
                  <a:cubicBezTo>
                    <a:pt x="34" y="57"/>
                    <a:pt x="34" y="57"/>
                    <a:pt x="34" y="57"/>
                  </a:cubicBezTo>
                  <a:cubicBezTo>
                    <a:pt x="33" y="56"/>
                    <a:pt x="32" y="56"/>
                    <a:pt x="33" y="55"/>
                  </a:cubicBezTo>
                  <a:cubicBezTo>
                    <a:pt x="32" y="55"/>
                    <a:pt x="33" y="55"/>
                    <a:pt x="33" y="54"/>
                  </a:cubicBezTo>
                  <a:cubicBezTo>
                    <a:pt x="34" y="54"/>
                    <a:pt x="33" y="53"/>
                    <a:pt x="33" y="53"/>
                  </a:cubicBezTo>
                  <a:cubicBezTo>
                    <a:pt x="33" y="52"/>
                    <a:pt x="33" y="52"/>
                    <a:pt x="32" y="51"/>
                  </a:cubicBezTo>
                  <a:cubicBezTo>
                    <a:pt x="32" y="50"/>
                    <a:pt x="31" y="50"/>
                    <a:pt x="31" y="50"/>
                  </a:cubicBezTo>
                  <a:cubicBezTo>
                    <a:pt x="32" y="49"/>
                    <a:pt x="29" y="47"/>
                    <a:pt x="30" y="45"/>
                  </a:cubicBezTo>
                  <a:cubicBezTo>
                    <a:pt x="30" y="45"/>
                    <a:pt x="31" y="46"/>
                    <a:pt x="31" y="46"/>
                  </a:cubicBezTo>
                  <a:cubicBezTo>
                    <a:pt x="31" y="46"/>
                    <a:pt x="32" y="46"/>
                    <a:pt x="32" y="47"/>
                  </a:cubicBezTo>
                  <a:cubicBezTo>
                    <a:pt x="33" y="46"/>
                    <a:pt x="33" y="47"/>
                    <a:pt x="33" y="47"/>
                  </a:cubicBezTo>
                  <a:cubicBezTo>
                    <a:pt x="33" y="47"/>
                    <a:pt x="33" y="47"/>
                    <a:pt x="33" y="47"/>
                  </a:cubicBezTo>
                  <a:cubicBezTo>
                    <a:pt x="33" y="47"/>
                    <a:pt x="33" y="47"/>
                    <a:pt x="33" y="48"/>
                  </a:cubicBezTo>
                  <a:cubicBezTo>
                    <a:pt x="33" y="48"/>
                    <a:pt x="33" y="48"/>
                    <a:pt x="33" y="48"/>
                  </a:cubicBezTo>
                  <a:cubicBezTo>
                    <a:pt x="33" y="48"/>
                    <a:pt x="33" y="48"/>
                    <a:pt x="33" y="48"/>
                  </a:cubicBezTo>
                  <a:cubicBezTo>
                    <a:pt x="33" y="48"/>
                    <a:pt x="34" y="48"/>
                    <a:pt x="34" y="48"/>
                  </a:cubicBezTo>
                  <a:cubicBezTo>
                    <a:pt x="33" y="49"/>
                    <a:pt x="34" y="48"/>
                    <a:pt x="34" y="48"/>
                  </a:cubicBezTo>
                  <a:cubicBezTo>
                    <a:pt x="34" y="48"/>
                    <a:pt x="34" y="48"/>
                    <a:pt x="35" y="48"/>
                  </a:cubicBezTo>
                  <a:cubicBezTo>
                    <a:pt x="34" y="47"/>
                    <a:pt x="36" y="47"/>
                    <a:pt x="36" y="47"/>
                  </a:cubicBezTo>
                  <a:cubicBezTo>
                    <a:pt x="38" y="47"/>
                    <a:pt x="36" y="46"/>
                    <a:pt x="36" y="46"/>
                  </a:cubicBezTo>
                  <a:cubicBezTo>
                    <a:pt x="36" y="46"/>
                    <a:pt x="36" y="46"/>
                    <a:pt x="36" y="46"/>
                  </a:cubicBezTo>
                  <a:cubicBezTo>
                    <a:pt x="36" y="45"/>
                    <a:pt x="36" y="45"/>
                    <a:pt x="36" y="45"/>
                  </a:cubicBezTo>
                  <a:cubicBezTo>
                    <a:pt x="36" y="45"/>
                    <a:pt x="35" y="45"/>
                    <a:pt x="35" y="45"/>
                  </a:cubicBezTo>
                  <a:cubicBezTo>
                    <a:pt x="35" y="45"/>
                    <a:pt x="36" y="46"/>
                    <a:pt x="35" y="46"/>
                  </a:cubicBezTo>
                  <a:cubicBezTo>
                    <a:pt x="35" y="46"/>
                    <a:pt x="34" y="45"/>
                    <a:pt x="34" y="45"/>
                  </a:cubicBezTo>
                  <a:cubicBezTo>
                    <a:pt x="34" y="45"/>
                    <a:pt x="33" y="43"/>
                    <a:pt x="33" y="43"/>
                  </a:cubicBezTo>
                  <a:cubicBezTo>
                    <a:pt x="34" y="43"/>
                    <a:pt x="33" y="42"/>
                    <a:pt x="33" y="42"/>
                  </a:cubicBezTo>
                  <a:cubicBezTo>
                    <a:pt x="33" y="42"/>
                    <a:pt x="32" y="43"/>
                    <a:pt x="32" y="42"/>
                  </a:cubicBezTo>
                  <a:cubicBezTo>
                    <a:pt x="32" y="42"/>
                    <a:pt x="32" y="42"/>
                    <a:pt x="32" y="42"/>
                  </a:cubicBezTo>
                  <a:cubicBezTo>
                    <a:pt x="32" y="42"/>
                    <a:pt x="33" y="42"/>
                    <a:pt x="33" y="42"/>
                  </a:cubicBezTo>
                  <a:cubicBezTo>
                    <a:pt x="33" y="41"/>
                    <a:pt x="34" y="41"/>
                    <a:pt x="34" y="41"/>
                  </a:cubicBezTo>
                  <a:cubicBezTo>
                    <a:pt x="35" y="41"/>
                    <a:pt x="35" y="41"/>
                    <a:pt x="36" y="41"/>
                  </a:cubicBezTo>
                  <a:cubicBezTo>
                    <a:pt x="35" y="41"/>
                    <a:pt x="36" y="40"/>
                    <a:pt x="36" y="40"/>
                  </a:cubicBezTo>
                  <a:cubicBezTo>
                    <a:pt x="37" y="40"/>
                    <a:pt x="37" y="40"/>
                    <a:pt x="37" y="40"/>
                  </a:cubicBezTo>
                  <a:cubicBezTo>
                    <a:pt x="37" y="41"/>
                    <a:pt x="37" y="41"/>
                    <a:pt x="37" y="41"/>
                  </a:cubicBezTo>
                  <a:cubicBezTo>
                    <a:pt x="37" y="41"/>
                    <a:pt x="38" y="41"/>
                    <a:pt x="38" y="41"/>
                  </a:cubicBezTo>
                  <a:cubicBezTo>
                    <a:pt x="38" y="41"/>
                    <a:pt x="39" y="42"/>
                    <a:pt x="39" y="43"/>
                  </a:cubicBezTo>
                  <a:close/>
                  <a:moveTo>
                    <a:pt x="18" y="37"/>
                  </a:moveTo>
                  <a:cubicBezTo>
                    <a:pt x="18" y="37"/>
                    <a:pt x="18" y="37"/>
                    <a:pt x="18" y="37"/>
                  </a:cubicBezTo>
                  <a:cubicBezTo>
                    <a:pt x="18" y="37"/>
                    <a:pt x="18" y="37"/>
                    <a:pt x="18" y="37"/>
                  </a:cubicBezTo>
                  <a:cubicBezTo>
                    <a:pt x="18" y="37"/>
                    <a:pt x="18" y="37"/>
                    <a:pt x="18" y="3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82" name="Ghana">
              <a:extLst>
                <a:ext uri="{FF2B5EF4-FFF2-40B4-BE49-F238E27FC236}">
                  <a16:creationId xmlns:a16="http://schemas.microsoft.com/office/drawing/2014/main" id="{84640A56-AD48-AA57-3919-B3612DC5C56F}"/>
                </a:ext>
              </a:extLst>
            </p:cNvPr>
            <p:cNvSpPr>
              <a:spLocks/>
            </p:cNvSpPr>
            <p:nvPr/>
          </p:nvSpPr>
          <p:spPr bwMode="auto">
            <a:xfrm>
              <a:off x="5583963" y="3608176"/>
              <a:ext cx="151925" cy="254844"/>
            </a:xfrm>
            <a:custGeom>
              <a:avLst/>
              <a:gdLst/>
              <a:ahLst/>
              <a:cxnLst>
                <a:cxn ang="0">
                  <a:pos x="39" y="52"/>
                </a:cxn>
                <a:cxn ang="0">
                  <a:pos x="37" y="48"/>
                </a:cxn>
                <a:cxn ang="0">
                  <a:pos x="38" y="44"/>
                </a:cxn>
                <a:cxn ang="0">
                  <a:pos x="37" y="40"/>
                </a:cxn>
                <a:cxn ang="0">
                  <a:pos x="38" y="35"/>
                </a:cxn>
                <a:cxn ang="0">
                  <a:pos x="38" y="30"/>
                </a:cxn>
                <a:cxn ang="0">
                  <a:pos x="36" y="27"/>
                </a:cxn>
                <a:cxn ang="0">
                  <a:pos x="37" y="22"/>
                </a:cxn>
                <a:cxn ang="0">
                  <a:pos x="37" y="20"/>
                </a:cxn>
                <a:cxn ang="0">
                  <a:pos x="34" y="19"/>
                </a:cxn>
                <a:cxn ang="0">
                  <a:pos x="35" y="18"/>
                </a:cxn>
                <a:cxn ang="0">
                  <a:pos x="35" y="17"/>
                </a:cxn>
                <a:cxn ang="0">
                  <a:pos x="35" y="14"/>
                </a:cxn>
                <a:cxn ang="0">
                  <a:pos x="35" y="10"/>
                </a:cxn>
                <a:cxn ang="0">
                  <a:pos x="35" y="9"/>
                </a:cxn>
                <a:cxn ang="0">
                  <a:pos x="31" y="6"/>
                </a:cxn>
                <a:cxn ang="0">
                  <a:pos x="32" y="2"/>
                </a:cxn>
                <a:cxn ang="0">
                  <a:pos x="29" y="1"/>
                </a:cxn>
                <a:cxn ang="0">
                  <a:pos x="27" y="3"/>
                </a:cxn>
                <a:cxn ang="0">
                  <a:pos x="24" y="2"/>
                </a:cxn>
                <a:cxn ang="0">
                  <a:pos x="21" y="2"/>
                </a:cxn>
                <a:cxn ang="0">
                  <a:pos x="13" y="2"/>
                </a:cxn>
                <a:cxn ang="0">
                  <a:pos x="5" y="3"/>
                </a:cxn>
                <a:cxn ang="0">
                  <a:pos x="4" y="8"/>
                </a:cxn>
                <a:cxn ang="0">
                  <a:pos x="5" y="10"/>
                </a:cxn>
                <a:cxn ang="0">
                  <a:pos x="5" y="16"/>
                </a:cxn>
                <a:cxn ang="0">
                  <a:pos x="6" y="19"/>
                </a:cxn>
                <a:cxn ang="0">
                  <a:pos x="5" y="22"/>
                </a:cxn>
                <a:cxn ang="0">
                  <a:pos x="6" y="27"/>
                </a:cxn>
                <a:cxn ang="0">
                  <a:pos x="7" y="34"/>
                </a:cxn>
                <a:cxn ang="0">
                  <a:pos x="4" y="38"/>
                </a:cxn>
                <a:cxn ang="0">
                  <a:pos x="3" y="44"/>
                </a:cxn>
                <a:cxn ang="0">
                  <a:pos x="0" y="49"/>
                </a:cxn>
                <a:cxn ang="0">
                  <a:pos x="1" y="54"/>
                </a:cxn>
                <a:cxn ang="0">
                  <a:pos x="2" y="60"/>
                </a:cxn>
                <a:cxn ang="0">
                  <a:pos x="5" y="63"/>
                </a:cxn>
                <a:cxn ang="0">
                  <a:pos x="5" y="67"/>
                </a:cxn>
                <a:cxn ang="0">
                  <a:pos x="3" y="68"/>
                </a:cxn>
                <a:cxn ang="0">
                  <a:pos x="12" y="71"/>
                </a:cxn>
                <a:cxn ang="0">
                  <a:pos x="15" y="69"/>
                </a:cxn>
                <a:cxn ang="0">
                  <a:pos x="22" y="66"/>
                </a:cxn>
                <a:cxn ang="0">
                  <a:pos x="31" y="62"/>
                </a:cxn>
                <a:cxn ang="0">
                  <a:pos x="38" y="60"/>
                </a:cxn>
                <a:cxn ang="0">
                  <a:pos x="34" y="56"/>
                </a:cxn>
                <a:cxn ang="0">
                  <a:pos x="38" y="60"/>
                </a:cxn>
                <a:cxn ang="0">
                  <a:pos x="43" y="57"/>
                </a:cxn>
              </a:cxnLst>
              <a:rect l="0" t="0" r="r" b="b"/>
              <a:pathLst>
                <a:path w="43" h="72">
                  <a:moveTo>
                    <a:pt x="42" y="56"/>
                  </a:moveTo>
                  <a:cubicBezTo>
                    <a:pt x="42" y="56"/>
                    <a:pt x="42" y="55"/>
                    <a:pt x="42" y="54"/>
                  </a:cubicBezTo>
                  <a:cubicBezTo>
                    <a:pt x="41" y="53"/>
                    <a:pt x="39" y="53"/>
                    <a:pt x="39" y="52"/>
                  </a:cubicBezTo>
                  <a:cubicBezTo>
                    <a:pt x="38" y="51"/>
                    <a:pt x="39" y="51"/>
                    <a:pt x="38" y="51"/>
                  </a:cubicBezTo>
                  <a:cubicBezTo>
                    <a:pt x="38" y="50"/>
                    <a:pt x="38" y="50"/>
                    <a:pt x="38" y="49"/>
                  </a:cubicBezTo>
                  <a:cubicBezTo>
                    <a:pt x="38" y="49"/>
                    <a:pt x="37" y="49"/>
                    <a:pt x="37" y="48"/>
                  </a:cubicBezTo>
                  <a:cubicBezTo>
                    <a:pt x="37" y="48"/>
                    <a:pt x="37" y="47"/>
                    <a:pt x="37" y="47"/>
                  </a:cubicBezTo>
                  <a:cubicBezTo>
                    <a:pt x="36" y="46"/>
                    <a:pt x="37" y="47"/>
                    <a:pt x="38" y="46"/>
                  </a:cubicBezTo>
                  <a:cubicBezTo>
                    <a:pt x="38" y="45"/>
                    <a:pt x="38" y="45"/>
                    <a:pt x="38" y="44"/>
                  </a:cubicBezTo>
                  <a:cubicBezTo>
                    <a:pt x="38" y="44"/>
                    <a:pt x="38" y="43"/>
                    <a:pt x="38" y="42"/>
                  </a:cubicBezTo>
                  <a:cubicBezTo>
                    <a:pt x="38" y="42"/>
                    <a:pt x="37" y="42"/>
                    <a:pt x="37" y="42"/>
                  </a:cubicBezTo>
                  <a:cubicBezTo>
                    <a:pt x="37" y="42"/>
                    <a:pt x="37" y="41"/>
                    <a:pt x="37" y="40"/>
                  </a:cubicBezTo>
                  <a:cubicBezTo>
                    <a:pt x="37" y="40"/>
                    <a:pt x="37" y="40"/>
                    <a:pt x="37" y="39"/>
                  </a:cubicBezTo>
                  <a:cubicBezTo>
                    <a:pt x="37" y="39"/>
                    <a:pt x="38" y="39"/>
                    <a:pt x="38" y="38"/>
                  </a:cubicBezTo>
                  <a:cubicBezTo>
                    <a:pt x="38" y="37"/>
                    <a:pt x="38" y="36"/>
                    <a:pt x="38" y="35"/>
                  </a:cubicBezTo>
                  <a:cubicBezTo>
                    <a:pt x="38" y="35"/>
                    <a:pt x="38" y="34"/>
                    <a:pt x="37" y="33"/>
                  </a:cubicBezTo>
                  <a:cubicBezTo>
                    <a:pt x="37" y="33"/>
                    <a:pt x="38" y="33"/>
                    <a:pt x="39" y="32"/>
                  </a:cubicBezTo>
                  <a:cubicBezTo>
                    <a:pt x="39" y="32"/>
                    <a:pt x="38" y="31"/>
                    <a:pt x="38" y="30"/>
                  </a:cubicBezTo>
                  <a:cubicBezTo>
                    <a:pt x="38" y="30"/>
                    <a:pt x="37" y="29"/>
                    <a:pt x="36" y="29"/>
                  </a:cubicBezTo>
                  <a:cubicBezTo>
                    <a:pt x="36" y="28"/>
                    <a:pt x="36" y="28"/>
                    <a:pt x="35" y="27"/>
                  </a:cubicBezTo>
                  <a:cubicBezTo>
                    <a:pt x="35" y="27"/>
                    <a:pt x="36" y="27"/>
                    <a:pt x="36" y="27"/>
                  </a:cubicBezTo>
                  <a:cubicBezTo>
                    <a:pt x="37" y="26"/>
                    <a:pt x="37" y="26"/>
                    <a:pt x="37" y="25"/>
                  </a:cubicBezTo>
                  <a:cubicBezTo>
                    <a:pt x="36" y="24"/>
                    <a:pt x="36" y="24"/>
                    <a:pt x="36" y="23"/>
                  </a:cubicBezTo>
                  <a:cubicBezTo>
                    <a:pt x="36" y="23"/>
                    <a:pt x="37" y="23"/>
                    <a:pt x="37" y="22"/>
                  </a:cubicBezTo>
                  <a:cubicBezTo>
                    <a:pt x="37" y="22"/>
                    <a:pt x="37" y="22"/>
                    <a:pt x="37" y="21"/>
                  </a:cubicBezTo>
                  <a:cubicBezTo>
                    <a:pt x="37" y="21"/>
                    <a:pt x="37" y="21"/>
                    <a:pt x="37" y="20"/>
                  </a:cubicBezTo>
                  <a:cubicBezTo>
                    <a:pt x="37" y="20"/>
                    <a:pt x="37" y="20"/>
                    <a:pt x="37" y="20"/>
                  </a:cubicBezTo>
                  <a:cubicBezTo>
                    <a:pt x="37" y="19"/>
                    <a:pt x="37" y="19"/>
                    <a:pt x="36" y="19"/>
                  </a:cubicBezTo>
                  <a:cubicBezTo>
                    <a:pt x="36" y="19"/>
                    <a:pt x="35" y="19"/>
                    <a:pt x="35" y="19"/>
                  </a:cubicBezTo>
                  <a:cubicBezTo>
                    <a:pt x="35" y="19"/>
                    <a:pt x="34" y="20"/>
                    <a:pt x="34" y="19"/>
                  </a:cubicBezTo>
                  <a:cubicBezTo>
                    <a:pt x="34" y="19"/>
                    <a:pt x="35" y="19"/>
                    <a:pt x="35" y="19"/>
                  </a:cubicBezTo>
                  <a:cubicBezTo>
                    <a:pt x="34" y="19"/>
                    <a:pt x="34" y="19"/>
                    <a:pt x="34" y="19"/>
                  </a:cubicBezTo>
                  <a:cubicBezTo>
                    <a:pt x="34" y="18"/>
                    <a:pt x="35" y="18"/>
                    <a:pt x="35" y="18"/>
                  </a:cubicBezTo>
                  <a:cubicBezTo>
                    <a:pt x="35" y="18"/>
                    <a:pt x="36" y="18"/>
                    <a:pt x="35" y="18"/>
                  </a:cubicBezTo>
                  <a:cubicBezTo>
                    <a:pt x="35" y="18"/>
                    <a:pt x="35" y="18"/>
                    <a:pt x="34" y="17"/>
                  </a:cubicBezTo>
                  <a:cubicBezTo>
                    <a:pt x="34" y="17"/>
                    <a:pt x="34" y="17"/>
                    <a:pt x="35" y="17"/>
                  </a:cubicBezTo>
                  <a:cubicBezTo>
                    <a:pt x="35" y="18"/>
                    <a:pt x="35" y="17"/>
                    <a:pt x="35" y="16"/>
                  </a:cubicBezTo>
                  <a:cubicBezTo>
                    <a:pt x="35" y="16"/>
                    <a:pt x="35" y="15"/>
                    <a:pt x="35" y="15"/>
                  </a:cubicBezTo>
                  <a:cubicBezTo>
                    <a:pt x="35" y="15"/>
                    <a:pt x="35" y="14"/>
                    <a:pt x="35" y="14"/>
                  </a:cubicBezTo>
                  <a:cubicBezTo>
                    <a:pt x="36" y="14"/>
                    <a:pt x="35" y="13"/>
                    <a:pt x="36" y="13"/>
                  </a:cubicBezTo>
                  <a:cubicBezTo>
                    <a:pt x="36" y="13"/>
                    <a:pt x="35" y="12"/>
                    <a:pt x="35" y="12"/>
                  </a:cubicBezTo>
                  <a:cubicBezTo>
                    <a:pt x="35" y="11"/>
                    <a:pt x="35" y="11"/>
                    <a:pt x="35" y="10"/>
                  </a:cubicBezTo>
                  <a:cubicBezTo>
                    <a:pt x="35" y="10"/>
                    <a:pt x="36" y="10"/>
                    <a:pt x="36" y="10"/>
                  </a:cubicBezTo>
                  <a:cubicBezTo>
                    <a:pt x="36" y="10"/>
                    <a:pt x="35" y="10"/>
                    <a:pt x="35" y="10"/>
                  </a:cubicBezTo>
                  <a:cubicBezTo>
                    <a:pt x="35" y="10"/>
                    <a:pt x="35" y="9"/>
                    <a:pt x="35" y="9"/>
                  </a:cubicBezTo>
                  <a:cubicBezTo>
                    <a:pt x="35" y="9"/>
                    <a:pt x="34" y="9"/>
                    <a:pt x="34" y="9"/>
                  </a:cubicBezTo>
                  <a:cubicBezTo>
                    <a:pt x="33" y="9"/>
                    <a:pt x="33" y="8"/>
                    <a:pt x="33" y="7"/>
                  </a:cubicBezTo>
                  <a:cubicBezTo>
                    <a:pt x="32" y="7"/>
                    <a:pt x="31" y="7"/>
                    <a:pt x="31" y="6"/>
                  </a:cubicBezTo>
                  <a:cubicBezTo>
                    <a:pt x="31" y="5"/>
                    <a:pt x="32" y="5"/>
                    <a:pt x="32" y="4"/>
                  </a:cubicBezTo>
                  <a:cubicBezTo>
                    <a:pt x="32" y="4"/>
                    <a:pt x="32" y="3"/>
                    <a:pt x="32" y="3"/>
                  </a:cubicBezTo>
                  <a:cubicBezTo>
                    <a:pt x="32" y="2"/>
                    <a:pt x="32" y="2"/>
                    <a:pt x="32" y="2"/>
                  </a:cubicBezTo>
                  <a:cubicBezTo>
                    <a:pt x="32" y="1"/>
                    <a:pt x="32" y="1"/>
                    <a:pt x="31" y="1"/>
                  </a:cubicBezTo>
                  <a:cubicBezTo>
                    <a:pt x="31" y="1"/>
                    <a:pt x="30" y="0"/>
                    <a:pt x="29" y="1"/>
                  </a:cubicBezTo>
                  <a:cubicBezTo>
                    <a:pt x="29" y="1"/>
                    <a:pt x="29" y="1"/>
                    <a:pt x="29" y="1"/>
                  </a:cubicBezTo>
                  <a:cubicBezTo>
                    <a:pt x="29" y="1"/>
                    <a:pt x="28" y="2"/>
                    <a:pt x="28" y="1"/>
                  </a:cubicBezTo>
                  <a:cubicBezTo>
                    <a:pt x="28" y="1"/>
                    <a:pt x="28" y="2"/>
                    <a:pt x="27" y="2"/>
                  </a:cubicBezTo>
                  <a:cubicBezTo>
                    <a:pt x="27" y="2"/>
                    <a:pt x="27" y="2"/>
                    <a:pt x="27" y="3"/>
                  </a:cubicBezTo>
                  <a:cubicBezTo>
                    <a:pt x="26" y="3"/>
                    <a:pt x="26" y="3"/>
                    <a:pt x="26" y="3"/>
                  </a:cubicBezTo>
                  <a:cubicBezTo>
                    <a:pt x="26" y="3"/>
                    <a:pt x="26" y="3"/>
                    <a:pt x="25" y="3"/>
                  </a:cubicBezTo>
                  <a:cubicBezTo>
                    <a:pt x="25" y="2"/>
                    <a:pt x="25" y="2"/>
                    <a:pt x="24" y="2"/>
                  </a:cubicBezTo>
                  <a:cubicBezTo>
                    <a:pt x="24" y="2"/>
                    <a:pt x="24" y="2"/>
                    <a:pt x="24" y="3"/>
                  </a:cubicBezTo>
                  <a:cubicBezTo>
                    <a:pt x="23" y="3"/>
                    <a:pt x="23" y="2"/>
                    <a:pt x="23" y="2"/>
                  </a:cubicBezTo>
                  <a:cubicBezTo>
                    <a:pt x="23" y="2"/>
                    <a:pt x="22" y="2"/>
                    <a:pt x="21" y="2"/>
                  </a:cubicBezTo>
                  <a:cubicBezTo>
                    <a:pt x="20" y="2"/>
                    <a:pt x="20" y="2"/>
                    <a:pt x="19" y="2"/>
                  </a:cubicBezTo>
                  <a:cubicBezTo>
                    <a:pt x="18" y="2"/>
                    <a:pt x="18" y="2"/>
                    <a:pt x="17" y="2"/>
                  </a:cubicBezTo>
                  <a:cubicBezTo>
                    <a:pt x="16" y="2"/>
                    <a:pt x="14" y="2"/>
                    <a:pt x="13" y="2"/>
                  </a:cubicBezTo>
                  <a:cubicBezTo>
                    <a:pt x="11" y="2"/>
                    <a:pt x="9" y="2"/>
                    <a:pt x="8" y="2"/>
                  </a:cubicBezTo>
                  <a:cubicBezTo>
                    <a:pt x="7" y="2"/>
                    <a:pt x="6" y="3"/>
                    <a:pt x="5" y="2"/>
                  </a:cubicBezTo>
                  <a:cubicBezTo>
                    <a:pt x="4" y="2"/>
                    <a:pt x="5" y="3"/>
                    <a:pt x="5" y="3"/>
                  </a:cubicBezTo>
                  <a:cubicBezTo>
                    <a:pt x="5" y="3"/>
                    <a:pt x="3" y="5"/>
                    <a:pt x="4" y="6"/>
                  </a:cubicBezTo>
                  <a:cubicBezTo>
                    <a:pt x="4" y="6"/>
                    <a:pt x="4" y="7"/>
                    <a:pt x="4" y="7"/>
                  </a:cubicBezTo>
                  <a:cubicBezTo>
                    <a:pt x="4" y="8"/>
                    <a:pt x="4" y="8"/>
                    <a:pt x="4" y="8"/>
                  </a:cubicBezTo>
                  <a:cubicBezTo>
                    <a:pt x="4" y="9"/>
                    <a:pt x="5" y="9"/>
                    <a:pt x="5" y="9"/>
                  </a:cubicBezTo>
                  <a:cubicBezTo>
                    <a:pt x="5" y="9"/>
                    <a:pt x="4" y="9"/>
                    <a:pt x="4" y="10"/>
                  </a:cubicBezTo>
                  <a:cubicBezTo>
                    <a:pt x="4" y="10"/>
                    <a:pt x="5" y="10"/>
                    <a:pt x="5" y="10"/>
                  </a:cubicBezTo>
                  <a:cubicBezTo>
                    <a:pt x="5" y="11"/>
                    <a:pt x="5" y="11"/>
                    <a:pt x="5" y="11"/>
                  </a:cubicBezTo>
                  <a:cubicBezTo>
                    <a:pt x="5" y="12"/>
                    <a:pt x="5" y="13"/>
                    <a:pt x="5" y="13"/>
                  </a:cubicBezTo>
                  <a:cubicBezTo>
                    <a:pt x="5" y="14"/>
                    <a:pt x="6" y="15"/>
                    <a:pt x="5" y="16"/>
                  </a:cubicBezTo>
                  <a:cubicBezTo>
                    <a:pt x="5" y="16"/>
                    <a:pt x="5" y="16"/>
                    <a:pt x="5" y="17"/>
                  </a:cubicBezTo>
                  <a:cubicBezTo>
                    <a:pt x="5" y="17"/>
                    <a:pt x="5" y="18"/>
                    <a:pt x="5" y="18"/>
                  </a:cubicBezTo>
                  <a:cubicBezTo>
                    <a:pt x="5" y="19"/>
                    <a:pt x="6" y="19"/>
                    <a:pt x="6" y="19"/>
                  </a:cubicBezTo>
                  <a:cubicBezTo>
                    <a:pt x="6" y="20"/>
                    <a:pt x="6" y="20"/>
                    <a:pt x="6" y="21"/>
                  </a:cubicBezTo>
                  <a:cubicBezTo>
                    <a:pt x="6" y="21"/>
                    <a:pt x="6" y="21"/>
                    <a:pt x="6" y="22"/>
                  </a:cubicBezTo>
                  <a:cubicBezTo>
                    <a:pt x="6" y="22"/>
                    <a:pt x="5" y="22"/>
                    <a:pt x="5" y="22"/>
                  </a:cubicBezTo>
                  <a:cubicBezTo>
                    <a:pt x="5" y="23"/>
                    <a:pt x="5" y="24"/>
                    <a:pt x="5" y="24"/>
                  </a:cubicBezTo>
                  <a:cubicBezTo>
                    <a:pt x="5" y="24"/>
                    <a:pt x="6" y="24"/>
                    <a:pt x="6" y="24"/>
                  </a:cubicBezTo>
                  <a:cubicBezTo>
                    <a:pt x="6" y="24"/>
                    <a:pt x="7" y="26"/>
                    <a:pt x="6" y="27"/>
                  </a:cubicBezTo>
                  <a:cubicBezTo>
                    <a:pt x="7" y="27"/>
                    <a:pt x="7" y="31"/>
                    <a:pt x="7" y="32"/>
                  </a:cubicBezTo>
                  <a:cubicBezTo>
                    <a:pt x="8" y="32"/>
                    <a:pt x="8" y="33"/>
                    <a:pt x="7" y="33"/>
                  </a:cubicBezTo>
                  <a:cubicBezTo>
                    <a:pt x="7" y="33"/>
                    <a:pt x="6" y="34"/>
                    <a:pt x="7" y="34"/>
                  </a:cubicBezTo>
                  <a:cubicBezTo>
                    <a:pt x="7" y="35"/>
                    <a:pt x="6" y="35"/>
                    <a:pt x="6" y="35"/>
                  </a:cubicBezTo>
                  <a:cubicBezTo>
                    <a:pt x="6" y="35"/>
                    <a:pt x="5" y="36"/>
                    <a:pt x="5" y="36"/>
                  </a:cubicBezTo>
                  <a:cubicBezTo>
                    <a:pt x="5" y="36"/>
                    <a:pt x="5" y="37"/>
                    <a:pt x="4" y="38"/>
                  </a:cubicBezTo>
                  <a:cubicBezTo>
                    <a:pt x="4" y="38"/>
                    <a:pt x="4" y="39"/>
                    <a:pt x="4" y="39"/>
                  </a:cubicBezTo>
                  <a:cubicBezTo>
                    <a:pt x="3" y="40"/>
                    <a:pt x="3" y="41"/>
                    <a:pt x="3" y="43"/>
                  </a:cubicBezTo>
                  <a:cubicBezTo>
                    <a:pt x="3" y="43"/>
                    <a:pt x="3" y="44"/>
                    <a:pt x="3" y="44"/>
                  </a:cubicBezTo>
                  <a:cubicBezTo>
                    <a:pt x="3" y="45"/>
                    <a:pt x="2" y="45"/>
                    <a:pt x="2" y="45"/>
                  </a:cubicBezTo>
                  <a:cubicBezTo>
                    <a:pt x="2" y="46"/>
                    <a:pt x="1" y="46"/>
                    <a:pt x="1" y="47"/>
                  </a:cubicBezTo>
                  <a:cubicBezTo>
                    <a:pt x="1" y="47"/>
                    <a:pt x="0" y="48"/>
                    <a:pt x="0" y="49"/>
                  </a:cubicBezTo>
                  <a:cubicBezTo>
                    <a:pt x="0" y="49"/>
                    <a:pt x="1" y="49"/>
                    <a:pt x="1" y="50"/>
                  </a:cubicBezTo>
                  <a:cubicBezTo>
                    <a:pt x="0" y="50"/>
                    <a:pt x="0" y="50"/>
                    <a:pt x="0" y="51"/>
                  </a:cubicBezTo>
                  <a:cubicBezTo>
                    <a:pt x="0" y="52"/>
                    <a:pt x="0" y="53"/>
                    <a:pt x="1" y="54"/>
                  </a:cubicBezTo>
                  <a:cubicBezTo>
                    <a:pt x="1" y="55"/>
                    <a:pt x="2" y="56"/>
                    <a:pt x="2" y="57"/>
                  </a:cubicBezTo>
                  <a:cubicBezTo>
                    <a:pt x="2" y="58"/>
                    <a:pt x="2" y="58"/>
                    <a:pt x="2" y="59"/>
                  </a:cubicBezTo>
                  <a:cubicBezTo>
                    <a:pt x="2" y="59"/>
                    <a:pt x="2" y="60"/>
                    <a:pt x="2" y="60"/>
                  </a:cubicBezTo>
                  <a:cubicBezTo>
                    <a:pt x="2" y="61"/>
                    <a:pt x="3" y="60"/>
                    <a:pt x="3" y="61"/>
                  </a:cubicBezTo>
                  <a:cubicBezTo>
                    <a:pt x="3" y="62"/>
                    <a:pt x="4" y="61"/>
                    <a:pt x="4" y="61"/>
                  </a:cubicBezTo>
                  <a:cubicBezTo>
                    <a:pt x="5" y="62"/>
                    <a:pt x="5" y="63"/>
                    <a:pt x="5" y="63"/>
                  </a:cubicBezTo>
                  <a:cubicBezTo>
                    <a:pt x="5" y="64"/>
                    <a:pt x="6" y="64"/>
                    <a:pt x="5" y="64"/>
                  </a:cubicBezTo>
                  <a:cubicBezTo>
                    <a:pt x="5" y="65"/>
                    <a:pt x="5" y="64"/>
                    <a:pt x="5" y="65"/>
                  </a:cubicBezTo>
                  <a:cubicBezTo>
                    <a:pt x="5" y="65"/>
                    <a:pt x="5" y="66"/>
                    <a:pt x="5" y="67"/>
                  </a:cubicBezTo>
                  <a:cubicBezTo>
                    <a:pt x="5" y="68"/>
                    <a:pt x="4" y="67"/>
                    <a:pt x="4" y="67"/>
                  </a:cubicBezTo>
                  <a:cubicBezTo>
                    <a:pt x="3" y="67"/>
                    <a:pt x="2" y="67"/>
                    <a:pt x="1" y="67"/>
                  </a:cubicBezTo>
                  <a:cubicBezTo>
                    <a:pt x="1" y="67"/>
                    <a:pt x="3" y="68"/>
                    <a:pt x="3" y="68"/>
                  </a:cubicBezTo>
                  <a:cubicBezTo>
                    <a:pt x="4" y="68"/>
                    <a:pt x="6" y="68"/>
                    <a:pt x="7" y="69"/>
                  </a:cubicBezTo>
                  <a:cubicBezTo>
                    <a:pt x="8" y="69"/>
                    <a:pt x="9" y="69"/>
                    <a:pt x="10" y="70"/>
                  </a:cubicBezTo>
                  <a:cubicBezTo>
                    <a:pt x="11" y="71"/>
                    <a:pt x="11" y="72"/>
                    <a:pt x="12" y="71"/>
                  </a:cubicBezTo>
                  <a:cubicBezTo>
                    <a:pt x="13" y="71"/>
                    <a:pt x="13" y="70"/>
                    <a:pt x="13" y="70"/>
                  </a:cubicBezTo>
                  <a:cubicBezTo>
                    <a:pt x="14" y="70"/>
                    <a:pt x="14" y="70"/>
                    <a:pt x="14" y="70"/>
                  </a:cubicBezTo>
                  <a:cubicBezTo>
                    <a:pt x="15" y="69"/>
                    <a:pt x="15" y="69"/>
                    <a:pt x="15" y="69"/>
                  </a:cubicBezTo>
                  <a:cubicBezTo>
                    <a:pt x="16" y="69"/>
                    <a:pt x="16" y="68"/>
                    <a:pt x="16" y="68"/>
                  </a:cubicBezTo>
                  <a:cubicBezTo>
                    <a:pt x="17" y="68"/>
                    <a:pt x="18" y="68"/>
                    <a:pt x="19" y="67"/>
                  </a:cubicBezTo>
                  <a:cubicBezTo>
                    <a:pt x="20" y="67"/>
                    <a:pt x="21" y="66"/>
                    <a:pt x="22" y="66"/>
                  </a:cubicBezTo>
                  <a:cubicBezTo>
                    <a:pt x="23" y="66"/>
                    <a:pt x="24" y="66"/>
                    <a:pt x="25" y="65"/>
                  </a:cubicBezTo>
                  <a:cubicBezTo>
                    <a:pt x="25" y="64"/>
                    <a:pt x="26" y="65"/>
                    <a:pt x="27" y="64"/>
                  </a:cubicBezTo>
                  <a:cubicBezTo>
                    <a:pt x="28" y="63"/>
                    <a:pt x="30" y="62"/>
                    <a:pt x="31" y="62"/>
                  </a:cubicBezTo>
                  <a:cubicBezTo>
                    <a:pt x="32" y="61"/>
                    <a:pt x="33" y="61"/>
                    <a:pt x="33" y="60"/>
                  </a:cubicBezTo>
                  <a:cubicBezTo>
                    <a:pt x="34" y="60"/>
                    <a:pt x="35" y="60"/>
                    <a:pt x="37" y="60"/>
                  </a:cubicBezTo>
                  <a:cubicBezTo>
                    <a:pt x="37" y="60"/>
                    <a:pt x="38" y="60"/>
                    <a:pt x="38" y="60"/>
                  </a:cubicBezTo>
                  <a:cubicBezTo>
                    <a:pt x="38" y="59"/>
                    <a:pt x="38" y="59"/>
                    <a:pt x="38" y="58"/>
                  </a:cubicBezTo>
                  <a:cubicBezTo>
                    <a:pt x="37" y="58"/>
                    <a:pt x="36" y="56"/>
                    <a:pt x="35" y="57"/>
                  </a:cubicBezTo>
                  <a:cubicBezTo>
                    <a:pt x="35" y="58"/>
                    <a:pt x="34" y="56"/>
                    <a:pt x="34" y="56"/>
                  </a:cubicBezTo>
                  <a:cubicBezTo>
                    <a:pt x="34" y="56"/>
                    <a:pt x="34" y="57"/>
                    <a:pt x="35" y="57"/>
                  </a:cubicBezTo>
                  <a:cubicBezTo>
                    <a:pt x="36" y="57"/>
                    <a:pt x="36" y="56"/>
                    <a:pt x="36" y="57"/>
                  </a:cubicBezTo>
                  <a:cubicBezTo>
                    <a:pt x="38" y="57"/>
                    <a:pt x="38" y="59"/>
                    <a:pt x="38" y="60"/>
                  </a:cubicBezTo>
                  <a:cubicBezTo>
                    <a:pt x="38" y="61"/>
                    <a:pt x="41" y="60"/>
                    <a:pt x="41" y="59"/>
                  </a:cubicBezTo>
                  <a:cubicBezTo>
                    <a:pt x="41" y="59"/>
                    <a:pt x="41" y="58"/>
                    <a:pt x="42" y="58"/>
                  </a:cubicBezTo>
                  <a:cubicBezTo>
                    <a:pt x="42" y="57"/>
                    <a:pt x="42" y="57"/>
                    <a:pt x="43" y="57"/>
                  </a:cubicBezTo>
                  <a:cubicBezTo>
                    <a:pt x="43" y="56"/>
                    <a:pt x="43" y="55"/>
                    <a:pt x="42" y="5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83" name="Germany">
              <a:extLst>
                <a:ext uri="{FF2B5EF4-FFF2-40B4-BE49-F238E27FC236}">
                  <a16:creationId xmlns:a16="http://schemas.microsoft.com/office/drawing/2014/main" id="{6296EFD3-BBB2-4B6D-BB17-048F6C7E5695}"/>
                </a:ext>
              </a:extLst>
            </p:cNvPr>
            <p:cNvSpPr>
              <a:spLocks noEditPoints="1"/>
            </p:cNvSpPr>
            <p:nvPr/>
          </p:nvSpPr>
          <p:spPr bwMode="auto">
            <a:xfrm>
              <a:off x="5917220" y="1913472"/>
              <a:ext cx="272486" cy="294048"/>
            </a:xfrm>
            <a:custGeom>
              <a:avLst/>
              <a:gdLst/>
              <a:ahLst/>
              <a:cxnLst>
                <a:cxn ang="0">
                  <a:pos x="45" y="7"/>
                </a:cxn>
                <a:cxn ang="0">
                  <a:pos x="61" y="9"/>
                </a:cxn>
                <a:cxn ang="0">
                  <a:pos x="65" y="9"/>
                </a:cxn>
                <a:cxn ang="0">
                  <a:pos x="60" y="6"/>
                </a:cxn>
                <a:cxn ang="0">
                  <a:pos x="62" y="6"/>
                </a:cxn>
                <a:cxn ang="0">
                  <a:pos x="61" y="7"/>
                </a:cxn>
                <a:cxn ang="0">
                  <a:pos x="61" y="7"/>
                </a:cxn>
                <a:cxn ang="0">
                  <a:pos x="74" y="45"/>
                </a:cxn>
                <a:cxn ang="0">
                  <a:pos x="71" y="44"/>
                </a:cxn>
                <a:cxn ang="0">
                  <a:pos x="63" y="47"/>
                </a:cxn>
                <a:cxn ang="0">
                  <a:pos x="57" y="50"/>
                </a:cxn>
                <a:cxn ang="0">
                  <a:pos x="53" y="52"/>
                </a:cxn>
                <a:cxn ang="0">
                  <a:pos x="56" y="58"/>
                </a:cxn>
                <a:cxn ang="0">
                  <a:pos x="66" y="66"/>
                </a:cxn>
                <a:cxn ang="0">
                  <a:pos x="63" y="71"/>
                </a:cxn>
                <a:cxn ang="0">
                  <a:pos x="59" y="79"/>
                </a:cxn>
                <a:cxn ang="0">
                  <a:pos x="51" y="79"/>
                </a:cxn>
                <a:cxn ang="0">
                  <a:pos x="43" y="81"/>
                </a:cxn>
                <a:cxn ang="0">
                  <a:pos x="38" y="81"/>
                </a:cxn>
                <a:cxn ang="0">
                  <a:pos x="31" y="80"/>
                </a:cxn>
                <a:cxn ang="0">
                  <a:pos x="23" y="78"/>
                </a:cxn>
                <a:cxn ang="0">
                  <a:pos x="17" y="80"/>
                </a:cxn>
                <a:cxn ang="0">
                  <a:pos x="14" y="74"/>
                </a:cxn>
                <a:cxn ang="0">
                  <a:pos x="18" y="67"/>
                </a:cxn>
                <a:cxn ang="0">
                  <a:pos x="9" y="62"/>
                </a:cxn>
                <a:cxn ang="0">
                  <a:pos x="4" y="58"/>
                </a:cxn>
                <a:cxn ang="0">
                  <a:pos x="2" y="52"/>
                </a:cxn>
                <a:cxn ang="0">
                  <a:pos x="3" y="47"/>
                </a:cxn>
                <a:cxn ang="0">
                  <a:pos x="0" y="43"/>
                </a:cxn>
                <a:cxn ang="0">
                  <a:pos x="2" y="37"/>
                </a:cxn>
                <a:cxn ang="0">
                  <a:pos x="4" y="34"/>
                </a:cxn>
                <a:cxn ang="0">
                  <a:pos x="9" y="31"/>
                </a:cxn>
                <a:cxn ang="0">
                  <a:pos x="8" y="26"/>
                </a:cxn>
                <a:cxn ang="0">
                  <a:pos x="10" y="17"/>
                </a:cxn>
                <a:cxn ang="0">
                  <a:pos x="19" y="17"/>
                </a:cxn>
                <a:cxn ang="0">
                  <a:pos x="22" y="17"/>
                </a:cxn>
                <a:cxn ang="0">
                  <a:pos x="26" y="14"/>
                </a:cxn>
                <a:cxn ang="0">
                  <a:pos x="31" y="16"/>
                </a:cxn>
                <a:cxn ang="0">
                  <a:pos x="25" y="10"/>
                </a:cxn>
                <a:cxn ang="0">
                  <a:pos x="23" y="8"/>
                </a:cxn>
                <a:cxn ang="0">
                  <a:pos x="21" y="4"/>
                </a:cxn>
                <a:cxn ang="0">
                  <a:pos x="29" y="3"/>
                </a:cxn>
                <a:cxn ang="0">
                  <a:pos x="34" y="5"/>
                </a:cxn>
                <a:cxn ang="0">
                  <a:pos x="36" y="8"/>
                </a:cxn>
                <a:cxn ang="0">
                  <a:pos x="43" y="8"/>
                </a:cxn>
                <a:cxn ang="0">
                  <a:pos x="47" y="12"/>
                </a:cxn>
                <a:cxn ang="0">
                  <a:pos x="52" y="10"/>
                </a:cxn>
                <a:cxn ang="0">
                  <a:pos x="54" y="9"/>
                </a:cxn>
                <a:cxn ang="0">
                  <a:pos x="60" y="9"/>
                </a:cxn>
                <a:cxn ang="0">
                  <a:pos x="65" y="10"/>
                </a:cxn>
                <a:cxn ang="0">
                  <a:pos x="66" y="12"/>
                </a:cxn>
                <a:cxn ang="0">
                  <a:pos x="65" y="11"/>
                </a:cxn>
                <a:cxn ang="0">
                  <a:pos x="70" y="17"/>
                </a:cxn>
                <a:cxn ang="0">
                  <a:pos x="69" y="24"/>
                </a:cxn>
                <a:cxn ang="0">
                  <a:pos x="74" y="33"/>
                </a:cxn>
                <a:cxn ang="0">
                  <a:pos x="22" y="18"/>
                </a:cxn>
              </a:cxnLst>
              <a:rect l="0" t="0" r="r" b="b"/>
              <a:pathLst>
                <a:path w="77" h="83">
                  <a:moveTo>
                    <a:pt x="15" y="14"/>
                  </a:moveTo>
                  <a:cubicBezTo>
                    <a:pt x="15" y="14"/>
                    <a:pt x="14" y="15"/>
                    <a:pt x="14" y="15"/>
                  </a:cubicBezTo>
                  <a:cubicBezTo>
                    <a:pt x="14" y="14"/>
                    <a:pt x="14" y="14"/>
                    <a:pt x="14" y="14"/>
                  </a:cubicBezTo>
                  <a:cubicBezTo>
                    <a:pt x="14" y="14"/>
                    <a:pt x="15" y="14"/>
                    <a:pt x="15" y="14"/>
                  </a:cubicBezTo>
                  <a:close/>
                  <a:moveTo>
                    <a:pt x="43" y="7"/>
                  </a:moveTo>
                  <a:cubicBezTo>
                    <a:pt x="44" y="8"/>
                    <a:pt x="44" y="7"/>
                    <a:pt x="45" y="7"/>
                  </a:cubicBezTo>
                  <a:cubicBezTo>
                    <a:pt x="45" y="7"/>
                    <a:pt x="45" y="7"/>
                    <a:pt x="45" y="7"/>
                  </a:cubicBezTo>
                  <a:cubicBezTo>
                    <a:pt x="45" y="7"/>
                    <a:pt x="44" y="6"/>
                    <a:pt x="44" y="6"/>
                  </a:cubicBezTo>
                  <a:cubicBezTo>
                    <a:pt x="43" y="6"/>
                    <a:pt x="42" y="7"/>
                    <a:pt x="43" y="7"/>
                  </a:cubicBezTo>
                  <a:cubicBezTo>
                    <a:pt x="43" y="7"/>
                    <a:pt x="43" y="7"/>
                    <a:pt x="43" y="7"/>
                  </a:cubicBezTo>
                  <a:close/>
                  <a:moveTo>
                    <a:pt x="60" y="9"/>
                  </a:moveTo>
                  <a:cubicBezTo>
                    <a:pt x="60" y="9"/>
                    <a:pt x="60" y="9"/>
                    <a:pt x="60" y="9"/>
                  </a:cubicBezTo>
                  <a:cubicBezTo>
                    <a:pt x="61" y="8"/>
                    <a:pt x="61" y="9"/>
                    <a:pt x="62" y="9"/>
                  </a:cubicBezTo>
                  <a:cubicBezTo>
                    <a:pt x="62" y="9"/>
                    <a:pt x="62" y="9"/>
                    <a:pt x="61" y="9"/>
                  </a:cubicBezTo>
                  <a:cubicBezTo>
                    <a:pt x="62" y="9"/>
                    <a:pt x="62" y="10"/>
                    <a:pt x="62" y="9"/>
                  </a:cubicBezTo>
                  <a:cubicBezTo>
                    <a:pt x="62" y="9"/>
                    <a:pt x="62" y="9"/>
                    <a:pt x="62" y="9"/>
                  </a:cubicBezTo>
                  <a:cubicBezTo>
                    <a:pt x="62" y="9"/>
                    <a:pt x="63" y="8"/>
                    <a:pt x="63" y="8"/>
                  </a:cubicBezTo>
                  <a:cubicBezTo>
                    <a:pt x="63" y="8"/>
                    <a:pt x="64" y="8"/>
                    <a:pt x="64" y="8"/>
                  </a:cubicBezTo>
                  <a:cubicBezTo>
                    <a:pt x="64" y="8"/>
                    <a:pt x="64" y="8"/>
                    <a:pt x="65" y="8"/>
                  </a:cubicBezTo>
                  <a:cubicBezTo>
                    <a:pt x="65" y="8"/>
                    <a:pt x="64" y="9"/>
                    <a:pt x="64" y="9"/>
                  </a:cubicBezTo>
                  <a:cubicBezTo>
                    <a:pt x="64" y="9"/>
                    <a:pt x="65" y="9"/>
                    <a:pt x="65" y="9"/>
                  </a:cubicBezTo>
                  <a:cubicBezTo>
                    <a:pt x="65" y="9"/>
                    <a:pt x="65" y="8"/>
                    <a:pt x="65" y="8"/>
                  </a:cubicBezTo>
                  <a:cubicBezTo>
                    <a:pt x="65" y="8"/>
                    <a:pt x="64" y="8"/>
                    <a:pt x="64" y="7"/>
                  </a:cubicBezTo>
                  <a:cubicBezTo>
                    <a:pt x="64" y="7"/>
                    <a:pt x="63" y="7"/>
                    <a:pt x="64" y="7"/>
                  </a:cubicBezTo>
                  <a:cubicBezTo>
                    <a:pt x="64" y="7"/>
                    <a:pt x="65" y="6"/>
                    <a:pt x="64" y="6"/>
                  </a:cubicBezTo>
                  <a:cubicBezTo>
                    <a:pt x="64" y="6"/>
                    <a:pt x="61" y="6"/>
                    <a:pt x="62" y="5"/>
                  </a:cubicBezTo>
                  <a:cubicBezTo>
                    <a:pt x="62" y="5"/>
                    <a:pt x="61" y="5"/>
                    <a:pt x="61" y="5"/>
                  </a:cubicBezTo>
                  <a:cubicBezTo>
                    <a:pt x="61" y="5"/>
                    <a:pt x="61" y="6"/>
                    <a:pt x="60" y="6"/>
                  </a:cubicBezTo>
                  <a:cubicBezTo>
                    <a:pt x="60" y="6"/>
                    <a:pt x="61" y="5"/>
                    <a:pt x="61" y="5"/>
                  </a:cubicBezTo>
                  <a:cubicBezTo>
                    <a:pt x="61" y="5"/>
                    <a:pt x="61" y="6"/>
                    <a:pt x="61" y="6"/>
                  </a:cubicBezTo>
                  <a:cubicBezTo>
                    <a:pt x="61" y="6"/>
                    <a:pt x="62" y="5"/>
                    <a:pt x="62" y="5"/>
                  </a:cubicBezTo>
                  <a:cubicBezTo>
                    <a:pt x="62" y="6"/>
                    <a:pt x="63" y="6"/>
                    <a:pt x="63" y="6"/>
                  </a:cubicBezTo>
                  <a:cubicBezTo>
                    <a:pt x="63" y="6"/>
                    <a:pt x="63" y="7"/>
                    <a:pt x="63" y="7"/>
                  </a:cubicBezTo>
                  <a:cubicBezTo>
                    <a:pt x="62" y="7"/>
                    <a:pt x="62" y="6"/>
                    <a:pt x="62" y="6"/>
                  </a:cubicBezTo>
                  <a:cubicBezTo>
                    <a:pt x="62" y="6"/>
                    <a:pt x="62" y="6"/>
                    <a:pt x="62" y="6"/>
                  </a:cubicBezTo>
                  <a:cubicBezTo>
                    <a:pt x="62" y="6"/>
                    <a:pt x="62" y="6"/>
                    <a:pt x="62" y="6"/>
                  </a:cubicBezTo>
                  <a:cubicBezTo>
                    <a:pt x="62" y="6"/>
                    <a:pt x="61" y="6"/>
                    <a:pt x="61" y="6"/>
                  </a:cubicBezTo>
                  <a:cubicBezTo>
                    <a:pt x="61" y="6"/>
                    <a:pt x="60" y="6"/>
                    <a:pt x="60" y="6"/>
                  </a:cubicBezTo>
                  <a:cubicBezTo>
                    <a:pt x="60" y="6"/>
                    <a:pt x="61" y="7"/>
                    <a:pt x="61" y="7"/>
                  </a:cubicBezTo>
                  <a:cubicBezTo>
                    <a:pt x="61" y="7"/>
                    <a:pt x="61" y="7"/>
                    <a:pt x="61" y="7"/>
                  </a:cubicBezTo>
                  <a:cubicBezTo>
                    <a:pt x="61" y="7"/>
                    <a:pt x="61" y="7"/>
                    <a:pt x="61" y="7"/>
                  </a:cubicBezTo>
                  <a:cubicBezTo>
                    <a:pt x="61" y="7"/>
                    <a:pt x="61" y="7"/>
                    <a:pt x="61" y="7"/>
                  </a:cubicBezTo>
                  <a:cubicBezTo>
                    <a:pt x="61" y="7"/>
                    <a:pt x="61" y="7"/>
                    <a:pt x="61" y="7"/>
                  </a:cubicBezTo>
                  <a:cubicBezTo>
                    <a:pt x="61" y="7"/>
                    <a:pt x="60" y="7"/>
                    <a:pt x="60" y="7"/>
                  </a:cubicBezTo>
                  <a:cubicBezTo>
                    <a:pt x="61" y="7"/>
                    <a:pt x="61" y="8"/>
                    <a:pt x="61" y="8"/>
                  </a:cubicBezTo>
                  <a:cubicBezTo>
                    <a:pt x="61" y="8"/>
                    <a:pt x="59" y="8"/>
                    <a:pt x="60" y="9"/>
                  </a:cubicBezTo>
                  <a:close/>
                  <a:moveTo>
                    <a:pt x="61" y="7"/>
                  </a:moveTo>
                  <a:cubicBezTo>
                    <a:pt x="61" y="7"/>
                    <a:pt x="61" y="7"/>
                    <a:pt x="61" y="7"/>
                  </a:cubicBezTo>
                  <a:cubicBezTo>
                    <a:pt x="61" y="7"/>
                    <a:pt x="61" y="7"/>
                    <a:pt x="61" y="7"/>
                  </a:cubicBezTo>
                  <a:cubicBezTo>
                    <a:pt x="61" y="7"/>
                    <a:pt x="61" y="7"/>
                    <a:pt x="61" y="7"/>
                  </a:cubicBezTo>
                  <a:close/>
                  <a:moveTo>
                    <a:pt x="43" y="8"/>
                  </a:moveTo>
                  <a:cubicBezTo>
                    <a:pt x="43" y="8"/>
                    <a:pt x="43" y="8"/>
                    <a:pt x="43" y="8"/>
                  </a:cubicBezTo>
                  <a:cubicBezTo>
                    <a:pt x="42" y="8"/>
                    <a:pt x="42" y="8"/>
                    <a:pt x="43" y="8"/>
                  </a:cubicBezTo>
                  <a:close/>
                  <a:moveTo>
                    <a:pt x="77" y="41"/>
                  </a:moveTo>
                  <a:cubicBezTo>
                    <a:pt x="76" y="42"/>
                    <a:pt x="76" y="43"/>
                    <a:pt x="75" y="44"/>
                  </a:cubicBezTo>
                  <a:cubicBezTo>
                    <a:pt x="75" y="44"/>
                    <a:pt x="75" y="45"/>
                    <a:pt x="74" y="45"/>
                  </a:cubicBezTo>
                  <a:cubicBezTo>
                    <a:pt x="74" y="45"/>
                    <a:pt x="73" y="45"/>
                    <a:pt x="73" y="45"/>
                  </a:cubicBezTo>
                  <a:cubicBezTo>
                    <a:pt x="73" y="45"/>
                    <a:pt x="74" y="44"/>
                    <a:pt x="73" y="44"/>
                  </a:cubicBezTo>
                  <a:cubicBezTo>
                    <a:pt x="73" y="44"/>
                    <a:pt x="73" y="44"/>
                    <a:pt x="73" y="44"/>
                  </a:cubicBezTo>
                  <a:cubicBezTo>
                    <a:pt x="73" y="44"/>
                    <a:pt x="73" y="44"/>
                    <a:pt x="73" y="43"/>
                  </a:cubicBezTo>
                  <a:cubicBezTo>
                    <a:pt x="73" y="43"/>
                    <a:pt x="72" y="43"/>
                    <a:pt x="72" y="43"/>
                  </a:cubicBezTo>
                  <a:cubicBezTo>
                    <a:pt x="71" y="43"/>
                    <a:pt x="71" y="43"/>
                    <a:pt x="70" y="43"/>
                  </a:cubicBezTo>
                  <a:cubicBezTo>
                    <a:pt x="70" y="43"/>
                    <a:pt x="71" y="44"/>
                    <a:pt x="71" y="44"/>
                  </a:cubicBezTo>
                  <a:cubicBezTo>
                    <a:pt x="70" y="44"/>
                    <a:pt x="72" y="44"/>
                    <a:pt x="71" y="44"/>
                  </a:cubicBezTo>
                  <a:cubicBezTo>
                    <a:pt x="71" y="45"/>
                    <a:pt x="70" y="44"/>
                    <a:pt x="70" y="45"/>
                  </a:cubicBezTo>
                  <a:cubicBezTo>
                    <a:pt x="70" y="45"/>
                    <a:pt x="69" y="45"/>
                    <a:pt x="69" y="45"/>
                  </a:cubicBezTo>
                  <a:cubicBezTo>
                    <a:pt x="68" y="45"/>
                    <a:pt x="68" y="45"/>
                    <a:pt x="67" y="46"/>
                  </a:cubicBezTo>
                  <a:cubicBezTo>
                    <a:pt x="67" y="46"/>
                    <a:pt x="66" y="46"/>
                    <a:pt x="66" y="46"/>
                  </a:cubicBezTo>
                  <a:cubicBezTo>
                    <a:pt x="65" y="46"/>
                    <a:pt x="64" y="46"/>
                    <a:pt x="64" y="47"/>
                  </a:cubicBezTo>
                  <a:cubicBezTo>
                    <a:pt x="64" y="47"/>
                    <a:pt x="63" y="48"/>
                    <a:pt x="63" y="47"/>
                  </a:cubicBezTo>
                  <a:cubicBezTo>
                    <a:pt x="63" y="47"/>
                    <a:pt x="63" y="47"/>
                    <a:pt x="63" y="47"/>
                  </a:cubicBezTo>
                  <a:cubicBezTo>
                    <a:pt x="62" y="48"/>
                    <a:pt x="62" y="48"/>
                    <a:pt x="62" y="48"/>
                  </a:cubicBezTo>
                  <a:cubicBezTo>
                    <a:pt x="61" y="48"/>
                    <a:pt x="61" y="49"/>
                    <a:pt x="61" y="49"/>
                  </a:cubicBezTo>
                  <a:cubicBezTo>
                    <a:pt x="60" y="49"/>
                    <a:pt x="60" y="48"/>
                    <a:pt x="60" y="49"/>
                  </a:cubicBezTo>
                  <a:cubicBezTo>
                    <a:pt x="60" y="49"/>
                    <a:pt x="60" y="49"/>
                    <a:pt x="59" y="50"/>
                  </a:cubicBezTo>
                  <a:cubicBezTo>
                    <a:pt x="59" y="50"/>
                    <a:pt x="58" y="49"/>
                    <a:pt x="58" y="49"/>
                  </a:cubicBezTo>
                  <a:cubicBezTo>
                    <a:pt x="58" y="49"/>
                    <a:pt x="57" y="50"/>
                    <a:pt x="57" y="50"/>
                  </a:cubicBezTo>
                  <a:cubicBezTo>
                    <a:pt x="57" y="50"/>
                    <a:pt x="56" y="50"/>
                    <a:pt x="56" y="50"/>
                  </a:cubicBezTo>
                  <a:cubicBezTo>
                    <a:pt x="56" y="50"/>
                    <a:pt x="55" y="50"/>
                    <a:pt x="55" y="50"/>
                  </a:cubicBezTo>
                  <a:cubicBezTo>
                    <a:pt x="54" y="51"/>
                    <a:pt x="54" y="51"/>
                    <a:pt x="54" y="52"/>
                  </a:cubicBezTo>
                  <a:cubicBezTo>
                    <a:pt x="54" y="53"/>
                    <a:pt x="53" y="51"/>
                    <a:pt x="53" y="51"/>
                  </a:cubicBezTo>
                  <a:cubicBezTo>
                    <a:pt x="53" y="51"/>
                    <a:pt x="53" y="51"/>
                    <a:pt x="53" y="51"/>
                  </a:cubicBezTo>
                  <a:cubicBezTo>
                    <a:pt x="53" y="50"/>
                    <a:pt x="52" y="50"/>
                    <a:pt x="52" y="50"/>
                  </a:cubicBezTo>
                  <a:cubicBezTo>
                    <a:pt x="53" y="51"/>
                    <a:pt x="52" y="51"/>
                    <a:pt x="53" y="52"/>
                  </a:cubicBezTo>
                  <a:cubicBezTo>
                    <a:pt x="53" y="52"/>
                    <a:pt x="53" y="53"/>
                    <a:pt x="53" y="53"/>
                  </a:cubicBezTo>
                  <a:cubicBezTo>
                    <a:pt x="54" y="54"/>
                    <a:pt x="55" y="54"/>
                    <a:pt x="55" y="54"/>
                  </a:cubicBezTo>
                  <a:cubicBezTo>
                    <a:pt x="55" y="54"/>
                    <a:pt x="55" y="54"/>
                    <a:pt x="55" y="54"/>
                  </a:cubicBezTo>
                  <a:cubicBezTo>
                    <a:pt x="55" y="55"/>
                    <a:pt x="56" y="55"/>
                    <a:pt x="56" y="55"/>
                  </a:cubicBezTo>
                  <a:cubicBezTo>
                    <a:pt x="56" y="55"/>
                    <a:pt x="54" y="56"/>
                    <a:pt x="55" y="57"/>
                  </a:cubicBezTo>
                  <a:cubicBezTo>
                    <a:pt x="55" y="57"/>
                    <a:pt x="55" y="57"/>
                    <a:pt x="55" y="57"/>
                  </a:cubicBezTo>
                  <a:cubicBezTo>
                    <a:pt x="56" y="57"/>
                    <a:pt x="56" y="58"/>
                    <a:pt x="56" y="58"/>
                  </a:cubicBezTo>
                  <a:cubicBezTo>
                    <a:pt x="56" y="58"/>
                    <a:pt x="57" y="59"/>
                    <a:pt x="57" y="59"/>
                  </a:cubicBezTo>
                  <a:cubicBezTo>
                    <a:pt x="57" y="60"/>
                    <a:pt x="58" y="61"/>
                    <a:pt x="58" y="61"/>
                  </a:cubicBezTo>
                  <a:cubicBezTo>
                    <a:pt x="59" y="61"/>
                    <a:pt x="59" y="61"/>
                    <a:pt x="59" y="61"/>
                  </a:cubicBezTo>
                  <a:cubicBezTo>
                    <a:pt x="61" y="61"/>
                    <a:pt x="61" y="63"/>
                    <a:pt x="62" y="63"/>
                  </a:cubicBezTo>
                  <a:cubicBezTo>
                    <a:pt x="63" y="64"/>
                    <a:pt x="63" y="64"/>
                    <a:pt x="63" y="65"/>
                  </a:cubicBezTo>
                  <a:cubicBezTo>
                    <a:pt x="64" y="65"/>
                    <a:pt x="64" y="65"/>
                    <a:pt x="65" y="65"/>
                  </a:cubicBezTo>
                  <a:cubicBezTo>
                    <a:pt x="65" y="65"/>
                    <a:pt x="66" y="66"/>
                    <a:pt x="66" y="66"/>
                  </a:cubicBezTo>
                  <a:cubicBezTo>
                    <a:pt x="66" y="66"/>
                    <a:pt x="67" y="66"/>
                    <a:pt x="67" y="67"/>
                  </a:cubicBezTo>
                  <a:cubicBezTo>
                    <a:pt x="67" y="67"/>
                    <a:pt x="67" y="67"/>
                    <a:pt x="67" y="68"/>
                  </a:cubicBezTo>
                  <a:cubicBezTo>
                    <a:pt x="67" y="68"/>
                    <a:pt x="67" y="68"/>
                    <a:pt x="67" y="68"/>
                  </a:cubicBezTo>
                  <a:cubicBezTo>
                    <a:pt x="67" y="69"/>
                    <a:pt x="66" y="69"/>
                    <a:pt x="66" y="69"/>
                  </a:cubicBezTo>
                  <a:cubicBezTo>
                    <a:pt x="66" y="70"/>
                    <a:pt x="66" y="70"/>
                    <a:pt x="66" y="69"/>
                  </a:cubicBezTo>
                  <a:cubicBezTo>
                    <a:pt x="65" y="69"/>
                    <a:pt x="64" y="69"/>
                    <a:pt x="64" y="70"/>
                  </a:cubicBezTo>
                  <a:cubicBezTo>
                    <a:pt x="64" y="70"/>
                    <a:pt x="64" y="71"/>
                    <a:pt x="63" y="71"/>
                  </a:cubicBezTo>
                  <a:cubicBezTo>
                    <a:pt x="63" y="72"/>
                    <a:pt x="62" y="72"/>
                    <a:pt x="61" y="72"/>
                  </a:cubicBezTo>
                  <a:cubicBezTo>
                    <a:pt x="61" y="72"/>
                    <a:pt x="57" y="74"/>
                    <a:pt x="58" y="75"/>
                  </a:cubicBezTo>
                  <a:cubicBezTo>
                    <a:pt x="59" y="75"/>
                    <a:pt x="60" y="76"/>
                    <a:pt x="60" y="77"/>
                  </a:cubicBezTo>
                  <a:cubicBezTo>
                    <a:pt x="60" y="77"/>
                    <a:pt x="60" y="78"/>
                    <a:pt x="59" y="78"/>
                  </a:cubicBezTo>
                  <a:cubicBezTo>
                    <a:pt x="59" y="78"/>
                    <a:pt x="60" y="78"/>
                    <a:pt x="60" y="78"/>
                  </a:cubicBezTo>
                  <a:cubicBezTo>
                    <a:pt x="61" y="79"/>
                    <a:pt x="61" y="81"/>
                    <a:pt x="60" y="81"/>
                  </a:cubicBezTo>
                  <a:cubicBezTo>
                    <a:pt x="60" y="81"/>
                    <a:pt x="58" y="79"/>
                    <a:pt x="59" y="79"/>
                  </a:cubicBezTo>
                  <a:cubicBezTo>
                    <a:pt x="58" y="79"/>
                    <a:pt x="58" y="79"/>
                    <a:pt x="57" y="79"/>
                  </a:cubicBezTo>
                  <a:cubicBezTo>
                    <a:pt x="57" y="79"/>
                    <a:pt x="56" y="79"/>
                    <a:pt x="56" y="79"/>
                  </a:cubicBezTo>
                  <a:cubicBezTo>
                    <a:pt x="55" y="79"/>
                    <a:pt x="55" y="79"/>
                    <a:pt x="55" y="78"/>
                  </a:cubicBezTo>
                  <a:cubicBezTo>
                    <a:pt x="54" y="78"/>
                    <a:pt x="53" y="79"/>
                    <a:pt x="54" y="78"/>
                  </a:cubicBezTo>
                  <a:cubicBezTo>
                    <a:pt x="53" y="78"/>
                    <a:pt x="53" y="78"/>
                    <a:pt x="53" y="79"/>
                  </a:cubicBezTo>
                  <a:cubicBezTo>
                    <a:pt x="53" y="79"/>
                    <a:pt x="53" y="79"/>
                    <a:pt x="53" y="79"/>
                  </a:cubicBezTo>
                  <a:cubicBezTo>
                    <a:pt x="52" y="79"/>
                    <a:pt x="52" y="79"/>
                    <a:pt x="51" y="79"/>
                  </a:cubicBezTo>
                  <a:cubicBezTo>
                    <a:pt x="51" y="80"/>
                    <a:pt x="50" y="80"/>
                    <a:pt x="50" y="80"/>
                  </a:cubicBezTo>
                  <a:cubicBezTo>
                    <a:pt x="49" y="80"/>
                    <a:pt x="48" y="79"/>
                    <a:pt x="48" y="80"/>
                  </a:cubicBezTo>
                  <a:cubicBezTo>
                    <a:pt x="48" y="80"/>
                    <a:pt x="48" y="80"/>
                    <a:pt x="48" y="80"/>
                  </a:cubicBezTo>
                  <a:cubicBezTo>
                    <a:pt x="47" y="80"/>
                    <a:pt x="46" y="81"/>
                    <a:pt x="47" y="81"/>
                  </a:cubicBezTo>
                  <a:cubicBezTo>
                    <a:pt x="46" y="81"/>
                    <a:pt x="46" y="82"/>
                    <a:pt x="45" y="82"/>
                  </a:cubicBezTo>
                  <a:cubicBezTo>
                    <a:pt x="45" y="82"/>
                    <a:pt x="45" y="81"/>
                    <a:pt x="44" y="81"/>
                  </a:cubicBezTo>
                  <a:cubicBezTo>
                    <a:pt x="44" y="82"/>
                    <a:pt x="43" y="82"/>
                    <a:pt x="43" y="81"/>
                  </a:cubicBezTo>
                  <a:cubicBezTo>
                    <a:pt x="43" y="81"/>
                    <a:pt x="42" y="81"/>
                    <a:pt x="42" y="81"/>
                  </a:cubicBezTo>
                  <a:cubicBezTo>
                    <a:pt x="42" y="81"/>
                    <a:pt x="42" y="80"/>
                    <a:pt x="42" y="80"/>
                  </a:cubicBezTo>
                  <a:cubicBezTo>
                    <a:pt x="42" y="80"/>
                    <a:pt x="42" y="80"/>
                    <a:pt x="41" y="80"/>
                  </a:cubicBezTo>
                  <a:cubicBezTo>
                    <a:pt x="41" y="80"/>
                    <a:pt x="40" y="80"/>
                    <a:pt x="40" y="80"/>
                  </a:cubicBezTo>
                  <a:cubicBezTo>
                    <a:pt x="39" y="80"/>
                    <a:pt x="39" y="80"/>
                    <a:pt x="39" y="80"/>
                  </a:cubicBezTo>
                  <a:cubicBezTo>
                    <a:pt x="38" y="80"/>
                    <a:pt x="39" y="80"/>
                    <a:pt x="39" y="80"/>
                  </a:cubicBezTo>
                  <a:cubicBezTo>
                    <a:pt x="38" y="79"/>
                    <a:pt x="38" y="81"/>
                    <a:pt x="38" y="81"/>
                  </a:cubicBezTo>
                  <a:cubicBezTo>
                    <a:pt x="38" y="82"/>
                    <a:pt x="37" y="83"/>
                    <a:pt x="36" y="83"/>
                  </a:cubicBezTo>
                  <a:cubicBezTo>
                    <a:pt x="36" y="83"/>
                    <a:pt x="37" y="82"/>
                    <a:pt x="36" y="82"/>
                  </a:cubicBezTo>
                  <a:cubicBezTo>
                    <a:pt x="36" y="82"/>
                    <a:pt x="35" y="82"/>
                    <a:pt x="35" y="82"/>
                  </a:cubicBezTo>
                  <a:cubicBezTo>
                    <a:pt x="35" y="81"/>
                    <a:pt x="34" y="80"/>
                    <a:pt x="34" y="80"/>
                  </a:cubicBezTo>
                  <a:cubicBezTo>
                    <a:pt x="34" y="80"/>
                    <a:pt x="33" y="80"/>
                    <a:pt x="33" y="80"/>
                  </a:cubicBezTo>
                  <a:cubicBezTo>
                    <a:pt x="33" y="80"/>
                    <a:pt x="33" y="79"/>
                    <a:pt x="33" y="80"/>
                  </a:cubicBezTo>
                  <a:cubicBezTo>
                    <a:pt x="32" y="80"/>
                    <a:pt x="32" y="80"/>
                    <a:pt x="31" y="80"/>
                  </a:cubicBezTo>
                  <a:cubicBezTo>
                    <a:pt x="30" y="80"/>
                    <a:pt x="29" y="79"/>
                    <a:pt x="28" y="79"/>
                  </a:cubicBezTo>
                  <a:cubicBezTo>
                    <a:pt x="27" y="79"/>
                    <a:pt x="27" y="79"/>
                    <a:pt x="26" y="79"/>
                  </a:cubicBezTo>
                  <a:cubicBezTo>
                    <a:pt x="25" y="79"/>
                    <a:pt x="24" y="79"/>
                    <a:pt x="25" y="78"/>
                  </a:cubicBezTo>
                  <a:cubicBezTo>
                    <a:pt x="24" y="78"/>
                    <a:pt x="24" y="78"/>
                    <a:pt x="24" y="79"/>
                  </a:cubicBezTo>
                  <a:cubicBezTo>
                    <a:pt x="24" y="79"/>
                    <a:pt x="24" y="79"/>
                    <a:pt x="24" y="78"/>
                  </a:cubicBezTo>
                  <a:cubicBezTo>
                    <a:pt x="24" y="78"/>
                    <a:pt x="24" y="78"/>
                    <a:pt x="24" y="78"/>
                  </a:cubicBezTo>
                  <a:cubicBezTo>
                    <a:pt x="23" y="78"/>
                    <a:pt x="23" y="77"/>
                    <a:pt x="23" y="78"/>
                  </a:cubicBezTo>
                  <a:cubicBezTo>
                    <a:pt x="23" y="77"/>
                    <a:pt x="21" y="78"/>
                    <a:pt x="21" y="79"/>
                  </a:cubicBezTo>
                  <a:cubicBezTo>
                    <a:pt x="21" y="79"/>
                    <a:pt x="22" y="79"/>
                    <a:pt x="22" y="79"/>
                  </a:cubicBezTo>
                  <a:cubicBezTo>
                    <a:pt x="23" y="79"/>
                    <a:pt x="23" y="79"/>
                    <a:pt x="22" y="80"/>
                  </a:cubicBezTo>
                  <a:cubicBezTo>
                    <a:pt x="22" y="79"/>
                    <a:pt x="21" y="79"/>
                    <a:pt x="22" y="80"/>
                  </a:cubicBezTo>
                  <a:cubicBezTo>
                    <a:pt x="21" y="80"/>
                    <a:pt x="20" y="80"/>
                    <a:pt x="19" y="79"/>
                  </a:cubicBezTo>
                  <a:cubicBezTo>
                    <a:pt x="19" y="79"/>
                    <a:pt x="18" y="80"/>
                    <a:pt x="18" y="80"/>
                  </a:cubicBezTo>
                  <a:cubicBezTo>
                    <a:pt x="17" y="80"/>
                    <a:pt x="17" y="80"/>
                    <a:pt x="17" y="80"/>
                  </a:cubicBezTo>
                  <a:cubicBezTo>
                    <a:pt x="16" y="80"/>
                    <a:pt x="16" y="80"/>
                    <a:pt x="16" y="80"/>
                  </a:cubicBezTo>
                  <a:cubicBezTo>
                    <a:pt x="15" y="80"/>
                    <a:pt x="15" y="80"/>
                    <a:pt x="14" y="80"/>
                  </a:cubicBezTo>
                  <a:cubicBezTo>
                    <a:pt x="14" y="80"/>
                    <a:pt x="15" y="80"/>
                    <a:pt x="15" y="79"/>
                  </a:cubicBezTo>
                  <a:cubicBezTo>
                    <a:pt x="14" y="79"/>
                    <a:pt x="14" y="80"/>
                    <a:pt x="14" y="80"/>
                  </a:cubicBezTo>
                  <a:cubicBezTo>
                    <a:pt x="14" y="79"/>
                    <a:pt x="13" y="79"/>
                    <a:pt x="13" y="78"/>
                  </a:cubicBezTo>
                  <a:cubicBezTo>
                    <a:pt x="14" y="78"/>
                    <a:pt x="13" y="77"/>
                    <a:pt x="14" y="76"/>
                  </a:cubicBezTo>
                  <a:cubicBezTo>
                    <a:pt x="14" y="75"/>
                    <a:pt x="14" y="75"/>
                    <a:pt x="14" y="74"/>
                  </a:cubicBezTo>
                  <a:cubicBezTo>
                    <a:pt x="14" y="74"/>
                    <a:pt x="14" y="73"/>
                    <a:pt x="14" y="73"/>
                  </a:cubicBezTo>
                  <a:cubicBezTo>
                    <a:pt x="15" y="72"/>
                    <a:pt x="15" y="72"/>
                    <a:pt x="15" y="72"/>
                  </a:cubicBezTo>
                  <a:cubicBezTo>
                    <a:pt x="15" y="72"/>
                    <a:pt x="15" y="71"/>
                    <a:pt x="15" y="71"/>
                  </a:cubicBezTo>
                  <a:cubicBezTo>
                    <a:pt x="15" y="70"/>
                    <a:pt x="16" y="70"/>
                    <a:pt x="16" y="70"/>
                  </a:cubicBezTo>
                  <a:cubicBezTo>
                    <a:pt x="16" y="69"/>
                    <a:pt x="16" y="68"/>
                    <a:pt x="17" y="68"/>
                  </a:cubicBezTo>
                  <a:cubicBezTo>
                    <a:pt x="17" y="68"/>
                    <a:pt x="17" y="67"/>
                    <a:pt x="17" y="67"/>
                  </a:cubicBezTo>
                  <a:cubicBezTo>
                    <a:pt x="17" y="67"/>
                    <a:pt x="18" y="67"/>
                    <a:pt x="18" y="67"/>
                  </a:cubicBezTo>
                  <a:cubicBezTo>
                    <a:pt x="19" y="66"/>
                    <a:pt x="19" y="65"/>
                    <a:pt x="19" y="65"/>
                  </a:cubicBezTo>
                  <a:cubicBezTo>
                    <a:pt x="18" y="65"/>
                    <a:pt x="17" y="64"/>
                    <a:pt x="16" y="64"/>
                  </a:cubicBezTo>
                  <a:cubicBezTo>
                    <a:pt x="16" y="64"/>
                    <a:pt x="14" y="64"/>
                    <a:pt x="14" y="64"/>
                  </a:cubicBezTo>
                  <a:cubicBezTo>
                    <a:pt x="13" y="63"/>
                    <a:pt x="13" y="62"/>
                    <a:pt x="12" y="63"/>
                  </a:cubicBezTo>
                  <a:cubicBezTo>
                    <a:pt x="11" y="64"/>
                    <a:pt x="11" y="63"/>
                    <a:pt x="10" y="63"/>
                  </a:cubicBezTo>
                  <a:cubicBezTo>
                    <a:pt x="10" y="63"/>
                    <a:pt x="9" y="63"/>
                    <a:pt x="9" y="63"/>
                  </a:cubicBezTo>
                  <a:cubicBezTo>
                    <a:pt x="9" y="63"/>
                    <a:pt x="9" y="62"/>
                    <a:pt x="9" y="62"/>
                  </a:cubicBezTo>
                  <a:cubicBezTo>
                    <a:pt x="8" y="62"/>
                    <a:pt x="8" y="62"/>
                    <a:pt x="8" y="63"/>
                  </a:cubicBezTo>
                  <a:cubicBezTo>
                    <a:pt x="8" y="63"/>
                    <a:pt x="7" y="63"/>
                    <a:pt x="7" y="63"/>
                  </a:cubicBezTo>
                  <a:cubicBezTo>
                    <a:pt x="7" y="63"/>
                    <a:pt x="7" y="62"/>
                    <a:pt x="7" y="62"/>
                  </a:cubicBezTo>
                  <a:cubicBezTo>
                    <a:pt x="6" y="62"/>
                    <a:pt x="6" y="62"/>
                    <a:pt x="6" y="61"/>
                  </a:cubicBezTo>
                  <a:cubicBezTo>
                    <a:pt x="5" y="61"/>
                    <a:pt x="5" y="61"/>
                    <a:pt x="5" y="60"/>
                  </a:cubicBezTo>
                  <a:cubicBezTo>
                    <a:pt x="5" y="60"/>
                    <a:pt x="4" y="59"/>
                    <a:pt x="4" y="60"/>
                  </a:cubicBezTo>
                  <a:cubicBezTo>
                    <a:pt x="4" y="59"/>
                    <a:pt x="4" y="59"/>
                    <a:pt x="4" y="58"/>
                  </a:cubicBezTo>
                  <a:cubicBezTo>
                    <a:pt x="4" y="58"/>
                    <a:pt x="4" y="58"/>
                    <a:pt x="4" y="57"/>
                  </a:cubicBezTo>
                  <a:cubicBezTo>
                    <a:pt x="5" y="57"/>
                    <a:pt x="5" y="57"/>
                    <a:pt x="5" y="57"/>
                  </a:cubicBezTo>
                  <a:cubicBezTo>
                    <a:pt x="5" y="57"/>
                    <a:pt x="5" y="56"/>
                    <a:pt x="5" y="56"/>
                  </a:cubicBezTo>
                  <a:cubicBezTo>
                    <a:pt x="5" y="56"/>
                    <a:pt x="4" y="56"/>
                    <a:pt x="4" y="56"/>
                  </a:cubicBezTo>
                  <a:cubicBezTo>
                    <a:pt x="3" y="55"/>
                    <a:pt x="2" y="54"/>
                    <a:pt x="2" y="54"/>
                  </a:cubicBezTo>
                  <a:cubicBezTo>
                    <a:pt x="2" y="53"/>
                    <a:pt x="2" y="53"/>
                    <a:pt x="2" y="52"/>
                  </a:cubicBezTo>
                  <a:cubicBezTo>
                    <a:pt x="2" y="52"/>
                    <a:pt x="2" y="52"/>
                    <a:pt x="2" y="52"/>
                  </a:cubicBezTo>
                  <a:cubicBezTo>
                    <a:pt x="3" y="51"/>
                    <a:pt x="2" y="52"/>
                    <a:pt x="3" y="51"/>
                  </a:cubicBezTo>
                  <a:cubicBezTo>
                    <a:pt x="3" y="51"/>
                    <a:pt x="3" y="51"/>
                    <a:pt x="3" y="51"/>
                  </a:cubicBezTo>
                  <a:cubicBezTo>
                    <a:pt x="4" y="51"/>
                    <a:pt x="4" y="51"/>
                    <a:pt x="4" y="50"/>
                  </a:cubicBezTo>
                  <a:cubicBezTo>
                    <a:pt x="4" y="50"/>
                    <a:pt x="4" y="49"/>
                    <a:pt x="4" y="49"/>
                  </a:cubicBezTo>
                  <a:cubicBezTo>
                    <a:pt x="4" y="49"/>
                    <a:pt x="4" y="49"/>
                    <a:pt x="4" y="49"/>
                  </a:cubicBezTo>
                  <a:cubicBezTo>
                    <a:pt x="3" y="49"/>
                    <a:pt x="3" y="49"/>
                    <a:pt x="3" y="48"/>
                  </a:cubicBezTo>
                  <a:cubicBezTo>
                    <a:pt x="2" y="48"/>
                    <a:pt x="3" y="48"/>
                    <a:pt x="3" y="47"/>
                  </a:cubicBezTo>
                  <a:cubicBezTo>
                    <a:pt x="3" y="47"/>
                    <a:pt x="2" y="47"/>
                    <a:pt x="2" y="47"/>
                  </a:cubicBezTo>
                  <a:cubicBezTo>
                    <a:pt x="2" y="46"/>
                    <a:pt x="2" y="46"/>
                    <a:pt x="2" y="46"/>
                  </a:cubicBezTo>
                  <a:cubicBezTo>
                    <a:pt x="1" y="46"/>
                    <a:pt x="1" y="46"/>
                    <a:pt x="1" y="45"/>
                  </a:cubicBezTo>
                  <a:cubicBezTo>
                    <a:pt x="1" y="45"/>
                    <a:pt x="2" y="45"/>
                    <a:pt x="2" y="45"/>
                  </a:cubicBezTo>
                  <a:cubicBezTo>
                    <a:pt x="2" y="44"/>
                    <a:pt x="1" y="44"/>
                    <a:pt x="1" y="44"/>
                  </a:cubicBezTo>
                  <a:cubicBezTo>
                    <a:pt x="1" y="43"/>
                    <a:pt x="0" y="43"/>
                    <a:pt x="0" y="44"/>
                  </a:cubicBezTo>
                  <a:cubicBezTo>
                    <a:pt x="0" y="43"/>
                    <a:pt x="0" y="43"/>
                    <a:pt x="0" y="43"/>
                  </a:cubicBezTo>
                  <a:cubicBezTo>
                    <a:pt x="0" y="42"/>
                    <a:pt x="0" y="43"/>
                    <a:pt x="0" y="43"/>
                  </a:cubicBezTo>
                  <a:cubicBezTo>
                    <a:pt x="1" y="43"/>
                    <a:pt x="2" y="42"/>
                    <a:pt x="2" y="42"/>
                  </a:cubicBezTo>
                  <a:cubicBezTo>
                    <a:pt x="2" y="41"/>
                    <a:pt x="2" y="41"/>
                    <a:pt x="2" y="41"/>
                  </a:cubicBezTo>
                  <a:cubicBezTo>
                    <a:pt x="2" y="41"/>
                    <a:pt x="2" y="42"/>
                    <a:pt x="2" y="41"/>
                  </a:cubicBezTo>
                  <a:cubicBezTo>
                    <a:pt x="2" y="41"/>
                    <a:pt x="2" y="41"/>
                    <a:pt x="2" y="41"/>
                  </a:cubicBezTo>
                  <a:cubicBezTo>
                    <a:pt x="3" y="40"/>
                    <a:pt x="3" y="39"/>
                    <a:pt x="3" y="38"/>
                  </a:cubicBezTo>
                  <a:cubicBezTo>
                    <a:pt x="3" y="38"/>
                    <a:pt x="2" y="37"/>
                    <a:pt x="2" y="37"/>
                  </a:cubicBezTo>
                  <a:cubicBezTo>
                    <a:pt x="2" y="37"/>
                    <a:pt x="2" y="37"/>
                    <a:pt x="2" y="36"/>
                  </a:cubicBezTo>
                  <a:cubicBezTo>
                    <a:pt x="2" y="36"/>
                    <a:pt x="1" y="36"/>
                    <a:pt x="1" y="36"/>
                  </a:cubicBezTo>
                  <a:cubicBezTo>
                    <a:pt x="2" y="36"/>
                    <a:pt x="1" y="36"/>
                    <a:pt x="1" y="35"/>
                  </a:cubicBezTo>
                  <a:cubicBezTo>
                    <a:pt x="1" y="35"/>
                    <a:pt x="1" y="35"/>
                    <a:pt x="1" y="35"/>
                  </a:cubicBezTo>
                  <a:cubicBezTo>
                    <a:pt x="1" y="34"/>
                    <a:pt x="2" y="34"/>
                    <a:pt x="2" y="34"/>
                  </a:cubicBezTo>
                  <a:cubicBezTo>
                    <a:pt x="3" y="35"/>
                    <a:pt x="2" y="34"/>
                    <a:pt x="2" y="34"/>
                  </a:cubicBezTo>
                  <a:cubicBezTo>
                    <a:pt x="3" y="34"/>
                    <a:pt x="4" y="34"/>
                    <a:pt x="4" y="34"/>
                  </a:cubicBezTo>
                  <a:cubicBezTo>
                    <a:pt x="4" y="34"/>
                    <a:pt x="5" y="35"/>
                    <a:pt x="5" y="34"/>
                  </a:cubicBezTo>
                  <a:cubicBezTo>
                    <a:pt x="5" y="34"/>
                    <a:pt x="5" y="34"/>
                    <a:pt x="6" y="34"/>
                  </a:cubicBezTo>
                  <a:cubicBezTo>
                    <a:pt x="6" y="34"/>
                    <a:pt x="7" y="34"/>
                    <a:pt x="7" y="34"/>
                  </a:cubicBezTo>
                  <a:cubicBezTo>
                    <a:pt x="9" y="33"/>
                    <a:pt x="8" y="33"/>
                    <a:pt x="7" y="32"/>
                  </a:cubicBezTo>
                  <a:cubicBezTo>
                    <a:pt x="7" y="32"/>
                    <a:pt x="7" y="32"/>
                    <a:pt x="7" y="32"/>
                  </a:cubicBezTo>
                  <a:cubicBezTo>
                    <a:pt x="8" y="31"/>
                    <a:pt x="8" y="32"/>
                    <a:pt x="8" y="31"/>
                  </a:cubicBezTo>
                  <a:cubicBezTo>
                    <a:pt x="9" y="31"/>
                    <a:pt x="9" y="31"/>
                    <a:pt x="9" y="31"/>
                  </a:cubicBezTo>
                  <a:cubicBezTo>
                    <a:pt x="9" y="31"/>
                    <a:pt x="10" y="30"/>
                    <a:pt x="10" y="30"/>
                  </a:cubicBezTo>
                  <a:cubicBezTo>
                    <a:pt x="10" y="30"/>
                    <a:pt x="10" y="30"/>
                    <a:pt x="10" y="30"/>
                  </a:cubicBezTo>
                  <a:cubicBezTo>
                    <a:pt x="10" y="30"/>
                    <a:pt x="10" y="29"/>
                    <a:pt x="10" y="29"/>
                  </a:cubicBezTo>
                  <a:cubicBezTo>
                    <a:pt x="10" y="29"/>
                    <a:pt x="10" y="28"/>
                    <a:pt x="9" y="28"/>
                  </a:cubicBezTo>
                  <a:cubicBezTo>
                    <a:pt x="9" y="28"/>
                    <a:pt x="8" y="28"/>
                    <a:pt x="8" y="28"/>
                  </a:cubicBezTo>
                  <a:cubicBezTo>
                    <a:pt x="7" y="28"/>
                    <a:pt x="7" y="27"/>
                    <a:pt x="8" y="27"/>
                  </a:cubicBezTo>
                  <a:cubicBezTo>
                    <a:pt x="7" y="26"/>
                    <a:pt x="7" y="26"/>
                    <a:pt x="8" y="26"/>
                  </a:cubicBezTo>
                  <a:cubicBezTo>
                    <a:pt x="9" y="26"/>
                    <a:pt x="9" y="26"/>
                    <a:pt x="10" y="26"/>
                  </a:cubicBezTo>
                  <a:cubicBezTo>
                    <a:pt x="10" y="26"/>
                    <a:pt x="10" y="26"/>
                    <a:pt x="10" y="25"/>
                  </a:cubicBezTo>
                  <a:cubicBezTo>
                    <a:pt x="10" y="25"/>
                    <a:pt x="10" y="24"/>
                    <a:pt x="11" y="24"/>
                  </a:cubicBezTo>
                  <a:cubicBezTo>
                    <a:pt x="11" y="23"/>
                    <a:pt x="12" y="22"/>
                    <a:pt x="11" y="21"/>
                  </a:cubicBezTo>
                  <a:cubicBezTo>
                    <a:pt x="11" y="20"/>
                    <a:pt x="12" y="18"/>
                    <a:pt x="13" y="19"/>
                  </a:cubicBezTo>
                  <a:cubicBezTo>
                    <a:pt x="12" y="18"/>
                    <a:pt x="11" y="19"/>
                    <a:pt x="10" y="19"/>
                  </a:cubicBezTo>
                  <a:cubicBezTo>
                    <a:pt x="10" y="18"/>
                    <a:pt x="10" y="18"/>
                    <a:pt x="10" y="17"/>
                  </a:cubicBezTo>
                  <a:cubicBezTo>
                    <a:pt x="10" y="17"/>
                    <a:pt x="11" y="17"/>
                    <a:pt x="11" y="16"/>
                  </a:cubicBezTo>
                  <a:cubicBezTo>
                    <a:pt x="10" y="16"/>
                    <a:pt x="11" y="16"/>
                    <a:pt x="11" y="15"/>
                  </a:cubicBezTo>
                  <a:cubicBezTo>
                    <a:pt x="12" y="15"/>
                    <a:pt x="13" y="15"/>
                    <a:pt x="14" y="15"/>
                  </a:cubicBezTo>
                  <a:cubicBezTo>
                    <a:pt x="14" y="15"/>
                    <a:pt x="15" y="15"/>
                    <a:pt x="16" y="15"/>
                  </a:cubicBezTo>
                  <a:cubicBezTo>
                    <a:pt x="17" y="15"/>
                    <a:pt x="18" y="15"/>
                    <a:pt x="18" y="15"/>
                  </a:cubicBezTo>
                  <a:cubicBezTo>
                    <a:pt x="18" y="15"/>
                    <a:pt x="19" y="16"/>
                    <a:pt x="19" y="16"/>
                  </a:cubicBezTo>
                  <a:cubicBezTo>
                    <a:pt x="19" y="16"/>
                    <a:pt x="19" y="16"/>
                    <a:pt x="19" y="17"/>
                  </a:cubicBezTo>
                  <a:cubicBezTo>
                    <a:pt x="19" y="17"/>
                    <a:pt x="19" y="17"/>
                    <a:pt x="19" y="17"/>
                  </a:cubicBezTo>
                  <a:cubicBezTo>
                    <a:pt x="19" y="17"/>
                    <a:pt x="19" y="17"/>
                    <a:pt x="19" y="17"/>
                  </a:cubicBezTo>
                  <a:cubicBezTo>
                    <a:pt x="19" y="18"/>
                    <a:pt x="19" y="17"/>
                    <a:pt x="19" y="17"/>
                  </a:cubicBezTo>
                  <a:cubicBezTo>
                    <a:pt x="20" y="18"/>
                    <a:pt x="20" y="18"/>
                    <a:pt x="20" y="18"/>
                  </a:cubicBezTo>
                  <a:cubicBezTo>
                    <a:pt x="21" y="17"/>
                    <a:pt x="21" y="17"/>
                    <a:pt x="20" y="17"/>
                  </a:cubicBezTo>
                  <a:cubicBezTo>
                    <a:pt x="20" y="17"/>
                    <a:pt x="20" y="16"/>
                    <a:pt x="21" y="16"/>
                  </a:cubicBezTo>
                  <a:cubicBezTo>
                    <a:pt x="21" y="16"/>
                    <a:pt x="22" y="16"/>
                    <a:pt x="22" y="17"/>
                  </a:cubicBezTo>
                  <a:cubicBezTo>
                    <a:pt x="22" y="16"/>
                    <a:pt x="22" y="17"/>
                    <a:pt x="22" y="17"/>
                  </a:cubicBezTo>
                  <a:cubicBezTo>
                    <a:pt x="22" y="17"/>
                    <a:pt x="23" y="17"/>
                    <a:pt x="23" y="16"/>
                  </a:cubicBezTo>
                  <a:cubicBezTo>
                    <a:pt x="23" y="16"/>
                    <a:pt x="22" y="15"/>
                    <a:pt x="22" y="15"/>
                  </a:cubicBezTo>
                  <a:cubicBezTo>
                    <a:pt x="22" y="15"/>
                    <a:pt x="22" y="14"/>
                    <a:pt x="22" y="14"/>
                  </a:cubicBezTo>
                  <a:cubicBezTo>
                    <a:pt x="23" y="13"/>
                    <a:pt x="23" y="13"/>
                    <a:pt x="23" y="13"/>
                  </a:cubicBezTo>
                  <a:cubicBezTo>
                    <a:pt x="24" y="13"/>
                    <a:pt x="24" y="13"/>
                    <a:pt x="24" y="13"/>
                  </a:cubicBezTo>
                  <a:cubicBezTo>
                    <a:pt x="25" y="13"/>
                    <a:pt x="25" y="14"/>
                    <a:pt x="26" y="14"/>
                  </a:cubicBezTo>
                  <a:cubicBezTo>
                    <a:pt x="26" y="13"/>
                    <a:pt x="27" y="13"/>
                    <a:pt x="28" y="13"/>
                  </a:cubicBezTo>
                  <a:cubicBezTo>
                    <a:pt x="29" y="13"/>
                    <a:pt x="29" y="14"/>
                    <a:pt x="30" y="14"/>
                  </a:cubicBezTo>
                  <a:cubicBezTo>
                    <a:pt x="30" y="15"/>
                    <a:pt x="30" y="16"/>
                    <a:pt x="31" y="16"/>
                  </a:cubicBezTo>
                  <a:cubicBezTo>
                    <a:pt x="32" y="16"/>
                    <a:pt x="32" y="16"/>
                    <a:pt x="32" y="16"/>
                  </a:cubicBezTo>
                  <a:cubicBezTo>
                    <a:pt x="32" y="16"/>
                    <a:pt x="33" y="17"/>
                    <a:pt x="33" y="17"/>
                  </a:cubicBezTo>
                  <a:cubicBezTo>
                    <a:pt x="33" y="16"/>
                    <a:pt x="32" y="16"/>
                    <a:pt x="32" y="16"/>
                  </a:cubicBezTo>
                  <a:cubicBezTo>
                    <a:pt x="31" y="16"/>
                    <a:pt x="31" y="16"/>
                    <a:pt x="31" y="16"/>
                  </a:cubicBezTo>
                  <a:cubicBezTo>
                    <a:pt x="31" y="16"/>
                    <a:pt x="30" y="15"/>
                    <a:pt x="31" y="16"/>
                  </a:cubicBezTo>
                  <a:cubicBezTo>
                    <a:pt x="31" y="15"/>
                    <a:pt x="30" y="15"/>
                    <a:pt x="30" y="14"/>
                  </a:cubicBezTo>
                  <a:cubicBezTo>
                    <a:pt x="29" y="14"/>
                    <a:pt x="29" y="13"/>
                    <a:pt x="28" y="13"/>
                  </a:cubicBezTo>
                  <a:cubicBezTo>
                    <a:pt x="27" y="13"/>
                    <a:pt x="26" y="13"/>
                    <a:pt x="25" y="12"/>
                  </a:cubicBezTo>
                  <a:cubicBezTo>
                    <a:pt x="25" y="11"/>
                    <a:pt x="26" y="11"/>
                    <a:pt x="26" y="12"/>
                  </a:cubicBezTo>
                  <a:cubicBezTo>
                    <a:pt x="27" y="12"/>
                    <a:pt x="26" y="10"/>
                    <a:pt x="26" y="10"/>
                  </a:cubicBezTo>
                  <a:cubicBezTo>
                    <a:pt x="25" y="10"/>
                    <a:pt x="25" y="10"/>
                    <a:pt x="25" y="10"/>
                  </a:cubicBezTo>
                  <a:cubicBezTo>
                    <a:pt x="25" y="10"/>
                    <a:pt x="25" y="9"/>
                    <a:pt x="25" y="9"/>
                  </a:cubicBezTo>
                  <a:cubicBezTo>
                    <a:pt x="25" y="9"/>
                    <a:pt x="26" y="9"/>
                    <a:pt x="26" y="9"/>
                  </a:cubicBezTo>
                  <a:cubicBezTo>
                    <a:pt x="26" y="9"/>
                    <a:pt x="26" y="9"/>
                    <a:pt x="26" y="8"/>
                  </a:cubicBezTo>
                  <a:cubicBezTo>
                    <a:pt x="25" y="9"/>
                    <a:pt x="25" y="9"/>
                    <a:pt x="24" y="9"/>
                  </a:cubicBezTo>
                  <a:cubicBezTo>
                    <a:pt x="24" y="9"/>
                    <a:pt x="23" y="9"/>
                    <a:pt x="23" y="8"/>
                  </a:cubicBezTo>
                  <a:cubicBezTo>
                    <a:pt x="23" y="8"/>
                    <a:pt x="24" y="8"/>
                    <a:pt x="24" y="8"/>
                  </a:cubicBezTo>
                  <a:cubicBezTo>
                    <a:pt x="24" y="8"/>
                    <a:pt x="23" y="8"/>
                    <a:pt x="23" y="8"/>
                  </a:cubicBezTo>
                  <a:cubicBezTo>
                    <a:pt x="24" y="7"/>
                    <a:pt x="25" y="8"/>
                    <a:pt x="26" y="7"/>
                  </a:cubicBezTo>
                  <a:cubicBezTo>
                    <a:pt x="26" y="7"/>
                    <a:pt x="27" y="7"/>
                    <a:pt x="26" y="6"/>
                  </a:cubicBezTo>
                  <a:cubicBezTo>
                    <a:pt x="26" y="6"/>
                    <a:pt x="25" y="5"/>
                    <a:pt x="25" y="5"/>
                  </a:cubicBezTo>
                  <a:cubicBezTo>
                    <a:pt x="26" y="5"/>
                    <a:pt x="24" y="4"/>
                    <a:pt x="24" y="4"/>
                  </a:cubicBezTo>
                  <a:cubicBezTo>
                    <a:pt x="24" y="4"/>
                    <a:pt x="23" y="3"/>
                    <a:pt x="23" y="3"/>
                  </a:cubicBezTo>
                  <a:cubicBezTo>
                    <a:pt x="23" y="2"/>
                    <a:pt x="22" y="3"/>
                    <a:pt x="21" y="3"/>
                  </a:cubicBezTo>
                  <a:cubicBezTo>
                    <a:pt x="20" y="2"/>
                    <a:pt x="21" y="4"/>
                    <a:pt x="21" y="4"/>
                  </a:cubicBezTo>
                  <a:cubicBezTo>
                    <a:pt x="20" y="3"/>
                    <a:pt x="21" y="0"/>
                    <a:pt x="22" y="1"/>
                  </a:cubicBezTo>
                  <a:cubicBezTo>
                    <a:pt x="22" y="1"/>
                    <a:pt x="22" y="1"/>
                    <a:pt x="22" y="1"/>
                  </a:cubicBezTo>
                  <a:cubicBezTo>
                    <a:pt x="22" y="1"/>
                    <a:pt x="20" y="2"/>
                    <a:pt x="21" y="3"/>
                  </a:cubicBezTo>
                  <a:cubicBezTo>
                    <a:pt x="22" y="3"/>
                    <a:pt x="24" y="3"/>
                    <a:pt x="24" y="2"/>
                  </a:cubicBezTo>
                  <a:cubicBezTo>
                    <a:pt x="24" y="3"/>
                    <a:pt x="25" y="2"/>
                    <a:pt x="25" y="2"/>
                  </a:cubicBezTo>
                  <a:cubicBezTo>
                    <a:pt x="26" y="2"/>
                    <a:pt x="27" y="3"/>
                    <a:pt x="28" y="3"/>
                  </a:cubicBezTo>
                  <a:cubicBezTo>
                    <a:pt x="28" y="3"/>
                    <a:pt x="28" y="3"/>
                    <a:pt x="29" y="3"/>
                  </a:cubicBezTo>
                  <a:cubicBezTo>
                    <a:pt x="29" y="3"/>
                    <a:pt x="30" y="3"/>
                    <a:pt x="30" y="3"/>
                  </a:cubicBezTo>
                  <a:cubicBezTo>
                    <a:pt x="30" y="3"/>
                    <a:pt x="31" y="3"/>
                    <a:pt x="31" y="3"/>
                  </a:cubicBezTo>
                  <a:cubicBezTo>
                    <a:pt x="31" y="3"/>
                    <a:pt x="32" y="3"/>
                    <a:pt x="32" y="3"/>
                  </a:cubicBezTo>
                  <a:cubicBezTo>
                    <a:pt x="32" y="3"/>
                    <a:pt x="33" y="4"/>
                    <a:pt x="33" y="4"/>
                  </a:cubicBezTo>
                  <a:cubicBezTo>
                    <a:pt x="34" y="4"/>
                    <a:pt x="34" y="3"/>
                    <a:pt x="34" y="4"/>
                  </a:cubicBezTo>
                  <a:cubicBezTo>
                    <a:pt x="34" y="4"/>
                    <a:pt x="35" y="4"/>
                    <a:pt x="34" y="5"/>
                  </a:cubicBezTo>
                  <a:cubicBezTo>
                    <a:pt x="34" y="5"/>
                    <a:pt x="34" y="5"/>
                    <a:pt x="34" y="5"/>
                  </a:cubicBezTo>
                  <a:cubicBezTo>
                    <a:pt x="35" y="5"/>
                    <a:pt x="35" y="5"/>
                    <a:pt x="35" y="6"/>
                  </a:cubicBezTo>
                  <a:cubicBezTo>
                    <a:pt x="35" y="6"/>
                    <a:pt x="34" y="6"/>
                    <a:pt x="34" y="7"/>
                  </a:cubicBezTo>
                  <a:cubicBezTo>
                    <a:pt x="34" y="7"/>
                    <a:pt x="33" y="7"/>
                    <a:pt x="33" y="7"/>
                  </a:cubicBezTo>
                  <a:cubicBezTo>
                    <a:pt x="33" y="7"/>
                    <a:pt x="34" y="7"/>
                    <a:pt x="34" y="7"/>
                  </a:cubicBezTo>
                  <a:cubicBezTo>
                    <a:pt x="35" y="7"/>
                    <a:pt x="35" y="7"/>
                    <a:pt x="36" y="7"/>
                  </a:cubicBezTo>
                  <a:cubicBezTo>
                    <a:pt x="36" y="7"/>
                    <a:pt x="36" y="8"/>
                    <a:pt x="36" y="8"/>
                  </a:cubicBezTo>
                  <a:cubicBezTo>
                    <a:pt x="36" y="8"/>
                    <a:pt x="36" y="8"/>
                    <a:pt x="36" y="8"/>
                  </a:cubicBezTo>
                  <a:cubicBezTo>
                    <a:pt x="36" y="8"/>
                    <a:pt x="36" y="7"/>
                    <a:pt x="37" y="7"/>
                  </a:cubicBezTo>
                  <a:cubicBezTo>
                    <a:pt x="38" y="7"/>
                    <a:pt x="38" y="8"/>
                    <a:pt x="39" y="8"/>
                  </a:cubicBezTo>
                  <a:cubicBezTo>
                    <a:pt x="40" y="8"/>
                    <a:pt x="40" y="9"/>
                    <a:pt x="41" y="8"/>
                  </a:cubicBezTo>
                  <a:cubicBezTo>
                    <a:pt x="42" y="8"/>
                    <a:pt x="42" y="8"/>
                    <a:pt x="43" y="8"/>
                  </a:cubicBezTo>
                  <a:cubicBezTo>
                    <a:pt x="43" y="8"/>
                    <a:pt x="43" y="8"/>
                    <a:pt x="43" y="8"/>
                  </a:cubicBezTo>
                  <a:cubicBezTo>
                    <a:pt x="43" y="8"/>
                    <a:pt x="44" y="8"/>
                    <a:pt x="44" y="8"/>
                  </a:cubicBezTo>
                  <a:cubicBezTo>
                    <a:pt x="44" y="8"/>
                    <a:pt x="43" y="8"/>
                    <a:pt x="43" y="8"/>
                  </a:cubicBezTo>
                  <a:cubicBezTo>
                    <a:pt x="44" y="10"/>
                    <a:pt x="43" y="10"/>
                    <a:pt x="41" y="11"/>
                  </a:cubicBezTo>
                  <a:cubicBezTo>
                    <a:pt x="40" y="11"/>
                    <a:pt x="41" y="12"/>
                    <a:pt x="41" y="12"/>
                  </a:cubicBezTo>
                  <a:cubicBezTo>
                    <a:pt x="42" y="12"/>
                    <a:pt x="42" y="12"/>
                    <a:pt x="42" y="12"/>
                  </a:cubicBezTo>
                  <a:cubicBezTo>
                    <a:pt x="42" y="12"/>
                    <a:pt x="43" y="12"/>
                    <a:pt x="43" y="12"/>
                  </a:cubicBezTo>
                  <a:cubicBezTo>
                    <a:pt x="44" y="11"/>
                    <a:pt x="44" y="12"/>
                    <a:pt x="45" y="12"/>
                  </a:cubicBezTo>
                  <a:cubicBezTo>
                    <a:pt x="45" y="12"/>
                    <a:pt x="46" y="13"/>
                    <a:pt x="46" y="13"/>
                  </a:cubicBezTo>
                  <a:cubicBezTo>
                    <a:pt x="46" y="13"/>
                    <a:pt x="46" y="13"/>
                    <a:pt x="47" y="12"/>
                  </a:cubicBezTo>
                  <a:cubicBezTo>
                    <a:pt x="47" y="12"/>
                    <a:pt x="47" y="12"/>
                    <a:pt x="47" y="11"/>
                  </a:cubicBezTo>
                  <a:cubicBezTo>
                    <a:pt x="47" y="11"/>
                    <a:pt x="48" y="11"/>
                    <a:pt x="48" y="11"/>
                  </a:cubicBezTo>
                  <a:cubicBezTo>
                    <a:pt x="48" y="11"/>
                    <a:pt x="47" y="11"/>
                    <a:pt x="47" y="11"/>
                  </a:cubicBezTo>
                  <a:cubicBezTo>
                    <a:pt x="47" y="10"/>
                    <a:pt x="49" y="10"/>
                    <a:pt x="50" y="10"/>
                  </a:cubicBezTo>
                  <a:cubicBezTo>
                    <a:pt x="50" y="10"/>
                    <a:pt x="51" y="10"/>
                    <a:pt x="51" y="10"/>
                  </a:cubicBezTo>
                  <a:cubicBezTo>
                    <a:pt x="52" y="10"/>
                    <a:pt x="51" y="10"/>
                    <a:pt x="52" y="11"/>
                  </a:cubicBezTo>
                  <a:cubicBezTo>
                    <a:pt x="52" y="10"/>
                    <a:pt x="52" y="10"/>
                    <a:pt x="52" y="10"/>
                  </a:cubicBezTo>
                  <a:cubicBezTo>
                    <a:pt x="52" y="10"/>
                    <a:pt x="52" y="9"/>
                    <a:pt x="53" y="9"/>
                  </a:cubicBezTo>
                  <a:cubicBezTo>
                    <a:pt x="53" y="9"/>
                    <a:pt x="53" y="9"/>
                    <a:pt x="54" y="9"/>
                  </a:cubicBezTo>
                  <a:cubicBezTo>
                    <a:pt x="54" y="8"/>
                    <a:pt x="54" y="7"/>
                    <a:pt x="55" y="7"/>
                  </a:cubicBezTo>
                  <a:cubicBezTo>
                    <a:pt x="55" y="7"/>
                    <a:pt x="58" y="7"/>
                    <a:pt x="58" y="7"/>
                  </a:cubicBezTo>
                  <a:cubicBezTo>
                    <a:pt x="58" y="8"/>
                    <a:pt x="55" y="7"/>
                    <a:pt x="56" y="8"/>
                  </a:cubicBezTo>
                  <a:cubicBezTo>
                    <a:pt x="55" y="8"/>
                    <a:pt x="54" y="8"/>
                    <a:pt x="54" y="8"/>
                  </a:cubicBezTo>
                  <a:cubicBezTo>
                    <a:pt x="54" y="9"/>
                    <a:pt x="54" y="9"/>
                    <a:pt x="54" y="9"/>
                  </a:cubicBezTo>
                  <a:cubicBezTo>
                    <a:pt x="54" y="9"/>
                    <a:pt x="55" y="8"/>
                    <a:pt x="55" y="8"/>
                  </a:cubicBezTo>
                  <a:cubicBezTo>
                    <a:pt x="55" y="8"/>
                    <a:pt x="56" y="8"/>
                    <a:pt x="56" y="8"/>
                  </a:cubicBezTo>
                  <a:cubicBezTo>
                    <a:pt x="56" y="8"/>
                    <a:pt x="57" y="7"/>
                    <a:pt x="56" y="8"/>
                  </a:cubicBezTo>
                  <a:cubicBezTo>
                    <a:pt x="57" y="8"/>
                    <a:pt x="57" y="8"/>
                    <a:pt x="57" y="8"/>
                  </a:cubicBezTo>
                  <a:cubicBezTo>
                    <a:pt x="58" y="8"/>
                    <a:pt x="58" y="7"/>
                    <a:pt x="59" y="7"/>
                  </a:cubicBezTo>
                  <a:cubicBezTo>
                    <a:pt x="59" y="7"/>
                    <a:pt x="60" y="8"/>
                    <a:pt x="60" y="8"/>
                  </a:cubicBezTo>
                  <a:cubicBezTo>
                    <a:pt x="60" y="8"/>
                    <a:pt x="60" y="8"/>
                    <a:pt x="60" y="9"/>
                  </a:cubicBezTo>
                  <a:cubicBezTo>
                    <a:pt x="60" y="9"/>
                    <a:pt x="60" y="9"/>
                    <a:pt x="60" y="9"/>
                  </a:cubicBezTo>
                  <a:cubicBezTo>
                    <a:pt x="61" y="9"/>
                    <a:pt x="62" y="9"/>
                    <a:pt x="62" y="10"/>
                  </a:cubicBezTo>
                  <a:cubicBezTo>
                    <a:pt x="62" y="10"/>
                    <a:pt x="62" y="10"/>
                    <a:pt x="62" y="10"/>
                  </a:cubicBezTo>
                  <a:cubicBezTo>
                    <a:pt x="63" y="10"/>
                    <a:pt x="63" y="11"/>
                    <a:pt x="63" y="11"/>
                  </a:cubicBezTo>
                  <a:cubicBezTo>
                    <a:pt x="64" y="10"/>
                    <a:pt x="64" y="10"/>
                    <a:pt x="65" y="10"/>
                  </a:cubicBezTo>
                  <a:cubicBezTo>
                    <a:pt x="65" y="10"/>
                    <a:pt x="65" y="10"/>
                    <a:pt x="66" y="11"/>
                  </a:cubicBezTo>
                  <a:cubicBezTo>
                    <a:pt x="66" y="11"/>
                    <a:pt x="66" y="11"/>
                    <a:pt x="65" y="10"/>
                  </a:cubicBezTo>
                  <a:cubicBezTo>
                    <a:pt x="65" y="10"/>
                    <a:pt x="65" y="10"/>
                    <a:pt x="66" y="10"/>
                  </a:cubicBezTo>
                  <a:cubicBezTo>
                    <a:pt x="66" y="11"/>
                    <a:pt x="67" y="11"/>
                    <a:pt x="67" y="11"/>
                  </a:cubicBezTo>
                  <a:cubicBezTo>
                    <a:pt x="68" y="12"/>
                    <a:pt x="68" y="12"/>
                    <a:pt x="69" y="12"/>
                  </a:cubicBezTo>
                  <a:cubicBezTo>
                    <a:pt x="69" y="13"/>
                    <a:pt x="69" y="13"/>
                    <a:pt x="69" y="13"/>
                  </a:cubicBezTo>
                  <a:cubicBezTo>
                    <a:pt x="68" y="13"/>
                    <a:pt x="68" y="13"/>
                    <a:pt x="67" y="13"/>
                  </a:cubicBezTo>
                  <a:cubicBezTo>
                    <a:pt x="67" y="13"/>
                    <a:pt x="65" y="13"/>
                    <a:pt x="66" y="13"/>
                  </a:cubicBezTo>
                  <a:cubicBezTo>
                    <a:pt x="66" y="13"/>
                    <a:pt x="67" y="13"/>
                    <a:pt x="66" y="12"/>
                  </a:cubicBezTo>
                  <a:cubicBezTo>
                    <a:pt x="66" y="12"/>
                    <a:pt x="67" y="12"/>
                    <a:pt x="67" y="12"/>
                  </a:cubicBezTo>
                  <a:cubicBezTo>
                    <a:pt x="67" y="12"/>
                    <a:pt x="67" y="12"/>
                    <a:pt x="68" y="12"/>
                  </a:cubicBezTo>
                  <a:cubicBezTo>
                    <a:pt x="68" y="12"/>
                    <a:pt x="67" y="12"/>
                    <a:pt x="67" y="11"/>
                  </a:cubicBezTo>
                  <a:cubicBezTo>
                    <a:pt x="66" y="11"/>
                    <a:pt x="67" y="12"/>
                    <a:pt x="66" y="12"/>
                  </a:cubicBezTo>
                  <a:cubicBezTo>
                    <a:pt x="66" y="12"/>
                    <a:pt x="66" y="11"/>
                    <a:pt x="66" y="11"/>
                  </a:cubicBezTo>
                  <a:cubicBezTo>
                    <a:pt x="66" y="11"/>
                    <a:pt x="65" y="12"/>
                    <a:pt x="65" y="12"/>
                  </a:cubicBezTo>
                  <a:cubicBezTo>
                    <a:pt x="65" y="11"/>
                    <a:pt x="65" y="11"/>
                    <a:pt x="65" y="11"/>
                  </a:cubicBezTo>
                  <a:cubicBezTo>
                    <a:pt x="65" y="11"/>
                    <a:pt x="65" y="11"/>
                    <a:pt x="65" y="11"/>
                  </a:cubicBezTo>
                  <a:cubicBezTo>
                    <a:pt x="65" y="12"/>
                    <a:pt x="66" y="12"/>
                    <a:pt x="66" y="12"/>
                  </a:cubicBezTo>
                  <a:cubicBezTo>
                    <a:pt x="67" y="13"/>
                    <a:pt x="66" y="13"/>
                    <a:pt x="66" y="13"/>
                  </a:cubicBezTo>
                  <a:cubicBezTo>
                    <a:pt x="65" y="14"/>
                    <a:pt x="68" y="14"/>
                    <a:pt x="68" y="14"/>
                  </a:cubicBezTo>
                  <a:cubicBezTo>
                    <a:pt x="68" y="14"/>
                    <a:pt x="69" y="15"/>
                    <a:pt x="69" y="14"/>
                  </a:cubicBezTo>
                  <a:cubicBezTo>
                    <a:pt x="69" y="14"/>
                    <a:pt x="69" y="15"/>
                    <a:pt x="69" y="15"/>
                  </a:cubicBezTo>
                  <a:cubicBezTo>
                    <a:pt x="70" y="15"/>
                    <a:pt x="70" y="16"/>
                    <a:pt x="70" y="17"/>
                  </a:cubicBezTo>
                  <a:cubicBezTo>
                    <a:pt x="70" y="17"/>
                    <a:pt x="71" y="18"/>
                    <a:pt x="71" y="18"/>
                  </a:cubicBezTo>
                  <a:cubicBezTo>
                    <a:pt x="71" y="19"/>
                    <a:pt x="71" y="19"/>
                    <a:pt x="71" y="20"/>
                  </a:cubicBezTo>
                  <a:cubicBezTo>
                    <a:pt x="71" y="20"/>
                    <a:pt x="71" y="20"/>
                    <a:pt x="71" y="20"/>
                  </a:cubicBezTo>
                  <a:cubicBezTo>
                    <a:pt x="70" y="20"/>
                    <a:pt x="71" y="21"/>
                    <a:pt x="71" y="21"/>
                  </a:cubicBezTo>
                  <a:cubicBezTo>
                    <a:pt x="70" y="22"/>
                    <a:pt x="70" y="22"/>
                    <a:pt x="69" y="22"/>
                  </a:cubicBezTo>
                  <a:cubicBezTo>
                    <a:pt x="69" y="22"/>
                    <a:pt x="69" y="23"/>
                    <a:pt x="69" y="23"/>
                  </a:cubicBezTo>
                  <a:cubicBezTo>
                    <a:pt x="69" y="23"/>
                    <a:pt x="68" y="24"/>
                    <a:pt x="69" y="24"/>
                  </a:cubicBezTo>
                  <a:cubicBezTo>
                    <a:pt x="69" y="24"/>
                    <a:pt x="70" y="25"/>
                    <a:pt x="71" y="25"/>
                  </a:cubicBezTo>
                  <a:cubicBezTo>
                    <a:pt x="72" y="26"/>
                    <a:pt x="72" y="26"/>
                    <a:pt x="73" y="26"/>
                  </a:cubicBezTo>
                  <a:cubicBezTo>
                    <a:pt x="73" y="27"/>
                    <a:pt x="73" y="27"/>
                    <a:pt x="73" y="27"/>
                  </a:cubicBezTo>
                  <a:cubicBezTo>
                    <a:pt x="73" y="28"/>
                    <a:pt x="72" y="28"/>
                    <a:pt x="72" y="29"/>
                  </a:cubicBezTo>
                  <a:cubicBezTo>
                    <a:pt x="73" y="30"/>
                    <a:pt x="73" y="30"/>
                    <a:pt x="73" y="31"/>
                  </a:cubicBezTo>
                  <a:cubicBezTo>
                    <a:pt x="73" y="31"/>
                    <a:pt x="73" y="31"/>
                    <a:pt x="74" y="32"/>
                  </a:cubicBezTo>
                  <a:cubicBezTo>
                    <a:pt x="74" y="32"/>
                    <a:pt x="74" y="32"/>
                    <a:pt x="74" y="33"/>
                  </a:cubicBezTo>
                  <a:cubicBezTo>
                    <a:pt x="74" y="33"/>
                    <a:pt x="74" y="33"/>
                    <a:pt x="73" y="34"/>
                  </a:cubicBezTo>
                  <a:cubicBezTo>
                    <a:pt x="73" y="34"/>
                    <a:pt x="73" y="34"/>
                    <a:pt x="73" y="35"/>
                  </a:cubicBezTo>
                  <a:cubicBezTo>
                    <a:pt x="73" y="36"/>
                    <a:pt x="74" y="36"/>
                    <a:pt x="74" y="37"/>
                  </a:cubicBezTo>
                  <a:cubicBezTo>
                    <a:pt x="73" y="38"/>
                    <a:pt x="75" y="38"/>
                    <a:pt x="75" y="38"/>
                  </a:cubicBezTo>
                  <a:cubicBezTo>
                    <a:pt x="76" y="38"/>
                    <a:pt x="76" y="39"/>
                    <a:pt x="76" y="39"/>
                  </a:cubicBezTo>
                  <a:cubicBezTo>
                    <a:pt x="76" y="40"/>
                    <a:pt x="77" y="40"/>
                    <a:pt x="77" y="41"/>
                  </a:cubicBezTo>
                  <a:close/>
                  <a:moveTo>
                    <a:pt x="22" y="18"/>
                  </a:moveTo>
                  <a:cubicBezTo>
                    <a:pt x="22" y="18"/>
                    <a:pt x="22" y="18"/>
                    <a:pt x="22" y="18"/>
                  </a:cubicBezTo>
                  <a:cubicBezTo>
                    <a:pt x="22" y="18"/>
                    <a:pt x="22" y="18"/>
                    <a:pt x="22" y="18"/>
                  </a:cubicBezTo>
                  <a:close/>
                  <a:moveTo>
                    <a:pt x="13" y="15"/>
                  </a:moveTo>
                  <a:cubicBezTo>
                    <a:pt x="12" y="14"/>
                    <a:pt x="11" y="15"/>
                    <a:pt x="11" y="15"/>
                  </a:cubicBezTo>
                  <a:cubicBezTo>
                    <a:pt x="11" y="15"/>
                    <a:pt x="11" y="15"/>
                    <a:pt x="11" y="15"/>
                  </a:cubicBezTo>
                  <a:cubicBezTo>
                    <a:pt x="12" y="15"/>
                    <a:pt x="12" y="15"/>
                    <a:pt x="13" y="1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84" name="Georgia">
              <a:extLst>
                <a:ext uri="{FF2B5EF4-FFF2-40B4-BE49-F238E27FC236}">
                  <a16:creationId xmlns:a16="http://schemas.microsoft.com/office/drawing/2014/main" id="{9AEF5A38-2585-1B73-D155-E85744254F2F}"/>
                </a:ext>
              </a:extLst>
            </p:cNvPr>
            <p:cNvSpPr>
              <a:spLocks/>
            </p:cNvSpPr>
            <p:nvPr/>
          </p:nvSpPr>
          <p:spPr bwMode="auto">
            <a:xfrm>
              <a:off x="6971877" y="2349646"/>
              <a:ext cx="223476" cy="98997"/>
            </a:xfrm>
            <a:custGeom>
              <a:avLst/>
              <a:gdLst/>
              <a:ahLst/>
              <a:cxnLst>
                <a:cxn ang="0">
                  <a:pos x="59" y="22"/>
                </a:cxn>
                <a:cxn ang="0">
                  <a:pos x="58" y="20"/>
                </a:cxn>
                <a:cxn ang="0">
                  <a:pos x="58" y="18"/>
                </a:cxn>
                <a:cxn ang="0">
                  <a:pos x="56" y="17"/>
                </a:cxn>
                <a:cxn ang="0">
                  <a:pos x="54" y="16"/>
                </a:cxn>
                <a:cxn ang="0">
                  <a:pos x="52" y="12"/>
                </a:cxn>
                <a:cxn ang="0">
                  <a:pos x="47" y="10"/>
                </a:cxn>
                <a:cxn ang="0">
                  <a:pos x="44" y="9"/>
                </a:cxn>
                <a:cxn ang="0">
                  <a:pos x="42" y="9"/>
                </a:cxn>
                <a:cxn ang="0">
                  <a:pos x="39" y="9"/>
                </a:cxn>
                <a:cxn ang="0">
                  <a:pos x="36" y="11"/>
                </a:cxn>
                <a:cxn ang="0">
                  <a:pos x="34" y="10"/>
                </a:cxn>
                <a:cxn ang="0">
                  <a:pos x="31" y="8"/>
                </a:cxn>
                <a:cxn ang="0">
                  <a:pos x="27" y="5"/>
                </a:cxn>
                <a:cxn ang="0">
                  <a:pos x="23" y="4"/>
                </a:cxn>
                <a:cxn ang="0">
                  <a:pos x="20" y="4"/>
                </a:cxn>
                <a:cxn ang="0">
                  <a:pos x="17" y="4"/>
                </a:cxn>
                <a:cxn ang="0">
                  <a:pos x="12" y="2"/>
                </a:cxn>
                <a:cxn ang="0">
                  <a:pos x="9" y="2"/>
                </a:cxn>
                <a:cxn ang="0">
                  <a:pos x="5" y="0"/>
                </a:cxn>
                <a:cxn ang="0">
                  <a:pos x="2" y="0"/>
                </a:cxn>
                <a:cxn ang="0">
                  <a:pos x="2" y="3"/>
                </a:cxn>
                <a:cxn ang="0">
                  <a:pos x="4" y="5"/>
                </a:cxn>
                <a:cxn ang="0">
                  <a:pos x="8" y="5"/>
                </a:cxn>
                <a:cxn ang="0">
                  <a:pos x="10" y="7"/>
                </a:cxn>
                <a:cxn ang="0">
                  <a:pos x="14" y="9"/>
                </a:cxn>
                <a:cxn ang="0">
                  <a:pos x="16" y="14"/>
                </a:cxn>
                <a:cxn ang="0">
                  <a:pos x="17" y="15"/>
                </a:cxn>
                <a:cxn ang="0">
                  <a:pos x="18" y="17"/>
                </a:cxn>
                <a:cxn ang="0">
                  <a:pos x="19" y="23"/>
                </a:cxn>
                <a:cxn ang="0">
                  <a:pos x="21" y="22"/>
                </a:cxn>
                <a:cxn ang="0">
                  <a:pos x="25" y="22"/>
                </a:cxn>
                <a:cxn ang="0">
                  <a:pos x="28" y="23"/>
                </a:cxn>
                <a:cxn ang="0">
                  <a:pos x="29" y="23"/>
                </a:cxn>
                <a:cxn ang="0">
                  <a:pos x="32" y="25"/>
                </a:cxn>
                <a:cxn ang="0">
                  <a:pos x="33" y="26"/>
                </a:cxn>
                <a:cxn ang="0">
                  <a:pos x="35" y="26"/>
                </a:cxn>
                <a:cxn ang="0">
                  <a:pos x="38" y="26"/>
                </a:cxn>
                <a:cxn ang="0">
                  <a:pos x="40" y="26"/>
                </a:cxn>
                <a:cxn ang="0">
                  <a:pos x="42" y="26"/>
                </a:cxn>
                <a:cxn ang="0">
                  <a:pos x="44" y="26"/>
                </a:cxn>
                <a:cxn ang="0">
                  <a:pos x="45" y="25"/>
                </a:cxn>
                <a:cxn ang="0">
                  <a:pos x="46" y="25"/>
                </a:cxn>
                <a:cxn ang="0">
                  <a:pos x="49" y="24"/>
                </a:cxn>
                <a:cxn ang="0">
                  <a:pos x="51" y="23"/>
                </a:cxn>
                <a:cxn ang="0">
                  <a:pos x="54" y="25"/>
                </a:cxn>
                <a:cxn ang="0">
                  <a:pos x="57" y="26"/>
                </a:cxn>
                <a:cxn ang="0">
                  <a:pos x="61" y="27"/>
                </a:cxn>
                <a:cxn ang="0">
                  <a:pos x="62" y="27"/>
                </a:cxn>
                <a:cxn ang="0">
                  <a:pos x="60" y="23"/>
                </a:cxn>
              </a:cxnLst>
              <a:rect l="0" t="0" r="r" b="b"/>
              <a:pathLst>
                <a:path w="63" h="28">
                  <a:moveTo>
                    <a:pt x="60" y="23"/>
                  </a:moveTo>
                  <a:cubicBezTo>
                    <a:pt x="59" y="23"/>
                    <a:pt x="59" y="22"/>
                    <a:pt x="59" y="22"/>
                  </a:cubicBezTo>
                  <a:cubicBezTo>
                    <a:pt x="58" y="21"/>
                    <a:pt x="58" y="21"/>
                    <a:pt x="58" y="21"/>
                  </a:cubicBezTo>
                  <a:cubicBezTo>
                    <a:pt x="57" y="21"/>
                    <a:pt x="57" y="20"/>
                    <a:pt x="58" y="20"/>
                  </a:cubicBezTo>
                  <a:cubicBezTo>
                    <a:pt x="58" y="20"/>
                    <a:pt x="59" y="20"/>
                    <a:pt x="59" y="19"/>
                  </a:cubicBezTo>
                  <a:cubicBezTo>
                    <a:pt x="60" y="18"/>
                    <a:pt x="59" y="18"/>
                    <a:pt x="58" y="18"/>
                  </a:cubicBezTo>
                  <a:cubicBezTo>
                    <a:pt x="58" y="17"/>
                    <a:pt x="58" y="17"/>
                    <a:pt x="57" y="17"/>
                  </a:cubicBezTo>
                  <a:cubicBezTo>
                    <a:pt x="56" y="17"/>
                    <a:pt x="56" y="17"/>
                    <a:pt x="56" y="17"/>
                  </a:cubicBezTo>
                  <a:cubicBezTo>
                    <a:pt x="55" y="17"/>
                    <a:pt x="55" y="17"/>
                    <a:pt x="55" y="17"/>
                  </a:cubicBezTo>
                  <a:cubicBezTo>
                    <a:pt x="54" y="16"/>
                    <a:pt x="54" y="16"/>
                    <a:pt x="54" y="16"/>
                  </a:cubicBezTo>
                  <a:cubicBezTo>
                    <a:pt x="53" y="16"/>
                    <a:pt x="51" y="15"/>
                    <a:pt x="52" y="14"/>
                  </a:cubicBezTo>
                  <a:cubicBezTo>
                    <a:pt x="52" y="13"/>
                    <a:pt x="52" y="13"/>
                    <a:pt x="52" y="12"/>
                  </a:cubicBezTo>
                  <a:cubicBezTo>
                    <a:pt x="52" y="11"/>
                    <a:pt x="50" y="11"/>
                    <a:pt x="49" y="11"/>
                  </a:cubicBezTo>
                  <a:cubicBezTo>
                    <a:pt x="48" y="11"/>
                    <a:pt x="48" y="11"/>
                    <a:pt x="47" y="10"/>
                  </a:cubicBezTo>
                  <a:cubicBezTo>
                    <a:pt x="47" y="9"/>
                    <a:pt x="46" y="9"/>
                    <a:pt x="46" y="9"/>
                  </a:cubicBezTo>
                  <a:cubicBezTo>
                    <a:pt x="45" y="9"/>
                    <a:pt x="45" y="9"/>
                    <a:pt x="44" y="9"/>
                  </a:cubicBezTo>
                  <a:cubicBezTo>
                    <a:pt x="43" y="8"/>
                    <a:pt x="44" y="10"/>
                    <a:pt x="43" y="10"/>
                  </a:cubicBezTo>
                  <a:cubicBezTo>
                    <a:pt x="43" y="10"/>
                    <a:pt x="42" y="9"/>
                    <a:pt x="42" y="9"/>
                  </a:cubicBezTo>
                  <a:cubicBezTo>
                    <a:pt x="41" y="9"/>
                    <a:pt x="41" y="9"/>
                    <a:pt x="40" y="9"/>
                  </a:cubicBezTo>
                  <a:cubicBezTo>
                    <a:pt x="40" y="9"/>
                    <a:pt x="39" y="9"/>
                    <a:pt x="39" y="9"/>
                  </a:cubicBezTo>
                  <a:cubicBezTo>
                    <a:pt x="38" y="10"/>
                    <a:pt x="38" y="10"/>
                    <a:pt x="38" y="10"/>
                  </a:cubicBezTo>
                  <a:cubicBezTo>
                    <a:pt x="37" y="10"/>
                    <a:pt x="37" y="11"/>
                    <a:pt x="36" y="11"/>
                  </a:cubicBezTo>
                  <a:cubicBezTo>
                    <a:pt x="36" y="11"/>
                    <a:pt x="35" y="11"/>
                    <a:pt x="35" y="11"/>
                  </a:cubicBezTo>
                  <a:cubicBezTo>
                    <a:pt x="35" y="10"/>
                    <a:pt x="34" y="10"/>
                    <a:pt x="34" y="10"/>
                  </a:cubicBezTo>
                  <a:cubicBezTo>
                    <a:pt x="35" y="9"/>
                    <a:pt x="34" y="8"/>
                    <a:pt x="33" y="8"/>
                  </a:cubicBezTo>
                  <a:cubicBezTo>
                    <a:pt x="32" y="8"/>
                    <a:pt x="32" y="8"/>
                    <a:pt x="31" y="8"/>
                  </a:cubicBezTo>
                  <a:cubicBezTo>
                    <a:pt x="31" y="7"/>
                    <a:pt x="30" y="7"/>
                    <a:pt x="30" y="7"/>
                  </a:cubicBezTo>
                  <a:cubicBezTo>
                    <a:pt x="29" y="7"/>
                    <a:pt x="27" y="6"/>
                    <a:pt x="27" y="5"/>
                  </a:cubicBezTo>
                  <a:cubicBezTo>
                    <a:pt x="27" y="5"/>
                    <a:pt x="25" y="4"/>
                    <a:pt x="24" y="4"/>
                  </a:cubicBezTo>
                  <a:cubicBezTo>
                    <a:pt x="24" y="4"/>
                    <a:pt x="24" y="5"/>
                    <a:pt x="23" y="4"/>
                  </a:cubicBezTo>
                  <a:cubicBezTo>
                    <a:pt x="23" y="4"/>
                    <a:pt x="22" y="4"/>
                    <a:pt x="22" y="4"/>
                  </a:cubicBezTo>
                  <a:cubicBezTo>
                    <a:pt x="21" y="4"/>
                    <a:pt x="21" y="4"/>
                    <a:pt x="20" y="4"/>
                  </a:cubicBezTo>
                  <a:cubicBezTo>
                    <a:pt x="19" y="4"/>
                    <a:pt x="19" y="4"/>
                    <a:pt x="19" y="4"/>
                  </a:cubicBezTo>
                  <a:cubicBezTo>
                    <a:pt x="18" y="4"/>
                    <a:pt x="18" y="4"/>
                    <a:pt x="17" y="4"/>
                  </a:cubicBezTo>
                  <a:cubicBezTo>
                    <a:pt x="16" y="4"/>
                    <a:pt x="16" y="4"/>
                    <a:pt x="15" y="4"/>
                  </a:cubicBezTo>
                  <a:cubicBezTo>
                    <a:pt x="14" y="4"/>
                    <a:pt x="13" y="3"/>
                    <a:pt x="12" y="2"/>
                  </a:cubicBezTo>
                  <a:cubicBezTo>
                    <a:pt x="11" y="2"/>
                    <a:pt x="11" y="2"/>
                    <a:pt x="10" y="2"/>
                  </a:cubicBezTo>
                  <a:cubicBezTo>
                    <a:pt x="9" y="2"/>
                    <a:pt x="9" y="2"/>
                    <a:pt x="9" y="2"/>
                  </a:cubicBezTo>
                  <a:cubicBezTo>
                    <a:pt x="8" y="1"/>
                    <a:pt x="7" y="1"/>
                    <a:pt x="7" y="1"/>
                  </a:cubicBezTo>
                  <a:cubicBezTo>
                    <a:pt x="6" y="1"/>
                    <a:pt x="6" y="0"/>
                    <a:pt x="5" y="0"/>
                  </a:cubicBezTo>
                  <a:cubicBezTo>
                    <a:pt x="5" y="1"/>
                    <a:pt x="4" y="1"/>
                    <a:pt x="4" y="0"/>
                  </a:cubicBezTo>
                  <a:cubicBezTo>
                    <a:pt x="3" y="0"/>
                    <a:pt x="2" y="0"/>
                    <a:pt x="2" y="0"/>
                  </a:cubicBezTo>
                  <a:cubicBezTo>
                    <a:pt x="0" y="0"/>
                    <a:pt x="0" y="1"/>
                    <a:pt x="0" y="2"/>
                  </a:cubicBezTo>
                  <a:cubicBezTo>
                    <a:pt x="1" y="2"/>
                    <a:pt x="2" y="2"/>
                    <a:pt x="2" y="3"/>
                  </a:cubicBezTo>
                  <a:cubicBezTo>
                    <a:pt x="3" y="3"/>
                    <a:pt x="3" y="4"/>
                    <a:pt x="3" y="4"/>
                  </a:cubicBezTo>
                  <a:cubicBezTo>
                    <a:pt x="3" y="5"/>
                    <a:pt x="4" y="4"/>
                    <a:pt x="4" y="5"/>
                  </a:cubicBezTo>
                  <a:cubicBezTo>
                    <a:pt x="5" y="5"/>
                    <a:pt x="5" y="5"/>
                    <a:pt x="6" y="5"/>
                  </a:cubicBezTo>
                  <a:cubicBezTo>
                    <a:pt x="6" y="5"/>
                    <a:pt x="7" y="5"/>
                    <a:pt x="8" y="5"/>
                  </a:cubicBezTo>
                  <a:cubicBezTo>
                    <a:pt x="8" y="6"/>
                    <a:pt x="8" y="6"/>
                    <a:pt x="9" y="6"/>
                  </a:cubicBezTo>
                  <a:cubicBezTo>
                    <a:pt x="9" y="7"/>
                    <a:pt x="10" y="6"/>
                    <a:pt x="10" y="7"/>
                  </a:cubicBezTo>
                  <a:cubicBezTo>
                    <a:pt x="10" y="7"/>
                    <a:pt x="10" y="8"/>
                    <a:pt x="11" y="8"/>
                  </a:cubicBezTo>
                  <a:cubicBezTo>
                    <a:pt x="11" y="9"/>
                    <a:pt x="13" y="9"/>
                    <a:pt x="14" y="9"/>
                  </a:cubicBezTo>
                  <a:cubicBezTo>
                    <a:pt x="14" y="10"/>
                    <a:pt x="15" y="11"/>
                    <a:pt x="15" y="12"/>
                  </a:cubicBezTo>
                  <a:cubicBezTo>
                    <a:pt x="15" y="13"/>
                    <a:pt x="16" y="13"/>
                    <a:pt x="16" y="14"/>
                  </a:cubicBezTo>
                  <a:cubicBezTo>
                    <a:pt x="16" y="15"/>
                    <a:pt x="16" y="15"/>
                    <a:pt x="16" y="15"/>
                  </a:cubicBezTo>
                  <a:cubicBezTo>
                    <a:pt x="17" y="16"/>
                    <a:pt x="17" y="16"/>
                    <a:pt x="17" y="15"/>
                  </a:cubicBezTo>
                  <a:cubicBezTo>
                    <a:pt x="18" y="15"/>
                    <a:pt x="17" y="16"/>
                    <a:pt x="17" y="16"/>
                  </a:cubicBezTo>
                  <a:cubicBezTo>
                    <a:pt x="17" y="16"/>
                    <a:pt x="18" y="17"/>
                    <a:pt x="18" y="17"/>
                  </a:cubicBezTo>
                  <a:cubicBezTo>
                    <a:pt x="18" y="19"/>
                    <a:pt x="17" y="21"/>
                    <a:pt x="16" y="22"/>
                  </a:cubicBezTo>
                  <a:cubicBezTo>
                    <a:pt x="17" y="22"/>
                    <a:pt x="18" y="23"/>
                    <a:pt x="19" y="23"/>
                  </a:cubicBezTo>
                  <a:cubicBezTo>
                    <a:pt x="19" y="23"/>
                    <a:pt x="20" y="23"/>
                    <a:pt x="20" y="23"/>
                  </a:cubicBezTo>
                  <a:cubicBezTo>
                    <a:pt x="20" y="22"/>
                    <a:pt x="20" y="22"/>
                    <a:pt x="21" y="22"/>
                  </a:cubicBezTo>
                  <a:cubicBezTo>
                    <a:pt x="22" y="23"/>
                    <a:pt x="23" y="22"/>
                    <a:pt x="24" y="23"/>
                  </a:cubicBezTo>
                  <a:cubicBezTo>
                    <a:pt x="25" y="23"/>
                    <a:pt x="25" y="23"/>
                    <a:pt x="25" y="22"/>
                  </a:cubicBezTo>
                  <a:cubicBezTo>
                    <a:pt x="26" y="21"/>
                    <a:pt x="27" y="22"/>
                    <a:pt x="28" y="22"/>
                  </a:cubicBezTo>
                  <a:cubicBezTo>
                    <a:pt x="28" y="22"/>
                    <a:pt x="27" y="23"/>
                    <a:pt x="28" y="23"/>
                  </a:cubicBezTo>
                  <a:cubicBezTo>
                    <a:pt x="28" y="23"/>
                    <a:pt x="28" y="23"/>
                    <a:pt x="28" y="22"/>
                  </a:cubicBezTo>
                  <a:cubicBezTo>
                    <a:pt x="28" y="22"/>
                    <a:pt x="29" y="23"/>
                    <a:pt x="29" y="23"/>
                  </a:cubicBezTo>
                  <a:cubicBezTo>
                    <a:pt x="30" y="24"/>
                    <a:pt x="30" y="24"/>
                    <a:pt x="31" y="24"/>
                  </a:cubicBezTo>
                  <a:cubicBezTo>
                    <a:pt x="31" y="24"/>
                    <a:pt x="31" y="24"/>
                    <a:pt x="32" y="25"/>
                  </a:cubicBezTo>
                  <a:cubicBezTo>
                    <a:pt x="32" y="25"/>
                    <a:pt x="31" y="25"/>
                    <a:pt x="31" y="25"/>
                  </a:cubicBezTo>
                  <a:cubicBezTo>
                    <a:pt x="32" y="25"/>
                    <a:pt x="32" y="27"/>
                    <a:pt x="33" y="26"/>
                  </a:cubicBezTo>
                  <a:cubicBezTo>
                    <a:pt x="33" y="26"/>
                    <a:pt x="34" y="26"/>
                    <a:pt x="34" y="27"/>
                  </a:cubicBezTo>
                  <a:cubicBezTo>
                    <a:pt x="34" y="27"/>
                    <a:pt x="35" y="26"/>
                    <a:pt x="35" y="26"/>
                  </a:cubicBezTo>
                  <a:cubicBezTo>
                    <a:pt x="36" y="27"/>
                    <a:pt x="36" y="27"/>
                    <a:pt x="37" y="27"/>
                  </a:cubicBezTo>
                  <a:cubicBezTo>
                    <a:pt x="37" y="27"/>
                    <a:pt x="37" y="26"/>
                    <a:pt x="38" y="26"/>
                  </a:cubicBezTo>
                  <a:cubicBezTo>
                    <a:pt x="38" y="26"/>
                    <a:pt x="39" y="26"/>
                    <a:pt x="39" y="26"/>
                  </a:cubicBezTo>
                  <a:cubicBezTo>
                    <a:pt x="40" y="26"/>
                    <a:pt x="40" y="26"/>
                    <a:pt x="40" y="26"/>
                  </a:cubicBezTo>
                  <a:cubicBezTo>
                    <a:pt x="41" y="25"/>
                    <a:pt x="41" y="25"/>
                    <a:pt x="41" y="26"/>
                  </a:cubicBezTo>
                  <a:cubicBezTo>
                    <a:pt x="41" y="26"/>
                    <a:pt x="42" y="26"/>
                    <a:pt x="42" y="26"/>
                  </a:cubicBezTo>
                  <a:cubicBezTo>
                    <a:pt x="42" y="25"/>
                    <a:pt x="43" y="26"/>
                    <a:pt x="43" y="26"/>
                  </a:cubicBezTo>
                  <a:cubicBezTo>
                    <a:pt x="43" y="26"/>
                    <a:pt x="43" y="26"/>
                    <a:pt x="44" y="26"/>
                  </a:cubicBezTo>
                  <a:cubicBezTo>
                    <a:pt x="44" y="26"/>
                    <a:pt x="44" y="26"/>
                    <a:pt x="44" y="26"/>
                  </a:cubicBezTo>
                  <a:cubicBezTo>
                    <a:pt x="44" y="25"/>
                    <a:pt x="44" y="25"/>
                    <a:pt x="45" y="25"/>
                  </a:cubicBezTo>
                  <a:cubicBezTo>
                    <a:pt x="45" y="25"/>
                    <a:pt x="46" y="26"/>
                    <a:pt x="47" y="26"/>
                  </a:cubicBezTo>
                  <a:cubicBezTo>
                    <a:pt x="47" y="26"/>
                    <a:pt x="46" y="25"/>
                    <a:pt x="46" y="25"/>
                  </a:cubicBezTo>
                  <a:cubicBezTo>
                    <a:pt x="46" y="25"/>
                    <a:pt x="47" y="25"/>
                    <a:pt x="47" y="25"/>
                  </a:cubicBezTo>
                  <a:cubicBezTo>
                    <a:pt x="48" y="25"/>
                    <a:pt x="48" y="24"/>
                    <a:pt x="49" y="24"/>
                  </a:cubicBezTo>
                  <a:cubicBezTo>
                    <a:pt x="49" y="24"/>
                    <a:pt x="49" y="23"/>
                    <a:pt x="50" y="23"/>
                  </a:cubicBezTo>
                  <a:cubicBezTo>
                    <a:pt x="50" y="23"/>
                    <a:pt x="51" y="23"/>
                    <a:pt x="51" y="23"/>
                  </a:cubicBezTo>
                  <a:cubicBezTo>
                    <a:pt x="51" y="23"/>
                    <a:pt x="54" y="24"/>
                    <a:pt x="54" y="24"/>
                  </a:cubicBezTo>
                  <a:cubicBezTo>
                    <a:pt x="54" y="25"/>
                    <a:pt x="53" y="24"/>
                    <a:pt x="54" y="25"/>
                  </a:cubicBezTo>
                  <a:cubicBezTo>
                    <a:pt x="54" y="25"/>
                    <a:pt x="55" y="26"/>
                    <a:pt x="55" y="26"/>
                  </a:cubicBezTo>
                  <a:cubicBezTo>
                    <a:pt x="56" y="26"/>
                    <a:pt x="57" y="26"/>
                    <a:pt x="57" y="26"/>
                  </a:cubicBezTo>
                  <a:cubicBezTo>
                    <a:pt x="58" y="26"/>
                    <a:pt x="58" y="26"/>
                    <a:pt x="59" y="26"/>
                  </a:cubicBezTo>
                  <a:cubicBezTo>
                    <a:pt x="59" y="26"/>
                    <a:pt x="61" y="28"/>
                    <a:pt x="61" y="27"/>
                  </a:cubicBezTo>
                  <a:cubicBezTo>
                    <a:pt x="62" y="27"/>
                    <a:pt x="61" y="27"/>
                    <a:pt x="62" y="27"/>
                  </a:cubicBezTo>
                  <a:cubicBezTo>
                    <a:pt x="62" y="27"/>
                    <a:pt x="62" y="27"/>
                    <a:pt x="62" y="27"/>
                  </a:cubicBezTo>
                  <a:cubicBezTo>
                    <a:pt x="62" y="26"/>
                    <a:pt x="63" y="25"/>
                    <a:pt x="63" y="25"/>
                  </a:cubicBezTo>
                  <a:cubicBezTo>
                    <a:pt x="63" y="24"/>
                    <a:pt x="60" y="23"/>
                    <a:pt x="60" y="2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85" name="Gambia">
              <a:extLst>
                <a:ext uri="{FF2B5EF4-FFF2-40B4-BE49-F238E27FC236}">
                  <a16:creationId xmlns:a16="http://schemas.microsoft.com/office/drawing/2014/main" id="{ABDAD0E9-6E67-5BA0-2209-0C1D66D32273}"/>
                </a:ext>
              </a:extLst>
            </p:cNvPr>
            <p:cNvSpPr>
              <a:spLocks/>
            </p:cNvSpPr>
            <p:nvPr/>
          </p:nvSpPr>
          <p:spPr bwMode="auto">
            <a:xfrm>
              <a:off x="5123288" y="3505259"/>
              <a:ext cx="106839" cy="32346"/>
            </a:xfrm>
            <a:custGeom>
              <a:avLst/>
              <a:gdLst/>
              <a:ahLst/>
              <a:cxnLst>
                <a:cxn ang="0">
                  <a:pos x="28" y="3"/>
                </a:cxn>
                <a:cxn ang="0">
                  <a:pos x="25" y="4"/>
                </a:cxn>
                <a:cxn ang="0">
                  <a:pos x="23" y="3"/>
                </a:cxn>
                <a:cxn ang="0">
                  <a:pos x="22" y="2"/>
                </a:cxn>
                <a:cxn ang="0">
                  <a:pos x="20" y="3"/>
                </a:cxn>
                <a:cxn ang="0">
                  <a:pos x="18" y="1"/>
                </a:cxn>
                <a:cxn ang="0">
                  <a:pos x="17" y="1"/>
                </a:cxn>
                <a:cxn ang="0">
                  <a:pos x="15" y="1"/>
                </a:cxn>
                <a:cxn ang="0">
                  <a:pos x="13" y="2"/>
                </a:cxn>
                <a:cxn ang="0">
                  <a:pos x="7" y="3"/>
                </a:cxn>
                <a:cxn ang="0">
                  <a:pos x="3" y="3"/>
                </a:cxn>
                <a:cxn ang="0">
                  <a:pos x="3" y="5"/>
                </a:cxn>
                <a:cxn ang="0">
                  <a:pos x="3" y="5"/>
                </a:cxn>
                <a:cxn ang="0">
                  <a:pos x="5" y="6"/>
                </a:cxn>
                <a:cxn ang="0">
                  <a:pos x="5" y="5"/>
                </a:cxn>
                <a:cxn ang="0">
                  <a:pos x="7" y="4"/>
                </a:cxn>
                <a:cxn ang="0">
                  <a:pos x="10" y="4"/>
                </a:cxn>
                <a:cxn ang="0">
                  <a:pos x="12" y="4"/>
                </a:cxn>
                <a:cxn ang="0">
                  <a:pos x="13" y="4"/>
                </a:cxn>
                <a:cxn ang="0">
                  <a:pos x="15" y="4"/>
                </a:cxn>
                <a:cxn ang="0">
                  <a:pos x="13" y="4"/>
                </a:cxn>
                <a:cxn ang="0">
                  <a:pos x="12" y="4"/>
                </a:cxn>
                <a:cxn ang="0">
                  <a:pos x="11" y="4"/>
                </a:cxn>
                <a:cxn ang="0">
                  <a:pos x="7" y="5"/>
                </a:cxn>
                <a:cxn ang="0">
                  <a:pos x="7" y="6"/>
                </a:cxn>
                <a:cxn ang="0">
                  <a:pos x="6" y="6"/>
                </a:cxn>
                <a:cxn ang="0">
                  <a:pos x="5" y="6"/>
                </a:cxn>
                <a:cxn ang="0">
                  <a:pos x="4" y="6"/>
                </a:cxn>
                <a:cxn ang="0">
                  <a:pos x="4" y="7"/>
                </a:cxn>
                <a:cxn ang="0">
                  <a:pos x="4" y="7"/>
                </a:cxn>
                <a:cxn ang="0">
                  <a:pos x="3" y="6"/>
                </a:cxn>
                <a:cxn ang="0">
                  <a:pos x="2" y="6"/>
                </a:cxn>
                <a:cxn ang="0">
                  <a:pos x="2" y="5"/>
                </a:cxn>
                <a:cxn ang="0">
                  <a:pos x="2" y="4"/>
                </a:cxn>
                <a:cxn ang="0">
                  <a:pos x="1" y="5"/>
                </a:cxn>
                <a:cxn ang="0">
                  <a:pos x="0" y="6"/>
                </a:cxn>
                <a:cxn ang="0">
                  <a:pos x="1" y="9"/>
                </a:cxn>
                <a:cxn ang="0">
                  <a:pos x="1" y="8"/>
                </a:cxn>
                <a:cxn ang="0">
                  <a:pos x="3" y="8"/>
                </a:cxn>
                <a:cxn ang="0">
                  <a:pos x="8" y="8"/>
                </a:cxn>
                <a:cxn ang="0">
                  <a:pos x="10" y="7"/>
                </a:cxn>
                <a:cxn ang="0">
                  <a:pos x="10" y="6"/>
                </a:cxn>
                <a:cxn ang="0">
                  <a:pos x="12" y="5"/>
                </a:cxn>
                <a:cxn ang="0">
                  <a:pos x="13" y="5"/>
                </a:cxn>
                <a:cxn ang="0">
                  <a:pos x="15" y="5"/>
                </a:cxn>
                <a:cxn ang="0">
                  <a:pos x="16" y="4"/>
                </a:cxn>
                <a:cxn ang="0">
                  <a:pos x="17" y="4"/>
                </a:cxn>
                <a:cxn ang="0">
                  <a:pos x="19" y="4"/>
                </a:cxn>
                <a:cxn ang="0">
                  <a:pos x="20" y="5"/>
                </a:cxn>
                <a:cxn ang="0">
                  <a:pos x="22" y="6"/>
                </a:cxn>
                <a:cxn ang="0">
                  <a:pos x="23" y="7"/>
                </a:cxn>
                <a:cxn ang="0">
                  <a:pos x="25" y="7"/>
                </a:cxn>
                <a:cxn ang="0">
                  <a:pos x="27" y="6"/>
                </a:cxn>
                <a:cxn ang="0">
                  <a:pos x="29" y="6"/>
                </a:cxn>
                <a:cxn ang="0">
                  <a:pos x="28" y="3"/>
                </a:cxn>
              </a:cxnLst>
              <a:rect l="0" t="0" r="r" b="b"/>
              <a:pathLst>
                <a:path w="30" h="9">
                  <a:moveTo>
                    <a:pt x="28" y="3"/>
                  </a:moveTo>
                  <a:cubicBezTo>
                    <a:pt x="27" y="2"/>
                    <a:pt x="25" y="4"/>
                    <a:pt x="25" y="4"/>
                  </a:cubicBezTo>
                  <a:cubicBezTo>
                    <a:pt x="23" y="5"/>
                    <a:pt x="23" y="4"/>
                    <a:pt x="23" y="3"/>
                  </a:cubicBezTo>
                  <a:cubicBezTo>
                    <a:pt x="22" y="2"/>
                    <a:pt x="22" y="2"/>
                    <a:pt x="22" y="2"/>
                  </a:cubicBezTo>
                  <a:cubicBezTo>
                    <a:pt x="21" y="2"/>
                    <a:pt x="21" y="3"/>
                    <a:pt x="20" y="3"/>
                  </a:cubicBezTo>
                  <a:cubicBezTo>
                    <a:pt x="19" y="2"/>
                    <a:pt x="20" y="1"/>
                    <a:pt x="18" y="1"/>
                  </a:cubicBezTo>
                  <a:cubicBezTo>
                    <a:pt x="18" y="1"/>
                    <a:pt x="17" y="0"/>
                    <a:pt x="17" y="1"/>
                  </a:cubicBezTo>
                  <a:cubicBezTo>
                    <a:pt x="16" y="1"/>
                    <a:pt x="16" y="1"/>
                    <a:pt x="15" y="1"/>
                  </a:cubicBezTo>
                  <a:cubicBezTo>
                    <a:pt x="14" y="0"/>
                    <a:pt x="13" y="1"/>
                    <a:pt x="13" y="2"/>
                  </a:cubicBezTo>
                  <a:cubicBezTo>
                    <a:pt x="13" y="3"/>
                    <a:pt x="8" y="3"/>
                    <a:pt x="7" y="3"/>
                  </a:cubicBezTo>
                  <a:cubicBezTo>
                    <a:pt x="5" y="3"/>
                    <a:pt x="5" y="3"/>
                    <a:pt x="3" y="3"/>
                  </a:cubicBezTo>
                  <a:cubicBezTo>
                    <a:pt x="3" y="3"/>
                    <a:pt x="3" y="4"/>
                    <a:pt x="3" y="5"/>
                  </a:cubicBezTo>
                  <a:cubicBezTo>
                    <a:pt x="3" y="5"/>
                    <a:pt x="3" y="5"/>
                    <a:pt x="3" y="5"/>
                  </a:cubicBezTo>
                  <a:cubicBezTo>
                    <a:pt x="4" y="6"/>
                    <a:pt x="4" y="6"/>
                    <a:pt x="5" y="6"/>
                  </a:cubicBezTo>
                  <a:cubicBezTo>
                    <a:pt x="5" y="6"/>
                    <a:pt x="5" y="5"/>
                    <a:pt x="5" y="5"/>
                  </a:cubicBezTo>
                  <a:cubicBezTo>
                    <a:pt x="5" y="6"/>
                    <a:pt x="6" y="4"/>
                    <a:pt x="7" y="4"/>
                  </a:cubicBezTo>
                  <a:cubicBezTo>
                    <a:pt x="8" y="5"/>
                    <a:pt x="9" y="5"/>
                    <a:pt x="10" y="4"/>
                  </a:cubicBezTo>
                  <a:cubicBezTo>
                    <a:pt x="11" y="4"/>
                    <a:pt x="11" y="4"/>
                    <a:pt x="12" y="4"/>
                  </a:cubicBezTo>
                  <a:cubicBezTo>
                    <a:pt x="12" y="4"/>
                    <a:pt x="12" y="3"/>
                    <a:pt x="13" y="4"/>
                  </a:cubicBezTo>
                  <a:cubicBezTo>
                    <a:pt x="13" y="4"/>
                    <a:pt x="15" y="5"/>
                    <a:pt x="15" y="4"/>
                  </a:cubicBezTo>
                  <a:cubicBezTo>
                    <a:pt x="15" y="5"/>
                    <a:pt x="14" y="4"/>
                    <a:pt x="13" y="4"/>
                  </a:cubicBezTo>
                  <a:cubicBezTo>
                    <a:pt x="13" y="4"/>
                    <a:pt x="13" y="4"/>
                    <a:pt x="12" y="4"/>
                  </a:cubicBezTo>
                  <a:cubicBezTo>
                    <a:pt x="12" y="5"/>
                    <a:pt x="11" y="4"/>
                    <a:pt x="11" y="4"/>
                  </a:cubicBezTo>
                  <a:cubicBezTo>
                    <a:pt x="10" y="5"/>
                    <a:pt x="8" y="5"/>
                    <a:pt x="7" y="5"/>
                  </a:cubicBezTo>
                  <a:cubicBezTo>
                    <a:pt x="5" y="5"/>
                    <a:pt x="6" y="7"/>
                    <a:pt x="7" y="6"/>
                  </a:cubicBezTo>
                  <a:cubicBezTo>
                    <a:pt x="6" y="7"/>
                    <a:pt x="6" y="6"/>
                    <a:pt x="6" y="6"/>
                  </a:cubicBezTo>
                  <a:cubicBezTo>
                    <a:pt x="5" y="6"/>
                    <a:pt x="5" y="6"/>
                    <a:pt x="5" y="6"/>
                  </a:cubicBezTo>
                  <a:cubicBezTo>
                    <a:pt x="4" y="6"/>
                    <a:pt x="4" y="6"/>
                    <a:pt x="4" y="6"/>
                  </a:cubicBezTo>
                  <a:cubicBezTo>
                    <a:pt x="4" y="7"/>
                    <a:pt x="4" y="7"/>
                    <a:pt x="4" y="7"/>
                  </a:cubicBezTo>
                  <a:cubicBezTo>
                    <a:pt x="4" y="7"/>
                    <a:pt x="4" y="7"/>
                    <a:pt x="4" y="7"/>
                  </a:cubicBezTo>
                  <a:cubicBezTo>
                    <a:pt x="4" y="6"/>
                    <a:pt x="3" y="6"/>
                    <a:pt x="3" y="6"/>
                  </a:cubicBezTo>
                  <a:cubicBezTo>
                    <a:pt x="3" y="6"/>
                    <a:pt x="3" y="6"/>
                    <a:pt x="2" y="6"/>
                  </a:cubicBezTo>
                  <a:cubicBezTo>
                    <a:pt x="2" y="5"/>
                    <a:pt x="2" y="5"/>
                    <a:pt x="2" y="5"/>
                  </a:cubicBezTo>
                  <a:cubicBezTo>
                    <a:pt x="3" y="4"/>
                    <a:pt x="2" y="4"/>
                    <a:pt x="2" y="4"/>
                  </a:cubicBezTo>
                  <a:cubicBezTo>
                    <a:pt x="1" y="4"/>
                    <a:pt x="1" y="4"/>
                    <a:pt x="1" y="5"/>
                  </a:cubicBezTo>
                  <a:cubicBezTo>
                    <a:pt x="0" y="5"/>
                    <a:pt x="0" y="5"/>
                    <a:pt x="0" y="6"/>
                  </a:cubicBezTo>
                  <a:cubicBezTo>
                    <a:pt x="0" y="7"/>
                    <a:pt x="0" y="8"/>
                    <a:pt x="1" y="9"/>
                  </a:cubicBezTo>
                  <a:cubicBezTo>
                    <a:pt x="1" y="8"/>
                    <a:pt x="1" y="8"/>
                    <a:pt x="1" y="8"/>
                  </a:cubicBezTo>
                  <a:cubicBezTo>
                    <a:pt x="2" y="7"/>
                    <a:pt x="3" y="8"/>
                    <a:pt x="3" y="8"/>
                  </a:cubicBezTo>
                  <a:cubicBezTo>
                    <a:pt x="5" y="8"/>
                    <a:pt x="7" y="8"/>
                    <a:pt x="8" y="8"/>
                  </a:cubicBezTo>
                  <a:cubicBezTo>
                    <a:pt x="9" y="8"/>
                    <a:pt x="10" y="8"/>
                    <a:pt x="10" y="7"/>
                  </a:cubicBezTo>
                  <a:cubicBezTo>
                    <a:pt x="10" y="7"/>
                    <a:pt x="10" y="6"/>
                    <a:pt x="10" y="6"/>
                  </a:cubicBezTo>
                  <a:cubicBezTo>
                    <a:pt x="10" y="5"/>
                    <a:pt x="11" y="5"/>
                    <a:pt x="12" y="5"/>
                  </a:cubicBezTo>
                  <a:cubicBezTo>
                    <a:pt x="12" y="6"/>
                    <a:pt x="13" y="5"/>
                    <a:pt x="13" y="5"/>
                  </a:cubicBezTo>
                  <a:cubicBezTo>
                    <a:pt x="14" y="5"/>
                    <a:pt x="14" y="6"/>
                    <a:pt x="15" y="5"/>
                  </a:cubicBezTo>
                  <a:cubicBezTo>
                    <a:pt x="16" y="5"/>
                    <a:pt x="16" y="4"/>
                    <a:pt x="16" y="4"/>
                  </a:cubicBezTo>
                  <a:cubicBezTo>
                    <a:pt x="16" y="3"/>
                    <a:pt x="17" y="3"/>
                    <a:pt x="17" y="4"/>
                  </a:cubicBezTo>
                  <a:cubicBezTo>
                    <a:pt x="18" y="4"/>
                    <a:pt x="18" y="4"/>
                    <a:pt x="19" y="4"/>
                  </a:cubicBezTo>
                  <a:cubicBezTo>
                    <a:pt x="20" y="5"/>
                    <a:pt x="20" y="5"/>
                    <a:pt x="20" y="5"/>
                  </a:cubicBezTo>
                  <a:cubicBezTo>
                    <a:pt x="21" y="6"/>
                    <a:pt x="22" y="5"/>
                    <a:pt x="22" y="6"/>
                  </a:cubicBezTo>
                  <a:cubicBezTo>
                    <a:pt x="22" y="6"/>
                    <a:pt x="23" y="6"/>
                    <a:pt x="23" y="7"/>
                  </a:cubicBezTo>
                  <a:cubicBezTo>
                    <a:pt x="24" y="7"/>
                    <a:pt x="25" y="7"/>
                    <a:pt x="25" y="7"/>
                  </a:cubicBezTo>
                  <a:cubicBezTo>
                    <a:pt x="26" y="7"/>
                    <a:pt x="26" y="6"/>
                    <a:pt x="27" y="6"/>
                  </a:cubicBezTo>
                  <a:cubicBezTo>
                    <a:pt x="27" y="6"/>
                    <a:pt x="28" y="6"/>
                    <a:pt x="29" y="6"/>
                  </a:cubicBezTo>
                  <a:cubicBezTo>
                    <a:pt x="30" y="5"/>
                    <a:pt x="29" y="4"/>
                    <a:pt x="28" y="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86" name="Gabon">
              <a:extLst>
                <a:ext uri="{FF2B5EF4-FFF2-40B4-BE49-F238E27FC236}">
                  <a16:creationId xmlns:a16="http://schemas.microsoft.com/office/drawing/2014/main" id="{F97ECE6B-180E-2080-6AF0-6A9E19051DC7}"/>
                </a:ext>
              </a:extLst>
            </p:cNvPr>
            <p:cNvSpPr>
              <a:spLocks/>
            </p:cNvSpPr>
            <p:nvPr/>
          </p:nvSpPr>
          <p:spPr bwMode="auto">
            <a:xfrm>
              <a:off x="5994654" y="3952216"/>
              <a:ext cx="197993" cy="244060"/>
            </a:xfrm>
            <a:custGeom>
              <a:avLst/>
              <a:gdLst/>
              <a:ahLst/>
              <a:cxnLst>
                <a:cxn ang="0">
                  <a:pos x="56" y="40"/>
                </a:cxn>
                <a:cxn ang="0">
                  <a:pos x="56" y="34"/>
                </a:cxn>
                <a:cxn ang="0">
                  <a:pos x="52" y="29"/>
                </a:cxn>
                <a:cxn ang="0">
                  <a:pos x="52" y="22"/>
                </a:cxn>
                <a:cxn ang="0">
                  <a:pos x="56" y="17"/>
                </a:cxn>
                <a:cxn ang="0">
                  <a:pos x="52" y="11"/>
                </a:cxn>
                <a:cxn ang="0">
                  <a:pos x="45" y="12"/>
                </a:cxn>
                <a:cxn ang="0">
                  <a:pos x="43" y="9"/>
                </a:cxn>
                <a:cxn ang="0">
                  <a:pos x="44" y="3"/>
                </a:cxn>
                <a:cxn ang="0">
                  <a:pos x="38" y="1"/>
                </a:cxn>
                <a:cxn ang="0">
                  <a:pos x="26" y="1"/>
                </a:cxn>
                <a:cxn ang="0">
                  <a:pos x="25" y="15"/>
                </a:cxn>
                <a:cxn ang="0">
                  <a:pos x="12" y="16"/>
                </a:cxn>
                <a:cxn ang="0">
                  <a:pos x="9" y="20"/>
                </a:cxn>
                <a:cxn ang="0">
                  <a:pos x="8" y="19"/>
                </a:cxn>
                <a:cxn ang="0">
                  <a:pos x="6" y="20"/>
                </a:cxn>
                <a:cxn ang="0">
                  <a:pos x="11" y="24"/>
                </a:cxn>
                <a:cxn ang="0">
                  <a:pos x="10" y="25"/>
                </a:cxn>
                <a:cxn ang="0">
                  <a:pos x="8" y="25"/>
                </a:cxn>
                <a:cxn ang="0">
                  <a:pos x="6" y="24"/>
                </a:cxn>
                <a:cxn ang="0">
                  <a:pos x="5" y="31"/>
                </a:cxn>
                <a:cxn ang="0">
                  <a:pos x="2" y="34"/>
                </a:cxn>
                <a:cxn ang="0">
                  <a:pos x="1" y="34"/>
                </a:cxn>
                <a:cxn ang="0">
                  <a:pos x="2" y="37"/>
                </a:cxn>
                <a:cxn ang="0">
                  <a:pos x="4" y="41"/>
                </a:cxn>
                <a:cxn ang="0">
                  <a:pos x="6" y="42"/>
                </a:cxn>
                <a:cxn ang="0">
                  <a:pos x="7" y="43"/>
                </a:cxn>
                <a:cxn ang="0">
                  <a:pos x="6" y="45"/>
                </a:cxn>
                <a:cxn ang="0">
                  <a:pos x="3" y="41"/>
                </a:cxn>
                <a:cxn ang="0">
                  <a:pos x="6" y="47"/>
                </a:cxn>
                <a:cxn ang="0">
                  <a:pos x="8" y="48"/>
                </a:cxn>
                <a:cxn ang="0">
                  <a:pos x="6" y="47"/>
                </a:cxn>
                <a:cxn ang="0">
                  <a:pos x="9" y="52"/>
                </a:cxn>
                <a:cxn ang="0">
                  <a:pos x="12" y="53"/>
                </a:cxn>
                <a:cxn ang="0">
                  <a:pos x="13" y="54"/>
                </a:cxn>
                <a:cxn ang="0">
                  <a:pos x="11" y="53"/>
                </a:cxn>
                <a:cxn ang="0">
                  <a:pos x="19" y="63"/>
                </a:cxn>
                <a:cxn ang="0">
                  <a:pos x="24" y="69"/>
                </a:cxn>
                <a:cxn ang="0">
                  <a:pos x="29" y="67"/>
                </a:cxn>
                <a:cxn ang="0">
                  <a:pos x="31" y="63"/>
                </a:cxn>
                <a:cxn ang="0">
                  <a:pos x="30" y="60"/>
                </a:cxn>
                <a:cxn ang="0">
                  <a:pos x="28" y="55"/>
                </a:cxn>
                <a:cxn ang="0">
                  <a:pos x="31" y="52"/>
                </a:cxn>
                <a:cxn ang="0">
                  <a:pos x="37" y="49"/>
                </a:cxn>
                <a:cxn ang="0">
                  <a:pos x="41" y="50"/>
                </a:cxn>
                <a:cxn ang="0">
                  <a:pos x="45" y="53"/>
                </a:cxn>
                <a:cxn ang="0">
                  <a:pos x="50" y="51"/>
                </a:cxn>
                <a:cxn ang="0">
                  <a:pos x="52" y="53"/>
                </a:cxn>
                <a:cxn ang="0">
                  <a:pos x="54" y="48"/>
                </a:cxn>
                <a:cxn ang="0">
                  <a:pos x="56" y="43"/>
                </a:cxn>
              </a:cxnLst>
              <a:rect l="0" t="0" r="r" b="b"/>
              <a:pathLst>
                <a:path w="56" h="69">
                  <a:moveTo>
                    <a:pt x="56" y="43"/>
                  </a:moveTo>
                  <a:cubicBezTo>
                    <a:pt x="55" y="42"/>
                    <a:pt x="56" y="42"/>
                    <a:pt x="56" y="42"/>
                  </a:cubicBezTo>
                  <a:cubicBezTo>
                    <a:pt x="56" y="41"/>
                    <a:pt x="56" y="41"/>
                    <a:pt x="56" y="41"/>
                  </a:cubicBezTo>
                  <a:cubicBezTo>
                    <a:pt x="56" y="40"/>
                    <a:pt x="56" y="40"/>
                    <a:pt x="56" y="40"/>
                  </a:cubicBezTo>
                  <a:cubicBezTo>
                    <a:pt x="56" y="39"/>
                    <a:pt x="56" y="39"/>
                    <a:pt x="56" y="39"/>
                  </a:cubicBezTo>
                  <a:cubicBezTo>
                    <a:pt x="56" y="38"/>
                    <a:pt x="55" y="38"/>
                    <a:pt x="55" y="37"/>
                  </a:cubicBezTo>
                  <a:cubicBezTo>
                    <a:pt x="55" y="37"/>
                    <a:pt x="56" y="36"/>
                    <a:pt x="56" y="36"/>
                  </a:cubicBezTo>
                  <a:cubicBezTo>
                    <a:pt x="56" y="35"/>
                    <a:pt x="56" y="35"/>
                    <a:pt x="56" y="34"/>
                  </a:cubicBezTo>
                  <a:cubicBezTo>
                    <a:pt x="56" y="33"/>
                    <a:pt x="56" y="32"/>
                    <a:pt x="55" y="31"/>
                  </a:cubicBezTo>
                  <a:cubicBezTo>
                    <a:pt x="55" y="31"/>
                    <a:pt x="54" y="31"/>
                    <a:pt x="54" y="31"/>
                  </a:cubicBezTo>
                  <a:cubicBezTo>
                    <a:pt x="53" y="31"/>
                    <a:pt x="53" y="31"/>
                    <a:pt x="53" y="30"/>
                  </a:cubicBezTo>
                  <a:cubicBezTo>
                    <a:pt x="53" y="29"/>
                    <a:pt x="52" y="29"/>
                    <a:pt x="52" y="29"/>
                  </a:cubicBezTo>
                  <a:cubicBezTo>
                    <a:pt x="51" y="29"/>
                    <a:pt x="51" y="29"/>
                    <a:pt x="51" y="29"/>
                  </a:cubicBezTo>
                  <a:cubicBezTo>
                    <a:pt x="49" y="29"/>
                    <a:pt x="50" y="27"/>
                    <a:pt x="51" y="27"/>
                  </a:cubicBezTo>
                  <a:cubicBezTo>
                    <a:pt x="51" y="26"/>
                    <a:pt x="50" y="25"/>
                    <a:pt x="50" y="23"/>
                  </a:cubicBezTo>
                  <a:cubicBezTo>
                    <a:pt x="51" y="23"/>
                    <a:pt x="51" y="22"/>
                    <a:pt x="52" y="22"/>
                  </a:cubicBezTo>
                  <a:cubicBezTo>
                    <a:pt x="52" y="21"/>
                    <a:pt x="52" y="21"/>
                    <a:pt x="52" y="20"/>
                  </a:cubicBezTo>
                  <a:cubicBezTo>
                    <a:pt x="53" y="20"/>
                    <a:pt x="53" y="20"/>
                    <a:pt x="54" y="20"/>
                  </a:cubicBezTo>
                  <a:cubicBezTo>
                    <a:pt x="55" y="20"/>
                    <a:pt x="55" y="19"/>
                    <a:pt x="55" y="19"/>
                  </a:cubicBezTo>
                  <a:cubicBezTo>
                    <a:pt x="55" y="18"/>
                    <a:pt x="56" y="18"/>
                    <a:pt x="56" y="17"/>
                  </a:cubicBezTo>
                  <a:cubicBezTo>
                    <a:pt x="56" y="16"/>
                    <a:pt x="55" y="16"/>
                    <a:pt x="55" y="15"/>
                  </a:cubicBezTo>
                  <a:cubicBezTo>
                    <a:pt x="55" y="14"/>
                    <a:pt x="54" y="14"/>
                    <a:pt x="54" y="14"/>
                  </a:cubicBezTo>
                  <a:cubicBezTo>
                    <a:pt x="54" y="13"/>
                    <a:pt x="54" y="12"/>
                    <a:pt x="54" y="12"/>
                  </a:cubicBezTo>
                  <a:cubicBezTo>
                    <a:pt x="53" y="11"/>
                    <a:pt x="53" y="11"/>
                    <a:pt x="52" y="11"/>
                  </a:cubicBezTo>
                  <a:cubicBezTo>
                    <a:pt x="51" y="11"/>
                    <a:pt x="51" y="11"/>
                    <a:pt x="50" y="10"/>
                  </a:cubicBezTo>
                  <a:cubicBezTo>
                    <a:pt x="49" y="10"/>
                    <a:pt x="50" y="11"/>
                    <a:pt x="49" y="11"/>
                  </a:cubicBezTo>
                  <a:cubicBezTo>
                    <a:pt x="49" y="11"/>
                    <a:pt x="48" y="11"/>
                    <a:pt x="47" y="12"/>
                  </a:cubicBezTo>
                  <a:cubicBezTo>
                    <a:pt x="47" y="12"/>
                    <a:pt x="46" y="12"/>
                    <a:pt x="45" y="12"/>
                  </a:cubicBezTo>
                  <a:cubicBezTo>
                    <a:pt x="45" y="12"/>
                    <a:pt x="45" y="13"/>
                    <a:pt x="44" y="13"/>
                  </a:cubicBezTo>
                  <a:cubicBezTo>
                    <a:pt x="43" y="13"/>
                    <a:pt x="43" y="12"/>
                    <a:pt x="44" y="12"/>
                  </a:cubicBezTo>
                  <a:cubicBezTo>
                    <a:pt x="44" y="11"/>
                    <a:pt x="44" y="11"/>
                    <a:pt x="44" y="10"/>
                  </a:cubicBezTo>
                  <a:cubicBezTo>
                    <a:pt x="43" y="10"/>
                    <a:pt x="43" y="9"/>
                    <a:pt x="43" y="9"/>
                  </a:cubicBezTo>
                  <a:cubicBezTo>
                    <a:pt x="43" y="8"/>
                    <a:pt x="43" y="7"/>
                    <a:pt x="43" y="6"/>
                  </a:cubicBezTo>
                  <a:cubicBezTo>
                    <a:pt x="43" y="6"/>
                    <a:pt x="43" y="6"/>
                    <a:pt x="43" y="5"/>
                  </a:cubicBezTo>
                  <a:cubicBezTo>
                    <a:pt x="43" y="5"/>
                    <a:pt x="44" y="5"/>
                    <a:pt x="44" y="5"/>
                  </a:cubicBezTo>
                  <a:cubicBezTo>
                    <a:pt x="44" y="4"/>
                    <a:pt x="44" y="4"/>
                    <a:pt x="44" y="3"/>
                  </a:cubicBezTo>
                  <a:cubicBezTo>
                    <a:pt x="45" y="3"/>
                    <a:pt x="45" y="2"/>
                    <a:pt x="44" y="2"/>
                  </a:cubicBezTo>
                  <a:cubicBezTo>
                    <a:pt x="43" y="1"/>
                    <a:pt x="43" y="2"/>
                    <a:pt x="42" y="2"/>
                  </a:cubicBezTo>
                  <a:cubicBezTo>
                    <a:pt x="41" y="2"/>
                    <a:pt x="41" y="1"/>
                    <a:pt x="40" y="2"/>
                  </a:cubicBezTo>
                  <a:cubicBezTo>
                    <a:pt x="39" y="2"/>
                    <a:pt x="38" y="2"/>
                    <a:pt x="38" y="1"/>
                  </a:cubicBezTo>
                  <a:cubicBezTo>
                    <a:pt x="36" y="1"/>
                    <a:pt x="34" y="1"/>
                    <a:pt x="32" y="1"/>
                  </a:cubicBezTo>
                  <a:cubicBezTo>
                    <a:pt x="32" y="1"/>
                    <a:pt x="31" y="1"/>
                    <a:pt x="30" y="1"/>
                  </a:cubicBezTo>
                  <a:cubicBezTo>
                    <a:pt x="29" y="1"/>
                    <a:pt x="29" y="0"/>
                    <a:pt x="28" y="1"/>
                  </a:cubicBezTo>
                  <a:cubicBezTo>
                    <a:pt x="28" y="1"/>
                    <a:pt x="26" y="0"/>
                    <a:pt x="26" y="1"/>
                  </a:cubicBezTo>
                  <a:cubicBezTo>
                    <a:pt x="25" y="3"/>
                    <a:pt x="25" y="4"/>
                    <a:pt x="26" y="6"/>
                  </a:cubicBezTo>
                  <a:cubicBezTo>
                    <a:pt x="26" y="8"/>
                    <a:pt x="26" y="10"/>
                    <a:pt x="26" y="12"/>
                  </a:cubicBezTo>
                  <a:cubicBezTo>
                    <a:pt x="26" y="13"/>
                    <a:pt x="26" y="13"/>
                    <a:pt x="26" y="14"/>
                  </a:cubicBezTo>
                  <a:cubicBezTo>
                    <a:pt x="26" y="15"/>
                    <a:pt x="26" y="15"/>
                    <a:pt x="25" y="15"/>
                  </a:cubicBezTo>
                  <a:cubicBezTo>
                    <a:pt x="24" y="16"/>
                    <a:pt x="22" y="15"/>
                    <a:pt x="20" y="15"/>
                  </a:cubicBezTo>
                  <a:cubicBezTo>
                    <a:pt x="19" y="15"/>
                    <a:pt x="17" y="15"/>
                    <a:pt x="15" y="15"/>
                  </a:cubicBezTo>
                  <a:cubicBezTo>
                    <a:pt x="14" y="15"/>
                    <a:pt x="13" y="15"/>
                    <a:pt x="13" y="15"/>
                  </a:cubicBezTo>
                  <a:cubicBezTo>
                    <a:pt x="12" y="15"/>
                    <a:pt x="13" y="16"/>
                    <a:pt x="12" y="16"/>
                  </a:cubicBezTo>
                  <a:cubicBezTo>
                    <a:pt x="12" y="16"/>
                    <a:pt x="11" y="15"/>
                    <a:pt x="10" y="16"/>
                  </a:cubicBezTo>
                  <a:cubicBezTo>
                    <a:pt x="10" y="14"/>
                    <a:pt x="8" y="15"/>
                    <a:pt x="8" y="16"/>
                  </a:cubicBezTo>
                  <a:cubicBezTo>
                    <a:pt x="9" y="17"/>
                    <a:pt x="9" y="18"/>
                    <a:pt x="9" y="19"/>
                  </a:cubicBezTo>
                  <a:cubicBezTo>
                    <a:pt x="9" y="19"/>
                    <a:pt x="9" y="20"/>
                    <a:pt x="9" y="20"/>
                  </a:cubicBezTo>
                  <a:cubicBezTo>
                    <a:pt x="9" y="20"/>
                    <a:pt x="9" y="21"/>
                    <a:pt x="9" y="21"/>
                  </a:cubicBezTo>
                  <a:cubicBezTo>
                    <a:pt x="8" y="21"/>
                    <a:pt x="9" y="20"/>
                    <a:pt x="8" y="20"/>
                  </a:cubicBezTo>
                  <a:cubicBezTo>
                    <a:pt x="8" y="20"/>
                    <a:pt x="8" y="20"/>
                    <a:pt x="7" y="20"/>
                  </a:cubicBezTo>
                  <a:cubicBezTo>
                    <a:pt x="8" y="19"/>
                    <a:pt x="8" y="20"/>
                    <a:pt x="8" y="19"/>
                  </a:cubicBezTo>
                  <a:cubicBezTo>
                    <a:pt x="8" y="19"/>
                    <a:pt x="8" y="19"/>
                    <a:pt x="8" y="19"/>
                  </a:cubicBezTo>
                  <a:cubicBezTo>
                    <a:pt x="8" y="19"/>
                    <a:pt x="7" y="19"/>
                    <a:pt x="7" y="19"/>
                  </a:cubicBezTo>
                  <a:cubicBezTo>
                    <a:pt x="7" y="19"/>
                    <a:pt x="6" y="19"/>
                    <a:pt x="6" y="19"/>
                  </a:cubicBezTo>
                  <a:cubicBezTo>
                    <a:pt x="6" y="19"/>
                    <a:pt x="6" y="20"/>
                    <a:pt x="6" y="20"/>
                  </a:cubicBezTo>
                  <a:cubicBezTo>
                    <a:pt x="7" y="21"/>
                    <a:pt x="7" y="21"/>
                    <a:pt x="7" y="22"/>
                  </a:cubicBezTo>
                  <a:cubicBezTo>
                    <a:pt x="7" y="22"/>
                    <a:pt x="7" y="23"/>
                    <a:pt x="8" y="23"/>
                  </a:cubicBezTo>
                  <a:cubicBezTo>
                    <a:pt x="8" y="23"/>
                    <a:pt x="9" y="23"/>
                    <a:pt x="9" y="24"/>
                  </a:cubicBezTo>
                  <a:cubicBezTo>
                    <a:pt x="10" y="24"/>
                    <a:pt x="10" y="24"/>
                    <a:pt x="11" y="24"/>
                  </a:cubicBezTo>
                  <a:cubicBezTo>
                    <a:pt x="12" y="24"/>
                    <a:pt x="12" y="24"/>
                    <a:pt x="13" y="24"/>
                  </a:cubicBezTo>
                  <a:cubicBezTo>
                    <a:pt x="12" y="25"/>
                    <a:pt x="12" y="24"/>
                    <a:pt x="11" y="24"/>
                  </a:cubicBezTo>
                  <a:cubicBezTo>
                    <a:pt x="11" y="25"/>
                    <a:pt x="11" y="25"/>
                    <a:pt x="11" y="25"/>
                  </a:cubicBezTo>
                  <a:cubicBezTo>
                    <a:pt x="11" y="25"/>
                    <a:pt x="10" y="25"/>
                    <a:pt x="10" y="25"/>
                  </a:cubicBezTo>
                  <a:cubicBezTo>
                    <a:pt x="10" y="25"/>
                    <a:pt x="11" y="26"/>
                    <a:pt x="11" y="26"/>
                  </a:cubicBezTo>
                  <a:cubicBezTo>
                    <a:pt x="10" y="26"/>
                    <a:pt x="10" y="25"/>
                    <a:pt x="10" y="25"/>
                  </a:cubicBezTo>
                  <a:cubicBezTo>
                    <a:pt x="9" y="25"/>
                    <a:pt x="9" y="25"/>
                    <a:pt x="9" y="25"/>
                  </a:cubicBezTo>
                  <a:cubicBezTo>
                    <a:pt x="9" y="25"/>
                    <a:pt x="9" y="25"/>
                    <a:pt x="8" y="25"/>
                  </a:cubicBezTo>
                  <a:cubicBezTo>
                    <a:pt x="8" y="25"/>
                    <a:pt x="8" y="24"/>
                    <a:pt x="8" y="24"/>
                  </a:cubicBezTo>
                  <a:cubicBezTo>
                    <a:pt x="7" y="24"/>
                    <a:pt x="8" y="25"/>
                    <a:pt x="7" y="25"/>
                  </a:cubicBezTo>
                  <a:cubicBezTo>
                    <a:pt x="7" y="25"/>
                    <a:pt x="7" y="24"/>
                    <a:pt x="7" y="24"/>
                  </a:cubicBezTo>
                  <a:cubicBezTo>
                    <a:pt x="6" y="24"/>
                    <a:pt x="7" y="24"/>
                    <a:pt x="6" y="24"/>
                  </a:cubicBezTo>
                  <a:cubicBezTo>
                    <a:pt x="7" y="24"/>
                    <a:pt x="6" y="22"/>
                    <a:pt x="6" y="23"/>
                  </a:cubicBezTo>
                  <a:cubicBezTo>
                    <a:pt x="5" y="24"/>
                    <a:pt x="6" y="25"/>
                    <a:pt x="6" y="26"/>
                  </a:cubicBezTo>
                  <a:cubicBezTo>
                    <a:pt x="6" y="27"/>
                    <a:pt x="6" y="28"/>
                    <a:pt x="6" y="29"/>
                  </a:cubicBezTo>
                  <a:cubicBezTo>
                    <a:pt x="6" y="30"/>
                    <a:pt x="6" y="30"/>
                    <a:pt x="5" y="31"/>
                  </a:cubicBezTo>
                  <a:cubicBezTo>
                    <a:pt x="5" y="32"/>
                    <a:pt x="4" y="32"/>
                    <a:pt x="4" y="34"/>
                  </a:cubicBezTo>
                  <a:cubicBezTo>
                    <a:pt x="4" y="33"/>
                    <a:pt x="3" y="36"/>
                    <a:pt x="3" y="36"/>
                  </a:cubicBezTo>
                  <a:cubicBezTo>
                    <a:pt x="3" y="35"/>
                    <a:pt x="3" y="35"/>
                    <a:pt x="2" y="35"/>
                  </a:cubicBezTo>
                  <a:cubicBezTo>
                    <a:pt x="2" y="34"/>
                    <a:pt x="2" y="34"/>
                    <a:pt x="2" y="34"/>
                  </a:cubicBezTo>
                  <a:cubicBezTo>
                    <a:pt x="2" y="34"/>
                    <a:pt x="2" y="34"/>
                    <a:pt x="2" y="34"/>
                  </a:cubicBezTo>
                  <a:cubicBezTo>
                    <a:pt x="1" y="34"/>
                    <a:pt x="1" y="35"/>
                    <a:pt x="1" y="35"/>
                  </a:cubicBezTo>
                  <a:cubicBezTo>
                    <a:pt x="1" y="35"/>
                    <a:pt x="1" y="35"/>
                    <a:pt x="1" y="34"/>
                  </a:cubicBezTo>
                  <a:cubicBezTo>
                    <a:pt x="1" y="34"/>
                    <a:pt x="1" y="34"/>
                    <a:pt x="1" y="34"/>
                  </a:cubicBezTo>
                  <a:cubicBezTo>
                    <a:pt x="1" y="33"/>
                    <a:pt x="0" y="33"/>
                    <a:pt x="0" y="33"/>
                  </a:cubicBezTo>
                  <a:cubicBezTo>
                    <a:pt x="0" y="33"/>
                    <a:pt x="1" y="37"/>
                    <a:pt x="2" y="37"/>
                  </a:cubicBezTo>
                  <a:cubicBezTo>
                    <a:pt x="2" y="37"/>
                    <a:pt x="2" y="37"/>
                    <a:pt x="2" y="37"/>
                  </a:cubicBezTo>
                  <a:cubicBezTo>
                    <a:pt x="2" y="37"/>
                    <a:pt x="2" y="37"/>
                    <a:pt x="2" y="37"/>
                  </a:cubicBezTo>
                  <a:cubicBezTo>
                    <a:pt x="2" y="38"/>
                    <a:pt x="3" y="39"/>
                    <a:pt x="3" y="40"/>
                  </a:cubicBezTo>
                  <a:cubicBezTo>
                    <a:pt x="3" y="39"/>
                    <a:pt x="3" y="39"/>
                    <a:pt x="3" y="39"/>
                  </a:cubicBezTo>
                  <a:cubicBezTo>
                    <a:pt x="3" y="39"/>
                    <a:pt x="3" y="40"/>
                    <a:pt x="3" y="41"/>
                  </a:cubicBezTo>
                  <a:cubicBezTo>
                    <a:pt x="3" y="41"/>
                    <a:pt x="4" y="41"/>
                    <a:pt x="4" y="41"/>
                  </a:cubicBezTo>
                  <a:cubicBezTo>
                    <a:pt x="4" y="42"/>
                    <a:pt x="5" y="41"/>
                    <a:pt x="5" y="41"/>
                  </a:cubicBezTo>
                  <a:cubicBezTo>
                    <a:pt x="5" y="41"/>
                    <a:pt x="6" y="42"/>
                    <a:pt x="6" y="41"/>
                  </a:cubicBezTo>
                  <a:cubicBezTo>
                    <a:pt x="6" y="41"/>
                    <a:pt x="6" y="41"/>
                    <a:pt x="6" y="40"/>
                  </a:cubicBezTo>
                  <a:cubicBezTo>
                    <a:pt x="6" y="41"/>
                    <a:pt x="6" y="41"/>
                    <a:pt x="6" y="42"/>
                  </a:cubicBezTo>
                  <a:cubicBezTo>
                    <a:pt x="6" y="42"/>
                    <a:pt x="6" y="42"/>
                    <a:pt x="5" y="42"/>
                  </a:cubicBezTo>
                  <a:cubicBezTo>
                    <a:pt x="5" y="42"/>
                    <a:pt x="6" y="44"/>
                    <a:pt x="6" y="44"/>
                  </a:cubicBezTo>
                  <a:cubicBezTo>
                    <a:pt x="7" y="44"/>
                    <a:pt x="7" y="42"/>
                    <a:pt x="7" y="42"/>
                  </a:cubicBezTo>
                  <a:cubicBezTo>
                    <a:pt x="7" y="43"/>
                    <a:pt x="7" y="43"/>
                    <a:pt x="7" y="43"/>
                  </a:cubicBezTo>
                  <a:cubicBezTo>
                    <a:pt x="8" y="44"/>
                    <a:pt x="8" y="44"/>
                    <a:pt x="8" y="44"/>
                  </a:cubicBezTo>
                  <a:cubicBezTo>
                    <a:pt x="8" y="44"/>
                    <a:pt x="7" y="44"/>
                    <a:pt x="7" y="44"/>
                  </a:cubicBezTo>
                  <a:cubicBezTo>
                    <a:pt x="7" y="44"/>
                    <a:pt x="7" y="45"/>
                    <a:pt x="7" y="44"/>
                  </a:cubicBezTo>
                  <a:cubicBezTo>
                    <a:pt x="7" y="44"/>
                    <a:pt x="6" y="44"/>
                    <a:pt x="6" y="45"/>
                  </a:cubicBezTo>
                  <a:cubicBezTo>
                    <a:pt x="6" y="45"/>
                    <a:pt x="5" y="44"/>
                    <a:pt x="5" y="44"/>
                  </a:cubicBezTo>
                  <a:cubicBezTo>
                    <a:pt x="5" y="43"/>
                    <a:pt x="5" y="43"/>
                    <a:pt x="5" y="43"/>
                  </a:cubicBezTo>
                  <a:cubicBezTo>
                    <a:pt x="4" y="42"/>
                    <a:pt x="4" y="42"/>
                    <a:pt x="4" y="41"/>
                  </a:cubicBezTo>
                  <a:cubicBezTo>
                    <a:pt x="3" y="41"/>
                    <a:pt x="3" y="41"/>
                    <a:pt x="3" y="41"/>
                  </a:cubicBezTo>
                  <a:cubicBezTo>
                    <a:pt x="3" y="42"/>
                    <a:pt x="4" y="42"/>
                    <a:pt x="5" y="43"/>
                  </a:cubicBezTo>
                  <a:cubicBezTo>
                    <a:pt x="5" y="44"/>
                    <a:pt x="5" y="44"/>
                    <a:pt x="5" y="45"/>
                  </a:cubicBezTo>
                  <a:cubicBezTo>
                    <a:pt x="5" y="45"/>
                    <a:pt x="5" y="46"/>
                    <a:pt x="5" y="46"/>
                  </a:cubicBezTo>
                  <a:cubicBezTo>
                    <a:pt x="5" y="46"/>
                    <a:pt x="6" y="47"/>
                    <a:pt x="6" y="47"/>
                  </a:cubicBezTo>
                  <a:cubicBezTo>
                    <a:pt x="6" y="47"/>
                    <a:pt x="6" y="47"/>
                    <a:pt x="6" y="46"/>
                  </a:cubicBezTo>
                  <a:cubicBezTo>
                    <a:pt x="7" y="46"/>
                    <a:pt x="7" y="47"/>
                    <a:pt x="7" y="47"/>
                  </a:cubicBezTo>
                  <a:cubicBezTo>
                    <a:pt x="7" y="47"/>
                    <a:pt x="7" y="47"/>
                    <a:pt x="7" y="47"/>
                  </a:cubicBezTo>
                  <a:cubicBezTo>
                    <a:pt x="8" y="47"/>
                    <a:pt x="8" y="47"/>
                    <a:pt x="8" y="48"/>
                  </a:cubicBezTo>
                  <a:cubicBezTo>
                    <a:pt x="8" y="48"/>
                    <a:pt x="9" y="49"/>
                    <a:pt x="8" y="49"/>
                  </a:cubicBezTo>
                  <a:cubicBezTo>
                    <a:pt x="8" y="49"/>
                    <a:pt x="7" y="48"/>
                    <a:pt x="7" y="48"/>
                  </a:cubicBezTo>
                  <a:cubicBezTo>
                    <a:pt x="7" y="48"/>
                    <a:pt x="7" y="47"/>
                    <a:pt x="6" y="47"/>
                  </a:cubicBezTo>
                  <a:cubicBezTo>
                    <a:pt x="6" y="47"/>
                    <a:pt x="6" y="47"/>
                    <a:pt x="6" y="47"/>
                  </a:cubicBezTo>
                  <a:cubicBezTo>
                    <a:pt x="6" y="48"/>
                    <a:pt x="6" y="47"/>
                    <a:pt x="5" y="47"/>
                  </a:cubicBezTo>
                  <a:cubicBezTo>
                    <a:pt x="5" y="48"/>
                    <a:pt x="7" y="49"/>
                    <a:pt x="7" y="49"/>
                  </a:cubicBezTo>
                  <a:cubicBezTo>
                    <a:pt x="8" y="50"/>
                    <a:pt x="8" y="52"/>
                    <a:pt x="9" y="53"/>
                  </a:cubicBezTo>
                  <a:cubicBezTo>
                    <a:pt x="9" y="53"/>
                    <a:pt x="9" y="53"/>
                    <a:pt x="9" y="52"/>
                  </a:cubicBezTo>
                  <a:cubicBezTo>
                    <a:pt x="9" y="52"/>
                    <a:pt x="9" y="53"/>
                    <a:pt x="10" y="53"/>
                  </a:cubicBezTo>
                  <a:cubicBezTo>
                    <a:pt x="10" y="53"/>
                    <a:pt x="9" y="52"/>
                    <a:pt x="10" y="52"/>
                  </a:cubicBezTo>
                  <a:cubicBezTo>
                    <a:pt x="10" y="53"/>
                    <a:pt x="10" y="54"/>
                    <a:pt x="11" y="53"/>
                  </a:cubicBezTo>
                  <a:cubicBezTo>
                    <a:pt x="11" y="53"/>
                    <a:pt x="11" y="53"/>
                    <a:pt x="12" y="53"/>
                  </a:cubicBezTo>
                  <a:cubicBezTo>
                    <a:pt x="12" y="54"/>
                    <a:pt x="12" y="53"/>
                    <a:pt x="12" y="54"/>
                  </a:cubicBezTo>
                  <a:cubicBezTo>
                    <a:pt x="12" y="54"/>
                    <a:pt x="12" y="55"/>
                    <a:pt x="13" y="54"/>
                  </a:cubicBezTo>
                  <a:cubicBezTo>
                    <a:pt x="13" y="54"/>
                    <a:pt x="13" y="54"/>
                    <a:pt x="13" y="54"/>
                  </a:cubicBezTo>
                  <a:cubicBezTo>
                    <a:pt x="13" y="54"/>
                    <a:pt x="13" y="54"/>
                    <a:pt x="13" y="54"/>
                  </a:cubicBezTo>
                  <a:cubicBezTo>
                    <a:pt x="14" y="54"/>
                    <a:pt x="14" y="55"/>
                    <a:pt x="13" y="55"/>
                  </a:cubicBezTo>
                  <a:cubicBezTo>
                    <a:pt x="13" y="55"/>
                    <a:pt x="13" y="55"/>
                    <a:pt x="12" y="55"/>
                  </a:cubicBezTo>
                  <a:cubicBezTo>
                    <a:pt x="12" y="55"/>
                    <a:pt x="12" y="54"/>
                    <a:pt x="12" y="54"/>
                  </a:cubicBezTo>
                  <a:cubicBezTo>
                    <a:pt x="11" y="54"/>
                    <a:pt x="11" y="54"/>
                    <a:pt x="11" y="53"/>
                  </a:cubicBezTo>
                  <a:cubicBezTo>
                    <a:pt x="10" y="54"/>
                    <a:pt x="10" y="54"/>
                    <a:pt x="10" y="53"/>
                  </a:cubicBezTo>
                  <a:cubicBezTo>
                    <a:pt x="10" y="55"/>
                    <a:pt x="12" y="56"/>
                    <a:pt x="14" y="57"/>
                  </a:cubicBezTo>
                  <a:cubicBezTo>
                    <a:pt x="15" y="59"/>
                    <a:pt x="16" y="60"/>
                    <a:pt x="18" y="62"/>
                  </a:cubicBezTo>
                  <a:cubicBezTo>
                    <a:pt x="18" y="62"/>
                    <a:pt x="18" y="62"/>
                    <a:pt x="19" y="63"/>
                  </a:cubicBezTo>
                  <a:cubicBezTo>
                    <a:pt x="19" y="63"/>
                    <a:pt x="19" y="63"/>
                    <a:pt x="19" y="64"/>
                  </a:cubicBezTo>
                  <a:cubicBezTo>
                    <a:pt x="19" y="64"/>
                    <a:pt x="20" y="65"/>
                    <a:pt x="20" y="65"/>
                  </a:cubicBezTo>
                  <a:cubicBezTo>
                    <a:pt x="21" y="66"/>
                    <a:pt x="22" y="66"/>
                    <a:pt x="22" y="67"/>
                  </a:cubicBezTo>
                  <a:cubicBezTo>
                    <a:pt x="22" y="68"/>
                    <a:pt x="23" y="69"/>
                    <a:pt x="24" y="69"/>
                  </a:cubicBezTo>
                  <a:cubicBezTo>
                    <a:pt x="24" y="68"/>
                    <a:pt x="24" y="67"/>
                    <a:pt x="25" y="66"/>
                  </a:cubicBezTo>
                  <a:cubicBezTo>
                    <a:pt x="25" y="66"/>
                    <a:pt x="26" y="66"/>
                    <a:pt x="26" y="66"/>
                  </a:cubicBezTo>
                  <a:cubicBezTo>
                    <a:pt x="27" y="65"/>
                    <a:pt x="27" y="65"/>
                    <a:pt x="27" y="65"/>
                  </a:cubicBezTo>
                  <a:cubicBezTo>
                    <a:pt x="28" y="65"/>
                    <a:pt x="28" y="66"/>
                    <a:pt x="29" y="67"/>
                  </a:cubicBezTo>
                  <a:cubicBezTo>
                    <a:pt x="29" y="67"/>
                    <a:pt x="30" y="67"/>
                    <a:pt x="31" y="67"/>
                  </a:cubicBezTo>
                  <a:cubicBezTo>
                    <a:pt x="31" y="67"/>
                    <a:pt x="31" y="66"/>
                    <a:pt x="31" y="66"/>
                  </a:cubicBezTo>
                  <a:cubicBezTo>
                    <a:pt x="30" y="65"/>
                    <a:pt x="30" y="65"/>
                    <a:pt x="31" y="65"/>
                  </a:cubicBezTo>
                  <a:cubicBezTo>
                    <a:pt x="31" y="64"/>
                    <a:pt x="31" y="64"/>
                    <a:pt x="31" y="63"/>
                  </a:cubicBezTo>
                  <a:cubicBezTo>
                    <a:pt x="32" y="63"/>
                    <a:pt x="32" y="63"/>
                    <a:pt x="31" y="62"/>
                  </a:cubicBezTo>
                  <a:cubicBezTo>
                    <a:pt x="31" y="62"/>
                    <a:pt x="30" y="62"/>
                    <a:pt x="30" y="62"/>
                  </a:cubicBezTo>
                  <a:cubicBezTo>
                    <a:pt x="29" y="61"/>
                    <a:pt x="29" y="61"/>
                    <a:pt x="29" y="60"/>
                  </a:cubicBezTo>
                  <a:cubicBezTo>
                    <a:pt x="29" y="60"/>
                    <a:pt x="30" y="60"/>
                    <a:pt x="30" y="60"/>
                  </a:cubicBezTo>
                  <a:cubicBezTo>
                    <a:pt x="30" y="59"/>
                    <a:pt x="29" y="58"/>
                    <a:pt x="29" y="57"/>
                  </a:cubicBezTo>
                  <a:cubicBezTo>
                    <a:pt x="28" y="57"/>
                    <a:pt x="28" y="58"/>
                    <a:pt x="27" y="58"/>
                  </a:cubicBezTo>
                  <a:cubicBezTo>
                    <a:pt x="27" y="57"/>
                    <a:pt x="28" y="57"/>
                    <a:pt x="28" y="57"/>
                  </a:cubicBezTo>
                  <a:cubicBezTo>
                    <a:pt x="28" y="56"/>
                    <a:pt x="28" y="55"/>
                    <a:pt x="28" y="55"/>
                  </a:cubicBezTo>
                  <a:cubicBezTo>
                    <a:pt x="28" y="54"/>
                    <a:pt x="28" y="54"/>
                    <a:pt x="28" y="53"/>
                  </a:cubicBezTo>
                  <a:cubicBezTo>
                    <a:pt x="28" y="53"/>
                    <a:pt x="28" y="51"/>
                    <a:pt x="29" y="52"/>
                  </a:cubicBezTo>
                  <a:cubicBezTo>
                    <a:pt x="29" y="53"/>
                    <a:pt x="29" y="53"/>
                    <a:pt x="30" y="52"/>
                  </a:cubicBezTo>
                  <a:cubicBezTo>
                    <a:pt x="30" y="52"/>
                    <a:pt x="31" y="52"/>
                    <a:pt x="31" y="52"/>
                  </a:cubicBezTo>
                  <a:cubicBezTo>
                    <a:pt x="32" y="52"/>
                    <a:pt x="32" y="53"/>
                    <a:pt x="32" y="53"/>
                  </a:cubicBezTo>
                  <a:cubicBezTo>
                    <a:pt x="33" y="53"/>
                    <a:pt x="33" y="53"/>
                    <a:pt x="34" y="52"/>
                  </a:cubicBezTo>
                  <a:cubicBezTo>
                    <a:pt x="35" y="52"/>
                    <a:pt x="35" y="52"/>
                    <a:pt x="36" y="52"/>
                  </a:cubicBezTo>
                  <a:cubicBezTo>
                    <a:pt x="37" y="52"/>
                    <a:pt x="37" y="49"/>
                    <a:pt x="37" y="49"/>
                  </a:cubicBezTo>
                  <a:cubicBezTo>
                    <a:pt x="36" y="49"/>
                    <a:pt x="36" y="47"/>
                    <a:pt x="36" y="47"/>
                  </a:cubicBezTo>
                  <a:cubicBezTo>
                    <a:pt x="37" y="48"/>
                    <a:pt x="37" y="47"/>
                    <a:pt x="38" y="46"/>
                  </a:cubicBezTo>
                  <a:cubicBezTo>
                    <a:pt x="38" y="46"/>
                    <a:pt x="40" y="47"/>
                    <a:pt x="40" y="48"/>
                  </a:cubicBezTo>
                  <a:cubicBezTo>
                    <a:pt x="40" y="48"/>
                    <a:pt x="41" y="50"/>
                    <a:pt x="41" y="50"/>
                  </a:cubicBezTo>
                  <a:cubicBezTo>
                    <a:pt x="42" y="50"/>
                    <a:pt x="42" y="52"/>
                    <a:pt x="41" y="52"/>
                  </a:cubicBezTo>
                  <a:cubicBezTo>
                    <a:pt x="42" y="52"/>
                    <a:pt x="42" y="52"/>
                    <a:pt x="42" y="52"/>
                  </a:cubicBezTo>
                  <a:cubicBezTo>
                    <a:pt x="43" y="52"/>
                    <a:pt x="43" y="52"/>
                    <a:pt x="43" y="52"/>
                  </a:cubicBezTo>
                  <a:cubicBezTo>
                    <a:pt x="44" y="52"/>
                    <a:pt x="45" y="53"/>
                    <a:pt x="45" y="53"/>
                  </a:cubicBezTo>
                  <a:cubicBezTo>
                    <a:pt x="46" y="53"/>
                    <a:pt x="46" y="53"/>
                    <a:pt x="46" y="53"/>
                  </a:cubicBezTo>
                  <a:cubicBezTo>
                    <a:pt x="47" y="53"/>
                    <a:pt x="47" y="52"/>
                    <a:pt x="47" y="52"/>
                  </a:cubicBezTo>
                  <a:cubicBezTo>
                    <a:pt x="48" y="51"/>
                    <a:pt x="48" y="50"/>
                    <a:pt x="49" y="49"/>
                  </a:cubicBezTo>
                  <a:cubicBezTo>
                    <a:pt x="49" y="49"/>
                    <a:pt x="50" y="50"/>
                    <a:pt x="50" y="51"/>
                  </a:cubicBezTo>
                  <a:cubicBezTo>
                    <a:pt x="50" y="51"/>
                    <a:pt x="50" y="52"/>
                    <a:pt x="51" y="52"/>
                  </a:cubicBezTo>
                  <a:cubicBezTo>
                    <a:pt x="51" y="52"/>
                    <a:pt x="50" y="53"/>
                    <a:pt x="50" y="53"/>
                  </a:cubicBezTo>
                  <a:cubicBezTo>
                    <a:pt x="50" y="54"/>
                    <a:pt x="51" y="53"/>
                    <a:pt x="51" y="53"/>
                  </a:cubicBezTo>
                  <a:cubicBezTo>
                    <a:pt x="51" y="54"/>
                    <a:pt x="52" y="54"/>
                    <a:pt x="52" y="53"/>
                  </a:cubicBezTo>
                  <a:cubicBezTo>
                    <a:pt x="53" y="53"/>
                    <a:pt x="53" y="52"/>
                    <a:pt x="53" y="52"/>
                  </a:cubicBezTo>
                  <a:cubicBezTo>
                    <a:pt x="54" y="52"/>
                    <a:pt x="54" y="52"/>
                    <a:pt x="53" y="51"/>
                  </a:cubicBezTo>
                  <a:cubicBezTo>
                    <a:pt x="53" y="51"/>
                    <a:pt x="53" y="51"/>
                    <a:pt x="53" y="50"/>
                  </a:cubicBezTo>
                  <a:cubicBezTo>
                    <a:pt x="54" y="50"/>
                    <a:pt x="53" y="48"/>
                    <a:pt x="54" y="48"/>
                  </a:cubicBezTo>
                  <a:cubicBezTo>
                    <a:pt x="55" y="47"/>
                    <a:pt x="55" y="47"/>
                    <a:pt x="55" y="46"/>
                  </a:cubicBezTo>
                  <a:cubicBezTo>
                    <a:pt x="55" y="46"/>
                    <a:pt x="56" y="45"/>
                    <a:pt x="56" y="45"/>
                  </a:cubicBezTo>
                  <a:cubicBezTo>
                    <a:pt x="56" y="45"/>
                    <a:pt x="55" y="44"/>
                    <a:pt x="55" y="44"/>
                  </a:cubicBezTo>
                  <a:cubicBezTo>
                    <a:pt x="55" y="44"/>
                    <a:pt x="56" y="43"/>
                    <a:pt x="56" y="4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87" name="French Polynesia">
              <a:extLst>
                <a:ext uri="{FF2B5EF4-FFF2-40B4-BE49-F238E27FC236}">
                  <a16:creationId xmlns:a16="http://schemas.microsoft.com/office/drawing/2014/main" id="{4FB41334-4439-CB14-8F52-CED82777100B}"/>
                </a:ext>
              </a:extLst>
            </p:cNvPr>
            <p:cNvSpPr/>
            <p:nvPr/>
          </p:nvSpPr>
          <p:spPr>
            <a:xfrm>
              <a:off x="974772" y="4402199"/>
              <a:ext cx="543858" cy="563514"/>
            </a:xfrm>
            <a:custGeom>
              <a:avLst/>
              <a:gdLst>
                <a:gd name="connsiteX0" fmla="*/ 385813 w 543858"/>
                <a:gd name="connsiteY0" fmla="*/ 120 h 563514"/>
                <a:gd name="connsiteX1" fmla="*/ 384523 w 543858"/>
                <a:gd name="connsiteY1" fmla="*/ 2271 h 563514"/>
                <a:gd name="connsiteX2" fmla="*/ 382373 w 543858"/>
                <a:gd name="connsiteY2" fmla="*/ 2271 h 563514"/>
                <a:gd name="connsiteX3" fmla="*/ 383663 w 543858"/>
                <a:gd name="connsiteY3" fmla="*/ 550 h 563514"/>
                <a:gd name="connsiteX4" fmla="*/ 385813 w 543858"/>
                <a:gd name="connsiteY4" fmla="*/ 120 h 563514"/>
                <a:gd name="connsiteX5" fmla="*/ 375493 w 543858"/>
                <a:gd name="connsiteY5" fmla="*/ 4421 h 563514"/>
                <a:gd name="connsiteX6" fmla="*/ 374633 w 543858"/>
                <a:gd name="connsiteY6" fmla="*/ 7431 h 563514"/>
                <a:gd name="connsiteX7" fmla="*/ 377213 w 543858"/>
                <a:gd name="connsiteY7" fmla="*/ 6571 h 563514"/>
                <a:gd name="connsiteX8" fmla="*/ 378073 w 543858"/>
                <a:gd name="connsiteY8" fmla="*/ 3991 h 563514"/>
                <a:gd name="connsiteX9" fmla="*/ 375493 w 543858"/>
                <a:gd name="connsiteY9" fmla="*/ 4421 h 563514"/>
                <a:gd name="connsiteX10" fmla="*/ 388393 w 543858"/>
                <a:gd name="connsiteY10" fmla="*/ 26352 h 563514"/>
                <a:gd name="connsiteX11" fmla="*/ 386673 w 543858"/>
                <a:gd name="connsiteY11" fmla="*/ 28932 h 563514"/>
                <a:gd name="connsiteX12" fmla="*/ 388393 w 543858"/>
                <a:gd name="connsiteY12" fmla="*/ 31082 h 563514"/>
                <a:gd name="connsiteX13" fmla="*/ 390113 w 543858"/>
                <a:gd name="connsiteY13" fmla="*/ 29792 h 563514"/>
                <a:gd name="connsiteX14" fmla="*/ 390543 w 543858"/>
                <a:gd name="connsiteY14" fmla="*/ 28072 h 563514"/>
                <a:gd name="connsiteX15" fmla="*/ 392264 w 543858"/>
                <a:gd name="connsiteY15" fmla="*/ 29362 h 563514"/>
                <a:gd name="connsiteX16" fmla="*/ 393554 w 543858"/>
                <a:gd name="connsiteY16" fmla="*/ 26782 h 563514"/>
                <a:gd name="connsiteX17" fmla="*/ 390973 w 543858"/>
                <a:gd name="connsiteY17" fmla="*/ 25492 h 563514"/>
                <a:gd name="connsiteX18" fmla="*/ 388393 w 543858"/>
                <a:gd name="connsiteY18" fmla="*/ 26352 h 563514"/>
                <a:gd name="connsiteX19" fmla="*/ 390543 w 543858"/>
                <a:gd name="connsiteY19" fmla="*/ 40542 h 563514"/>
                <a:gd name="connsiteX20" fmla="*/ 389683 w 543858"/>
                <a:gd name="connsiteY20" fmla="*/ 43552 h 563514"/>
                <a:gd name="connsiteX21" fmla="*/ 392264 w 543858"/>
                <a:gd name="connsiteY21" fmla="*/ 44413 h 563514"/>
                <a:gd name="connsiteX22" fmla="*/ 392264 w 543858"/>
                <a:gd name="connsiteY22" fmla="*/ 41402 h 563514"/>
                <a:gd name="connsiteX23" fmla="*/ 393554 w 543858"/>
                <a:gd name="connsiteY23" fmla="*/ 38822 h 563514"/>
                <a:gd name="connsiteX24" fmla="*/ 390543 w 543858"/>
                <a:gd name="connsiteY24" fmla="*/ 40542 h 563514"/>
                <a:gd name="connsiteX25" fmla="*/ 405164 w 543858"/>
                <a:gd name="connsiteY25" fmla="*/ 28072 h 563514"/>
                <a:gd name="connsiteX26" fmla="*/ 403444 w 543858"/>
                <a:gd name="connsiteY26" fmla="*/ 31082 h 563514"/>
                <a:gd name="connsiteX27" fmla="*/ 406024 w 543858"/>
                <a:gd name="connsiteY27" fmla="*/ 30652 h 563514"/>
                <a:gd name="connsiteX28" fmla="*/ 409034 w 543858"/>
                <a:gd name="connsiteY28" fmla="*/ 28502 h 563514"/>
                <a:gd name="connsiteX29" fmla="*/ 405164 w 543858"/>
                <a:gd name="connsiteY29" fmla="*/ 28072 h 563514"/>
                <a:gd name="connsiteX30" fmla="*/ 416775 w 543858"/>
                <a:gd name="connsiteY30" fmla="*/ 50003 h 563514"/>
                <a:gd name="connsiteX31" fmla="*/ 415055 w 543858"/>
                <a:gd name="connsiteY31" fmla="*/ 52583 h 563514"/>
                <a:gd name="connsiteX32" fmla="*/ 416775 w 543858"/>
                <a:gd name="connsiteY32" fmla="*/ 54733 h 563514"/>
                <a:gd name="connsiteX33" fmla="*/ 416345 w 543858"/>
                <a:gd name="connsiteY33" fmla="*/ 57743 h 563514"/>
                <a:gd name="connsiteX34" fmla="*/ 418495 w 543858"/>
                <a:gd name="connsiteY34" fmla="*/ 58603 h 563514"/>
                <a:gd name="connsiteX35" fmla="*/ 419785 w 543858"/>
                <a:gd name="connsiteY35" fmla="*/ 55163 h 563514"/>
                <a:gd name="connsiteX36" fmla="*/ 422365 w 543858"/>
                <a:gd name="connsiteY36" fmla="*/ 54733 h 563514"/>
                <a:gd name="connsiteX37" fmla="*/ 424945 w 543858"/>
                <a:gd name="connsiteY37" fmla="*/ 53443 h 563514"/>
                <a:gd name="connsiteX38" fmla="*/ 423225 w 543858"/>
                <a:gd name="connsiteY38" fmla="*/ 50863 h 563514"/>
                <a:gd name="connsiteX39" fmla="*/ 420645 w 543858"/>
                <a:gd name="connsiteY39" fmla="*/ 50863 h 563514"/>
                <a:gd name="connsiteX40" fmla="*/ 419355 w 543858"/>
                <a:gd name="connsiteY40" fmla="*/ 49573 h 563514"/>
                <a:gd name="connsiteX41" fmla="*/ 416775 w 543858"/>
                <a:gd name="connsiteY41" fmla="*/ 50003 h 563514"/>
                <a:gd name="connsiteX42" fmla="*/ 421075 w 543858"/>
                <a:gd name="connsiteY42" fmla="*/ 42262 h 563514"/>
                <a:gd name="connsiteX43" fmla="*/ 421075 w 543858"/>
                <a:gd name="connsiteY43" fmla="*/ 44843 h 563514"/>
                <a:gd name="connsiteX44" fmla="*/ 423225 w 543858"/>
                <a:gd name="connsiteY44" fmla="*/ 43552 h 563514"/>
                <a:gd name="connsiteX45" fmla="*/ 423225 w 543858"/>
                <a:gd name="connsiteY45" fmla="*/ 40972 h 563514"/>
                <a:gd name="connsiteX46" fmla="*/ 421075 w 543858"/>
                <a:gd name="connsiteY46" fmla="*/ 42262 h 563514"/>
                <a:gd name="connsiteX47" fmla="*/ 429245 w 543858"/>
                <a:gd name="connsiteY47" fmla="*/ 69784 h 563514"/>
                <a:gd name="connsiteX48" fmla="*/ 427525 w 543858"/>
                <a:gd name="connsiteY48" fmla="*/ 74084 h 563514"/>
                <a:gd name="connsiteX49" fmla="*/ 431825 w 543858"/>
                <a:gd name="connsiteY49" fmla="*/ 74084 h 563514"/>
                <a:gd name="connsiteX50" fmla="*/ 433546 w 543858"/>
                <a:gd name="connsiteY50" fmla="*/ 70214 h 563514"/>
                <a:gd name="connsiteX51" fmla="*/ 429245 w 543858"/>
                <a:gd name="connsiteY51" fmla="*/ 69784 h 563514"/>
                <a:gd name="connsiteX52" fmla="*/ 279168 w 543858"/>
                <a:gd name="connsiteY52" fmla="*/ 550977 h 563514"/>
                <a:gd name="connsiteX53" fmla="*/ 276588 w 543858"/>
                <a:gd name="connsiteY53" fmla="*/ 552697 h 563514"/>
                <a:gd name="connsiteX54" fmla="*/ 277018 w 543858"/>
                <a:gd name="connsiteY54" fmla="*/ 555707 h 563514"/>
                <a:gd name="connsiteX55" fmla="*/ 280028 w 543858"/>
                <a:gd name="connsiteY55" fmla="*/ 554417 h 563514"/>
                <a:gd name="connsiteX56" fmla="*/ 281748 w 543858"/>
                <a:gd name="connsiteY56" fmla="*/ 551837 h 563514"/>
                <a:gd name="connsiteX57" fmla="*/ 279168 w 543858"/>
                <a:gd name="connsiteY57" fmla="*/ 550977 h 563514"/>
                <a:gd name="connsiteX58" fmla="*/ 300239 w 543858"/>
                <a:gd name="connsiteY58" fmla="*/ 560437 h 563514"/>
                <a:gd name="connsiteX59" fmla="*/ 300239 w 543858"/>
                <a:gd name="connsiteY59" fmla="*/ 563447 h 563514"/>
                <a:gd name="connsiteX60" fmla="*/ 302389 w 543858"/>
                <a:gd name="connsiteY60" fmla="*/ 562587 h 563514"/>
                <a:gd name="connsiteX61" fmla="*/ 304109 w 543858"/>
                <a:gd name="connsiteY61" fmla="*/ 560867 h 563514"/>
                <a:gd name="connsiteX62" fmla="*/ 302389 w 543858"/>
                <a:gd name="connsiteY62" fmla="*/ 558717 h 563514"/>
                <a:gd name="connsiteX63" fmla="*/ 300239 w 543858"/>
                <a:gd name="connsiteY63" fmla="*/ 560437 h 563514"/>
                <a:gd name="connsiteX64" fmla="*/ 2665 w 543858"/>
                <a:gd name="connsiteY64" fmla="*/ 382409 h 563514"/>
                <a:gd name="connsiteX65" fmla="*/ 515 w 543858"/>
                <a:gd name="connsiteY65" fmla="*/ 386709 h 563514"/>
                <a:gd name="connsiteX66" fmla="*/ 4385 w 543858"/>
                <a:gd name="connsiteY66" fmla="*/ 387139 h 563514"/>
                <a:gd name="connsiteX67" fmla="*/ 8685 w 543858"/>
                <a:gd name="connsiteY67" fmla="*/ 383269 h 563514"/>
                <a:gd name="connsiteX68" fmla="*/ 2665 w 543858"/>
                <a:gd name="connsiteY68" fmla="*/ 382409 h 563514"/>
                <a:gd name="connsiteX69" fmla="*/ 50827 w 543858"/>
                <a:gd name="connsiteY69" fmla="*/ 407350 h 563514"/>
                <a:gd name="connsiteX70" fmla="*/ 49537 w 543858"/>
                <a:gd name="connsiteY70" fmla="*/ 409930 h 563514"/>
                <a:gd name="connsiteX71" fmla="*/ 55127 w 543858"/>
                <a:gd name="connsiteY71" fmla="*/ 409930 h 563514"/>
                <a:gd name="connsiteX72" fmla="*/ 53837 w 543858"/>
                <a:gd name="connsiteY72" fmla="*/ 405200 h 563514"/>
                <a:gd name="connsiteX73" fmla="*/ 50827 w 543858"/>
                <a:gd name="connsiteY73" fmla="*/ 407350 h 563514"/>
                <a:gd name="connsiteX74" fmla="*/ 91679 w 543858"/>
                <a:gd name="connsiteY74" fmla="*/ 400900 h 563514"/>
                <a:gd name="connsiteX75" fmla="*/ 88669 w 543858"/>
                <a:gd name="connsiteY75" fmla="*/ 403050 h 563514"/>
                <a:gd name="connsiteX76" fmla="*/ 91249 w 543858"/>
                <a:gd name="connsiteY76" fmla="*/ 405200 h 563514"/>
                <a:gd name="connsiteX77" fmla="*/ 95119 w 543858"/>
                <a:gd name="connsiteY77" fmla="*/ 403480 h 563514"/>
                <a:gd name="connsiteX78" fmla="*/ 91679 w 543858"/>
                <a:gd name="connsiteY78" fmla="*/ 400900 h 563514"/>
                <a:gd name="connsiteX79" fmla="*/ 141992 w 543858"/>
                <a:gd name="connsiteY79" fmla="*/ 428421 h 563514"/>
                <a:gd name="connsiteX80" fmla="*/ 139411 w 543858"/>
                <a:gd name="connsiteY80" fmla="*/ 429711 h 563514"/>
                <a:gd name="connsiteX81" fmla="*/ 142422 w 543858"/>
                <a:gd name="connsiteY81" fmla="*/ 431001 h 563514"/>
                <a:gd name="connsiteX82" fmla="*/ 145002 w 543858"/>
                <a:gd name="connsiteY82" fmla="*/ 429711 h 563514"/>
                <a:gd name="connsiteX83" fmla="*/ 141992 w 543858"/>
                <a:gd name="connsiteY83" fmla="*/ 428421 h 563514"/>
                <a:gd name="connsiteX84" fmla="*/ 187574 w 543858"/>
                <a:gd name="connsiteY84" fmla="*/ 442612 h 563514"/>
                <a:gd name="connsiteX85" fmla="*/ 187144 w 543858"/>
                <a:gd name="connsiteY85" fmla="*/ 445622 h 563514"/>
                <a:gd name="connsiteX86" fmla="*/ 191014 w 543858"/>
                <a:gd name="connsiteY86" fmla="*/ 445622 h 563514"/>
                <a:gd name="connsiteX87" fmla="*/ 193594 w 543858"/>
                <a:gd name="connsiteY87" fmla="*/ 443042 h 563514"/>
                <a:gd name="connsiteX88" fmla="*/ 187574 w 543858"/>
                <a:gd name="connsiteY88" fmla="*/ 442612 h 563514"/>
                <a:gd name="connsiteX89" fmla="*/ 1805 w 543858"/>
                <a:gd name="connsiteY89" fmla="*/ 233622 h 563514"/>
                <a:gd name="connsiteX90" fmla="*/ 2665 w 543858"/>
                <a:gd name="connsiteY90" fmla="*/ 238782 h 563514"/>
                <a:gd name="connsiteX91" fmla="*/ 7825 w 543858"/>
                <a:gd name="connsiteY91" fmla="*/ 234482 h 563514"/>
                <a:gd name="connsiteX92" fmla="*/ 1805 w 543858"/>
                <a:gd name="connsiteY92" fmla="*/ 233622 h 563514"/>
                <a:gd name="connsiteX93" fmla="*/ 6105 w 543858"/>
                <a:gd name="connsiteY93" fmla="*/ 214701 h 563514"/>
                <a:gd name="connsiteX94" fmla="*/ 5675 w 543858"/>
                <a:gd name="connsiteY94" fmla="*/ 218141 h 563514"/>
                <a:gd name="connsiteX95" fmla="*/ 9545 w 543858"/>
                <a:gd name="connsiteY95" fmla="*/ 214701 h 563514"/>
                <a:gd name="connsiteX96" fmla="*/ 6105 w 543858"/>
                <a:gd name="connsiteY96" fmla="*/ 214701 h 563514"/>
                <a:gd name="connsiteX97" fmla="*/ 23736 w 543858"/>
                <a:gd name="connsiteY97" fmla="*/ 242652 h 563514"/>
                <a:gd name="connsiteX98" fmla="*/ 21586 w 543858"/>
                <a:gd name="connsiteY98" fmla="*/ 244372 h 563514"/>
                <a:gd name="connsiteX99" fmla="*/ 22876 w 543858"/>
                <a:gd name="connsiteY99" fmla="*/ 246522 h 563514"/>
                <a:gd name="connsiteX100" fmla="*/ 25456 w 543858"/>
                <a:gd name="connsiteY100" fmla="*/ 246522 h 563514"/>
                <a:gd name="connsiteX101" fmla="*/ 24166 w 543858"/>
                <a:gd name="connsiteY101" fmla="*/ 244372 h 563514"/>
                <a:gd name="connsiteX102" fmla="*/ 24596 w 543858"/>
                <a:gd name="connsiteY102" fmla="*/ 243082 h 563514"/>
                <a:gd name="connsiteX103" fmla="*/ 23736 w 543858"/>
                <a:gd name="connsiteY103" fmla="*/ 242652 h 563514"/>
                <a:gd name="connsiteX104" fmla="*/ 66308 w 543858"/>
                <a:gd name="connsiteY104" fmla="*/ 234052 h 563514"/>
                <a:gd name="connsiteX105" fmla="*/ 65018 w 543858"/>
                <a:gd name="connsiteY105" fmla="*/ 237062 h 563514"/>
                <a:gd name="connsiteX106" fmla="*/ 70178 w 543858"/>
                <a:gd name="connsiteY106" fmla="*/ 236202 h 563514"/>
                <a:gd name="connsiteX107" fmla="*/ 69318 w 543858"/>
                <a:gd name="connsiteY107" fmla="*/ 231902 h 563514"/>
                <a:gd name="connsiteX108" fmla="*/ 66308 w 543858"/>
                <a:gd name="connsiteY108" fmla="*/ 234052 h 563514"/>
                <a:gd name="connsiteX109" fmla="*/ 80929 w 543858"/>
                <a:gd name="connsiteY109" fmla="*/ 234052 h 563514"/>
                <a:gd name="connsiteX110" fmla="*/ 78348 w 543858"/>
                <a:gd name="connsiteY110" fmla="*/ 236202 h 563514"/>
                <a:gd name="connsiteX111" fmla="*/ 81359 w 543858"/>
                <a:gd name="connsiteY111" fmla="*/ 237492 h 563514"/>
                <a:gd name="connsiteX112" fmla="*/ 83939 w 543858"/>
                <a:gd name="connsiteY112" fmla="*/ 234912 h 563514"/>
                <a:gd name="connsiteX113" fmla="*/ 80929 w 543858"/>
                <a:gd name="connsiteY113" fmla="*/ 234052 h 563514"/>
                <a:gd name="connsiteX114" fmla="*/ 89099 w 543858"/>
                <a:gd name="connsiteY114" fmla="*/ 238782 h 563514"/>
                <a:gd name="connsiteX115" fmla="*/ 87809 w 543858"/>
                <a:gd name="connsiteY115" fmla="*/ 240072 h 563514"/>
                <a:gd name="connsiteX116" fmla="*/ 89099 w 543858"/>
                <a:gd name="connsiteY116" fmla="*/ 237922 h 563514"/>
                <a:gd name="connsiteX117" fmla="*/ 88669 w 543858"/>
                <a:gd name="connsiteY117" fmla="*/ 236632 h 563514"/>
                <a:gd name="connsiteX118" fmla="*/ 86949 w 543858"/>
                <a:gd name="connsiteY118" fmla="*/ 236632 h 563514"/>
                <a:gd name="connsiteX119" fmla="*/ 86089 w 543858"/>
                <a:gd name="connsiteY119" fmla="*/ 238782 h 563514"/>
                <a:gd name="connsiteX120" fmla="*/ 86949 w 543858"/>
                <a:gd name="connsiteY120" fmla="*/ 241792 h 563514"/>
                <a:gd name="connsiteX121" fmla="*/ 87809 w 543858"/>
                <a:gd name="connsiteY121" fmla="*/ 243942 h 563514"/>
                <a:gd name="connsiteX122" fmla="*/ 89099 w 543858"/>
                <a:gd name="connsiteY122" fmla="*/ 246952 h 563514"/>
                <a:gd name="connsiteX123" fmla="*/ 92109 w 543858"/>
                <a:gd name="connsiteY123" fmla="*/ 246092 h 563514"/>
                <a:gd name="connsiteX124" fmla="*/ 90819 w 543858"/>
                <a:gd name="connsiteY124" fmla="*/ 242652 h 563514"/>
                <a:gd name="connsiteX125" fmla="*/ 89529 w 543858"/>
                <a:gd name="connsiteY125" fmla="*/ 239642 h 563514"/>
                <a:gd name="connsiteX126" fmla="*/ 89099 w 543858"/>
                <a:gd name="connsiteY126" fmla="*/ 238782 h 563514"/>
                <a:gd name="connsiteX127" fmla="*/ 100279 w 543858"/>
                <a:gd name="connsiteY127" fmla="*/ 240932 h 563514"/>
                <a:gd name="connsiteX128" fmla="*/ 98559 w 543858"/>
                <a:gd name="connsiteY128" fmla="*/ 242652 h 563514"/>
                <a:gd name="connsiteX129" fmla="*/ 99849 w 543858"/>
                <a:gd name="connsiteY129" fmla="*/ 244372 h 563514"/>
                <a:gd name="connsiteX130" fmla="*/ 102860 w 543858"/>
                <a:gd name="connsiteY130" fmla="*/ 242652 h 563514"/>
                <a:gd name="connsiteX131" fmla="*/ 100279 w 543858"/>
                <a:gd name="connsiteY131" fmla="*/ 240932 h 563514"/>
                <a:gd name="connsiteX132" fmla="*/ 109740 w 543858"/>
                <a:gd name="connsiteY132" fmla="*/ 265443 h 563514"/>
                <a:gd name="connsiteX133" fmla="*/ 108880 w 543858"/>
                <a:gd name="connsiteY133" fmla="*/ 269313 h 563514"/>
                <a:gd name="connsiteX134" fmla="*/ 113610 w 543858"/>
                <a:gd name="connsiteY134" fmla="*/ 268453 h 563514"/>
                <a:gd name="connsiteX135" fmla="*/ 113180 w 543858"/>
                <a:gd name="connsiteY135" fmla="*/ 264153 h 563514"/>
                <a:gd name="connsiteX136" fmla="*/ 109740 w 543858"/>
                <a:gd name="connsiteY136" fmla="*/ 265443 h 563514"/>
                <a:gd name="connsiteX137" fmla="*/ 130381 w 543858"/>
                <a:gd name="connsiteY137" fmla="*/ 261573 h 563514"/>
                <a:gd name="connsiteX138" fmla="*/ 128661 w 543858"/>
                <a:gd name="connsiteY138" fmla="*/ 264583 h 563514"/>
                <a:gd name="connsiteX139" fmla="*/ 131671 w 543858"/>
                <a:gd name="connsiteY139" fmla="*/ 266733 h 563514"/>
                <a:gd name="connsiteX140" fmla="*/ 135541 w 543858"/>
                <a:gd name="connsiteY140" fmla="*/ 263293 h 563514"/>
                <a:gd name="connsiteX141" fmla="*/ 130381 w 543858"/>
                <a:gd name="connsiteY141" fmla="*/ 261573 h 563514"/>
                <a:gd name="connsiteX142" fmla="*/ 145862 w 543858"/>
                <a:gd name="connsiteY142" fmla="*/ 268023 h 563514"/>
                <a:gd name="connsiteX143" fmla="*/ 143282 w 543858"/>
                <a:gd name="connsiteY143" fmla="*/ 269313 h 563514"/>
                <a:gd name="connsiteX144" fmla="*/ 140271 w 543858"/>
                <a:gd name="connsiteY144" fmla="*/ 269313 h 563514"/>
                <a:gd name="connsiteX145" fmla="*/ 137691 w 543858"/>
                <a:gd name="connsiteY145" fmla="*/ 267593 h 563514"/>
                <a:gd name="connsiteX146" fmla="*/ 137691 w 543858"/>
                <a:gd name="connsiteY146" fmla="*/ 269743 h 563514"/>
                <a:gd name="connsiteX147" fmla="*/ 139841 w 543858"/>
                <a:gd name="connsiteY147" fmla="*/ 271463 h 563514"/>
                <a:gd name="connsiteX148" fmla="*/ 145432 w 543858"/>
                <a:gd name="connsiteY148" fmla="*/ 271463 h 563514"/>
                <a:gd name="connsiteX149" fmla="*/ 147582 w 543858"/>
                <a:gd name="connsiteY149" fmla="*/ 273614 h 563514"/>
                <a:gd name="connsiteX150" fmla="*/ 150592 w 543858"/>
                <a:gd name="connsiteY150" fmla="*/ 273614 h 563514"/>
                <a:gd name="connsiteX151" fmla="*/ 151452 w 543858"/>
                <a:gd name="connsiteY151" fmla="*/ 270603 h 563514"/>
                <a:gd name="connsiteX152" fmla="*/ 148012 w 543858"/>
                <a:gd name="connsiteY152" fmla="*/ 271033 h 563514"/>
                <a:gd name="connsiteX153" fmla="*/ 147582 w 543858"/>
                <a:gd name="connsiteY153" fmla="*/ 268883 h 563514"/>
                <a:gd name="connsiteX154" fmla="*/ 146722 w 543858"/>
                <a:gd name="connsiteY154" fmla="*/ 265873 h 563514"/>
                <a:gd name="connsiteX155" fmla="*/ 145002 w 543858"/>
                <a:gd name="connsiteY155" fmla="*/ 264153 h 563514"/>
                <a:gd name="connsiteX156" fmla="*/ 142422 w 543858"/>
                <a:gd name="connsiteY156" fmla="*/ 263723 h 563514"/>
                <a:gd name="connsiteX157" fmla="*/ 144572 w 543858"/>
                <a:gd name="connsiteY157" fmla="*/ 266733 h 563514"/>
                <a:gd name="connsiteX158" fmla="*/ 145862 w 543858"/>
                <a:gd name="connsiteY158" fmla="*/ 268023 h 563514"/>
                <a:gd name="connsiteX159" fmla="*/ 137691 w 543858"/>
                <a:gd name="connsiteY159" fmla="*/ 246522 h 563514"/>
                <a:gd name="connsiteX160" fmla="*/ 137691 w 543858"/>
                <a:gd name="connsiteY160" fmla="*/ 250822 h 563514"/>
                <a:gd name="connsiteX161" fmla="*/ 140701 w 543858"/>
                <a:gd name="connsiteY161" fmla="*/ 250822 h 563514"/>
                <a:gd name="connsiteX162" fmla="*/ 140271 w 543858"/>
                <a:gd name="connsiteY162" fmla="*/ 244802 h 563514"/>
                <a:gd name="connsiteX163" fmla="*/ 137691 w 543858"/>
                <a:gd name="connsiteY163" fmla="*/ 246522 h 563514"/>
                <a:gd name="connsiteX164" fmla="*/ 162632 w 543858"/>
                <a:gd name="connsiteY164" fmla="*/ 188899 h 563514"/>
                <a:gd name="connsiteX165" fmla="*/ 162202 w 543858"/>
                <a:gd name="connsiteY165" fmla="*/ 191910 h 563514"/>
                <a:gd name="connsiteX166" fmla="*/ 165213 w 543858"/>
                <a:gd name="connsiteY166" fmla="*/ 193200 h 563514"/>
                <a:gd name="connsiteX167" fmla="*/ 162632 w 543858"/>
                <a:gd name="connsiteY167" fmla="*/ 188899 h 563514"/>
                <a:gd name="connsiteX168" fmla="*/ 178113 w 543858"/>
                <a:gd name="connsiteY168" fmla="*/ 191480 h 563514"/>
                <a:gd name="connsiteX169" fmla="*/ 175533 w 543858"/>
                <a:gd name="connsiteY169" fmla="*/ 193200 h 563514"/>
                <a:gd name="connsiteX170" fmla="*/ 178973 w 543858"/>
                <a:gd name="connsiteY170" fmla="*/ 195780 h 563514"/>
                <a:gd name="connsiteX171" fmla="*/ 181553 w 543858"/>
                <a:gd name="connsiteY171" fmla="*/ 193200 h 563514"/>
                <a:gd name="connsiteX172" fmla="*/ 178113 w 543858"/>
                <a:gd name="connsiteY172" fmla="*/ 191480 h 563514"/>
                <a:gd name="connsiteX173" fmla="*/ 191874 w 543858"/>
                <a:gd name="connsiteY173" fmla="*/ 194060 h 563514"/>
                <a:gd name="connsiteX174" fmla="*/ 190584 w 543858"/>
                <a:gd name="connsiteY174" fmla="*/ 196640 h 563514"/>
                <a:gd name="connsiteX175" fmla="*/ 192734 w 543858"/>
                <a:gd name="connsiteY175" fmla="*/ 200080 h 563514"/>
                <a:gd name="connsiteX176" fmla="*/ 196174 w 543858"/>
                <a:gd name="connsiteY176" fmla="*/ 197070 h 563514"/>
                <a:gd name="connsiteX177" fmla="*/ 191874 w 543858"/>
                <a:gd name="connsiteY177" fmla="*/ 194060 h 563514"/>
                <a:gd name="connsiteX178" fmla="*/ 186284 w 543858"/>
                <a:gd name="connsiteY178" fmla="*/ 199650 h 563514"/>
                <a:gd name="connsiteX179" fmla="*/ 188434 w 543858"/>
                <a:gd name="connsiteY179" fmla="*/ 200940 h 563514"/>
                <a:gd name="connsiteX180" fmla="*/ 188004 w 543858"/>
                <a:gd name="connsiteY180" fmla="*/ 197500 h 563514"/>
                <a:gd name="connsiteX181" fmla="*/ 186284 w 543858"/>
                <a:gd name="connsiteY181" fmla="*/ 199650 h 563514"/>
                <a:gd name="connsiteX182" fmla="*/ 178113 w 543858"/>
                <a:gd name="connsiteY182" fmla="*/ 272753 h 563514"/>
                <a:gd name="connsiteX183" fmla="*/ 177253 w 543858"/>
                <a:gd name="connsiteY183" fmla="*/ 275764 h 563514"/>
                <a:gd name="connsiteX184" fmla="*/ 181983 w 543858"/>
                <a:gd name="connsiteY184" fmla="*/ 275764 h 563514"/>
                <a:gd name="connsiteX185" fmla="*/ 180263 w 543858"/>
                <a:gd name="connsiteY185" fmla="*/ 270603 h 563514"/>
                <a:gd name="connsiteX186" fmla="*/ 178113 w 543858"/>
                <a:gd name="connsiteY186" fmla="*/ 272753 h 563514"/>
                <a:gd name="connsiteX187" fmla="*/ 248207 w 543858"/>
                <a:gd name="connsiteY187" fmla="*/ 259853 h 563514"/>
                <a:gd name="connsiteX188" fmla="*/ 246487 w 543858"/>
                <a:gd name="connsiteY188" fmla="*/ 263723 h 563514"/>
                <a:gd name="connsiteX189" fmla="*/ 250787 w 543858"/>
                <a:gd name="connsiteY189" fmla="*/ 265443 h 563514"/>
                <a:gd name="connsiteX190" fmla="*/ 252507 w 543858"/>
                <a:gd name="connsiteY190" fmla="*/ 260283 h 563514"/>
                <a:gd name="connsiteX191" fmla="*/ 248207 w 543858"/>
                <a:gd name="connsiteY191" fmla="*/ 259853 h 563514"/>
                <a:gd name="connsiteX192" fmla="*/ 243906 w 543858"/>
                <a:gd name="connsiteY192" fmla="*/ 223301 h 563514"/>
                <a:gd name="connsiteX193" fmla="*/ 243046 w 543858"/>
                <a:gd name="connsiteY193" fmla="*/ 226741 h 563514"/>
                <a:gd name="connsiteX194" fmla="*/ 245626 w 543858"/>
                <a:gd name="connsiteY194" fmla="*/ 230611 h 563514"/>
                <a:gd name="connsiteX195" fmla="*/ 248207 w 543858"/>
                <a:gd name="connsiteY195" fmla="*/ 232762 h 563514"/>
                <a:gd name="connsiteX196" fmla="*/ 246917 w 543858"/>
                <a:gd name="connsiteY196" fmla="*/ 226741 h 563514"/>
                <a:gd name="connsiteX197" fmla="*/ 245196 w 543858"/>
                <a:gd name="connsiteY197" fmla="*/ 223301 h 563514"/>
                <a:gd name="connsiteX198" fmla="*/ 243906 w 543858"/>
                <a:gd name="connsiteY198" fmla="*/ 223301 h 563514"/>
                <a:gd name="connsiteX199" fmla="*/ 223695 w 543858"/>
                <a:gd name="connsiteY199" fmla="*/ 224591 h 563514"/>
                <a:gd name="connsiteX200" fmla="*/ 223265 w 543858"/>
                <a:gd name="connsiteY200" fmla="*/ 226741 h 563514"/>
                <a:gd name="connsiteX201" fmla="*/ 227136 w 543858"/>
                <a:gd name="connsiteY201" fmla="*/ 226741 h 563514"/>
                <a:gd name="connsiteX202" fmla="*/ 225416 w 543858"/>
                <a:gd name="connsiteY202" fmla="*/ 222011 h 563514"/>
                <a:gd name="connsiteX203" fmla="*/ 223695 w 543858"/>
                <a:gd name="connsiteY203" fmla="*/ 224591 h 563514"/>
                <a:gd name="connsiteX204" fmla="*/ 220255 w 543858"/>
                <a:gd name="connsiteY204" fmla="*/ 214701 h 563514"/>
                <a:gd name="connsiteX205" fmla="*/ 218535 w 543858"/>
                <a:gd name="connsiteY205" fmla="*/ 218141 h 563514"/>
                <a:gd name="connsiteX206" fmla="*/ 221975 w 543858"/>
                <a:gd name="connsiteY206" fmla="*/ 217281 h 563514"/>
                <a:gd name="connsiteX207" fmla="*/ 223695 w 543858"/>
                <a:gd name="connsiteY207" fmla="*/ 214271 h 563514"/>
                <a:gd name="connsiteX208" fmla="*/ 220255 w 543858"/>
                <a:gd name="connsiteY208" fmla="*/ 214701 h 563514"/>
                <a:gd name="connsiteX209" fmla="*/ 227996 w 543858"/>
                <a:gd name="connsiteY209" fmla="*/ 202660 h 563514"/>
                <a:gd name="connsiteX210" fmla="*/ 226276 w 543858"/>
                <a:gd name="connsiteY210" fmla="*/ 206100 h 563514"/>
                <a:gd name="connsiteX211" fmla="*/ 229286 w 543858"/>
                <a:gd name="connsiteY211" fmla="*/ 205670 h 563514"/>
                <a:gd name="connsiteX212" fmla="*/ 232296 w 543858"/>
                <a:gd name="connsiteY212" fmla="*/ 203090 h 563514"/>
                <a:gd name="connsiteX213" fmla="*/ 227996 w 543858"/>
                <a:gd name="connsiteY213" fmla="*/ 202660 h 563514"/>
                <a:gd name="connsiteX214" fmla="*/ 247347 w 543858"/>
                <a:gd name="connsiteY214" fmla="*/ 205240 h 563514"/>
                <a:gd name="connsiteX215" fmla="*/ 245196 w 543858"/>
                <a:gd name="connsiteY215" fmla="*/ 209540 h 563514"/>
                <a:gd name="connsiteX216" fmla="*/ 248207 w 543858"/>
                <a:gd name="connsiteY216" fmla="*/ 210831 h 563514"/>
                <a:gd name="connsiteX217" fmla="*/ 249927 w 543858"/>
                <a:gd name="connsiteY217" fmla="*/ 206100 h 563514"/>
                <a:gd name="connsiteX218" fmla="*/ 247347 w 543858"/>
                <a:gd name="connsiteY218" fmla="*/ 205240 h 563514"/>
                <a:gd name="connsiteX219" fmla="*/ 256807 w 543858"/>
                <a:gd name="connsiteY219" fmla="*/ 214271 h 563514"/>
                <a:gd name="connsiteX220" fmla="*/ 256807 w 543858"/>
                <a:gd name="connsiteY220" fmla="*/ 217711 h 563514"/>
                <a:gd name="connsiteX221" fmla="*/ 258527 w 543858"/>
                <a:gd name="connsiteY221" fmla="*/ 220721 h 563514"/>
                <a:gd name="connsiteX222" fmla="*/ 260677 w 543858"/>
                <a:gd name="connsiteY222" fmla="*/ 218571 h 563514"/>
                <a:gd name="connsiteX223" fmla="*/ 258957 w 543858"/>
                <a:gd name="connsiteY223" fmla="*/ 212551 h 563514"/>
                <a:gd name="connsiteX224" fmla="*/ 256807 w 543858"/>
                <a:gd name="connsiteY224" fmla="*/ 214271 h 563514"/>
                <a:gd name="connsiteX225" fmla="*/ 260677 w 543858"/>
                <a:gd name="connsiteY225" fmla="*/ 224591 h 563514"/>
                <a:gd name="connsiteX226" fmla="*/ 259817 w 543858"/>
                <a:gd name="connsiteY226" fmla="*/ 228031 h 563514"/>
                <a:gd name="connsiteX227" fmla="*/ 261967 w 543858"/>
                <a:gd name="connsiteY227" fmla="*/ 229751 h 563514"/>
                <a:gd name="connsiteX228" fmla="*/ 262827 w 543858"/>
                <a:gd name="connsiteY228" fmla="*/ 224591 h 563514"/>
                <a:gd name="connsiteX229" fmla="*/ 260677 w 543858"/>
                <a:gd name="connsiteY229" fmla="*/ 224591 h 563514"/>
                <a:gd name="connsiteX230" fmla="*/ 267128 w 543858"/>
                <a:gd name="connsiteY230" fmla="*/ 244372 h 563514"/>
                <a:gd name="connsiteX231" fmla="*/ 266697 w 543858"/>
                <a:gd name="connsiteY231" fmla="*/ 248242 h 563514"/>
                <a:gd name="connsiteX232" fmla="*/ 269708 w 543858"/>
                <a:gd name="connsiteY232" fmla="*/ 247812 h 563514"/>
                <a:gd name="connsiteX233" fmla="*/ 268848 w 543858"/>
                <a:gd name="connsiteY233" fmla="*/ 244372 h 563514"/>
                <a:gd name="connsiteX234" fmla="*/ 268418 w 543858"/>
                <a:gd name="connsiteY234" fmla="*/ 241792 h 563514"/>
                <a:gd name="connsiteX235" fmla="*/ 267128 w 543858"/>
                <a:gd name="connsiteY235" fmla="*/ 244372 h 563514"/>
                <a:gd name="connsiteX236" fmla="*/ 226276 w 543858"/>
                <a:gd name="connsiteY236" fmla="*/ 179869 h 563514"/>
                <a:gd name="connsiteX237" fmla="*/ 225846 w 543858"/>
                <a:gd name="connsiteY237" fmla="*/ 181589 h 563514"/>
                <a:gd name="connsiteX238" fmla="*/ 227136 w 543858"/>
                <a:gd name="connsiteY238" fmla="*/ 182879 h 563514"/>
                <a:gd name="connsiteX239" fmla="*/ 229716 w 543858"/>
                <a:gd name="connsiteY239" fmla="*/ 180299 h 563514"/>
                <a:gd name="connsiteX240" fmla="*/ 227566 w 543858"/>
                <a:gd name="connsiteY240" fmla="*/ 177719 h 563514"/>
                <a:gd name="connsiteX241" fmla="*/ 226276 w 543858"/>
                <a:gd name="connsiteY241" fmla="*/ 179869 h 563514"/>
                <a:gd name="connsiteX242" fmla="*/ 234446 w 543858"/>
                <a:gd name="connsiteY242" fmla="*/ 177719 h 563514"/>
                <a:gd name="connsiteX243" fmla="*/ 234016 w 543858"/>
                <a:gd name="connsiteY243" fmla="*/ 179869 h 563514"/>
                <a:gd name="connsiteX244" fmla="*/ 236596 w 543858"/>
                <a:gd name="connsiteY244" fmla="*/ 180299 h 563514"/>
                <a:gd name="connsiteX245" fmla="*/ 238746 w 543858"/>
                <a:gd name="connsiteY245" fmla="*/ 178579 h 563514"/>
                <a:gd name="connsiteX246" fmla="*/ 234446 w 543858"/>
                <a:gd name="connsiteY246" fmla="*/ 177719 h 563514"/>
                <a:gd name="connsiteX247" fmla="*/ 261107 w 543858"/>
                <a:gd name="connsiteY247" fmla="*/ 179009 h 563514"/>
                <a:gd name="connsiteX248" fmla="*/ 260247 w 543858"/>
                <a:gd name="connsiteY248" fmla="*/ 181589 h 563514"/>
                <a:gd name="connsiteX249" fmla="*/ 263257 w 543858"/>
                <a:gd name="connsiteY249" fmla="*/ 181159 h 563514"/>
                <a:gd name="connsiteX250" fmla="*/ 264977 w 543858"/>
                <a:gd name="connsiteY250" fmla="*/ 178579 h 563514"/>
                <a:gd name="connsiteX251" fmla="*/ 261107 w 543858"/>
                <a:gd name="connsiteY251" fmla="*/ 179009 h 563514"/>
                <a:gd name="connsiteX252" fmla="*/ 255087 w 543858"/>
                <a:gd name="connsiteY252" fmla="*/ 182019 h 563514"/>
                <a:gd name="connsiteX253" fmla="*/ 254227 w 543858"/>
                <a:gd name="connsiteY253" fmla="*/ 184169 h 563514"/>
                <a:gd name="connsiteX254" fmla="*/ 256377 w 543858"/>
                <a:gd name="connsiteY254" fmla="*/ 185889 h 563514"/>
                <a:gd name="connsiteX255" fmla="*/ 256807 w 543858"/>
                <a:gd name="connsiteY255" fmla="*/ 182019 h 563514"/>
                <a:gd name="connsiteX256" fmla="*/ 255087 w 543858"/>
                <a:gd name="connsiteY256" fmla="*/ 182019 h 563514"/>
                <a:gd name="connsiteX257" fmla="*/ 295939 w 543858"/>
                <a:gd name="connsiteY257" fmla="*/ 236632 h 563514"/>
                <a:gd name="connsiteX258" fmla="*/ 293789 w 543858"/>
                <a:gd name="connsiteY258" fmla="*/ 239642 h 563514"/>
                <a:gd name="connsiteX259" fmla="*/ 300239 w 543858"/>
                <a:gd name="connsiteY259" fmla="*/ 239212 h 563514"/>
                <a:gd name="connsiteX260" fmla="*/ 296369 w 543858"/>
                <a:gd name="connsiteY260" fmla="*/ 237492 h 563514"/>
                <a:gd name="connsiteX261" fmla="*/ 295939 w 543858"/>
                <a:gd name="connsiteY261" fmla="*/ 236632 h 563514"/>
                <a:gd name="connsiteX262" fmla="*/ 310560 w 543858"/>
                <a:gd name="connsiteY262" fmla="*/ 248672 h 563514"/>
                <a:gd name="connsiteX263" fmla="*/ 309700 w 543858"/>
                <a:gd name="connsiteY263" fmla="*/ 250392 h 563514"/>
                <a:gd name="connsiteX264" fmla="*/ 312280 w 543858"/>
                <a:gd name="connsiteY264" fmla="*/ 251682 h 563514"/>
                <a:gd name="connsiteX265" fmla="*/ 314430 w 543858"/>
                <a:gd name="connsiteY265" fmla="*/ 249102 h 563514"/>
                <a:gd name="connsiteX266" fmla="*/ 310560 w 543858"/>
                <a:gd name="connsiteY266" fmla="*/ 248672 h 563514"/>
                <a:gd name="connsiteX267" fmla="*/ 310990 w 543858"/>
                <a:gd name="connsiteY267" fmla="*/ 271033 h 563514"/>
                <a:gd name="connsiteX268" fmla="*/ 309700 w 543858"/>
                <a:gd name="connsiteY268" fmla="*/ 273614 h 563514"/>
                <a:gd name="connsiteX269" fmla="*/ 312710 w 543858"/>
                <a:gd name="connsiteY269" fmla="*/ 274044 h 563514"/>
                <a:gd name="connsiteX270" fmla="*/ 315290 w 543858"/>
                <a:gd name="connsiteY270" fmla="*/ 271463 h 563514"/>
                <a:gd name="connsiteX271" fmla="*/ 310990 w 543858"/>
                <a:gd name="connsiteY271" fmla="*/ 271033 h 563514"/>
                <a:gd name="connsiteX272" fmla="*/ 323890 w 543858"/>
                <a:gd name="connsiteY272" fmla="*/ 262863 h 563514"/>
                <a:gd name="connsiteX273" fmla="*/ 323030 w 543858"/>
                <a:gd name="connsiteY273" fmla="*/ 265873 h 563514"/>
                <a:gd name="connsiteX274" fmla="*/ 324750 w 543858"/>
                <a:gd name="connsiteY274" fmla="*/ 268023 h 563514"/>
                <a:gd name="connsiteX275" fmla="*/ 326900 w 543858"/>
                <a:gd name="connsiteY275" fmla="*/ 268023 h 563514"/>
                <a:gd name="connsiteX276" fmla="*/ 326040 w 543858"/>
                <a:gd name="connsiteY276" fmla="*/ 263293 h 563514"/>
                <a:gd name="connsiteX277" fmla="*/ 323890 w 543858"/>
                <a:gd name="connsiteY277" fmla="*/ 262863 h 563514"/>
                <a:gd name="connsiteX278" fmla="*/ 333351 w 543858"/>
                <a:gd name="connsiteY278" fmla="*/ 278344 h 563514"/>
                <a:gd name="connsiteX279" fmla="*/ 332491 w 543858"/>
                <a:gd name="connsiteY279" fmla="*/ 279634 h 563514"/>
                <a:gd name="connsiteX280" fmla="*/ 333781 w 543858"/>
                <a:gd name="connsiteY280" fmla="*/ 281354 h 563514"/>
                <a:gd name="connsiteX281" fmla="*/ 335931 w 543858"/>
                <a:gd name="connsiteY281" fmla="*/ 280064 h 563514"/>
                <a:gd name="connsiteX282" fmla="*/ 333351 w 543858"/>
                <a:gd name="connsiteY282" fmla="*/ 278344 h 563514"/>
                <a:gd name="connsiteX283" fmla="*/ 327330 w 543858"/>
                <a:gd name="connsiteY283" fmla="*/ 222441 h 563514"/>
                <a:gd name="connsiteX284" fmla="*/ 326040 w 543858"/>
                <a:gd name="connsiteY284" fmla="*/ 223731 h 563514"/>
                <a:gd name="connsiteX285" fmla="*/ 328620 w 543858"/>
                <a:gd name="connsiteY285" fmla="*/ 226311 h 563514"/>
                <a:gd name="connsiteX286" fmla="*/ 330341 w 543858"/>
                <a:gd name="connsiteY286" fmla="*/ 223301 h 563514"/>
                <a:gd name="connsiteX287" fmla="*/ 327330 w 543858"/>
                <a:gd name="connsiteY287" fmla="*/ 222441 h 563514"/>
                <a:gd name="connsiteX288" fmla="*/ 341521 w 543858"/>
                <a:gd name="connsiteY288" fmla="*/ 243082 h 563514"/>
                <a:gd name="connsiteX289" fmla="*/ 340231 w 543858"/>
                <a:gd name="connsiteY289" fmla="*/ 246092 h 563514"/>
                <a:gd name="connsiteX290" fmla="*/ 341521 w 543858"/>
                <a:gd name="connsiteY290" fmla="*/ 247812 h 563514"/>
                <a:gd name="connsiteX291" fmla="*/ 344531 w 543858"/>
                <a:gd name="connsiteY291" fmla="*/ 244372 h 563514"/>
                <a:gd name="connsiteX292" fmla="*/ 341521 w 543858"/>
                <a:gd name="connsiteY292" fmla="*/ 243082 h 563514"/>
                <a:gd name="connsiteX293" fmla="*/ 360442 w 543858"/>
                <a:gd name="connsiteY293" fmla="*/ 170409 h 563514"/>
                <a:gd name="connsiteX294" fmla="*/ 358722 w 543858"/>
                <a:gd name="connsiteY294" fmla="*/ 174279 h 563514"/>
                <a:gd name="connsiteX295" fmla="*/ 364742 w 543858"/>
                <a:gd name="connsiteY295" fmla="*/ 175139 h 563514"/>
                <a:gd name="connsiteX296" fmla="*/ 360442 w 543858"/>
                <a:gd name="connsiteY296" fmla="*/ 170409 h 563514"/>
                <a:gd name="connsiteX297" fmla="*/ 426235 w 543858"/>
                <a:gd name="connsiteY297" fmla="*/ 187179 h 563514"/>
                <a:gd name="connsiteX298" fmla="*/ 423655 w 543858"/>
                <a:gd name="connsiteY298" fmla="*/ 188469 h 563514"/>
                <a:gd name="connsiteX299" fmla="*/ 425805 w 543858"/>
                <a:gd name="connsiteY299" fmla="*/ 190620 h 563514"/>
                <a:gd name="connsiteX300" fmla="*/ 428385 w 543858"/>
                <a:gd name="connsiteY300" fmla="*/ 189759 h 563514"/>
                <a:gd name="connsiteX301" fmla="*/ 426235 w 543858"/>
                <a:gd name="connsiteY301" fmla="*/ 187179 h 563514"/>
                <a:gd name="connsiteX302" fmla="*/ 368182 w 543858"/>
                <a:gd name="connsiteY302" fmla="*/ 215131 h 563514"/>
                <a:gd name="connsiteX303" fmla="*/ 370332 w 543858"/>
                <a:gd name="connsiteY303" fmla="*/ 219001 h 563514"/>
                <a:gd name="connsiteX304" fmla="*/ 372483 w 543858"/>
                <a:gd name="connsiteY304" fmla="*/ 214701 h 563514"/>
                <a:gd name="connsiteX305" fmla="*/ 368182 w 543858"/>
                <a:gd name="connsiteY305" fmla="*/ 215131 h 563514"/>
                <a:gd name="connsiteX306" fmla="*/ 390973 w 543858"/>
                <a:gd name="connsiteY306" fmla="*/ 219861 h 563514"/>
                <a:gd name="connsiteX307" fmla="*/ 388393 w 543858"/>
                <a:gd name="connsiteY307" fmla="*/ 223301 h 563514"/>
                <a:gd name="connsiteX308" fmla="*/ 393554 w 543858"/>
                <a:gd name="connsiteY308" fmla="*/ 222441 h 563514"/>
                <a:gd name="connsiteX309" fmla="*/ 390973 w 543858"/>
                <a:gd name="connsiteY309" fmla="*/ 219861 h 563514"/>
                <a:gd name="connsiteX310" fmla="*/ 434836 w 543858"/>
                <a:gd name="connsiteY310" fmla="*/ 256413 h 563514"/>
                <a:gd name="connsiteX311" fmla="*/ 435266 w 543858"/>
                <a:gd name="connsiteY311" fmla="*/ 260283 h 563514"/>
                <a:gd name="connsiteX312" fmla="*/ 437416 w 543858"/>
                <a:gd name="connsiteY312" fmla="*/ 256843 h 563514"/>
                <a:gd name="connsiteX313" fmla="*/ 434836 w 543858"/>
                <a:gd name="connsiteY313" fmla="*/ 256413 h 563514"/>
                <a:gd name="connsiteX314" fmla="*/ 474397 w 543858"/>
                <a:gd name="connsiteY314" fmla="*/ 283504 h 563514"/>
                <a:gd name="connsiteX315" fmla="*/ 470957 w 543858"/>
                <a:gd name="connsiteY315" fmla="*/ 286084 h 563514"/>
                <a:gd name="connsiteX316" fmla="*/ 476118 w 543858"/>
                <a:gd name="connsiteY316" fmla="*/ 286514 h 563514"/>
                <a:gd name="connsiteX317" fmla="*/ 474397 w 543858"/>
                <a:gd name="connsiteY317" fmla="*/ 283504 h 563514"/>
                <a:gd name="connsiteX318" fmla="*/ 489448 w 543858"/>
                <a:gd name="connsiteY318" fmla="*/ 289094 h 563514"/>
                <a:gd name="connsiteX319" fmla="*/ 486868 w 543858"/>
                <a:gd name="connsiteY319" fmla="*/ 291674 h 563514"/>
                <a:gd name="connsiteX320" fmla="*/ 491168 w 543858"/>
                <a:gd name="connsiteY320" fmla="*/ 294255 h 563514"/>
                <a:gd name="connsiteX321" fmla="*/ 493748 w 543858"/>
                <a:gd name="connsiteY321" fmla="*/ 291244 h 563514"/>
                <a:gd name="connsiteX322" fmla="*/ 489448 w 543858"/>
                <a:gd name="connsiteY322" fmla="*/ 289094 h 563514"/>
                <a:gd name="connsiteX323" fmla="*/ 360012 w 543858"/>
                <a:gd name="connsiteY323" fmla="*/ 308875 h 563514"/>
                <a:gd name="connsiteX324" fmla="*/ 359152 w 543858"/>
                <a:gd name="connsiteY324" fmla="*/ 312315 h 563514"/>
                <a:gd name="connsiteX325" fmla="*/ 363022 w 543858"/>
                <a:gd name="connsiteY325" fmla="*/ 310165 h 563514"/>
                <a:gd name="connsiteX326" fmla="*/ 360012 w 543858"/>
                <a:gd name="connsiteY326" fmla="*/ 308875 h 563514"/>
                <a:gd name="connsiteX327" fmla="*/ 374203 w 543858"/>
                <a:gd name="connsiteY327" fmla="*/ 307155 h 563514"/>
                <a:gd name="connsiteX328" fmla="*/ 373773 w 543858"/>
                <a:gd name="connsiteY328" fmla="*/ 310165 h 563514"/>
                <a:gd name="connsiteX329" fmla="*/ 378073 w 543858"/>
                <a:gd name="connsiteY329" fmla="*/ 309305 h 563514"/>
                <a:gd name="connsiteX330" fmla="*/ 374203 w 543858"/>
                <a:gd name="connsiteY330" fmla="*/ 307155 h 563514"/>
                <a:gd name="connsiteX331" fmla="*/ 381513 w 543858"/>
                <a:gd name="connsiteY331" fmla="*/ 320056 h 563514"/>
                <a:gd name="connsiteX332" fmla="*/ 381083 w 543858"/>
                <a:gd name="connsiteY332" fmla="*/ 323926 h 563514"/>
                <a:gd name="connsiteX333" fmla="*/ 384093 w 543858"/>
                <a:gd name="connsiteY333" fmla="*/ 326506 h 563514"/>
                <a:gd name="connsiteX334" fmla="*/ 383663 w 543858"/>
                <a:gd name="connsiteY334" fmla="*/ 320486 h 563514"/>
                <a:gd name="connsiteX335" fmla="*/ 381513 w 543858"/>
                <a:gd name="connsiteY335" fmla="*/ 320056 h 563514"/>
                <a:gd name="connsiteX336" fmla="*/ 371623 w 543858"/>
                <a:gd name="connsiteY336" fmla="*/ 283504 h 563514"/>
                <a:gd name="connsiteX337" fmla="*/ 372053 w 543858"/>
                <a:gd name="connsiteY337" fmla="*/ 280494 h 563514"/>
                <a:gd name="connsiteX338" fmla="*/ 366462 w 543858"/>
                <a:gd name="connsiteY338" fmla="*/ 277054 h 563514"/>
                <a:gd name="connsiteX339" fmla="*/ 367322 w 543858"/>
                <a:gd name="connsiteY339" fmla="*/ 280494 h 563514"/>
                <a:gd name="connsiteX340" fmla="*/ 371623 w 543858"/>
                <a:gd name="connsiteY340" fmla="*/ 283504 h 563514"/>
                <a:gd name="connsiteX341" fmla="*/ 375063 w 543858"/>
                <a:gd name="connsiteY341" fmla="*/ 286514 h 563514"/>
                <a:gd name="connsiteX342" fmla="*/ 372483 w 543858"/>
                <a:gd name="connsiteY342" fmla="*/ 288234 h 563514"/>
                <a:gd name="connsiteX343" fmla="*/ 375063 w 543858"/>
                <a:gd name="connsiteY343" fmla="*/ 290384 h 563514"/>
                <a:gd name="connsiteX344" fmla="*/ 377213 w 543858"/>
                <a:gd name="connsiteY344" fmla="*/ 288664 h 563514"/>
                <a:gd name="connsiteX345" fmla="*/ 375063 w 543858"/>
                <a:gd name="connsiteY345" fmla="*/ 286514 h 563514"/>
                <a:gd name="connsiteX346" fmla="*/ 375923 w 543858"/>
                <a:gd name="connsiteY346" fmla="*/ 267163 h 563514"/>
                <a:gd name="connsiteX347" fmla="*/ 375063 w 543858"/>
                <a:gd name="connsiteY347" fmla="*/ 271033 h 563514"/>
                <a:gd name="connsiteX348" fmla="*/ 370762 w 543858"/>
                <a:gd name="connsiteY348" fmla="*/ 271893 h 563514"/>
                <a:gd name="connsiteX349" fmla="*/ 372053 w 543858"/>
                <a:gd name="connsiteY349" fmla="*/ 274474 h 563514"/>
                <a:gd name="connsiteX350" fmla="*/ 376783 w 543858"/>
                <a:gd name="connsiteY350" fmla="*/ 272323 h 563514"/>
                <a:gd name="connsiteX351" fmla="*/ 376783 w 543858"/>
                <a:gd name="connsiteY351" fmla="*/ 265873 h 563514"/>
                <a:gd name="connsiteX352" fmla="*/ 375923 w 543858"/>
                <a:gd name="connsiteY352" fmla="*/ 267163 h 563514"/>
                <a:gd name="connsiteX353" fmla="*/ 424515 w 543858"/>
                <a:gd name="connsiteY353" fmla="*/ 295975 h 563514"/>
                <a:gd name="connsiteX354" fmla="*/ 423655 w 543858"/>
                <a:gd name="connsiteY354" fmla="*/ 299845 h 563514"/>
                <a:gd name="connsiteX355" fmla="*/ 427955 w 543858"/>
                <a:gd name="connsiteY355" fmla="*/ 298125 h 563514"/>
                <a:gd name="connsiteX356" fmla="*/ 424515 w 543858"/>
                <a:gd name="connsiteY356" fmla="*/ 295975 h 563514"/>
                <a:gd name="connsiteX357" fmla="*/ 423225 w 543858"/>
                <a:gd name="connsiteY357" fmla="*/ 310165 h 563514"/>
                <a:gd name="connsiteX358" fmla="*/ 423655 w 543858"/>
                <a:gd name="connsiteY358" fmla="*/ 314035 h 563514"/>
                <a:gd name="connsiteX359" fmla="*/ 427095 w 543858"/>
                <a:gd name="connsiteY359" fmla="*/ 316186 h 563514"/>
                <a:gd name="connsiteX360" fmla="*/ 427955 w 543858"/>
                <a:gd name="connsiteY360" fmla="*/ 311455 h 563514"/>
                <a:gd name="connsiteX361" fmla="*/ 423225 w 543858"/>
                <a:gd name="connsiteY361" fmla="*/ 310165 h 563514"/>
                <a:gd name="connsiteX362" fmla="*/ 413335 w 543858"/>
                <a:gd name="connsiteY362" fmla="*/ 313175 h 563514"/>
                <a:gd name="connsiteX363" fmla="*/ 414195 w 543858"/>
                <a:gd name="connsiteY363" fmla="*/ 316616 h 563514"/>
                <a:gd name="connsiteX364" fmla="*/ 416775 w 543858"/>
                <a:gd name="connsiteY364" fmla="*/ 316616 h 563514"/>
                <a:gd name="connsiteX365" fmla="*/ 413765 w 543858"/>
                <a:gd name="connsiteY365" fmla="*/ 309735 h 563514"/>
                <a:gd name="connsiteX366" fmla="*/ 413335 w 543858"/>
                <a:gd name="connsiteY366" fmla="*/ 313175 h 563514"/>
                <a:gd name="connsiteX367" fmla="*/ 415485 w 543858"/>
                <a:gd name="connsiteY367" fmla="*/ 353597 h 563514"/>
                <a:gd name="connsiteX368" fmla="*/ 415055 w 543858"/>
                <a:gd name="connsiteY368" fmla="*/ 356608 h 563514"/>
                <a:gd name="connsiteX369" fmla="*/ 419355 w 543858"/>
                <a:gd name="connsiteY369" fmla="*/ 357468 h 563514"/>
                <a:gd name="connsiteX370" fmla="*/ 419355 w 543858"/>
                <a:gd name="connsiteY370" fmla="*/ 353597 h 563514"/>
                <a:gd name="connsiteX371" fmla="*/ 415485 w 543858"/>
                <a:gd name="connsiteY371" fmla="*/ 353597 h 563514"/>
                <a:gd name="connsiteX372" fmla="*/ 431395 w 543858"/>
                <a:gd name="connsiteY372" fmla="*/ 354027 h 563514"/>
                <a:gd name="connsiteX373" fmla="*/ 432685 w 543858"/>
                <a:gd name="connsiteY373" fmla="*/ 357468 h 563514"/>
                <a:gd name="connsiteX374" fmla="*/ 435266 w 543858"/>
                <a:gd name="connsiteY374" fmla="*/ 359618 h 563514"/>
                <a:gd name="connsiteX375" fmla="*/ 433115 w 543858"/>
                <a:gd name="connsiteY375" fmla="*/ 351877 h 563514"/>
                <a:gd name="connsiteX376" fmla="*/ 431395 w 543858"/>
                <a:gd name="connsiteY376" fmla="*/ 354027 h 563514"/>
                <a:gd name="connsiteX377" fmla="*/ 260677 w 543858"/>
                <a:gd name="connsiteY377" fmla="*/ 327366 h 563514"/>
                <a:gd name="connsiteX378" fmla="*/ 261107 w 543858"/>
                <a:gd name="connsiteY378" fmla="*/ 332096 h 563514"/>
                <a:gd name="connsiteX379" fmla="*/ 265837 w 543858"/>
                <a:gd name="connsiteY379" fmla="*/ 328656 h 563514"/>
                <a:gd name="connsiteX380" fmla="*/ 260677 w 543858"/>
                <a:gd name="connsiteY380" fmla="*/ 327366 h 563514"/>
                <a:gd name="connsiteX381" fmla="*/ 298519 w 543858"/>
                <a:gd name="connsiteY381" fmla="*/ 347577 h 563514"/>
                <a:gd name="connsiteX382" fmla="*/ 301529 w 543858"/>
                <a:gd name="connsiteY382" fmla="*/ 346287 h 563514"/>
                <a:gd name="connsiteX383" fmla="*/ 297659 w 543858"/>
                <a:gd name="connsiteY383" fmla="*/ 343707 h 563514"/>
                <a:gd name="connsiteX384" fmla="*/ 295939 w 543858"/>
                <a:gd name="connsiteY384" fmla="*/ 347147 h 563514"/>
                <a:gd name="connsiteX385" fmla="*/ 298519 w 543858"/>
                <a:gd name="connsiteY385" fmla="*/ 347577 h 563514"/>
                <a:gd name="connsiteX386" fmla="*/ 311420 w 543858"/>
                <a:gd name="connsiteY386" fmla="*/ 351447 h 563514"/>
                <a:gd name="connsiteX387" fmla="*/ 310560 w 543858"/>
                <a:gd name="connsiteY387" fmla="*/ 354457 h 563514"/>
                <a:gd name="connsiteX388" fmla="*/ 314860 w 543858"/>
                <a:gd name="connsiteY388" fmla="*/ 354027 h 563514"/>
                <a:gd name="connsiteX389" fmla="*/ 311420 w 543858"/>
                <a:gd name="connsiteY389" fmla="*/ 351447 h 563514"/>
                <a:gd name="connsiteX390" fmla="*/ 427095 w 543858"/>
                <a:gd name="connsiteY390" fmla="*/ 395309 h 563514"/>
                <a:gd name="connsiteX391" fmla="*/ 426235 w 543858"/>
                <a:gd name="connsiteY391" fmla="*/ 398750 h 563514"/>
                <a:gd name="connsiteX392" fmla="*/ 430105 w 543858"/>
                <a:gd name="connsiteY392" fmla="*/ 396599 h 563514"/>
                <a:gd name="connsiteX393" fmla="*/ 427095 w 543858"/>
                <a:gd name="connsiteY393" fmla="*/ 395309 h 563514"/>
                <a:gd name="connsiteX394" fmla="*/ 425375 w 543858"/>
                <a:gd name="connsiteY394" fmla="*/ 384989 h 563514"/>
                <a:gd name="connsiteX395" fmla="*/ 425375 w 543858"/>
                <a:gd name="connsiteY395" fmla="*/ 388429 h 563514"/>
                <a:gd name="connsiteX396" fmla="*/ 428815 w 543858"/>
                <a:gd name="connsiteY396" fmla="*/ 385849 h 563514"/>
                <a:gd name="connsiteX397" fmla="*/ 425375 w 543858"/>
                <a:gd name="connsiteY397" fmla="*/ 384989 h 563514"/>
                <a:gd name="connsiteX398" fmla="*/ 375493 w 543858"/>
                <a:gd name="connsiteY398" fmla="*/ 380259 h 563514"/>
                <a:gd name="connsiteX399" fmla="*/ 373773 w 543858"/>
                <a:gd name="connsiteY399" fmla="*/ 381979 h 563514"/>
                <a:gd name="connsiteX400" fmla="*/ 379363 w 543858"/>
                <a:gd name="connsiteY400" fmla="*/ 381979 h 563514"/>
                <a:gd name="connsiteX401" fmla="*/ 379363 w 543858"/>
                <a:gd name="connsiteY401" fmla="*/ 378969 h 563514"/>
                <a:gd name="connsiteX402" fmla="*/ 375493 w 543858"/>
                <a:gd name="connsiteY402" fmla="*/ 380259 h 563514"/>
                <a:gd name="connsiteX403" fmla="*/ 479558 w 543858"/>
                <a:gd name="connsiteY403" fmla="*/ 368218 h 563514"/>
                <a:gd name="connsiteX404" fmla="*/ 479558 w 543858"/>
                <a:gd name="connsiteY404" fmla="*/ 370798 h 563514"/>
                <a:gd name="connsiteX405" fmla="*/ 481708 w 543858"/>
                <a:gd name="connsiteY405" fmla="*/ 368218 h 563514"/>
                <a:gd name="connsiteX406" fmla="*/ 479558 w 543858"/>
                <a:gd name="connsiteY406" fmla="*/ 368218 h 563514"/>
                <a:gd name="connsiteX407" fmla="*/ 484718 w 543858"/>
                <a:gd name="connsiteY407" fmla="*/ 370368 h 563514"/>
                <a:gd name="connsiteX408" fmla="*/ 485578 w 543858"/>
                <a:gd name="connsiteY408" fmla="*/ 372948 h 563514"/>
                <a:gd name="connsiteX409" fmla="*/ 487298 w 543858"/>
                <a:gd name="connsiteY409" fmla="*/ 369938 h 563514"/>
                <a:gd name="connsiteX410" fmla="*/ 484718 w 543858"/>
                <a:gd name="connsiteY410" fmla="*/ 370368 h 563514"/>
                <a:gd name="connsiteX411" fmla="*/ 489018 w 543858"/>
                <a:gd name="connsiteY411" fmla="*/ 373808 h 563514"/>
                <a:gd name="connsiteX412" fmla="*/ 489448 w 543858"/>
                <a:gd name="connsiteY412" fmla="*/ 375528 h 563514"/>
                <a:gd name="connsiteX413" fmla="*/ 491598 w 543858"/>
                <a:gd name="connsiteY413" fmla="*/ 375098 h 563514"/>
                <a:gd name="connsiteX414" fmla="*/ 489018 w 543858"/>
                <a:gd name="connsiteY414" fmla="*/ 373808 h 563514"/>
                <a:gd name="connsiteX415" fmla="*/ 513099 w 543858"/>
                <a:gd name="connsiteY415" fmla="*/ 374668 h 563514"/>
                <a:gd name="connsiteX416" fmla="*/ 511809 w 543858"/>
                <a:gd name="connsiteY416" fmla="*/ 376388 h 563514"/>
                <a:gd name="connsiteX417" fmla="*/ 514389 w 543858"/>
                <a:gd name="connsiteY417" fmla="*/ 378969 h 563514"/>
                <a:gd name="connsiteX418" fmla="*/ 515249 w 543858"/>
                <a:gd name="connsiteY418" fmla="*/ 375958 h 563514"/>
                <a:gd name="connsiteX419" fmla="*/ 513099 w 543858"/>
                <a:gd name="connsiteY419" fmla="*/ 374668 h 563514"/>
                <a:gd name="connsiteX420" fmla="*/ 469667 w 543858"/>
                <a:gd name="connsiteY420" fmla="*/ 421971 h 563514"/>
                <a:gd name="connsiteX421" fmla="*/ 469667 w 543858"/>
                <a:gd name="connsiteY421" fmla="*/ 424551 h 563514"/>
                <a:gd name="connsiteX422" fmla="*/ 473107 w 543858"/>
                <a:gd name="connsiteY422" fmla="*/ 421971 h 563514"/>
                <a:gd name="connsiteX423" fmla="*/ 469667 w 543858"/>
                <a:gd name="connsiteY423" fmla="*/ 421971 h 563514"/>
                <a:gd name="connsiteX424" fmla="*/ 528150 w 543858"/>
                <a:gd name="connsiteY424" fmla="*/ 420251 h 563514"/>
                <a:gd name="connsiteX425" fmla="*/ 526000 w 543858"/>
                <a:gd name="connsiteY425" fmla="*/ 422831 h 563514"/>
                <a:gd name="connsiteX426" fmla="*/ 528580 w 543858"/>
                <a:gd name="connsiteY426" fmla="*/ 422831 h 563514"/>
                <a:gd name="connsiteX427" fmla="*/ 530730 w 543858"/>
                <a:gd name="connsiteY427" fmla="*/ 420681 h 563514"/>
                <a:gd name="connsiteX428" fmla="*/ 528150 w 543858"/>
                <a:gd name="connsiteY428" fmla="*/ 420251 h 563514"/>
                <a:gd name="connsiteX429" fmla="*/ 540191 w 543858"/>
                <a:gd name="connsiteY429" fmla="*/ 427131 h 563514"/>
                <a:gd name="connsiteX430" fmla="*/ 539331 w 543858"/>
                <a:gd name="connsiteY430" fmla="*/ 429711 h 563514"/>
                <a:gd name="connsiteX431" fmla="*/ 542771 w 543858"/>
                <a:gd name="connsiteY431" fmla="*/ 430141 h 563514"/>
                <a:gd name="connsiteX432" fmla="*/ 543201 w 543858"/>
                <a:gd name="connsiteY432" fmla="*/ 427131 h 563514"/>
                <a:gd name="connsiteX433" fmla="*/ 540191 w 543858"/>
                <a:gd name="connsiteY433" fmla="*/ 427131 h 563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Lst>
              <a:rect l="l" t="t" r="r" b="b"/>
              <a:pathLst>
                <a:path w="543858" h="563514">
                  <a:moveTo>
                    <a:pt x="385813" y="120"/>
                  </a:moveTo>
                  <a:cubicBezTo>
                    <a:pt x="386673" y="550"/>
                    <a:pt x="385813" y="1410"/>
                    <a:pt x="384523" y="2271"/>
                  </a:cubicBezTo>
                  <a:cubicBezTo>
                    <a:pt x="383663" y="3131"/>
                    <a:pt x="383233" y="2701"/>
                    <a:pt x="382373" y="2271"/>
                  </a:cubicBezTo>
                  <a:cubicBezTo>
                    <a:pt x="381513" y="1410"/>
                    <a:pt x="382373" y="980"/>
                    <a:pt x="383663" y="550"/>
                  </a:cubicBezTo>
                  <a:cubicBezTo>
                    <a:pt x="383663" y="550"/>
                    <a:pt x="384953" y="-310"/>
                    <a:pt x="385813" y="120"/>
                  </a:cubicBezTo>
                  <a:close/>
                  <a:moveTo>
                    <a:pt x="375493" y="4421"/>
                  </a:moveTo>
                  <a:cubicBezTo>
                    <a:pt x="374203" y="6141"/>
                    <a:pt x="373343" y="7431"/>
                    <a:pt x="374633" y="7431"/>
                  </a:cubicBezTo>
                  <a:cubicBezTo>
                    <a:pt x="375923" y="7431"/>
                    <a:pt x="376353" y="7001"/>
                    <a:pt x="377213" y="6571"/>
                  </a:cubicBezTo>
                  <a:cubicBezTo>
                    <a:pt x="378073" y="6141"/>
                    <a:pt x="379793" y="3991"/>
                    <a:pt x="378073" y="3991"/>
                  </a:cubicBezTo>
                  <a:cubicBezTo>
                    <a:pt x="376783" y="3561"/>
                    <a:pt x="375493" y="4421"/>
                    <a:pt x="375493" y="4421"/>
                  </a:cubicBezTo>
                  <a:close/>
                  <a:moveTo>
                    <a:pt x="388393" y="26352"/>
                  </a:moveTo>
                  <a:cubicBezTo>
                    <a:pt x="386673" y="27642"/>
                    <a:pt x="386243" y="28072"/>
                    <a:pt x="386673" y="28932"/>
                  </a:cubicBezTo>
                  <a:cubicBezTo>
                    <a:pt x="387533" y="29792"/>
                    <a:pt x="386673" y="30652"/>
                    <a:pt x="388393" y="31082"/>
                  </a:cubicBezTo>
                  <a:cubicBezTo>
                    <a:pt x="389683" y="31512"/>
                    <a:pt x="390543" y="31082"/>
                    <a:pt x="390113" y="29792"/>
                  </a:cubicBezTo>
                  <a:cubicBezTo>
                    <a:pt x="389683" y="28502"/>
                    <a:pt x="389683" y="27642"/>
                    <a:pt x="390543" y="28072"/>
                  </a:cubicBezTo>
                  <a:cubicBezTo>
                    <a:pt x="391403" y="28502"/>
                    <a:pt x="391403" y="30222"/>
                    <a:pt x="392264" y="29362"/>
                  </a:cubicBezTo>
                  <a:cubicBezTo>
                    <a:pt x="393124" y="28502"/>
                    <a:pt x="394844" y="27642"/>
                    <a:pt x="393554" y="26782"/>
                  </a:cubicBezTo>
                  <a:cubicBezTo>
                    <a:pt x="392694" y="25492"/>
                    <a:pt x="391833" y="25062"/>
                    <a:pt x="390973" y="25492"/>
                  </a:cubicBezTo>
                  <a:cubicBezTo>
                    <a:pt x="389683" y="25492"/>
                    <a:pt x="387963" y="26352"/>
                    <a:pt x="388393" y="26352"/>
                  </a:cubicBezTo>
                  <a:close/>
                  <a:moveTo>
                    <a:pt x="390543" y="40542"/>
                  </a:moveTo>
                  <a:cubicBezTo>
                    <a:pt x="389253" y="42692"/>
                    <a:pt x="388823" y="43122"/>
                    <a:pt x="389683" y="43552"/>
                  </a:cubicBezTo>
                  <a:cubicBezTo>
                    <a:pt x="390973" y="44413"/>
                    <a:pt x="390973" y="46563"/>
                    <a:pt x="392264" y="44413"/>
                  </a:cubicBezTo>
                  <a:cubicBezTo>
                    <a:pt x="393124" y="42692"/>
                    <a:pt x="392264" y="42262"/>
                    <a:pt x="392264" y="41402"/>
                  </a:cubicBezTo>
                  <a:cubicBezTo>
                    <a:pt x="392264" y="40112"/>
                    <a:pt x="395274" y="39252"/>
                    <a:pt x="393554" y="38822"/>
                  </a:cubicBezTo>
                  <a:cubicBezTo>
                    <a:pt x="391833" y="38822"/>
                    <a:pt x="390543" y="40542"/>
                    <a:pt x="390543" y="40542"/>
                  </a:cubicBezTo>
                  <a:close/>
                  <a:moveTo>
                    <a:pt x="405164" y="28072"/>
                  </a:moveTo>
                  <a:cubicBezTo>
                    <a:pt x="403014" y="29362"/>
                    <a:pt x="402584" y="31512"/>
                    <a:pt x="403444" y="31082"/>
                  </a:cubicBezTo>
                  <a:cubicBezTo>
                    <a:pt x="404304" y="30652"/>
                    <a:pt x="404734" y="30222"/>
                    <a:pt x="406024" y="30652"/>
                  </a:cubicBezTo>
                  <a:cubicBezTo>
                    <a:pt x="407314" y="31082"/>
                    <a:pt x="410754" y="30222"/>
                    <a:pt x="409034" y="28502"/>
                  </a:cubicBezTo>
                  <a:cubicBezTo>
                    <a:pt x="406884" y="26782"/>
                    <a:pt x="405164" y="28072"/>
                    <a:pt x="405164" y="28072"/>
                  </a:cubicBezTo>
                  <a:close/>
                  <a:moveTo>
                    <a:pt x="416775" y="50003"/>
                  </a:moveTo>
                  <a:cubicBezTo>
                    <a:pt x="415485" y="50863"/>
                    <a:pt x="414195" y="51293"/>
                    <a:pt x="415055" y="52583"/>
                  </a:cubicBezTo>
                  <a:cubicBezTo>
                    <a:pt x="415915" y="53873"/>
                    <a:pt x="417205" y="53013"/>
                    <a:pt x="416775" y="54733"/>
                  </a:cubicBezTo>
                  <a:cubicBezTo>
                    <a:pt x="416345" y="56453"/>
                    <a:pt x="415915" y="56883"/>
                    <a:pt x="416345" y="57743"/>
                  </a:cubicBezTo>
                  <a:cubicBezTo>
                    <a:pt x="416775" y="58603"/>
                    <a:pt x="417635" y="61183"/>
                    <a:pt x="418495" y="58603"/>
                  </a:cubicBezTo>
                  <a:cubicBezTo>
                    <a:pt x="419355" y="56023"/>
                    <a:pt x="418495" y="55593"/>
                    <a:pt x="419785" y="55163"/>
                  </a:cubicBezTo>
                  <a:cubicBezTo>
                    <a:pt x="420645" y="54733"/>
                    <a:pt x="421505" y="54733"/>
                    <a:pt x="422365" y="54733"/>
                  </a:cubicBezTo>
                  <a:cubicBezTo>
                    <a:pt x="423225" y="54733"/>
                    <a:pt x="424515" y="55163"/>
                    <a:pt x="424945" y="53443"/>
                  </a:cubicBezTo>
                  <a:cubicBezTo>
                    <a:pt x="425375" y="51723"/>
                    <a:pt x="424945" y="50003"/>
                    <a:pt x="423225" y="50863"/>
                  </a:cubicBezTo>
                  <a:cubicBezTo>
                    <a:pt x="421505" y="51723"/>
                    <a:pt x="421075" y="51723"/>
                    <a:pt x="420645" y="50863"/>
                  </a:cubicBezTo>
                  <a:cubicBezTo>
                    <a:pt x="420215" y="50003"/>
                    <a:pt x="419785" y="49573"/>
                    <a:pt x="419355" y="49573"/>
                  </a:cubicBezTo>
                  <a:cubicBezTo>
                    <a:pt x="418925" y="49573"/>
                    <a:pt x="416775" y="50003"/>
                    <a:pt x="416775" y="50003"/>
                  </a:cubicBezTo>
                  <a:close/>
                  <a:moveTo>
                    <a:pt x="421075" y="42262"/>
                  </a:moveTo>
                  <a:cubicBezTo>
                    <a:pt x="419785" y="43552"/>
                    <a:pt x="420215" y="45703"/>
                    <a:pt x="421075" y="44843"/>
                  </a:cubicBezTo>
                  <a:cubicBezTo>
                    <a:pt x="421935" y="43552"/>
                    <a:pt x="422795" y="44413"/>
                    <a:pt x="423225" y="43552"/>
                  </a:cubicBezTo>
                  <a:cubicBezTo>
                    <a:pt x="424085" y="43122"/>
                    <a:pt x="424945" y="41402"/>
                    <a:pt x="423225" y="40972"/>
                  </a:cubicBezTo>
                  <a:cubicBezTo>
                    <a:pt x="421935" y="40972"/>
                    <a:pt x="421075" y="42262"/>
                    <a:pt x="421075" y="42262"/>
                  </a:cubicBezTo>
                  <a:close/>
                  <a:moveTo>
                    <a:pt x="429245" y="69784"/>
                  </a:moveTo>
                  <a:cubicBezTo>
                    <a:pt x="426235" y="71074"/>
                    <a:pt x="425375" y="73654"/>
                    <a:pt x="427525" y="74084"/>
                  </a:cubicBezTo>
                  <a:cubicBezTo>
                    <a:pt x="429675" y="74084"/>
                    <a:pt x="430965" y="74084"/>
                    <a:pt x="431825" y="74084"/>
                  </a:cubicBezTo>
                  <a:cubicBezTo>
                    <a:pt x="433115" y="74514"/>
                    <a:pt x="434836" y="71074"/>
                    <a:pt x="433546" y="70214"/>
                  </a:cubicBezTo>
                  <a:cubicBezTo>
                    <a:pt x="431825" y="68494"/>
                    <a:pt x="429245" y="69784"/>
                    <a:pt x="429245" y="69784"/>
                  </a:cubicBezTo>
                  <a:close/>
                  <a:moveTo>
                    <a:pt x="279168" y="550977"/>
                  </a:moveTo>
                  <a:cubicBezTo>
                    <a:pt x="277018" y="550977"/>
                    <a:pt x="276158" y="550977"/>
                    <a:pt x="276588" y="552697"/>
                  </a:cubicBezTo>
                  <a:cubicBezTo>
                    <a:pt x="277018" y="553987"/>
                    <a:pt x="275728" y="555277"/>
                    <a:pt x="277018" y="555707"/>
                  </a:cubicBezTo>
                  <a:cubicBezTo>
                    <a:pt x="278738" y="556137"/>
                    <a:pt x="279168" y="554847"/>
                    <a:pt x="280028" y="554417"/>
                  </a:cubicBezTo>
                  <a:cubicBezTo>
                    <a:pt x="280888" y="553987"/>
                    <a:pt x="283038" y="552697"/>
                    <a:pt x="281748" y="551837"/>
                  </a:cubicBezTo>
                  <a:cubicBezTo>
                    <a:pt x="280458" y="550977"/>
                    <a:pt x="279168" y="550977"/>
                    <a:pt x="279168" y="550977"/>
                  </a:cubicBezTo>
                  <a:close/>
                  <a:moveTo>
                    <a:pt x="300239" y="560437"/>
                  </a:moveTo>
                  <a:cubicBezTo>
                    <a:pt x="299379" y="562157"/>
                    <a:pt x="299379" y="563877"/>
                    <a:pt x="300239" y="563447"/>
                  </a:cubicBezTo>
                  <a:cubicBezTo>
                    <a:pt x="301099" y="563447"/>
                    <a:pt x="301099" y="562587"/>
                    <a:pt x="302389" y="562587"/>
                  </a:cubicBezTo>
                  <a:cubicBezTo>
                    <a:pt x="303249" y="562587"/>
                    <a:pt x="304539" y="561727"/>
                    <a:pt x="304109" y="560867"/>
                  </a:cubicBezTo>
                  <a:cubicBezTo>
                    <a:pt x="304109" y="560007"/>
                    <a:pt x="303679" y="558717"/>
                    <a:pt x="302389" y="558717"/>
                  </a:cubicBezTo>
                  <a:cubicBezTo>
                    <a:pt x="301099" y="558717"/>
                    <a:pt x="299809" y="560437"/>
                    <a:pt x="300239" y="560437"/>
                  </a:cubicBezTo>
                  <a:close/>
                  <a:moveTo>
                    <a:pt x="2665" y="382409"/>
                  </a:moveTo>
                  <a:cubicBezTo>
                    <a:pt x="515" y="382839"/>
                    <a:pt x="-775" y="385849"/>
                    <a:pt x="515" y="386709"/>
                  </a:cubicBezTo>
                  <a:cubicBezTo>
                    <a:pt x="2235" y="387569"/>
                    <a:pt x="1805" y="386279"/>
                    <a:pt x="4385" y="387139"/>
                  </a:cubicBezTo>
                  <a:cubicBezTo>
                    <a:pt x="7395" y="387139"/>
                    <a:pt x="9975" y="384989"/>
                    <a:pt x="8685" y="383269"/>
                  </a:cubicBezTo>
                  <a:cubicBezTo>
                    <a:pt x="6965" y="381549"/>
                    <a:pt x="2665" y="381979"/>
                    <a:pt x="2665" y="382409"/>
                  </a:cubicBezTo>
                  <a:close/>
                  <a:moveTo>
                    <a:pt x="50827" y="407350"/>
                  </a:moveTo>
                  <a:cubicBezTo>
                    <a:pt x="48677" y="408210"/>
                    <a:pt x="48677" y="409930"/>
                    <a:pt x="49537" y="409930"/>
                  </a:cubicBezTo>
                  <a:cubicBezTo>
                    <a:pt x="50397" y="409930"/>
                    <a:pt x="52117" y="410790"/>
                    <a:pt x="55127" y="409930"/>
                  </a:cubicBezTo>
                  <a:cubicBezTo>
                    <a:pt x="56417" y="408640"/>
                    <a:pt x="56417" y="404770"/>
                    <a:pt x="53837" y="405200"/>
                  </a:cubicBezTo>
                  <a:cubicBezTo>
                    <a:pt x="51687" y="405200"/>
                    <a:pt x="50827" y="407350"/>
                    <a:pt x="50827" y="407350"/>
                  </a:cubicBezTo>
                  <a:close/>
                  <a:moveTo>
                    <a:pt x="91679" y="400900"/>
                  </a:moveTo>
                  <a:cubicBezTo>
                    <a:pt x="89529" y="400900"/>
                    <a:pt x="88239" y="400900"/>
                    <a:pt x="88669" y="403050"/>
                  </a:cubicBezTo>
                  <a:cubicBezTo>
                    <a:pt x="89529" y="404770"/>
                    <a:pt x="89959" y="405200"/>
                    <a:pt x="91249" y="405200"/>
                  </a:cubicBezTo>
                  <a:cubicBezTo>
                    <a:pt x="92969" y="405200"/>
                    <a:pt x="95549" y="405200"/>
                    <a:pt x="95119" y="403480"/>
                  </a:cubicBezTo>
                  <a:cubicBezTo>
                    <a:pt x="95119" y="400900"/>
                    <a:pt x="91679" y="400900"/>
                    <a:pt x="91679" y="400900"/>
                  </a:cubicBezTo>
                  <a:close/>
                  <a:moveTo>
                    <a:pt x="141992" y="428421"/>
                  </a:moveTo>
                  <a:cubicBezTo>
                    <a:pt x="139841" y="427991"/>
                    <a:pt x="138551" y="428421"/>
                    <a:pt x="139411" y="429711"/>
                  </a:cubicBezTo>
                  <a:cubicBezTo>
                    <a:pt x="140271" y="431001"/>
                    <a:pt x="141131" y="430571"/>
                    <a:pt x="142422" y="431001"/>
                  </a:cubicBezTo>
                  <a:cubicBezTo>
                    <a:pt x="143712" y="431431"/>
                    <a:pt x="145862" y="431001"/>
                    <a:pt x="145002" y="429711"/>
                  </a:cubicBezTo>
                  <a:cubicBezTo>
                    <a:pt x="143712" y="428421"/>
                    <a:pt x="141992" y="428421"/>
                    <a:pt x="141992" y="428421"/>
                  </a:cubicBezTo>
                  <a:close/>
                  <a:moveTo>
                    <a:pt x="187574" y="442612"/>
                  </a:moveTo>
                  <a:cubicBezTo>
                    <a:pt x="185424" y="443472"/>
                    <a:pt x="185854" y="445622"/>
                    <a:pt x="187144" y="445622"/>
                  </a:cubicBezTo>
                  <a:cubicBezTo>
                    <a:pt x="188434" y="445622"/>
                    <a:pt x="190154" y="445192"/>
                    <a:pt x="191014" y="445622"/>
                  </a:cubicBezTo>
                  <a:cubicBezTo>
                    <a:pt x="191874" y="446052"/>
                    <a:pt x="196174" y="445192"/>
                    <a:pt x="193594" y="443042"/>
                  </a:cubicBezTo>
                  <a:cubicBezTo>
                    <a:pt x="190154" y="441322"/>
                    <a:pt x="187574" y="442612"/>
                    <a:pt x="187574" y="442612"/>
                  </a:cubicBezTo>
                  <a:close/>
                  <a:moveTo>
                    <a:pt x="1805" y="233622"/>
                  </a:moveTo>
                  <a:cubicBezTo>
                    <a:pt x="-775" y="235772"/>
                    <a:pt x="945" y="240072"/>
                    <a:pt x="2665" y="238782"/>
                  </a:cubicBezTo>
                  <a:cubicBezTo>
                    <a:pt x="4385" y="237492"/>
                    <a:pt x="9975" y="237492"/>
                    <a:pt x="7825" y="234482"/>
                  </a:cubicBezTo>
                  <a:cubicBezTo>
                    <a:pt x="5245" y="231471"/>
                    <a:pt x="1805" y="233622"/>
                    <a:pt x="1805" y="233622"/>
                  </a:cubicBezTo>
                  <a:close/>
                  <a:moveTo>
                    <a:pt x="6105" y="214701"/>
                  </a:moveTo>
                  <a:cubicBezTo>
                    <a:pt x="4385" y="216421"/>
                    <a:pt x="3955" y="218141"/>
                    <a:pt x="5675" y="218141"/>
                  </a:cubicBezTo>
                  <a:cubicBezTo>
                    <a:pt x="7395" y="218141"/>
                    <a:pt x="11695" y="216421"/>
                    <a:pt x="9545" y="214701"/>
                  </a:cubicBezTo>
                  <a:cubicBezTo>
                    <a:pt x="7825" y="212981"/>
                    <a:pt x="6105" y="214701"/>
                    <a:pt x="6105" y="214701"/>
                  </a:cubicBezTo>
                  <a:close/>
                  <a:moveTo>
                    <a:pt x="23736" y="242652"/>
                  </a:moveTo>
                  <a:cubicBezTo>
                    <a:pt x="22016" y="243082"/>
                    <a:pt x="20296" y="243082"/>
                    <a:pt x="21586" y="244372"/>
                  </a:cubicBezTo>
                  <a:cubicBezTo>
                    <a:pt x="22446" y="245232"/>
                    <a:pt x="22446" y="245232"/>
                    <a:pt x="22876" y="246522"/>
                  </a:cubicBezTo>
                  <a:cubicBezTo>
                    <a:pt x="23306" y="247382"/>
                    <a:pt x="25886" y="248242"/>
                    <a:pt x="25456" y="246522"/>
                  </a:cubicBezTo>
                  <a:cubicBezTo>
                    <a:pt x="25026" y="244802"/>
                    <a:pt x="23736" y="244802"/>
                    <a:pt x="24166" y="244372"/>
                  </a:cubicBezTo>
                  <a:cubicBezTo>
                    <a:pt x="25026" y="243942"/>
                    <a:pt x="25456" y="243082"/>
                    <a:pt x="24596" y="243082"/>
                  </a:cubicBezTo>
                  <a:cubicBezTo>
                    <a:pt x="24166" y="242652"/>
                    <a:pt x="23736" y="242652"/>
                    <a:pt x="23736" y="242652"/>
                  </a:cubicBezTo>
                  <a:close/>
                  <a:moveTo>
                    <a:pt x="66308" y="234052"/>
                  </a:moveTo>
                  <a:cubicBezTo>
                    <a:pt x="64588" y="234912"/>
                    <a:pt x="63728" y="237062"/>
                    <a:pt x="65018" y="237062"/>
                  </a:cubicBezTo>
                  <a:cubicBezTo>
                    <a:pt x="66308" y="237062"/>
                    <a:pt x="67598" y="236632"/>
                    <a:pt x="70178" y="236202"/>
                  </a:cubicBezTo>
                  <a:cubicBezTo>
                    <a:pt x="71898" y="235772"/>
                    <a:pt x="71898" y="231041"/>
                    <a:pt x="69318" y="231902"/>
                  </a:cubicBezTo>
                  <a:cubicBezTo>
                    <a:pt x="66738" y="232332"/>
                    <a:pt x="66308" y="234052"/>
                    <a:pt x="66308" y="234052"/>
                  </a:cubicBezTo>
                  <a:close/>
                  <a:moveTo>
                    <a:pt x="80929" y="234052"/>
                  </a:moveTo>
                  <a:cubicBezTo>
                    <a:pt x="78778" y="234052"/>
                    <a:pt x="77918" y="234912"/>
                    <a:pt x="78348" y="236202"/>
                  </a:cubicBezTo>
                  <a:cubicBezTo>
                    <a:pt x="78778" y="237492"/>
                    <a:pt x="80499" y="237492"/>
                    <a:pt x="81359" y="237492"/>
                  </a:cubicBezTo>
                  <a:cubicBezTo>
                    <a:pt x="82219" y="237922"/>
                    <a:pt x="85229" y="235772"/>
                    <a:pt x="83939" y="234912"/>
                  </a:cubicBezTo>
                  <a:cubicBezTo>
                    <a:pt x="82219" y="234052"/>
                    <a:pt x="80929" y="234052"/>
                    <a:pt x="80929" y="234052"/>
                  </a:cubicBezTo>
                  <a:close/>
                  <a:moveTo>
                    <a:pt x="89099" y="238782"/>
                  </a:moveTo>
                  <a:cubicBezTo>
                    <a:pt x="88669" y="238782"/>
                    <a:pt x="88669" y="240072"/>
                    <a:pt x="87809" y="240072"/>
                  </a:cubicBezTo>
                  <a:cubicBezTo>
                    <a:pt x="86949" y="240502"/>
                    <a:pt x="87809" y="238782"/>
                    <a:pt x="89099" y="237922"/>
                  </a:cubicBezTo>
                  <a:cubicBezTo>
                    <a:pt x="90389" y="237062"/>
                    <a:pt x="89529" y="237062"/>
                    <a:pt x="88669" y="236632"/>
                  </a:cubicBezTo>
                  <a:cubicBezTo>
                    <a:pt x="87809" y="235772"/>
                    <a:pt x="87809" y="236632"/>
                    <a:pt x="86949" y="236632"/>
                  </a:cubicBezTo>
                  <a:cubicBezTo>
                    <a:pt x="86089" y="237062"/>
                    <a:pt x="86519" y="237922"/>
                    <a:pt x="86089" y="238782"/>
                  </a:cubicBezTo>
                  <a:cubicBezTo>
                    <a:pt x="85659" y="239642"/>
                    <a:pt x="86089" y="240502"/>
                    <a:pt x="86949" y="241792"/>
                  </a:cubicBezTo>
                  <a:cubicBezTo>
                    <a:pt x="87809" y="243082"/>
                    <a:pt x="87809" y="242222"/>
                    <a:pt x="87809" y="243942"/>
                  </a:cubicBezTo>
                  <a:cubicBezTo>
                    <a:pt x="87809" y="245232"/>
                    <a:pt x="87809" y="245662"/>
                    <a:pt x="89099" y="246952"/>
                  </a:cubicBezTo>
                  <a:cubicBezTo>
                    <a:pt x="90389" y="248242"/>
                    <a:pt x="91249" y="247382"/>
                    <a:pt x="92109" y="246092"/>
                  </a:cubicBezTo>
                  <a:cubicBezTo>
                    <a:pt x="92969" y="244372"/>
                    <a:pt x="91679" y="244372"/>
                    <a:pt x="90819" y="242652"/>
                  </a:cubicBezTo>
                  <a:cubicBezTo>
                    <a:pt x="89959" y="241362"/>
                    <a:pt x="89529" y="242222"/>
                    <a:pt x="89529" y="239642"/>
                  </a:cubicBezTo>
                  <a:cubicBezTo>
                    <a:pt x="89959" y="239212"/>
                    <a:pt x="89529" y="238782"/>
                    <a:pt x="89099" y="238782"/>
                  </a:cubicBezTo>
                  <a:close/>
                  <a:moveTo>
                    <a:pt x="100279" y="240932"/>
                  </a:moveTo>
                  <a:cubicBezTo>
                    <a:pt x="98559" y="241362"/>
                    <a:pt x="97699" y="241792"/>
                    <a:pt x="98559" y="242652"/>
                  </a:cubicBezTo>
                  <a:cubicBezTo>
                    <a:pt x="99419" y="243512"/>
                    <a:pt x="99419" y="243942"/>
                    <a:pt x="99849" y="244372"/>
                  </a:cubicBezTo>
                  <a:cubicBezTo>
                    <a:pt x="100710" y="244802"/>
                    <a:pt x="103720" y="244372"/>
                    <a:pt x="102860" y="242652"/>
                  </a:cubicBezTo>
                  <a:cubicBezTo>
                    <a:pt x="102000" y="240932"/>
                    <a:pt x="100279" y="240932"/>
                    <a:pt x="100279" y="240932"/>
                  </a:cubicBezTo>
                  <a:close/>
                  <a:moveTo>
                    <a:pt x="109740" y="265443"/>
                  </a:moveTo>
                  <a:cubicBezTo>
                    <a:pt x="107160" y="267163"/>
                    <a:pt x="107160" y="269313"/>
                    <a:pt x="108880" y="269313"/>
                  </a:cubicBezTo>
                  <a:cubicBezTo>
                    <a:pt x="110600" y="269313"/>
                    <a:pt x="111890" y="268883"/>
                    <a:pt x="113610" y="268453"/>
                  </a:cubicBezTo>
                  <a:cubicBezTo>
                    <a:pt x="115330" y="268023"/>
                    <a:pt x="114900" y="264153"/>
                    <a:pt x="113180" y="264153"/>
                  </a:cubicBezTo>
                  <a:cubicBezTo>
                    <a:pt x="111460" y="264153"/>
                    <a:pt x="109740" y="265443"/>
                    <a:pt x="109740" y="265443"/>
                  </a:cubicBezTo>
                  <a:close/>
                  <a:moveTo>
                    <a:pt x="130381" y="261573"/>
                  </a:moveTo>
                  <a:cubicBezTo>
                    <a:pt x="128661" y="262433"/>
                    <a:pt x="126941" y="263723"/>
                    <a:pt x="128661" y="264583"/>
                  </a:cubicBezTo>
                  <a:cubicBezTo>
                    <a:pt x="130381" y="265443"/>
                    <a:pt x="129521" y="267163"/>
                    <a:pt x="131671" y="266733"/>
                  </a:cubicBezTo>
                  <a:cubicBezTo>
                    <a:pt x="133391" y="266303"/>
                    <a:pt x="136401" y="265013"/>
                    <a:pt x="135541" y="263293"/>
                  </a:cubicBezTo>
                  <a:cubicBezTo>
                    <a:pt x="134251" y="261573"/>
                    <a:pt x="130381" y="261573"/>
                    <a:pt x="130381" y="261573"/>
                  </a:cubicBezTo>
                  <a:close/>
                  <a:moveTo>
                    <a:pt x="145862" y="268023"/>
                  </a:moveTo>
                  <a:cubicBezTo>
                    <a:pt x="146722" y="269313"/>
                    <a:pt x="144572" y="268883"/>
                    <a:pt x="143282" y="269313"/>
                  </a:cubicBezTo>
                  <a:cubicBezTo>
                    <a:pt x="141992" y="269743"/>
                    <a:pt x="141992" y="270173"/>
                    <a:pt x="140271" y="269313"/>
                  </a:cubicBezTo>
                  <a:cubicBezTo>
                    <a:pt x="138551" y="268453"/>
                    <a:pt x="138981" y="268023"/>
                    <a:pt x="137691" y="267593"/>
                  </a:cubicBezTo>
                  <a:cubicBezTo>
                    <a:pt x="136831" y="266733"/>
                    <a:pt x="137691" y="268453"/>
                    <a:pt x="137691" y="269743"/>
                  </a:cubicBezTo>
                  <a:cubicBezTo>
                    <a:pt x="138121" y="270603"/>
                    <a:pt x="138981" y="271033"/>
                    <a:pt x="139841" y="271463"/>
                  </a:cubicBezTo>
                  <a:cubicBezTo>
                    <a:pt x="140271" y="271463"/>
                    <a:pt x="144142" y="271463"/>
                    <a:pt x="145432" y="271463"/>
                  </a:cubicBezTo>
                  <a:cubicBezTo>
                    <a:pt x="146722" y="271463"/>
                    <a:pt x="146722" y="272323"/>
                    <a:pt x="147582" y="273614"/>
                  </a:cubicBezTo>
                  <a:cubicBezTo>
                    <a:pt x="148872" y="274904"/>
                    <a:pt x="148872" y="274044"/>
                    <a:pt x="150592" y="273614"/>
                  </a:cubicBezTo>
                  <a:cubicBezTo>
                    <a:pt x="152312" y="273184"/>
                    <a:pt x="151882" y="271893"/>
                    <a:pt x="151452" y="270603"/>
                  </a:cubicBezTo>
                  <a:cubicBezTo>
                    <a:pt x="151022" y="269313"/>
                    <a:pt x="149302" y="271033"/>
                    <a:pt x="148012" y="271033"/>
                  </a:cubicBezTo>
                  <a:cubicBezTo>
                    <a:pt x="146722" y="271033"/>
                    <a:pt x="147152" y="270173"/>
                    <a:pt x="147582" y="268883"/>
                  </a:cubicBezTo>
                  <a:cubicBezTo>
                    <a:pt x="148012" y="267593"/>
                    <a:pt x="148012" y="267593"/>
                    <a:pt x="146722" y="265873"/>
                  </a:cubicBezTo>
                  <a:cubicBezTo>
                    <a:pt x="145432" y="264153"/>
                    <a:pt x="145862" y="265873"/>
                    <a:pt x="145002" y="264153"/>
                  </a:cubicBezTo>
                  <a:cubicBezTo>
                    <a:pt x="144142" y="262433"/>
                    <a:pt x="143712" y="262863"/>
                    <a:pt x="142422" y="263723"/>
                  </a:cubicBezTo>
                  <a:cubicBezTo>
                    <a:pt x="141131" y="264583"/>
                    <a:pt x="142422" y="265013"/>
                    <a:pt x="144572" y="266733"/>
                  </a:cubicBezTo>
                  <a:cubicBezTo>
                    <a:pt x="144572" y="266733"/>
                    <a:pt x="145432" y="266733"/>
                    <a:pt x="145862" y="268023"/>
                  </a:cubicBezTo>
                  <a:close/>
                  <a:moveTo>
                    <a:pt x="137691" y="246522"/>
                  </a:moveTo>
                  <a:cubicBezTo>
                    <a:pt x="136401" y="249532"/>
                    <a:pt x="135971" y="250392"/>
                    <a:pt x="137691" y="250822"/>
                  </a:cubicBezTo>
                  <a:cubicBezTo>
                    <a:pt x="139411" y="250822"/>
                    <a:pt x="140271" y="252973"/>
                    <a:pt x="140701" y="250822"/>
                  </a:cubicBezTo>
                  <a:cubicBezTo>
                    <a:pt x="141131" y="248672"/>
                    <a:pt x="142422" y="244802"/>
                    <a:pt x="140271" y="244802"/>
                  </a:cubicBezTo>
                  <a:cubicBezTo>
                    <a:pt x="138551" y="244802"/>
                    <a:pt x="137691" y="246522"/>
                    <a:pt x="137691" y="246522"/>
                  </a:cubicBezTo>
                  <a:close/>
                  <a:moveTo>
                    <a:pt x="162632" y="188899"/>
                  </a:moveTo>
                  <a:cubicBezTo>
                    <a:pt x="160912" y="190190"/>
                    <a:pt x="160482" y="191480"/>
                    <a:pt x="162202" y="191910"/>
                  </a:cubicBezTo>
                  <a:cubicBezTo>
                    <a:pt x="163923" y="191910"/>
                    <a:pt x="164353" y="195350"/>
                    <a:pt x="165213" y="193200"/>
                  </a:cubicBezTo>
                  <a:cubicBezTo>
                    <a:pt x="166503" y="191050"/>
                    <a:pt x="162632" y="188899"/>
                    <a:pt x="162632" y="188899"/>
                  </a:cubicBezTo>
                  <a:close/>
                  <a:moveTo>
                    <a:pt x="178113" y="191480"/>
                  </a:moveTo>
                  <a:cubicBezTo>
                    <a:pt x="175103" y="191910"/>
                    <a:pt x="173813" y="192340"/>
                    <a:pt x="175533" y="193200"/>
                  </a:cubicBezTo>
                  <a:cubicBezTo>
                    <a:pt x="177683" y="194060"/>
                    <a:pt x="177683" y="195350"/>
                    <a:pt x="178973" y="195780"/>
                  </a:cubicBezTo>
                  <a:cubicBezTo>
                    <a:pt x="180693" y="195780"/>
                    <a:pt x="183273" y="194490"/>
                    <a:pt x="181553" y="193200"/>
                  </a:cubicBezTo>
                  <a:cubicBezTo>
                    <a:pt x="179833" y="191480"/>
                    <a:pt x="177683" y="191480"/>
                    <a:pt x="178113" y="191480"/>
                  </a:cubicBezTo>
                  <a:close/>
                  <a:moveTo>
                    <a:pt x="191874" y="194060"/>
                  </a:moveTo>
                  <a:cubicBezTo>
                    <a:pt x="190154" y="195350"/>
                    <a:pt x="189294" y="195350"/>
                    <a:pt x="190584" y="196640"/>
                  </a:cubicBezTo>
                  <a:cubicBezTo>
                    <a:pt x="191874" y="197930"/>
                    <a:pt x="191014" y="200080"/>
                    <a:pt x="192734" y="200080"/>
                  </a:cubicBezTo>
                  <a:cubicBezTo>
                    <a:pt x="194454" y="200080"/>
                    <a:pt x="197464" y="200080"/>
                    <a:pt x="196174" y="197070"/>
                  </a:cubicBezTo>
                  <a:cubicBezTo>
                    <a:pt x="194884" y="194060"/>
                    <a:pt x="191874" y="194060"/>
                    <a:pt x="191874" y="194060"/>
                  </a:cubicBezTo>
                  <a:close/>
                  <a:moveTo>
                    <a:pt x="186284" y="199650"/>
                  </a:moveTo>
                  <a:cubicBezTo>
                    <a:pt x="185854" y="201800"/>
                    <a:pt x="188004" y="202230"/>
                    <a:pt x="188434" y="200940"/>
                  </a:cubicBezTo>
                  <a:cubicBezTo>
                    <a:pt x="188864" y="199650"/>
                    <a:pt x="189294" y="197930"/>
                    <a:pt x="188004" y="197500"/>
                  </a:cubicBezTo>
                  <a:cubicBezTo>
                    <a:pt x="186714" y="197500"/>
                    <a:pt x="186284" y="199650"/>
                    <a:pt x="186284" y="199650"/>
                  </a:cubicBezTo>
                  <a:close/>
                  <a:moveTo>
                    <a:pt x="178113" y="272753"/>
                  </a:moveTo>
                  <a:cubicBezTo>
                    <a:pt x="175963" y="274044"/>
                    <a:pt x="175963" y="276194"/>
                    <a:pt x="177253" y="275764"/>
                  </a:cubicBezTo>
                  <a:cubicBezTo>
                    <a:pt x="178543" y="275334"/>
                    <a:pt x="179833" y="276624"/>
                    <a:pt x="181983" y="275764"/>
                  </a:cubicBezTo>
                  <a:cubicBezTo>
                    <a:pt x="183273" y="274904"/>
                    <a:pt x="181553" y="270173"/>
                    <a:pt x="180263" y="270603"/>
                  </a:cubicBezTo>
                  <a:cubicBezTo>
                    <a:pt x="178973" y="270603"/>
                    <a:pt x="178113" y="272753"/>
                    <a:pt x="178113" y="272753"/>
                  </a:cubicBezTo>
                  <a:close/>
                  <a:moveTo>
                    <a:pt x="248207" y="259853"/>
                  </a:moveTo>
                  <a:cubicBezTo>
                    <a:pt x="245196" y="261143"/>
                    <a:pt x="243906" y="263293"/>
                    <a:pt x="246487" y="263723"/>
                  </a:cubicBezTo>
                  <a:cubicBezTo>
                    <a:pt x="249067" y="264153"/>
                    <a:pt x="249067" y="266303"/>
                    <a:pt x="250787" y="265443"/>
                  </a:cubicBezTo>
                  <a:cubicBezTo>
                    <a:pt x="252507" y="264583"/>
                    <a:pt x="253797" y="260713"/>
                    <a:pt x="252507" y="260283"/>
                  </a:cubicBezTo>
                  <a:cubicBezTo>
                    <a:pt x="251217" y="259423"/>
                    <a:pt x="248207" y="259853"/>
                    <a:pt x="248207" y="259853"/>
                  </a:cubicBezTo>
                  <a:close/>
                  <a:moveTo>
                    <a:pt x="243906" y="223301"/>
                  </a:moveTo>
                  <a:cubicBezTo>
                    <a:pt x="242186" y="224161"/>
                    <a:pt x="240896" y="224591"/>
                    <a:pt x="243046" y="226741"/>
                  </a:cubicBezTo>
                  <a:cubicBezTo>
                    <a:pt x="245196" y="228891"/>
                    <a:pt x="245196" y="229321"/>
                    <a:pt x="245626" y="230611"/>
                  </a:cubicBezTo>
                  <a:cubicBezTo>
                    <a:pt x="246487" y="232332"/>
                    <a:pt x="248207" y="234912"/>
                    <a:pt x="248207" y="232762"/>
                  </a:cubicBezTo>
                  <a:cubicBezTo>
                    <a:pt x="248207" y="230181"/>
                    <a:pt x="246917" y="228461"/>
                    <a:pt x="246917" y="226741"/>
                  </a:cubicBezTo>
                  <a:cubicBezTo>
                    <a:pt x="246917" y="225021"/>
                    <a:pt x="246487" y="223731"/>
                    <a:pt x="245196" y="223301"/>
                  </a:cubicBezTo>
                  <a:cubicBezTo>
                    <a:pt x="244766" y="222871"/>
                    <a:pt x="243476" y="223301"/>
                    <a:pt x="243906" y="223301"/>
                  </a:cubicBezTo>
                  <a:close/>
                  <a:moveTo>
                    <a:pt x="223695" y="224591"/>
                  </a:moveTo>
                  <a:cubicBezTo>
                    <a:pt x="222405" y="225451"/>
                    <a:pt x="221545" y="226741"/>
                    <a:pt x="223265" y="226741"/>
                  </a:cubicBezTo>
                  <a:cubicBezTo>
                    <a:pt x="224555" y="226741"/>
                    <a:pt x="224555" y="228461"/>
                    <a:pt x="227136" y="226741"/>
                  </a:cubicBezTo>
                  <a:cubicBezTo>
                    <a:pt x="228426" y="224591"/>
                    <a:pt x="225846" y="221581"/>
                    <a:pt x="225416" y="222011"/>
                  </a:cubicBezTo>
                  <a:cubicBezTo>
                    <a:pt x="224125" y="222871"/>
                    <a:pt x="223695" y="224591"/>
                    <a:pt x="223695" y="224591"/>
                  </a:cubicBezTo>
                  <a:close/>
                  <a:moveTo>
                    <a:pt x="220255" y="214701"/>
                  </a:moveTo>
                  <a:cubicBezTo>
                    <a:pt x="217675" y="215561"/>
                    <a:pt x="216385" y="218571"/>
                    <a:pt x="218535" y="218141"/>
                  </a:cubicBezTo>
                  <a:cubicBezTo>
                    <a:pt x="220685" y="217711"/>
                    <a:pt x="220685" y="217711"/>
                    <a:pt x="221975" y="217281"/>
                  </a:cubicBezTo>
                  <a:cubicBezTo>
                    <a:pt x="223695" y="216851"/>
                    <a:pt x="224985" y="214701"/>
                    <a:pt x="223695" y="214271"/>
                  </a:cubicBezTo>
                  <a:cubicBezTo>
                    <a:pt x="222405" y="213841"/>
                    <a:pt x="220255" y="214701"/>
                    <a:pt x="220255" y="214701"/>
                  </a:cubicBezTo>
                  <a:close/>
                  <a:moveTo>
                    <a:pt x="227996" y="202660"/>
                  </a:moveTo>
                  <a:cubicBezTo>
                    <a:pt x="225416" y="203090"/>
                    <a:pt x="224985" y="206530"/>
                    <a:pt x="226276" y="206100"/>
                  </a:cubicBezTo>
                  <a:cubicBezTo>
                    <a:pt x="227996" y="205670"/>
                    <a:pt x="227996" y="205670"/>
                    <a:pt x="229286" y="205670"/>
                  </a:cubicBezTo>
                  <a:cubicBezTo>
                    <a:pt x="230576" y="205670"/>
                    <a:pt x="234016" y="204380"/>
                    <a:pt x="232296" y="203090"/>
                  </a:cubicBezTo>
                  <a:cubicBezTo>
                    <a:pt x="231006" y="201800"/>
                    <a:pt x="227996" y="202660"/>
                    <a:pt x="227996" y="202660"/>
                  </a:cubicBezTo>
                  <a:close/>
                  <a:moveTo>
                    <a:pt x="247347" y="205240"/>
                  </a:moveTo>
                  <a:cubicBezTo>
                    <a:pt x="245626" y="208250"/>
                    <a:pt x="243906" y="207390"/>
                    <a:pt x="245196" y="209540"/>
                  </a:cubicBezTo>
                  <a:cubicBezTo>
                    <a:pt x="246917" y="211691"/>
                    <a:pt x="248207" y="213411"/>
                    <a:pt x="248207" y="210831"/>
                  </a:cubicBezTo>
                  <a:cubicBezTo>
                    <a:pt x="248207" y="208250"/>
                    <a:pt x="249927" y="208680"/>
                    <a:pt x="249927" y="206100"/>
                  </a:cubicBezTo>
                  <a:cubicBezTo>
                    <a:pt x="249927" y="203520"/>
                    <a:pt x="247347" y="205240"/>
                    <a:pt x="247347" y="205240"/>
                  </a:cubicBezTo>
                  <a:close/>
                  <a:moveTo>
                    <a:pt x="256807" y="214271"/>
                  </a:moveTo>
                  <a:cubicBezTo>
                    <a:pt x="255087" y="215991"/>
                    <a:pt x="256377" y="216421"/>
                    <a:pt x="256807" y="217711"/>
                  </a:cubicBezTo>
                  <a:cubicBezTo>
                    <a:pt x="257237" y="219001"/>
                    <a:pt x="257667" y="220721"/>
                    <a:pt x="258527" y="220721"/>
                  </a:cubicBezTo>
                  <a:cubicBezTo>
                    <a:pt x="259387" y="220721"/>
                    <a:pt x="260677" y="220721"/>
                    <a:pt x="260677" y="218571"/>
                  </a:cubicBezTo>
                  <a:cubicBezTo>
                    <a:pt x="260247" y="216421"/>
                    <a:pt x="260247" y="212981"/>
                    <a:pt x="258957" y="212551"/>
                  </a:cubicBezTo>
                  <a:cubicBezTo>
                    <a:pt x="257237" y="211691"/>
                    <a:pt x="256807" y="214271"/>
                    <a:pt x="256807" y="214271"/>
                  </a:cubicBezTo>
                  <a:close/>
                  <a:moveTo>
                    <a:pt x="260677" y="224591"/>
                  </a:moveTo>
                  <a:cubicBezTo>
                    <a:pt x="258527" y="225881"/>
                    <a:pt x="258957" y="226741"/>
                    <a:pt x="259817" y="228031"/>
                  </a:cubicBezTo>
                  <a:cubicBezTo>
                    <a:pt x="260677" y="229321"/>
                    <a:pt x="261107" y="231471"/>
                    <a:pt x="261967" y="229751"/>
                  </a:cubicBezTo>
                  <a:cubicBezTo>
                    <a:pt x="263257" y="227601"/>
                    <a:pt x="264117" y="225021"/>
                    <a:pt x="262827" y="224591"/>
                  </a:cubicBezTo>
                  <a:cubicBezTo>
                    <a:pt x="261537" y="224161"/>
                    <a:pt x="260677" y="224591"/>
                    <a:pt x="260677" y="224591"/>
                  </a:cubicBezTo>
                  <a:close/>
                  <a:moveTo>
                    <a:pt x="267128" y="244372"/>
                  </a:moveTo>
                  <a:cubicBezTo>
                    <a:pt x="264977" y="246092"/>
                    <a:pt x="265837" y="247382"/>
                    <a:pt x="266697" y="248242"/>
                  </a:cubicBezTo>
                  <a:cubicBezTo>
                    <a:pt x="267558" y="249102"/>
                    <a:pt x="270998" y="249962"/>
                    <a:pt x="269708" y="247812"/>
                  </a:cubicBezTo>
                  <a:cubicBezTo>
                    <a:pt x="268418" y="245662"/>
                    <a:pt x="267988" y="245662"/>
                    <a:pt x="268848" y="244372"/>
                  </a:cubicBezTo>
                  <a:cubicBezTo>
                    <a:pt x="269708" y="243082"/>
                    <a:pt x="268848" y="241792"/>
                    <a:pt x="268418" y="241792"/>
                  </a:cubicBezTo>
                  <a:cubicBezTo>
                    <a:pt x="267988" y="242222"/>
                    <a:pt x="267128" y="244372"/>
                    <a:pt x="267128" y="244372"/>
                  </a:cubicBezTo>
                  <a:close/>
                  <a:moveTo>
                    <a:pt x="226276" y="179869"/>
                  </a:moveTo>
                  <a:cubicBezTo>
                    <a:pt x="225416" y="181159"/>
                    <a:pt x="224985" y="180729"/>
                    <a:pt x="225846" y="181589"/>
                  </a:cubicBezTo>
                  <a:cubicBezTo>
                    <a:pt x="226706" y="182449"/>
                    <a:pt x="226276" y="183739"/>
                    <a:pt x="227136" y="182879"/>
                  </a:cubicBezTo>
                  <a:cubicBezTo>
                    <a:pt x="227996" y="182449"/>
                    <a:pt x="227996" y="182019"/>
                    <a:pt x="229716" y="180299"/>
                  </a:cubicBezTo>
                  <a:cubicBezTo>
                    <a:pt x="229716" y="179439"/>
                    <a:pt x="228856" y="177289"/>
                    <a:pt x="227566" y="177719"/>
                  </a:cubicBezTo>
                  <a:cubicBezTo>
                    <a:pt x="226706" y="178149"/>
                    <a:pt x="226276" y="179869"/>
                    <a:pt x="226276" y="179869"/>
                  </a:cubicBezTo>
                  <a:close/>
                  <a:moveTo>
                    <a:pt x="234446" y="177719"/>
                  </a:moveTo>
                  <a:cubicBezTo>
                    <a:pt x="233156" y="178579"/>
                    <a:pt x="232726" y="180299"/>
                    <a:pt x="234016" y="179869"/>
                  </a:cubicBezTo>
                  <a:cubicBezTo>
                    <a:pt x="235306" y="179869"/>
                    <a:pt x="236166" y="179869"/>
                    <a:pt x="236596" y="180299"/>
                  </a:cubicBezTo>
                  <a:cubicBezTo>
                    <a:pt x="237456" y="180729"/>
                    <a:pt x="240036" y="180299"/>
                    <a:pt x="238746" y="178579"/>
                  </a:cubicBezTo>
                  <a:cubicBezTo>
                    <a:pt x="237026" y="176859"/>
                    <a:pt x="234446" y="177719"/>
                    <a:pt x="234446" y="177719"/>
                  </a:cubicBezTo>
                  <a:close/>
                  <a:moveTo>
                    <a:pt x="261107" y="179009"/>
                  </a:moveTo>
                  <a:cubicBezTo>
                    <a:pt x="259387" y="180299"/>
                    <a:pt x="258527" y="181589"/>
                    <a:pt x="260247" y="181589"/>
                  </a:cubicBezTo>
                  <a:cubicBezTo>
                    <a:pt x="261967" y="181159"/>
                    <a:pt x="261967" y="181159"/>
                    <a:pt x="263257" y="181159"/>
                  </a:cubicBezTo>
                  <a:cubicBezTo>
                    <a:pt x="264547" y="181589"/>
                    <a:pt x="266697" y="179869"/>
                    <a:pt x="264977" y="178579"/>
                  </a:cubicBezTo>
                  <a:cubicBezTo>
                    <a:pt x="263257" y="177719"/>
                    <a:pt x="261107" y="179009"/>
                    <a:pt x="261107" y="179009"/>
                  </a:cubicBezTo>
                  <a:close/>
                  <a:moveTo>
                    <a:pt x="255087" y="182019"/>
                  </a:moveTo>
                  <a:cubicBezTo>
                    <a:pt x="254227" y="183309"/>
                    <a:pt x="252937" y="183739"/>
                    <a:pt x="254227" y="184169"/>
                  </a:cubicBezTo>
                  <a:cubicBezTo>
                    <a:pt x="255517" y="184599"/>
                    <a:pt x="255087" y="186749"/>
                    <a:pt x="256377" y="185889"/>
                  </a:cubicBezTo>
                  <a:cubicBezTo>
                    <a:pt x="257667" y="185029"/>
                    <a:pt x="257667" y="182449"/>
                    <a:pt x="256807" y="182019"/>
                  </a:cubicBezTo>
                  <a:cubicBezTo>
                    <a:pt x="255947" y="182019"/>
                    <a:pt x="255087" y="182019"/>
                    <a:pt x="255087" y="182019"/>
                  </a:cubicBezTo>
                  <a:close/>
                  <a:moveTo>
                    <a:pt x="295939" y="236632"/>
                  </a:moveTo>
                  <a:cubicBezTo>
                    <a:pt x="293789" y="235772"/>
                    <a:pt x="292069" y="238352"/>
                    <a:pt x="293789" y="239642"/>
                  </a:cubicBezTo>
                  <a:cubicBezTo>
                    <a:pt x="295509" y="240932"/>
                    <a:pt x="302389" y="240932"/>
                    <a:pt x="300239" y="239212"/>
                  </a:cubicBezTo>
                  <a:cubicBezTo>
                    <a:pt x="298519" y="237492"/>
                    <a:pt x="296799" y="238352"/>
                    <a:pt x="296369" y="237492"/>
                  </a:cubicBezTo>
                  <a:cubicBezTo>
                    <a:pt x="295939" y="237062"/>
                    <a:pt x="295939" y="236632"/>
                    <a:pt x="295939" y="236632"/>
                  </a:cubicBezTo>
                  <a:close/>
                  <a:moveTo>
                    <a:pt x="310560" y="248672"/>
                  </a:moveTo>
                  <a:cubicBezTo>
                    <a:pt x="308409" y="249102"/>
                    <a:pt x="308409" y="250392"/>
                    <a:pt x="309700" y="250392"/>
                  </a:cubicBezTo>
                  <a:cubicBezTo>
                    <a:pt x="310990" y="250822"/>
                    <a:pt x="310990" y="251682"/>
                    <a:pt x="312280" y="251682"/>
                  </a:cubicBezTo>
                  <a:cubicBezTo>
                    <a:pt x="313570" y="251682"/>
                    <a:pt x="315720" y="250392"/>
                    <a:pt x="314430" y="249102"/>
                  </a:cubicBezTo>
                  <a:cubicBezTo>
                    <a:pt x="312710" y="248242"/>
                    <a:pt x="310560" y="248672"/>
                    <a:pt x="310560" y="248672"/>
                  </a:cubicBezTo>
                  <a:close/>
                  <a:moveTo>
                    <a:pt x="310990" y="271033"/>
                  </a:moveTo>
                  <a:cubicBezTo>
                    <a:pt x="309270" y="271033"/>
                    <a:pt x="308409" y="272753"/>
                    <a:pt x="309700" y="273614"/>
                  </a:cubicBezTo>
                  <a:cubicBezTo>
                    <a:pt x="310990" y="274474"/>
                    <a:pt x="311850" y="273614"/>
                    <a:pt x="312710" y="274044"/>
                  </a:cubicBezTo>
                  <a:cubicBezTo>
                    <a:pt x="313570" y="274904"/>
                    <a:pt x="316580" y="273184"/>
                    <a:pt x="315290" y="271463"/>
                  </a:cubicBezTo>
                  <a:cubicBezTo>
                    <a:pt x="313570" y="270173"/>
                    <a:pt x="310990" y="271033"/>
                    <a:pt x="310990" y="271033"/>
                  </a:cubicBezTo>
                  <a:close/>
                  <a:moveTo>
                    <a:pt x="323890" y="262863"/>
                  </a:moveTo>
                  <a:cubicBezTo>
                    <a:pt x="322170" y="264583"/>
                    <a:pt x="321740" y="265013"/>
                    <a:pt x="323030" y="265873"/>
                  </a:cubicBezTo>
                  <a:cubicBezTo>
                    <a:pt x="324320" y="266733"/>
                    <a:pt x="324320" y="267163"/>
                    <a:pt x="324750" y="268023"/>
                  </a:cubicBezTo>
                  <a:cubicBezTo>
                    <a:pt x="325610" y="268883"/>
                    <a:pt x="327330" y="269313"/>
                    <a:pt x="326900" y="268023"/>
                  </a:cubicBezTo>
                  <a:cubicBezTo>
                    <a:pt x="326900" y="266733"/>
                    <a:pt x="326900" y="264153"/>
                    <a:pt x="326040" y="263293"/>
                  </a:cubicBezTo>
                  <a:cubicBezTo>
                    <a:pt x="324750" y="262433"/>
                    <a:pt x="323890" y="262863"/>
                    <a:pt x="323890" y="262863"/>
                  </a:cubicBezTo>
                  <a:close/>
                  <a:moveTo>
                    <a:pt x="333351" y="278344"/>
                  </a:moveTo>
                  <a:cubicBezTo>
                    <a:pt x="332061" y="278344"/>
                    <a:pt x="331631" y="279204"/>
                    <a:pt x="332491" y="279634"/>
                  </a:cubicBezTo>
                  <a:cubicBezTo>
                    <a:pt x="333351" y="280494"/>
                    <a:pt x="333351" y="280924"/>
                    <a:pt x="333781" y="281354"/>
                  </a:cubicBezTo>
                  <a:cubicBezTo>
                    <a:pt x="334211" y="281354"/>
                    <a:pt x="336791" y="281354"/>
                    <a:pt x="335931" y="280064"/>
                  </a:cubicBezTo>
                  <a:cubicBezTo>
                    <a:pt x="335071" y="278774"/>
                    <a:pt x="333351" y="278344"/>
                    <a:pt x="333351" y="278344"/>
                  </a:cubicBezTo>
                  <a:close/>
                  <a:moveTo>
                    <a:pt x="327330" y="222441"/>
                  </a:moveTo>
                  <a:cubicBezTo>
                    <a:pt x="326040" y="222441"/>
                    <a:pt x="324750" y="222441"/>
                    <a:pt x="326040" y="223731"/>
                  </a:cubicBezTo>
                  <a:cubicBezTo>
                    <a:pt x="327330" y="225451"/>
                    <a:pt x="327330" y="226741"/>
                    <a:pt x="328620" y="226311"/>
                  </a:cubicBezTo>
                  <a:cubicBezTo>
                    <a:pt x="329911" y="225881"/>
                    <a:pt x="331631" y="224591"/>
                    <a:pt x="330341" y="223301"/>
                  </a:cubicBezTo>
                  <a:cubicBezTo>
                    <a:pt x="329481" y="222441"/>
                    <a:pt x="327330" y="222441"/>
                    <a:pt x="327330" y="222441"/>
                  </a:cubicBezTo>
                  <a:close/>
                  <a:moveTo>
                    <a:pt x="341521" y="243082"/>
                  </a:moveTo>
                  <a:cubicBezTo>
                    <a:pt x="339801" y="243512"/>
                    <a:pt x="339801" y="245662"/>
                    <a:pt x="340231" y="246092"/>
                  </a:cubicBezTo>
                  <a:cubicBezTo>
                    <a:pt x="341091" y="246522"/>
                    <a:pt x="339801" y="248242"/>
                    <a:pt x="341521" y="247812"/>
                  </a:cubicBezTo>
                  <a:cubicBezTo>
                    <a:pt x="342811" y="247382"/>
                    <a:pt x="345821" y="245662"/>
                    <a:pt x="344531" y="244372"/>
                  </a:cubicBezTo>
                  <a:cubicBezTo>
                    <a:pt x="343671" y="243082"/>
                    <a:pt x="341521" y="243082"/>
                    <a:pt x="341521" y="243082"/>
                  </a:cubicBezTo>
                  <a:close/>
                  <a:moveTo>
                    <a:pt x="360442" y="170409"/>
                  </a:moveTo>
                  <a:cubicBezTo>
                    <a:pt x="357002" y="170409"/>
                    <a:pt x="356572" y="173849"/>
                    <a:pt x="358722" y="174279"/>
                  </a:cubicBezTo>
                  <a:cubicBezTo>
                    <a:pt x="360872" y="174709"/>
                    <a:pt x="364312" y="177289"/>
                    <a:pt x="364742" y="175139"/>
                  </a:cubicBezTo>
                  <a:cubicBezTo>
                    <a:pt x="364312" y="172989"/>
                    <a:pt x="360442" y="170409"/>
                    <a:pt x="360442" y="170409"/>
                  </a:cubicBezTo>
                  <a:close/>
                  <a:moveTo>
                    <a:pt x="426235" y="187179"/>
                  </a:moveTo>
                  <a:cubicBezTo>
                    <a:pt x="424515" y="186319"/>
                    <a:pt x="422795" y="187179"/>
                    <a:pt x="423655" y="188469"/>
                  </a:cubicBezTo>
                  <a:cubicBezTo>
                    <a:pt x="424515" y="189759"/>
                    <a:pt x="425375" y="190190"/>
                    <a:pt x="425805" y="190620"/>
                  </a:cubicBezTo>
                  <a:cubicBezTo>
                    <a:pt x="426235" y="191050"/>
                    <a:pt x="428815" y="191480"/>
                    <a:pt x="428385" y="189759"/>
                  </a:cubicBezTo>
                  <a:cubicBezTo>
                    <a:pt x="427955" y="188469"/>
                    <a:pt x="426665" y="187609"/>
                    <a:pt x="426235" y="187179"/>
                  </a:cubicBezTo>
                  <a:close/>
                  <a:moveTo>
                    <a:pt x="368182" y="215131"/>
                  </a:moveTo>
                  <a:cubicBezTo>
                    <a:pt x="367322" y="217711"/>
                    <a:pt x="368612" y="219001"/>
                    <a:pt x="370332" y="219001"/>
                  </a:cubicBezTo>
                  <a:cubicBezTo>
                    <a:pt x="372053" y="218571"/>
                    <a:pt x="374203" y="215991"/>
                    <a:pt x="372483" y="214701"/>
                  </a:cubicBezTo>
                  <a:cubicBezTo>
                    <a:pt x="370332" y="213411"/>
                    <a:pt x="368182" y="215131"/>
                    <a:pt x="368182" y="215131"/>
                  </a:cubicBezTo>
                  <a:close/>
                  <a:moveTo>
                    <a:pt x="390973" y="219861"/>
                  </a:moveTo>
                  <a:cubicBezTo>
                    <a:pt x="388393" y="221151"/>
                    <a:pt x="386243" y="221581"/>
                    <a:pt x="388393" y="223301"/>
                  </a:cubicBezTo>
                  <a:cubicBezTo>
                    <a:pt x="390113" y="225021"/>
                    <a:pt x="394844" y="225021"/>
                    <a:pt x="393554" y="222441"/>
                  </a:cubicBezTo>
                  <a:cubicBezTo>
                    <a:pt x="392264" y="219431"/>
                    <a:pt x="390973" y="219861"/>
                    <a:pt x="390973" y="219861"/>
                  </a:cubicBezTo>
                  <a:close/>
                  <a:moveTo>
                    <a:pt x="434836" y="256413"/>
                  </a:moveTo>
                  <a:cubicBezTo>
                    <a:pt x="433546" y="257273"/>
                    <a:pt x="433976" y="260713"/>
                    <a:pt x="435266" y="260283"/>
                  </a:cubicBezTo>
                  <a:cubicBezTo>
                    <a:pt x="436556" y="259423"/>
                    <a:pt x="438706" y="257703"/>
                    <a:pt x="437416" y="256843"/>
                  </a:cubicBezTo>
                  <a:cubicBezTo>
                    <a:pt x="436556" y="255553"/>
                    <a:pt x="434836" y="256413"/>
                    <a:pt x="434836" y="256413"/>
                  </a:cubicBezTo>
                  <a:close/>
                  <a:moveTo>
                    <a:pt x="474397" y="283504"/>
                  </a:moveTo>
                  <a:cubicBezTo>
                    <a:pt x="470957" y="283504"/>
                    <a:pt x="469237" y="284794"/>
                    <a:pt x="470957" y="286084"/>
                  </a:cubicBezTo>
                  <a:cubicBezTo>
                    <a:pt x="473107" y="287804"/>
                    <a:pt x="476548" y="289094"/>
                    <a:pt x="476118" y="286514"/>
                  </a:cubicBezTo>
                  <a:cubicBezTo>
                    <a:pt x="476118" y="284364"/>
                    <a:pt x="474397" y="283504"/>
                    <a:pt x="474397" y="283504"/>
                  </a:cubicBezTo>
                  <a:close/>
                  <a:moveTo>
                    <a:pt x="489448" y="289094"/>
                  </a:moveTo>
                  <a:cubicBezTo>
                    <a:pt x="486438" y="289524"/>
                    <a:pt x="484718" y="291244"/>
                    <a:pt x="486868" y="291674"/>
                  </a:cubicBezTo>
                  <a:cubicBezTo>
                    <a:pt x="489018" y="292104"/>
                    <a:pt x="489448" y="293825"/>
                    <a:pt x="491168" y="294255"/>
                  </a:cubicBezTo>
                  <a:cubicBezTo>
                    <a:pt x="492888" y="294255"/>
                    <a:pt x="495468" y="292964"/>
                    <a:pt x="493748" y="291244"/>
                  </a:cubicBezTo>
                  <a:cubicBezTo>
                    <a:pt x="491598" y="289524"/>
                    <a:pt x="489448" y="289094"/>
                    <a:pt x="489448" y="289094"/>
                  </a:cubicBezTo>
                  <a:close/>
                  <a:moveTo>
                    <a:pt x="360012" y="308875"/>
                  </a:moveTo>
                  <a:cubicBezTo>
                    <a:pt x="358292" y="309735"/>
                    <a:pt x="357432" y="311885"/>
                    <a:pt x="359152" y="312315"/>
                  </a:cubicBezTo>
                  <a:cubicBezTo>
                    <a:pt x="360872" y="312745"/>
                    <a:pt x="364312" y="311455"/>
                    <a:pt x="363022" y="310165"/>
                  </a:cubicBezTo>
                  <a:cubicBezTo>
                    <a:pt x="361302" y="308875"/>
                    <a:pt x="360012" y="308875"/>
                    <a:pt x="360012" y="308875"/>
                  </a:cubicBezTo>
                  <a:close/>
                  <a:moveTo>
                    <a:pt x="374203" y="307155"/>
                  </a:moveTo>
                  <a:cubicBezTo>
                    <a:pt x="372483" y="308445"/>
                    <a:pt x="372913" y="308875"/>
                    <a:pt x="373773" y="310165"/>
                  </a:cubicBezTo>
                  <a:cubicBezTo>
                    <a:pt x="374633" y="311455"/>
                    <a:pt x="380653" y="312315"/>
                    <a:pt x="378073" y="309305"/>
                  </a:cubicBezTo>
                  <a:cubicBezTo>
                    <a:pt x="375493" y="306295"/>
                    <a:pt x="374203" y="307155"/>
                    <a:pt x="374203" y="307155"/>
                  </a:cubicBezTo>
                  <a:close/>
                  <a:moveTo>
                    <a:pt x="381513" y="320056"/>
                  </a:moveTo>
                  <a:cubicBezTo>
                    <a:pt x="379793" y="322206"/>
                    <a:pt x="379793" y="322636"/>
                    <a:pt x="381083" y="323926"/>
                  </a:cubicBezTo>
                  <a:cubicBezTo>
                    <a:pt x="382803" y="325216"/>
                    <a:pt x="382373" y="327796"/>
                    <a:pt x="384093" y="326506"/>
                  </a:cubicBezTo>
                  <a:cubicBezTo>
                    <a:pt x="385813" y="325216"/>
                    <a:pt x="385813" y="321346"/>
                    <a:pt x="383663" y="320486"/>
                  </a:cubicBezTo>
                  <a:cubicBezTo>
                    <a:pt x="381943" y="319196"/>
                    <a:pt x="381513" y="320056"/>
                    <a:pt x="381513" y="320056"/>
                  </a:cubicBezTo>
                  <a:close/>
                  <a:moveTo>
                    <a:pt x="371623" y="283504"/>
                  </a:moveTo>
                  <a:cubicBezTo>
                    <a:pt x="373343" y="283074"/>
                    <a:pt x="373773" y="281784"/>
                    <a:pt x="372053" y="280494"/>
                  </a:cubicBezTo>
                  <a:cubicBezTo>
                    <a:pt x="370332" y="279204"/>
                    <a:pt x="367322" y="274904"/>
                    <a:pt x="366462" y="277054"/>
                  </a:cubicBezTo>
                  <a:cubicBezTo>
                    <a:pt x="366032" y="279204"/>
                    <a:pt x="365602" y="279204"/>
                    <a:pt x="367322" y="280494"/>
                  </a:cubicBezTo>
                  <a:cubicBezTo>
                    <a:pt x="369472" y="281784"/>
                    <a:pt x="371623" y="283074"/>
                    <a:pt x="371623" y="283504"/>
                  </a:cubicBezTo>
                  <a:close/>
                  <a:moveTo>
                    <a:pt x="375063" y="286514"/>
                  </a:moveTo>
                  <a:cubicBezTo>
                    <a:pt x="372483" y="286514"/>
                    <a:pt x="371193" y="286944"/>
                    <a:pt x="372483" y="288234"/>
                  </a:cubicBezTo>
                  <a:cubicBezTo>
                    <a:pt x="374203" y="289524"/>
                    <a:pt x="374203" y="290384"/>
                    <a:pt x="375063" y="290384"/>
                  </a:cubicBezTo>
                  <a:cubicBezTo>
                    <a:pt x="375923" y="290384"/>
                    <a:pt x="378073" y="290384"/>
                    <a:pt x="377213" y="288664"/>
                  </a:cubicBezTo>
                  <a:cubicBezTo>
                    <a:pt x="375923" y="286514"/>
                    <a:pt x="375063" y="286514"/>
                    <a:pt x="375063" y="286514"/>
                  </a:cubicBezTo>
                  <a:close/>
                  <a:moveTo>
                    <a:pt x="375923" y="267163"/>
                  </a:moveTo>
                  <a:cubicBezTo>
                    <a:pt x="374633" y="269313"/>
                    <a:pt x="377643" y="270603"/>
                    <a:pt x="375063" y="271033"/>
                  </a:cubicBezTo>
                  <a:cubicBezTo>
                    <a:pt x="372483" y="271463"/>
                    <a:pt x="370762" y="271033"/>
                    <a:pt x="370762" y="271893"/>
                  </a:cubicBezTo>
                  <a:cubicBezTo>
                    <a:pt x="370762" y="273184"/>
                    <a:pt x="370762" y="275334"/>
                    <a:pt x="372053" y="274474"/>
                  </a:cubicBezTo>
                  <a:cubicBezTo>
                    <a:pt x="373773" y="273614"/>
                    <a:pt x="375923" y="273614"/>
                    <a:pt x="376783" y="272323"/>
                  </a:cubicBezTo>
                  <a:cubicBezTo>
                    <a:pt x="378073" y="271033"/>
                    <a:pt x="377643" y="266303"/>
                    <a:pt x="376783" y="265873"/>
                  </a:cubicBezTo>
                  <a:cubicBezTo>
                    <a:pt x="375923" y="265443"/>
                    <a:pt x="375493" y="266733"/>
                    <a:pt x="375923" y="267163"/>
                  </a:cubicBezTo>
                  <a:close/>
                  <a:moveTo>
                    <a:pt x="424515" y="295975"/>
                  </a:moveTo>
                  <a:cubicBezTo>
                    <a:pt x="422795" y="296405"/>
                    <a:pt x="422365" y="299415"/>
                    <a:pt x="423655" y="299845"/>
                  </a:cubicBezTo>
                  <a:cubicBezTo>
                    <a:pt x="424945" y="300275"/>
                    <a:pt x="429675" y="300705"/>
                    <a:pt x="427955" y="298125"/>
                  </a:cubicBezTo>
                  <a:cubicBezTo>
                    <a:pt x="426235" y="296405"/>
                    <a:pt x="424515" y="295975"/>
                    <a:pt x="424515" y="295975"/>
                  </a:cubicBezTo>
                  <a:close/>
                  <a:moveTo>
                    <a:pt x="423225" y="310165"/>
                  </a:moveTo>
                  <a:cubicBezTo>
                    <a:pt x="421935" y="312315"/>
                    <a:pt x="421075" y="313175"/>
                    <a:pt x="423655" y="314035"/>
                  </a:cubicBezTo>
                  <a:cubicBezTo>
                    <a:pt x="426235" y="314895"/>
                    <a:pt x="425375" y="317476"/>
                    <a:pt x="427095" y="316186"/>
                  </a:cubicBezTo>
                  <a:cubicBezTo>
                    <a:pt x="429245" y="314895"/>
                    <a:pt x="430105" y="312315"/>
                    <a:pt x="427955" y="311455"/>
                  </a:cubicBezTo>
                  <a:cubicBezTo>
                    <a:pt x="425375" y="310165"/>
                    <a:pt x="423225" y="310165"/>
                    <a:pt x="423225" y="310165"/>
                  </a:cubicBezTo>
                  <a:close/>
                  <a:moveTo>
                    <a:pt x="413335" y="313175"/>
                  </a:moveTo>
                  <a:cubicBezTo>
                    <a:pt x="413335" y="314895"/>
                    <a:pt x="413765" y="315326"/>
                    <a:pt x="414195" y="316616"/>
                  </a:cubicBezTo>
                  <a:cubicBezTo>
                    <a:pt x="414195" y="317906"/>
                    <a:pt x="415915" y="319196"/>
                    <a:pt x="416775" y="316616"/>
                  </a:cubicBezTo>
                  <a:cubicBezTo>
                    <a:pt x="417635" y="314465"/>
                    <a:pt x="415055" y="308875"/>
                    <a:pt x="413765" y="309735"/>
                  </a:cubicBezTo>
                  <a:cubicBezTo>
                    <a:pt x="412474" y="311025"/>
                    <a:pt x="413335" y="313175"/>
                    <a:pt x="413335" y="313175"/>
                  </a:cubicBezTo>
                  <a:close/>
                  <a:moveTo>
                    <a:pt x="415485" y="353597"/>
                  </a:moveTo>
                  <a:cubicBezTo>
                    <a:pt x="412905" y="355317"/>
                    <a:pt x="413335" y="356178"/>
                    <a:pt x="415055" y="356608"/>
                  </a:cubicBezTo>
                  <a:cubicBezTo>
                    <a:pt x="416775" y="357038"/>
                    <a:pt x="418065" y="359188"/>
                    <a:pt x="419355" y="357468"/>
                  </a:cubicBezTo>
                  <a:cubicBezTo>
                    <a:pt x="420645" y="355747"/>
                    <a:pt x="421075" y="354027"/>
                    <a:pt x="419355" y="353597"/>
                  </a:cubicBezTo>
                  <a:cubicBezTo>
                    <a:pt x="417635" y="353167"/>
                    <a:pt x="415485" y="353597"/>
                    <a:pt x="415485" y="353597"/>
                  </a:cubicBezTo>
                  <a:close/>
                  <a:moveTo>
                    <a:pt x="431395" y="354027"/>
                  </a:moveTo>
                  <a:cubicBezTo>
                    <a:pt x="429675" y="357038"/>
                    <a:pt x="431825" y="355747"/>
                    <a:pt x="432685" y="357468"/>
                  </a:cubicBezTo>
                  <a:cubicBezTo>
                    <a:pt x="433546" y="359188"/>
                    <a:pt x="434406" y="361768"/>
                    <a:pt x="435266" y="359618"/>
                  </a:cubicBezTo>
                  <a:cubicBezTo>
                    <a:pt x="436126" y="357468"/>
                    <a:pt x="434406" y="352307"/>
                    <a:pt x="433115" y="351877"/>
                  </a:cubicBezTo>
                  <a:cubicBezTo>
                    <a:pt x="431825" y="351447"/>
                    <a:pt x="431395" y="354027"/>
                    <a:pt x="431395" y="354027"/>
                  </a:cubicBezTo>
                  <a:close/>
                  <a:moveTo>
                    <a:pt x="260677" y="327366"/>
                  </a:moveTo>
                  <a:cubicBezTo>
                    <a:pt x="258527" y="329946"/>
                    <a:pt x="258957" y="331666"/>
                    <a:pt x="261107" y="332096"/>
                  </a:cubicBezTo>
                  <a:cubicBezTo>
                    <a:pt x="263257" y="332526"/>
                    <a:pt x="267988" y="329946"/>
                    <a:pt x="265837" y="328656"/>
                  </a:cubicBezTo>
                  <a:cubicBezTo>
                    <a:pt x="263257" y="326936"/>
                    <a:pt x="260677" y="327366"/>
                    <a:pt x="260677" y="327366"/>
                  </a:cubicBezTo>
                  <a:close/>
                  <a:moveTo>
                    <a:pt x="298519" y="347577"/>
                  </a:moveTo>
                  <a:cubicBezTo>
                    <a:pt x="301099" y="347577"/>
                    <a:pt x="302819" y="348007"/>
                    <a:pt x="301529" y="346287"/>
                  </a:cubicBezTo>
                  <a:cubicBezTo>
                    <a:pt x="300669" y="344567"/>
                    <a:pt x="298519" y="343277"/>
                    <a:pt x="297659" y="343707"/>
                  </a:cubicBezTo>
                  <a:cubicBezTo>
                    <a:pt x="296799" y="344137"/>
                    <a:pt x="295079" y="347147"/>
                    <a:pt x="295939" y="347147"/>
                  </a:cubicBezTo>
                  <a:cubicBezTo>
                    <a:pt x="297229" y="347147"/>
                    <a:pt x="298519" y="347577"/>
                    <a:pt x="298519" y="347577"/>
                  </a:cubicBezTo>
                  <a:close/>
                  <a:moveTo>
                    <a:pt x="311420" y="351447"/>
                  </a:moveTo>
                  <a:cubicBezTo>
                    <a:pt x="309270" y="351877"/>
                    <a:pt x="309700" y="352737"/>
                    <a:pt x="310560" y="354457"/>
                  </a:cubicBezTo>
                  <a:cubicBezTo>
                    <a:pt x="311420" y="356178"/>
                    <a:pt x="315290" y="356178"/>
                    <a:pt x="314860" y="354027"/>
                  </a:cubicBezTo>
                  <a:cubicBezTo>
                    <a:pt x="314000" y="352307"/>
                    <a:pt x="311420" y="351877"/>
                    <a:pt x="311420" y="351447"/>
                  </a:cubicBezTo>
                  <a:close/>
                  <a:moveTo>
                    <a:pt x="427095" y="395309"/>
                  </a:moveTo>
                  <a:cubicBezTo>
                    <a:pt x="424945" y="396169"/>
                    <a:pt x="424085" y="397889"/>
                    <a:pt x="426235" y="398750"/>
                  </a:cubicBezTo>
                  <a:cubicBezTo>
                    <a:pt x="428385" y="399180"/>
                    <a:pt x="431395" y="397889"/>
                    <a:pt x="430105" y="396599"/>
                  </a:cubicBezTo>
                  <a:cubicBezTo>
                    <a:pt x="428385" y="395739"/>
                    <a:pt x="427095" y="395739"/>
                    <a:pt x="427095" y="395309"/>
                  </a:cubicBezTo>
                  <a:close/>
                  <a:moveTo>
                    <a:pt x="425375" y="384989"/>
                  </a:moveTo>
                  <a:cubicBezTo>
                    <a:pt x="423655" y="387139"/>
                    <a:pt x="423225" y="388429"/>
                    <a:pt x="425375" y="388429"/>
                  </a:cubicBezTo>
                  <a:cubicBezTo>
                    <a:pt x="427525" y="388429"/>
                    <a:pt x="430535" y="387569"/>
                    <a:pt x="428815" y="385849"/>
                  </a:cubicBezTo>
                  <a:cubicBezTo>
                    <a:pt x="427095" y="384129"/>
                    <a:pt x="424945" y="384989"/>
                    <a:pt x="425375" y="384989"/>
                  </a:cubicBezTo>
                  <a:close/>
                  <a:moveTo>
                    <a:pt x="375493" y="380259"/>
                  </a:moveTo>
                  <a:cubicBezTo>
                    <a:pt x="373773" y="380689"/>
                    <a:pt x="372053" y="381549"/>
                    <a:pt x="373773" y="381979"/>
                  </a:cubicBezTo>
                  <a:cubicBezTo>
                    <a:pt x="375493" y="382409"/>
                    <a:pt x="376783" y="381979"/>
                    <a:pt x="379363" y="381979"/>
                  </a:cubicBezTo>
                  <a:cubicBezTo>
                    <a:pt x="380223" y="381979"/>
                    <a:pt x="381083" y="378969"/>
                    <a:pt x="379363" y="378969"/>
                  </a:cubicBezTo>
                  <a:cubicBezTo>
                    <a:pt x="378073" y="378969"/>
                    <a:pt x="375923" y="380259"/>
                    <a:pt x="375493" y="380259"/>
                  </a:cubicBezTo>
                  <a:close/>
                  <a:moveTo>
                    <a:pt x="479558" y="368218"/>
                  </a:moveTo>
                  <a:cubicBezTo>
                    <a:pt x="477838" y="368648"/>
                    <a:pt x="477838" y="370368"/>
                    <a:pt x="479558" y="370798"/>
                  </a:cubicBezTo>
                  <a:cubicBezTo>
                    <a:pt x="481278" y="371228"/>
                    <a:pt x="482998" y="368648"/>
                    <a:pt x="481708" y="368218"/>
                  </a:cubicBezTo>
                  <a:cubicBezTo>
                    <a:pt x="480418" y="367788"/>
                    <a:pt x="479988" y="368218"/>
                    <a:pt x="479558" y="368218"/>
                  </a:cubicBezTo>
                  <a:close/>
                  <a:moveTo>
                    <a:pt x="484718" y="370368"/>
                  </a:moveTo>
                  <a:cubicBezTo>
                    <a:pt x="483858" y="371658"/>
                    <a:pt x="484288" y="373378"/>
                    <a:pt x="485578" y="372948"/>
                  </a:cubicBezTo>
                  <a:cubicBezTo>
                    <a:pt x="486868" y="372518"/>
                    <a:pt x="488588" y="370798"/>
                    <a:pt x="487298" y="369938"/>
                  </a:cubicBezTo>
                  <a:cubicBezTo>
                    <a:pt x="485578" y="369508"/>
                    <a:pt x="484718" y="370368"/>
                    <a:pt x="484718" y="370368"/>
                  </a:cubicBezTo>
                  <a:close/>
                  <a:moveTo>
                    <a:pt x="489018" y="373808"/>
                  </a:moveTo>
                  <a:cubicBezTo>
                    <a:pt x="488588" y="374668"/>
                    <a:pt x="488588" y="375098"/>
                    <a:pt x="489448" y="375528"/>
                  </a:cubicBezTo>
                  <a:cubicBezTo>
                    <a:pt x="490308" y="375958"/>
                    <a:pt x="492458" y="375958"/>
                    <a:pt x="491598" y="375098"/>
                  </a:cubicBezTo>
                  <a:cubicBezTo>
                    <a:pt x="490738" y="373808"/>
                    <a:pt x="489018" y="373808"/>
                    <a:pt x="489018" y="373808"/>
                  </a:cubicBezTo>
                  <a:close/>
                  <a:moveTo>
                    <a:pt x="513099" y="374668"/>
                  </a:moveTo>
                  <a:cubicBezTo>
                    <a:pt x="511379" y="374668"/>
                    <a:pt x="510519" y="375528"/>
                    <a:pt x="511809" y="376388"/>
                  </a:cubicBezTo>
                  <a:cubicBezTo>
                    <a:pt x="513099" y="377248"/>
                    <a:pt x="513529" y="378969"/>
                    <a:pt x="514389" y="378969"/>
                  </a:cubicBezTo>
                  <a:cubicBezTo>
                    <a:pt x="515249" y="378969"/>
                    <a:pt x="516109" y="376818"/>
                    <a:pt x="515249" y="375958"/>
                  </a:cubicBezTo>
                  <a:cubicBezTo>
                    <a:pt x="514819" y="374668"/>
                    <a:pt x="513099" y="374668"/>
                    <a:pt x="513099" y="374668"/>
                  </a:cubicBezTo>
                  <a:close/>
                  <a:moveTo>
                    <a:pt x="469667" y="421971"/>
                  </a:moveTo>
                  <a:cubicBezTo>
                    <a:pt x="467947" y="423261"/>
                    <a:pt x="467947" y="424981"/>
                    <a:pt x="469667" y="424551"/>
                  </a:cubicBezTo>
                  <a:cubicBezTo>
                    <a:pt x="471387" y="424551"/>
                    <a:pt x="474397" y="422831"/>
                    <a:pt x="473107" y="421971"/>
                  </a:cubicBezTo>
                  <a:cubicBezTo>
                    <a:pt x="471387" y="421111"/>
                    <a:pt x="469667" y="421971"/>
                    <a:pt x="469667" y="421971"/>
                  </a:cubicBezTo>
                  <a:close/>
                  <a:moveTo>
                    <a:pt x="528150" y="420251"/>
                  </a:moveTo>
                  <a:cubicBezTo>
                    <a:pt x="525570" y="421111"/>
                    <a:pt x="524710" y="422401"/>
                    <a:pt x="526000" y="422831"/>
                  </a:cubicBezTo>
                  <a:cubicBezTo>
                    <a:pt x="527290" y="423261"/>
                    <a:pt x="527720" y="422831"/>
                    <a:pt x="528580" y="422831"/>
                  </a:cubicBezTo>
                  <a:cubicBezTo>
                    <a:pt x="529440" y="422831"/>
                    <a:pt x="531590" y="421541"/>
                    <a:pt x="530730" y="420681"/>
                  </a:cubicBezTo>
                  <a:cubicBezTo>
                    <a:pt x="529870" y="419821"/>
                    <a:pt x="528150" y="420251"/>
                    <a:pt x="528150" y="420251"/>
                  </a:cubicBezTo>
                  <a:close/>
                  <a:moveTo>
                    <a:pt x="540191" y="427131"/>
                  </a:moveTo>
                  <a:cubicBezTo>
                    <a:pt x="538041" y="427561"/>
                    <a:pt x="537180" y="430141"/>
                    <a:pt x="539331" y="429711"/>
                  </a:cubicBezTo>
                  <a:cubicBezTo>
                    <a:pt x="541481" y="429281"/>
                    <a:pt x="541911" y="431001"/>
                    <a:pt x="542771" y="430141"/>
                  </a:cubicBezTo>
                  <a:cubicBezTo>
                    <a:pt x="543631" y="429711"/>
                    <a:pt x="544491" y="427561"/>
                    <a:pt x="543201" y="427131"/>
                  </a:cubicBezTo>
                  <a:cubicBezTo>
                    <a:pt x="542341" y="426701"/>
                    <a:pt x="540191" y="427131"/>
                    <a:pt x="540191" y="427131"/>
                  </a:cubicBezTo>
                  <a:close/>
                </a:path>
              </a:pathLst>
            </a:custGeom>
            <a:grpFill/>
            <a:ln w="1905" cap="flat">
              <a:noFill/>
              <a:prstDash val="solid"/>
              <a:miter/>
            </a:ln>
          </p:spPr>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801" b="0" i="0" u="none" strike="noStrike" kern="0" cap="none" spc="0" normalizeH="0" baseline="0" noProof="0">
                <a:ln>
                  <a:noFill/>
                </a:ln>
                <a:solidFill>
                  <a:srgbClr val="FFFFFF"/>
                </a:solidFill>
                <a:effectLst/>
                <a:uLnTx/>
                <a:uFillTx/>
                <a:latin typeface="Segoe UI"/>
                <a:ea typeface="+mn-ea"/>
                <a:cs typeface="+mn-cs"/>
              </a:endParaRPr>
            </a:p>
          </p:txBody>
        </p:sp>
        <p:sp>
          <p:nvSpPr>
            <p:cNvPr id="488" name="French Guiana">
              <a:extLst>
                <a:ext uri="{FF2B5EF4-FFF2-40B4-BE49-F238E27FC236}">
                  <a16:creationId xmlns:a16="http://schemas.microsoft.com/office/drawing/2014/main" id="{67FA4D2F-6F2D-644B-7A63-2E1CCF79C063}"/>
                </a:ext>
              </a:extLst>
            </p:cNvPr>
            <p:cNvSpPr>
              <a:spLocks/>
            </p:cNvSpPr>
            <p:nvPr/>
          </p:nvSpPr>
          <p:spPr bwMode="auto">
            <a:xfrm>
              <a:off x="3820650" y="3820873"/>
              <a:ext cx="102918" cy="142124"/>
            </a:xfrm>
            <a:custGeom>
              <a:avLst/>
              <a:gdLst/>
              <a:ahLst/>
              <a:cxnLst>
                <a:cxn ang="0">
                  <a:pos x="28" y="15"/>
                </a:cxn>
                <a:cxn ang="0">
                  <a:pos x="26" y="12"/>
                </a:cxn>
                <a:cxn ang="0">
                  <a:pos x="26" y="13"/>
                </a:cxn>
                <a:cxn ang="0">
                  <a:pos x="23" y="10"/>
                </a:cxn>
                <a:cxn ang="0">
                  <a:pos x="23" y="10"/>
                </a:cxn>
                <a:cxn ang="0">
                  <a:pos x="21" y="8"/>
                </a:cxn>
                <a:cxn ang="0">
                  <a:pos x="18" y="5"/>
                </a:cxn>
                <a:cxn ang="0">
                  <a:pos x="14" y="3"/>
                </a:cxn>
                <a:cxn ang="0">
                  <a:pos x="9" y="1"/>
                </a:cxn>
                <a:cxn ang="0">
                  <a:pos x="5" y="4"/>
                </a:cxn>
                <a:cxn ang="0">
                  <a:pos x="2" y="7"/>
                </a:cxn>
                <a:cxn ang="0">
                  <a:pos x="1" y="11"/>
                </a:cxn>
                <a:cxn ang="0">
                  <a:pos x="2" y="14"/>
                </a:cxn>
                <a:cxn ang="0">
                  <a:pos x="2" y="17"/>
                </a:cxn>
                <a:cxn ang="0">
                  <a:pos x="3" y="19"/>
                </a:cxn>
                <a:cxn ang="0">
                  <a:pos x="5" y="22"/>
                </a:cxn>
                <a:cxn ang="0">
                  <a:pos x="6" y="25"/>
                </a:cxn>
                <a:cxn ang="0">
                  <a:pos x="4" y="29"/>
                </a:cxn>
                <a:cxn ang="0">
                  <a:pos x="2" y="34"/>
                </a:cxn>
                <a:cxn ang="0">
                  <a:pos x="0" y="37"/>
                </a:cxn>
                <a:cxn ang="0">
                  <a:pos x="1" y="39"/>
                </a:cxn>
                <a:cxn ang="0">
                  <a:pos x="4" y="40"/>
                </a:cxn>
                <a:cxn ang="0">
                  <a:pos x="6" y="39"/>
                </a:cxn>
                <a:cxn ang="0">
                  <a:pos x="8" y="37"/>
                </a:cxn>
                <a:cxn ang="0">
                  <a:pos x="11" y="38"/>
                </a:cxn>
                <a:cxn ang="0">
                  <a:pos x="13" y="39"/>
                </a:cxn>
                <a:cxn ang="0">
                  <a:pos x="15" y="39"/>
                </a:cxn>
                <a:cxn ang="0">
                  <a:pos x="17" y="38"/>
                </a:cxn>
                <a:cxn ang="0">
                  <a:pos x="19" y="35"/>
                </a:cxn>
                <a:cxn ang="0">
                  <a:pos x="20" y="33"/>
                </a:cxn>
                <a:cxn ang="0">
                  <a:pos x="21" y="31"/>
                </a:cxn>
                <a:cxn ang="0">
                  <a:pos x="22" y="28"/>
                </a:cxn>
                <a:cxn ang="0">
                  <a:pos x="26" y="22"/>
                </a:cxn>
                <a:cxn ang="0">
                  <a:pos x="28" y="19"/>
                </a:cxn>
                <a:cxn ang="0">
                  <a:pos x="28" y="16"/>
                </a:cxn>
              </a:cxnLst>
              <a:rect l="0" t="0" r="r" b="b"/>
              <a:pathLst>
                <a:path w="29" h="40">
                  <a:moveTo>
                    <a:pt x="28" y="16"/>
                  </a:moveTo>
                  <a:cubicBezTo>
                    <a:pt x="28" y="16"/>
                    <a:pt x="28" y="15"/>
                    <a:pt x="28" y="15"/>
                  </a:cubicBezTo>
                  <a:cubicBezTo>
                    <a:pt x="28" y="15"/>
                    <a:pt x="28" y="14"/>
                    <a:pt x="28" y="14"/>
                  </a:cubicBezTo>
                  <a:cubicBezTo>
                    <a:pt x="28" y="14"/>
                    <a:pt x="27" y="11"/>
                    <a:pt x="26" y="12"/>
                  </a:cubicBezTo>
                  <a:cubicBezTo>
                    <a:pt x="26" y="13"/>
                    <a:pt x="27" y="16"/>
                    <a:pt x="25" y="15"/>
                  </a:cubicBezTo>
                  <a:cubicBezTo>
                    <a:pt x="26" y="15"/>
                    <a:pt x="26" y="14"/>
                    <a:pt x="26" y="13"/>
                  </a:cubicBezTo>
                  <a:cubicBezTo>
                    <a:pt x="25" y="12"/>
                    <a:pt x="25" y="12"/>
                    <a:pt x="25" y="11"/>
                  </a:cubicBezTo>
                  <a:cubicBezTo>
                    <a:pt x="24" y="11"/>
                    <a:pt x="24" y="10"/>
                    <a:pt x="23" y="10"/>
                  </a:cubicBezTo>
                  <a:cubicBezTo>
                    <a:pt x="23" y="9"/>
                    <a:pt x="22" y="11"/>
                    <a:pt x="22" y="11"/>
                  </a:cubicBezTo>
                  <a:cubicBezTo>
                    <a:pt x="22" y="11"/>
                    <a:pt x="23" y="10"/>
                    <a:pt x="23" y="10"/>
                  </a:cubicBezTo>
                  <a:cubicBezTo>
                    <a:pt x="23" y="8"/>
                    <a:pt x="22" y="9"/>
                    <a:pt x="22" y="9"/>
                  </a:cubicBezTo>
                  <a:cubicBezTo>
                    <a:pt x="22" y="9"/>
                    <a:pt x="21" y="8"/>
                    <a:pt x="21" y="8"/>
                  </a:cubicBezTo>
                  <a:cubicBezTo>
                    <a:pt x="20" y="7"/>
                    <a:pt x="20" y="7"/>
                    <a:pt x="19" y="6"/>
                  </a:cubicBezTo>
                  <a:cubicBezTo>
                    <a:pt x="19" y="6"/>
                    <a:pt x="18" y="5"/>
                    <a:pt x="18" y="5"/>
                  </a:cubicBezTo>
                  <a:cubicBezTo>
                    <a:pt x="17" y="4"/>
                    <a:pt x="17" y="4"/>
                    <a:pt x="17" y="3"/>
                  </a:cubicBezTo>
                  <a:cubicBezTo>
                    <a:pt x="16" y="3"/>
                    <a:pt x="15" y="3"/>
                    <a:pt x="14" y="3"/>
                  </a:cubicBezTo>
                  <a:cubicBezTo>
                    <a:pt x="13" y="3"/>
                    <a:pt x="12" y="2"/>
                    <a:pt x="11" y="2"/>
                  </a:cubicBezTo>
                  <a:cubicBezTo>
                    <a:pt x="11" y="1"/>
                    <a:pt x="10" y="1"/>
                    <a:pt x="9" y="1"/>
                  </a:cubicBezTo>
                  <a:cubicBezTo>
                    <a:pt x="8" y="0"/>
                    <a:pt x="6" y="0"/>
                    <a:pt x="6" y="2"/>
                  </a:cubicBezTo>
                  <a:cubicBezTo>
                    <a:pt x="6" y="3"/>
                    <a:pt x="6" y="3"/>
                    <a:pt x="5" y="4"/>
                  </a:cubicBezTo>
                  <a:cubicBezTo>
                    <a:pt x="5" y="4"/>
                    <a:pt x="4" y="5"/>
                    <a:pt x="4" y="5"/>
                  </a:cubicBezTo>
                  <a:cubicBezTo>
                    <a:pt x="3" y="6"/>
                    <a:pt x="3" y="7"/>
                    <a:pt x="2" y="7"/>
                  </a:cubicBezTo>
                  <a:cubicBezTo>
                    <a:pt x="2" y="8"/>
                    <a:pt x="2" y="8"/>
                    <a:pt x="2" y="9"/>
                  </a:cubicBezTo>
                  <a:cubicBezTo>
                    <a:pt x="1" y="10"/>
                    <a:pt x="1" y="10"/>
                    <a:pt x="1" y="11"/>
                  </a:cubicBezTo>
                  <a:cubicBezTo>
                    <a:pt x="1" y="11"/>
                    <a:pt x="2" y="12"/>
                    <a:pt x="2" y="12"/>
                  </a:cubicBezTo>
                  <a:cubicBezTo>
                    <a:pt x="2" y="13"/>
                    <a:pt x="2" y="14"/>
                    <a:pt x="2" y="14"/>
                  </a:cubicBezTo>
                  <a:cubicBezTo>
                    <a:pt x="2" y="15"/>
                    <a:pt x="2" y="16"/>
                    <a:pt x="2" y="17"/>
                  </a:cubicBezTo>
                  <a:cubicBezTo>
                    <a:pt x="2" y="17"/>
                    <a:pt x="2" y="17"/>
                    <a:pt x="2" y="17"/>
                  </a:cubicBezTo>
                  <a:cubicBezTo>
                    <a:pt x="2" y="18"/>
                    <a:pt x="2" y="17"/>
                    <a:pt x="3" y="18"/>
                  </a:cubicBezTo>
                  <a:cubicBezTo>
                    <a:pt x="3" y="18"/>
                    <a:pt x="2" y="19"/>
                    <a:pt x="3" y="19"/>
                  </a:cubicBezTo>
                  <a:cubicBezTo>
                    <a:pt x="3" y="20"/>
                    <a:pt x="3" y="20"/>
                    <a:pt x="4" y="21"/>
                  </a:cubicBezTo>
                  <a:cubicBezTo>
                    <a:pt x="4" y="21"/>
                    <a:pt x="4" y="22"/>
                    <a:pt x="5" y="22"/>
                  </a:cubicBezTo>
                  <a:cubicBezTo>
                    <a:pt x="5" y="23"/>
                    <a:pt x="5" y="23"/>
                    <a:pt x="5" y="23"/>
                  </a:cubicBezTo>
                  <a:cubicBezTo>
                    <a:pt x="6" y="23"/>
                    <a:pt x="6" y="25"/>
                    <a:pt x="6" y="25"/>
                  </a:cubicBezTo>
                  <a:cubicBezTo>
                    <a:pt x="5" y="26"/>
                    <a:pt x="5" y="26"/>
                    <a:pt x="5" y="27"/>
                  </a:cubicBezTo>
                  <a:cubicBezTo>
                    <a:pt x="4" y="28"/>
                    <a:pt x="4" y="28"/>
                    <a:pt x="4" y="29"/>
                  </a:cubicBezTo>
                  <a:cubicBezTo>
                    <a:pt x="4" y="29"/>
                    <a:pt x="4" y="31"/>
                    <a:pt x="4" y="31"/>
                  </a:cubicBezTo>
                  <a:cubicBezTo>
                    <a:pt x="4" y="33"/>
                    <a:pt x="3" y="33"/>
                    <a:pt x="2" y="34"/>
                  </a:cubicBezTo>
                  <a:cubicBezTo>
                    <a:pt x="2" y="35"/>
                    <a:pt x="2" y="36"/>
                    <a:pt x="1" y="36"/>
                  </a:cubicBezTo>
                  <a:cubicBezTo>
                    <a:pt x="1" y="37"/>
                    <a:pt x="1" y="37"/>
                    <a:pt x="0" y="37"/>
                  </a:cubicBezTo>
                  <a:cubicBezTo>
                    <a:pt x="0" y="38"/>
                    <a:pt x="0" y="37"/>
                    <a:pt x="0" y="38"/>
                  </a:cubicBezTo>
                  <a:cubicBezTo>
                    <a:pt x="0" y="38"/>
                    <a:pt x="0" y="39"/>
                    <a:pt x="1" y="39"/>
                  </a:cubicBezTo>
                  <a:cubicBezTo>
                    <a:pt x="2" y="39"/>
                    <a:pt x="2" y="40"/>
                    <a:pt x="3" y="40"/>
                  </a:cubicBezTo>
                  <a:cubicBezTo>
                    <a:pt x="4" y="39"/>
                    <a:pt x="4" y="39"/>
                    <a:pt x="4" y="40"/>
                  </a:cubicBezTo>
                  <a:cubicBezTo>
                    <a:pt x="4" y="40"/>
                    <a:pt x="5" y="40"/>
                    <a:pt x="5" y="40"/>
                  </a:cubicBezTo>
                  <a:cubicBezTo>
                    <a:pt x="5" y="39"/>
                    <a:pt x="6" y="39"/>
                    <a:pt x="6" y="39"/>
                  </a:cubicBezTo>
                  <a:cubicBezTo>
                    <a:pt x="6" y="38"/>
                    <a:pt x="7" y="38"/>
                    <a:pt x="7" y="38"/>
                  </a:cubicBezTo>
                  <a:cubicBezTo>
                    <a:pt x="7" y="37"/>
                    <a:pt x="7" y="37"/>
                    <a:pt x="8" y="37"/>
                  </a:cubicBezTo>
                  <a:cubicBezTo>
                    <a:pt x="8" y="37"/>
                    <a:pt x="8" y="37"/>
                    <a:pt x="8" y="38"/>
                  </a:cubicBezTo>
                  <a:cubicBezTo>
                    <a:pt x="9" y="38"/>
                    <a:pt x="10" y="39"/>
                    <a:pt x="11" y="38"/>
                  </a:cubicBezTo>
                  <a:cubicBezTo>
                    <a:pt x="11" y="38"/>
                    <a:pt x="12" y="37"/>
                    <a:pt x="12" y="37"/>
                  </a:cubicBezTo>
                  <a:cubicBezTo>
                    <a:pt x="12" y="37"/>
                    <a:pt x="13" y="38"/>
                    <a:pt x="13" y="39"/>
                  </a:cubicBezTo>
                  <a:cubicBezTo>
                    <a:pt x="13" y="39"/>
                    <a:pt x="12" y="39"/>
                    <a:pt x="12" y="39"/>
                  </a:cubicBezTo>
                  <a:cubicBezTo>
                    <a:pt x="13" y="39"/>
                    <a:pt x="14" y="39"/>
                    <a:pt x="15" y="39"/>
                  </a:cubicBezTo>
                  <a:cubicBezTo>
                    <a:pt x="16" y="39"/>
                    <a:pt x="16" y="39"/>
                    <a:pt x="16" y="39"/>
                  </a:cubicBezTo>
                  <a:cubicBezTo>
                    <a:pt x="16" y="38"/>
                    <a:pt x="17" y="38"/>
                    <a:pt x="17" y="38"/>
                  </a:cubicBezTo>
                  <a:cubicBezTo>
                    <a:pt x="18" y="37"/>
                    <a:pt x="18" y="37"/>
                    <a:pt x="19" y="36"/>
                  </a:cubicBezTo>
                  <a:cubicBezTo>
                    <a:pt x="19" y="36"/>
                    <a:pt x="19" y="36"/>
                    <a:pt x="19" y="35"/>
                  </a:cubicBezTo>
                  <a:cubicBezTo>
                    <a:pt x="20" y="35"/>
                    <a:pt x="19" y="34"/>
                    <a:pt x="20" y="34"/>
                  </a:cubicBezTo>
                  <a:cubicBezTo>
                    <a:pt x="20" y="33"/>
                    <a:pt x="20" y="33"/>
                    <a:pt x="20" y="33"/>
                  </a:cubicBezTo>
                  <a:cubicBezTo>
                    <a:pt x="21" y="32"/>
                    <a:pt x="21" y="32"/>
                    <a:pt x="21" y="31"/>
                  </a:cubicBezTo>
                  <a:cubicBezTo>
                    <a:pt x="21" y="31"/>
                    <a:pt x="21" y="31"/>
                    <a:pt x="21" y="31"/>
                  </a:cubicBezTo>
                  <a:cubicBezTo>
                    <a:pt x="21" y="31"/>
                    <a:pt x="21" y="31"/>
                    <a:pt x="21" y="30"/>
                  </a:cubicBezTo>
                  <a:cubicBezTo>
                    <a:pt x="22" y="29"/>
                    <a:pt x="21" y="28"/>
                    <a:pt x="22" y="28"/>
                  </a:cubicBezTo>
                  <a:cubicBezTo>
                    <a:pt x="23" y="27"/>
                    <a:pt x="24" y="25"/>
                    <a:pt x="25" y="24"/>
                  </a:cubicBezTo>
                  <a:cubicBezTo>
                    <a:pt x="25" y="24"/>
                    <a:pt x="25" y="23"/>
                    <a:pt x="26" y="22"/>
                  </a:cubicBezTo>
                  <a:cubicBezTo>
                    <a:pt x="26" y="21"/>
                    <a:pt x="27" y="21"/>
                    <a:pt x="27" y="20"/>
                  </a:cubicBezTo>
                  <a:cubicBezTo>
                    <a:pt x="27" y="19"/>
                    <a:pt x="28" y="19"/>
                    <a:pt x="28" y="19"/>
                  </a:cubicBezTo>
                  <a:cubicBezTo>
                    <a:pt x="29" y="19"/>
                    <a:pt x="29" y="18"/>
                    <a:pt x="29" y="18"/>
                  </a:cubicBezTo>
                  <a:cubicBezTo>
                    <a:pt x="29" y="17"/>
                    <a:pt x="28" y="17"/>
                    <a:pt x="28" y="1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89" name="France">
              <a:extLst>
                <a:ext uri="{FF2B5EF4-FFF2-40B4-BE49-F238E27FC236}">
                  <a16:creationId xmlns:a16="http://schemas.microsoft.com/office/drawing/2014/main" id="{7FE3B49C-5A8A-22E5-518C-3A05DF2E539C}"/>
                </a:ext>
              </a:extLst>
            </p:cNvPr>
            <p:cNvSpPr>
              <a:spLocks noEditPoints="1"/>
            </p:cNvSpPr>
            <p:nvPr/>
          </p:nvSpPr>
          <p:spPr bwMode="auto">
            <a:xfrm>
              <a:off x="5583963" y="2062458"/>
              <a:ext cx="443035" cy="372463"/>
            </a:xfrm>
            <a:custGeom>
              <a:avLst/>
              <a:gdLst/>
              <a:ahLst/>
              <a:cxnLst>
                <a:cxn ang="0">
                  <a:pos x="112" y="24"/>
                </a:cxn>
                <a:cxn ang="0">
                  <a:pos x="107" y="37"/>
                </a:cxn>
                <a:cxn ang="0">
                  <a:pos x="102" y="40"/>
                </a:cxn>
                <a:cxn ang="0">
                  <a:pos x="98" y="46"/>
                </a:cxn>
                <a:cxn ang="0">
                  <a:pos x="96" y="52"/>
                </a:cxn>
                <a:cxn ang="0">
                  <a:pos x="102" y="54"/>
                </a:cxn>
                <a:cxn ang="0">
                  <a:pos x="103" y="63"/>
                </a:cxn>
                <a:cxn ang="0">
                  <a:pos x="103" y="68"/>
                </a:cxn>
                <a:cxn ang="0">
                  <a:pos x="108" y="74"/>
                </a:cxn>
                <a:cxn ang="0">
                  <a:pos x="100" y="83"/>
                </a:cxn>
                <a:cxn ang="0">
                  <a:pos x="94" y="87"/>
                </a:cxn>
                <a:cxn ang="0">
                  <a:pos x="88" y="84"/>
                </a:cxn>
                <a:cxn ang="0">
                  <a:pos x="85" y="83"/>
                </a:cxn>
                <a:cxn ang="0">
                  <a:pos x="79" y="82"/>
                </a:cxn>
                <a:cxn ang="0">
                  <a:pos x="67" y="86"/>
                </a:cxn>
                <a:cxn ang="0">
                  <a:pos x="67" y="91"/>
                </a:cxn>
                <a:cxn ang="0">
                  <a:pos x="57" y="93"/>
                </a:cxn>
                <a:cxn ang="0">
                  <a:pos x="50" y="90"/>
                </a:cxn>
                <a:cxn ang="0">
                  <a:pos x="38" y="89"/>
                </a:cxn>
                <a:cxn ang="0">
                  <a:pos x="28" y="85"/>
                </a:cxn>
                <a:cxn ang="0">
                  <a:pos x="30" y="74"/>
                </a:cxn>
                <a:cxn ang="0">
                  <a:pos x="35" y="62"/>
                </a:cxn>
                <a:cxn ang="0">
                  <a:pos x="35" y="61"/>
                </a:cxn>
                <a:cxn ang="0">
                  <a:pos x="32" y="53"/>
                </a:cxn>
                <a:cxn ang="0">
                  <a:pos x="27" y="49"/>
                </a:cxn>
                <a:cxn ang="0">
                  <a:pos x="25" y="41"/>
                </a:cxn>
                <a:cxn ang="0">
                  <a:pos x="22" y="41"/>
                </a:cxn>
                <a:cxn ang="0">
                  <a:pos x="20" y="38"/>
                </a:cxn>
                <a:cxn ang="0">
                  <a:pos x="18" y="38"/>
                </a:cxn>
                <a:cxn ang="0">
                  <a:pos x="15" y="37"/>
                </a:cxn>
                <a:cxn ang="0">
                  <a:pos x="9" y="35"/>
                </a:cxn>
                <a:cxn ang="0">
                  <a:pos x="5" y="34"/>
                </a:cxn>
                <a:cxn ang="0">
                  <a:pos x="5" y="30"/>
                </a:cxn>
                <a:cxn ang="0">
                  <a:pos x="3" y="29"/>
                </a:cxn>
                <a:cxn ang="0">
                  <a:pos x="8" y="26"/>
                </a:cxn>
                <a:cxn ang="0">
                  <a:pos x="13" y="26"/>
                </a:cxn>
                <a:cxn ang="0">
                  <a:pos x="18" y="24"/>
                </a:cxn>
                <a:cxn ang="0">
                  <a:pos x="24" y="26"/>
                </a:cxn>
                <a:cxn ang="0">
                  <a:pos x="28" y="26"/>
                </a:cxn>
                <a:cxn ang="0">
                  <a:pos x="30" y="21"/>
                </a:cxn>
                <a:cxn ang="0">
                  <a:pos x="31" y="15"/>
                </a:cxn>
                <a:cxn ang="0">
                  <a:pos x="48" y="17"/>
                </a:cxn>
                <a:cxn ang="0">
                  <a:pos x="58" y="8"/>
                </a:cxn>
                <a:cxn ang="0">
                  <a:pos x="67" y="2"/>
                </a:cxn>
                <a:cxn ang="0">
                  <a:pos x="74" y="6"/>
                </a:cxn>
                <a:cxn ang="0">
                  <a:pos x="79" y="10"/>
                </a:cxn>
                <a:cxn ang="0">
                  <a:pos x="85" y="12"/>
                </a:cxn>
                <a:cxn ang="0">
                  <a:pos x="92" y="17"/>
                </a:cxn>
                <a:cxn ang="0">
                  <a:pos x="102" y="20"/>
                </a:cxn>
                <a:cxn ang="0">
                  <a:pos x="58" y="93"/>
                </a:cxn>
                <a:cxn ang="0">
                  <a:pos x="0" y="28"/>
                </a:cxn>
                <a:cxn ang="0">
                  <a:pos x="123" y="90"/>
                </a:cxn>
                <a:cxn ang="0">
                  <a:pos x="117" y="95"/>
                </a:cxn>
                <a:cxn ang="0">
                  <a:pos x="117" y="100"/>
                </a:cxn>
                <a:cxn ang="0">
                  <a:pos x="120" y="104"/>
                </a:cxn>
                <a:cxn ang="0">
                  <a:pos x="123" y="101"/>
                </a:cxn>
                <a:cxn ang="0">
                  <a:pos x="15" y="41"/>
                </a:cxn>
                <a:cxn ang="0">
                  <a:pos x="30" y="55"/>
                </a:cxn>
              </a:cxnLst>
              <a:rect l="0" t="0" r="r" b="b"/>
              <a:pathLst>
                <a:path w="125" h="105">
                  <a:moveTo>
                    <a:pt x="24" y="45"/>
                  </a:moveTo>
                  <a:cubicBezTo>
                    <a:pt x="24" y="45"/>
                    <a:pt x="22" y="44"/>
                    <a:pt x="23" y="44"/>
                  </a:cubicBezTo>
                  <a:cubicBezTo>
                    <a:pt x="24" y="44"/>
                    <a:pt x="24" y="45"/>
                    <a:pt x="24" y="45"/>
                  </a:cubicBezTo>
                  <a:close/>
                  <a:moveTo>
                    <a:pt x="23" y="47"/>
                  </a:moveTo>
                  <a:cubicBezTo>
                    <a:pt x="23" y="47"/>
                    <a:pt x="21" y="47"/>
                    <a:pt x="23" y="47"/>
                  </a:cubicBezTo>
                  <a:close/>
                  <a:moveTo>
                    <a:pt x="110" y="22"/>
                  </a:moveTo>
                  <a:cubicBezTo>
                    <a:pt x="111" y="22"/>
                    <a:pt x="112" y="23"/>
                    <a:pt x="113" y="23"/>
                  </a:cubicBezTo>
                  <a:cubicBezTo>
                    <a:pt x="113" y="23"/>
                    <a:pt x="113" y="24"/>
                    <a:pt x="112" y="24"/>
                  </a:cubicBezTo>
                  <a:cubicBezTo>
                    <a:pt x="112" y="25"/>
                    <a:pt x="112" y="25"/>
                    <a:pt x="111" y="25"/>
                  </a:cubicBezTo>
                  <a:cubicBezTo>
                    <a:pt x="111" y="25"/>
                    <a:pt x="111" y="26"/>
                    <a:pt x="110" y="26"/>
                  </a:cubicBezTo>
                  <a:cubicBezTo>
                    <a:pt x="110" y="27"/>
                    <a:pt x="109" y="28"/>
                    <a:pt x="109" y="29"/>
                  </a:cubicBezTo>
                  <a:cubicBezTo>
                    <a:pt x="109" y="29"/>
                    <a:pt x="109" y="30"/>
                    <a:pt x="109" y="30"/>
                  </a:cubicBezTo>
                  <a:cubicBezTo>
                    <a:pt x="109" y="30"/>
                    <a:pt x="109" y="31"/>
                    <a:pt x="108" y="31"/>
                  </a:cubicBezTo>
                  <a:cubicBezTo>
                    <a:pt x="108" y="32"/>
                    <a:pt x="107" y="32"/>
                    <a:pt x="108" y="33"/>
                  </a:cubicBezTo>
                  <a:cubicBezTo>
                    <a:pt x="108" y="34"/>
                    <a:pt x="108" y="35"/>
                    <a:pt x="108" y="35"/>
                  </a:cubicBezTo>
                  <a:cubicBezTo>
                    <a:pt x="107" y="35"/>
                    <a:pt x="107" y="37"/>
                    <a:pt x="107" y="37"/>
                  </a:cubicBezTo>
                  <a:cubicBezTo>
                    <a:pt x="108" y="38"/>
                    <a:pt x="108" y="38"/>
                    <a:pt x="107" y="38"/>
                  </a:cubicBezTo>
                  <a:cubicBezTo>
                    <a:pt x="108" y="38"/>
                    <a:pt x="107" y="39"/>
                    <a:pt x="107" y="39"/>
                  </a:cubicBezTo>
                  <a:cubicBezTo>
                    <a:pt x="106" y="39"/>
                    <a:pt x="107" y="39"/>
                    <a:pt x="106" y="39"/>
                  </a:cubicBezTo>
                  <a:cubicBezTo>
                    <a:pt x="106" y="39"/>
                    <a:pt x="106" y="39"/>
                    <a:pt x="105" y="39"/>
                  </a:cubicBezTo>
                  <a:cubicBezTo>
                    <a:pt x="105" y="39"/>
                    <a:pt x="104" y="39"/>
                    <a:pt x="104" y="39"/>
                  </a:cubicBezTo>
                  <a:cubicBezTo>
                    <a:pt x="104" y="39"/>
                    <a:pt x="103" y="39"/>
                    <a:pt x="103" y="39"/>
                  </a:cubicBezTo>
                  <a:cubicBezTo>
                    <a:pt x="103" y="39"/>
                    <a:pt x="103" y="39"/>
                    <a:pt x="103" y="39"/>
                  </a:cubicBezTo>
                  <a:cubicBezTo>
                    <a:pt x="103" y="39"/>
                    <a:pt x="101" y="40"/>
                    <a:pt x="102" y="40"/>
                  </a:cubicBezTo>
                  <a:cubicBezTo>
                    <a:pt x="102" y="40"/>
                    <a:pt x="103" y="40"/>
                    <a:pt x="103" y="40"/>
                  </a:cubicBezTo>
                  <a:cubicBezTo>
                    <a:pt x="103" y="40"/>
                    <a:pt x="103" y="41"/>
                    <a:pt x="102" y="41"/>
                  </a:cubicBezTo>
                  <a:cubicBezTo>
                    <a:pt x="102" y="41"/>
                    <a:pt x="102" y="41"/>
                    <a:pt x="102" y="41"/>
                  </a:cubicBezTo>
                  <a:cubicBezTo>
                    <a:pt x="102" y="41"/>
                    <a:pt x="102" y="42"/>
                    <a:pt x="102" y="42"/>
                  </a:cubicBezTo>
                  <a:cubicBezTo>
                    <a:pt x="101" y="42"/>
                    <a:pt x="101" y="42"/>
                    <a:pt x="100" y="43"/>
                  </a:cubicBezTo>
                  <a:cubicBezTo>
                    <a:pt x="100" y="43"/>
                    <a:pt x="100" y="44"/>
                    <a:pt x="100" y="44"/>
                  </a:cubicBezTo>
                  <a:cubicBezTo>
                    <a:pt x="99" y="44"/>
                    <a:pt x="99" y="44"/>
                    <a:pt x="98" y="44"/>
                  </a:cubicBezTo>
                  <a:cubicBezTo>
                    <a:pt x="98" y="45"/>
                    <a:pt x="98" y="46"/>
                    <a:pt x="98" y="46"/>
                  </a:cubicBezTo>
                  <a:cubicBezTo>
                    <a:pt x="97" y="47"/>
                    <a:pt x="96" y="47"/>
                    <a:pt x="96" y="48"/>
                  </a:cubicBezTo>
                  <a:cubicBezTo>
                    <a:pt x="95" y="48"/>
                    <a:pt x="95" y="48"/>
                    <a:pt x="95" y="49"/>
                  </a:cubicBezTo>
                  <a:cubicBezTo>
                    <a:pt x="95" y="49"/>
                    <a:pt x="95" y="50"/>
                    <a:pt x="95" y="50"/>
                  </a:cubicBezTo>
                  <a:cubicBezTo>
                    <a:pt x="95" y="50"/>
                    <a:pt x="95" y="51"/>
                    <a:pt x="95" y="52"/>
                  </a:cubicBezTo>
                  <a:cubicBezTo>
                    <a:pt x="95" y="52"/>
                    <a:pt x="94" y="52"/>
                    <a:pt x="94" y="52"/>
                  </a:cubicBezTo>
                  <a:cubicBezTo>
                    <a:pt x="94" y="53"/>
                    <a:pt x="94" y="53"/>
                    <a:pt x="94" y="53"/>
                  </a:cubicBezTo>
                  <a:cubicBezTo>
                    <a:pt x="94" y="53"/>
                    <a:pt x="95" y="53"/>
                    <a:pt x="95" y="53"/>
                  </a:cubicBezTo>
                  <a:cubicBezTo>
                    <a:pt x="96" y="53"/>
                    <a:pt x="96" y="52"/>
                    <a:pt x="96" y="52"/>
                  </a:cubicBezTo>
                  <a:cubicBezTo>
                    <a:pt x="97" y="52"/>
                    <a:pt x="96" y="52"/>
                    <a:pt x="96" y="51"/>
                  </a:cubicBezTo>
                  <a:cubicBezTo>
                    <a:pt x="96" y="51"/>
                    <a:pt x="97" y="50"/>
                    <a:pt x="97" y="50"/>
                  </a:cubicBezTo>
                  <a:cubicBezTo>
                    <a:pt x="98" y="50"/>
                    <a:pt x="99" y="49"/>
                    <a:pt x="101" y="50"/>
                  </a:cubicBezTo>
                  <a:cubicBezTo>
                    <a:pt x="101" y="50"/>
                    <a:pt x="101" y="51"/>
                    <a:pt x="101" y="51"/>
                  </a:cubicBezTo>
                  <a:cubicBezTo>
                    <a:pt x="101" y="51"/>
                    <a:pt x="101" y="51"/>
                    <a:pt x="101" y="51"/>
                  </a:cubicBezTo>
                  <a:cubicBezTo>
                    <a:pt x="101" y="52"/>
                    <a:pt x="101" y="52"/>
                    <a:pt x="101" y="52"/>
                  </a:cubicBezTo>
                  <a:cubicBezTo>
                    <a:pt x="101" y="53"/>
                    <a:pt x="101" y="53"/>
                    <a:pt x="101" y="53"/>
                  </a:cubicBezTo>
                  <a:cubicBezTo>
                    <a:pt x="102" y="53"/>
                    <a:pt x="101" y="54"/>
                    <a:pt x="102" y="54"/>
                  </a:cubicBezTo>
                  <a:cubicBezTo>
                    <a:pt x="102" y="54"/>
                    <a:pt x="103" y="55"/>
                    <a:pt x="103" y="55"/>
                  </a:cubicBezTo>
                  <a:cubicBezTo>
                    <a:pt x="103" y="56"/>
                    <a:pt x="102" y="56"/>
                    <a:pt x="102" y="56"/>
                  </a:cubicBezTo>
                  <a:cubicBezTo>
                    <a:pt x="101" y="56"/>
                    <a:pt x="101" y="56"/>
                    <a:pt x="101" y="57"/>
                  </a:cubicBezTo>
                  <a:cubicBezTo>
                    <a:pt x="101" y="57"/>
                    <a:pt x="101" y="58"/>
                    <a:pt x="102" y="58"/>
                  </a:cubicBezTo>
                  <a:cubicBezTo>
                    <a:pt x="102" y="59"/>
                    <a:pt x="102" y="58"/>
                    <a:pt x="102" y="59"/>
                  </a:cubicBezTo>
                  <a:cubicBezTo>
                    <a:pt x="102" y="60"/>
                    <a:pt x="103" y="60"/>
                    <a:pt x="104" y="61"/>
                  </a:cubicBezTo>
                  <a:cubicBezTo>
                    <a:pt x="104" y="61"/>
                    <a:pt x="104" y="61"/>
                    <a:pt x="104" y="62"/>
                  </a:cubicBezTo>
                  <a:cubicBezTo>
                    <a:pt x="103" y="62"/>
                    <a:pt x="104" y="63"/>
                    <a:pt x="103" y="63"/>
                  </a:cubicBezTo>
                  <a:cubicBezTo>
                    <a:pt x="103" y="63"/>
                    <a:pt x="102" y="63"/>
                    <a:pt x="102" y="63"/>
                  </a:cubicBezTo>
                  <a:cubicBezTo>
                    <a:pt x="102" y="64"/>
                    <a:pt x="102" y="64"/>
                    <a:pt x="101" y="64"/>
                  </a:cubicBezTo>
                  <a:cubicBezTo>
                    <a:pt x="101" y="64"/>
                    <a:pt x="101" y="64"/>
                    <a:pt x="100" y="64"/>
                  </a:cubicBezTo>
                  <a:cubicBezTo>
                    <a:pt x="99" y="64"/>
                    <a:pt x="99" y="64"/>
                    <a:pt x="99" y="64"/>
                  </a:cubicBezTo>
                  <a:cubicBezTo>
                    <a:pt x="99" y="65"/>
                    <a:pt x="100" y="65"/>
                    <a:pt x="100" y="66"/>
                  </a:cubicBezTo>
                  <a:cubicBezTo>
                    <a:pt x="100" y="67"/>
                    <a:pt x="101" y="67"/>
                    <a:pt x="102" y="67"/>
                  </a:cubicBezTo>
                  <a:cubicBezTo>
                    <a:pt x="102" y="67"/>
                    <a:pt x="102" y="67"/>
                    <a:pt x="102" y="67"/>
                  </a:cubicBezTo>
                  <a:cubicBezTo>
                    <a:pt x="103" y="67"/>
                    <a:pt x="102" y="68"/>
                    <a:pt x="103" y="68"/>
                  </a:cubicBezTo>
                  <a:cubicBezTo>
                    <a:pt x="103" y="68"/>
                    <a:pt x="103" y="69"/>
                    <a:pt x="102" y="69"/>
                  </a:cubicBezTo>
                  <a:cubicBezTo>
                    <a:pt x="102" y="69"/>
                    <a:pt x="102" y="70"/>
                    <a:pt x="101" y="70"/>
                  </a:cubicBezTo>
                  <a:cubicBezTo>
                    <a:pt x="101" y="71"/>
                    <a:pt x="101" y="71"/>
                    <a:pt x="102" y="71"/>
                  </a:cubicBezTo>
                  <a:cubicBezTo>
                    <a:pt x="102" y="72"/>
                    <a:pt x="101" y="72"/>
                    <a:pt x="101" y="72"/>
                  </a:cubicBezTo>
                  <a:cubicBezTo>
                    <a:pt x="102" y="73"/>
                    <a:pt x="102" y="73"/>
                    <a:pt x="103" y="74"/>
                  </a:cubicBezTo>
                  <a:cubicBezTo>
                    <a:pt x="103" y="74"/>
                    <a:pt x="104" y="74"/>
                    <a:pt x="104" y="74"/>
                  </a:cubicBezTo>
                  <a:cubicBezTo>
                    <a:pt x="105" y="75"/>
                    <a:pt x="106" y="75"/>
                    <a:pt x="106" y="75"/>
                  </a:cubicBezTo>
                  <a:cubicBezTo>
                    <a:pt x="107" y="75"/>
                    <a:pt x="108" y="74"/>
                    <a:pt x="108" y="74"/>
                  </a:cubicBezTo>
                  <a:cubicBezTo>
                    <a:pt x="108" y="75"/>
                    <a:pt x="109" y="76"/>
                    <a:pt x="108" y="76"/>
                  </a:cubicBezTo>
                  <a:cubicBezTo>
                    <a:pt x="107" y="77"/>
                    <a:pt x="106" y="78"/>
                    <a:pt x="107" y="79"/>
                  </a:cubicBezTo>
                  <a:cubicBezTo>
                    <a:pt x="106" y="78"/>
                    <a:pt x="106" y="79"/>
                    <a:pt x="106" y="79"/>
                  </a:cubicBezTo>
                  <a:cubicBezTo>
                    <a:pt x="106" y="79"/>
                    <a:pt x="106" y="79"/>
                    <a:pt x="105" y="79"/>
                  </a:cubicBezTo>
                  <a:cubicBezTo>
                    <a:pt x="105" y="80"/>
                    <a:pt x="105" y="79"/>
                    <a:pt x="104" y="80"/>
                  </a:cubicBezTo>
                  <a:cubicBezTo>
                    <a:pt x="103" y="80"/>
                    <a:pt x="103" y="80"/>
                    <a:pt x="103" y="81"/>
                  </a:cubicBezTo>
                  <a:cubicBezTo>
                    <a:pt x="102" y="80"/>
                    <a:pt x="102" y="82"/>
                    <a:pt x="101" y="83"/>
                  </a:cubicBezTo>
                  <a:cubicBezTo>
                    <a:pt x="100" y="83"/>
                    <a:pt x="100" y="82"/>
                    <a:pt x="100" y="83"/>
                  </a:cubicBezTo>
                  <a:cubicBezTo>
                    <a:pt x="100" y="84"/>
                    <a:pt x="99" y="84"/>
                    <a:pt x="99" y="84"/>
                  </a:cubicBezTo>
                  <a:cubicBezTo>
                    <a:pt x="99" y="84"/>
                    <a:pt x="100" y="84"/>
                    <a:pt x="99" y="85"/>
                  </a:cubicBezTo>
                  <a:cubicBezTo>
                    <a:pt x="99" y="85"/>
                    <a:pt x="99" y="85"/>
                    <a:pt x="98" y="85"/>
                  </a:cubicBezTo>
                  <a:cubicBezTo>
                    <a:pt x="98" y="85"/>
                    <a:pt x="97" y="85"/>
                    <a:pt x="97" y="86"/>
                  </a:cubicBezTo>
                  <a:cubicBezTo>
                    <a:pt x="96" y="86"/>
                    <a:pt x="97" y="86"/>
                    <a:pt x="96" y="86"/>
                  </a:cubicBezTo>
                  <a:cubicBezTo>
                    <a:pt x="96" y="86"/>
                    <a:pt x="96" y="86"/>
                    <a:pt x="96" y="86"/>
                  </a:cubicBezTo>
                  <a:cubicBezTo>
                    <a:pt x="96" y="86"/>
                    <a:pt x="95" y="86"/>
                    <a:pt x="95" y="86"/>
                  </a:cubicBezTo>
                  <a:cubicBezTo>
                    <a:pt x="94" y="86"/>
                    <a:pt x="95" y="87"/>
                    <a:pt x="94" y="87"/>
                  </a:cubicBezTo>
                  <a:cubicBezTo>
                    <a:pt x="95" y="86"/>
                    <a:pt x="94" y="86"/>
                    <a:pt x="94" y="86"/>
                  </a:cubicBezTo>
                  <a:cubicBezTo>
                    <a:pt x="93" y="86"/>
                    <a:pt x="93" y="86"/>
                    <a:pt x="92" y="86"/>
                  </a:cubicBezTo>
                  <a:cubicBezTo>
                    <a:pt x="92" y="86"/>
                    <a:pt x="93" y="86"/>
                    <a:pt x="93" y="86"/>
                  </a:cubicBezTo>
                  <a:cubicBezTo>
                    <a:pt x="92" y="86"/>
                    <a:pt x="92" y="87"/>
                    <a:pt x="92" y="86"/>
                  </a:cubicBezTo>
                  <a:cubicBezTo>
                    <a:pt x="91" y="86"/>
                    <a:pt x="91" y="86"/>
                    <a:pt x="92" y="86"/>
                  </a:cubicBezTo>
                  <a:cubicBezTo>
                    <a:pt x="91" y="86"/>
                    <a:pt x="91" y="85"/>
                    <a:pt x="90" y="85"/>
                  </a:cubicBezTo>
                  <a:cubicBezTo>
                    <a:pt x="90" y="85"/>
                    <a:pt x="89" y="85"/>
                    <a:pt x="89" y="85"/>
                  </a:cubicBezTo>
                  <a:cubicBezTo>
                    <a:pt x="89" y="85"/>
                    <a:pt x="88" y="85"/>
                    <a:pt x="88" y="84"/>
                  </a:cubicBezTo>
                  <a:cubicBezTo>
                    <a:pt x="88" y="83"/>
                    <a:pt x="87" y="83"/>
                    <a:pt x="86" y="83"/>
                  </a:cubicBezTo>
                  <a:cubicBezTo>
                    <a:pt x="86" y="84"/>
                    <a:pt x="85" y="84"/>
                    <a:pt x="85" y="83"/>
                  </a:cubicBezTo>
                  <a:cubicBezTo>
                    <a:pt x="84" y="83"/>
                    <a:pt x="85" y="83"/>
                    <a:pt x="85" y="83"/>
                  </a:cubicBezTo>
                  <a:cubicBezTo>
                    <a:pt x="85" y="83"/>
                    <a:pt x="86" y="83"/>
                    <a:pt x="86" y="83"/>
                  </a:cubicBezTo>
                  <a:cubicBezTo>
                    <a:pt x="86" y="82"/>
                    <a:pt x="87" y="82"/>
                    <a:pt x="86" y="82"/>
                  </a:cubicBezTo>
                  <a:cubicBezTo>
                    <a:pt x="86" y="82"/>
                    <a:pt x="86" y="82"/>
                    <a:pt x="86" y="82"/>
                  </a:cubicBezTo>
                  <a:cubicBezTo>
                    <a:pt x="86" y="81"/>
                    <a:pt x="85" y="81"/>
                    <a:pt x="85" y="81"/>
                  </a:cubicBezTo>
                  <a:cubicBezTo>
                    <a:pt x="84" y="81"/>
                    <a:pt x="86" y="83"/>
                    <a:pt x="85" y="83"/>
                  </a:cubicBezTo>
                  <a:cubicBezTo>
                    <a:pt x="84" y="83"/>
                    <a:pt x="84" y="82"/>
                    <a:pt x="84" y="82"/>
                  </a:cubicBezTo>
                  <a:cubicBezTo>
                    <a:pt x="83" y="82"/>
                    <a:pt x="83" y="83"/>
                    <a:pt x="83" y="83"/>
                  </a:cubicBezTo>
                  <a:cubicBezTo>
                    <a:pt x="83" y="83"/>
                    <a:pt x="83" y="83"/>
                    <a:pt x="83" y="83"/>
                  </a:cubicBezTo>
                  <a:cubicBezTo>
                    <a:pt x="83" y="83"/>
                    <a:pt x="83" y="83"/>
                    <a:pt x="83" y="83"/>
                  </a:cubicBezTo>
                  <a:cubicBezTo>
                    <a:pt x="83" y="84"/>
                    <a:pt x="81" y="83"/>
                    <a:pt x="81" y="83"/>
                  </a:cubicBezTo>
                  <a:cubicBezTo>
                    <a:pt x="81" y="83"/>
                    <a:pt x="81" y="83"/>
                    <a:pt x="81" y="82"/>
                  </a:cubicBezTo>
                  <a:cubicBezTo>
                    <a:pt x="81" y="82"/>
                    <a:pt x="80" y="82"/>
                    <a:pt x="80" y="82"/>
                  </a:cubicBezTo>
                  <a:cubicBezTo>
                    <a:pt x="79" y="82"/>
                    <a:pt x="78" y="82"/>
                    <a:pt x="79" y="82"/>
                  </a:cubicBezTo>
                  <a:cubicBezTo>
                    <a:pt x="79" y="81"/>
                    <a:pt x="77" y="82"/>
                    <a:pt x="78" y="82"/>
                  </a:cubicBezTo>
                  <a:cubicBezTo>
                    <a:pt x="78" y="82"/>
                    <a:pt x="77" y="82"/>
                    <a:pt x="77" y="82"/>
                  </a:cubicBezTo>
                  <a:cubicBezTo>
                    <a:pt x="77" y="81"/>
                    <a:pt x="77" y="81"/>
                    <a:pt x="76" y="81"/>
                  </a:cubicBezTo>
                  <a:cubicBezTo>
                    <a:pt x="75" y="81"/>
                    <a:pt x="75" y="82"/>
                    <a:pt x="74" y="82"/>
                  </a:cubicBezTo>
                  <a:cubicBezTo>
                    <a:pt x="73" y="83"/>
                    <a:pt x="72" y="84"/>
                    <a:pt x="71" y="84"/>
                  </a:cubicBezTo>
                  <a:cubicBezTo>
                    <a:pt x="71" y="84"/>
                    <a:pt x="71" y="84"/>
                    <a:pt x="70" y="84"/>
                  </a:cubicBezTo>
                  <a:cubicBezTo>
                    <a:pt x="69" y="84"/>
                    <a:pt x="69" y="85"/>
                    <a:pt x="68" y="85"/>
                  </a:cubicBezTo>
                  <a:cubicBezTo>
                    <a:pt x="68" y="86"/>
                    <a:pt x="67" y="87"/>
                    <a:pt x="67" y="86"/>
                  </a:cubicBezTo>
                  <a:cubicBezTo>
                    <a:pt x="67" y="87"/>
                    <a:pt x="68" y="86"/>
                    <a:pt x="68" y="87"/>
                  </a:cubicBezTo>
                  <a:cubicBezTo>
                    <a:pt x="68" y="87"/>
                    <a:pt x="67" y="88"/>
                    <a:pt x="67" y="88"/>
                  </a:cubicBezTo>
                  <a:cubicBezTo>
                    <a:pt x="67" y="88"/>
                    <a:pt x="67" y="88"/>
                    <a:pt x="67" y="88"/>
                  </a:cubicBezTo>
                  <a:cubicBezTo>
                    <a:pt x="67" y="88"/>
                    <a:pt x="68" y="88"/>
                    <a:pt x="67" y="88"/>
                  </a:cubicBezTo>
                  <a:cubicBezTo>
                    <a:pt x="67" y="88"/>
                    <a:pt x="67" y="88"/>
                    <a:pt x="67" y="88"/>
                  </a:cubicBezTo>
                  <a:cubicBezTo>
                    <a:pt x="67" y="88"/>
                    <a:pt x="66" y="89"/>
                    <a:pt x="67" y="89"/>
                  </a:cubicBezTo>
                  <a:cubicBezTo>
                    <a:pt x="67" y="90"/>
                    <a:pt x="67" y="89"/>
                    <a:pt x="67" y="89"/>
                  </a:cubicBezTo>
                  <a:cubicBezTo>
                    <a:pt x="67" y="89"/>
                    <a:pt x="67" y="90"/>
                    <a:pt x="67" y="91"/>
                  </a:cubicBezTo>
                  <a:cubicBezTo>
                    <a:pt x="67" y="92"/>
                    <a:pt x="67" y="92"/>
                    <a:pt x="68" y="92"/>
                  </a:cubicBezTo>
                  <a:cubicBezTo>
                    <a:pt x="68" y="92"/>
                    <a:pt x="68" y="93"/>
                    <a:pt x="68" y="93"/>
                  </a:cubicBezTo>
                  <a:cubicBezTo>
                    <a:pt x="67" y="93"/>
                    <a:pt x="67" y="93"/>
                    <a:pt x="66" y="93"/>
                  </a:cubicBezTo>
                  <a:cubicBezTo>
                    <a:pt x="65" y="93"/>
                    <a:pt x="63" y="94"/>
                    <a:pt x="64" y="94"/>
                  </a:cubicBezTo>
                  <a:cubicBezTo>
                    <a:pt x="62" y="94"/>
                    <a:pt x="62" y="94"/>
                    <a:pt x="61" y="93"/>
                  </a:cubicBezTo>
                  <a:cubicBezTo>
                    <a:pt x="60" y="93"/>
                    <a:pt x="60" y="93"/>
                    <a:pt x="59" y="93"/>
                  </a:cubicBezTo>
                  <a:cubicBezTo>
                    <a:pt x="59" y="93"/>
                    <a:pt x="59" y="94"/>
                    <a:pt x="58" y="94"/>
                  </a:cubicBezTo>
                  <a:cubicBezTo>
                    <a:pt x="58" y="94"/>
                    <a:pt x="58" y="94"/>
                    <a:pt x="57" y="93"/>
                  </a:cubicBezTo>
                  <a:cubicBezTo>
                    <a:pt x="57" y="93"/>
                    <a:pt x="57" y="93"/>
                    <a:pt x="56" y="93"/>
                  </a:cubicBezTo>
                  <a:cubicBezTo>
                    <a:pt x="56" y="93"/>
                    <a:pt x="55" y="93"/>
                    <a:pt x="55" y="92"/>
                  </a:cubicBezTo>
                  <a:cubicBezTo>
                    <a:pt x="55" y="92"/>
                    <a:pt x="56" y="92"/>
                    <a:pt x="56" y="92"/>
                  </a:cubicBezTo>
                  <a:cubicBezTo>
                    <a:pt x="56" y="91"/>
                    <a:pt x="54" y="91"/>
                    <a:pt x="54" y="91"/>
                  </a:cubicBezTo>
                  <a:cubicBezTo>
                    <a:pt x="54" y="91"/>
                    <a:pt x="53" y="91"/>
                    <a:pt x="53" y="91"/>
                  </a:cubicBezTo>
                  <a:cubicBezTo>
                    <a:pt x="53" y="91"/>
                    <a:pt x="53" y="91"/>
                    <a:pt x="52" y="90"/>
                  </a:cubicBezTo>
                  <a:cubicBezTo>
                    <a:pt x="52" y="90"/>
                    <a:pt x="51" y="90"/>
                    <a:pt x="51" y="90"/>
                  </a:cubicBezTo>
                  <a:cubicBezTo>
                    <a:pt x="50" y="90"/>
                    <a:pt x="50" y="90"/>
                    <a:pt x="50" y="90"/>
                  </a:cubicBezTo>
                  <a:cubicBezTo>
                    <a:pt x="50" y="89"/>
                    <a:pt x="49" y="89"/>
                    <a:pt x="49" y="89"/>
                  </a:cubicBezTo>
                  <a:cubicBezTo>
                    <a:pt x="48" y="89"/>
                    <a:pt x="47" y="89"/>
                    <a:pt x="47" y="89"/>
                  </a:cubicBezTo>
                  <a:cubicBezTo>
                    <a:pt x="46" y="89"/>
                    <a:pt x="46" y="90"/>
                    <a:pt x="46" y="91"/>
                  </a:cubicBezTo>
                  <a:cubicBezTo>
                    <a:pt x="45" y="90"/>
                    <a:pt x="45" y="90"/>
                    <a:pt x="44" y="90"/>
                  </a:cubicBezTo>
                  <a:cubicBezTo>
                    <a:pt x="43" y="90"/>
                    <a:pt x="43" y="91"/>
                    <a:pt x="42" y="90"/>
                  </a:cubicBezTo>
                  <a:cubicBezTo>
                    <a:pt x="42" y="90"/>
                    <a:pt x="41" y="91"/>
                    <a:pt x="40" y="91"/>
                  </a:cubicBezTo>
                  <a:cubicBezTo>
                    <a:pt x="40" y="91"/>
                    <a:pt x="39" y="90"/>
                    <a:pt x="39" y="89"/>
                  </a:cubicBezTo>
                  <a:cubicBezTo>
                    <a:pt x="39" y="90"/>
                    <a:pt x="38" y="89"/>
                    <a:pt x="38" y="89"/>
                  </a:cubicBezTo>
                  <a:cubicBezTo>
                    <a:pt x="37" y="89"/>
                    <a:pt x="37" y="89"/>
                    <a:pt x="36" y="89"/>
                  </a:cubicBezTo>
                  <a:cubicBezTo>
                    <a:pt x="35" y="89"/>
                    <a:pt x="35" y="89"/>
                    <a:pt x="35" y="89"/>
                  </a:cubicBezTo>
                  <a:cubicBezTo>
                    <a:pt x="35" y="89"/>
                    <a:pt x="34" y="89"/>
                    <a:pt x="34" y="88"/>
                  </a:cubicBezTo>
                  <a:cubicBezTo>
                    <a:pt x="34" y="87"/>
                    <a:pt x="33" y="88"/>
                    <a:pt x="33" y="88"/>
                  </a:cubicBezTo>
                  <a:cubicBezTo>
                    <a:pt x="32" y="88"/>
                    <a:pt x="32" y="87"/>
                    <a:pt x="31" y="87"/>
                  </a:cubicBezTo>
                  <a:cubicBezTo>
                    <a:pt x="31" y="87"/>
                    <a:pt x="29" y="86"/>
                    <a:pt x="29" y="86"/>
                  </a:cubicBezTo>
                  <a:cubicBezTo>
                    <a:pt x="29" y="86"/>
                    <a:pt x="29" y="87"/>
                    <a:pt x="28" y="87"/>
                  </a:cubicBezTo>
                  <a:cubicBezTo>
                    <a:pt x="27" y="87"/>
                    <a:pt x="28" y="85"/>
                    <a:pt x="28" y="85"/>
                  </a:cubicBezTo>
                  <a:cubicBezTo>
                    <a:pt x="29" y="84"/>
                    <a:pt x="27" y="84"/>
                    <a:pt x="27" y="84"/>
                  </a:cubicBezTo>
                  <a:cubicBezTo>
                    <a:pt x="27" y="84"/>
                    <a:pt x="26" y="84"/>
                    <a:pt x="26" y="84"/>
                  </a:cubicBezTo>
                  <a:cubicBezTo>
                    <a:pt x="26" y="84"/>
                    <a:pt x="26" y="84"/>
                    <a:pt x="25" y="84"/>
                  </a:cubicBezTo>
                  <a:cubicBezTo>
                    <a:pt x="25" y="84"/>
                    <a:pt x="25" y="83"/>
                    <a:pt x="25" y="83"/>
                  </a:cubicBezTo>
                  <a:cubicBezTo>
                    <a:pt x="25" y="83"/>
                    <a:pt x="26" y="83"/>
                    <a:pt x="26" y="83"/>
                  </a:cubicBezTo>
                  <a:cubicBezTo>
                    <a:pt x="27" y="83"/>
                    <a:pt x="27" y="81"/>
                    <a:pt x="28" y="81"/>
                  </a:cubicBezTo>
                  <a:cubicBezTo>
                    <a:pt x="28" y="80"/>
                    <a:pt x="29" y="78"/>
                    <a:pt x="29" y="77"/>
                  </a:cubicBezTo>
                  <a:cubicBezTo>
                    <a:pt x="29" y="76"/>
                    <a:pt x="29" y="75"/>
                    <a:pt x="30" y="74"/>
                  </a:cubicBezTo>
                  <a:cubicBezTo>
                    <a:pt x="30" y="73"/>
                    <a:pt x="30" y="72"/>
                    <a:pt x="30" y="72"/>
                  </a:cubicBezTo>
                  <a:cubicBezTo>
                    <a:pt x="30" y="71"/>
                    <a:pt x="30" y="71"/>
                    <a:pt x="30" y="71"/>
                  </a:cubicBezTo>
                  <a:cubicBezTo>
                    <a:pt x="30" y="70"/>
                    <a:pt x="31" y="69"/>
                    <a:pt x="31" y="69"/>
                  </a:cubicBezTo>
                  <a:cubicBezTo>
                    <a:pt x="32" y="69"/>
                    <a:pt x="32" y="69"/>
                    <a:pt x="32" y="68"/>
                  </a:cubicBezTo>
                  <a:cubicBezTo>
                    <a:pt x="31" y="68"/>
                    <a:pt x="30" y="69"/>
                    <a:pt x="30" y="69"/>
                  </a:cubicBezTo>
                  <a:cubicBezTo>
                    <a:pt x="30" y="68"/>
                    <a:pt x="32" y="59"/>
                    <a:pt x="32" y="59"/>
                  </a:cubicBezTo>
                  <a:cubicBezTo>
                    <a:pt x="33" y="59"/>
                    <a:pt x="33" y="60"/>
                    <a:pt x="33" y="60"/>
                  </a:cubicBezTo>
                  <a:cubicBezTo>
                    <a:pt x="34" y="61"/>
                    <a:pt x="35" y="61"/>
                    <a:pt x="35" y="62"/>
                  </a:cubicBezTo>
                  <a:cubicBezTo>
                    <a:pt x="35" y="63"/>
                    <a:pt x="35" y="64"/>
                    <a:pt x="36" y="65"/>
                  </a:cubicBezTo>
                  <a:cubicBezTo>
                    <a:pt x="36" y="65"/>
                    <a:pt x="36" y="65"/>
                    <a:pt x="36" y="65"/>
                  </a:cubicBezTo>
                  <a:cubicBezTo>
                    <a:pt x="37" y="66"/>
                    <a:pt x="36" y="66"/>
                    <a:pt x="37" y="67"/>
                  </a:cubicBezTo>
                  <a:cubicBezTo>
                    <a:pt x="37" y="66"/>
                    <a:pt x="37" y="66"/>
                    <a:pt x="36" y="65"/>
                  </a:cubicBezTo>
                  <a:cubicBezTo>
                    <a:pt x="37" y="65"/>
                    <a:pt x="37" y="65"/>
                    <a:pt x="37" y="65"/>
                  </a:cubicBezTo>
                  <a:cubicBezTo>
                    <a:pt x="37" y="65"/>
                    <a:pt x="37" y="65"/>
                    <a:pt x="36" y="65"/>
                  </a:cubicBezTo>
                  <a:cubicBezTo>
                    <a:pt x="36" y="65"/>
                    <a:pt x="36" y="64"/>
                    <a:pt x="36" y="63"/>
                  </a:cubicBezTo>
                  <a:cubicBezTo>
                    <a:pt x="36" y="62"/>
                    <a:pt x="35" y="62"/>
                    <a:pt x="35" y="61"/>
                  </a:cubicBezTo>
                  <a:cubicBezTo>
                    <a:pt x="35" y="60"/>
                    <a:pt x="34" y="60"/>
                    <a:pt x="34" y="59"/>
                  </a:cubicBezTo>
                  <a:cubicBezTo>
                    <a:pt x="33" y="59"/>
                    <a:pt x="33" y="58"/>
                    <a:pt x="32" y="58"/>
                  </a:cubicBezTo>
                  <a:cubicBezTo>
                    <a:pt x="32" y="58"/>
                    <a:pt x="31" y="58"/>
                    <a:pt x="31" y="58"/>
                  </a:cubicBezTo>
                  <a:cubicBezTo>
                    <a:pt x="31" y="56"/>
                    <a:pt x="32" y="58"/>
                    <a:pt x="33" y="58"/>
                  </a:cubicBezTo>
                  <a:cubicBezTo>
                    <a:pt x="33" y="57"/>
                    <a:pt x="32" y="57"/>
                    <a:pt x="32" y="57"/>
                  </a:cubicBezTo>
                  <a:cubicBezTo>
                    <a:pt x="32" y="56"/>
                    <a:pt x="32" y="56"/>
                    <a:pt x="32" y="56"/>
                  </a:cubicBezTo>
                  <a:cubicBezTo>
                    <a:pt x="33" y="56"/>
                    <a:pt x="32" y="55"/>
                    <a:pt x="33" y="55"/>
                  </a:cubicBezTo>
                  <a:cubicBezTo>
                    <a:pt x="33" y="54"/>
                    <a:pt x="32" y="53"/>
                    <a:pt x="32" y="53"/>
                  </a:cubicBezTo>
                  <a:cubicBezTo>
                    <a:pt x="32" y="53"/>
                    <a:pt x="32" y="53"/>
                    <a:pt x="32" y="53"/>
                  </a:cubicBezTo>
                  <a:cubicBezTo>
                    <a:pt x="32" y="52"/>
                    <a:pt x="32" y="52"/>
                    <a:pt x="33" y="52"/>
                  </a:cubicBezTo>
                  <a:cubicBezTo>
                    <a:pt x="33" y="52"/>
                    <a:pt x="33" y="51"/>
                    <a:pt x="32" y="51"/>
                  </a:cubicBezTo>
                  <a:cubicBezTo>
                    <a:pt x="32" y="51"/>
                    <a:pt x="32" y="52"/>
                    <a:pt x="32" y="52"/>
                  </a:cubicBezTo>
                  <a:cubicBezTo>
                    <a:pt x="31" y="52"/>
                    <a:pt x="31" y="51"/>
                    <a:pt x="31" y="51"/>
                  </a:cubicBezTo>
                  <a:cubicBezTo>
                    <a:pt x="31" y="51"/>
                    <a:pt x="30" y="51"/>
                    <a:pt x="30" y="51"/>
                  </a:cubicBezTo>
                  <a:cubicBezTo>
                    <a:pt x="29" y="51"/>
                    <a:pt x="29" y="50"/>
                    <a:pt x="29" y="50"/>
                  </a:cubicBezTo>
                  <a:cubicBezTo>
                    <a:pt x="28" y="50"/>
                    <a:pt x="27" y="49"/>
                    <a:pt x="27" y="49"/>
                  </a:cubicBezTo>
                  <a:cubicBezTo>
                    <a:pt x="27" y="49"/>
                    <a:pt x="27" y="49"/>
                    <a:pt x="27" y="49"/>
                  </a:cubicBezTo>
                  <a:cubicBezTo>
                    <a:pt x="27" y="49"/>
                    <a:pt x="27" y="48"/>
                    <a:pt x="26" y="48"/>
                  </a:cubicBezTo>
                  <a:cubicBezTo>
                    <a:pt x="26" y="48"/>
                    <a:pt x="26" y="47"/>
                    <a:pt x="26" y="47"/>
                  </a:cubicBezTo>
                  <a:cubicBezTo>
                    <a:pt x="25" y="47"/>
                    <a:pt x="24" y="46"/>
                    <a:pt x="24" y="46"/>
                  </a:cubicBezTo>
                  <a:cubicBezTo>
                    <a:pt x="24" y="45"/>
                    <a:pt x="25" y="44"/>
                    <a:pt x="25" y="44"/>
                  </a:cubicBezTo>
                  <a:cubicBezTo>
                    <a:pt x="26" y="43"/>
                    <a:pt x="24" y="43"/>
                    <a:pt x="23" y="42"/>
                  </a:cubicBezTo>
                  <a:cubicBezTo>
                    <a:pt x="24" y="42"/>
                    <a:pt x="24" y="42"/>
                    <a:pt x="24" y="41"/>
                  </a:cubicBezTo>
                  <a:cubicBezTo>
                    <a:pt x="24" y="41"/>
                    <a:pt x="25" y="41"/>
                    <a:pt x="25" y="41"/>
                  </a:cubicBezTo>
                  <a:cubicBezTo>
                    <a:pt x="26" y="41"/>
                    <a:pt x="26" y="41"/>
                    <a:pt x="26" y="41"/>
                  </a:cubicBezTo>
                  <a:cubicBezTo>
                    <a:pt x="27" y="41"/>
                    <a:pt x="27" y="42"/>
                    <a:pt x="28" y="42"/>
                  </a:cubicBezTo>
                  <a:cubicBezTo>
                    <a:pt x="27" y="42"/>
                    <a:pt x="27" y="41"/>
                    <a:pt x="26" y="41"/>
                  </a:cubicBezTo>
                  <a:cubicBezTo>
                    <a:pt x="25" y="40"/>
                    <a:pt x="25" y="40"/>
                    <a:pt x="24" y="41"/>
                  </a:cubicBezTo>
                  <a:cubicBezTo>
                    <a:pt x="23" y="41"/>
                    <a:pt x="23" y="41"/>
                    <a:pt x="22" y="41"/>
                  </a:cubicBezTo>
                  <a:cubicBezTo>
                    <a:pt x="22" y="41"/>
                    <a:pt x="22" y="41"/>
                    <a:pt x="22" y="41"/>
                  </a:cubicBezTo>
                  <a:cubicBezTo>
                    <a:pt x="22" y="41"/>
                    <a:pt x="21" y="41"/>
                    <a:pt x="21" y="41"/>
                  </a:cubicBezTo>
                  <a:cubicBezTo>
                    <a:pt x="21" y="41"/>
                    <a:pt x="22" y="41"/>
                    <a:pt x="22" y="41"/>
                  </a:cubicBezTo>
                  <a:cubicBezTo>
                    <a:pt x="22" y="41"/>
                    <a:pt x="21" y="40"/>
                    <a:pt x="21" y="41"/>
                  </a:cubicBezTo>
                  <a:cubicBezTo>
                    <a:pt x="21" y="40"/>
                    <a:pt x="21" y="40"/>
                    <a:pt x="21" y="40"/>
                  </a:cubicBezTo>
                  <a:cubicBezTo>
                    <a:pt x="21" y="40"/>
                    <a:pt x="22" y="40"/>
                    <a:pt x="22" y="39"/>
                  </a:cubicBezTo>
                  <a:cubicBezTo>
                    <a:pt x="22" y="39"/>
                    <a:pt x="21" y="39"/>
                    <a:pt x="21" y="39"/>
                  </a:cubicBezTo>
                  <a:cubicBezTo>
                    <a:pt x="21" y="38"/>
                    <a:pt x="22" y="39"/>
                    <a:pt x="23" y="39"/>
                  </a:cubicBezTo>
                  <a:cubicBezTo>
                    <a:pt x="22" y="38"/>
                    <a:pt x="21" y="38"/>
                    <a:pt x="20" y="38"/>
                  </a:cubicBezTo>
                  <a:cubicBezTo>
                    <a:pt x="20" y="38"/>
                    <a:pt x="21" y="38"/>
                    <a:pt x="21" y="38"/>
                  </a:cubicBezTo>
                  <a:cubicBezTo>
                    <a:pt x="20" y="38"/>
                    <a:pt x="20" y="38"/>
                    <a:pt x="20" y="38"/>
                  </a:cubicBezTo>
                  <a:cubicBezTo>
                    <a:pt x="19" y="39"/>
                    <a:pt x="19" y="39"/>
                    <a:pt x="18" y="38"/>
                  </a:cubicBezTo>
                  <a:cubicBezTo>
                    <a:pt x="18" y="38"/>
                    <a:pt x="19" y="38"/>
                    <a:pt x="19" y="38"/>
                  </a:cubicBezTo>
                  <a:cubicBezTo>
                    <a:pt x="19" y="38"/>
                    <a:pt x="20" y="38"/>
                    <a:pt x="20" y="37"/>
                  </a:cubicBezTo>
                  <a:cubicBezTo>
                    <a:pt x="20" y="38"/>
                    <a:pt x="19" y="37"/>
                    <a:pt x="19" y="37"/>
                  </a:cubicBezTo>
                  <a:cubicBezTo>
                    <a:pt x="20" y="37"/>
                    <a:pt x="19" y="37"/>
                    <a:pt x="19" y="37"/>
                  </a:cubicBezTo>
                  <a:cubicBezTo>
                    <a:pt x="19" y="37"/>
                    <a:pt x="19" y="37"/>
                    <a:pt x="19" y="37"/>
                  </a:cubicBezTo>
                  <a:cubicBezTo>
                    <a:pt x="18" y="38"/>
                    <a:pt x="18" y="37"/>
                    <a:pt x="17" y="37"/>
                  </a:cubicBezTo>
                  <a:cubicBezTo>
                    <a:pt x="17" y="37"/>
                    <a:pt x="18" y="38"/>
                    <a:pt x="18" y="38"/>
                  </a:cubicBezTo>
                  <a:cubicBezTo>
                    <a:pt x="18" y="38"/>
                    <a:pt x="17" y="38"/>
                    <a:pt x="17" y="37"/>
                  </a:cubicBezTo>
                  <a:cubicBezTo>
                    <a:pt x="17" y="38"/>
                    <a:pt x="16" y="38"/>
                    <a:pt x="16" y="38"/>
                  </a:cubicBezTo>
                  <a:cubicBezTo>
                    <a:pt x="16" y="38"/>
                    <a:pt x="16" y="39"/>
                    <a:pt x="16" y="39"/>
                  </a:cubicBezTo>
                  <a:cubicBezTo>
                    <a:pt x="16" y="39"/>
                    <a:pt x="16" y="38"/>
                    <a:pt x="16" y="38"/>
                  </a:cubicBezTo>
                  <a:cubicBezTo>
                    <a:pt x="16" y="38"/>
                    <a:pt x="16" y="38"/>
                    <a:pt x="16" y="37"/>
                  </a:cubicBezTo>
                  <a:cubicBezTo>
                    <a:pt x="15" y="37"/>
                    <a:pt x="16" y="37"/>
                    <a:pt x="16" y="36"/>
                  </a:cubicBezTo>
                  <a:cubicBezTo>
                    <a:pt x="16" y="36"/>
                    <a:pt x="16" y="36"/>
                    <a:pt x="16" y="36"/>
                  </a:cubicBezTo>
                  <a:cubicBezTo>
                    <a:pt x="16" y="36"/>
                    <a:pt x="15" y="37"/>
                    <a:pt x="15" y="37"/>
                  </a:cubicBezTo>
                  <a:cubicBezTo>
                    <a:pt x="15" y="37"/>
                    <a:pt x="14" y="36"/>
                    <a:pt x="14" y="37"/>
                  </a:cubicBezTo>
                  <a:cubicBezTo>
                    <a:pt x="14" y="36"/>
                    <a:pt x="15" y="36"/>
                    <a:pt x="15" y="37"/>
                  </a:cubicBezTo>
                  <a:cubicBezTo>
                    <a:pt x="15" y="36"/>
                    <a:pt x="14" y="36"/>
                    <a:pt x="14" y="36"/>
                  </a:cubicBezTo>
                  <a:cubicBezTo>
                    <a:pt x="14" y="36"/>
                    <a:pt x="15" y="36"/>
                    <a:pt x="15" y="36"/>
                  </a:cubicBezTo>
                  <a:cubicBezTo>
                    <a:pt x="15" y="36"/>
                    <a:pt x="14" y="36"/>
                    <a:pt x="14" y="36"/>
                  </a:cubicBezTo>
                  <a:cubicBezTo>
                    <a:pt x="14" y="36"/>
                    <a:pt x="13" y="36"/>
                    <a:pt x="13" y="36"/>
                  </a:cubicBezTo>
                  <a:cubicBezTo>
                    <a:pt x="13" y="36"/>
                    <a:pt x="11" y="35"/>
                    <a:pt x="11" y="35"/>
                  </a:cubicBezTo>
                  <a:cubicBezTo>
                    <a:pt x="10" y="35"/>
                    <a:pt x="10" y="35"/>
                    <a:pt x="9" y="35"/>
                  </a:cubicBezTo>
                  <a:cubicBezTo>
                    <a:pt x="9" y="34"/>
                    <a:pt x="9" y="35"/>
                    <a:pt x="9" y="35"/>
                  </a:cubicBezTo>
                  <a:cubicBezTo>
                    <a:pt x="9" y="35"/>
                    <a:pt x="8" y="35"/>
                    <a:pt x="8" y="34"/>
                  </a:cubicBezTo>
                  <a:cubicBezTo>
                    <a:pt x="8" y="34"/>
                    <a:pt x="8" y="34"/>
                    <a:pt x="8" y="35"/>
                  </a:cubicBezTo>
                  <a:cubicBezTo>
                    <a:pt x="8" y="35"/>
                    <a:pt x="7" y="35"/>
                    <a:pt x="7" y="35"/>
                  </a:cubicBezTo>
                  <a:cubicBezTo>
                    <a:pt x="7" y="35"/>
                    <a:pt x="8" y="35"/>
                    <a:pt x="7" y="35"/>
                  </a:cubicBezTo>
                  <a:cubicBezTo>
                    <a:pt x="7" y="35"/>
                    <a:pt x="6" y="36"/>
                    <a:pt x="6" y="35"/>
                  </a:cubicBezTo>
                  <a:cubicBezTo>
                    <a:pt x="5" y="35"/>
                    <a:pt x="6" y="35"/>
                    <a:pt x="6" y="35"/>
                  </a:cubicBezTo>
                  <a:cubicBezTo>
                    <a:pt x="6" y="34"/>
                    <a:pt x="6" y="34"/>
                    <a:pt x="5" y="34"/>
                  </a:cubicBezTo>
                  <a:cubicBezTo>
                    <a:pt x="5" y="33"/>
                    <a:pt x="4" y="33"/>
                    <a:pt x="3" y="33"/>
                  </a:cubicBezTo>
                  <a:cubicBezTo>
                    <a:pt x="3" y="32"/>
                    <a:pt x="6" y="32"/>
                    <a:pt x="6" y="32"/>
                  </a:cubicBezTo>
                  <a:cubicBezTo>
                    <a:pt x="7" y="32"/>
                    <a:pt x="6" y="31"/>
                    <a:pt x="6" y="31"/>
                  </a:cubicBezTo>
                  <a:cubicBezTo>
                    <a:pt x="6" y="31"/>
                    <a:pt x="5" y="31"/>
                    <a:pt x="5" y="31"/>
                  </a:cubicBezTo>
                  <a:cubicBezTo>
                    <a:pt x="5" y="31"/>
                    <a:pt x="5" y="31"/>
                    <a:pt x="4" y="31"/>
                  </a:cubicBezTo>
                  <a:cubicBezTo>
                    <a:pt x="4" y="31"/>
                    <a:pt x="4" y="31"/>
                    <a:pt x="4" y="31"/>
                  </a:cubicBezTo>
                  <a:cubicBezTo>
                    <a:pt x="4" y="30"/>
                    <a:pt x="4" y="31"/>
                    <a:pt x="4" y="30"/>
                  </a:cubicBezTo>
                  <a:cubicBezTo>
                    <a:pt x="4" y="30"/>
                    <a:pt x="5" y="30"/>
                    <a:pt x="5" y="30"/>
                  </a:cubicBezTo>
                  <a:cubicBezTo>
                    <a:pt x="4" y="30"/>
                    <a:pt x="7" y="30"/>
                    <a:pt x="7" y="30"/>
                  </a:cubicBezTo>
                  <a:cubicBezTo>
                    <a:pt x="7" y="30"/>
                    <a:pt x="7" y="30"/>
                    <a:pt x="7" y="30"/>
                  </a:cubicBezTo>
                  <a:cubicBezTo>
                    <a:pt x="7" y="30"/>
                    <a:pt x="7" y="30"/>
                    <a:pt x="8" y="30"/>
                  </a:cubicBezTo>
                  <a:cubicBezTo>
                    <a:pt x="7" y="30"/>
                    <a:pt x="7" y="30"/>
                    <a:pt x="6" y="30"/>
                  </a:cubicBezTo>
                  <a:cubicBezTo>
                    <a:pt x="7" y="30"/>
                    <a:pt x="7" y="30"/>
                    <a:pt x="7" y="29"/>
                  </a:cubicBezTo>
                  <a:cubicBezTo>
                    <a:pt x="6" y="29"/>
                    <a:pt x="6" y="29"/>
                    <a:pt x="5" y="30"/>
                  </a:cubicBezTo>
                  <a:cubicBezTo>
                    <a:pt x="5" y="29"/>
                    <a:pt x="6" y="29"/>
                    <a:pt x="7" y="29"/>
                  </a:cubicBezTo>
                  <a:cubicBezTo>
                    <a:pt x="6" y="29"/>
                    <a:pt x="2" y="30"/>
                    <a:pt x="3" y="29"/>
                  </a:cubicBezTo>
                  <a:cubicBezTo>
                    <a:pt x="3" y="29"/>
                    <a:pt x="3" y="29"/>
                    <a:pt x="3" y="29"/>
                  </a:cubicBezTo>
                  <a:cubicBezTo>
                    <a:pt x="3" y="28"/>
                    <a:pt x="3" y="28"/>
                    <a:pt x="3" y="28"/>
                  </a:cubicBezTo>
                  <a:cubicBezTo>
                    <a:pt x="3" y="27"/>
                    <a:pt x="4" y="27"/>
                    <a:pt x="4" y="27"/>
                  </a:cubicBezTo>
                  <a:cubicBezTo>
                    <a:pt x="4" y="27"/>
                    <a:pt x="5" y="27"/>
                    <a:pt x="5" y="27"/>
                  </a:cubicBezTo>
                  <a:cubicBezTo>
                    <a:pt x="4" y="26"/>
                    <a:pt x="6" y="26"/>
                    <a:pt x="6" y="26"/>
                  </a:cubicBezTo>
                  <a:cubicBezTo>
                    <a:pt x="6" y="26"/>
                    <a:pt x="7" y="26"/>
                    <a:pt x="7" y="26"/>
                  </a:cubicBezTo>
                  <a:cubicBezTo>
                    <a:pt x="7" y="26"/>
                    <a:pt x="7" y="26"/>
                    <a:pt x="8" y="26"/>
                  </a:cubicBezTo>
                  <a:cubicBezTo>
                    <a:pt x="7" y="26"/>
                    <a:pt x="8" y="26"/>
                    <a:pt x="8" y="26"/>
                  </a:cubicBezTo>
                  <a:cubicBezTo>
                    <a:pt x="9" y="26"/>
                    <a:pt x="9" y="26"/>
                    <a:pt x="10" y="25"/>
                  </a:cubicBezTo>
                  <a:cubicBezTo>
                    <a:pt x="10" y="26"/>
                    <a:pt x="10" y="26"/>
                    <a:pt x="10" y="26"/>
                  </a:cubicBezTo>
                  <a:cubicBezTo>
                    <a:pt x="10" y="26"/>
                    <a:pt x="10" y="26"/>
                    <a:pt x="10" y="26"/>
                  </a:cubicBezTo>
                  <a:cubicBezTo>
                    <a:pt x="10" y="26"/>
                    <a:pt x="10" y="26"/>
                    <a:pt x="11" y="26"/>
                  </a:cubicBezTo>
                  <a:cubicBezTo>
                    <a:pt x="11" y="26"/>
                    <a:pt x="11" y="26"/>
                    <a:pt x="11" y="26"/>
                  </a:cubicBezTo>
                  <a:cubicBezTo>
                    <a:pt x="11" y="26"/>
                    <a:pt x="11" y="26"/>
                    <a:pt x="11" y="26"/>
                  </a:cubicBezTo>
                  <a:cubicBezTo>
                    <a:pt x="11" y="25"/>
                    <a:pt x="12" y="26"/>
                    <a:pt x="12" y="26"/>
                  </a:cubicBezTo>
                  <a:cubicBezTo>
                    <a:pt x="12" y="26"/>
                    <a:pt x="13" y="26"/>
                    <a:pt x="13" y="26"/>
                  </a:cubicBezTo>
                  <a:cubicBezTo>
                    <a:pt x="13" y="26"/>
                    <a:pt x="13" y="25"/>
                    <a:pt x="13" y="25"/>
                  </a:cubicBezTo>
                  <a:cubicBezTo>
                    <a:pt x="13" y="25"/>
                    <a:pt x="13" y="24"/>
                    <a:pt x="14" y="24"/>
                  </a:cubicBezTo>
                  <a:cubicBezTo>
                    <a:pt x="14" y="24"/>
                    <a:pt x="14" y="24"/>
                    <a:pt x="14" y="25"/>
                  </a:cubicBezTo>
                  <a:cubicBezTo>
                    <a:pt x="15" y="25"/>
                    <a:pt x="16" y="24"/>
                    <a:pt x="16" y="24"/>
                  </a:cubicBezTo>
                  <a:cubicBezTo>
                    <a:pt x="16" y="24"/>
                    <a:pt x="16" y="25"/>
                    <a:pt x="16" y="25"/>
                  </a:cubicBezTo>
                  <a:cubicBezTo>
                    <a:pt x="16" y="24"/>
                    <a:pt x="17" y="24"/>
                    <a:pt x="17" y="24"/>
                  </a:cubicBezTo>
                  <a:cubicBezTo>
                    <a:pt x="17" y="24"/>
                    <a:pt x="17" y="25"/>
                    <a:pt x="17" y="25"/>
                  </a:cubicBezTo>
                  <a:cubicBezTo>
                    <a:pt x="17" y="25"/>
                    <a:pt x="17" y="25"/>
                    <a:pt x="18" y="24"/>
                  </a:cubicBezTo>
                  <a:cubicBezTo>
                    <a:pt x="18" y="24"/>
                    <a:pt x="18" y="25"/>
                    <a:pt x="18" y="25"/>
                  </a:cubicBezTo>
                  <a:cubicBezTo>
                    <a:pt x="18" y="25"/>
                    <a:pt x="18" y="25"/>
                    <a:pt x="18" y="25"/>
                  </a:cubicBezTo>
                  <a:cubicBezTo>
                    <a:pt x="18" y="25"/>
                    <a:pt x="19" y="26"/>
                    <a:pt x="19" y="26"/>
                  </a:cubicBezTo>
                  <a:cubicBezTo>
                    <a:pt x="20" y="26"/>
                    <a:pt x="20" y="27"/>
                    <a:pt x="21" y="28"/>
                  </a:cubicBezTo>
                  <a:cubicBezTo>
                    <a:pt x="21" y="27"/>
                    <a:pt x="23" y="27"/>
                    <a:pt x="22" y="26"/>
                  </a:cubicBezTo>
                  <a:cubicBezTo>
                    <a:pt x="23" y="26"/>
                    <a:pt x="23" y="26"/>
                    <a:pt x="24" y="26"/>
                  </a:cubicBezTo>
                  <a:cubicBezTo>
                    <a:pt x="24" y="26"/>
                    <a:pt x="24" y="26"/>
                    <a:pt x="24" y="26"/>
                  </a:cubicBezTo>
                  <a:cubicBezTo>
                    <a:pt x="24" y="27"/>
                    <a:pt x="24" y="26"/>
                    <a:pt x="24" y="26"/>
                  </a:cubicBezTo>
                  <a:cubicBezTo>
                    <a:pt x="24" y="26"/>
                    <a:pt x="25" y="27"/>
                    <a:pt x="25" y="27"/>
                  </a:cubicBezTo>
                  <a:cubicBezTo>
                    <a:pt x="25" y="26"/>
                    <a:pt x="25" y="27"/>
                    <a:pt x="25" y="27"/>
                  </a:cubicBezTo>
                  <a:cubicBezTo>
                    <a:pt x="25" y="27"/>
                    <a:pt x="25" y="27"/>
                    <a:pt x="25" y="27"/>
                  </a:cubicBezTo>
                  <a:cubicBezTo>
                    <a:pt x="25" y="26"/>
                    <a:pt x="25" y="26"/>
                    <a:pt x="26" y="26"/>
                  </a:cubicBezTo>
                  <a:cubicBezTo>
                    <a:pt x="26" y="26"/>
                    <a:pt x="27" y="27"/>
                    <a:pt x="27" y="28"/>
                  </a:cubicBezTo>
                  <a:cubicBezTo>
                    <a:pt x="27" y="27"/>
                    <a:pt x="26" y="27"/>
                    <a:pt x="27" y="27"/>
                  </a:cubicBezTo>
                  <a:cubicBezTo>
                    <a:pt x="26" y="27"/>
                    <a:pt x="26" y="26"/>
                    <a:pt x="27" y="26"/>
                  </a:cubicBezTo>
                  <a:cubicBezTo>
                    <a:pt x="27" y="26"/>
                    <a:pt x="27" y="26"/>
                    <a:pt x="28" y="26"/>
                  </a:cubicBezTo>
                  <a:cubicBezTo>
                    <a:pt x="28" y="26"/>
                    <a:pt x="28" y="26"/>
                    <a:pt x="28" y="26"/>
                  </a:cubicBezTo>
                  <a:cubicBezTo>
                    <a:pt x="28" y="27"/>
                    <a:pt x="28" y="27"/>
                    <a:pt x="29" y="27"/>
                  </a:cubicBezTo>
                  <a:cubicBezTo>
                    <a:pt x="30" y="27"/>
                    <a:pt x="31" y="26"/>
                    <a:pt x="32" y="26"/>
                  </a:cubicBezTo>
                  <a:cubicBezTo>
                    <a:pt x="32" y="26"/>
                    <a:pt x="31" y="26"/>
                    <a:pt x="30" y="26"/>
                  </a:cubicBezTo>
                  <a:cubicBezTo>
                    <a:pt x="30" y="25"/>
                    <a:pt x="30" y="24"/>
                    <a:pt x="30" y="24"/>
                  </a:cubicBezTo>
                  <a:cubicBezTo>
                    <a:pt x="30" y="24"/>
                    <a:pt x="30" y="22"/>
                    <a:pt x="31" y="22"/>
                  </a:cubicBezTo>
                  <a:cubicBezTo>
                    <a:pt x="31" y="22"/>
                    <a:pt x="30" y="22"/>
                    <a:pt x="30" y="22"/>
                  </a:cubicBezTo>
                  <a:cubicBezTo>
                    <a:pt x="30" y="22"/>
                    <a:pt x="30" y="21"/>
                    <a:pt x="30" y="21"/>
                  </a:cubicBezTo>
                  <a:cubicBezTo>
                    <a:pt x="30" y="21"/>
                    <a:pt x="30" y="20"/>
                    <a:pt x="31" y="20"/>
                  </a:cubicBezTo>
                  <a:cubicBezTo>
                    <a:pt x="30" y="20"/>
                    <a:pt x="30" y="20"/>
                    <a:pt x="30" y="20"/>
                  </a:cubicBezTo>
                  <a:cubicBezTo>
                    <a:pt x="30" y="20"/>
                    <a:pt x="30" y="19"/>
                    <a:pt x="29" y="19"/>
                  </a:cubicBezTo>
                  <a:cubicBezTo>
                    <a:pt x="29" y="19"/>
                    <a:pt x="29" y="19"/>
                    <a:pt x="29" y="18"/>
                  </a:cubicBezTo>
                  <a:cubicBezTo>
                    <a:pt x="28" y="18"/>
                    <a:pt x="28" y="17"/>
                    <a:pt x="28" y="17"/>
                  </a:cubicBezTo>
                  <a:cubicBezTo>
                    <a:pt x="28" y="16"/>
                    <a:pt x="29" y="16"/>
                    <a:pt x="28" y="15"/>
                  </a:cubicBezTo>
                  <a:cubicBezTo>
                    <a:pt x="27" y="15"/>
                    <a:pt x="28" y="15"/>
                    <a:pt x="29" y="15"/>
                  </a:cubicBezTo>
                  <a:cubicBezTo>
                    <a:pt x="29" y="15"/>
                    <a:pt x="30" y="16"/>
                    <a:pt x="31" y="15"/>
                  </a:cubicBezTo>
                  <a:cubicBezTo>
                    <a:pt x="32" y="15"/>
                    <a:pt x="32" y="15"/>
                    <a:pt x="33" y="15"/>
                  </a:cubicBezTo>
                  <a:cubicBezTo>
                    <a:pt x="34" y="16"/>
                    <a:pt x="33" y="16"/>
                    <a:pt x="33" y="17"/>
                  </a:cubicBezTo>
                  <a:cubicBezTo>
                    <a:pt x="33" y="17"/>
                    <a:pt x="34" y="18"/>
                    <a:pt x="34" y="19"/>
                  </a:cubicBezTo>
                  <a:cubicBezTo>
                    <a:pt x="34" y="19"/>
                    <a:pt x="34" y="19"/>
                    <a:pt x="35" y="19"/>
                  </a:cubicBezTo>
                  <a:cubicBezTo>
                    <a:pt x="35" y="18"/>
                    <a:pt x="36" y="18"/>
                    <a:pt x="37" y="18"/>
                  </a:cubicBezTo>
                  <a:cubicBezTo>
                    <a:pt x="38" y="19"/>
                    <a:pt x="40" y="19"/>
                    <a:pt x="41" y="19"/>
                  </a:cubicBezTo>
                  <a:cubicBezTo>
                    <a:pt x="42" y="20"/>
                    <a:pt x="44" y="19"/>
                    <a:pt x="45" y="18"/>
                  </a:cubicBezTo>
                  <a:cubicBezTo>
                    <a:pt x="46" y="18"/>
                    <a:pt x="47" y="18"/>
                    <a:pt x="48" y="17"/>
                  </a:cubicBezTo>
                  <a:cubicBezTo>
                    <a:pt x="47" y="18"/>
                    <a:pt x="44" y="18"/>
                    <a:pt x="45" y="17"/>
                  </a:cubicBezTo>
                  <a:cubicBezTo>
                    <a:pt x="45" y="16"/>
                    <a:pt x="45" y="15"/>
                    <a:pt x="46" y="15"/>
                  </a:cubicBezTo>
                  <a:cubicBezTo>
                    <a:pt x="47" y="14"/>
                    <a:pt x="48" y="14"/>
                    <a:pt x="49" y="14"/>
                  </a:cubicBezTo>
                  <a:cubicBezTo>
                    <a:pt x="51" y="13"/>
                    <a:pt x="53" y="13"/>
                    <a:pt x="55" y="12"/>
                  </a:cubicBezTo>
                  <a:cubicBezTo>
                    <a:pt x="56" y="11"/>
                    <a:pt x="56" y="11"/>
                    <a:pt x="57" y="10"/>
                  </a:cubicBezTo>
                  <a:cubicBezTo>
                    <a:pt x="57" y="10"/>
                    <a:pt x="57" y="10"/>
                    <a:pt x="57" y="10"/>
                  </a:cubicBezTo>
                  <a:cubicBezTo>
                    <a:pt x="58" y="10"/>
                    <a:pt x="58" y="10"/>
                    <a:pt x="58" y="10"/>
                  </a:cubicBezTo>
                  <a:cubicBezTo>
                    <a:pt x="58" y="10"/>
                    <a:pt x="56" y="8"/>
                    <a:pt x="58" y="8"/>
                  </a:cubicBezTo>
                  <a:cubicBezTo>
                    <a:pt x="57" y="7"/>
                    <a:pt x="58" y="7"/>
                    <a:pt x="58" y="6"/>
                  </a:cubicBezTo>
                  <a:cubicBezTo>
                    <a:pt x="58" y="6"/>
                    <a:pt x="58" y="5"/>
                    <a:pt x="58" y="5"/>
                  </a:cubicBezTo>
                  <a:cubicBezTo>
                    <a:pt x="58" y="4"/>
                    <a:pt x="58" y="4"/>
                    <a:pt x="58" y="3"/>
                  </a:cubicBezTo>
                  <a:cubicBezTo>
                    <a:pt x="58" y="3"/>
                    <a:pt x="58" y="3"/>
                    <a:pt x="58" y="2"/>
                  </a:cubicBezTo>
                  <a:cubicBezTo>
                    <a:pt x="59" y="2"/>
                    <a:pt x="59" y="2"/>
                    <a:pt x="60" y="2"/>
                  </a:cubicBezTo>
                  <a:cubicBezTo>
                    <a:pt x="60" y="1"/>
                    <a:pt x="61" y="1"/>
                    <a:pt x="62" y="1"/>
                  </a:cubicBezTo>
                  <a:cubicBezTo>
                    <a:pt x="63" y="1"/>
                    <a:pt x="65" y="1"/>
                    <a:pt x="66" y="0"/>
                  </a:cubicBezTo>
                  <a:cubicBezTo>
                    <a:pt x="66" y="1"/>
                    <a:pt x="67" y="1"/>
                    <a:pt x="67" y="2"/>
                  </a:cubicBezTo>
                  <a:cubicBezTo>
                    <a:pt x="67" y="2"/>
                    <a:pt x="66" y="3"/>
                    <a:pt x="67" y="3"/>
                  </a:cubicBezTo>
                  <a:cubicBezTo>
                    <a:pt x="67" y="3"/>
                    <a:pt x="67" y="3"/>
                    <a:pt x="68" y="3"/>
                  </a:cubicBezTo>
                  <a:cubicBezTo>
                    <a:pt x="68" y="4"/>
                    <a:pt x="68" y="4"/>
                    <a:pt x="68" y="4"/>
                  </a:cubicBezTo>
                  <a:cubicBezTo>
                    <a:pt x="69" y="5"/>
                    <a:pt x="69" y="5"/>
                    <a:pt x="69" y="4"/>
                  </a:cubicBezTo>
                  <a:cubicBezTo>
                    <a:pt x="70" y="4"/>
                    <a:pt x="71" y="3"/>
                    <a:pt x="71" y="4"/>
                  </a:cubicBezTo>
                  <a:cubicBezTo>
                    <a:pt x="71" y="4"/>
                    <a:pt x="72" y="4"/>
                    <a:pt x="72" y="5"/>
                  </a:cubicBezTo>
                  <a:cubicBezTo>
                    <a:pt x="72" y="5"/>
                    <a:pt x="72" y="6"/>
                    <a:pt x="72" y="6"/>
                  </a:cubicBezTo>
                  <a:cubicBezTo>
                    <a:pt x="73" y="7"/>
                    <a:pt x="73" y="6"/>
                    <a:pt x="74" y="6"/>
                  </a:cubicBezTo>
                  <a:cubicBezTo>
                    <a:pt x="74" y="6"/>
                    <a:pt x="74" y="7"/>
                    <a:pt x="74" y="7"/>
                  </a:cubicBezTo>
                  <a:cubicBezTo>
                    <a:pt x="74" y="7"/>
                    <a:pt x="75" y="7"/>
                    <a:pt x="75" y="7"/>
                  </a:cubicBezTo>
                  <a:cubicBezTo>
                    <a:pt x="75" y="8"/>
                    <a:pt x="75" y="9"/>
                    <a:pt x="76" y="8"/>
                  </a:cubicBezTo>
                  <a:cubicBezTo>
                    <a:pt x="76" y="8"/>
                    <a:pt x="78" y="8"/>
                    <a:pt x="78" y="8"/>
                  </a:cubicBezTo>
                  <a:cubicBezTo>
                    <a:pt x="79" y="8"/>
                    <a:pt x="79" y="9"/>
                    <a:pt x="79" y="9"/>
                  </a:cubicBezTo>
                  <a:cubicBezTo>
                    <a:pt x="79" y="9"/>
                    <a:pt x="80" y="9"/>
                    <a:pt x="80" y="9"/>
                  </a:cubicBezTo>
                  <a:cubicBezTo>
                    <a:pt x="80" y="9"/>
                    <a:pt x="79" y="10"/>
                    <a:pt x="79" y="10"/>
                  </a:cubicBezTo>
                  <a:cubicBezTo>
                    <a:pt x="79" y="10"/>
                    <a:pt x="79" y="10"/>
                    <a:pt x="79" y="10"/>
                  </a:cubicBezTo>
                  <a:cubicBezTo>
                    <a:pt x="80" y="10"/>
                    <a:pt x="80" y="11"/>
                    <a:pt x="80" y="11"/>
                  </a:cubicBezTo>
                  <a:cubicBezTo>
                    <a:pt x="80" y="11"/>
                    <a:pt x="80" y="11"/>
                    <a:pt x="80" y="11"/>
                  </a:cubicBezTo>
                  <a:cubicBezTo>
                    <a:pt x="79" y="12"/>
                    <a:pt x="79" y="12"/>
                    <a:pt x="79" y="12"/>
                  </a:cubicBezTo>
                  <a:cubicBezTo>
                    <a:pt x="80" y="12"/>
                    <a:pt x="81" y="12"/>
                    <a:pt x="81" y="12"/>
                  </a:cubicBezTo>
                  <a:cubicBezTo>
                    <a:pt x="82" y="13"/>
                    <a:pt x="84" y="12"/>
                    <a:pt x="84" y="12"/>
                  </a:cubicBezTo>
                  <a:cubicBezTo>
                    <a:pt x="84" y="11"/>
                    <a:pt x="85" y="10"/>
                    <a:pt x="85" y="11"/>
                  </a:cubicBezTo>
                  <a:cubicBezTo>
                    <a:pt x="85" y="11"/>
                    <a:pt x="85" y="11"/>
                    <a:pt x="85" y="12"/>
                  </a:cubicBezTo>
                  <a:cubicBezTo>
                    <a:pt x="85" y="12"/>
                    <a:pt x="85" y="12"/>
                    <a:pt x="85" y="12"/>
                  </a:cubicBezTo>
                  <a:cubicBezTo>
                    <a:pt x="85" y="12"/>
                    <a:pt x="85" y="12"/>
                    <a:pt x="85" y="13"/>
                  </a:cubicBezTo>
                  <a:cubicBezTo>
                    <a:pt x="85" y="13"/>
                    <a:pt x="85" y="14"/>
                    <a:pt x="85" y="14"/>
                  </a:cubicBezTo>
                  <a:cubicBezTo>
                    <a:pt x="85" y="14"/>
                    <a:pt x="86" y="14"/>
                    <a:pt x="87" y="14"/>
                  </a:cubicBezTo>
                  <a:cubicBezTo>
                    <a:pt x="87" y="14"/>
                    <a:pt x="87" y="15"/>
                    <a:pt x="88" y="15"/>
                  </a:cubicBezTo>
                  <a:cubicBezTo>
                    <a:pt x="88" y="15"/>
                    <a:pt x="89" y="15"/>
                    <a:pt x="89" y="16"/>
                  </a:cubicBezTo>
                  <a:cubicBezTo>
                    <a:pt x="89" y="16"/>
                    <a:pt x="89" y="16"/>
                    <a:pt x="90" y="16"/>
                  </a:cubicBezTo>
                  <a:cubicBezTo>
                    <a:pt x="90" y="16"/>
                    <a:pt x="90" y="17"/>
                    <a:pt x="90" y="17"/>
                  </a:cubicBezTo>
                  <a:cubicBezTo>
                    <a:pt x="91" y="17"/>
                    <a:pt x="92" y="17"/>
                    <a:pt x="92" y="17"/>
                  </a:cubicBezTo>
                  <a:cubicBezTo>
                    <a:pt x="93" y="17"/>
                    <a:pt x="94" y="17"/>
                    <a:pt x="94" y="18"/>
                  </a:cubicBezTo>
                  <a:cubicBezTo>
                    <a:pt x="95" y="18"/>
                    <a:pt x="96" y="17"/>
                    <a:pt x="96" y="17"/>
                  </a:cubicBezTo>
                  <a:cubicBezTo>
                    <a:pt x="96" y="17"/>
                    <a:pt x="97" y="17"/>
                    <a:pt x="97" y="18"/>
                  </a:cubicBezTo>
                  <a:cubicBezTo>
                    <a:pt x="98" y="18"/>
                    <a:pt x="99" y="17"/>
                    <a:pt x="99" y="18"/>
                  </a:cubicBezTo>
                  <a:cubicBezTo>
                    <a:pt x="100" y="19"/>
                    <a:pt x="100" y="19"/>
                    <a:pt x="100" y="19"/>
                  </a:cubicBezTo>
                  <a:cubicBezTo>
                    <a:pt x="100" y="20"/>
                    <a:pt x="101" y="20"/>
                    <a:pt x="101" y="20"/>
                  </a:cubicBezTo>
                  <a:cubicBezTo>
                    <a:pt x="101" y="21"/>
                    <a:pt x="101" y="21"/>
                    <a:pt x="101" y="21"/>
                  </a:cubicBezTo>
                  <a:cubicBezTo>
                    <a:pt x="102" y="21"/>
                    <a:pt x="101" y="20"/>
                    <a:pt x="102" y="20"/>
                  </a:cubicBezTo>
                  <a:cubicBezTo>
                    <a:pt x="102" y="20"/>
                    <a:pt x="103" y="20"/>
                    <a:pt x="103" y="21"/>
                  </a:cubicBezTo>
                  <a:cubicBezTo>
                    <a:pt x="103" y="21"/>
                    <a:pt x="104" y="22"/>
                    <a:pt x="104" y="21"/>
                  </a:cubicBezTo>
                  <a:cubicBezTo>
                    <a:pt x="104" y="21"/>
                    <a:pt x="106" y="22"/>
                    <a:pt x="106" y="21"/>
                  </a:cubicBezTo>
                  <a:cubicBezTo>
                    <a:pt x="107" y="20"/>
                    <a:pt x="107" y="22"/>
                    <a:pt x="108" y="22"/>
                  </a:cubicBezTo>
                  <a:cubicBezTo>
                    <a:pt x="108" y="22"/>
                    <a:pt x="109" y="22"/>
                    <a:pt x="109" y="22"/>
                  </a:cubicBezTo>
                  <a:cubicBezTo>
                    <a:pt x="109" y="22"/>
                    <a:pt x="110" y="22"/>
                    <a:pt x="110" y="22"/>
                  </a:cubicBezTo>
                  <a:close/>
                  <a:moveTo>
                    <a:pt x="58" y="93"/>
                  </a:moveTo>
                  <a:cubicBezTo>
                    <a:pt x="58" y="92"/>
                    <a:pt x="57" y="93"/>
                    <a:pt x="58" y="93"/>
                  </a:cubicBezTo>
                  <a:close/>
                  <a:moveTo>
                    <a:pt x="82" y="83"/>
                  </a:moveTo>
                  <a:cubicBezTo>
                    <a:pt x="82" y="83"/>
                    <a:pt x="82" y="83"/>
                    <a:pt x="83" y="83"/>
                  </a:cubicBezTo>
                  <a:cubicBezTo>
                    <a:pt x="82" y="82"/>
                    <a:pt x="82" y="81"/>
                    <a:pt x="82" y="81"/>
                  </a:cubicBezTo>
                  <a:cubicBezTo>
                    <a:pt x="82" y="81"/>
                    <a:pt x="82" y="82"/>
                    <a:pt x="82" y="83"/>
                  </a:cubicBezTo>
                  <a:close/>
                  <a:moveTo>
                    <a:pt x="0" y="28"/>
                  </a:moveTo>
                  <a:cubicBezTo>
                    <a:pt x="0" y="28"/>
                    <a:pt x="0" y="28"/>
                    <a:pt x="0" y="28"/>
                  </a:cubicBezTo>
                  <a:cubicBezTo>
                    <a:pt x="0" y="28"/>
                    <a:pt x="0" y="28"/>
                    <a:pt x="0" y="28"/>
                  </a:cubicBezTo>
                  <a:cubicBezTo>
                    <a:pt x="0" y="28"/>
                    <a:pt x="0" y="28"/>
                    <a:pt x="0" y="28"/>
                  </a:cubicBezTo>
                  <a:cubicBezTo>
                    <a:pt x="0" y="28"/>
                    <a:pt x="0" y="28"/>
                    <a:pt x="0" y="28"/>
                  </a:cubicBezTo>
                  <a:close/>
                  <a:moveTo>
                    <a:pt x="124" y="94"/>
                  </a:moveTo>
                  <a:cubicBezTo>
                    <a:pt x="124" y="93"/>
                    <a:pt x="125" y="92"/>
                    <a:pt x="124" y="91"/>
                  </a:cubicBezTo>
                  <a:cubicBezTo>
                    <a:pt x="124" y="91"/>
                    <a:pt x="124" y="92"/>
                    <a:pt x="124" y="92"/>
                  </a:cubicBezTo>
                  <a:cubicBezTo>
                    <a:pt x="123" y="92"/>
                    <a:pt x="124" y="89"/>
                    <a:pt x="124" y="89"/>
                  </a:cubicBezTo>
                  <a:cubicBezTo>
                    <a:pt x="124" y="88"/>
                    <a:pt x="124" y="87"/>
                    <a:pt x="123" y="87"/>
                  </a:cubicBezTo>
                  <a:cubicBezTo>
                    <a:pt x="123" y="88"/>
                    <a:pt x="123" y="88"/>
                    <a:pt x="122" y="89"/>
                  </a:cubicBezTo>
                  <a:cubicBezTo>
                    <a:pt x="122" y="89"/>
                    <a:pt x="123" y="89"/>
                    <a:pt x="123" y="90"/>
                  </a:cubicBezTo>
                  <a:cubicBezTo>
                    <a:pt x="123" y="91"/>
                    <a:pt x="122" y="90"/>
                    <a:pt x="121" y="90"/>
                  </a:cubicBezTo>
                  <a:cubicBezTo>
                    <a:pt x="120" y="90"/>
                    <a:pt x="120" y="91"/>
                    <a:pt x="119" y="91"/>
                  </a:cubicBezTo>
                  <a:cubicBezTo>
                    <a:pt x="119" y="91"/>
                    <a:pt x="118" y="92"/>
                    <a:pt x="117" y="92"/>
                  </a:cubicBezTo>
                  <a:cubicBezTo>
                    <a:pt x="117" y="92"/>
                    <a:pt x="116" y="93"/>
                    <a:pt x="117" y="93"/>
                  </a:cubicBezTo>
                  <a:cubicBezTo>
                    <a:pt x="117" y="93"/>
                    <a:pt x="116" y="94"/>
                    <a:pt x="116" y="94"/>
                  </a:cubicBezTo>
                  <a:cubicBezTo>
                    <a:pt x="116" y="94"/>
                    <a:pt x="116" y="94"/>
                    <a:pt x="116" y="94"/>
                  </a:cubicBezTo>
                  <a:cubicBezTo>
                    <a:pt x="116" y="94"/>
                    <a:pt x="116" y="94"/>
                    <a:pt x="116" y="94"/>
                  </a:cubicBezTo>
                  <a:cubicBezTo>
                    <a:pt x="116" y="94"/>
                    <a:pt x="117" y="95"/>
                    <a:pt x="117" y="95"/>
                  </a:cubicBezTo>
                  <a:cubicBezTo>
                    <a:pt x="117" y="95"/>
                    <a:pt x="116" y="95"/>
                    <a:pt x="116" y="96"/>
                  </a:cubicBezTo>
                  <a:cubicBezTo>
                    <a:pt x="116" y="96"/>
                    <a:pt x="116" y="96"/>
                    <a:pt x="116" y="96"/>
                  </a:cubicBezTo>
                  <a:cubicBezTo>
                    <a:pt x="116" y="96"/>
                    <a:pt x="116" y="96"/>
                    <a:pt x="116" y="96"/>
                  </a:cubicBezTo>
                  <a:cubicBezTo>
                    <a:pt x="115" y="97"/>
                    <a:pt x="118" y="97"/>
                    <a:pt x="117" y="98"/>
                  </a:cubicBezTo>
                  <a:cubicBezTo>
                    <a:pt x="117" y="98"/>
                    <a:pt x="116" y="98"/>
                    <a:pt x="116" y="98"/>
                  </a:cubicBezTo>
                  <a:cubicBezTo>
                    <a:pt x="116" y="99"/>
                    <a:pt x="116" y="99"/>
                    <a:pt x="116" y="99"/>
                  </a:cubicBezTo>
                  <a:cubicBezTo>
                    <a:pt x="116" y="99"/>
                    <a:pt x="117" y="99"/>
                    <a:pt x="117" y="99"/>
                  </a:cubicBezTo>
                  <a:cubicBezTo>
                    <a:pt x="118" y="99"/>
                    <a:pt x="118" y="100"/>
                    <a:pt x="117" y="100"/>
                  </a:cubicBezTo>
                  <a:cubicBezTo>
                    <a:pt x="118" y="100"/>
                    <a:pt x="117" y="100"/>
                    <a:pt x="117" y="100"/>
                  </a:cubicBezTo>
                  <a:cubicBezTo>
                    <a:pt x="117" y="101"/>
                    <a:pt x="117" y="101"/>
                    <a:pt x="117" y="101"/>
                  </a:cubicBezTo>
                  <a:cubicBezTo>
                    <a:pt x="117" y="101"/>
                    <a:pt x="117" y="101"/>
                    <a:pt x="118" y="101"/>
                  </a:cubicBezTo>
                  <a:cubicBezTo>
                    <a:pt x="118" y="101"/>
                    <a:pt x="117" y="101"/>
                    <a:pt x="118" y="101"/>
                  </a:cubicBezTo>
                  <a:cubicBezTo>
                    <a:pt x="118" y="101"/>
                    <a:pt x="118" y="101"/>
                    <a:pt x="118" y="101"/>
                  </a:cubicBezTo>
                  <a:cubicBezTo>
                    <a:pt x="118" y="101"/>
                    <a:pt x="119" y="101"/>
                    <a:pt x="119" y="102"/>
                  </a:cubicBezTo>
                  <a:cubicBezTo>
                    <a:pt x="118" y="102"/>
                    <a:pt x="118" y="102"/>
                    <a:pt x="118" y="102"/>
                  </a:cubicBezTo>
                  <a:cubicBezTo>
                    <a:pt x="118" y="103"/>
                    <a:pt x="120" y="104"/>
                    <a:pt x="120" y="104"/>
                  </a:cubicBezTo>
                  <a:cubicBezTo>
                    <a:pt x="120" y="104"/>
                    <a:pt x="120" y="104"/>
                    <a:pt x="121" y="104"/>
                  </a:cubicBezTo>
                  <a:cubicBezTo>
                    <a:pt x="121" y="104"/>
                    <a:pt x="120" y="104"/>
                    <a:pt x="121" y="105"/>
                  </a:cubicBezTo>
                  <a:cubicBezTo>
                    <a:pt x="121" y="105"/>
                    <a:pt x="122" y="105"/>
                    <a:pt x="122" y="104"/>
                  </a:cubicBezTo>
                  <a:cubicBezTo>
                    <a:pt x="122" y="104"/>
                    <a:pt x="122" y="104"/>
                    <a:pt x="121" y="104"/>
                  </a:cubicBezTo>
                  <a:cubicBezTo>
                    <a:pt x="121" y="104"/>
                    <a:pt x="122" y="103"/>
                    <a:pt x="122" y="103"/>
                  </a:cubicBezTo>
                  <a:cubicBezTo>
                    <a:pt x="123" y="102"/>
                    <a:pt x="122" y="103"/>
                    <a:pt x="122" y="102"/>
                  </a:cubicBezTo>
                  <a:cubicBezTo>
                    <a:pt x="122" y="102"/>
                    <a:pt x="123" y="102"/>
                    <a:pt x="123" y="102"/>
                  </a:cubicBezTo>
                  <a:cubicBezTo>
                    <a:pt x="123" y="102"/>
                    <a:pt x="123" y="101"/>
                    <a:pt x="123" y="101"/>
                  </a:cubicBezTo>
                  <a:cubicBezTo>
                    <a:pt x="123" y="100"/>
                    <a:pt x="123" y="99"/>
                    <a:pt x="124" y="98"/>
                  </a:cubicBezTo>
                  <a:cubicBezTo>
                    <a:pt x="125" y="97"/>
                    <a:pt x="125" y="96"/>
                    <a:pt x="124" y="94"/>
                  </a:cubicBezTo>
                  <a:close/>
                  <a:moveTo>
                    <a:pt x="29" y="52"/>
                  </a:moveTo>
                  <a:cubicBezTo>
                    <a:pt x="29" y="53"/>
                    <a:pt x="31" y="53"/>
                    <a:pt x="31" y="53"/>
                  </a:cubicBezTo>
                  <a:cubicBezTo>
                    <a:pt x="31" y="53"/>
                    <a:pt x="31" y="53"/>
                    <a:pt x="31" y="53"/>
                  </a:cubicBezTo>
                  <a:cubicBezTo>
                    <a:pt x="31" y="53"/>
                    <a:pt x="29" y="52"/>
                    <a:pt x="29" y="52"/>
                  </a:cubicBezTo>
                  <a:cubicBezTo>
                    <a:pt x="30" y="53"/>
                    <a:pt x="29" y="51"/>
                    <a:pt x="29" y="52"/>
                  </a:cubicBezTo>
                  <a:close/>
                  <a:moveTo>
                    <a:pt x="15" y="41"/>
                  </a:moveTo>
                  <a:cubicBezTo>
                    <a:pt x="15" y="41"/>
                    <a:pt x="16" y="41"/>
                    <a:pt x="16" y="41"/>
                  </a:cubicBezTo>
                  <a:cubicBezTo>
                    <a:pt x="17" y="41"/>
                    <a:pt x="15" y="40"/>
                    <a:pt x="15" y="40"/>
                  </a:cubicBezTo>
                  <a:cubicBezTo>
                    <a:pt x="15" y="40"/>
                    <a:pt x="15" y="40"/>
                    <a:pt x="15" y="41"/>
                  </a:cubicBezTo>
                  <a:close/>
                  <a:moveTo>
                    <a:pt x="30" y="55"/>
                  </a:moveTo>
                  <a:cubicBezTo>
                    <a:pt x="31" y="56"/>
                    <a:pt x="31" y="56"/>
                    <a:pt x="31" y="57"/>
                  </a:cubicBezTo>
                  <a:cubicBezTo>
                    <a:pt x="32" y="56"/>
                    <a:pt x="31" y="56"/>
                    <a:pt x="31" y="55"/>
                  </a:cubicBezTo>
                  <a:cubicBezTo>
                    <a:pt x="31" y="55"/>
                    <a:pt x="31" y="54"/>
                    <a:pt x="30" y="54"/>
                  </a:cubicBezTo>
                  <a:cubicBezTo>
                    <a:pt x="30" y="54"/>
                    <a:pt x="30" y="55"/>
                    <a:pt x="30" y="5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90" name="Finland">
              <a:extLst>
                <a:ext uri="{FF2B5EF4-FFF2-40B4-BE49-F238E27FC236}">
                  <a16:creationId xmlns:a16="http://schemas.microsoft.com/office/drawing/2014/main" id="{3F4A3640-8D10-0AE8-FFA6-78BA1CA1FC37}"/>
                </a:ext>
              </a:extLst>
            </p:cNvPr>
            <p:cNvSpPr>
              <a:spLocks noEditPoints="1"/>
            </p:cNvSpPr>
            <p:nvPr/>
          </p:nvSpPr>
          <p:spPr bwMode="auto">
            <a:xfrm>
              <a:off x="6299485" y="1392024"/>
              <a:ext cx="318554" cy="350899"/>
            </a:xfrm>
            <a:custGeom>
              <a:avLst/>
              <a:gdLst/>
              <a:ahLst/>
              <a:cxnLst>
                <a:cxn ang="0">
                  <a:pos x="4" y="94"/>
                </a:cxn>
                <a:cxn ang="0">
                  <a:pos x="3" y="95"/>
                </a:cxn>
                <a:cxn ang="0">
                  <a:pos x="4" y="96"/>
                </a:cxn>
                <a:cxn ang="0">
                  <a:pos x="17" y="96"/>
                </a:cxn>
                <a:cxn ang="0">
                  <a:pos x="6" y="96"/>
                </a:cxn>
                <a:cxn ang="0">
                  <a:pos x="76" y="60"/>
                </a:cxn>
                <a:cxn ang="0">
                  <a:pos x="75" y="53"/>
                </a:cxn>
                <a:cxn ang="0">
                  <a:pos x="72" y="47"/>
                </a:cxn>
                <a:cxn ang="0">
                  <a:pos x="74" y="41"/>
                </a:cxn>
                <a:cxn ang="0">
                  <a:pos x="67" y="26"/>
                </a:cxn>
                <a:cxn ang="0">
                  <a:pos x="58" y="15"/>
                </a:cxn>
                <a:cxn ang="0">
                  <a:pos x="61" y="4"/>
                </a:cxn>
                <a:cxn ang="0">
                  <a:pos x="47" y="1"/>
                </a:cxn>
                <a:cxn ang="0">
                  <a:pos x="39" y="4"/>
                </a:cxn>
                <a:cxn ang="0">
                  <a:pos x="34" y="12"/>
                </a:cxn>
                <a:cxn ang="0">
                  <a:pos x="24" y="12"/>
                </a:cxn>
                <a:cxn ang="0">
                  <a:pos x="7" y="7"/>
                </a:cxn>
                <a:cxn ang="0">
                  <a:pos x="7" y="12"/>
                </a:cxn>
                <a:cxn ang="0">
                  <a:pos x="20" y="17"/>
                </a:cxn>
                <a:cxn ang="0">
                  <a:pos x="23" y="24"/>
                </a:cxn>
                <a:cxn ang="0">
                  <a:pos x="26" y="34"/>
                </a:cxn>
                <a:cxn ang="0">
                  <a:pos x="33" y="40"/>
                </a:cxn>
                <a:cxn ang="0">
                  <a:pos x="39" y="44"/>
                </a:cxn>
                <a:cxn ang="0">
                  <a:pos x="39" y="46"/>
                </a:cxn>
                <a:cxn ang="0">
                  <a:pos x="34" y="50"/>
                </a:cxn>
                <a:cxn ang="0">
                  <a:pos x="28" y="56"/>
                </a:cxn>
                <a:cxn ang="0">
                  <a:pos x="25" y="59"/>
                </a:cxn>
                <a:cxn ang="0">
                  <a:pos x="23" y="60"/>
                </a:cxn>
                <a:cxn ang="0">
                  <a:pos x="19" y="62"/>
                </a:cxn>
                <a:cxn ang="0">
                  <a:pos x="17" y="65"/>
                </a:cxn>
                <a:cxn ang="0">
                  <a:pos x="14" y="65"/>
                </a:cxn>
                <a:cxn ang="0">
                  <a:pos x="11" y="71"/>
                </a:cxn>
                <a:cxn ang="0">
                  <a:pos x="12" y="74"/>
                </a:cxn>
                <a:cxn ang="0">
                  <a:pos x="13" y="76"/>
                </a:cxn>
                <a:cxn ang="0">
                  <a:pos x="16" y="82"/>
                </a:cxn>
                <a:cxn ang="0">
                  <a:pos x="15" y="84"/>
                </a:cxn>
                <a:cxn ang="0">
                  <a:pos x="13" y="86"/>
                </a:cxn>
                <a:cxn ang="0">
                  <a:pos x="14" y="90"/>
                </a:cxn>
                <a:cxn ang="0">
                  <a:pos x="18" y="91"/>
                </a:cxn>
                <a:cxn ang="0">
                  <a:pos x="21" y="93"/>
                </a:cxn>
                <a:cxn ang="0">
                  <a:pos x="26" y="94"/>
                </a:cxn>
                <a:cxn ang="0">
                  <a:pos x="23" y="96"/>
                </a:cxn>
                <a:cxn ang="0">
                  <a:pos x="24" y="97"/>
                </a:cxn>
                <a:cxn ang="0">
                  <a:pos x="28" y="96"/>
                </a:cxn>
                <a:cxn ang="0">
                  <a:pos x="29" y="98"/>
                </a:cxn>
                <a:cxn ang="0">
                  <a:pos x="32" y="97"/>
                </a:cxn>
                <a:cxn ang="0">
                  <a:pos x="35" y="97"/>
                </a:cxn>
                <a:cxn ang="0">
                  <a:pos x="39" y="97"/>
                </a:cxn>
                <a:cxn ang="0">
                  <a:pos x="43" y="95"/>
                </a:cxn>
                <a:cxn ang="0">
                  <a:pos x="48" y="94"/>
                </a:cxn>
                <a:cxn ang="0">
                  <a:pos x="49" y="93"/>
                </a:cxn>
                <a:cxn ang="0">
                  <a:pos x="52" y="93"/>
                </a:cxn>
                <a:cxn ang="0">
                  <a:pos x="57" y="92"/>
                </a:cxn>
                <a:cxn ang="0">
                  <a:pos x="62" y="93"/>
                </a:cxn>
                <a:cxn ang="0">
                  <a:pos x="64" y="92"/>
                </a:cxn>
                <a:cxn ang="0">
                  <a:pos x="76" y="82"/>
                </a:cxn>
                <a:cxn ang="0">
                  <a:pos x="87" y="73"/>
                </a:cxn>
                <a:cxn ang="0">
                  <a:pos x="20" y="95"/>
                </a:cxn>
                <a:cxn ang="0">
                  <a:pos x="5" y="96"/>
                </a:cxn>
                <a:cxn ang="0">
                  <a:pos x="20" y="94"/>
                </a:cxn>
              </a:cxnLst>
              <a:rect l="0" t="0" r="r" b="b"/>
              <a:pathLst>
                <a:path w="90" h="99">
                  <a:moveTo>
                    <a:pt x="17" y="96"/>
                  </a:moveTo>
                  <a:cubicBezTo>
                    <a:pt x="17" y="96"/>
                    <a:pt x="17" y="96"/>
                    <a:pt x="16" y="96"/>
                  </a:cubicBezTo>
                  <a:cubicBezTo>
                    <a:pt x="16" y="96"/>
                    <a:pt x="15" y="96"/>
                    <a:pt x="16" y="95"/>
                  </a:cubicBezTo>
                  <a:cubicBezTo>
                    <a:pt x="16" y="95"/>
                    <a:pt x="17" y="96"/>
                    <a:pt x="17" y="96"/>
                  </a:cubicBezTo>
                  <a:close/>
                  <a:moveTo>
                    <a:pt x="4" y="96"/>
                  </a:moveTo>
                  <a:cubicBezTo>
                    <a:pt x="5" y="96"/>
                    <a:pt x="4" y="95"/>
                    <a:pt x="4" y="94"/>
                  </a:cubicBezTo>
                  <a:cubicBezTo>
                    <a:pt x="4" y="95"/>
                    <a:pt x="4" y="94"/>
                    <a:pt x="4" y="94"/>
                  </a:cubicBezTo>
                  <a:cubicBezTo>
                    <a:pt x="4" y="94"/>
                    <a:pt x="4" y="96"/>
                    <a:pt x="5" y="95"/>
                  </a:cubicBezTo>
                  <a:cubicBezTo>
                    <a:pt x="4" y="95"/>
                    <a:pt x="6" y="95"/>
                    <a:pt x="6" y="95"/>
                  </a:cubicBezTo>
                  <a:cubicBezTo>
                    <a:pt x="6" y="95"/>
                    <a:pt x="6" y="94"/>
                    <a:pt x="5" y="94"/>
                  </a:cubicBezTo>
                  <a:cubicBezTo>
                    <a:pt x="6" y="94"/>
                    <a:pt x="3" y="93"/>
                    <a:pt x="4" y="93"/>
                  </a:cubicBezTo>
                  <a:cubicBezTo>
                    <a:pt x="3" y="93"/>
                    <a:pt x="2" y="93"/>
                    <a:pt x="3" y="93"/>
                  </a:cubicBezTo>
                  <a:cubicBezTo>
                    <a:pt x="3" y="94"/>
                    <a:pt x="3" y="94"/>
                    <a:pt x="3" y="94"/>
                  </a:cubicBezTo>
                  <a:cubicBezTo>
                    <a:pt x="3" y="94"/>
                    <a:pt x="3" y="95"/>
                    <a:pt x="3" y="95"/>
                  </a:cubicBezTo>
                  <a:cubicBezTo>
                    <a:pt x="3" y="95"/>
                    <a:pt x="3" y="95"/>
                    <a:pt x="3" y="95"/>
                  </a:cubicBezTo>
                  <a:cubicBezTo>
                    <a:pt x="2" y="95"/>
                    <a:pt x="3" y="94"/>
                    <a:pt x="2" y="94"/>
                  </a:cubicBezTo>
                  <a:cubicBezTo>
                    <a:pt x="2" y="94"/>
                    <a:pt x="2" y="94"/>
                    <a:pt x="2" y="94"/>
                  </a:cubicBezTo>
                  <a:cubicBezTo>
                    <a:pt x="2" y="94"/>
                    <a:pt x="2" y="94"/>
                    <a:pt x="1" y="94"/>
                  </a:cubicBezTo>
                  <a:cubicBezTo>
                    <a:pt x="1" y="94"/>
                    <a:pt x="2" y="95"/>
                    <a:pt x="2" y="95"/>
                  </a:cubicBezTo>
                  <a:cubicBezTo>
                    <a:pt x="2" y="96"/>
                    <a:pt x="2" y="96"/>
                    <a:pt x="3" y="96"/>
                  </a:cubicBezTo>
                  <a:cubicBezTo>
                    <a:pt x="3" y="96"/>
                    <a:pt x="3" y="96"/>
                    <a:pt x="4" y="96"/>
                  </a:cubicBezTo>
                  <a:cubicBezTo>
                    <a:pt x="4" y="96"/>
                    <a:pt x="4" y="96"/>
                    <a:pt x="4" y="96"/>
                  </a:cubicBezTo>
                  <a:close/>
                  <a:moveTo>
                    <a:pt x="23" y="93"/>
                  </a:moveTo>
                  <a:cubicBezTo>
                    <a:pt x="21" y="94"/>
                    <a:pt x="23" y="95"/>
                    <a:pt x="23" y="94"/>
                  </a:cubicBezTo>
                  <a:cubicBezTo>
                    <a:pt x="23" y="94"/>
                    <a:pt x="23" y="94"/>
                    <a:pt x="23" y="93"/>
                  </a:cubicBezTo>
                  <a:close/>
                  <a:moveTo>
                    <a:pt x="19" y="95"/>
                  </a:moveTo>
                  <a:cubicBezTo>
                    <a:pt x="18" y="95"/>
                    <a:pt x="18" y="95"/>
                    <a:pt x="17" y="95"/>
                  </a:cubicBezTo>
                  <a:cubicBezTo>
                    <a:pt x="17" y="95"/>
                    <a:pt x="17" y="96"/>
                    <a:pt x="17" y="96"/>
                  </a:cubicBezTo>
                  <a:cubicBezTo>
                    <a:pt x="18" y="96"/>
                    <a:pt x="18" y="96"/>
                    <a:pt x="18" y="96"/>
                  </a:cubicBezTo>
                  <a:cubicBezTo>
                    <a:pt x="18" y="96"/>
                    <a:pt x="19" y="95"/>
                    <a:pt x="19" y="95"/>
                  </a:cubicBezTo>
                  <a:cubicBezTo>
                    <a:pt x="19" y="95"/>
                    <a:pt x="19" y="95"/>
                    <a:pt x="19" y="95"/>
                  </a:cubicBezTo>
                  <a:cubicBezTo>
                    <a:pt x="19" y="95"/>
                    <a:pt x="19" y="95"/>
                    <a:pt x="18" y="95"/>
                  </a:cubicBezTo>
                  <a:cubicBezTo>
                    <a:pt x="18" y="95"/>
                    <a:pt x="18" y="95"/>
                    <a:pt x="19" y="95"/>
                  </a:cubicBezTo>
                  <a:close/>
                  <a:moveTo>
                    <a:pt x="6" y="95"/>
                  </a:moveTo>
                  <a:cubicBezTo>
                    <a:pt x="6" y="96"/>
                    <a:pt x="6" y="97"/>
                    <a:pt x="6" y="96"/>
                  </a:cubicBezTo>
                  <a:cubicBezTo>
                    <a:pt x="7" y="96"/>
                    <a:pt x="6" y="96"/>
                    <a:pt x="6" y="95"/>
                  </a:cubicBezTo>
                  <a:close/>
                  <a:moveTo>
                    <a:pt x="87" y="66"/>
                  </a:moveTo>
                  <a:cubicBezTo>
                    <a:pt x="86" y="66"/>
                    <a:pt x="86" y="66"/>
                    <a:pt x="86" y="65"/>
                  </a:cubicBezTo>
                  <a:cubicBezTo>
                    <a:pt x="85" y="65"/>
                    <a:pt x="85" y="65"/>
                    <a:pt x="84" y="64"/>
                  </a:cubicBezTo>
                  <a:cubicBezTo>
                    <a:pt x="83" y="64"/>
                    <a:pt x="82" y="63"/>
                    <a:pt x="82" y="63"/>
                  </a:cubicBezTo>
                  <a:cubicBezTo>
                    <a:pt x="81" y="63"/>
                    <a:pt x="80" y="63"/>
                    <a:pt x="80" y="62"/>
                  </a:cubicBezTo>
                  <a:cubicBezTo>
                    <a:pt x="79" y="62"/>
                    <a:pt x="76" y="60"/>
                    <a:pt x="76" y="60"/>
                  </a:cubicBezTo>
                  <a:cubicBezTo>
                    <a:pt x="76" y="59"/>
                    <a:pt x="77" y="60"/>
                    <a:pt x="78" y="59"/>
                  </a:cubicBezTo>
                  <a:cubicBezTo>
                    <a:pt x="78" y="58"/>
                    <a:pt x="79" y="58"/>
                    <a:pt x="79" y="58"/>
                  </a:cubicBezTo>
                  <a:cubicBezTo>
                    <a:pt x="80" y="57"/>
                    <a:pt x="80" y="57"/>
                    <a:pt x="79" y="56"/>
                  </a:cubicBezTo>
                  <a:cubicBezTo>
                    <a:pt x="79" y="56"/>
                    <a:pt x="80" y="55"/>
                    <a:pt x="79" y="55"/>
                  </a:cubicBezTo>
                  <a:cubicBezTo>
                    <a:pt x="78" y="55"/>
                    <a:pt x="78" y="54"/>
                    <a:pt x="77" y="54"/>
                  </a:cubicBezTo>
                  <a:cubicBezTo>
                    <a:pt x="77" y="54"/>
                    <a:pt x="76" y="54"/>
                    <a:pt x="76" y="54"/>
                  </a:cubicBezTo>
                  <a:cubicBezTo>
                    <a:pt x="75" y="54"/>
                    <a:pt x="76" y="53"/>
                    <a:pt x="75" y="53"/>
                  </a:cubicBezTo>
                  <a:cubicBezTo>
                    <a:pt x="75" y="53"/>
                    <a:pt x="74" y="52"/>
                    <a:pt x="75" y="52"/>
                  </a:cubicBezTo>
                  <a:cubicBezTo>
                    <a:pt x="75" y="51"/>
                    <a:pt x="76" y="52"/>
                    <a:pt x="76" y="51"/>
                  </a:cubicBezTo>
                  <a:cubicBezTo>
                    <a:pt x="76" y="51"/>
                    <a:pt x="75" y="51"/>
                    <a:pt x="75" y="50"/>
                  </a:cubicBezTo>
                  <a:cubicBezTo>
                    <a:pt x="75" y="50"/>
                    <a:pt x="74" y="50"/>
                    <a:pt x="74" y="50"/>
                  </a:cubicBezTo>
                  <a:cubicBezTo>
                    <a:pt x="73" y="50"/>
                    <a:pt x="72" y="50"/>
                    <a:pt x="72" y="49"/>
                  </a:cubicBezTo>
                  <a:cubicBezTo>
                    <a:pt x="72" y="49"/>
                    <a:pt x="71" y="48"/>
                    <a:pt x="71" y="48"/>
                  </a:cubicBezTo>
                  <a:cubicBezTo>
                    <a:pt x="71" y="47"/>
                    <a:pt x="72" y="47"/>
                    <a:pt x="72" y="47"/>
                  </a:cubicBezTo>
                  <a:cubicBezTo>
                    <a:pt x="73" y="47"/>
                    <a:pt x="72" y="46"/>
                    <a:pt x="73" y="46"/>
                  </a:cubicBezTo>
                  <a:cubicBezTo>
                    <a:pt x="73" y="46"/>
                    <a:pt x="72" y="46"/>
                    <a:pt x="72" y="46"/>
                  </a:cubicBezTo>
                  <a:cubicBezTo>
                    <a:pt x="71" y="46"/>
                    <a:pt x="70" y="46"/>
                    <a:pt x="71" y="45"/>
                  </a:cubicBezTo>
                  <a:cubicBezTo>
                    <a:pt x="71" y="45"/>
                    <a:pt x="72" y="44"/>
                    <a:pt x="71" y="44"/>
                  </a:cubicBezTo>
                  <a:cubicBezTo>
                    <a:pt x="71" y="43"/>
                    <a:pt x="71" y="43"/>
                    <a:pt x="72" y="42"/>
                  </a:cubicBezTo>
                  <a:cubicBezTo>
                    <a:pt x="72" y="42"/>
                    <a:pt x="71" y="42"/>
                    <a:pt x="71" y="42"/>
                  </a:cubicBezTo>
                  <a:cubicBezTo>
                    <a:pt x="71" y="41"/>
                    <a:pt x="74" y="41"/>
                    <a:pt x="74" y="41"/>
                  </a:cubicBezTo>
                  <a:cubicBezTo>
                    <a:pt x="74" y="41"/>
                    <a:pt x="73" y="39"/>
                    <a:pt x="73" y="39"/>
                  </a:cubicBezTo>
                  <a:cubicBezTo>
                    <a:pt x="72" y="38"/>
                    <a:pt x="72" y="37"/>
                    <a:pt x="71" y="37"/>
                  </a:cubicBezTo>
                  <a:cubicBezTo>
                    <a:pt x="70" y="36"/>
                    <a:pt x="69" y="34"/>
                    <a:pt x="68" y="33"/>
                  </a:cubicBezTo>
                  <a:cubicBezTo>
                    <a:pt x="67" y="32"/>
                    <a:pt x="67" y="32"/>
                    <a:pt x="67" y="32"/>
                  </a:cubicBezTo>
                  <a:cubicBezTo>
                    <a:pt x="66" y="31"/>
                    <a:pt x="65" y="31"/>
                    <a:pt x="64" y="30"/>
                  </a:cubicBezTo>
                  <a:cubicBezTo>
                    <a:pt x="64" y="29"/>
                    <a:pt x="65" y="28"/>
                    <a:pt x="65" y="28"/>
                  </a:cubicBezTo>
                  <a:cubicBezTo>
                    <a:pt x="66" y="27"/>
                    <a:pt x="67" y="26"/>
                    <a:pt x="67" y="26"/>
                  </a:cubicBezTo>
                  <a:cubicBezTo>
                    <a:pt x="68" y="25"/>
                    <a:pt x="69" y="24"/>
                    <a:pt x="70" y="24"/>
                  </a:cubicBezTo>
                  <a:cubicBezTo>
                    <a:pt x="70" y="23"/>
                    <a:pt x="69" y="22"/>
                    <a:pt x="69" y="22"/>
                  </a:cubicBezTo>
                  <a:cubicBezTo>
                    <a:pt x="68" y="21"/>
                    <a:pt x="67" y="21"/>
                    <a:pt x="66" y="20"/>
                  </a:cubicBezTo>
                  <a:cubicBezTo>
                    <a:pt x="66" y="20"/>
                    <a:pt x="65" y="19"/>
                    <a:pt x="65" y="19"/>
                  </a:cubicBezTo>
                  <a:cubicBezTo>
                    <a:pt x="64" y="18"/>
                    <a:pt x="64" y="18"/>
                    <a:pt x="63" y="18"/>
                  </a:cubicBezTo>
                  <a:cubicBezTo>
                    <a:pt x="62" y="18"/>
                    <a:pt x="60" y="18"/>
                    <a:pt x="60" y="17"/>
                  </a:cubicBezTo>
                  <a:cubicBezTo>
                    <a:pt x="59" y="17"/>
                    <a:pt x="58" y="16"/>
                    <a:pt x="58" y="15"/>
                  </a:cubicBezTo>
                  <a:cubicBezTo>
                    <a:pt x="57" y="14"/>
                    <a:pt x="58" y="14"/>
                    <a:pt x="58" y="13"/>
                  </a:cubicBezTo>
                  <a:cubicBezTo>
                    <a:pt x="59" y="13"/>
                    <a:pt x="60" y="12"/>
                    <a:pt x="59" y="11"/>
                  </a:cubicBezTo>
                  <a:cubicBezTo>
                    <a:pt x="59" y="11"/>
                    <a:pt x="57" y="11"/>
                    <a:pt x="57" y="11"/>
                  </a:cubicBezTo>
                  <a:cubicBezTo>
                    <a:pt x="58" y="11"/>
                    <a:pt x="59" y="10"/>
                    <a:pt x="61" y="10"/>
                  </a:cubicBezTo>
                  <a:cubicBezTo>
                    <a:pt x="60" y="9"/>
                    <a:pt x="59" y="9"/>
                    <a:pt x="60" y="8"/>
                  </a:cubicBezTo>
                  <a:cubicBezTo>
                    <a:pt x="60" y="8"/>
                    <a:pt x="60" y="7"/>
                    <a:pt x="61" y="7"/>
                  </a:cubicBezTo>
                  <a:cubicBezTo>
                    <a:pt x="62" y="6"/>
                    <a:pt x="63" y="6"/>
                    <a:pt x="61" y="4"/>
                  </a:cubicBezTo>
                  <a:cubicBezTo>
                    <a:pt x="60" y="3"/>
                    <a:pt x="59" y="3"/>
                    <a:pt x="57" y="3"/>
                  </a:cubicBezTo>
                  <a:cubicBezTo>
                    <a:pt x="57" y="3"/>
                    <a:pt x="55" y="3"/>
                    <a:pt x="55" y="2"/>
                  </a:cubicBezTo>
                  <a:cubicBezTo>
                    <a:pt x="55" y="2"/>
                    <a:pt x="54" y="2"/>
                    <a:pt x="54" y="1"/>
                  </a:cubicBezTo>
                  <a:cubicBezTo>
                    <a:pt x="52" y="1"/>
                    <a:pt x="52" y="0"/>
                    <a:pt x="51" y="0"/>
                  </a:cubicBezTo>
                  <a:cubicBezTo>
                    <a:pt x="50" y="0"/>
                    <a:pt x="49" y="1"/>
                    <a:pt x="48" y="1"/>
                  </a:cubicBezTo>
                  <a:cubicBezTo>
                    <a:pt x="48" y="1"/>
                    <a:pt x="48" y="1"/>
                    <a:pt x="48" y="1"/>
                  </a:cubicBezTo>
                  <a:cubicBezTo>
                    <a:pt x="48" y="1"/>
                    <a:pt x="47" y="1"/>
                    <a:pt x="47" y="1"/>
                  </a:cubicBezTo>
                  <a:cubicBezTo>
                    <a:pt x="47" y="1"/>
                    <a:pt x="46" y="1"/>
                    <a:pt x="45" y="1"/>
                  </a:cubicBezTo>
                  <a:cubicBezTo>
                    <a:pt x="45" y="1"/>
                    <a:pt x="44" y="1"/>
                    <a:pt x="44" y="1"/>
                  </a:cubicBezTo>
                  <a:cubicBezTo>
                    <a:pt x="43" y="1"/>
                    <a:pt x="42" y="1"/>
                    <a:pt x="42" y="2"/>
                  </a:cubicBezTo>
                  <a:cubicBezTo>
                    <a:pt x="41" y="2"/>
                    <a:pt x="41" y="2"/>
                    <a:pt x="41" y="2"/>
                  </a:cubicBezTo>
                  <a:cubicBezTo>
                    <a:pt x="40" y="3"/>
                    <a:pt x="40" y="3"/>
                    <a:pt x="39" y="3"/>
                  </a:cubicBezTo>
                  <a:cubicBezTo>
                    <a:pt x="39" y="3"/>
                    <a:pt x="38" y="3"/>
                    <a:pt x="38" y="4"/>
                  </a:cubicBezTo>
                  <a:cubicBezTo>
                    <a:pt x="38" y="4"/>
                    <a:pt x="39" y="4"/>
                    <a:pt x="39" y="4"/>
                  </a:cubicBezTo>
                  <a:cubicBezTo>
                    <a:pt x="39" y="5"/>
                    <a:pt x="38" y="5"/>
                    <a:pt x="38" y="5"/>
                  </a:cubicBezTo>
                  <a:cubicBezTo>
                    <a:pt x="38" y="5"/>
                    <a:pt x="38" y="6"/>
                    <a:pt x="38" y="6"/>
                  </a:cubicBezTo>
                  <a:cubicBezTo>
                    <a:pt x="38" y="7"/>
                    <a:pt x="38" y="7"/>
                    <a:pt x="37" y="7"/>
                  </a:cubicBezTo>
                  <a:cubicBezTo>
                    <a:pt x="37" y="8"/>
                    <a:pt x="38" y="9"/>
                    <a:pt x="38" y="9"/>
                  </a:cubicBezTo>
                  <a:cubicBezTo>
                    <a:pt x="38" y="10"/>
                    <a:pt x="38" y="10"/>
                    <a:pt x="38" y="10"/>
                  </a:cubicBezTo>
                  <a:cubicBezTo>
                    <a:pt x="38" y="11"/>
                    <a:pt x="37" y="11"/>
                    <a:pt x="37" y="11"/>
                  </a:cubicBezTo>
                  <a:cubicBezTo>
                    <a:pt x="36" y="11"/>
                    <a:pt x="34" y="11"/>
                    <a:pt x="34" y="12"/>
                  </a:cubicBezTo>
                  <a:cubicBezTo>
                    <a:pt x="34" y="13"/>
                    <a:pt x="34" y="13"/>
                    <a:pt x="33" y="13"/>
                  </a:cubicBezTo>
                  <a:cubicBezTo>
                    <a:pt x="33" y="13"/>
                    <a:pt x="33" y="13"/>
                    <a:pt x="32" y="14"/>
                  </a:cubicBezTo>
                  <a:cubicBezTo>
                    <a:pt x="32" y="14"/>
                    <a:pt x="32" y="14"/>
                    <a:pt x="32" y="14"/>
                  </a:cubicBezTo>
                  <a:cubicBezTo>
                    <a:pt x="32" y="14"/>
                    <a:pt x="31" y="13"/>
                    <a:pt x="31" y="13"/>
                  </a:cubicBezTo>
                  <a:cubicBezTo>
                    <a:pt x="30" y="13"/>
                    <a:pt x="30" y="13"/>
                    <a:pt x="29" y="13"/>
                  </a:cubicBezTo>
                  <a:cubicBezTo>
                    <a:pt x="28" y="12"/>
                    <a:pt x="26" y="12"/>
                    <a:pt x="25" y="11"/>
                  </a:cubicBezTo>
                  <a:cubicBezTo>
                    <a:pt x="24" y="11"/>
                    <a:pt x="24" y="12"/>
                    <a:pt x="24" y="12"/>
                  </a:cubicBezTo>
                  <a:cubicBezTo>
                    <a:pt x="23" y="13"/>
                    <a:pt x="22" y="13"/>
                    <a:pt x="22" y="13"/>
                  </a:cubicBezTo>
                  <a:cubicBezTo>
                    <a:pt x="20" y="13"/>
                    <a:pt x="19" y="13"/>
                    <a:pt x="17" y="13"/>
                  </a:cubicBezTo>
                  <a:cubicBezTo>
                    <a:pt x="16" y="13"/>
                    <a:pt x="16" y="12"/>
                    <a:pt x="15" y="12"/>
                  </a:cubicBezTo>
                  <a:cubicBezTo>
                    <a:pt x="14" y="12"/>
                    <a:pt x="14" y="12"/>
                    <a:pt x="14" y="11"/>
                  </a:cubicBezTo>
                  <a:cubicBezTo>
                    <a:pt x="13" y="11"/>
                    <a:pt x="12" y="10"/>
                    <a:pt x="11" y="9"/>
                  </a:cubicBezTo>
                  <a:cubicBezTo>
                    <a:pt x="10" y="9"/>
                    <a:pt x="9" y="8"/>
                    <a:pt x="9" y="8"/>
                  </a:cubicBezTo>
                  <a:cubicBezTo>
                    <a:pt x="8" y="8"/>
                    <a:pt x="8" y="7"/>
                    <a:pt x="7" y="7"/>
                  </a:cubicBezTo>
                  <a:cubicBezTo>
                    <a:pt x="7" y="7"/>
                    <a:pt x="5" y="7"/>
                    <a:pt x="5" y="8"/>
                  </a:cubicBezTo>
                  <a:cubicBezTo>
                    <a:pt x="4" y="8"/>
                    <a:pt x="5" y="9"/>
                    <a:pt x="4" y="9"/>
                  </a:cubicBezTo>
                  <a:cubicBezTo>
                    <a:pt x="3" y="9"/>
                    <a:pt x="2" y="9"/>
                    <a:pt x="2" y="9"/>
                  </a:cubicBezTo>
                  <a:cubicBezTo>
                    <a:pt x="2" y="10"/>
                    <a:pt x="3" y="10"/>
                    <a:pt x="3" y="10"/>
                  </a:cubicBezTo>
                  <a:cubicBezTo>
                    <a:pt x="4" y="10"/>
                    <a:pt x="3" y="11"/>
                    <a:pt x="4" y="11"/>
                  </a:cubicBezTo>
                  <a:cubicBezTo>
                    <a:pt x="4" y="11"/>
                    <a:pt x="5" y="11"/>
                    <a:pt x="6" y="11"/>
                  </a:cubicBezTo>
                  <a:cubicBezTo>
                    <a:pt x="6" y="12"/>
                    <a:pt x="6" y="12"/>
                    <a:pt x="7" y="12"/>
                  </a:cubicBezTo>
                  <a:cubicBezTo>
                    <a:pt x="7" y="12"/>
                    <a:pt x="7" y="12"/>
                    <a:pt x="8" y="12"/>
                  </a:cubicBezTo>
                  <a:cubicBezTo>
                    <a:pt x="8" y="13"/>
                    <a:pt x="9" y="13"/>
                    <a:pt x="9" y="13"/>
                  </a:cubicBezTo>
                  <a:cubicBezTo>
                    <a:pt x="10" y="13"/>
                    <a:pt x="10" y="14"/>
                    <a:pt x="10" y="14"/>
                  </a:cubicBezTo>
                  <a:cubicBezTo>
                    <a:pt x="10" y="14"/>
                    <a:pt x="11" y="14"/>
                    <a:pt x="11" y="14"/>
                  </a:cubicBezTo>
                  <a:cubicBezTo>
                    <a:pt x="12" y="14"/>
                    <a:pt x="12" y="15"/>
                    <a:pt x="13" y="15"/>
                  </a:cubicBezTo>
                  <a:cubicBezTo>
                    <a:pt x="14" y="15"/>
                    <a:pt x="15" y="15"/>
                    <a:pt x="17" y="15"/>
                  </a:cubicBezTo>
                  <a:cubicBezTo>
                    <a:pt x="18" y="16"/>
                    <a:pt x="20" y="16"/>
                    <a:pt x="20" y="17"/>
                  </a:cubicBezTo>
                  <a:cubicBezTo>
                    <a:pt x="20" y="18"/>
                    <a:pt x="21" y="18"/>
                    <a:pt x="22" y="18"/>
                  </a:cubicBezTo>
                  <a:cubicBezTo>
                    <a:pt x="22" y="18"/>
                    <a:pt x="23" y="19"/>
                    <a:pt x="23" y="19"/>
                  </a:cubicBezTo>
                  <a:cubicBezTo>
                    <a:pt x="23" y="19"/>
                    <a:pt x="25" y="20"/>
                    <a:pt x="24" y="20"/>
                  </a:cubicBezTo>
                  <a:cubicBezTo>
                    <a:pt x="24" y="20"/>
                    <a:pt x="23" y="20"/>
                    <a:pt x="23" y="21"/>
                  </a:cubicBezTo>
                  <a:cubicBezTo>
                    <a:pt x="23" y="21"/>
                    <a:pt x="23" y="22"/>
                    <a:pt x="23" y="22"/>
                  </a:cubicBezTo>
                  <a:cubicBezTo>
                    <a:pt x="24" y="23"/>
                    <a:pt x="24" y="23"/>
                    <a:pt x="23" y="23"/>
                  </a:cubicBezTo>
                  <a:cubicBezTo>
                    <a:pt x="23" y="24"/>
                    <a:pt x="23" y="24"/>
                    <a:pt x="23" y="24"/>
                  </a:cubicBezTo>
                  <a:cubicBezTo>
                    <a:pt x="24" y="25"/>
                    <a:pt x="24" y="24"/>
                    <a:pt x="25" y="24"/>
                  </a:cubicBezTo>
                  <a:cubicBezTo>
                    <a:pt x="25" y="24"/>
                    <a:pt x="26" y="25"/>
                    <a:pt x="26" y="26"/>
                  </a:cubicBezTo>
                  <a:cubicBezTo>
                    <a:pt x="26" y="26"/>
                    <a:pt x="25" y="26"/>
                    <a:pt x="24" y="26"/>
                  </a:cubicBezTo>
                  <a:cubicBezTo>
                    <a:pt x="24" y="27"/>
                    <a:pt x="27" y="30"/>
                    <a:pt x="28" y="30"/>
                  </a:cubicBezTo>
                  <a:cubicBezTo>
                    <a:pt x="28" y="31"/>
                    <a:pt x="27" y="31"/>
                    <a:pt x="27" y="31"/>
                  </a:cubicBezTo>
                  <a:cubicBezTo>
                    <a:pt x="27" y="31"/>
                    <a:pt x="27" y="32"/>
                    <a:pt x="27" y="33"/>
                  </a:cubicBezTo>
                  <a:cubicBezTo>
                    <a:pt x="27" y="33"/>
                    <a:pt x="26" y="33"/>
                    <a:pt x="26" y="34"/>
                  </a:cubicBezTo>
                  <a:cubicBezTo>
                    <a:pt x="26" y="34"/>
                    <a:pt x="26" y="34"/>
                    <a:pt x="26" y="35"/>
                  </a:cubicBezTo>
                  <a:cubicBezTo>
                    <a:pt x="26" y="36"/>
                    <a:pt x="26" y="36"/>
                    <a:pt x="27" y="36"/>
                  </a:cubicBezTo>
                  <a:cubicBezTo>
                    <a:pt x="28" y="37"/>
                    <a:pt x="28" y="37"/>
                    <a:pt x="29" y="38"/>
                  </a:cubicBezTo>
                  <a:cubicBezTo>
                    <a:pt x="29" y="38"/>
                    <a:pt x="29" y="39"/>
                    <a:pt x="30" y="39"/>
                  </a:cubicBezTo>
                  <a:cubicBezTo>
                    <a:pt x="30" y="39"/>
                    <a:pt x="31" y="41"/>
                    <a:pt x="31" y="40"/>
                  </a:cubicBezTo>
                  <a:cubicBezTo>
                    <a:pt x="31" y="40"/>
                    <a:pt x="31" y="40"/>
                    <a:pt x="30" y="40"/>
                  </a:cubicBezTo>
                  <a:cubicBezTo>
                    <a:pt x="31" y="40"/>
                    <a:pt x="32" y="41"/>
                    <a:pt x="33" y="40"/>
                  </a:cubicBezTo>
                  <a:cubicBezTo>
                    <a:pt x="33" y="41"/>
                    <a:pt x="33" y="41"/>
                    <a:pt x="34" y="41"/>
                  </a:cubicBezTo>
                  <a:cubicBezTo>
                    <a:pt x="34" y="41"/>
                    <a:pt x="34" y="42"/>
                    <a:pt x="34" y="42"/>
                  </a:cubicBezTo>
                  <a:cubicBezTo>
                    <a:pt x="34" y="42"/>
                    <a:pt x="35" y="41"/>
                    <a:pt x="35" y="42"/>
                  </a:cubicBezTo>
                  <a:cubicBezTo>
                    <a:pt x="35" y="42"/>
                    <a:pt x="36" y="42"/>
                    <a:pt x="36" y="42"/>
                  </a:cubicBezTo>
                  <a:cubicBezTo>
                    <a:pt x="36" y="42"/>
                    <a:pt x="37" y="42"/>
                    <a:pt x="37" y="42"/>
                  </a:cubicBezTo>
                  <a:cubicBezTo>
                    <a:pt x="38" y="43"/>
                    <a:pt x="38" y="42"/>
                    <a:pt x="38" y="43"/>
                  </a:cubicBezTo>
                  <a:cubicBezTo>
                    <a:pt x="38" y="43"/>
                    <a:pt x="39" y="43"/>
                    <a:pt x="39" y="44"/>
                  </a:cubicBezTo>
                  <a:cubicBezTo>
                    <a:pt x="39" y="44"/>
                    <a:pt x="39" y="44"/>
                    <a:pt x="39" y="44"/>
                  </a:cubicBezTo>
                  <a:cubicBezTo>
                    <a:pt x="39" y="44"/>
                    <a:pt x="39" y="44"/>
                    <a:pt x="39" y="45"/>
                  </a:cubicBezTo>
                  <a:cubicBezTo>
                    <a:pt x="39" y="45"/>
                    <a:pt x="39" y="45"/>
                    <a:pt x="39" y="45"/>
                  </a:cubicBezTo>
                  <a:cubicBezTo>
                    <a:pt x="39" y="45"/>
                    <a:pt x="39" y="45"/>
                    <a:pt x="39" y="45"/>
                  </a:cubicBezTo>
                  <a:cubicBezTo>
                    <a:pt x="39" y="46"/>
                    <a:pt x="39" y="46"/>
                    <a:pt x="39" y="46"/>
                  </a:cubicBezTo>
                  <a:cubicBezTo>
                    <a:pt x="39" y="46"/>
                    <a:pt x="39" y="46"/>
                    <a:pt x="39" y="46"/>
                  </a:cubicBezTo>
                  <a:cubicBezTo>
                    <a:pt x="39" y="46"/>
                    <a:pt x="39" y="46"/>
                    <a:pt x="39" y="46"/>
                  </a:cubicBezTo>
                  <a:cubicBezTo>
                    <a:pt x="39" y="47"/>
                    <a:pt x="39" y="47"/>
                    <a:pt x="40" y="47"/>
                  </a:cubicBezTo>
                  <a:cubicBezTo>
                    <a:pt x="40" y="47"/>
                    <a:pt x="40" y="48"/>
                    <a:pt x="41" y="48"/>
                  </a:cubicBezTo>
                  <a:cubicBezTo>
                    <a:pt x="41" y="48"/>
                    <a:pt x="39" y="48"/>
                    <a:pt x="39" y="48"/>
                  </a:cubicBezTo>
                  <a:cubicBezTo>
                    <a:pt x="39" y="49"/>
                    <a:pt x="41" y="48"/>
                    <a:pt x="40" y="49"/>
                  </a:cubicBezTo>
                  <a:cubicBezTo>
                    <a:pt x="40" y="50"/>
                    <a:pt x="39" y="49"/>
                    <a:pt x="38" y="49"/>
                  </a:cubicBezTo>
                  <a:cubicBezTo>
                    <a:pt x="38" y="49"/>
                    <a:pt x="35" y="49"/>
                    <a:pt x="36" y="50"/>
                  </a:cubicBezTo>
                  <a:cubicBezTo>
                    <a:pt x="36" y="49"/>
                    <a:pt x="34" y="50"/>
                    <a:pt x="34" y="50"/>
                  </a:cubicBezTo>
                  <a:cubicBezTo>
                    <a:pt x="34" y="50"/>
                    <a:pt x="34" y="51"/>
                    <a:pt x="33" y="51"/>
                  </a:cubicBezTo>
                  <a:cubicBezTo>
                    <a:pt x="33" y="51"/>
                    <a:pt x="33" y="52"/>
                    <a:pt x="33" y="52"/>
                  </a:cubicBezTo>
                  <a:cubicBezTo>
                    <a:pt x="33" y="52"/>
                    <a:pt x="32" y="52"/>
                    <a:pt x="32" y="53"/>
                  </a:cubicBezTo>
                  <a:cubicBezTo>
                    <a:pt x="32" y="53"/>
                    <a:pt x="32" y="53"/>
                    <a:pt x="33" y="53"/>
                  </a:cubicBezTo>
                  <a:cubicBezTo>
                    <a:pt x="32" y="53"/>
                    <a:pt x="29" y="54"/>
                    <a:pt x="30" y="55"/>
                  </a:cubicBezTo>
                  <a:cubicBezTo>
                    <a:pt x="30" y="55"/>
                    <a:pt x="29" y="55"/>
                    <a:pt x="29" y="55"/>
                  </a:cubicBezTo>
                  <a:cubicBezTo>
                    <a:pt x="29" y="56"/>
                    <a:pt x="29" y="56"/>
                    <a:pt x="28" y="56"/>
                  </a:cubicBezTo>
                  <a:cubicBezTo>
                    <a:pt x="28" y="56"/>
                    <a:pt x="28" y="57"/>
                    <a:pt x="28" y="56"/>
                  </a:cubicBezTo>
                  <a:cubicBezTo>
                    <a:pt x="28" y="57"/>
                    <a:pt x="28" y="57"/>
                    <a:pt x="28" y="57"/>
                  </a:cubicBezTo>
                  <a:cubicBezTo>
                    <a:pt x="28" y="57"/>
                    <a:pt x="27" y="57"/>
                    <a:pt x="26" y="57"/>
                  </a:cubicBezTo>
                  <a:cubicBezTo>
                    <a:pt x="26" y="57"/>
                    <a:pt x="26" y="58"/>
                    <a:pt x="27" y="58"/>
                  </a:cubicBezTo>
                  <a:cubicBezTo>
                    <a:pt x="26" y="59"/>
                    <a:pt x="26" y="58"/>
                    <a:pt x="26" y="58"/>
                  </a:cubicBezTo>
                  <a:cubicBezTo>
                    <a:pt x="26" y="59"/>
                    <a:pt x="25" y="59"/>
                    <a:pt x="25" y="59"/>
                  </a:cubicBezTo>
                  <a:cubicBezTo>
                    <a:pt x="25" y="59"/>
                    <a:pt x="25" y="59"/>
                    <a:pt x="25" y="59"/>
                  </a:cubicBezTo>
                  <a:cubicBezTo>
                    <a:pt x="25" y="59"/>
                    <a:pt x="24" y="59"/>
                    <a:pt x="24" y="59"/>
                  </a:cubicBezTo>
                  <a:cubicBezTo>
                    <a:pt x="24" y="59"/>
                    <a:pt x="25" y="59"/>
                    <a:pt x="25" y="59"/>
                  </a:cubicBezTo>
                  <a:cubicBezTo>
                    <a:pt x="24" y="59"/>
                    <a:pt x="24" y="59"/>
                    <a:pt x="24" y="59"/>
                  </a:cubicBezTo>
                  <a:cubicBezTo>
                    <a:pt x="24" y="59"/>
                    <a:pt x="24" y="60"/>
                    <a:pt x="24" y="60"/>
                  </a:cubicBezTo>
                  <a:cubicBezTo>
                    <a:pt x="24" y="60"/>
                    <a:pt x="23" y="59"/>
                    <a:pt x="23" y="60"/>
                  </a:cubicBezTo>
                  <a:cubicBezTo>
                    <a:pt x="23" y="60"/>
                    <a:pt x="24" y="60"/>
                    <a:pt x="23" y="60"/>
                  </a:cubicBezTo>
                  <a:cubicBezTo>
                    <a:pt x="23" y="60"/>
                    <a:pt x="24" y="60"/>
                    <a:pt x="23" y="60"/>
                  </a:cubicBezTo>
                  <a:cubicBezTo>
                    <a:pt x="23" y="60"/>
                    <a:pt x="23" y="60"/>
                    <a:pt x="23" y="61"/>
                  </a:cubicBezTo>
                  <a:cubicBezTo>
                    <a:pt x="23" y="61"/>
                    <a:pt x="23" y="61"/>
                    <a:pt x="23" y="61"/>
                  </a:cubicBezTo>
                  <a:cubicBezTo>
                    <a:pt x="22" y="61"/>
                    <a:pt x="22" y="61"/>
                    <a:pt x="22" y="61"/>
                  </a:cubicBezTo>
                  <a:cubicBezTo>
                    <a:pt x="22" y="61"/>
                    <a:pt x="21" y="61"/>
                    <a:pt x="21" y="60"/>
                  </a:cubicBezTo>
                  <a:cubicBezTo>
                    <a:pt x="21" y="61"/>
                    <a:pt x="20" y="61"/>
                    <a:pt x="20" y="62"/>
                  </a:cubicBezTo>
                  <a:cubicBezTo>
                    <a:pt x="20" y="62"/>
                    <a:pt x="20" y="62"/>
                    <a:pt x="20" y="62"/>
                  </a:cubicBezTo>
                  <a:cubicBezTo>
                    <a:pt x="20" y="63"/>
                    <a:pt x="20" y="63"/>
                    <a:pt x="19" y="62"/>
                  </a:cubicBezTo>
                  <a:cubicBezTo>
                    <a:pt x="19" y="62"/>
                    <a:pt x="19" y="62"/>
                    <a:pt x="19" y="62"/>
                  </a:cubicBezTo>
                  <a:cubicBezTo>
                    <a:pt x="19" y="63"/>
                    <a:pt x="19" y="63"/>
                    <a:pt x="20" y="63"/>
                  </a:cubicBezTo>
                  <a:cubicBezTo>
                    <a:pt x="19" y="63"/>
                    <a:pt x="18" y="63"/>
                    <a:pt x="18" y="63"/>
                  </a:cubicBezTo>
                  <a:cubicBezTo>
                    <a:pt x="18" y="63"/>
                    <a:pt x="20" y="64"/>
                    <a:pt x="20" y="64"/>
                  </a:cubicBezTo>
                  <a:cubicBezTo>
                    <a:pt x="19" y="65"/>
                    <a:pt x="19" y="64"/>
                    <a:pt x="19" y="65"/>
                  </a:cubicBezTo>
                  <a:cubicBezTo>
                    <a:pt x="19" y="65"/>
                    <a:pt x="18" y="65"/>
                    <a:pt x="17" y="65"/>
                  </a:cubicBezTo>
                  <a:cubicBezTo>
                    <a:pt x="17" y="65"/>
                    <a:pt x="17" y="65"/>
                    <a:pt x="17" y="65"/>
                  </a:cubicBezTo>
                  <a:cubicBezTo>
                    <a:pt x="17" y="65"/>
                    <a:pt x="17" y="66"/>
                    <a:pt x="17" y="66"/>
                  </a:cubicBezTo>
                  <a:cubicBezTo>
                    <a:pt x="17" y="66"/>
                    <a:pt x="17" y="66"/>
                    <a:pt x="16" y="65"/>
                  </a:cubicBezTo>
                  <a:cubicBezTo>
                    <a:pt x="17" y="65"/>
                    <a:pt x="17" y="65"/>
                    <a:pt x="17" y="65"/>
                  </a:cubicBezTo>
                  <a:cubicBezTo>
                    <a:pt x="16" y="65"/>
                    <a:pt x="16" y="65"/>
                    <a:pt x="16" y="65"/>
                  </a:cubicBezTo>
                  <a:cubicBezTo>
                    <a:pt x="16" y="65"/>
                    <a:pt x="15" y="65"/>
                    <a:pt x="15" y="65"/>
                  </a:cubicBezTo>
                  <a:cubicBezTo>
                    <a:pt x="15" y="65"/>
                    <a:pt x="14" y="65"/>
                    <a:pt x="14" y="65"/>
                  </a:cubicBezTo>
                  <a:cubicBezTo>
                    <a:pt x="13" y="65"/>
                    <a:pt x="13" y="65"/>
                    <a:pt x="14" y="65"/>
                  </a:cubicBezTo>
                  <a:cubicBezTo>
                    <a:pt x="13" y="66"/>
                    <a:pt x="15" y="67"/>
                    <a:pt x="15" y="67"/>
                  </a:cubicBezTo>
                  <a:cubicBezTo>
                    <a:pt x="15" y="67"/>
                    <a:pt x="13" y="66"/>
                    <a:pt x="13" y="67"/>
                  </a:cubicBezTo>
                  <a:cubicBezTo>
                    <a:pt x="13" y="67"/>
                    <a:pt x="13" y="68"/>
                    <a:pt x="13" y="68"/>
                  </a:cubicBezTo>
                  <a:cubicBezTo>
                    <a:pt x="12" y="69"/>
                    <a:pt x="12" y="69"/>
                    <a:pt x="12" y="69"/>
                  </a:cubicBezTo>
                  <a:cubicBezTo>
                    <a:pt x="12" y="69"/>
                    <a:pt x="10" y="70"/>
                    <a:pt x="11" y="70"/>
                  </a:cubicBezTo>
                  <a:cubicBezTo>
                    <a:pt x="11" y="70"/>
                    <a:pt x="10" y="70"/>
                    <a:pt x="10" y="71"/>
                  </a:cubicBezTo>
                  <a:cubicBezTo>
                    <a:pt x="11" y="71"/>
                    <a:pt x="11" y="71"/>
                    <a:pt x="11" y="71"/>
                  </a:cubicBezTo>
                  <a:cubicBezTo>
                    <a:pt x="11" y="71"/>
                    <a:pt x="11" y="71"/>
                    <a:pt x="11" y="71"/>
                  </a:cubicBezTo>
                  <a:cubicBezTo>
                    <a:pt x="11" y="71"/>
                    <a:pt x="11" y="71"/>
                    <a:pt x="12" y="71"/>
                  </a:cubicBezTo>
                  <a:cubicBezTo>
                    <a:pt x="11" y="71"/>
                    <a:pt x="11" y="72"/>
                    <a:pt x="11" y="72"/>
                  </a:cubicBezTo>
                  <a:cubicBezTo>
                    <a:pt x="11" y="72"/>
                    <a:pt x="11" y="72"/>
                    <a:pt x="11" y="72"/>
                  </a:cubicBezTo>
                  <a:cubicBezTo>
                    <a:pt x="11" y="73"/>
                    <a:pt x="11" y="73"/>
                    <a:pt x="11" y="72"/>
                  </a:cubicBezTo>
                  <a:cubicBezTo>
                    <a:pt x="11" y="73"/>
                    <a:pt x="11" y="73"/>
                    <a:pt x="11" y="73"/>
                  </a:cubicBezTo>
                  <a:cubicBezTo>
                    <a:pt x="12" y="73"/>
                    <a:pt x="11" y="73"/>
                    <a:pt x="12" y="74"/>
                  </a:cubicBezTo>
                  <a:cubicBezTo>
                    <a:pt x="12" y="74"/>
                    <a:pt x="12" y="73"/>
                    <a:pt x="12" y="73"/>
                  </a:cubicBezTo>
                  <a:cubicBezTo>
                    <a:pt x="12" y="74"/>
                    <a:pt x="12" y="73"/>
                    <a:pt x="13" y="74"/>
                  </a:cubicBezTo>
                  <a:cubicBezTo>
                    <a:pt x="13" y="74"/>
                    <a:pt x="13" y="74"/>
                    <a:pt x="13" y="75"/>
                  </a:cubicBezTo>
                  <a:cubicBezTo>
                    <a:pt x="13" y="75"/>
                    <a:pt x="13" y="75"/>
                    <a:pt x="13" y="75"/>
                  </a:cubicBezTo>
                  <a:cubicBezTo>
                    <a:pt x="13" y="75"/>
                    <a:pt x="13" y="75"/>
                    <a:pt x="13" y="75"/>
                  </a:cubicBezTo>
                  <a:cubicBezTo>
                    <a:pt x="13" y="75"/>
                    <a:pt x="13" y="75"/>
                    <a:pt x="13" y="76"/>
                  </a:cubicBezTo>
                  <a:cubicBezTo>
                    <a:pt x="13" y="76"/>
                    <a:pt x="13" y="76"/>
                    <a:pt x="13" y="76"/>
                  </a:cubicBezTo>
                  <a:cubicBezTo>
                    <a:pt x="13" y="76"/>
                    <a:pt x="13" y="77"/>
                    <a:pt x="12" y="77"/>
                  </a:cubicBezTo>
                  <a:cubicBezTo>
                    <a:pt x="13" y="77"/>
                    <a:pt x="13" y="77"/>
                    <a:pt x="13" y="78"/>
                  </a:cubicBezTo>
                  <a:cubicBezTo>
                    <a:pt x="13" y="78"/>
                    <a:pt x="13" y="78"/>
                    <a:pt x="14" y="78"/>
                  </a:cubicBezTo>
                  <a:cubicBezTo>
                    <a:pt x="14" y="78"/>
                    <a:pt x="14" y="79"/>
                    <a:pt x="14" y="79"/>
                  </a:cubicBezTo>
                  <a:cubicBezTo>
                    <a:pt x="14" y="79"/>
                    <a:pt x="15" y="80"/>
                    <a:pt x="15" y="80"/>
                  </a:cubicBezTo>
                  <a:cubicBezTo>
                    <a:pt x="15" y="80"/>
                    <a:pt x="15" y="80"/>
                    <a:pt x="15" y="80"/>
                  </a:cubicBezTo>
                  <a:cubicBezTo>
                    <a:pt x="15" y="80"/>
                    <a:pt x="16" y="82"/>
                    <a:pt x="16" y="82"/>
                  </a:cubicBezTo>
                  <a:cubicBezTo>
                    <a:pt x="16" y="82"/>
                    <a:pt x="14" y="81"/>
                    <a:pt x="14" y="81"/>
                  </a:cubicBezTo>
                  <a:cubicBezTo>
                    <a:pt x="14" y="82"/>
                    <a:pt x="15" y="82"/>
                    <a:pt x="15" y="82"/>
                  </a:cubicBezTo>
                  <a:cubicBezTo>
                    <a:pt x="15" y="82"/>
                    <a:pt x="14" y="82"/>
                    <a:pt x="14" y="82"/>
                  </a:cubicBezTo>
                  <a:cubicBezTo>
                    <a:pt x="14" y="82"/>
                    <a:pt x="15" y="82"/>
                    <a:pt x="15" y="83"/>
                  </a:cubicBezTo>
                  <a:cubicBezTo>
                    <a:pt x="15" y="83"/>
                    <a:pt x="15" y="83"/>
                    <a:pt x="14" y="83"/>
                  </a:cubicBezTo>
                  <a:cubicBezTo>
                    <a:pt x="15" y="83"/>
                    <a:pt x="15" y="84"/>
                    <a:pt x="15" y="84"/>
                  </a:cubicBezTo>
                  <a:cubicBezTo>
                    <a:pt x="15" y="84"/>
                    <a:pt x="15" y="84"/>
                    <a:pt x="15" y="84"/>
                  </a:cubicBezTo>
                  <a:cubicBezTo>
                    <a:pt x="15" y="85"/>
                    <a:pt x="15" y="85"/>
                    <a:pt x="16" y="85"/>
                  </a:cubicBezTo>
                  <a:cubicBezTo>
                    <a:pt x="15" y="85"/>
                    <a:pt x="15" y="85"/>
                    <a:pt x="15" y="85"/>
                  </a:cubicBezTo>
                  <a:cubicBezTo>
                    <a:pt x="15" y="85"/>
                    <a:pt x="14" y="85"/>
                    <a:pt x="14" y="85"/>
                  </a:cubicBezTo>
                  <a:cubicBezTo>
                    <a:pt x="15" y="85"/>
                    <a:pt x="14" y="86"/>
                    <a:pt x="15" y="86"/>
                  </a:cubicBezTo>
                  <a:cubicBezTo>
                    <a:pt x="15" y="86"/>
                    <a:pt x="14" y="86"/>
                    <a:pt x="14" y="86"/>
                  </a:cubicBezTo>
                  <a:cubicBezTo>
                    <a:pt x="14" y="86"/>
                    <a:pt x="15" y="87"/>
                    <a:pt x="14" y="87"/>
                  </a:cubicBezTo>
                  <a:cubicBezTo>
                    <a:pt x="14" y="87"/>
                    <a:pt x="14" y="86"/>
                    <a:pt x="13" y="86"/>
                  </a:cubicBezTo>
                  <a:cubicBezTo>
                    <a:pt x="14" y="87"/>
                    <a:pt x="14" y="87"/>
                    <a:pt x="14" y="87"/>
                  </a:cubicBezTo>
                  <a:cubicBezTo>
                    <a:pt x="14" y="87"/>
                    <a:pt x="15" y="88"/>
                    <a:pt x="15" y="88"/>
                  </a:cubicBezTo>
                  <a:cubicBezTo>
                    <a:pt x="14" y="88"/>
                    <a:pt x="14" y="88"/>
                    <a:pt x="14" y="88"/>
                  </a:cubicBezTo>
                  <a:cubicBezTo>
                    <a:pt x="14" y="88"/>
                    <a:pt x="15" y="88"/>
                    <a:pt x="15" y="88"/>
                  </a:cubicBezTo>
                  <a:cubicBezTo>
                    <a:pt x="14" y="88"/>
                    <a:pt x="14" y="88"/>
                    <a:pt x="14" y="89"/>
                  </a:cubicBezTo>
                  <a:cubicBezTo>
                    <a:pt x="14" y="89"/>
                    <a:pt x="15" y="90"/>
                    <a:pt x="15" y="90"/>
                  </a:cubicBezTo>
                  <a:cubicBezTo>
                    <a:pt x="15" y="90"/>
                    <a:pt x="14" y="90"/>
                    <a:pt x="14" y="90"/>
                  </a:cubicBezTo>
                  <a:cubicBezTo>
                    <a:pt x="14" y="91"/>
                    <a:pt x="15" y="91"/>
                    <a:pt x="15" y="91"/>
                  </a:cubicBezTo>
                  <a:cubicBezTo>
                    <a:pt x="14" y="91"/>
                    <a:pt x="15" y="91"/>
                    <a:pt x="15" y="91"/>
                  </a:cubicBezTo>
                  <a:cubicBezTo>
                    <a:pt x="15" y="91"/>
                    <a:pt x="15" y="91"/>
                    <a:pt x="16" y="91"/>
                  </a:cubicBezTo>
                  <a:cubicBezTo>
                    <a:pt x="16" y="92"/>
                    <a:pt x="16" y="93"/>
                    <a:pt x="17" y="92"/>
                  </a:cubicBezTo>
                  <a:cubicBezTo>
                    <a:pt x="17" y="91"/>
                    <a:pt x="17" y="91"/>
                    <a:pt x="16" y="91"/>
                  </a:cubicBezTo>
                  <a:cubicBezTo>
                    <a:pt x="17" y="91"/>
                    <a:pt x="17" y="91"/>
                    <a:pt x="17" y="91"/>
                  </a:cubicBezTo>
                  <a:cubicBezTo>
                    <a:pt x="17" y="91"/>
                    <a:pt x="18" y="91"/>
                    <a:pt x="18" y="91"/>
                  </a:cubicBezTo>
                  <a:cubicBezTo>
                    <a:pt x="18" y="91"/>
                    <a:pt x="17" y="92"/>
                    <a:pt x="18" y="92"/>
                  </a:cubicBezTo>
                  <a:cubicBezTo>
                    <a:pt x="18" y="92"/>
                    <a:pt x="18" y="92"/>
                    <a:pt x="18" y="92"/>
                  </a:cubicBezTo>
                  <a:cubicBezTo>
                    <a:pt x="18" y="92"/>
                    <a:pt x="18" y="92"/>
                    <a:pt x="18" y="92"/>
                  </a:cubicBezTo>
                  <a:cubicBezTo>
                    <a:pt x="18" y="92"/>
                    <a:pt x="19" y="92"/>
                    <a:pt x="19" y="92"/>
                  </a:cubicBezTo>
                  <a:cubicBezTo>
                    <a:pt x="19" y="92"/>
                    <a:pt x="20" y="93"/>
                    <a:pt x="20" y="92"/>
                  </a:cubicBezTo>
                  <a:cubicBezTo>
                    <a:pt x="20" y="93"/>
                    <a:pt x="20" y="93"/>
                    <a:pt x="20" y="93"/>
                  </a:cubicBezTo>
                  <a:cubicBezTo>
                    <a:pt x="20" y="93"/>
                    <a:pt x="21" y="93"/>
                    <a:pt x="21" y="93"/>
                  </a:cubicBezTo>
                  <a:cubicBezTo>
                    <a:pt x="21" y="93"/>
                    <a:pt x="21" y="93"/>
                    <a:pt x="21" y="93"/>
                  </a:cubicBezTo>
                  <a:cubicBezTo>
                    <a:pt x="22" y="94"/>
                    <a:pt x="23" y="93"/>
                    <a:pt x="23" y="93"/>
                  </a:cubicBezTo>
                  <a:cubicBezTo>
                    <a:pt x="23" y="93"/>
                    <a:pt x="24" y="93"/>
                    <a:pt x="24" y="93"/>
                  </a:cubicBezTo>
                  <a:cubicBezTo>
                    <a:pt x="24" y="94"/>
                    <a:pt x="23" y="94"/>
                    <a:pt x="23" y="94"/>
                  </a:cubicBezTo>
                  <a:cubicBezTo>
                    <a:pt x="23" y="95"/>
                    <a:pt x="24" y="95"/>
                    <a:pt x="24" y="95"/>
                  </a:cubicBezTo>
                  <a:cubicBezTo>
                    <a:pt x="24" y="95"/>
                    <a:pt x="24" y="95"/>
                    <a:pt x="24" y="95"/>
                  </a:cubicBezTo>
                  <a:cubicBezTo>
                    <a:pt x="24" y="95"/>
                    <a:pt x="25" y="95"/>
                    <a:pt x="26" y="94"/>
                  </a:cubicBezTo>
                  <a:cubicBezTo>
                    <a:pt x="26" y="94"/>
                    <a:pt x="28" y="93"/>
                    <a:pt x="28" y="94"/>
                  </a:cubicBezTo>
                  <a:cubicBezTo>
                    <a:pt x="28" y="94"/>
                    <a:pt x="27" y="94"/>
                    <a:pt x="27" y="95"/>
                  </a:cubicBezTo>
                  <a:cubicBezTo>
                    <a:pt x="27" y="94"/>
                    <a:pt x="27" y="94"/>
                    <a:pt x="27" y="94"/>
                  </a:cubicBezTo>
                  <a:cubicBezTo>
                    <a:pt x="27" y="94"/>
                    <a:pt x="26" y="95"/>
                    <a:pt x="26" y="95"/>
                  </a:cubicBezTo>
                  <a:cubicBezTo>
                    <a:pt x="25" y="95"/>
                    <a:pt x="24" y="95"/>
                    <a:pt x="23" y="95"/>
                  </a:cubicBezTo>
                  <a:cubicBezTo>
                    <a:pt x="23" y="95"/>
                    <a:pt x="23" y="95"/>
                    <a:pt x="23" y="95"/>
                  </a:cubicBezTo>
                  <a:cubicBezTo>
                    <a:pt x="23" y="95"/>
                    <a:pt x="23" y="95"/>
                    <a:pt x="23" y="96"/>
                  </a:cubicBezTo>
                  <a:cubicBezTo>
                    <a:pt x="23" y="96"/>
                    <a:pt x="24" y="96"/>
                    <a:pt x="24" y="96"/>
                  </a:cubicBezTo>
                  <a:cubicBezTo>
                    <a:pt x="24" y="96"/>
                    <a:pt x="23" y="96"/>
                    <a:pt x="23" y="96"/>
                  </a:cubicBezTo>
                  <a:cubicBezTo>
                    <a:pt x="23" y="96"/>
                    <a:pt x="23" y="96"/>
                    <a:pt x="23" y="96"/>
                  </a:cubicBezTo>
                  <a:cubicBezTo>
                    <a:pt x="23" y="96"/>
                    <a:pt x="22" y="97"/>
                    <a:pt x="23" y="97"/>
                  </a:cubicBezTo>
                  <a:cubicBezTo>
                    <a:pt x="23" y="97"/>
                    <a:pt x="23" y="97"/>
                    <a:pt x="23" y="97"/>
                  </a:cubicBezTo>
                  <a:cubicBezTo>
                    <a:pt x="23" y="97"/>
                    <a:pt x="23" y="97"/>
                    <a:pt x="24" y="97"/>
                  </a:cubicBezTo>
                  <a:cubicBezTo>
                    <a:pt x="24" y="97"/>
                    <a:pt x="24" y="97"/>
                    <a:pt x="24" y="97"/>
                  </a:cubicBezTo>
                  <a:cubicBezTo>
                    <a:pt x="24" y="97"/>
                    <a:pt x="24" y="97"/>
                    <a:pt x="24" y="97"/>
                  </a:cubicBezTo>
                  <a:cubicBezTo>
                    <a:pt x="25" y="97"/>
                    <a:pt x="25" y="97"/>
                    <a:pt x="26" y="97"/>
                  </a:cubicBezTo>
                  <a:cubicBezTo>
                    <a:pt x="26" y="97"/>
                    <a:pt x="26" y="97"/>
                    <a:pt x="26" y="96"/>
                  </a:cubicBezTo>
                  <a:cubicBezTo>
                    <a:pt x="26" y="96"/>
                    <a:pt x="26" y="96"/>
                    <a:pt x="26" y="95"/>
                  </a:cubicBezTo>
                  <a:cubicBezTo>
                    <a:pt x="26" y="95"/>
                    <a:pt x="26" y="95"/>
                    <a:pt x="27" y="95"/>
                  </a:cubicBezTo>
                  <a:cubicBezTo>
                    <a:pt x="27" y="95"/>
                    <a:pt x="26" y="95"/>
                    <a:pt x="26" y="95"/>
                  </a:cubicBezTo>
                  <a:cubicBezTo>
                    <a:pt x="26" y="96"/>
                    <a:pt x="27" y="96"/>
                    <a:pt x="28" y="96"/>
                  </a:cubicBezTo>
                  <a:cubicBezTo>
                    <a:pt x="26" y="97"/>
                    <a:pt x="29" y="97"/>
                    <a:pt x="29" y="97"/>
                  </a:cubicBezTo>
                  <a:cubicBezTo>
                    <a:pt x="29" y="97"/>
                    <a:pt x="29" y="96"/>
                    <a:pt x="28" y="97"/>
                  </a:cubicBezTo>
                  <a:cubicBezTo>
                    <a:pt x="28" y="97"/>
                    <a:pt x="29" y="97"/>
                    <a:pt x="29" y="97"/>
                  </a:cubicBezTo>
                  <a:cubicBezTo>
                    <a:pt x="29" y="97"/>
                    <a:pt x="28" y="97"/>
                    <a:pt x="28" y="98"/>
                  </a:cubicBezTo>
                  <a:cubicBezTo>
                    <a:pt x="29" y="98"/>
                    <a:pt x="29" y="97"/>
                    <a:pt x="29" y="98"/>
                  </a:cubicBezTo>
                  <a:cubicBezTo>
                    <a:pt x="29" y="98"/>
                    <a:pt x="29" y="98"/>
                    <a:pt x="29" y="98"/>
                  </a:cubicBezTo>
                  <a:cubicBezTo>
                    <a:pt x="28" y="98"/>
                    <a:pt x="29" y="98"/>
                    <a:pt x="29" y="98"/>
                  </a:cubicBezTo>
                  <a:cubicBezTo>
                    <a:pt x="29" y="98"/>
                    <a:pt x="30" y="97"/>
                    <a:pt x="30" y="97"/>
                  </a:cubicBezTo>
                  <a:cubicBezTo>
                    <a:pt x="30" y="99"/>
                    <a:pt x="27" y="98"/>
                    <a:pt x="27" y="99"/>
                  </a:cubicBezTo>
                  <a:cubicBezTo>
                    <a:pt x="27" y="99"/>
                    <a:pt x="28" y="99"/>
                    <a:pt x="29" y="99"/>
                  </a:cubicBezTo>
                  <a:cubicBezTo>
                    <a:pt x="29" y="99"/>
                    <a:pt x="30" y="98"/>
                    <a:pt x="30" y="98"/>
                  </a:cubicBezTo>
                  <a:cubicBezTo>
                    <a:pt x="31" y="97"/>
                    <a:pt x="31" y="96"/>
                    <a:pt x="32" y="96"/>
                  </a:cubicBezTo>
                  <a:cubicBezTo>
                    <a:pt x="32" y="97"/>
                    <a:pt x="31" y="97"/>
                    <a:pt x="31" y="97"/>
                  </a:cubicBezTo>
                  <a:cubicBezTo>
                    <a:pt x="31" y="97"/>
                    <a:pt x="31" y="97"/>
                    <a:pt x="32" y="97"/>
                  </a:cubicBezTo>
                  <a:cubicBezTo>
                    <a:pt x="31" y="98"/>
                    <a:pt x="31" y="98"/>
                    <a:pt x="30" y="98"/>
                  </a:cubicBezTo>
                  <a:cubicBezTo>
                    <a:pt x="31" y="98"/>
                    <a:pt x="31" y="98"/>
                    <a:pt x="32" y="98"/>
                  </a:cubicBezTo>
                  <a:cubicBezTo>
                    <a:pt x="32" y="98"/>
                    <a:pt x="33" y="98"/>
                    <a:pt x="33" y="98"/>
                  </a:cubicBezTo>
                  <a:cubicBezTo>
                    <a:pt x="33" y="98"/>
                    <a:pt x="33" y="98"/>
                    <a:pt x="32" y="98"/>
                  </a:cubicBezTo>
                  <a:cubicBezTo>
                    <a:pt x="33" y="97"/>
                    <a:pt x="34" y="97"/>
                    <a:pt x="33" y="98"/>
                  </a:cubicBezTo>
                  <a:cubicBezTo>
                    <a:pt x="34" y="97"/>
                    <a:pt x="34" y="97"/>
                    <a:pt x="35" y="97"/>
                  </a:cubicBezTo>
                  <a:cubicBezTo>
                    <a:pt x="34" y="97"/>
                    <a:pt x="35" y="97"/>
                    <a:pt x="35" y="97"/>
                  </a:cubicBezTo>
                  <a:cubicBezTo>
                    <a:pt x="35" y="97"/>
                    <a:pt x="35" y="97"/>
                    <a:pt x="35" y="97"/>
                  </a:cubicBezTo>
                  <a:cubicBezTo>
                    <a:pt x="35" y="97"/>
                    <a:pt x="38" y="96"/>
                    <a:pt x="38" y="96"/>
                  </a:cubicBezTo>
                  <a:cubicBezTo>
                    <a:pt x="38" y="97"/>
                    <a:pt x="37" y="97"/>
                    <a:pt x="38" y="97"/>
                  </a:cubicBezTo>
                  <a:cubicBezTo>
                    <a:pt x="38" y="97"/>
                    <a:pt x="38" y="97"/>
                    <a:pt x="38" y="97"/>
                  </a:cubicBezTo>
                  <a:cubicBezTo>
                    <a:pt x="38" y="97"/>
                    <a:pt x="38" y="97"/>
                    <a:pt x="39" y="97"/>
                  </a:cubicBezTo>
                  <a:cubicBezTo>
                    <a:pt x="39" y="97"/>
                    <a:pt x="38" y="97"/>
                    <a:pt x="38" y="97"/>
                  </a:cubicBezTo>
                  <a:cubicBezTo>
                    <a:pt x="39" y="97"/>
                    <a:pt x="39" y="97"/>
                    <a:pt x="39" y="97"/>
                  </a:cubicBezTo>
                  <a:cubicBezTo>
                    <a:pt x="39" y="97"/>
                    <a:pt x="40" y="96"/>
                    <a:pt x="40" y="96"/>
                  </a:cubicBezTo>
                  <a:cubicBezTo>
                    <a:pt x="40" y="96"/>
                    <a:pt x="40" y="96"/>
                    <a:pt x="39" y="96"/>
                  </a:cubicBezTo>
                  <a:cubicBezTo>
                    <a:pt x="40" y="96"/>
                    <a:pt x="39" y="96"/>
                    <a:pt x="39" y="96"/>
                  </a:cubicBezTo>
                  <a:cubicBezTo>
                    <a:pt x="39" y="96"/>
                    <a:pt x="41" y="96"/>
                    <a:pt x="40" y="96"/>
                  </a:cubicBezTo>
                  <a:cubicBezTo>
                    <a:pt x="41" y="96"/>
                    <a:pt x="41" y="96"/>
                    <a:pt x="41" y="95"/>
                  </a:cubicBezTo>
                  <a:cubicBezTo>
                    <a:pt x="41" y="95"/>
                    <a:pt x="42" y="96"/>
                    <a:pt x="42" y="96"/>
                  </a:cubicBezTo>
                  <a:cubicBezTo>
                    <a:pt x="42" y="95"/>
                    <a:pt x="43" y="95"/>
                    <a:pt x="43" y="95"/>
                  </a:cubicBezTo>
                  <a:cubicBezTo>
                    <a:pt x="43" y="95"/>
                    <a:pt x="43" y="95"/>
                    <a:pt x="43" y="95"/>
                  </a:cubicBezTo>
                  <a:cubicBezTo>
                    <a:pt x="43" y="95"/>
                    <a:pt x="43" y="95"/>
                    <a:pt x="43" y="95"/>
                  </a:cubicBezTo>
                  <a:cubicBezTo>
                    <a:pt x="43" y="96"/>
                    <a:pt x="44" y="95"/>
                    <a:pt x="44" y="95"/>
                  </a:cubicBezTo>
                  <a:cubicBezTo>
                    <a:pt x="44" y="95"/>
                    <a:pt x="45" y="95"/>
                    <a:pt x="45" y="94"/>
                  </a:cubicBezTo>
                  <a:cubicBezTo>
                    <a:pt x="46" y="95"/>
                    <a:pt x="46" y="95"/>
                    <a:pt x="46" y="95"/>
                  </a:cubicBezTo>
                  <a:cubicBezTo>
                    <a:pt x="47" y="94"/>
                    <a:pt x="47" y="94"/>
                    <a:pt x="47" y="94"/>
                  </a:cubicBezTo>
                  <a:cubicBezTo>
                    <a:pt x="47" y="94"/>
                    <a:pt x="48" y="93"/>
                    <a:pt x="48" y="94"/>
                  </a:cubicBezTo>
                  <a:cubicBezTo>
                    <a:pt x="48" y="94"/>
                    <a:pt x="48" y="94"/>
                    <a:pt x="48" y="94"/>
                  </a:cubicBezTo>
                  <a:cubicBezTo>
                    <a:pt x="48" y="94"/>
                    <a:pt x="47" y="94"/>
                    <a:pt x="48" y="94"/>
                  </a:cubicBezTo>
                  <a:cubicBezTo>
                    <a:pt x="48" y="94"/>
                    <a:pt x="48" y="94"/>
                    <a:pt x="48" y="94"/>
                  </a:cubicBezTo>
                  <a:cubicBezTo>
                    <a:pt x="48" y="95"/>
                    <a:pt x="49" y="95"/>
                    <a:pt x="49" y="94"/>
                  </a:cubicBezTo>
                  <a:cubicBezTo>
                    <a:pt x="49" y="94"/>
                    <a:pt x="48" y="94"/>
                    <a:pt x="48" y="94"/>
                  </a:cubicBezTo>
                  <a:cubicBezTo>
                    <a:pt x="48" y="94"/>
                    <a:pt x="50" y="95"/>
                    <a:pt x="50" y="95"/>
                  </a:cubicBezTo>
                  <a:cubicBezTo>
                    <a:pt x="49" y="94"/>
                    <a:pt x="49" y="94"/>
                    <a:pt x="49" y="93"/>
                  </a:cubicBezTo>
                  <a:cubicBezTo>
                    <a:pt x="49" y="93"/>
                    <a:pt x="50" y="93"/>
                    <a:pt x="50" y="93"/>
                  </a:cubicBezTo>
                  <a:cubicBezTo>
                    <a:pt x="50" y="93"/>
                    <a:pt x="50" y="94"/>
                    <a:pt x="51" y="94"/>
                  </a:cubicBezTo>
                  <a:cubicBezTo>
                    <a:pt x="51" y="94"/>
                    <a:pt x="51" y="94"/>
                    <a:pt x="51" y="94"/>
                  </a:cubicBezTo>
                  <a:cubicBezTo>
                    <a:pt x="51" y="94"/>
                    <a:pt x="50" y="93"/>
                    <a:pt x="50" y="93"/>
                  </a:cubicBezTo>
                  <a:cubicBezTo>
                    <a:pt x="50" y="93"/>
                    <a:pt x="50" y="93"/>
                    <a:pt x="50" y="92"/>
                  </a:cubicBezTo>
                  <a:cubicBezTo>
                    <a:pt x="50" y="92"/>
                    <a:pt x="51" y="93"/>
                    <a:pt x="51" y="93"/>
                  </a:cubicBezTo>
                  <a:cubicBezTo>
                    <a:pt x="51" y="93"/>
                    <a:pt x="52" y="93"/>
                    <a:pt x="52" y="93"/>
                  </a:cubicBezTo>
                  <a:cubicBezTo>
                    <a:pt x="52" y="93"/>
                    <a:pt x="52" y="93"/>
                    <a:pt x="53" y="93"/>
                  </a:cubicBezTo>
                  <a:cubicBezTo>
                    <a:pt x="53" y="93"/>
                    <a:pt x="53" y="93"/>
                    <a:pt x="53" y="93"/>
                  </a:cubicBezTo>
                  <a:cubicBezTo>
                    <a:pt x="54" y="93"/>
                    <a:pt x="53" y="92"/>
                    <a:pt x="54" y="92"/>
                  </a:cubicBezTo>
                  <a:cubicBezTo>
                    <a:pt x="54" y="92"/>
                    <a:pt x="54" y="93"/>
                    <a:pt x="55" y="93"/>
                  </a:cubicBezTo>
                  <a:cubicBezTo>
                    <a:pt x="54" y="92"/>
                    <a:pt x="55" y="93"/>
                    <a:pt x="55" y="93"/>
                  </a:cubicBezTo>
                  <a:cubicBezTo>
                    <a:pt x="56" y="93"/>
                    <a:pt x="56" y="92"/>
                    <a:pt x="56" y="92"/>
                  </a:cubicBezTo>
                  <a:cubicBezTo>
                    <a:pt x="56" y="93"/>
                    <a:pt x="57" y="93"/>
                    <a:pt x="57" y="92"/>
                  </a:cubicBezTo>
                  <a:cubicBezTo>
                    <a:pt x="57" y="92"/>
                    <a:pt x="58" y="92"/>
                    <a:pt x="58" y="92"/>
                  </a:cubicBezTo>
                  <a:cubicBezTo>
                    <a:pt x="58" y="92"/>
                    <a:pt x="58" y="92"/>
                    <a:pt x="58" y="92"/>
                  </a:cubicBezTo>
                  <a:cubicBezTo>
                    <a:pt x="58" y="91"/>
                    <a:pt x="59" y="92"/>
                    <a:pt x="59" y="92"/>
                  </a:cubicBezTo>
                  <a:cubicBezTo>
                    <a:pt x="59" y="91"/>
                    <a:pt x="60" y="92"/>
                    <a:pt x="60" y="92"/>
                  </a:cubicBezTo>
                  <a:cubicBezTo>
                    <a:pt x="60" y="92"/>
                    <a:pt x="59" y="92"/>
                    <a:pt x="59" y="92"/>
                  </a:cubicBezTo>
                  <a:cubicBezTo>
                    <a:pt x="60" y="92"/>
                    <a:pt x="60" y="92"/>
                    <a:pt x="61" y="92"/>
                  </a:cubicBezTo>
                  <a:cubicBezTo>
                    <a:pt x="61" y="92"/>
                    <a:pt x="61" y="93"/>
                    <a:pt x="62" y="93"/>
                  </a:cubicBezTo>
                  <a:cubicBezTo>
                    <a:pt x="62" y="92"/>
                    <a:pt x="61" y="92"/>
                    <a:pt x="61" y="92"/>
                  </a:cubicBezTo>
                  <a:cubicBezTo>
                    <a:pt x="62" y="92"/>
                    <a:pt x="62" y="92"/>
                    <a:pt x="62" y="92"/>
                  </a:cubicBezTo>
                  <a:cubicBezTo>
                    <a:pt x="62" y="92"/>
                    <a:pt x="63" y="92"/>
                    <a:pt x="63" y="92"/>
                  </a:cubicBezTo>
                  <a:cubicBezTo>
                    <a:pt x="63" y="92"/>
                    <a:pt x="62" y="92"/>
                    <a:pt x="63" y="92"/>
                  </a:cubicBezTo>
                  <a:cubicBezTo>
                    <a:pt x="63" y="92"/>
                    <a:pt x="64" y="92"/>
                    <a:pt x="63" y="92"/>
                  </a:cubicBezTo>
                  <a:cubicBezTo>
                    <a:pt x="63" y="92"/>
                    <a:pt x="63" y="92"/>
                    <a:pt x="63" y="92"/>
                  </a:cubicBezTo>
                  <a:cubicBezTo>
                    <a:pt x="64" y="91"/>
                    <a:pt x="64" y="92"/>
                    <a:pt x="64" y="92"/>
                  </a:cubicBezTo>
                  <a:cubicBezTo>
                    <a:pt x="65" y="91"/>
                    <a:pt x="66" y="90"/>
                    <a:pt x="67" y="89"/>
                  </a:cubicBezTo>
                  <a:cubicBezTo>
                    <a:pt x="67" y="89"/>
                    <a:pt x="68" y="88"/>
                    <a:pt x="68" y="88"/>
                  </a:cubicBezTo>
                  <a:cubicBezTo>
                    <a:pt x="69" y="88"/>
                    <a:pt x="69" y="88"/>
                    <a:pt x="70" y="87"/>
                  </a:cubicBezTo>
                  <a:cubicBezTo>
                    <a:pt x="70" y="87"/>
                    <a:pt x="70" y="87"/>
                    <a:pt x="71" y="86"/>
                  </a:cubicBezTo>
                  <a:cubicBezTo>
                    <a:pt x="71" y="86"/>
                    <a:pt x="72" y="86"/>
                    <a:pt x="72" y="85"/>
                  </a:cubicBezTo>
                  <a:cubicBezTo>
                    <a:pt x="73" y="85"/>
                    <a:pt x="74" y="84"/>
                    <a:pt x="75" y="83"/>
                  </a:cubicBezTo>
                  <a:cubicBezTo>
                    <a:pt x="76" y="83"/>
                    <a:pt x="76" y="82"/>
                    <a:pt x="76" y="82"/>
                  </a:cubicBezTo>
                  <a:cubicBezTo>
                    <a:pt x="77" y="82"/>
                    <a:pt x="77" y="81"/>
                    <a:pt x="78" y="81"/>
                  </a:cubicBezTo>
                  <a:cubicBezTo>
                    <a:pt x="78" y="80"/>
                    <a:pt x="78" y="80"/>
                    <a:pt x="79" y="80"/>
                  </a:cubicBezTo>
                  <a:cubicBezTo>
                    <a:pt x="79" y="80"/>
                    <a:pt x="80" y="79"/>
                    <a:pt x="80" y="78"/>
                  </a:cubicBezTo>
                  <a:cubicBezTo>
                    <a:pt x="81" y="78"/>
                    <a:pt x="82" y="77"/>
                    <a:pt x="82" y="76"/>
                  </a:cubicBezTo>
                  <a:cubicBezTo>
                    <a:pt x="83" y="76"/>
                    <a:pt x="83" y="76"/>
                    <a:pt x="83" y="75"/>
                  </a:cubicBezTo>
                  <a:cubicBezTo>
                    <a:pt x="84" y="75"/>
                    <a:pt x="85" y="75"/>
                    <a:pt x="85" y="74"/>
                  </a:cubicBezTo>
                  <a:cubicBezTo>
                    <a:pt x="86" y="74"/>
                    <a:pt x="86" y="73"/>
                    <a:pt x="87" y="73"/>
                  </a:cubicBezTo>
                  <a:cubicBezTo>
                    <a:pt x="88" y="72"/>
                    <a:pt x="88" y="70"/>
                    <a:pt x="89" y="69"/>
                  </a:cubicBezTo>
                  <a:cubicBezTo>
                    <a:pt x="90" y="68"/>
                    <a:pt x="88" y="67"/>
                    <a:pt x="87" y="66"/>
                  </a:cubicBezTo>
                  <a:close/>
                  <a:moveTo>
                    <a:pt x="39" y="46"/>
                  </a:moveTo>
                  <a:cubicBezTo>
                    <a:pt x="39" y="45"/>
                    <a:pt x="39" y="45"/>
                    <a:pt x="39" y="46"/>
                  </a:cubicBezTo>
                  <a:close/>
                  <a:moveTo>
                    <a:pt x="19" y="96"/>
                  </a:moveTo>
                  <a:cubicBezTo>
                    <a:pt x="19" y="96"/>
                    <a:pt x="20" y="96"/>
                    <a:pt x="20" y="95"/>
                  </a:cubicBezTo>
                  <a:cubicBezTo>
                    <a:pt x="20" y="95"/>
                    <a:pt x="20" y="95"/>
                    <a:pt x="20" y="95"/>
                  </a:cubicBezTo>
                  <a:cubicBezTo>
                    <a:pt x="20" y="95"/>
                    <a:pt x="19" y="95"/>
                    <a:pt x="19" y="96"/>
                  </a:cubicBezTo>
                  <a:close/>
                  <a:moveTo>
                    <a:pt x="0" y="95"/>
                  </a:moveTo>
                  <a:cubicBezTo>
                    <a:pt x="1" y="96"/>
                    <a:pt x="1" y="96"/>
                    <a:pt x="1" y="95"/>
                  </a:cubicBezTo>
                  <a:cubicBezTo>
                    <a:pt x="1" y="95"/>
                    <a:pt x="2" y="96"/>
                    <a:pt x="1" y="95"/>
                  </a:cubicBezTo>
                  <a:cubicBezTo>
                    <a:pt x="1" y="95"/>
                    <a:pt x="1" y="94"/>
                    <a:pt x="1" y="94"/>
                  </a:cubicBezTo>
                  <a:cubicBezTo>
                    <a:pt x="1" y="95"/>
                    <a:pt x="0" y="95"/>
                    <a:pt x="0" y="95"/>
                  </a:cubicBezTo>
                  <a:close/>
                  <a:moveTo>
                    <a:pt x="5" y="96"/>
                  </a:moveTo>
                  <a:cubicBezTo>
                    <a:pt x="5" y="96"/>
                    <a:pt x="5" y="96"/>
                    <a:pt x="4" y="96"/>
                  </a:cubicBezTo>
                  <a:cubicBezTo>
                    <a:pt x="4" y="96"/>
                    <a:pt x="4" y="96"/>
                    <a:pt x="4" y="97"/>
                  </a:cubicBezTo>
                  <a:cubicBezTo>
                    <a:pt x="5" y="97"/>
                    <a:pt x="5" y="97"/>
                    <a:pt x="5" y="97"/>
                  </a:cubicBezTo>
                  <a:cubicBezTo>
                    <a:pt x="6" y="97"/>
                    <a:pt x="6" y="97"/>
                    <a:pt x="6" y="98"/>
                  </a:cubicBezTo>
                  <a:cubicBezTo>
                    <a:pt x="6" y="97"/>
                    <a:pt x="6" y="97"/>
                    <a:pt x="6" y="96"/>
                  </a:cubicBezTo>
                  <a:cubicBezTo>
                    <a:pt x="5" y="96"/>
                    <a:pt x="5" y="96"/>
                    <a:pt x="5" y="96"/>
                  </a:cubicBezTo>
                  <a:close/>
                  <a:moveTo>
                    <a:pt x="20" y="94"/>
                  </a:moveTo>
                  <a:cubicBezTo>
                    <a:pt x="20" y="95"/>
                    <a:pt x="21" y="95"/>
                    <a:pt x="21" y="94"/>
                  </a:cubicBezTo>
                  <a:cubicBezTo>
                    <a:pt x="21" y="94"/>
                    <a:pt x="21" y="94"/>
                    <a:pt x="21" y="95"/>
                  </a:cubicBezTo>
                  <a:cubicBezTo>
                    <a:pt x="21" y="94"/>
                    <a:pt x="22" y="95"/>
                    <a:pt x="22" y="94"/>
                  </a:cubicBezTo>
                  <a:cubicBezTo>
                    <a:pt x="22" y="94"/>
                    <a:pt x="20" y="94"/>
                    <a:pt x="20" y="9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91" name="Fiji">
              <a:extLst>
                <a:ext uri="{FF2B5EF4-FFF2-40B4-BE49-F238E27FC236}">
                  <a16:creationId xmlns:a16="http://schemas.microsoft.com/office/drawing/2014/main" id="{438AFD8D-BB7F-BCB9-4085-FC7EDF490858}"/>
                </a:ext>
              </a:extLst>
            </p:cNvPr>
            <p:cNvSpPr>
              <a:spLocks noChangeAspect="1" noEditPoints="1"/>
            </p:cNvSpPr>
            <p:nvPr/>
          </p:nvSpPr>
          <p:spPr bwMode="auto">
            <a:xfrm flipH="1">
              <a:off x="11504426" y="4818814"/>
              <a:ext cx="51325" cy="35491"/>
            </a:xfrm>
            <a:custGeom>
              <a:avLst/>
              <a:gdLst/>
              <a:ahLst/>
              <a:cxnLst>
                <a:cxn ang="0">
                  <a:pos x="14" y="2"/>
                </a:cxn>
                <a:cxn ang="0">
                  <a:pos x="11" y="1"/>
                </a:cxn>
                <a:cxn ang="0">
                  <a:pos x="9" y="0"/>
                </a:cxn>
                <a:cxn ang="0">
                  <a:pos x="7" y="2"/>
                </a:cxn>
                <a:cxn ang="0">
                  <a:pos x="6" y="4"/>
                </a:cxn>
                <a:cxn ang="0">
                  <a:pos x="9" y="5"/>
                </a:cxn>
                <a:cxn ang="0">
                  <a:pos x="10" y="7"/>
                </a:cxn>
                <a:cxn ang="0">
                  <a:pos x="13" y="6"/>
                </a:cxn>
                <a:cxn ang="0">
                  <a:pos x="15" y="6"/>
                </a:cxn>
                <a:cxn ang="0">
                  <a:pos x="18" y="7"/>
                </a:cxn>
                <a:cxn ang="0">
                  <a:pos x="18" y="9"/>
                </a:cxn>
                <a:cxn ang="0">
                  <a:pos x="18" y="9"/>
                </a:cxn>
                <a:cxn ang="0">
                  <a:pos x="18" y="11"/>
                </a:cxn>
                <a:cxn ang="0">
                  <a:pos x="18" y="12"/>
                </a:cxn>
                <a:cxn ang="0">
                  <a:pos x="18" y="12"/>
                </a:cxn>
                <a:cxn ang="0">
                  <a:pos x="18" y="13"/>
                </a:cxn>
                <a:cxn ang="0">
                  <a:pos x="19" y="13"/>
                </a:cxn>
                <a:cxn ang="0">
                  <a:pos x="20" y="15"/>
                </a:cxn>
                <a:cxn ang="0">
                  <a:pos x="21" y="14"/>
                </a:cxn>
                <a:cxn ang="0">
                  <a:pos x="21" y="14"/>
                </a:cxn>
                <a:cxn ang="0">
                  <a:pos x="20" y="12"/>
                </a:cxn>
                <a:cxn ang="0">
                  <a:pos x="19" y="10"/>
                </a:cxn>
                <a:cxn ang="0">
                  <a:pos x="20" y="11"/>
                </a:cxn>
                <a:cxn ang="0">
                  <a:pos x="20" y="9"/>
                </a:cxn>
                <a:cxn ang="0">
                  <a:pos x="20" y="7"/>
                </a:cxn>
                <a:cxn ang="0">
                  <a:pos x="20" y="5"/>
                </a:cxn>
                <a:cxn ang="0">
                  <a:pos x="19" y="5"/>
                </a:cxn>
                <a:cxn ang="0">
                  <a:pos x="18" y="5"/>
                </a:cxn>
                <a:cxn ang="0">
                  <a:pos x="18" y="4"/>
                </a:cxn>
                <a:cxn ang="0">
                  <a:pos x="17" y="2"/>
                </a:cxn>
                <a:cxn ang="0">
                  <a:pos x="15" y="1"/>
                </a:cxn>
                <a:cxn ang="0">
                  <a:pos x="25" y="6"/>
                </a:cxn>
                <a:cxn ang="0">
                  <a:pos x="25" y="5"/>
                </a:cxn>
                <a:cxn ang="0">
                  <a:pos x="25" y="6"/>
                </a:cxn>
                <a:cxn ang="0">
                  <a:pos x="18" y="14"/>
                </a:cxn>
                <a:cxn ang="0">
                  <a:pos x="19" y="14"/>
                </a:cxn>
                <a:cxn ang="0">
                  <a:pos x="22" y="13"/>
                </a:cxn>
                <a:cxn ang="0">
                  <a:pos x="23" y="15"/>
                </a:cxn>
                <a:cxn ang="0">
                  <a:pos x="23" y="15"/>
                </a:cxn>
                <a:cxn ang="0">
                  <a:pos x="26" y="6"/>
                </a:cxn>
                <a:cxn ang="0">
                  <a:pos x="26" y="6"/>
                </a:cxn>
                <a:cxn ang="0">
                  <a:pos x="23" y="11"/>
                </a:cxn>
                <a:cxn ang="0">
                  <a:pos x="24" y="8"/>
                </a:cxn>
                <a:cxn ang="0">
                  <a:pos x="21" y="5"/>
                </a:cxn>
                <a:cxn ang="0">
                  <a:pos x="21" y="8"/>
                </a:cxn>
                <a:cxn ang="0">
                  <a:pos x="1" y="1"/>
                </a:cxn>
                <a:cxn ang="0">
                  <a:pos x="16" y="7"/>
                </a:cxn>
                <a:cxn ang="0">
                  <a:pos x="17" y="8"/>
                </a:cxn>
                <a:cxn ang="0">
                  <a:pos x="21" y="14"/>
                </a:cxn>
                <a:cxn ang="0">
                  <a:pos x="0" y="1"/>
                </a:cxn>
                <a:cxn ang="0">
                  <a:pos x="21" y="12"/>
                </a:cxn>
                <a:cxn ang="0">
                  <a:pos x="4" y="1"/>
                </a:cxn>
                <a:cxn ang="0">
                  <a:pos x="24" y="17"/>
                </a:cxn>
                <a:cxn ang="0">
                  <a:pos x="21" y="9"/>
                </a:cxn>
                <a:cxn ang="0">
                  <a:pos x="24" y="10"/>
                </a:cxn>
              </a:cxnLst>
              <a:rect l="0" t="0" r="r" b="b"/>
              <a:pathLst>
                <a:path w="26" h="18">
                  <a:moveTo>
                    <a:pt x="14" y="1"/>
                  </a:moveTo>
                  <a:cubicBezTo>
                    <a:pt x="14" y="1"/>
                    <a:pt x="14" y="0"/>
                    <a:pt x="13" y="1"/>
                  </a:cubicBezTo>
                  <a:cubicBezTo>
                    <a:pt x="13" y="1"/>
                    <a:pt x="14" y="1"/>
                    <a:pt x="14" y="1"/>
                  </a:cubicBezTo>
                  <a:cubicBezTo>
                    <a:pt x="14" y="1"/>
                    <a:pt x="14" y="1"/>
                    <a:pt x="14" y="2"/>
                  </a:cubicBezTo>
                  <a:cubicBezTo>
                    <a:pt x="14" y="2"/>
                    <a:pt x="14" y="2"/>
                    <a:pt x="14" y="2"/>
                  </a:cubicBezTo>
                  <a:cubicBezTo>
                    <a:pt x="14" y="2"/>
                    <a:pt x="14" y="2"/>
                    <a:pt x="14" y="2"/>
                  </a:cubicBezTo>
                  <a:cubicBezTo>
                    <a:pt x="14" y="2"/>
                    <a:pt x="14" y="2"/>
                    <a:pt x="14" y="2"/>
                  </a:cubicBezTo>
                  <a:cubicBezTo>
                    <a:pt x="14" y="2"/>
                    <a:pt x="14" y="2"/>
                    <a:pt x="13" y="2"/>
                  </a:cubicBezTo>
                  <a:cubicBezTo>
                    <a:pt x="13" y="2"/>
                    <a:pt x="13" y="2"/>
                    <a:pt x="13" y="2"/>
                  </a:cubicBezTo>
                  <a:cubicBezTo>
                    <a:pt x="13" y="2"/>
                    <a:pt x="13" y="2"/>
                    <a:pt x="13" y="2"/>
                  </a:cubicBezTo>
                  <a:cubicBezTo>
                    <a:pt x="13" y="2"/>
                    <a:pt x="13" y="2"/>
                    <a:pt x="12" y="2"/>
                  </a:cubicBezTo>
                  <a:cubicBezTo>
                    <a:pt x="13" y="2"/>
                    <a:pt x="12" y="2"/>
                    <a:pt x="12" y="2"/>
                  </a:cubicBezTo>
                  <a:cubicBezTo>
                    <a:pt x="12" y="1"/>
                    <a:pt x="12" y="1"/>
                    <a:pt x="12" y="2"/>
                  </a:cubicBezTo>
                  <a:cubicBezTo>
                    <a:pt x="11" y="2"/>
                    <a:pt x="11" y="1"/>
                    <a:pt x="11" y="1"/>
                  </a:cubicBezTo>
                  <a:cubicBezTo>
                    <a:pt x="11" y="1"/>
                    <a:pt x="11" y="1"/>
                    <a:pt x="11" y="1"/>
                  </a:cubicBezTo>
                  <a:cubicBezTo>
                    <a:pt x="10" y="1"/>
                    <a:pt x="10" y="1"/>
                    <a:pt x="10" y="1"/>
                  </a:cubicBezTo>
                  <a:cubicBezTo>
                    <a:pt x="10" y="1"/>
                    <a:pt x="10" y="1"/>
                    <a:pt x="10" y="1"/>
                  </a:cubicBezTo>
                  <a:cubicBezTo>
                    <a:pt x="10" y="1"/>
                    <a:pt x="10" y="1"/>
                    <a:pt x="10" y="1"/>
                  </a:cubicBezTo>
                  <a:cubicBezTo>
                    <a:pt x="10" y="1"/>
                    <a:pt x="9" y="1"/>
                    <a:pt x="9" y="1"/>
                  </a:cubicBezTo>
                  <a:cubicBezTo>
                    <a:pt x="9" y="1"/>
                    <a:pt x="9" y="1"/>
                    <a:pt x="9" y="1"/>
                  </a:cubicBezTo>
                  <a:cubicBezTo>
                    <a:pt x="9" y="1"/>
                    <a:pt x="9" y="0"/>
                    <a:pt x="9" y="0"/>
                  </a:cubicBezTo>
                  <a:cubicBezTo>
                    <a:pt x="9" y="1"/>
                    <a:pt x="9" y="0"/>
                    <a:pt x="8" y="0"/>
                  </a:cubicBezTo>
                  <a:cubicBezTo>
                    <a:pt x="8" y="0"/>
                    <a:pt x="8" y="0"/>
                    <a:pt x="7" y="0"/>
                  </a:cubicBezTo>
                  <a:cubicBezTo>
                    <a:pt x="7" y="0"/>
                    <a:pt x="7" y="0"/>
                    <a:pt x="7" y="0"/>
                  </a:cubicBezTo>
                  <a:cubicBezTo>
                    <a:pt x="7" y="0"/>
                    <a:pt x="7" y="0"/>
                    <a:pt x="7" y="1"/>
                  </a:cubicBezTo>
                  <a:cubicBezTo>
                    <a:pt x="7" y="1"/>
                    <a:pt x="6" y="0"/>
                    <a:pt x="7" y="1"/>
                  </a:cubicBezTo>
                  <a:cubicBezTo>
                    <a:pt x="7" y="1"/>
                    <a:pt x="7" y="1"/>
                    <a:pt x="7" y="1"/>
                  </a:cubicBezTo>
                  <a:cubicBezTo>
                    <a:pt x="7" y="1"/>
                    <a:pt x="6" y="1"/>
                    <a:pt x="7" y="2"/>
                  </a:cubicBezTo>
                  <a:cubicBezTo>
                    <a:pt x="7" y="2"/>
                    <a:pt x="7" y="2"/>
                    <a:pt x="7" y="3"/>
                  </a:cubicBezTo>
                  <a:cubicBezTo>
                    <a:pt x="7" y="3"/>
                    <a:pt x="7" y="3"/>
                    <a:pt x="7" y="3"/>
                  </a:cubicBezTo>
                  <a:cubicBezTo>
                    <a:pt x="7" y="3"/>
                    <a:pt x="7" y="3"/>
                    <a:pt x="8" y="3"/>
                  </a:cubicBezTo>
                  <a:cubicBezTo>
                    <a:pt x="7" y="3"/>
                    <a:pt x="7" y="3"/>
                    <a:pt x="7" y="3"/>
                  </a:cubicBezTo>
                  <a:cubicBezTo>
                    <a:pt x="7" y="3"/>
                    <a:pt x="7" y="3"/>
                    <a:pt x="7" y="3"/>
                  </a:cubicBezTo>
                  <a:cubicBezTo>
                    <a:pt x="7" y="3"/>
                    <a:pt x="7" y="4"/>
                    <a:pt x="7" y="4"/>
                  </a:cubicBezTo>
                  <a:cubicBezTo>
                    <a:pt x="7" y="4"/>
                    <a:pt x="7" y="4"/>
                    <a:pt x="6" y="4"/>
                  </a:cubicBezTo>
                  <a:cubicBezTo>
                    <a:pt x="6" y="4"/>
                    <a:pt x="6" y="4"/>
                    <a:pt x="6" y="4"/>
                  </a:cubicBezTo>
                  <a:cubicBezTo>
                    <a:pt x="6" y="4"/>
                    <a:pt x="6" y="4"/>
                    <a:pt x="6" y="4"/>
                  </a:cubicBezTo>
                  <a:cubicBezTo>
                    <a:pt x="7" y="5"/>
                    <a:pt x="7" y="5"/>
                    <a:pt x="7" y="5"/>
                  </a:cubicBezTo>
                  <a:cubicBezTo>
                    <a:pt x="7" y="5"/>
                    <a:pt x="7" y="5"/>
                    <a:pt x="7" y="5"/>
                  </a:cubicBezTo>
                  <a:cubicBezTo>
                    <a:pt x="7" y="5"/>
                    <a:pt x="8" y="5"/>
                    <a:pt x="8" y="5"/>
                  </a:cubicBezTo>
                  <a:cubicBezTo>
                    <a:pt x="8" y="5"/>
                    <a:pt x="8" y="5"/>
                    <a:pt x="8" y="5"/>
                  </a:cubicBezTo>
                  <a:cubicBezTo>
                    <a:pt x="9" y="5"/>
                    <a:pt x="9" y="5"/>
                    <a:pt x="9" y="5"/>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ubicBezTo>
                    <a:pt x="10" y="6"/>
                    <a:pt x="10" y="6"/>
                    <a:pt x="10" y="6"/>
                  </a:cubicBezTo>
                  <a:cubicBezTo>
                    <a:pt x="10" y="7"/>
                    <a:pt x="10" y="7"/>
                    <a:pt x="10" y="7"/>
                  </a:cubicBezTo>
                  <a:cubicBezTo>
                    <a:pt x="11" y="7"/>
                    <a:pt x="11" y="7"/>
                    <a:pt x="11" y="7"/>
                  </a:cubicBezTo>
                  <a:cubicBezTo>
                    <a:pt x="11" y="7"/>
                    <a:pt x="12" y="7"/>
                    <a:pt x="12" y="7"/>
                  </a:cubicBezTo>
                  <a:cubicBezTo>
                    <a:pt x="12" y="7"/>
                    <a:pt x="12" y="6"/>
                    <a:pt x="12" y="6"/>
                  </a:cubicBezTo>
                  <a:cubicBezTo>
                    <a:pt x="12" y="6"/>
                    <a:pt x="12" y="7"/>
                    <a:pt x="12" y="7"/>
                  </a:cubicBezTo>
                  <a:cubicBezTo>
                    <a:pt x="12" y="7"/>
                    <a:pt x="12" y="7"/>
                    <a:pt x="12" y="7"/>
                  </a:cubicBezTo>
                  <a:cubicBezTo>
                    <a:pt x="12" y="7"/>
                    <a:pt x="13" y="7"/>
                    <a:pt x="13" y="7"/>
                  </a:cubicBezTo>
                  <a:cubicBezTo>
                    <a:pt x="13" y="6"/>
                    <a:pt x="13" y="7"/>
                    <a:pt x="13" y="6"/>
                  </a:cubicBezTo>
                  <a:cubicBezTo>
                    <a:pt x="13" y="6"/>
                    <a:pt x="12" y="7"/>
                    <a:pt x="12" y="6"/>
                  </a:cubicBezTo>
                  <a:cubicBezTo>
                    <a:pt x="12" y="6"/>
                    <a:pt x="13" y="6"/>
                    <a:pt x="13" y="6"/>
                  </a:cubicBezTo>
                  <a:cubicBezTo>
                    <a:pt x="13" y="6"/>
                    <a:pt x="13" y="6"/>
                    <a:pt x="13" y="6"/>
                  </a:cubicBezTo>
                  <a:cubicBezTo>
                    <a:pt x="13" y="6"/>
                    <a:pt x="13" y="6"/>
                    <a:pt x="14" y="6"/>
                  </a:cubicBezTo>
                  <a:cubicBezTo>
                    <a:pt x="14" y="6"/>
                    <a:pt x="14" y="5"/>
                    <a:pt x="14" y="5"/>
                  </a:cubicBezTo>
                  <a:cubicBezTo>
                    <a:pt x="14" y="6"/>
                    <a:pt x="14" y="6"/>
                    <a:pt x="14" y="6"/>
                  </a:cubicBezTo>
                  <a:cubicBezTo>
                    <a:pt x="14" y="6"/>
                    <a:pt x="15" y="6"/>
                    <a:pt x="15" y="6"/>
                  </a:cubicBezTo>
                  <a:cubicBezTo>
                    <a:pt x="15" y="6"/>
                    <a:pt x="15" y="6"/>
                    <a:pt x="15" y="6"/>
                  </a:cubicBezTo>
                  <a:cubicBezTo>
                    <a:pt x="15" y="5"/>
                    <a:pt x="16" y="6"/>
                    <a:pt x="16" y="6"/>
                  </a:cubicBezTo>
                  <a:cubicBezTo>
                    <a:pt x="16" y="6"/>
                    <a:pt x="16" y="6"/>
                    <a:pt x="16" y="7"/>
                  </a:cubicBezTo>
                  <a:cubicBezTo>
                    <a:pt x="16" y="7"/>
                    <a:pt x="17" y="7"/>
                    <a:pt x="17" y="7"/>
                  </a:cubicBezTo>
                  <a:cubicBezTo>
                    <a:pt x="17" y="7"/>
                    <a:pt x="17" y="7"/>
                    <a:pt x="17" y="7"/>
                  </a:cubicBezTo>
                  <a:cubicBezTo>
                    <a:pt x="17" y="7"/>
                    <a:pt x="17" y="7"/>
                    <a:pt x="17" y="7"/>
                  </a:cubicBezTo>
                  <a:cubicBezTo>
                    <a:pt x="17" y="7"/>
                    <a:pt x="18" y="7"/>
                    <a:pt x="18" y="7"/>
                  </a:cubicBezTo>
                  <a:cubicBezTo>
                    <a:pt x="18" y="7"/>
                    <a:pt x="18" y="8"/>
                    <a:pt x="18" y="8"/>
                  </a:cubicBezTo>
                  <a:cubicBezTo>
                    <a:pt x="18" y="8"/>
                    <a:pt x="19" y="8"/>
                    <a:pt x="19" y="8"/>
                  </a:cubicBezTo>
                  <a:cubicBezTo>
                    <a:pt x="19" y="9"/>
                    <a:pt x="19" y="9"/>
                    <a:pt x="19" y="9"/>
                  </a:cubicBezTo>
                  <a:cubicBezTo>
                    <a:pt x="19" y="9"/>
                    <a:pt x="19" y="9"/>
                    <a:pt x="19" y="9"/>
                  </a:cubicBezTo>
                  <a:cubicBezTo>
                    <a:pt x="19" y="9"/>
                    <a:pt x="19" y="9"/>
                    <a:pt x="19" y="9"/>
                  </a:cubicBezTo>
                  <a:cubicBezTo>
                    <a:pt x="19" y="9"/>
                    <a:pt x="19" y="9"/>
                    <a:pt x="18" y="9"/>
                  </a:cubicBezTo>
                  <a:cubicBezTo>
                    <a:pt x="19" y="9"/>
                    <a:pt x="18" y="9"/>
                    <a:pt x="18" y="9"/>
                  </a:cubicBezTo>
                  <a:cubicBezTo>
                    <a:pt x="18" y="9"/>
                    <a:pt x="18" y="9"/>
                    <a:pt x="18" y="9"/>
                  </a:cubicBezTo>
                  <a:cubicBezTo>
                    <a:pt x="18" y="9"/>
                    <a:pt x="18" y="9"/>
                    <a:pt x="18" y="9"/>
                  </a:cubicBezTo>
                  <a:cubicBezTo>
                    <a:pt x="18" y="9"/>
                    <a:pt x="18" y="9"/>
                    <a:pt x="18" y="9"/>
                  </a:cubicBezTo>
                  <a:cubicBezTo>
                    <a:pt x="18" y="9"/>
                    <a:pt x="18" y="9"/>
                    <a:pt x="18" y="9"/>
                  </a:cubicBezTo>
                  <a:cubicBezTo>
                    <a:pt x="18" y="9"/>
                    <a:pt x="18" y="9"/>
                    <a:pt x="18" y="9"/>
                  </a:cubicBezTo>
                  <a:cubicBezTo>
                    <a:pt x="18" y="9"/>
                    <a:pt x="18" y="9"/>
                    <a:pt x="18" y="9"/>
                  </a:cubicBezTo>
                  <a:cubicBezTo>
                    <a:pt x="18" y="9"/>
                    <a:pt x="18" y="9"/>
                    <a:pt x="18" y="9"/>
                  </a:cubicBezTo>
                  <a:cubicBezTo>
                    <a:pt x="18" y="9"/>
                    <a:pt x="17" y="9"/>
                    <a:pt x="17" y="10"/>
                  </a:cubicBezTo>
                  <a:cubicBezTo>
                    <a:pt x="17" y="9"/>
                    <a:pt x="18" y="10"/>
                    <a:pt x="17" y="10"/>
                  </a:cubicBezTo>
                  <a:cubicBezTo>
                    <a:pt x="18" y="10"/>
                    <a:pt x="17" y="10"/>
                    <a:pt x="17" y="10"/>
                  </a:cubicBezTo>
                  <a:cubicBezTo>
                    <a:pt x="17" y="10"/>
                    <a:pt x="17" y="10"/>
                    <a:pt x="17" y="10"/>
                  </a:cubicBezTo>
                  <a:cubicBezTo>
                    <a:pt x="17" y="10"/>
                    <a:pt x="18" y="11"/>
                    <a:pt x="18" y="11"/>
                  </a:cubicBezTo>
                  <a:cubicBezTo>
                    <a:pt x="18" y="11"/>
                    <a:pt x="18" y="11"/>
                    <a:pt x="18" y="11"/>
                  </a:cubicBezTo>
                  <a:cubicBezTo>
                    <a:pt x="18" y="11"/>
                    <a:pt x="18" y="11"/>
                    <a:pt x="18" y="11"/>
                  </a:cubicBezTo>
                  <a:cubicBezTo>
                    <a:pt x="18" y="11"/>
                    <a:pt x="18" y="11"/>
                    <a:pt x="18" y="11"/>
                  </a:cubicBezTo>
                  <a:cubicBezTo>
                    <a:pt x="18" y="11"/>
                    <a:pt x="18" y="11"/>
                    <a:pt x="18" y="11"/>
                  </a:cubicBezTo>
                  <a:cubicBezTo>
                    <a:pt x="18" y="11"/>
                    <a:pt x="19" y="11"/>
                    <a:pt x="19" y="11"/>
                  </a:cubicBezTo>
                  <a:cubicBezTo>
                    <a:pt x="19" y="12"/>
                    <a:pt x="19" y="12"/>
                    <a:pt x="19" y="12"/>
                  </a:cubicBezTo>
                  <a:cubicBezTo>
                    <a:pt x="19" y="12"/>
                    <a:pt x="19" y="12"/>
                    <a:pt x="19" y="12"/>
                  </a:cubicBezTo>
                  <a:cubicBezTo>
                    <a:pt x="19" y="12"/>
                    <a:pt x="19" y="12"/>
                    <a:pt x="19" y="12"/>
                  </a:cubicBezTo>
                  <a:cubicBezTo>
                    <a:pt x="18" y="12"/>
                    <a:pt x="18" y="12"/>
                    <a:pt x="18" y="12"/>
                  </a:cubicBezTo>
                  <a:cubicBezTo>
                    <a:pt x="18" y="12"/>
                    <a:pt x="18" y="12"/>
                    <a:pt x="18" y="12"/>
                  </a:cubicBezTo>
                  <a:cubicBezTo>
                    <a:pt x="18" y="12"/>
                    <a:pt x="18" y="12"/>
                    <a:pt x="18" y="12"/>
                  </a:cubicBezTo>
                  <a:cubicBezTo>
                    <a:pt x="18" y="12"/>
                    <a:pt x="18" y="12"/>
                    <a:pt x="18" y="12"/>
                  </a:cubicBezTo>
                  <a:cubicBezTo>
                    <a:pt x="18" y="12"/>
                    <a:pt x="18" y="12"/>
                    <a:pt x="18" y="12"/>
                  </a:cubicBezTo>
                  <a:cubicBezTo>
                    <a:pt x="18" y="12"/>
                    <a:pt x="18" y="12"/>
                    <a:pt x="18" y="12"/>
                  </a:cubicBezTo>
                  <a:cubicBezTo>
                    <a:pt x="18" y="12"/>
                    <a:pt x="18" y="12"/>
                    <a:pt x="18" y="12"/>
                  </a:cubicBezTo>
                  <a:cubicBezTo>
                    <a:pt x="18" y="12"/>
                    <a:pt x="18" y="12"/>
                    <a:pt x="18" y="12"/>
                  </a:cubicBezTo>
                  <a:cubicBezTo>
                    <a:pt x="18" y="12"/>
                    <a:pt x="18" y="12"/>
                    <a:pt x="18" y="12"/>
                  </a:cubicBezTo>
                  <a:cubicBezTo>
                    <a:pt x="18" y="12"/>
                    <a:pt x="18" y="12"/>
                    <a:pt x="18" y="12"/>
                  </a:cubicBezTo>
                  <a:cubicBezTo>
                    <a:pt x="18" y="12"/>
                    <a:pt x="18" y="12"/>
                    <a:pt x="18" y="12"/>
                  </a:cubicBezTo>
                  <a:cubicBezTo>
                    <a:pt x="18" y="12"/>
                    <a:pt x="18" y="12"/>
                    <a:pt x="18" y="12"/>
                  </a:cubicBezTo>
                  <a:cubicBezTo>
                    <a:pt x="18" y="12"/>
                    <a:pt x="18" y="12"/>
                    <a:pt x="18" y="12"/>
                  </a:cubicBezTo>
                  <a:cubicBezTo>
                    <a:pt x="18" y="12"/>
                    <a:pt x="18" y="13"/>
                    <a:pt x="18" y="13"/>
                  </a:cubicBezTo>
                  <a:cubicBezTo>
                    <a:pt x="18" y="13"/>
                    <a:pt x="18" y="13"/>
                    <a:pt x="18" y="13"/>
                  </a:cubicBezTo>
                  <a:cubicBezTo>
                    <a:pt x="18" y="13"/>
                    <a:pt x="18" y="13"/>
                    <a:pt x="18" y="13"/>
                  </a:cubicBezTo>
                  <a:cubicBezTo>
                    <a:pt x="18" y="13"/>
                    <a:pt x="18" y="14"/>
                    <a:pt x="18" y="14"/>
                  </a:cubicBezTo>
                  <a:cubicBezTo>
                    <a:pt x="18" y="14"/>
                    <a:pt x="18" y="14"/>
                    <a:pt x="18" y="14"/>
                  </a:cubicBezTo>
                  <a:cubicBezTo>
                    <a:pt x="18" y="14"/>
                    <a:pt x="18" y="14"/>
                    <a:pt x="18" y="14"/>
                  </a:cubicBezTo>
                  <a:cubicBezTo>
                    <a:pt x="18" y="13"/>
                    <a:pt x="18" y="13"/>
                    <a:pt x="18" y="13"/>
                  </a:cubicBezTo>
                  <a:cubicBezTo>
                    <a:pt x="18" y="13"/>
                    <a:pt x="18" y="13"/>
                    <a:pt x="19" y="13"/>
                  </a:cubicBezTo>
                  <a:cubicBezTo>
                    <a:pt x="19" y="13"/>
                    <a:pt x="19" y="13"/>
                    <a:pt x="19" y="13"/>
                  </a:cubicBezTo>
                  <a:cubicBezTo>
                    <a:pt x="19" y="13"/>
                    <a:pt x="20" y="14"/>
                    <a:pt x="20" y="14"/>
                  </a:cubicBezTo>
                  <a:cubicBezTo>
                    <a:pt x="20" y="14"/>
                    <a:pt x="20" y="14"/>
                    <a:pt x="20" y="14"/>
                  </a:cubicBezTo>
                  <a:cubicBezTo>
                    <a:pt x="20" y="14"/>
                    <a:pt x="20" y="14"/>
                    <a:pt x="20" y="14"/>
                  </a:cubicBezTo>
                  <a:cubicBezTo>
                    <a:pt x="20" y="14"/>
                    <a:pt x="20" y="14"/>
                    <a:pt x="20" y="14"/>
                  </a:cubicBezTo>
                  <a:cubicBezTo>
                    <a:pt x="20" y="14"/>
                    <a:pt x="20" y="14"/>
                    <a:pt x="20" y="14"/>
                  </a:cubicBezTo>
                  <a:cubicBezTo>
                    <a:pt x="20" y="14"/>
                    <a:pt x="20" y="14"/>
                    <a:pt x="20" y="14"/>
                  </a:cubicBezTo>
                  <a:cubicBezTo>
                    <a:pt x="20" y="15"/>
                    <a:pt x="20" y="15"/>
                    <a:pt x="20" y="15"/>
                  </a:cubicBezTo>
                  <a:cubicBezTo>
                    <a:pt x="20" y="15"/>
                    <a:pt x="20" y="15"/>
                    <a:pt x="20" y="15"/>
                  </a:cubicBezTo>
                  <a:cubicBezTo>
                    <a:pt x="20" y="15"/>
                    <a:pt x="20" y="15"/>
                    <a:pt x="20" y="15"/>
                  </a:cubicBezTo>
                  <a:cubicBezTo>
                    <a:pt x="20" y="15"/>
                    <a:pt x="20" y="15"/>
                    <a:pt x="20" y="15"/>
                  </a:cubicBezTo>
                  <a:cubicBezTo>
                    <a:pt x="21" y="15"/>
                    <a:pt x="21" y="15"/>
                    <a:pt x="21" y="15"/>
                  </a:cubicBezTo>
                  <a:cubicBezTo>
                    <a:pt x="21" y="15"/>
                    <a:pt x="21" y="15"/>
                    <a:pt x="21" y="15"/>
                  </a:cubicBezTo>
                  <a:cubicBezTo>
                    <a:pt x="22" y="15"/>
                    <a:pt x="21" y="15"/>
                    <a:pt x="21" y="14"/>
                  </a:cubicBezTo>
                  <a:cubicBezTo>
                    <a:pt x="21" y="14"/>
                    <a:pt x="21" y="14"/>
                    <a:pt x="21" y="14"/>
                  </a:cubicBezTo>
                  <a:cubicBezTo>
                    <a:pt x="21" y="14"/>
                    <a:pt x="21" y="14"/>
                    <a:pt x="21" y="14"/>
                  </a:cubicBezTo>
                  <a:cubicBezTo>
                    <a:pt x="21" y="15"/>
                    <a:pt x="21" y="15"/>
                    <a:pt x="20" y="15"/>
                  </a:cubicBezTo>
                  <a:cubicBezTo>
                    <a:pt x="20" y="15"/>
                    <a:pt x="20" y="14"/>
                    <a:pt x="20" y="14"/>
                  </a:cubicBezTo>
                  <a:cubicBezTo>
                    <a:pt x="20" y="14"/>
                    <a:pt x="20" y="14"/>
                    <a:pt x="21" y="14"/>
                  </a:cubicBezTo>
                  <a:cubicBezTo>
                    <a:pt x="21" y="14"/>
                    <a:pt x="21" y="14"/>
                    <a:pt x="21" y="14"/>
                  </a:cubicBezTo>
                  <a:cubicBezTo>
                    <a:pt x="21" y="14"/>
                    <a:pt x="21" y="14"/>
                    <a:pt x="21" y="14"/>
                  </a:cubicBezTo>
                  <a:cubicBezTo>
                    <a:pt x="21" y="14"/>
                    <a:pt x="21" y="14"/>
                    <a:pt x="21" y="14"/>
                  </a:cubicBezTo>
                  <a:cubicBezTo>
                    <a:pt x="21" y="14"/>
                    <a:pt x="21" y="14"/>
                    <a:pt x="21" y="14"/>
                  </a:cubicBezTo>
                  <a:cubicBezTo>
                    <a:pt x="21" y="14"/>
                    <a:pt x="21" y="14"/>
                    <a:pt x="21" y="14"/>
                  </a:cubicBezTo>
                  <a:cubicBezTo>
                    <a:pt x="21" y="14"/>
                    <a:pt x="21" y="14"/>
                    <a:pt x="21" y="14"/>
                  </a:cubicBezTo>
                  <a:cubicBezTo>
                    <a:pt x="21" y="14"/>
                    <a:pt x="20" y="13"/>
                    <a:pt x="21" y="13"/>
                  </a:cubicBezTo>
                  <a:cubicBezTo>
                    <a:pt x="21" y="13"/>
                    <a:pt x="21" y="13"/>
                    <a:pt x="21" y="13"/>
                  </a:cubicBezTo>
                  <a:cubicBezTo>
                    <a:pt x="20" y="13"/>
                    <a:pt x="20" y="13"/>
                    <a:pt x="20" y="13"/>
                  </a:cubicBezTo>
                  <a:cubicBezTo>
                    <a:pt x="20" y="13"/>
                    <a:pt x="20" y="12"/>
                    <a:pt x="20" y="12"/>
                  </a:cubicBezTo>
                  <a:cubicBezTo>
                    <a:pt x="20" y="12"/>
                    <a:pt x="20" y="12"/>
                    <a:pt x="20" y="12"/>
                  </a:cubicBezTo>
                  <a:cubicBezTo>
                    <a:pt x="19" y="12"/>
                    <a:pt x="19" y="12"/>
                    <a:pt x="19" y="11"/>
                  </a:cubicBezTo>
                  <a:cubicBezTo>
                    <a:pt x="19" y="11"/>
                    <a:pt x="19" y="11"/>
                    <a:pt x="19" y="11"/>
                  </a:cubicBezTo>
                  <a:cubicBezTo>
                    <a:pt x="19" y="11"/>
                    <a:pt x="19" y="11"/>
                    <a:pt x="19" y="11"/>
                  </a:cubicBezTo>
                  <a:cubicBezTo>
                    <a:pt x="19" y="11"/>
                    <a:pt x="19" y="10"/>
                    <a:pt x="19" y="10"/>
                  </a:cubicBezTo>
                  <a:cubicBezTo>
                    <a:pt x="19" y="10"/>
                    <a:pt x="19" y="10"/>
                    <a:pt x="19" y="10"/>
                  </a:cubicBezTo>
                  <a:cubicBezTo>
                    <a:pt x="19" y="10"/>
                    <a:pt x="19" y="10"/>
                    <a:pt x="19" y="10"/>
                  </a:cubicBezTo>
                  <a:cubicBezTo>
                    <a:pt x="19" y="10"/>
                    <a:pt x="19" y="10"/>
                    <a:pt x="19" y="10"/>
                  </a:cubicBezTo>
                  <a:cubicBezTo>
                    <a:pt x="19" y="10"/>
                    <a:pt x="19" y="10"/>
                    <a:pt x="19" y="10"/>
                  </a:cubicBezTo>
                  <a:cubicBezTo>
                    <a:pt x="19" y="10"/>
                    <a:pt x="19" y="10"/>
                    <a:pt x="19" y="10"/>
                  </a:cubicBezTo>
                  <a:cubicBezTo>
                    <a:pt x="19" y="10"/>
                    <a:pt x="19" y="10"/>
                    <a:pt x="19" y="10"/>
                  </a:cubicBezTo>
                  <a:cubicBezTo>
                    <a:pt x="19" y="10"/>
                    <a:pt x="20" y="11"/>
                    <a:pt x="20" y="11"/>
                  </a:cubicBezTo>
                  <a:cubicBezTo>
                    <a:pt x="20" y="11"/>
                    <a:pt x="20" y="10"/>
                    <a:pt x="20" y="10"/>
                  </a:cubicBezTo>
                  <a:cubicBezTo>
                    <a:pt x="20" y="10"/>
                    <a:pt x="20" y="11"/>
                    <a:pt x="20" y="11"/>
                  </a:cubicBezTo>
                  <a:cubicBezTo>
                    <a:pt x="20" y="11"/>
                    <a:pt x="20" y="11"/>
                    <a:pt x="20" y="11"/>
                  </a:cubicBezTo>
                  <a:cubicBezTo>
                    <a:pt x="20" y="11"/>
                    <a:pt x="20" y="11"/>
                    <a:pt x="21" y="11"/>
                  </a:cubicBezTo>
                  <a:cubicBezTo>
                    <a:pt x="21" y="11"/>
                    <a:pt x="20" y="11"/>
                    <a:pt x="20" y="10"/>
                  </a:cubicBezTo>
                  <a:cubicBezTo>
                    <a:pt x="20" y="10"/>
                    <a:pt x="20" y="10"/>
                    <a:pt x="20" y="10"/>
                  </a:cubicBezTo>
                  <a:cubicBezTo>
                    <a:pt x="20" y="10"/>
                    <a:pt x="20" y="10"/>
                    <a:pt x="20" y="10"/>
                  </a:cubicBezTo>
                  <a:cubicBezTo>
                    <a:pt x="20" y="10"/>
                    <a:pt x="20" y="10"/>
                    <a:pt x="20" y="10"/>
                  </a:cubicBezTo>
                  <a:cubicBezTo>
                    <a:pt x="20" y="10"/>
                    <a:pt x="20" y="9"/>
                    <a:pt x="20" y="9"/>
                  </a:cubicBezTo>
                  <a:cubicBezTo>
                    <a:pt x="19" y="9"/>
                    <a:pt x="19" y="9"/>
                    <a:pt x="19" y="9"/>
                  </a:cubicBezTo>
                  <a:cubicBezTo>
                    <a:pt x="19" y="9"/>
                    <a:pt x="19" y="9"/>
                    <a:pt x="19" y="9"/>
                  </a:cubicBezTo>
                  <a:cubicBezTo>
                    <a:pt x="19" y="8"/>
                    <a:pt x="19" y="8"/>
                    <a:pt x="19" y="8"/>
                  </a:cubicBezTo>
                  <a:cubicBezTo>
                    <a:pt x="19" y="8"/>
                    <a:pt x="19" y="8"/>
                    <a:pt x="19" y="8"/>
                  </a:cubicBezTo>
                  <a:cubicBezTo>
                    <a:pt x="19" y="7"/>
                    <a:pt x="20" y="7"/>
                    <a:pt x="20" y="8"/>
                  </a:cubicBezTo>
                  <a:cubicBezTo>
                    <a:pt x="20" y="8"/>
                    <a:pt x="20" y="7"/>
                    <a:pt x="20" y="7"/>
                  </a:cubicBezTo>
                  <a:cubicBezTo>
                    <a:pt x="20" y="7"/>
                    <a:pt x="20" y="7"/>
                    <a:pt x="20" y="7"/>
                  </a:cubicBezTo>
                  <a:cubicBezTo>
                    <a:pt x="20" y="7"/>
                    <a:pt x="20" y="7"/>
                    <a:pt x="20" y="7"/>
                  </a:cubicBezTo>
                  <a:cubicBezTo>
                    <a:pt x="20" y="7"/>
                    <a:pt x="20" y="7"/>
                    <a:pt x="20" y="7"/>
                  </a:cubicBezTo>
                  <a:cubicBezTo>
                    <a:pt x="20" y="6"/>
                    <a:pt x="20" y="7"/>
                    <a:pt x="20" y="6"/>
                  </a:cubicBezTo>
                  <a:cubicBezTo>
                    <a:pt x="20" y="6"/>
                    <a:pt x="20" y="6"/>
                    <a:pt x="20" y="6"/>
                  </a:cubicBezTo>
                  <a:cubicBezTo>
                    <a:pt x="20" y="6"/>
                    <a:pt x="20" y="6"/>
                    <a:pt x="20" y="6"/>
                  </a:cubicBezTo>
                  <a:cubicBezTo>
                    <a:pt x="20" y="6"/>
                    <a:pt x="20" y="6"/>
                    <a:pt x="20" y="5"/>
                  </a:cubicBezTo>
                  <a:cubicBezTo>
                    <a:pt x="20" y="5"/>
                    <a:pt x="20" y="6"/>
                    <a:pt x="20" y="5"/>
                  </a:cubicBezTo>
                  <a:cubicBezTo>
                    <a:pt x="20" y="5"/>
                    <a:pt x="20" y="6"/>
                    <a:pt x="20" y="5"/>
                  </a:cubicBezTo>
                  <a:cubicBezTo>
                    <a:pt x="20" y="5"/>
                    <a:pt x="20" y="5"/>
                    <a:pt x="20" y="5"/>
                  </a:cubicBezTo>
                  <a:cubicBezTo>
                    <a:pt x="20" y="5"/>
                    <a:pt x="20" y="5"/>
                    <a:pt x="20" y="5"/>
                  </a:cubicBezTo>
                  <a:cubicBezTo>
                    <a:pt x="20" y="5"/>
                    <a:pt x="19" y="5"/>
                    <a:pt x="19" y="5"/>
                  </a:cubicBezTo>
                  <a:cubicBezTo>
                    <a:pt x="19" y="5"/>
                    <a:pt x="19" y="5"/>
                    <a:pt x="19" y="5"/>
                  </a:cubicBezTo>
                  <a:cubicBezTo>
                    <a:pt x="19" y="5"/>
                    <a:pt x="19" y="5"/>
                    <a:pt x="19" y="5"/>
                  </a:cubicBezTo>
                  <a:cubicBezTo>
                    <a:pt x="19" y="5"/>
                    <a:pt x="19" y="5"/>
                    <a:pt x="19" y="5"/>
                  </a:cubicBezTo>
                  <a:cubicBezTo>
                    <a:pt x="19" y="5"/>
                    <a:pt x="19" y="5"/>
                    <a:pt x="19" y="5"/>
                  </a:cubicBezTo>
                  <a:cubicBezTo>
                    <a:pt x="19" y="5"/>
                    <a:pt x="19" y="5"/>
                    <a:pt x="19" y="5"/>
                  </a:cubicBezTo>
                  <a:cubicBezTo>
                    <a:pt x="19" y="5"/>
                    <a:pt x="18" y="5"/>
                    <a:pt x="18" y="5"/>
                  </a:cubicBezTo>
                  <a:cubicBezTo>
                    <a:pt x="18" y="5"/>
                    <a:pt x="18" y="5"/>
                    <a:pt x="18" y="5"/>
                  </a:cubicBezTo>
                  <a:cubicBezTo>
                    <a:pt x="18" y="5"/>
                    <a:pt x="18" y="5"/>
                    <a:pt x="18" y="5"/>
                  </a:cubicBezTo>
                  <a:cubicBezTo>
                    <a:pt x="18" y="5"/>
                    <a:pt x="18" y="5"/>
                    <a:pt x="18" y="5"/>
                  </a:cubicBezTo>
                  <a:cubicBezTo>
                    <a:pt x="18" y="6"/>
                    <a:pt x="18" y="6"/>
                    <a:pt x="18" y="5"/>
                  </a:cubicBezTo>
                  <a:cubicBezTo>
                    <a:pt x="18" y="5"/>
                    <a:pt x="17" y="5"/>
                    <a:pt x="17" y="5"/>
                  </a:cubicBezTo>
                  <a:cubicBezTo>
                    <a:pt x="17" y="5"/>
                    <a:pt x="17" y="5"/>
                    <a:pt x="17" y="5"/>
                  </a:cubicBezTo>
                  <a:cubicBezTo>
                    <a:pt x="17" y="4"/>
                    <a:pt x="17" y="4"/>
                    <a:pt x="17" y="4"/>
                  </a:cubicBezTo>
                  <a:cubicBezTo>
                    <a:pt x="17" y="4"/>
                    <a:pt x="18" y="4"/>
                    <a:pt x="18" y="4"/>
                  </a:cubicBezTo>
                  <a:cubicBezTo>
                    <a:pt x="18" y="4"/>
                    <a:pt x="18" y="5"/>
                    <a:pt x="18" y="5"/>
                  </a:cubicBezTo>
                  <a:cubicBezTo>
                    <a:pt x="18" y="4"/>
                    <a:pt x="18" y="4"/>
                    <a:pt x="18" y="4"/>
                  </a:cubicBezTo>
                  <a:cubicBezTo>
                    <a:pt x="18" y="4"/>
                    <a:pt x="18" y="4"/>
                    <a:pt x="18" y="4"/>
                  </a:cubicBezTo>
                  <a:cubicBezTo>
                    <a:pt x="18" y="4"/>
                    <a:pt x="18" y="4"/>
                    <a:pt x="18" y="4"/>
                  </a:cubicBezTo>
                  <a:cubicBezTo>
                    <a:pt x="18" y="4"/>
                    <a:pt x="18" y="3"/>
                    <a:pt x="17" y="3"/>
                  </a:cubicBezTo>
                  <a:cubicBezTo>
                    <a:pt x="17" y="3"/>
                    <a:pt x="17" y="3"/>
                    <a:pt x="18" y="3"/>
                  </a:cubicBezTo>
                  <a:cubicBezTo>
                    <a:pt x="18" y="3"/>
                    <a:pt x="18" y="3"/>
                    <a:pt x="18" y="3"/>
                  </a:cubicBezTo>
                  <a:cubicBezTo>
                    <a:pt x="18" y="3"/>
                    <a:pt x="18" y="3"/>
                    <a:pt x="18" y="3"/>
                  </a:cubicBezTo>
                  <a:cubicBezTo>
                    <a:pt x="18" y="3"/>
                    <a:pt x="18" y="3"/>
                    <a:pt x="18" y="3"/>
                  </a:cubicBezTo>
                  <a:cubicBezTo>
                    <a:pt x="17" y="3"/>
                    <a:pt x="17" y="3"/>
                    <a:pt x="17" y="2"/>
                  </a:cubicBezTo>
                  <a:cubicBezTo>
                    <a:pt x="16" y="2"/>
                    <a:pt x="16" y="2"/>
                    <a:pt x="16" y="2"/>
                  </a:cubicBezTo>
                  <a:cubicBezTo>
                    <a:pt x="16" y="2"/>
                    <a:pt x="16" y="2"/>
                    <a:pt x="16" y="2"/>
                  </a:cubicBezTo>
                  <a:cubicBezTo>
                    <a:pt x="16" y="2"/>
                    <a:pt x="16" y="2"/>
                    <a:pt x="16" y="2"/>
                  </a:cubicBezTo>
                  <a:cubicBezTo>
                    <a:pt x="16" y="2"/>
                    <a:pt x="16" y="2"/>
                    <a:pt x="16" y="2"/>
                  </a:cubicBezTo>
                  <a:cubicBezTo>
                    <a:pt x="15" y="2"/>
                    <a:pt x="15" y="2"/>
                    <a:pt x="15" y="2"/>
                  </a:cubicBezTo>
                  <a:cubicBezTo>
                    <a:pt x="15" y="2"/>
                    <a:pt x="15" y="1"/>
                    <a:pt x="15" y="1"/>
                  </a:cubicBezTo>
                  <a:cubicBezTo>
                    <a:pt x="15" y="2"/>
                    <a:pt x="15" y="1"/>
                    <a:pt x="15" y="1"/>
                  </a:cubicBezTo>
                  <a:cubicBezTo>
                    <a:pt x="14" y="1"/>
                    <a:pt x="15" y="1"/>
                    <a:pt x="15" y="1"/>
                  </a:cubicBezTo>
                  <a:cubicBezTo>
                    <a:pt x="15" y="1"/>
                    <a:pt x="14" y="1"/>
                    <a:pt x="14" y="1"/>
                  </a:cubicBezTo>
                  <a:close/>
                  <a:moveTo>
                    <a:pt x="25" y="6"/>
                  </a:moveTo>
                  <a:cubicBezTo>
                    <a:pt x="25" y="6"/>
                    <a:pt x="25" y="6"/>
                    <a:pt x="25" y="6"/>
                  </a:cubicBezTo>
                  <a:cubicBezTo>
                    <a:pt x="25" y="6"/>
                    <a:pt x="25" y="6"/>
                    <a:pt x="25" y="6"/>
                  </a:cubicBezTo>
                  <a:cubicBezTo>
                    <a:pt x="25" y="6"/>
                    <a:pt x="25" y="6"/>
                    <a:pt x="25" y="6"/>
                  </a:cubicBezTo>
                  <a:cubicBezTo>
                    <a:pt x="25" y="6"/>
                    <a:pt x="25" y="6"/>
                    <a:pt x="25" y="6"/>
                  </a:cubicBezTo>
                  <a:cubicBezTo>
                    <a:pt x="25" y="6"/>
                    <a:pt x="25" y="6"/>
                    <a:pt x="25" y="6"/>
                  </a:cubicBezTo>
                  <a:cubicBezTo>
                    <a:pt x="25" y="6"/>
                    <a:pt x="25" y="6"/>
                    <a:pt x="25" y="6"/>
                  </a:cubicBezTo>
                  <a:cubicBezTo>
                    <a:pt x="26" y="6"/>
                    <a:pt x="25" y="5"/>
                    <a:pt x="25" y="5"/>
                  </a:cubicBezTo>
                  <a:cubicBezTo>
                    <a:pt x="25" y="5"/>
                    <a:pt x="25" y="5"/>
                    <a:pt x="25" y="5"/>
                  </a:cubicBezTo>
                  <a:cubicBezTo>
                    <a:pt x="25" y="5"/>
                    <a:pt x="25" y="5"/>
                    <a:pt x="25" y="5"/>
                  </a:cubicBezTo>
                  <a:cubicBezTo>
                    <a:pt x="25" y="5"/>
                    <a:pt x="24" y="5"/>
                    <a:pt x="25" y="5"/>
                  </a:cubicBezTo>
                  <a:cubicBezTo>
                    <a:pt x="25" y="5"/>
                    <a:pt x="25" y="5"/>
                    <a:pt x="25" y="5"/>
                  </a:cubicBezTo>
                  <a:cubicBezTo>
                    <a:pt x="25" y="5"/>
                    <a:pt x="25" y="6"/>
                    <a:pt x="25" y="6"/>
                  </a:cubicBezTo>
                  <a:cubicBezTo>
                    <a:pt x="25" y="6"/>
                    <a:pt x="25" y="6"/>
                    <a:pt x="25" y="6"/>
                  </a:cubicBezTo>
                  <a:cubicBezTo>
                    <a:pt x="25" y="6"/>
                    <a:pt x="25" y="6"/>
                    <a:pt x="25" y="6"/>
                  </a:cubicBezTo>
                  <a:cubicBezTo>
                    <a:pt x="25" y="6"/>
                    <a:pt x="25" y="6"/>
                    <a:pt x="25" y="6"/>
                  </a:cubicBezTo>
                  <a:cubicBezTo>
                    <a:pt x="25" y="6"/>
                    <a:pt x="25" y="6"/>
                    <a:pt x="25" y="6"/>
                  </a:cubicBezTo>
                  <a:cubicBezTo>
                    <a:pt x="25" y="6"/>
                    <a:pt x="25" y="6"/>
                    <a:pt x="25" y="6"/>
                  </a:cubicBezTo>
                  <a:cubicBezTo>
                    <a:pt x="25" y="6"/>
                    <a:pt x="25" y="6"/>
                    <a:pt x="25" y="6"/>
                  </a:cubicBezTo>
                  <a:close/>
                  <a:moveTo>
                    <a:pt x="19" y="14"/>
                  </a:moveTo>
                  <a:cubicBezTo>
                    <a:pt x="19" y="14"/>
                    <a:pt x="19" y="14"/>
                    <a:pt x="18" y="14"/>
                  </a:cubicBezTo>
                  <a:cubicBezTo>
                    <a:pt x="18" y="14"/>
                    <a:pt x="18" y="14"/>
                    <a:pt x="18" y="14"/>
                  </a:cubicBezTo>
                  <a:cubicBezTo>
                    <a:pt x="18" y="14"/>
                    <a:pt x="18" y="14"/>
                    <a:pt x="18" y="14"/>
                  </a:cubicBezTo>
                  <a:cubicBezTo>
                    <a:pt x="18" y="14"/>
                    <a:pt x="17" y="14"/>
                    <a:pt x="17" y="14"/>
                  </a:cubicBezTo>
                  <a:cubicBezTo>
                    <a:pt x="17" y="14"/>
                    <a:pt x="17" y="14"/>
                    <a:pt x="17" y="14"/>
                  </a:cubicBezTo>
                  <a:cubicBezTo>
                    <a:pt x="17" y="14"/>
                    <a:pt x="18" y="14"/>
                    <a:pt x="18" y="14"/>
                  </a:cubicBezTo>
                  <a:cubicBezTo>
                    <a:pt x="17" y="14"/>
                    <a:pt x="18" y="15"/>
                    <a:pt x="18" y="15"/>
                  </a:cubicBezTo>
                  <a:cubicBezTo>
                    <a:pt x="18" y="15"/>
                    <a:pt x="18" y="15"/>
                    <a:pt x="18" y="15"/>
                  </a:cubicBezTo>
                  <a:cubicBezTo>
                    <a:pt x="18" y="15"/>
                    <a:pt x="18" y="15"/>
                    <a:pt x="18" y="15"/>
                  </a:cubicBezTo>
                  <a:cubicBezTo>
                    <a:pt x="18" y="15"/>
                    <a:pt x="18" y="15"/>
                    <a:pt x="18" y="15"/>
                  </a:cubicBezTo>
                  <a:cubicBezTo>
                    <a:pt x="18" y="15"/>
                    <a:pt x="18" y="15"/>
                    <a:pt x="19" y="15"/>
                  </a:cubicBezTo>
                  <a:cubicBezTo>
                    <a:pt x="18" y="15"/>
                    <a:pt x="18" y="14"/>
                    <a:pt x="19" y="15"/>
                  </a:cubicBezTo>
                  <a:cubicBezTo>
                    <a:pt x="19" y="14"/>
                    <a:pt x="19" y="14"/>
                    <a:pt x="19" y="14"/>
                  </a:cubicBezTo>
                  <a:close/>
                  <a:moveTo>
                    <a:pt x="24" y="13"/>
                  </a:moveTo>
                  <a:cubicBezTo>
                    <a:pt x="24" y="13"/>
                    <a:pt x="23" y="13"/>
                    <a:pt x="23" y="13"/>
                  </a:cubicBezTo>
                  <a:cubicBezTo>
                    <a:pt x="23" y="13"/>
                    <a:pt x="23" y="14"/>
                    <a:pt x="23" y="14"/>
                  </a:cubicBezTo>
                  <a:cubicBezTo>
                    <a:pt x="23" y="14"/>
                    <a:pt x="23" y="13"/>
                    <a:pt x="23" y="13"/>
                  </a:cubicBezTo>
                  <a:cubicBezTo>
                    <a:pt x="23" y="13"/>
                    <a:pt x="22" y="13"/>
                    <a:pt x="22" y="13"/>
                  </a:cubicBezTo>
                  <a:cubicBezTo>
                    <a:pt x="22" y="13"/>
                    <a:pt x="22" y="13"/>
                    <a:pt x="22" y="13"/>
                  </a:cubicBezTo>
                  <a:cubicBezTo>
                    <a:pt x="22" y="13"/>
                    <a:pt x="22" y="13"/>
                    <a:pt x="22" y="13"/>
                  </a:cubicBezTo>
                  <a:cubicBezTo>
                    <a:pt x="22" y="13"/>
                    <a:pt x="22" y="13"/>
                    <a:pt x="22" y="13"/>
                  </a:cubicBezTo>
                  <a:cubicBezTo>
                    <a:pt x="22" y="13"/>
                    <a:pt x="22" y="13"/>
                    <a:pt x="22" y="13"/>
                  </a:cubicBezTo>
                  <a:cubicBezTo>
                    <a:pt x="22" y="13"/>
                    <a:pt x="22" y="14"/>
                    <a:pt x="22" y="14"/>
                  </a:cubicBezTo>
                  <a:cubicBezTo>
                    <a:pt x="22" y="14"/>
                    <a:pt x="22" y="14"/>
                    <a:pt x="22" y="14"/>
                  </a:cubicBezTo>
                  <a:cubicBezTo>
                    <a:pt x="22" y="14"/>
                    <a:pt x="23" y="15"/>
                    <a:pt x="23" y="15"/>
                  </a:cubicBezTo>
                  <a:cubicBezTo>
                    <a:pt x="23" y="15"/>
                    <a:pt x="22" y="15"/>
                    <a:pt x="23" y="15"/>
                  </a:cubicBezTo>
                  <a:cubicBezTo>
                    <a:pt x="23" y="15"/>
                    <a:pt x="23" y="15"/>
                    <a:pt x="23" y="15"/>
                  </a:cubicBezTo>
                  <a:cubicBezTo>
                    <a:pt x="23" y="15"/>
                    <a:pt x="23" y="15"/>
                    <a:pt x="23" y="15"/>
                  </a:cubicBezTo>
                  <a:cubicBezTo>
                    <a:pt x="23" y="15"/>
                    <a:pt x="23" y="16"/>
                    <a:pt x="23" y="16"/>
                  </a:cubicBezTo>
                  <a:cubicBezTo>
                    <a:pt x="23" y="16"/>
                    <a:pt x="23" y="16"/>
                    <a:pt x="23" y="16"/>
                  </a:cubicBezTo>
                  <a:cubicBezTo>
                    <a:pt x="23" y="15"/>
                    <a:pt x="24" y="16"/>
                    <a:pt x="24" y="16"/>
                  </a:cubicBezTo>
                  <a:cubicBezTo>
                    <a:pt x="24" y="16"/>
                    <a:pt x="23" y="16"/>
                    <a:pt x="23" y="15"/>
                  </a:cubicBezTo>
                  <a:cubicBezTo>
                    <a:pt x="23" y="15"/>
                    <a:pt x="23" y="15"/>
                    <a:pt x="23" y="15"/>
                  </a:cubicBezTo>
                  <a:cubicBezTo>
                    <a:pt x="23" y="15"/>
                    <a:pt x="23" y="15"/>
                    <a:pt x="23" y="15"/>
                  </a:cubicBezTo>
                  <a:cubicBezTo>
                    <a:pt x="23" y="14"/>
                    <a:pt x="23" y="14"/>
                    <a:pt x="23" y="14"/>
                  </a:cubicBezTo>
                  <a:cubicBezTo>
                    <a:pt x="23" y="14"/>
                    <a:pt x="23" y="14"/>
                    <a:pt x="23" y="14"/>
                  </a:cubicBezTo>
                  <a:cubicBezTo>
                    <a:pt x="23" y="14"/>
                    <a:pt x="23" y="14"/>
                    <a:pt x="23" y="14"/>
                  </a:cubicBezTo>
                  <a:cubicBezTo>
                    <a:pt x="23" y="14"/>
                    <a:pt x="24" y="13"/>
                    <a:pt x="24" y="13"/>
                  </a:cubicBezTo>
                  <a:close/>
                  <a:moveTo>
                    <a:pt x="26" y="6"/>
                  </a:moveTo>
                  <a:cubicBezTo>
                    <a:pt x="26" y="6"/>
                    <a:pt x="26" y="6"/>
                    <a:pt x="26" y="6"/>
                  </a:cubicBezTo>
                  <a:cubicBezTo>
                    <a:pt x="26" y="6"/>
                    <a:pt x="26" y="6"/>
                    <a:pt x="26" y="6"/>
                  </a:cubicBezTo>
                  <a:cubicBezTo>
                    <a:pt x="26" y="6"/>
                    <a:pt x="26" y="6"/>
                    <a:pt x="26" y="6"/>
                  </a:cubicBezTo>
                  <a:cubicBezTo>
                    <a:pt x="26" y="6"/>
                    <a:pt x="26" y="6"/>
                    <a:pt x="26" y="6"/>
                  </a:cubicBezTo>
                  <a:cubicBezTo>
                    <a:pt x="26" y="6"/>
                    <a:pt x="26" y="6"/>
                    <a:pt x="26" y="6"/>
                  </a:cubicBezTo>
                  <a:cubicBezTo>
                    <a:pt x="26" y="6"/>
                    <a:pt x="26" y="5"/>
                    <a:pt x="26" y="5"/>
                  </a:cubicBezTo>
                  <a:cubicBezTo>
                    <a:pt x="26" y="5"/>
                    <a:pt x="26" y="5"/>
                    <a:pt x="26" y="5"/>
                  </a:cubicBezTo>
                  <a:cubicBezTo>
                    <a:pt x="25" y="5"/>
                    <a:pt x="26" y="6"/>
                    <a:pt x="26" y="6"/>
                  </a:cubicBezTo>
                  <a:cubicBezTo>
                    <a:pt x="26" y="6"/>
                    <a:pt x="26" y="6"/>
                    <a:pt x="26" y="6"/>
                  </a:cubicBezTo>
                  <a:cubicBezTo>
                    <a:pt x="26" y="6"/>
                    <a:pt x="26" y="6"/>
                    <a:pt x="26" y="6"/>
                  </a:cubicBezTo>
                  <a:cubicBezTo>
                    <a:pt x="26" y="6"/>
                    <a:pt x="26" y="6"/>
                    <a:pt x="26" y="6"/>
                  </a:cubicBezTo>
                  <a:cubicBezTo>
                    <a:pt x="26" y="6"/>
                    <a:pt x="26" y="6"/>
                    <a:pt x="26" y="6"/>
                  </a:cubicBezTo>
                  <a:close/>
                  <a:moveTo>
                    <a:pt x="22" y="12"/>
                  </a:moveTo>
                  <a:cubicBezTo>
                    <a:pt x="23" y="12"/>
                    <a:pt x="23" y="12"/>
                    <a:pt x="23" y="12"/>
                  </a:cubicBezTo>
                  <a:cubicBezTo>
                    <a:pt x="23" y="12"/>
                    <a:pt x="23" y="12"/>
                    <a:pt x="23" y="11"/>
                  </a:cubicBezTo>
                  <a:cubicBezTo>
                    <a:pt x="23" y="11"/>
                    <a:pt x="23" y="11"/>
                    <a:pt x="23" y="11"/>
                  </a:cubicBezTo>
                  <a:cubicBezTo>
                    <a:pt x="22" y="11"/>
                    <a:pt x="22" y="12"/>
                    <a:pt x="22" y="12"/>
                  </a:cubicBezTo>
                  <a:close/>
                  <a:moveTo>
                    <a:pt x="24" y="9"/>
                  </a:moveTo>
                  <a:cubicBezTo>
                    <a:pt x="24" y="9"/>
                    <a:pt x="24" y="9"/>
                    <a:pt x="24" y="9"/>
                  </a:cubicBezTo>
                  <a:cubicBezTo>
                    <a:pt x="24" y="8"/>
                    <a:pt x="24" y="8"/>
                    <a:pt x="24" y="8"/>
                  </a:cubicBezTo>
                  <a:cubicBezTo>
                    <a:pt x="24" y="8"/>
                    <a:pt x="24" y="8"/>
                    <a:pt x="24" y="8"/>
                  </a:cubicBezTo>
                  <a:cubicBezTo>
                    <a:pt x="24" y="8"/>
                    <a:pt x="24" y="8"/>
                    <a:pt x="24" y="8"/>
                  </a:cubicBezTo>
                  <a:cubicBezTo>
                    <a:pt x="24" y="8"/>
                    <a:pt x="24" y="8"/>
                    <a:pt x="24" y="8"/>
                  </a:cubicBezTo>
                  <a:cubicBezTo>
                    <a:pt x="24" y="8"/>
                    <a:pt x="24" y="7"/>
                    <a:pt x="24" y="7"/>
                  </a:cubicBezTo>
                  <a:cubicBezTo>
                    <a:pt x="23" y="7"/>
                    <a:pt x="23" y="7"/>
                    <a:pt x="23" y="7"/>
                  </a:cubicBezTo>
                  <a:cubicBezTo>
                    <a:pt x="23" y="7"/>
                    <a:pt x="23" y="7"/>
                    <a:pt x="23" y="7"/>
                  </a:cubicBezTo>
                  <a:cubicBezTo>
                    <a:pt x="23" y="7"/>
                    <a:pt x="22" y="7"/>
                    <a:pt x="22" y="6"/>
                  </a:cubicBezTo>
                  <a:cubicBezTo>
                    <a:pt x="22" y="6"/>
                    <a:pt x="22" y="6"/>
                    <a:pt x="22" y="6"/>
                  </a:cubicBezTo>
                  <a:cubicBezTo>
                    <a:pt x="22" y="6"/>
                    <a:pt x="22" y="6"/>
                    <a:pt x="22" y="6"/>
                  </a:cubicBezTo>
                  <a:cubicBezTo>
                    <a:pt x="22" y="6"/>
                    <a:pt x="21" y="5"/>
                    <a:pt x="21" y="5"/>
                  </a:cubicBezTo>
                  <a:cubicBezTo>
                    <a:pt x="21" y="5"/>
                    <a:pt x="22" y="5"/>
                    <a:pt x="21" y="5"/>
                  </a:cubicBezTo>
                  <a:cubicBezTo>
                    <a:pt x="21" y="5"/>
                    <a:pt x="21" y="5"/>
                    <a:pt x="21" y="6"/>
                  </a:cubicBezTo>
                  <a:cubicBezTo>
                    <a:pt x="21" y="6"/>
                    <a:pt x="21" y="6"/>
                    <a:pt x="21" y="7"/>
                  </a:cubicBezTo>
                  <a:cubicBezTo>
                    <a:pt x="21" y="6"/>
                    <a:pt x="21" y="7"/>
                    <a:pt x="21" y="7"/>
                  </a:cubicBezTo>
                  <a:cubicBezTo>
                    <a:pt x="21" y="7"/>
                    <a:pt x="21" y="7"/>
                    <a:pt x="21" y="7"/>
                  </a:cubicBezTo>
                  <a:cubicBezTo>
                    <a:pt x="21" y="7"/>
                    <a:pt x="21" y="8"/>
                    <a:pt x="21" y="8"/>
                  </a:cubicBezTo>
                  <a:cubicBezTo>
                    <a:pt x="21" y="8"/>
                    <a:pt x="21" y="8"/>
                    <a:pt x="21" y="8"/>
                  </a:cubicBezTo>
                  <a:cubicBezTo>
                    <a:pt x="21" y="8"/>
                    <a:pt x="22" y="8"/>
                    <a:pt x="22" y="8"/>
                  </a:cubicBezTo>
                  <a:cubicBezTo>
                    <a:pt x="22" y="8"/>
                    <a:pt x="22" y="8"/>
                    <a:pt x="22" y="8"/>
                  </a:cubicBezTo>
                  <a:cubicBezTo>
                    <a:pt x="22" y="8"/>
                    <a:pt x="22" y="8"/>
                    <a:pt x="22" y="9"/>
                  </a:cubicBezTo>
                  <a:cubicBezTo>
                    <a:pt x="23" y="9"/>
                    <a:pt x="23" y="9"/>
                    <a:pt x="23" y="9"/>
                  </a:cubicBezTo>
                  <a:cubicBezTo>
                    <a:pt x="23" y="9"/>
                    <a:pt x="23" y="9"/>
                    <a:pt x="24" y="9"/>
                  </a:cubicBezTo>
                  <a:cubicBezTo>
                    <a:pt x="24" y="9"/>
                    <a:pt x="24" y="9"/>
                    <a:pt x="24" y="9"/>
                  </a:cubicBezTo>
                  <a:close/>
                  <a:moveTo>
                    <a:pt x="1" y="1"/>
                  </a:moveTo>
                  <a:cubicBezTo>
                    <a:pt x="1" y="1"/>
                    <a:pt x="1" y="1"/>
                    <a:pt x="1" y="1"/>
                  </a:cubicBezTo>
                  <a:cubicBezTo>
                    <a:pt x="1" y="2"/>
                    <a:pt x="1" y="1"/>
                    <a:pt x="1" y="1"/>
                  </a:cubicBezTo>
                  <a:cubicBezTo>
                    <a:pt x="1" y="1"/>
                    <a:pt x="1" y="2"/>
                    <a:pt x="1" y="1"/>
                  </a:cubicBezTo>
                  <a:close/>
                  <a:moveTo>
                    <a:pt x="17" y="8"/>
                  </a:moveTo>
                  <a:cubicBezTo>
                    <a:pt x="17" y="8"/>
                    <a:pt x="17" y="8"/>
                    <a:pt x="17" y="8"/>
                  </a:cubicBezTo>
                  <a:cubicBezTo>
                    <a:pt x="16" y="7"/>
                    <a:pt x="16" y="7"/>
                    <a:pt x="16" y="7"/>
                  </a:cubicBezTo>
                  <a:cubicBezTo>
                    <a:pt x="16" y="7"/>
                    <a:pt x="16" y="7"/>
                    <a:pt x="16" y="7"/>
                  </a:cubicBezTo>
                  <a:cubicBezTo>
                    <a:pt x="16" y="7"/>
                    <a:pt x="16" y="7"/>
                    <a:pt x="16" y="7"/>
                  </a:cubicBezTo>
                  <a:cubicBezTo>
                    <a:pt x="16" y="8"/>
                    <a:pt x="16" y="8"/>
                    <a:pt x="16" y="8"/>
                  </a:cubicBezTo>
                  <a:cubicBezTo>
                    <a:pt x="16" y="8"/>
                    <a:pt x="16" y="8"/>
                    <a:pt x="16" y="8"/>
                  </a:cubicBezTo>
                  <a:cubicBezTo>
                    <a:pt x="16" y="8"/>
                    <a:pt x="16" y="8"/>
                    <a:pt x="16" y="8"/>
                  </a:cubicBezTo>
                  <a:cubicBezTo>
                    <a:pt x="16" y="8"/>
                    <a:pt x="16" y="8"/>
                    <a:pt x="16" y="8"/>
                  </a:cubicBezTo>
                  <a:cubicBezTo>
                    <a:pt x="16" y="7"/>
                    <a:pt x="16" y="8"/>
                    <a:pt x="16" y="8"/>
                  </a:cubicBezTo>
                  <a:cubicBezTo>
                    <a:pt x="17" y="8"/>
                    <a:pt x="17" y="8"/>
                    <a:pt x="17" y="8"/>
                  </a:cubicBezTo>
                  <a:cubicBezTo>
                    <a:pt x="17" y="8"/>
                    <a:pt x="17" y="8"/>
                    <a:pt x="17" y="8"/>
                  </a:cubicBezTo>
                  <a:close/>
                  <a:moveTo>
                    <a:pt x="21" y="14"/>
                  </a:moveTo>
                  <a:cubicBezTo>
                    <a:pt x="21" y="14"/>
                    <a:pt x="22" y="14"/>
                    <a:pt x="22" y="14"/>
                  </a:cubicBezTo>
                  <a:cubicBezTo>
                    <a:pt x="21" y="14"/>
                    <a:pt x="22" y="14"/>
                    <a:pt x="22" y="14"/>
                  </a:cubicBezTo>
                  <a:cubicBezTo>
                    <a:pt x="22" y="14"/>
                    <a:pt x="22" y="15"/>
                    <a:pt x="22" y="15"/>
                  </a:cubicBezTo>
                  <a:cubicBezTo>
                    <a:pt x="22" y="14"/>
                    <a:pt x="22" y="14"/>
                    <a:pt x="22" y="14"/>
                  </a:cubicBezTo>
                  <a:cubicBezTo>
                    <a:pt x="22" y="14"/>
                    <a:pt x="22" y="14"/>
                    <a:pt x="21" y="14"/>
                  </a:cubicBezTo>
                  <a:close/>
                  <a:moveTo>
                    <a:pt x="5" y="3"/>
                  </a:moveTo>
                  <a:cubicBezTo>
                    <a:pt x="5" y="3"/>
                    <a:pt x="5" y="3"/>
                    <a:pt x="5" y="3"/>
                  </a:cubicBezTo>
                  <a:cubicBezTo>
                    <a:pt x="5" y="3"/>
                    <a:pt x="5" y="3"/>
                    <a:pt x="6" y="3"/>
                  </a:cubicBezTo>
                  <a:cubicBezTo>
                    <a:pt x="5" y="3"/>
                    <a:pt x="5" y="3"/>
                    <a:pt x="5" y="3"/>
                  </a:cubicBezTo>
                  <a:close/>
                  <a:moveTo>
                    <a:pt x="0" y="1"/>
                  </a:moveTo>
                  <a:cubicBezTo>
                    <a:pt x="0" y="1"/>
                    <a:pt x="0" y="1"/>
                    <a:pt x="0" y="1"/>
                  </a:cubicBezTo>
                  <a:cubicBezTo>
                    <a:pt x="0" y="1"/>
                    <a:pt x="0" y="1"/>
                    <a:pt x="0" y="1"/>
                  </a:cubicBezTo>
                  <a:close/>
                  <a:moveTo>
                    <a:pt x="21" y="13"/>
                  </a:moveTo>
                  <a:cubicBezTo>
                    <a:pt x="21" y="13"/>
                    <a:pt x="21" y="13"/>
                    <a:pt x="21" y="13"/>
                  </a:cubicBezTo>
                  <a:cubicBezTo>
                    <a:pt x="21" y="13"/>
                    <a:pt x="21" y="12"/>
                    <a:pt x="21" y="12"/>
                  </a:cubicBezTo>
                  <a:cubicBezTo>
                    <a:pt x="21" y="12"/>
                    <a:pt x="21" y="12"/>
                    <a:pt x="21" y="12"/>
                  </a:cubicBezTo>
                  <a:cubicBezTo>
                    <a:pt x="21" y="12"/>
                    <a:pt x="21" y="12"/>
                    <a:pt x="21" y="12"/>
                  </a:cubicBezTo>
                  <a:cubicBezTo>
                    <a:pt x="21" y="12"/>
                    <a:pt x="21" y="12"/>
                    <a:pt x="21" y="12"/>
                  </a:cubicBezTo>
                  <a:cubicBezTo>
                    <a:pt x="21" y="12"/>
                    <a:pt x="21" y="12"/>
                    <a:pt x="21" y="12"/>
                  </a:cubicBezTo>
                  <a:cubicBezTo>
                    <a:pt x="21" y="12"/>
                    <a:pt x="21" y="12"/>
                    <a:pt x="20" y="12"/>
                  </a:cubicBezTo>
                  <a:cubicBezTo>
                    <a:pt x="20" y="12"/>
                    <a:pt x="20" y="12"/>
                    <a:pt x="21" y="12"/>
                  </a:cubicBezTo>
                  <a:cubicBezTo>
                    <a:pt x="20" y="12"/>
                    <a:pt x="21" y="12"/>
                    <a:pt x="21" y="12"/>
                  </a:cubicBezTo>
                  <a:cubicBezTo>
                    <a:pt x="21" y="12"/>
                    <a:pt x="21" y="13"/>
                    <a:pt x="21" y="13"/>
                  </a:cubicBezTo>
                  <a:cubicBezTo>
                    <a:pt x="21" y="13"/>
                    <a:pt x="21" y="13"/>
                    <a:pt x="21" y="13"/>
                  </a:cubicBezTo>
                  <a:close/>
                  <a:moveTo>
                    <a:pt x="4" y="1"/>
                  </a:moveTo>
                  <a:cubicBezTo>
                    <a:pt x="4" y="1"/>
                    <a:pt x="4" y="1"/>
                    <a:pt x="4" y="1"/>
                  </a:cubicBezTo>
                  <a:cubicBezTo>
                    <a:pt x="4" y="1"/>
                    <a:pt x="4" y="1"/>
                    <a:pt x="4" y="2"/>
                  </a:cubicBezTo>
                  <a:cubicBezTo>
                    <a:pt x="4" y="2"/>
                    <a:pt x="4" y="2"/>
                    <a:pt x="5" y="2"/>
                  </a:cubicBezTo>
                  <a:cubicBezTo>
                    <a:pt x="5" y="1"/>
                    <a:pt x="5" y="1"/>
                    <a:pt x="4" y="1"/>
                  </a:cubicBezTo>
                  <a:close/>
                  <a:moveTo>
                    <a:pt x="24" y="17"/>
                  </a:moveTo>
                  <a:cubicBezTo>
                    <a:pt x="24" y="17"/>
                    <a:pt x="24" y="17"/>
                    <a:pt x="24" y="17"/>
                  </a:cubicBezTo>
                  <a:cubicBezTo>
                    <a:pt x="23" y="17"/>
                    <a:pt x="24" y="17"/>
                    <a:pt x="24" y="17"/>
                  </a:cubicBezTo>
                  <a:cubicBezTo>
                    <a:pt x="24" y="18"/>
                    <a:pt x="24" y="17"/>
                    <a:pt x="24" y="17"/>
                  </a:cubicBezTo>
                  <a:cubicBezTo>
                    <a:pt x="24" y="17"/>
                    <a:pt x="24" y="17"/>
                    <a:pt x="24" y="17"/>
                  </a:cubicBezTo>
                  <a:close/>
                  <a:moveTo>
                    <a:pt x="20" y="9"/>
                  </a:moveTo>
                  <a:cubicBezTo>
                    <a:pt x="20" y="9"/>
                    <a:pt x="20" y="9"/>
                    <a:pt x="20" y="9"/>
                  </a:cubicBezTo>
                  <a:cubicBezTo>
                    <a:pt x="20" y="9"/>
                    <a:pt x="20" y="9"/>
                    <a:pt x="20" y="9"/>
                  </a:cubicBezTo>
                  <a:cubicBezTo>
                    <a:pt x="20" y="9"/>
                    <a:pt x="20" y="9"/>
                    <a:pt x="20" y="9"/>
                  </a:cubicBezTo>
                  <a:cubicBezTo>
                    <a:pt x="20" y="10"/>
                    <a:pt x="20" y="10"/>
                    <a:pt x="20" y="9"/>
                  </a:cubicBezTo>
                  <a:cubicBezTo>
                    <a:pt x="21" y="9"/>
                    <a:pt x="21" y="9"/>
                    <a:pt x="21" y="9"/>
                  </a:cubicBezTo>
                  <a:cubicBezTo>
                    <a:pt x="21" y="9"/>
                    <a:pt x="21" y="9"/>
                    <a:pt x="21" y="9"/>
                  </a:cubicBezTo>
                  <a:cubicBezTo>
                    <a:pt x="21" y="9"/>
                    <a:pt x="20" y="9"/>
                    <a:pt x="20" y="9"/>
                  </a:cubicBezTo>
                  <a:close/>
                  <a:moveTo>
                    <a:pt x="22" y="10"/>
                  </a:moveTo>
                  <a:cubicBezTo>
                    <a:pt x="23" y="10"/>
                    <a:pt x="23" y="10"/>
                    <a:pt x="23" y="10"/>
                  </a:cubicBezTo>
                  <a:cubicBezTo>
                    <a:pt x="23" y="10"/>
                    <a:pt x="24" y="10"/>
                    <a:pt x="24" y="10"/>
                  </a:cubicBezTo>
                  <a:cubicBezTo>
                    <a:pt x="24" y="10"/>
                    <a:pt x="24" y="10"/>
                    <a:pt x="24" y="10"/>
                  </a:cubicBezTo>
                  <a:cubicBezTo>
                    <a:pt x="24" y="10"/>
                    <a:pt x="24" y="10"/>
                    <a:pt x="24" y="10"/>
                  </a:cubicBezTo>
                  <a:cubicBezTo>
                    <a:pt x="24" y="10"/>
                    <a:pt x="24" y="10"/>
                    <a:pt x="23" y="10"/>
                  </a:cubicBezTo>
                  <a:cubicBezTo>
                    <a:pt x="23" y="10"/>
                    <a:pt x="23" y="10"/>
                    <a:pt x="23" y="10"/>
                  </a:cubicBezTo>
                  <a:cubicBezTo>
                    <a:pt x="23" y="10"/>
                    <a:pt x="23" y="10"/>
                    <a:pt x="23" y="10"/>
                  </a:cubicBezTo>
                  <a:cubicBezTo>
                    <a:pt x="22" y="10"/>
                    <a:pt x="22" y="10"/>
                    <a:pt x="22" y="10"/>
                  </a:cubicBezTo>
                  <a:cubicBezTo>
                    <a:pt x="22" y="10"/>
                    <a:pt x="22" y="10"/>
                    <a:pt x="22" y="1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901" b="0" i="0" u="none" strike="noStrike" kern="0" cap="none" spc="0" normalizeH="0" baseline="0" noProof="0">
                <a:ln>
                  <a:noFill/>
                </a:ln>
                <a:solidFill>
                  <a:srgbClr val="FFFFFF"/>
                </a:solidFill>
                <a:effectLst/>
                <a:uLnTx/>
                <a:uFillTx/>
                <a:latin typeface="Segoe UI"/>
                <a:ea typeface="+mn-ea"/>
                <a:cs typeface="+mn-cs"/>
              </a:endParaRPr>
            </a:p>
          </p:txBody>
        </p:sp>
        <p:sp>
          <p:nvSpPr>
            <p:cNvPr id="492" name="Faroe Islands (Denmark)">
              <a:extLst>
                <a:ext uri="{FF2B5EF4-FFF2-40B4-BE49-F238E27FC236}">
                  <a16:creationId xmlns:a16="http://schemas.microsoft.com/office/drawing/2014/main" id="{0893EF33-3926-0B1C-D30A-0F504880148D}"/>
                </a:ext>
              </a:extLst>
            </p:cNvPr>
            <p:cNvSpPr>
              <a:spLocks noEditPoints="1"/>
            </p:cNvSpPr>
            <p:nvPr/>
          </p:nvSpPr>
          <p:spPr bwMode="auto">
            <a:xfrm>
              <a:off x="5570243" y="1654708"/>
              <a:ext cx="27444" cy="32346"/>
            </a:xfrm>
            <a:custGeom>
              <a:avLst/>
              <a:gdLst/>
              <a:ahLst/>
              <a:cxnLst>
                <a:cxn ang="0">
                  <a:pos x="7" y="2"/>
                </a:cxn>
                <a:cxn ang="0">
                  <a:pos x="6" y="2"/>
                </a:cxn>
                <a:cxn ang="0">
                  <a:pos x="6" y="3"/>
                </a:cxn>
                <a:cxn ang="0">
                  <a:pos x="5" y="1"/>
                </a:cxn>
                <a:cxn ang="0">
                  <a:pos x="5" y="2"/>
                </a:cxn>
                <a:cxn ang="0">
                  <a:pos x="5" y="2"/>
                </a:cxn>
                <a:cxn ang="0">
                  <a:pos x="3" y="1"/>
                </a:cxn>
                <a:cxn ang="0">
                  <a:pos x="4" y="0"/>
                </a:cxn>
                <a:cxn ang="0">
                  <a:pos x="4" y="1"/>
                </a:cxn>
                <a:cxn ang="0">
                  <a:pos x="5" y="1"/>
                </a:cxn>
                <a:cxn ang="0">
                  <a:pos x="5" y="1"/>
                </a:cxn>
                <a:cxn ang="0">
                  <a:pos x="6" y="1"/>
                </a:cxn>
                <a:cxn ang="0">
                  <a:pos x="6" y="1"/>
                </a:cxn>
                <a:cxn ang="0">
                  <a:pos x="7" y="2"/>
                </a:cxn>
                <a:cxn ang="0">
                  <a:pos x="4" y="4"/>
                </a:cxn>
                <a:cxn ang="0">
                  <a:pos x="4" y="5"/>
                </a:cxn>
                <a:cxn ang="0">
                  <a:pos x="6" y="6"/>
                </a:cxn>
                <a:cxn ang="0">
                  <a:pos x="6" y="5"/>
                </a:cxn>
                <a:cxn ang="0">
                  <a:pos x="4" y="4"/>
                </a:cxn>
                <a:cxn ang="0">
                  <a:pos x="5" y="8"/>
                </a:cxn>
                <a:cxn ang="0">
                  <a:pos x="4" y="8"/>
                </a:cxn>
                <a:cxn ang="0">
                  <a:pos x="5" y="7"/>
                </a:cxn>
                <a:cxn ang="0">
                  <a:pos x="3" y="7"/>
                </a:cxn>
                <a:cxn ang="0">
                  <a:pos x="4" y="7"/>
                </a:cxn>
                <a:cxn ang="0">
                  <a:pos x="3" y="8"/>
                </a:cxn>
                <a:cxn ang="0">
                  <a:pos x="5" y="9"/>
                </a:cxn>
                <a:cxn ang="0">
                  <a:pos x="4" y="9"/>
                </a:cxn>
                <a:cxn ang="0">
                  <a:pos x="5" y="8"/>
                </a:cxn>
                <a:cxn ang="0">
                  <a:pos x="8" y="1"/>
                </a:cxn>
                <a:cxn ang="0">
                  <a:pos x="7" y="0"/>
                </a:cxn>
                <a:cxn ang="0">
                  <a:pos x="7" y="0"/>
                </a:cxn>
                <a:cxn ang="0">
                  <a:pos x="7" y="1"/>
                </a:cxn>
                <a:cxn ang="0">
                  <a:pos x="7" y="2"/>
                </a:cxn>
                <a:cxn ang="0">
                  <a:pos x="7" y="1"/>
                </a:cxn>
                <a:cxn ang="0">
                  <a:pos x="8" y="1"/>
                </a:cxn>
                <a:cxn ang="0">
                  <a:pos x="7" y="1"/>
                </a:cxn>
                <a:cxn ang="0">
                  <a:pos x="8" y="1"/>
                </a:cxn>
                <a:cxn ang="0">
                  <a:pos x="2" y="2"/>
                </a:cxn>
                <a:cxn ang="0">
                  <a:pos x="3" y="2"/>
                </a:cxn>
                <a:cxn ang="0">
                  <a:pos x="5" y="4"/>
                </a:cxn>
                <a:cxn ang="0">
                  <a:pos x="5" y="3"/>
                </a:cxn>
                <a:cxn ang="0">
                  <a:pos x="4" y="3"/>
                </a:cxn>
                <a:cxn ang="0">
                  <a:pos x="4" y="2"/>
                </a:cxn>
                <a:cxn ang="0">
                  <a:pos x="4" y="1"/>
                </a:cxn>
                <a:cxn ang="0">
                  <a:pos x="3" y="0"/>
                </a:cxn>
                <a:cxn ang="0">
                  <a:pos x="2" y="1"/>
                </a:cxn>
                <a:cxn ang="0">
                  <a:pos x="2" y="2"/>
                </a:cxn>
                <a:cxn ang="0">
                  <a:pos x="2" y="2"/>
                </a:cxn>
                <a:cxn ang="0">
                  <a:pos x="0" y="2"/>
                </a:cxn>
                <a:cxn ang="0">
                  <a:pos x="1" y="2"/>
                </a:cxn>
                <a:cxn ang="0">
                  <a:pos x="0" y="3"/>
                </a:cxn>
                <a:cxn ang="0">
                  <a:pos x="2" y="3"/>
                </a:cxn>
                <a:cxn ang="0">
                  <a:pos x="2" y="3"/>
                </a:cxn>
                <a:cxn ang="0">
                  <a:pos x="2" y="3"/>
                </a:cxn>
                <a:cxn ang="0">
                  <a:pos x="2" y="2"/>
                </a:cxn>
              </a:cxnLst>
              <a:rect l="0" t="0" r="r" b="b"/>
              <a:pathLst>
                <a:path w="8" h="9">
                  <a:moveTo>
                    <a:pt x="7" y="2"/>
                  </a:moveTo>
                  <a:cubicBezTo>
                    <a:pt x="6" y="2"/>
                    <a:pt x="6" y="2"/>
                    <a:pt x="6" y="2"/>
                  </a:cubicBezTo>
                  <a:cubicBezTo>
                    <a:pt x="7" y="2"/>
                    <a:pt x="6" y="2"/>
                    <a:pt x="6" y="3"/>
                  </a:cubicBezTo>
                  <a:cubicBezTo>
                    <a:pt x="5" y="2"/>
                    <a:pt x="6" y="1"/>
                    <a:pt x="5" y="1"/>
                  </a:cubicBezTo>
                  <a:cubicBezTo>
                    <a:pt x="5" y="2"/>
                    <a:pt x="5" y="2"/>
                    <a:pt x="5" y="2"/>
                  </a:cubicBezTo>
                  <a:cubicBezTo>
                    <a:pt x="6" y="2"/>
                    <a:pt x="5" y="2"/>
                    <a:pt x="5" y="2"/>
                  </a:cubicBezTo>
                  <a:cubicBezTo>
                    <a:pt x="4" y="2"/>
                    <a:pt x="4" y="1"/>
                    <a:pt x="3" y="1"/>
                  </a:cubicBezTo>
                  <a:cubicBezTo>
                    <a:pt x="3" y="0"/>
                    <a:pt x="3" y="0"/>
                    <a:pt x="4" y="0"/>
                  </a:cubicBezTo>
                  <a:cubicBezTo>
                    <a:pt x="5" y="0"/>
                    <a:pt x="4" y="1"/>
                    <a:pt x="4" y="1"/>
                  </a:cubicBezTo>
                  <a:cubicBezTo>
                    <a:pt x="4" y="0"/>
                    <a:pt x="5" y="0"/>
                    <a:pt x="5" y="1"/>
                  </a:cubicBezTo>
                  <a:cubicBezTo>
                    <a:pt x="5" y="1"/>
                    <a:pt x="5" y="1"/>
                    <a:pt x="5" y="1"/>
                  </a:cubicBezTo>
                  <a:cubicBezTo>
                    <a:pt x="5" y="1"/>
                    <a:pt x="6" y="1"/>
                    <a:pt x="6" y="1"/>
                  </a:cubicBezTo>
                  <a:cubicBezTo>
                    <a:pt x="6" y="1"/>
                    <a:pt x="6" y="1"/>
                    <a:pt x="6" y="1"/>
                  </a:cubicBezTo>
                  <a:cubicBezTo>
                    <a:pt x="6" y="2"/>
                    <a:pt x="6" y="2"/>
                    <a:pt x="7" y="2"/>
                  </a:cubicBezTo>
                  <a:close/>
                  <a:moveTo>
                    <a:pt x="4" y="4"/>
                  </a:moveTo>
                  <a:cubicBezTo>
                    <a:pt x="4" y="4"/>
                    <a:pt x="4" y="5"/>
                    <a:pt x="4" y="5"/>
                  </a:cubicBezTo>
                  <a:cubicBezTo>
                    <a:pt x="5" y="5"/>
                    <a:pt x="5" y="5"/>
                    <a:pt x="6" y="6"/>
                  </a:cubicBezTo>
                  <a:cubicBezTo>
                    <a:pt x="6" y="6"/>
                    <a:pt x="6" y="5"/>
                    <a:pt x="6" y="5"/>
                  </a:cubicBezTo>
                  <a:cubicBezTo>
                    <a:pt x="5" y="4"/>
                    <a:pt x="5" y="4"/>
                    <a:pt x="4" y="4"/>
                  </a:cubicBezTo>
                  <a:close/>
                  <a:moveTo>
                    <a:pt x="5" y="8"/>
                  </a:moveTo>
                  <a:cubicBezTo>
                    <a:pt x="5" y="8"/>
                    <a:pt x="4" y="8"/>
                    <a:pt x="4" y="8"/>
                  </a:cubicBezTo>
                  <a:cubicBezTo>
                    <a:pt x="4" y="8"/>
                    <a:pt x="5" y="8"/>
                    <a:pt x="5" y="7"/>
                  </a:cubicBezTo>
                  <a:cubicBezTo>
                    <a:pt x="4" y="7"/>
                    <a:pt x="4" y="7"/>
                    <a:pt x="3" y="7"/>
                  </a:cubicBezTo>
                  <a:cubicBezTo>
                    <a:pt x="3" y="7"/>
                    <a:pt x="4" y="7"/>
                    <a:pt x="4" y="7"/>
                  </a:cubicBezTo>
                  <a:cubicBezTo>
                    <a:pt x="3" y="7"/>
                    <a:pt x="3" y="7"/>
                    <a:pt x="3" y="8"/>
                  </a:cubicBezTo>
                  <a:cubicBezTo>
                    <a:pt x="4" y="8"/>
                    <a:pt x="4" y="9"/>
                    <a:pt x="5" y="9"/>
                  </a:cubicBezTo>
                  <a:cubicBezTo>
                    <a:pt x="6" y="9"/>
                    <a:pt x="5" y="9"/>
                    <a:pt x="4" y="9"/>
                  </a:cubicBezTo>
                  <a:cubicBezTo>
                    <a:pt x="5" y="9"/>
                    <a:pt x="5" y="8"/>
                    <a:pt x="5" y="8"/>
                  </a:cubicBezTo>
                  <a:close/>
                  <a:moveTo>
                    <a:pt x="8" y="1"/>
                  </a:moveTo>
                  <a:cubicBezTo>
                    <a:pt x="8" y="1"/>
                    <a:pt x="8" y="0"/>
                    <a:pt x="7" y="0"/>
                  </a:cubicBezTo>
                  <a:cubicBezTo>
                    <a:pt x="7" y="0"/>
                    <a:pt x="7" y="0"/>
                    <a:pt x="7" y="0"/>
                  </a:cubicBezTo>
                  <a:cubicBezTo>
                    <a:pt x="7" y="0"/>
                    <a:pt x="7" y="1"/>
                    <a:pt x="7" y="1"/>
                  </a:cubicBezTo>
                  <a:cubicBezTo>
                    <a:pt x="7" y="1"/>
                    <a:pt x="7" y="1"/>
                    <a:pt x="7" y="2"/>
                  </a:cubicBezTo>
                  <a:cubicBezTo>
                    <a:pt x="7" y="1"/>
                    <a:pt x="7" y="1"/>
                    <a:pt x="7" y="1"/>
                  </a:cubicBezTo>
                  <a:cubicBezTo>
                    <a:pt x="7" y="1"/>
                    <a:pt x="8" y="2"/>
                    <a:pt x="8" y="1"/>
                  </a:cubicBezTo>
                  <a:cubicBezTo>
                    <a:pt x="8" y="1"/>
                    <a:pt x="7" y="1"/>
                    <a:pt x="7" y="1"/>
                  </a:cubicBezTo>
                  <a:cubicBezTo>
                    <a:pt x="7" y="1"/>
                    <a:pt x="8" y="1"/>
                    <a:pt x="8" y="1"/>
                  </a:cubicBezTo>
                  <a:close/>
                  <a:moveTo>
                    <a:pt x="2" y="2"/>
                  </a:moveTo>
                  <a:cubicBezTo>
                    <a:pt x="2" y="2"/>
                    <a:pt x="3" y="2"/>
                    <a:pt x="3" y="2"/>
                  </a:cubicBezTo>
                  <a:cubicBezTo>
                    <a:pt x="4" y="3"/>
                    <a:pt x="5" y="4"/>
                    <a:pt x="5" y="4"/>
                  </a:cubicBezTo>
                  <a:cubicBezTo>
                    <a:pt x="6" y="4"/>
                    <a:pt x="5" y="3"/>
                    <a:pt x="5" y="3"/>
                  </a:cubicBezTo>
                  <a:cubicBezTo>
                    <a:pt x="5" y="3"/>
                    <a:pt x="5" y="3"/>
                    <a:pt x="4" y="3"/>
                  </a:cubicBezTo>
                  <a:cubicBezTo>
                    <a:pt x="5" y="3"/>
                    <a:pt x="5" y="2"/>
                    <a:pt x="4" y="2"/>
                  </a:cubicBezTo>
                  <a:cubicBezTo>
                    <a:pt x="5" y="2"/>
                    <a:pt x="4" y="2"/>
                    <a:pt x="4" y="1"/>
                  </a:cubicBezTo>
                  <a:cubicBezTo>
                    <a:pt x="3" y="1"/>
                    <a:pt x="3" y="1"/>
                    <a:pt x="3" y="0"/>
                  </a:cubicBezTo>
                  <a:cubicBezTo>
                    <a:pt x="2" y="0"/>
                    <a:pt x="2" y="0"/>
                    <a:pt x="2" y="1"/>
                  </a:cubicBezTo>
                  <a:cubicBezTo>
                    <a:pt x="2" y="1"/>
                    <a:pt x="2" y="2"/>
                    <a:pt x="2" y="2"/>
                  </a:cubicBezTo>
                  <a:close/>
                  <a:moveTo>
                    <a:pt x="2" y="2"/>
                  </a:moveTo>
                  <a:cubicBezTo>
                    <a:pt x="2" y="2"/>
                    <a:pt x="0" y="2"/>
                    <a:pt x="0" y="2"/>
                  </a:cubicBezTo>
                  <a:cubicBezTo>
                    <a:pt x="0" y="2"/>
                    <a:pt x="1" y="2"/>
                    <a:pt x="1" y="2"/>
                  </a:cubicBezTo>
                  <a:cubicBezTo>
                    <a:pt x="1" y="2"/>
                    <a:pt x="1" y="2"/>
                    <a:pt x="0" y="3"/>
                  </a:cubicBezTo>
                  <a:cubicBezTo>
                    <a:pt x="1" y="3"/>
                    <a:pt x="2" y="3"/>
                    <a:pt x="2" y="3"/>
                  </a:cubicBezTo>
                  <a:cubicBezTo>
                    <a:pt x="2" y="3"/>
                    <a:pt x="2" y="3"/>
                    <a:pt x="2" y="3"/>
                  </a:cubicBezTo>
                  <a:cubicBezTo>
                    <a:pt x="2" y="3"/>
                    <a:pt x="3" y="3"/>
                    <a:pt x="2" y="3"/>
                  </a:cubicBezTo>
                  <a:cubicBezTo>
                    <a:pt x="4" y="3"/>
                    <a:pt x="2" y="2"/>
                    <a:pt x="2" y="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93" name="Falklan Islands">
              <a:extLst>
                <a:ext uri="{FF2B5EF4-FFF2-40B4-BE49-F238E27FC236}">
                  <a16:creationId xmlns:a16="http://schemas.microsoft.com/office/drawing/2014/main" id="{A88EB410-5EB4-038D-2143-7736702E7DD8}"/>
                </a:ext>
              </a:extLst>
            </p:cNvPr>
            <p:cNvSpPr>
              <a:spLocks noEditPoints="1"/>
            </p:cNvSpPr>
            <p:nvPr/>
          </p:nvSpPr>
          <p:spPr bwMode="auto">
            <a:xfrm>
              <a:off x="3944149" y="6033104"/>
              <a:ext cx="99976" cy="39207"/>
            </a:xfrm>
            <a:custGeom>
              <a:avLst/>
              <a:gdLst/>
              <a:ahLst/>
              <a:cxnLst>
                <a:cxn ang="0">
                  <a:pos x="26" y="5"/>
                </a:cxn>
                <a:cxn ang="0">
                  <a:pos x="24" y="6"/>
                </a:cxn>
                <a:cxn ang="0">
                  <a:pos x="23" y="7"/>
                </a:cxn>
                <a:cxn ang="0">
                  <a:pos x="19" y="6"/>
                </a:cxn>
                <a:cxn ang="0">
                  <a:pos x="20" y="7"/>
                </a:cxn>
                <a:cxn ang="0">
                  <a:pos x="20" y="8"/>
                </a:cxn>
                <a:cxn ang="0">
                  <a:pos x="18" y="9"/>
                </a:cxn>
                <a:cxn ang="0">
                  <a:pos x="19" y="10"/>
                </a:cxn>
                <a:cxn ang="0">
                  <a:pos x="17" y="10"/>
                </a:cxn>
                <a:cxn ang="0">
                  <a:pos x="17" y="11"/>
                </a:cxn>
                <a:cxn ang="0">
                  <a:pos x="15" y="10"/>
                </a:cxn>
                <a:cxn ang="0">
                  <a:pos x="13" y="9"/>
                </a:cxn>
                <a:cxn ang="0">
                  <a:pos x="13" y="8"/>
                </a:cxn>
                <a:cxn ang="0">
                  <a:pos x="14" y="7"/>
                </a:cxn>
                <a:cxn ang="0">
                  <a:pos x="14" y="6"/>
                </a:cxn>
                <a:cxn ang="0">
                  <a:pos x="16" y="5"/>
                </a:cxn>
                <a:cxn ang="0">
                  <a:pos x="17" y="4"/>
                </a:cxn>
                <a:cxn ang="0">
                  <a:pos x="17" y="3"/>
                </a:cxn>
                <a:cxn ang="0">
                  <a:pos x="16" y="2"/>
                </a:cxn>
                <a:cxn ang="0">
                  <a:pos x="18" y="1"/>
                </a:cxn>
                <a:cxn ang="0">
                  <a:pos x="20" y="2"/>
                </a:cxn>
                <a:cxn ang="0">
                  <a:pos x="20" y="2"/>
                </a:cxn>
                <a:cxn ang="0">
                  <a:pos x="23" y="3"/>
                </a:cxn>
                <a:cxn ang="0">
                  <a:pos x="23" y="3"/>
                </a:cxn>
                <a:cxn ang="0">
                  <a:pos x="22" y="1"/>
                </a:cxn>
                <a:cxn ang="0">
                  <a:pos x="26" y="2"/>
                </a:cxn>
                <a:cxn ang="0">
                  <a:pos x="26" y="3"/>
                </a:cxn>
                <a:cxn ang="0">
                  <a:pos x="26" y="3"/>
                </a:cxn>
                <a:cxn ang="0">
                  <a:pos x="28" y="5"/>
                </a:cxn>
                <a:cxn ang="0">
                  <a:pos x="2" y="6"/>
                </a:cxn>
                <a:cxn ang="0">
                  <a:pos x="1" y="5"/>
                </a:cxn>
                <a:cxn ang="0">
                  <a:pos x="2" y="7"/>
                </a:cxn>
                <a:cxn ang="0">
                  <a:pos x="13" y="3"/>
                </a:cxn>
                <a:cxn ang="0">
                  <a:pos x="14" y="2"/>
                </a:cxn>
                <a:cxn ang="0">
                  <a:pos x="11" y="2"/>
                </a:cxn>
                <a:cxn ang="0">
                  <a:pos x="9" y="2"/>
                </a:cxn>
                <a:cxn ang="0">
                  <a:pos x="9" y="1"/>
                </a:cxn>
                <a:cxn ang="0">
                  <a:pos x="8" y="2"/>
                </a:cxn>
                <a:cxn ang="0">
                  <a:pos x="3" y="1"/>
                </a:cxn>
                <a:cxn ang="0">
                  <a:pos x="4" y="2"/>
                </a:cxn>
                <a:cxn ang="0">
                  <a:pos x="8" y="5"/>
                </a:cxn>
                <a:cxn ang="0">
                  <a:pos x="4" y="5"/>
                </a:cxn>
                <a:cxn ang="0">
                  <a:pos x="7" y="5"/>
                </a:cxn>
                <a:cxn ang="0">
                  <a:pos x="6" y="7"/>
                </a:cxn>
                <a:cxn ang="0">
                  <a:pos x="6" y="8"/>
                </a:cxn>
                <a:cxn ang="0">
                  <a:pos x="3" y="7"/>
                </a:cxn>
                <a:cxn ang="0">
                  <a:pos x="2" y="8"/>
                </a:cxn>
                <a:cxn ang="0">
                  <a:pos x="6" y="10"/>
                </a:cxn>
                <a:cxn ang="0">
                  <a:pos x="6" y="9"/>
                </a:cxn>
                <a:cxn ang="0">
                  <a:pos x="8" y="8"/>
                </a:cxn>
                <a:cxn ang="0">
                  <a:pos x="9" y="8"/>
                </a:cxn>
                <a:cxn ang="0">
                  <a:pos x="11" y="6"/>
                </a:cxn>
                <a:cxn ang="0">
                  <a:pos x="13" y="4"/>
                </a:cxn>
              </a:cxnLst>
              <a:rect l="0" t="0" r="r" b="b"/>
              <a:pathLst>
                <a:path w="28" h="11">
                  <a:moveTo>
                    <a:pt x="28" y="5"/>
                  </a:moveTo>
                  <a:cubicBezTo>
                    <a:pt x="28" y="5"/>
                    <a:pt x="27" y="5"/>
                    <a:pt x="27" y="5"/>
                  </a:cubicBezTo>
                  <a:cubicBezTo>
                    <a:pt x="27" y="5"/>
                    <a:pt x="26" y="5"/>
                    <a:pt x="26" y="5"/>
                  </a:cubicBezTo>
                  <a:cubicBezTo>
                    <a:pt x="26" y="5"/>
                    <a:pt x="24" y="5"/>
                    <a:pt x="24" y="5"/>
                  </a:cubicBezTo>
                  <a:cubicBezTo>
                    <a:pt x="24" y="5"/>
                    <a:pt x="24" y="5"/>
                    <a:pt x="25" y="6"/>
                  </a:cubicBezTo>
                  <a:cubicBezTo>
                    <a:pt x="24" y="6"/>
                    <a:pt x="24" y="6"/>
                    <a:pt x="24" y="6"/>
                  </a:cubicBezTo>
                  <a:cubicBezTo>
                    <a:pt x="24" y="6"/>
                    <a:pt x="23" y="6"/>
                    <a:pt x="23" y="6"/>
                  </a:cubicBezTo>
                  <a:cubicBezTo>
                    <a:pt x="24" y="6"/>
                    <a:pt x="24" y="6"/>
                    <a:pt x="25" y="6"/>
                  </a:cubicBezTo>
                  <a:cubicBezTo>
                    <a:pt x="24" y="6"/>
                    <a:pt x="24" y="6"/>
                    <a:pt x="23" y="7"/>
                  </a:cubicBezTo>
                  <a:cubicBezTo>
                    <a:pt x="23" y="7"/>
                    <a:pt x="23" y="7"/>
                    <a:pt x="22" y="7"/>
                  </a:cubicBezTo>
                  <a:cubicBezTo>
                    <a:pt x="22" y="6"/>
                    <a:pt x="22" y="7"/>
                    <a:pt x="22" y="7"/>
                  </a:cubicBezTo>
                  <a:cubicBezTo>
                    <a:pt x="21" y="7"/>
                    <a:pt x="20" y="7"/>
                    <a:pt x="19" y="6"/>
                  </a:cubicBezTo>
                  <a:cubicBezTo>
                    <a:pt x="19" y="6"/>
                    <a:pt x="17" y="6"/>
                    <a:pt x="18" y="6"/>
                  </a:cubicBezTo>
                  <a:cubicBezTo>
                    <a:pt x="19" y="7"/>
                    <a:pt x="19" y="7"/>
                    <a:pt x="19" y="7"/>
                  </a:cubicBezTo>
                  <a:cubicBezTo>
                    <a:pt x="20" y="7"/>
                    <a:pt x="20" y="7"/>
                    <a:pt x="20" y="7"/>
                  </a:cubicBezTo>
                  <a:cubicBezTo>
                    <a:pt x="20" y="7"/>
                    <a:pt x="22" y="8"/>
                    <a:pt x="22" y="8"/>
                  </a:cubicBezTo>
                  <a:cubicBezTo>
                    <a:pt x="21" y="8"/>
                    <a:pt x="22" y="9"/>
                    <a:pt x="22" y="9"/>
                  </a:cubicBezTo>
                  <a:cubicBezTo>
                    <a:pt x="21" y="9"/>
                    <a:pt x="21" y="8"/>
                    <a:pt x="20" y="8"/>
                  </a:cubicBezTo>
                  <a:cubicBezTo>
                    <a:pt x="20" y="8"/>
                    <a:pt x="20" y="9"/>
                    <a:pt x="20" y="9"/>
                  </a:cubicBezTo>
                  <a:cubicBezTo>
                    <a:pt x="19" y="8"/>
                    <a:pt x="17" y="7"/>
                    <a:pt x="16" y="8"/>
                  </a:cubicBezTo>
                  <a:cubicBezTo>
                    <a:pt x="17" y="8"/>
                    <a:pt x="18" y="8"/>
                    <a:pt x="18" y="9"/>
                  </a:cubicBezTo>
                  <a:cubicBezTo>
                    <a:pt x="18" y="9"/>
                    <a:pt x="18" y="9"/>
                    <a:pt x="18" y="9"/>
                  </a:cubicBezTo>
                  <a:cubicBezTo>
                    <a:pt x="18" y="9"/>
                    <a:pt x="19" y="9"/>
                    <a:pt x="19" y="9"/>
                  </a:cubicBezTo>
                  <a:cubicBezTo>
                    <a:pt x="19" y="9"/>
                    <a:pt x="19" y="10"/>
                    <a:pt x="19" y="10"/>
                  </a:cubicBezTo>
                  <a:cubicBezTo>
                    <a:pt x="18" y="10"/>
                    <a:pt x="19" y="10"/>
                    <a:pt x="19" y="10"/>
                  </a:cubicBezTo>
                  <a:cubicBezTo>
                    <a:pt x="19" y="10"/>
                    <a:pt x="18" y="10"/>
                    <a:pt x="18" y="10"/>
                  </a:cubicBezTo>
                  <a:cubicBezTo>
                    <a:pt x="18" y="10"/>
                    <a:pt x="18" y="10"/>
                    <a:pt x="17" y="10"/>
                  </a:cubicBezTo>
                  <a:cubicBezTo>
                    <a:pt x="17" y="9"/>
                    <a:pt x="15" y="9"/>
                    <a:pt x="15" y="9"/>
                  </a:cubicBezTo>
                  <a:cubicBezTo>
                    <a:pt x="15" y="10"/>
                    <a:pt x="16" y="10"/>
                    <a:pt x="17" y="10"/>
                  </a:cubicBezTo>
                  <a:cubicBezTo>
                    <a:pt x="17" y="11"/>
                    <a:pt x="17" y="11"/>
                    <a:pt x="17" y="11"/>
                  </a:cubicBezTo>
                  <a:cubicBezTo>
                    <a:pt x="17" y="11"/>
                    <a:pt x="16" y="11"/>
                    <a:pt x="16" y="11"/>
                  </a:cubicBezTo>
                  <a:cubicBezTo>
                    <a:pt x="16" y="11"/>
                    <a:pt x="16" y="11"/>
                    <a:pt x="16" y="11"/>
                  </a:cubicBezTo>
                  <a:cubicBezTo>
                    <a:pt x="16" y="10"/>
                    <a:pt x="15" y="11"/>
                    <a:pt x="15" y="10"/>
                  </a:cubicBezTo>
                  <a:cubicBezTo>
                    <a:pt x="15" y="10"/>
                    <a:pt x="15" y="10"/>
                    <a:pt x="15" y="10"/>
                  </a:cubicBezTo>
                  <a:cubicBezTo>
                    <a:pt x="15" y="10"/>
                    <a:pt x="14" y="10"/>
                    <a:pt x="14" y="10"/>
                  </a:cubicBezTo>
                  <a:cubicBezTo>
                    <a:pt x="14" y="10"/>
                    <a:pt x="13" y="9"/>
                    <a:pt x="13" y="9"/>
                  </a:cubicBezTo>
                  <a:cubicBezTo>
                    <a:pt x="13" y="9"/>
                    <a:pt x="14" y="9"/>
                    <a:pt x="14" y="9"/>
                  </a:cubicBezTo>
                  <a:cubicBezTo>
                    <a:pt x="14" y="9"/>
                    <a:pt x="14" y="9"/>
                    <a:pt x="14" y="9"/>
                  </a:cubicBezTo>
                  <a:cubicBezTo>
                    <a:pt x="14" y="8"/>
                    <a:pt x="13" y="8"/>
                    <a:pt x="13" y="8"/>
                  </a:cubicBezTo>
                  <a:cubicBezTo>
                    <a:pt x="14" y="8"/>
                    <a:pt x="14" y="8"/>
                    <a:pt x="14" y="8"/>
                  </a:cubicBezTo>
                  <a:cubicBezTo>
                    <a:pt x="14" y="8"/>
                    <a:pt x="14" y="8"/>
                    <a:pt x="14" y="7"/>
                  </a:cubicBezTo>
                  <a:cubicBezTo>
                    <a:pt x="14" y="8"/>
                    <a:pt x="13" y="7"/>
                    <a:pt x="14" y="7"/>
                  </a:cubicBezTo>
                  <a:cubicBezTo>
                    <a:pt x="14" y="7"/>
                    <a:pt x="14" y="7"/>
                    <a:pt x="14" y="7"/>
                  </a:cubicBezTo>
                  <a:cubicBezTo>
                    <a:pt x="15" y="7"/>
                    <a:pt x="14" y="7"/>
                    <a:pt x="14" y="7"/>
                  </a:cubicBezTo>
                  <a:cubicBezTo>
                    <a:pt x="14" y="7"/>
                    <a:pt x="14" y="6"/>
                    <a:pt x="14" y="6"/>
                  </a:cubicBezTo>
                  <a:cubicBezTo>
                    <a:pt x="14" y="6"/>
                    <a:pt x="15" y="6"/>
                    <a:pt x="15" y="6"/>
                  </a:cubicBezTo>
                  <a:cubicBezTo>
                    <a:pt x="15" y="6"/>
                    <a:pt x="15" y="6"/>
                    <a:pt x="15" y="5"/>
                  </a:cubicBezTo>
                  <a:cubicBezTo>
                    <a:pt x="15" y="5"/>
                    <a:pt x="16" y="5"/>
                    <a:pt x="16" y="5"/>
                  </a:cubicBezTo>
                  <a:cubicBezTo>
                    <a:pt x="16" y="4"/>
                    <a:pt x="17" y="4"/>
                    <a:pt x="17" y="5"/>
                  </a:cubicBezTo>
                  <a:cubicBezTo>
                    <a:pt x="17" y="5"/>
                    <a:pt x="17" y="6"/>
                    <a:pt x="18" y="6"/>
                  </a:cubicBezTo>
                  <a:cubicBezTo>
                    <a:pt x="18" y="6"/>
                    <a:pt x="17" y="4"/>
                    <a:pt x="17" y="4"/>
                  </a:cubicBezTo>
                  <a:cubicBezTo>
                    <a:pt x="16" y="4"/>
                    <a:pt x="16" y="4"/>
                    <a:pt x="16" y="3"/>
                  </a:cubicBezTo>
                  <a:cubicBezTo>
                    <a:pt x="15" y="3"/>
                    <a:pt x="16" y="3"/>
                    <a:pt x="16" y="3"/>
                  </a:cubicBezTo>
                  <a:cubicBezTo>
                    <a:pt x="16" y="3"/>
                    <a:pt x="16" y="4"/>
                    <a:pt x="17" y="3"/>
                  </a:cubicBezTo>
                  <a:cubicBezTo>
                    <a:pt x="17" y="3"/>
                    <a:pt x="16" y="2"/>
                    <a:pt x="17" y="3"/>
                  </a:cubicBezTo>
                  <a:cubicBezTo>
                    <a:pt x="16" y="2"/>
                    <a:pt x="15" y="2"/>
                    <a:pt x="15" y="2"/>
                  </a:cubicBezTo>
                  <a:cubicBezTo>
                    <a:pt x="15" y="2"/>
                    <a:pt x="16" y="2"/>
                    <a:pt x="16" y="2"/>
                  </a:cubicBezTo>
                  <a:cubicBezTo>
                    <a:pt x="17" y="1"/>
                    <a:pt x="17" y="1"/>
                    <a:pt x="17" y="1"/>
                  </a:cubicBezTo>
                  <a:cubicBezTo>
                    <a:pt x="16" y="1"/>
                    <a:pt x="16" y="0"/>
                    <a:pt x="16" y="0"/>
                  </a:cubicBezTo>
                  <a:cubicBezTo>
                    <a:pt x="17" y="0"/>
                    <a:pt x="17" y="0"/>
                    <a:pt x="18" y="1"/>
                  </a:cubicBezTo>
                  <a:cubicBezTo>
                    <a:pt x="18" y="1"/>
                    <a:pt x="19" y="1"/>
                    <a:pt x="19" y="1"/>
                  </a:cubicBezTo>
                  <a:cubicBezTo>
                    <a:pt x="19" y="0"/>
                    <a:pt x="21" y="1"/>
                    <a:pt x="21" y="1"/>
                  </a:cubicBezTo>
                  <a:cubicBezTo>
                    <a:pt x="22" y="2"/>
                    <a:pt x="21" y="2"/>
                    <a:pt x="20" y="2"/>
                  </a:cubicBezTo>
                  <a:cubicBezTo>
                    <a:pt x="20" y="1"/>
                    <a:pt x="20" y="1"/>
                    <a:pt x="20" y="2"/>
                  </a:cubicBezTo>
                  <a:cubicBezTo>
                    <a:pt x="20" y="2"/>
                    <a:pt x="20" y="2"/>
                    <a:pt x="20" y="2"/>
                  </a:cubicBezTo>
                  <a:cubicBezTo>
                    <a:pt x="20" y="2"/>
                    <a:pt x="20" y="2"/>
                    <a:pt x="20" y="2"/>
                  </a:cubicBezTo>
                  <a:cubicBezTo>
                    <a:pt x="21" y="3"/>
                    <a:pt x="21" y="2"/>
                    <a:pt x="21" y="3"/>
                  </a:cubicBezTo>
                  <a:cubicBezTo>
                    <a:pt x="21" y="3"/>
                    <a:pt x="21" y="3"/>
                    <a:pt x="22" y="3"/>
                  </a:cubicBezTo>
                  <a:cubicBezTo>
                    <a:pt x="22" y="3"/>
                    <a:pt x="22" y="3"/>
                    <a:pt x="23" y="3"/>
                  </a:cubicBezTo>
                  <a:cubicBezTo>
                    <a:pt x="23" y="3"/>
                    <a:pt x="24" y="4"/>
                    <a:pt x="24" y="4"/>
                  </a:cubicBezTo>
                  <a:cubicBezTo>
                    <a:pt x="23" y="4"/>
                    <a:pt x="23" y="3"/>
                    <a:pt x="24" y="4"/>
                  </a:cubicBezTo>
                  <a:cubicBezTo>
                    <a:pt x="24" y="4"/>
                    <a:pt x="23" y="3"/>
                    <a:pt x="23" y="3"/>
                  </a:cubicBezTo>
                  <a:cubicBezTo>
                    <a:pt x="23" y="3"/>
                    <a:pt x="23" y="3"/>
                    <a:pt x="22" y="3"/>
                  </a:cubicBezTo>
                  <a:cubicBezTo>
                    <a:pt x="22" y="2"/>
                    <a:pt x="22" y="2"/>
                    <a:pt x="22" y="3"/>
                  </a:cubicBezTo>
                  <a:cubicBezTo>
                    <a:pt x="22" y="2"/>
                    <a:pt x="22" y="2"/>
                    <a:pt x="22" y="1"/>
                  </a:cubicBezTo>
                  <a:cubicBezTo>
                    <a:pt x="23" y="1"/>
                    <a:pt x="23" y="1"/>
                    <a:pt x="24" y="1"/>
                  </a:cubicBezTo>
                  <a:cubicBezTo>
                    <a:pt x="24" y="1"/>
                    <a:pt x="25" y="1"/>
                    <a:pt x="25" y="1"/>
                  </a:cubicBezTo>
                  <a:cubicBezTo>
                    <a:pt x="26" y="2"/>
                    <a:pt x="26" y="2"/>
                    <a:pt x="26" y="2"/>
                  </a:cubicBezTo>
                  <a:cubicBezTo>
                    <a:pt x="26" y="2"/>
                    <a:pt x="27" y="2"/>
                    <a:pt x="26" y="3"/>
                  </a:cubicBezTo>
                  <a:cubicBezTo>
                    <a:pt x="27" y="3"/>
                    <a:pt x="27" y="3"/>
                    <a:pt x="27" y="3"/>
                  </a:cubicBezTo>
                  <a:cubicBezTo>
                    <a:pt x="27" y="3"/>
                    <a:pt x="26" y="3"/>
                    <a:pt x="26" y="3"/>
                  </a:cubicBezTo>
                  <a:cubicBezTo>
                    <a:pt x="26" y="3"/>
                    <a:pt x="24" y="2"/>
                    <a:pt x="25" y="3"/>
                  </a:cubicBezTo>
                  <a:cubicBezTo>
                    <a:pt x="24" y="3"/>
                    <a:pt x="24" y="3"/>
                    <a:pt x="24" y="3"/>
                  </a:cubicBezTo>
                  <a:cubicBezTo>
                    <a:pt x="24" y="4"/>
                    <a:pt x="25" y="3"/>
                    <a:pt x="26" y="3"/>
                  </a:cubicBezTo>
                  <a:cubicBezTo>
                    <a:pt x="26" y="3"/>
                    <a:pt x="27" y="3"/>
                    <a:pt x="27" y="4"/>
                  </a:cubicBezTo>
                  <a:cubicBezTo>
                    <a:pt x="28" y="4"/>
                    <a:pt x="27" y="4"/>
                    <a:pt x="26" y="4"/>
                  </a:cubicBezTo>
                  <a:cubicBezTo>
                    <a:pt x="27" y="5"/>
                    <a:pt x="27" y="4"/>
                    <a:pt x="28" y="5"/>
                  </a:cubicBezTo>
                  <a:close/>
                  <a:moveTo>
                    <a:pt x="3" y="7"/>
                  </a:moveTo>
                  <a:cubicBezTo>
                    <a:pt x="2" y="7"/>
                    <a:pt x="2" y="7"/>
                    <a:pt x="2" y="6"/>
                  </a:cubicBezTo>
                  <a:cubicBezTo>
                    <a:pt x="2" y="6"/>
                    <a:pt x="2" y="6"/>
                    <a:pt x="2" y="6"/>
                  </a:cubicBezTo>
                  <a:cubicBezTo>
                    <a:pt x="2" y="5"/>
                    <a:pt x="2" y="5"/>
                    <a:pt x="2" y="6"/>
                  </a:cubicBezTo>
                  <a:cubicBezTo>
                    <a:pt x="2" y="6"/>
                    <a:pt x="2" y="6"/>
                    <a:pt x="2" y="6"/>
                  </a:cubicBezTo>
                  <a:cubicBezTo>
                    <a:pt x="1" y="7"/>
                    <a:pt x="2" y="6"/>
                    <a:pt x="1" y="5"/>
                  </a:cubicBezTo>
                  <a:cubicBezTo>
                    <a:pt x="1" y="5"/>
                    <a:pt x="1" y="6"/>
                    <a:pt x="1" y="6"/>
                  </a:cubicBezTo>
                  <a:cubicBezTo>
                    <a:pt x="0" y="6"/>
                    <a:pt x="0" y="6"/>
                    <a:pt x="0" y="6"/>
                  </a:cubicBezTo>
                  <a:cubicBezTo>
                    <a:pt x="0" y="7"/>
                    <a:pt x="1" y="7"/>
                    <a:pt x="2" y="7"/>
                  </a:cubicBezTo>
                  <a:cubicBezTo>
                    <a:pt x="2" y="7"/>
                    <a:pt x="3" y="7"/>
                    <a:pt x="3" y="7"/>
                  </a:cubicBezTo>
                  <a:close/>
                  <a:moveTo>
                    <a:pt x="14" y="3"/>
                  </a:moveTo>
                  <a:cubicBezTo>
                    <a:pt x="14" y="3"/>
                    <a:pt x="13" y="3"/>
                    <a:pt x="13" y="3"/>
                  </a:cubicBezTo>
                  <a:cubicBezTo>
                    <a:pt x="13" y="2"/>
                    <a:pt x="14" y="3"/>
                    <a:pt x="14" y="3"/>
                  </a:cubicBezTo>
                  <a:cubicBezTo>
                    <a:pt x="14" y="2"/>
                    <a:pt x="14" y="2"/>
                    <a:pt x="14" y="2"/>
                  </a:cubicBezTo>
                  <a:cubicBezTo>
                    <a:pt x="14" y="2"/>
                    <a:pt x="14" y="2"/>
                    <a:pt x="14" y="2"/>
                  </a:cubicBezTo>
                  <a:cubicBezTo>
                    <a:pt x="14" y="1"/>
                    <a:pt x="12" y="1"/>
                    <a:pt x="12" y="1"/>
                  </a:cubicBezTo>
                  <a:cubicBezTo>
                    <a:pt x="12" y="2"/>
                    <a:pt x="13" y="2"/>
                    <a:pt x="13" y="2"/>
                  </a:cubicBezTo>
                  <a:cubicBezTo>
                    <a:pt x="12" y="2"/>
                    <a:pt x="12" y="2"/>
                    <a:pt x="11" y="2"/>
                  </a:cubicBezTo>
                  <a:cubicBezTo>
                    <a:pt x="11" y="2"/>
                    <a:pt x="12" y="2"/>
                    <a:pt x="12" y="2"/>
                  </a:cubicBezTo>
                  <a:cubicBezTo>
                    <a:pt x="12" y="1"/>
                    <a:pt x="11" y="2"/>
                    <a:pt x="11" y="2"/>
                  </a:cubicBezTo>
                  <a:cubicBezTo>
                    <a:pt x="10" y="2"/>
                    <a:pt x="10" y="2"/>
                    <a:pt x="9" y="2"/>
                  </a:cubicBezTo>
                  <a:cubicBezTo>
                    <a:pt x="9" y="2"/>
                    <a:pt x="10" y="2"/>
                    <a:pt x="10" y="2"/>
                  </a:cubicBezTo>
                  <a:cubicBezTo>
                    <a:pt x="9" y="2"/>
                    <a:pt x="9" y="2"/>
                    <a:pt x="9" y="1"/>
                  </a:cubicBezTo>
                  <a:cubicBezTo>
                    <a:pt x="9" y="1"/>
                    <a:pt x="9" y="1"/>
                    <a:pt x="9" y="1"/>
                  </a:cubicBezTo>
                  <a:cubicBezTo>
                    <a:pt x="8" y="1"/>
                    <a:pt x="8" y="2"/>
                    <a:pt x="8" y="1"/>
                  </a:cubicBezTo>
                  <a:cubicBezTo>
                    <a:pt x="7" y="1"/>
                    <a:pt x="7" y="2"/>
                    <a:pt x="7" y="2"/>
                  </a:cubicBezTo>
                  <a:cubicBezTo>
                    <a:pt x="7" y="2"/>
                    <a:pt x="8" y="2"/>
                    <a:pt x="8" y="2"/>
                  </a:cubicBezTo>
                  <a:cubicBezTo>
                    <a:pt x="7" y="2"/>
                    <a:pt x="7" y="2"/>
                    <a:pt x="7" y="2"/>
                  </a:cubicBezTo>
                  <a:cubicBezTo>
                    <a:pt x="6" y="2"/>
                    <a:pt x="6" y="2"/>
                    <a:pt x="5" y="2"/>
                  </a:cubicBezTo>
                  <a:cubicBezTo>
                    <a:pt x="4" y="2"/>
                    <a:pt x="4" y="1"/>
                    <a:pt x="3" y="1"/>
                  </a:cubicBezTo>
                  <a:cubicBezTo>
                    <a:pt x="2" y="1"/>
                    <a:pt x="3" y="2"/>
                    <a:pt x="3" y="2"/>
                  </a:cubicBezTo>
                  <a:cubicBezTo>
                    <a:pt x="3" y="2"/>
                    <a:pt x="5" y="2"/>
                    <a:pt x="5" y="2"/>
                  </a:cubicBezTo>
                  <a:cubicBezTo>
                    <a:pt x="5" y="2"/>
                    <a:pt x="4" y="2"/>
                    <a:pt x="4" y="2"/>
                  </a:cubicBezTo>
                  <a:cubicBezTo>
                    <a:pt x="4" y="3"/>
                    <a:pt x="4" y="3"/>
                    <a:pt x="5" y="3"/>
                  </a:cubicBezTo>
                  <a:cubicBezTo>
                    <a:pt x="5" y="3"/>
                    <a:pt x="6" y="3"/>
                    <a:pt x="7" y="4"/>
                  </a:cubicBezTo>
                  <a:cubicBezTo>
                    <a:pt x="7" y="4"/>
                    <a:pt x="8" y="4"/>
                    <a:pt x="8" y="5"/>
                  </a:cubicBezTo>
                  <a:cubicBezTo>
                    <a:pt x="8" y="5"/>
                    <a:pt x="7" y="4"/>
                    <a:pt x="7" y="4"/>
                  </a:cubicBezTo>
                  <a:cubicBezTo>
                    <a:pt x="7" y="4"/>
                    <a:pt x="6" y="4"/>
                    <a:pt x="6" y="4"/>
                  </a:cubicBezTo>
                  <a:cubicBezTo>
                    <a:pt x="5" y="4"/>
                    <a:pt x="5" y="5"/>
                    <a:pt x="4" y="5"/>
                  </a:cubicBezTo>
                  <a:cubicBezTo>
                    <a:pt x="2" y="4"/>
                    <a:pt x="5" y="6"/>
                    <a:pt x="5" y="6"/>
                  </a:cubicBezTo>
                  <a:cubicBezTo>
                    <a:pt x="5" y="5"/>
                    <a:pt x="7" y="5"/>
                    <a:pt x="7" y="5"/>
                  </a:cubicBezTo>
                  <a:cubicBezTo>
                    <a:pt x="8" y="5"/>
                    <a:pt x="8" y="6"/>
                    <a:pt x="7" y="5"/>
                  </a:cubicBezTo>
                  <a:cubicBezTo>
                    <a:pt x="6" y="5"/>
                    <a:pt x="7" y="6"/>
                    <a:pt x="7" y="6"/>
                  </a:cubicBezTo>
                  <a:cubicBezTo>
                    <a:pt x="6" y="6"/>
                    <a:pt x="6" y="5"/>
                    <a:pt x="6" y="5"/>
                  </a:cubicBezTo>
                  <a:cubicBezTo>
                    <a:pt x="5" y="6"/>
                    <a:pt x="6" y="6"/>
                    <a:pt x="6" y="7"/>
                  </a:cubicBezTo>
                  <a:cubicBezTo>
                    <a:pt x="6" y="7"/>
                    <a:pt x="5" y="7"/>
                    <a:pt x="5" y="7"/>
                  </a:cubicBezTo>
                  <a:cubicBezTo>
                    <a:pt x="5" y="7"/>
                    <a:pt x="6" y="7"/>
                    <a:pt x="6" y="7"/>
                  </a:cubicBezTo>
                  <a:cubicBezTo>
                    <a:pt x="7" y="7"/>
                    <a:pt x="6" y="8"/>
                    <a:pt x="6" y="8"/>
                  </a:cubicBezTo>
                  <a:cubicBezTo>
                    <a:pt x="6" y="8"/>
                    <a:pt x="5" y="8"/>
                    <a:pt x="5" y="8"/>
                  </a:cubicBezTo>
                  <a:cubicBezTo>
                    <a:pt x="5" y="7"/>
                    <a:pt x="5" y="8"/>
                    <a:pt x="4" y="7"/>
                  </a:cubicBezTo>
                  <a:cubicBezTo>
                    <a:pt x="4" y="7"/>
                    <a:pt x="4" y="7"/>
                    <a:pt x="3" y="7"/>
                  </a:cubicBezTo>
                  <a:cubicBezTo>
                    <a:pt x="3" y="8"/>
                    <a:pt x="4" y="8"/>
                    <a:pt x="4" y="8"/>
                  </a:cubicBezTo>
                  <a:cubicBezTo>
                    <a:pt x="4" y="8"/>
                    <a:pt x="3" y="8"/>
                    <a:pt x="3" y="8"/>
                  </a:cubicBezTo>
                  <a:cubicBezTo>
                    <a:pt x="4" y="9"/>
                    <a:pt x="2" y="8"/>
                    <a:pt x="2" y="8"/>
                  </a:cubicBezTo>
                  <a:cubicBezTo>
                    <a:pt x="2" y="8"/>
                    <a:pt x="5" y="10"/>
                    <a:pt x="5" y="10"/>
                  </a:cubicBezTo>
                  <a:cubicBezTo>
                    <a:pt x="5" y="9"/>
                    <a:pt x="4" y="9"/>
                    <a:pt x="4" y="9"/>
                  </a:cubicBezTo>
                  <a:cubicBezTo>
                    <a:pt x="5" y="9"/>
                    <a:pt x="5" y="9"/>
                    <a:pt x="6" y="10"/>
                  </a:cubicBezTo>
                  <a:cubicBezTo>
                    <a:pt x="5" y="10"/>
                    <a:pt x="6" y="10"/>
                    <a:pt x="6" y="10"/>
                  </a:cubicBezTo>
                  <a:cubicBezTo>
                    <a:pt x="7" y="10"/>
                    <a:pt x="7" y="10"/>
                    <a:pt x="7" y="10"/>
                  </a:cubicBezTo>
                  <a:cubicBezTo>
                    <a:pt x="7" y="9"/>
                    <a:pt x="6" y="9"/>
                    <a:pt x="6" y="9"/>
                  </a:cubicBezTo>
                  <a:cubicBezTo>
                    <a:pt x="6" y="9"/>
                    <a:pt x="7" y="10"/>
                    <a:pt x="7" y="9"/>
                  </a:cubicBezTo>
                  <a:cubicBezTo>
                    <a:pt x="7" y="9"/>
                    <a:pt x="7" y="9"/>
                    <a:pt x="7" y="9"/>
                  </a:cubicBezTo>
                  <a:cubicBezTo>
                    <a:pt x="8" y="9"/>
                    <a:pt x="9" y="9"/>
                    <a:pt x="8" y="8"/>
                  </a:cubicBezTo>
                  <a:cubicBezTo>
                    <a:pt x="8" y="8"/>
                    <a:pt x="8" y="8"/>
                    <a:pt x="8" y="8"/>
                  </a:cubicBezTo>
                  <a:cubicBezTo>
                    <a:pt x="9" y="7"/>
                    <a:pt x="8" y="8"/>
                    <a:pt x="8" y="8"/>
                  </a:cubicBezTo>
                  <a:cubicBezTo>
                    <a:pt x="9" y="8"/>
                    <a:pt x="9" y="8"/>
                    <a:pt x="9" y="8"/>
                  </a:cubicBezTo>
                  <a:cubicBezTo>
                    <a:pt x="10" y="8"/>
                    <a:pt x="9" y="7"/>
                    <a:pt x="9" y="7"/>
                  </a:cubicBezTo>
                  <a:cubicBezTo>
                    <a:pt x="10" y="7"/>
                    <a:pt x="10" y="8"/>
                    <a:pt x="11" y="7"/>
                  </a:cubicBezTo>
                  <a:cubicBezTo>
                    <a:pt x="11" y="7"/>
                    <a:pt x="11" y="7"/>
                    <a:pt x="11" y="6"/>
                  </a:cubicBezTo>
                  <a:cubicBezTo>
                    <a:pt x="12" y="6"/>
                    <a:pt x="12" y="5"/>
                    <a:pt x="12" y="4"/>
                  </a:cubicBezTo>
                  <a:cubicBezTo>
                    <a:pt x="13" y="4"/>
                    <a:pt x="12" y="4"/>
                    <a:pt x="12" y="4"/>
                  </a:cubicBezTo>
                  <a:cubicBezTo>
                    <a:pt x="12" y="4"/>
                    <a:pt x="13" y="4"/>
                    <a:pt x="13" y="4"/>
                  </a:cubicBezTo>
                  <a:cubicBezTo>
                    <a:pt x="13" y="4"/>
                    <a:pt x="13" y="4"/>
                    <a:pt x="14" y="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94" name="Ethiopia">
              <a:extLst>
                <a:ext uri="{FF2B5EF4-FFF2-40B4-BE49-F238E27FC236}">
                  <a16:creationId xmlns:a16="http://schemas.microsoft.com/office/drawing/2014/main" id="{038132A7-F8CA-F435-48DB-F830DC7C44DB}"/>
                </a:ext>
              </a:extLst>
            </p:cNvPr>
            <p:cNvSpPr>
              <a:spLocks/>
            </p:cNvSpPr>
            <p:nvPr/>
          </p:nvSpPr>
          <p:spPr bwMode="auto">
            <a:xfrm>
              <a:off x="6826813" y="3466052"/>
              <a:ext cx="513607" cy="446956"/>
            </a:xfrm>
            <a:custGeom>
              <a:avLst/>
              <a:gdLst/>
              <a:ahLst/>
              <a:cxnLst>
                <a:cxn ang="0">
                  <a:pos x="130" y="73"/>
                </a:cxn>
                <a:cxn ang="0">
                  <a:pos x="110" y="66"/>
                </a:cxn>
                <a:cxn ang="0">
                  <a:pos x="101" y="60"/>
                </a:cxn>
                <a:cxn ang="0">
                  <a:pos x="98" y="55"/>
                </a:cxn>
                <a:cxn ang="0">
                  <a:pos x="95" y="51"/>
                </a:cxn>
                <a:cxn ang="0">
                  <a:pos x="94" y="45"/>
                </a:cxn>
                <a:cxn ang="0">
                  <a:pos x="94" y="42"/>
                </a:cxn>
                <a:cxn ang="0">
                  <a:pos x="90" y="42"/>
                </a:cxn>
                <a:cxn ang="0">
                  <a:pos x="87" y="43"/>
                </a:cxn>
                <a:cxn ang="0">
                  <a:pos x="86" y="33"/>
                </a:cxn>
                <a:cxn ang="0">
                  <a:pos x="90" y="26"/>
                </a:cxn>
                <a:cxn ang="0">
                  <a:pos x="85" y="20"/>
                </a:cxn>
                <a:cxn ang="0">
                  <a:pos x="75" y="8"/>
                </a:cxn>
                <a:cxn ang="0">
                  <a:pos x="65" y="4"/>
                </a:cxn>
                <a:cxn ang="0">
                  <a:pos x="61" y="4"/>
                </a:cxn>
                <a:cxn ang="0">
                  <a:pos x="59" y="5"/>
                </a:cxn>
                <a:cxn ang="0">
                  <a:pos x="53" y="5"/>
                </a:cxn>
                <a:cxn ang="0">
                  <a:pos x="49" y="2"/>
                </a:cxn>
                <a:cxn ang="0">
                  <a:pos x="45" y="2"/>
                </a:cxn>
                <a:cxn ang="0">
                  <a:pos x="42" y="7"/>
                </a:cxn>
                <a:cxn ang="0">
                  <a:pos x="40" y="4"/>
                </a:cxn>
                <a:cxn ang="0">
                  <a:pos x="33" y="7"/>
                </a:cxn>
                <a:cxn ang="0">
                  <a:pos x="30" y="16"/>
                </a:cxn>
                <a:cxn ang="0">
                  <a:pos x="29" y="23"/>
                </a:cxn>
                <a:cxn ang="0">
                  <a:pos x="25" y="24"/>
                </a:cxn>
                <a:cxn ang="0">
                  <a:pos x="22" y="31"/>
                </a:cxn>
                <a:cxn ang="0">
                  <a:pos x="19" y="37"/>
                </a:cxn>
                <a:cxn ang="0">
                  <a:pos x="18" y="45"/>
                </a:cxn>
                <a:cxn ang="0">
                  <a:pos x="15" y="44"/>
                </a:cxn>
                <a:cxn ang="0">
                  <a:pos x="12" y="49"/>
                </a:cxn>
                <a:cxn ang="0">
                  <a:pos x="11" y="68"/>
                </a:cxn>
                <a:cxn ang="0">
                  <a:pos x="7" y="71"/>
                </a:cxn>
                <a:cxn ang="0">
                  <a:pos x="3" y="70"/>
                </a:cxn>
                <a:cxn ang="0">
                  <a:pos x="2" y="74"/>
                </a:cxn>
                <a:cxn ang="0">
                  <a:pos x="2" y="78"/>
                </a:cxn>
                <a:cxn ang="0">
                  <a:pos x="7" y="79"/>
                </a:cxn>
                <a:cxn ang="0">
                  <a:pos x="10" y="84"/>
                </a:cxn>
                <a:cxn ang="0">
                  <a:pos x="14" y="87"/>
                </a:cxn>
                <a:cxn ang="0">
                  <a:pos x="17" y="91"/>
                </a:cxn>
                <a:cxn ang="0">
                  <a:pos x="20" y="100"/>
                </a:cxn>
                <a:cxn ang="0">
                  <a:pos x="22" y="102"/>
                </a:cxn>
                <a:cxn ang="0">
                  <a:pos x="25" y="104"/>
                </a:cxn>
                <a:cxn ang="0">
                  <a:pos x="28" y="106"/>
                </a:cxn>
                <a:cxn ang="0">
                  <a:pos x="29" y="112"/>
                </a:cxn>
                <a:cxn ang="0">
                  <a:pos x="38" y="115"/>
                </a:cxn>
                <a:cxn ang="0">
                  <a:pos x="49" y="122"/>
                </a:cxn>
                <a:cxn ang="0">
                  <a:pos x="55" y="123"/>
                </a:cxn>
                <a:cxn ang="0">
                  <a:pos x="62" y="125"/>
                </a:cxn>
                <a:cxn ang="0">
                  <a:pos x="64" y="126"/>
                </a:cxn>
                <a:cxn ang="0">
                  <a:pos x="72" y="118"/>
                </a:cxn>
                <a:cxn ang="0">
                  <a:pos x="79" y="119"/>
                </a:cxn>
                <a:cxn ang="0">
                  <a:pos x="84" y="120"/>
                </a:cxn>
                <a:cxn ang="0">
                  <a:pos x="88" y="118"/>
                </a:cxn>
                <a:cxn ang="0">
                  <a:pos x="97" y="114"/>
                </a:cxn>
                <a:cxn ang="0">
                  <a:pos x="106" y="109"/>
                </a:cxn>
                <a:cxn ang="0">
                  <a:pos x="116" y="109"/>
                </a:cxn>
                <a:cxn ang="0">
                  <a:pos x="129" y="93"/>
                </a:cxn>
              </a:cxnLst>
              <a:rect l="0" t="0" r="r" b="b"/>
              <a:pathLst>
                <a:path w="145" h="126">
                  <a:moveTo>
                    <a:pt x="140" y="75"/>
                  </a:moveTo>
                  <a:cubicBezTo>
                    <a:pt x="138" y="75"/>
                    <a:pt x="137" y="76"/>
                    <a:pt x="135" y="75"/>
                  </a:cubicBezTo>
                  <a:cubicBezTo>
                    <a:pt x="134" y="75"/>
                    <a:pt x="132" y="74"/>
                    <a:pt x="130" y="73"/>
                  </a:cubicBezTo>
                  <a:cubicBezTo>
                    <a:pt x="129" y="73"/>
                    <a:pt x="127" y="72"/>
                    <a:pt x="125" y="71"/>
                  </a:cubicBezTo>
                  <a:cubicBezTo>
                    <a:pt x="122" y="70"/>
                    <a:pt x="118" y="69"/>
                    <a:pt x="115" y="67"/>
                  </a:cubicBezTo>
                  <a:cubicBezTo>
                    <a:pt x="113" y="67"/>
                    <a:pt x="112" y="66"/>
                    <a:pt x="110" y="66"/>
                  </a:cubicBezTo>
                  <a:cubicBezTo>
                    <a:pt x="109" y="65"/>
                    <a:pt x="107" y="65"/>
                    <a:pt x="106" y="64"/>
                  </a:cubicBezTo>
                  <a:cubicBezTo>
                    <a:pt x="105" y="63"/>
                    <a:pt x="104" y="62"/>
                    <a:pt x="103" y="61"/>
                  </a:cubicBezTo>
                  <a:cubicBezTo>
                    <a:pt x="102" y="60"/>
                    <a:pt x="102" y="60"/>
                    <a:pt x="101" y="60"/>
                  </a:cubicBezTo>
                  <a:cubicBezTo>
                    <a:pt x="101" y="60"/>
                    <a:pt x="101" y="59"/>
                    <a:pt x="100" y="59"/>
                  </a:cubicBezTo>
                  <a:cubicBezTo>
                    <a:pt x="100" y="58"/>
                    <a:pt x="99" y="57"/>
                    <a:pt x="99" y="56"/>
                  </a:cubicBezTo>
                  <a:cubicBezTo>
                    <a:pt x="99" y="56"/>
                    <a:pt x="99" y="55"/>
                    <a:pt x="98" y="55"/>
                  </a:cubicBezTo>
                  <a:cubicBezTo>
                    <a:pt x="98" y="54"/>
                    <a:pt x="97" y="55"/>
                    <a:pt x="97" y="54"/>
                  </a:cubicBezTo>
                  <a:cubicBezTo>
                    <a:pt x="97" y="53"/>
                    <a:pt x="97" y="53"/>
                    <a:pt x="96" y="52"/>
                  </a:cubicBezTo>
                  <a:cubicBezTo>
                    <a:pt x="96" y="52"/>
                    <a:pt x="95" y="51"/>
                    <a:pt x="95" y="51"/>
                  </a:cubicBezTo>
                  <a:cubicBezTo>
                    <a:pt x="94" y="50"/>
                    <a:pt x="94" y="49"/>
                    <a:pt x="94" y="48"/>
                  </a:cubicBezTo>
                  <a:cubicBezTo>
                    <a:pt x="93" y="47"/>
                    <a:pt x="93" y="47"/>
                    <a:pt x="93" y="46"/>
                  </a:cubicBezTo>
                  <a:cubicBezTo>
                    <a:pt x="94" y="46"/>
                    <a:pt x="94" y="46"/>
                    <a:pt x="94" y="45"/>
                  </a:cubicBezTo>
                  <a:cubicBezTo>
                    <a:pt x="94" y="45"/>
                    <a:pt x="94" y="44"/>
                    <a:pt x="95" y="43"/>
                  </a:cubicBezTo>
                  <a:cubicBezTo>
                    <a:pt x="95" y="43"/>
                    <a:pt x="95" y="43"/>
                    <a:pt x="96" y="42"/>
                  </a:cubicBezTo>
                  <a:cubicBezTo>
                    <a:pt x="95" y="42"/>
                    <a:pt x="95" y="43"/>
                    <a:pt x="94" y="42"/>
                  </a:cubicBezTo>
                  <a:cubicBezTo>
                    <a:pt x="94" y="42"/>
                    <a:pt x="94" y="42"/>
                    <a:pt x="93" y="42"/>
                  </a:cubicBezTo>
                  <a:cubicBezTo>
                    <a:pt x="93" y="42"/>
                    <a:pt x="92" y="41"/>
                    <a:pt x="92" y="42"/>
                  </a:cubicBezTo>
                  <a:cubicBezTo>
                    <a:pt x="91" y="42"/>
                    <a:pt x="90" y="42"/>
                    <a:pt x="90" y="42"/>
                  </a:cubicBezTo>
                  <a:cubicBezTo>
                    <a:pt x="89" y="42"/>
                    <a:pt x="89" y="42"/>
                    <a:pt x="89" y="43"/>
                  </a:cubicBezTo>
                  <a:cubicBezTo>
                    <a:pt x="88" y="42"/>
                    <a:pt x="88" y="42"/>
                    <a:pt x="88" y="42"/>
                  </a:cubicBezTo>
                  <a:cubicBezTo>
                    <a:pt x="88" y="42"/>
                    <a:pt x="87" y="43"/>
                    <a:pt x="87" y="43"/>
                  </a:cubicBezTo>
                  <a:cubicBezTo>
                    <a:pt x="86" y="43"/>
                    <a:pt x="84" y="43"/>
                    <a:pt x="84" y="42"/>
                  </a:cubicBezTo>
                  <a:cubicBezTo>
                    <a:pt x="85" y="40"/>
                    <a:pt x="84" y="37"/>
                    <a:pt x="84" y="35"/>
                  </a:cubicBezTo>
                  <a:cubicBezTo>
                    <a:pt x="85" y="34"/>
                    <a:pt x="85" y="34"/>
                    <a:pt x="86" y="33"/>
                  </a:cubicBezTo>
                  <a:cubicBezTo>
                    <a:pt x="86" y="33"/>
                    <a:pt x="86" y="32"/>
                    <a:pt x="87" y="32"/>
                  </a:cubicBezTo>
                  <a:cubicBezTo>
                    <a:pt x="87" y="31"/>
                    <a:pt x="88" y="30"/>
                    <a:pt x="89" y="28"/>
                  </a:cubicBezTo>
                  <a:cubicBezTo>
                    <a:pt x="89" y="28"/>
                    <a:pt x="90" y="26"/>
                    <a:pt x="90" y="26"/>
                  </a:cubicBezTo>
                  <a:cubicBezTo>
                    <a:pt x="89" y="25"/>
                    <a:pt x="89" y="25"/>
                    <a:pt x="88" y="24"/>
                  </a:cubicBezTo>
                  <a:cubicBezTo>
                    <a:pt x="88" y="23"/>
                    <a:pt x="87" y="23"/>
                    <a:pt x="86" y="22"/>
                  </a:cubicBezTo>
                  <a:cubicBezTo>
                    <a:pt x="85" y="22"/>
                    <a:pt x="85" y="21"/>
                    <a:pt x="85" y="20"/>
                  </a:cubicBezTo>
                  <a:cubicBezTo>
                    <a:pt x="83" y="17"/>
                    <a:pt x="81" y="16"/>
                    <a:pt x="79" y="14"/>
                  </a:cubicBezTo>
                  <a:cubicBezTo>
                    <a:pt x="78" y="14"/>
                    <a:pt x="78" y="13"/>
                    <a:pt x="77" y="12"/>
                  </a:cubicBezTo>
                  <a:cubicBezTo>
                    <a:pt x="76" y="10"/>
                    <a:pt x="75" y="9"/>
                    <a:pt x="75" y="8"/>
                  </a:cubicBezTo>
                  <a:cubicBezTo>
                    <a:pt x="73" y="7"/>
                    <a:pt x="72" y="7"/>
                    <a:pt x="71" y="6"/>
                  </a:cubicBezTo>
                  <a:cubicBezTo>
                    <a:pt x="69" y="5"/>
                    <a:pt x="69" y="4"/>
                    <a:pt x="67" y="4"/>
                  </a:cubicBezTo>
                  <a:cubicBezTo>
                    <a:pt x="66" y="4"/>
                    <a:pt x="65" y="5"/>
                    <a:pt x="65" y="4"/>
                  </a:cubicBezTo>
                  <a:cubicBezTo>
                    <a:pt x="64" y="4"/>
                    <a:pt x="64" y="4"/>
                    <a:pt x="63" y="4"/>
                  </a:cubicBezTo>
                  <a:cubicBezTo>
                    <a:pt x="62" y="4"/>
                    <a:pt x="62" y="3"/>
                    <a:pt x="61" y="3"/>
                  </a:cubicBezTo>
                  <a:cubicBezTo>
                    <a:pt x="61" y="3"/>
                    <a:pt x="61" y="4"/>
                    <a:pt x="61" y="4"/>
                  </a:cubicBezTo>
                  <a:cubicBezTo>
                    <a:pt x="61" y="4"/>
                    <a:pt x="60" y="4"/>
                    <a:pt x="60" y="4"/>
                  </a:cubicBezTo>
                  <a:cubicBezTo>
                    <a:pt x="60" y="4"/>
                    <a:pt x="59" y="4"/>
                    <a:pt x="59" y="4"/>
                  </a:cubicBezTo>
                  <a:cubicBezTo>
                    <a:pt x="59" y="4"/>
                    <a:pt x="59" y="4"/>
                    <a:pt x="59" y="5"/>
                  </a:cubicBezTo>
                  <a:cubicBezTo>
                    <a:pt x="59" y="5"/>
                    <a:pt x="58" y="4"/>
                    <a:pt x="58" y="4"/>
                  </a:cubicBezTo>
                  <a:cubicBezTo>
                    <a:pt x="58" y="3"/>
                    <a:pt x="57" y="1"/>
                    <a:pt x="56" y="3"/>
                  </a:cubicBezTo>
                  <a:cubicBezTo>
                    <a:pt x="56" y="4"/>
                    <a:pt x="54" y="4"/>
                    <a:pt x="53" y="5"/>
                  </a:cubicBezTo>
                  <a:cubicBezTo>
                    <a:pt x="52" y="5"/>
                    <a:pt x="51" y="5"/>
                    <a:pt x="51" y="4"/>
                  </a:cubicBezTo>
                  <a:cubicBezTo>
                    <a:pt x="50" y="4"/>
                    <a:pt x="50" y="4"/>
                    <a:pt x="50" y="3"/>
                  </a:cubicBezTo>
                  <a:cubicBezTo>
                    <a:pt x="49" y="2"/>
                    <a:pt x="49" y="2"/>
                    <a:pt x="49" y="2"/>
                  </a:cubicBezTo>
                  <a:cubicBezTo>
                    <a:pt x="48" y="2"/>
                    <a:pt x="47" y="2"/>
                    <a:pt x="47" y="1"/>
                  </a:cubicBezTo>
                  <a:cubicBezTo>
                    <a:pt x="47" y="1"/>
                    <a:pt x="46" y="0"/>
                    <a:pt x="46" y="0"/>
                  </a:cubicBezTo>
                  <a:cubicBezTo>
                    <a:pt x="46" y="0"/>
                    <a:pt x="45" y="2"/>
                    <a:pt x="45" y="2"/>
                  </a:cubicBezTo>
                  <a:cubicBezTo>
                    <a:pt x="44" y="4"/>
                    <a:pt x="44" y="5"/>
                    <a:pt x="43" y="7"/>
                  </a:cubicBezTo>
                  <a:cubicBezTo>
                    <a:pt x="43" y="7"/>
                    <a:pt x="43" y="8"/>
                    <a:pt x="43" y="8"/>
                  </a:cubicBezTo>
                  <a:cubicBezTo>
                    <a:pt x="42" y="8"/>
                    <a:pt x="42" y="7"/>
                    <a:pt x="42" y="7"/>
                  </a:cubicBezTo>
                  <a:cubicBezTo>
                    <a:pt x="42" y="7"/>
                    <a:pt x="42" y="7"/>
                    <a:pt x="41" y="6"/>
                  </a:cubicBezTo>
                  <a:cubicBezTo>
                    <a:pt x="41" y="6"/>
                    <a:pt x="41" y="6"/>
                    <a:pt x="41" y="6"/>
                  </a:cubicBezTo>
                  <a:cubicBezTo>
                    <a:pt x="41" y="5"/>
                    <a:pt x="41" y="5"/>
                    <a:pt x="40" y="4"/>
                  </a:cubicBezTo>
                  <a:cubicBezTo>
                    <a:pt x="39" y="4"/>
                    <a:pt x="38" y="5"/>
                    <a:pt x="38" y="6"/>
                  </a:cubicBezTo>
                  <a:cubicBezTo>
                    <a:pt x="38" y="7"/>
                    <a:pt x="36" y="6"/>
                    <a:pt x="35" y="6"/>
                  </a:cubicBezTo>
                  <a:cubicBezTo>
                    <a:pt x="35" y="6"/>
                    <a:pt x="33" y="6"/>
                    <a:pt x="33" y="7"/>
                  </a:cubicBezTo>
                  <a:cubicBezTo>
                    <a:pt x="33" y="8"/>
                    <a:pt x="32" y="9"/>
                    <a:pt x="32" y="10"/>
                  </a:cubicBezTo>
                  <a:cubicBezTo>
                    <a:pt x="32" y="11"/>
                    <a:pt x="32" y="13"/>
                    <a:pt x="32" y="14"/>
                  </a:cubicBezTo>
                  <a:cubicBezTo>
                    <a:pt x="32" y="15"/>
                    <a:pt x="31" y="16"/>
                    <a:pt x="30" y="16"/>
                  </a:cubicBezTo>
                  <a:cubicBezTo>
                    <a:pt x="30" y="17"/>
                    <a:pt x="29" y="19"/>
                    <a:pt x="30" y="20"/>
                  </a:cubicBezTo>
                  <a:cubicBezTo>
                    <a:pt x="30" y="21"/>
                    <a:pt x="29" y="21"/>
                    <a:pt x="29" y="22"/>
                  </a:cubicBezTo>
                  <a:cubicBezTo>
                    <a:pt x="30" y="22"/>
                    <a:pt x="30" y="23"/>
                    <a:pt x="29" y="23"/>
                  </a:cubicBezTo>
                  <a:cubicBezTo>
                    <a:pt x="29" y="24"/>
                    <a:pt x="29" y="24"/>
                    <a:pt x="29" y="24"/>
                  </a:cubicBezTo>
                  <a:cubicBezTo>
                    <a:pt x="29" y="23"/>
                    <a:pt x="28" y="23"/>
                    <a:pt x="28" y="24"/>
                  </a:cubicBezTo>
                  <a:cubicBezTo>
                    <a:pt x="27" y="24"/>
                    <a:pt x="26" y="24"/>
                    <a:pt x="25" y="24"/>
                  </a:cubicBezTo>
                  <a:cubicBezTo>
                    <a:pt x="25" y="24"/>
                    <a:pt x="25" y="25"/>
                    <a:pt x="25" y="25"/>
                  </a:cubicBezTo>
                  <a:cubicBezTo>
                    <a:pt x="24" y="26"/>
                    <a:pt x="24" y="27"/>
                    <a:pt x="23" y="28"/>
                  </a:cubicBezTo>
                  <a:cubicBezTo>
                    <a:pt x="23" y="28"/>
                    <a:pt x="22" y="30"/>
                    <a:pt x="22" y="31"/>
                  </a:cubicBezTo>
                  <a:cubicBezTo>
                    <a:pt x="22" y="31"/>
                    <a:pt x="21" y="32"/>
                    <a:pt x="21" y="32"/>
                  </a:cubicBezTo>
                  <a:cubicBezTo>
                    <a:pt x="20" y="33"/>
                    <a:pt x="19" y="33"/>
                    <a:pt x="19" y="35"/>
                  </a:cubicBezTo>
                  <a:cubicBezTo>
                    <a:pt x="19" y="36"/>
                    <a:pt x="20" y="36"/>
                    <a:pt x="19" y="37"/>
                  </a:cubicBezTo>
                  <a:cubicBezTo>
                    <a:pt x="19" y="38"/>
                    <a:pt x="18" y="39"/>
                    <a:pt x="19" y="40"/>
                  </a:cubicBezTo>
                  <a:cubicBezTo>
                    <a:pt x="19" y="41"/>
                    <a:pt x="18" y="42"/>
                    <a:pt x="18" y="43"/>
                  </a:cubicBezTo>
                  <a:cubicBezTo>
                    <a:pt x="19" y="44"/>
                    <a:pt x="18" y="44"/>
                    <a:pt x="18" y="45"/>
                  </a:cubicBezTo>
                  <a:cubicBezTo>
                    <a:pt x="18" y="46"/>
                    <a:pt x="17" y="45"/>
                    <a:pt x="17" y="45"/>
                  </a:cubicBezTo>
                  <a:cubicBezTo>
                    <a:pt x="17" y="45"/>
                    <a:pt x="17" y="46"/>
                    <a:pt x="17" y="46"/>
                  </a:cubicBezTo>
                  <a:cubicBezTo>
                    <a:pt x="17" y="45"/>
                    <a:pt x="15" y="44"/>
                    <a:pt x="15" y="44"/>
                  </a:cubicBezTo>
                  <a:cubicBezTo>
                    <a:pt x="14" y="44"/>
                    <a:pt x="13" y="45"/>
                    <a:pt x="13" y="45"/>
                  </a:cubicBezTo>
                  <a:cubicBezTo>
                    <a:pt x="13" y="46"/>
                    <a:pt x="12" y="47"/>
                    <a:pt x="12" y="47"/>
                  </a:cubicBezTo>
                  <a:cubicBezTo>
                    <a:pt x="12" y="48"/>
                    <a:pt x="12" y="49"/>
                    <a:pt x="12" y="49"/>
                  </a:cubicBezTo>
                  <a:cubicBezTo>
                    <a:pt x="13" y="50"/>
                    <a:pt x="13" y="51"/>
                    <a:pt x="12" y="52"/>
                  </a:cubicBezTo>
                  <a:cubicBezTo>
                    <a:pt x="11" y="55"/>
                    <a:pt x="10" y="58"/>
                    <a:pt x="10" y="60"/>
                  </a:cubicBezTo>
                  <a:cubicBezTo>
                    <a:pt x="11" y="63"/>
                    <a:pt x="11" y="65"/>
                    <a:pt x="11" y="68"/>
                  </a:cubicBezTo>
                  <a:cubicBezTo>
                    <a:pt x="11" y="69"/>
                    <a:pt x="11" y="69"/>
                    <a:pt x="10" y="70"/>
                  </a:cubicBezTo>
                  <a:cubicBezTo>
                    <a:pt x="10" y="70"/>
                    <a:pt x="9" y="70"/>
                    <a:pt x="8" y="71"/>
                  </a:cubicBezTo>
                  <a:cubicBezTo>
                    <a:pt x="8" y="71"/>
                    <a:pt x="7" y="72"/>
                    <a:pt x="7" y="71"/>
                  </a:cubicBezTo>
                  <a:cubicBezTo>
                    <a:pt x="7" y="71"/>
                    <a:pt x="6" y="70"/>
                    <a:pt x="6" y="70"/>
                  </a:cubicBezTo>
                  <a:cubicBezTo>
                    <a:pt x="6" y="70"/>
                    <a:pt x="5" y="70"/>
                    <a:pt x="5" y="70"/>
                  </a:cubicBezTo>
                  <a:cubicBezTo>
                    <a:pt x="5" y="70"/>
                    <a:pt x="3" y="70"/>
                    <a:pt x="3" y="70"/>
                  </a:cubicBezTo>
                  <a:cubicBezTo>
                    <a:pt x="3" y="70"/>
                    <a:pt x="2" y="70"/>
                    <a:pt x="2" y="71"/>
                  </a:cubicBezTo>
                  <a:cubicBezTo>
                    <a:pt x="2" y="71"/>
                    <a:pt x="1" y="72"/>
                    <a:pt x="2" y="72"/>
                  </a:cubicBezTo>
                  <a:cubicBezTo>
                    <a:pt x="2" y="73"/>
                    <a:pt x="2" y="74"/>
                    <a:pt x="2" y="74"/>
                  </a:cubicBezTo>
                  <a:cubicBezTo>
                    <a:pt x="1" y="74"/>
                    <a:pt x="1" y="75"/>
                    <a:pt x="0" y="75"/>
                  </a:cubicBezTo>
                  <a:cubicBezTo>
                    <a:pt x="0" y="76"/>
                    <a:pt x="0" y="76"/>
                    <a:pt x="0" y="77"/>
                  </a:cubicBezTo>
                  <a:cubicBezTo>
                    <a:pt x="1" y="78"/>
                    <a:pt x="1" y="78"/>
                    <a:pt x="2" y="78"/>
                  </a:cubicBezTo>
                  <a:cubicBezTo>
                    <a:pt x="2" y="78"/>
                    <a:pt x="3" y="79"/>
                    <a:pt x="4" y="78"/>
                  </a:cubicBezTo>
                  <a:cubicBezTo>
                    <a:pt x="4" y="78"/>
                    <a:pt x="5" y="78"/>
                    <a:pt x="5" y="79"/>
                  </a:cubicBezTo>
                  <a:cubicBezTo>
                    <a:pt x="6" y="79"/>
                    <a:pt x="7" y="79"/>
                    <a:pt x="7" y="79"/>
                  </a:cubicBezTo>
                  <a:cubicBezTo>
                    <a:pt x="8" y="79"/>
                    <a:pt x="8" y="80"/>
                    <a:pt x="8" y="80"/>
                  </a:cubicBezTo>
                  <a:cubicBezTo>
                    <a:pt x="9" y="81"/>
                    <a:pt x="10" y="81"/>
                    <a:pt x="10" y="82"/>
                  </a:cubicBezTo>
                  <a:cubicBezTo>
                    <a:pt x="10" y="83"/>
                    <a:pt x="10" y="83"/>
                    <a:pt x="10" y="84"/>
                  </a:cubicBezTo>
                  <a:cubicBezTo>
                    <a:pt x="11" y="84"/>
                    <a:pt x="11" y="85"/>
                    <a:pt x="11" y="84"/>
                  </a:cubicBezTo>
                  <a:cubicBezTo>
                    <a:pt x="12" y="84"/>
                    <a:pt x="12" y="86"/>
                    <a:pt x="12" y="86"/>
                  </a:cubicBezTo>
                  <a:cubicBezTo>
                    <a:pt x="13" y="87"/>
                    <a:pt x="13" y="87"/>
                    <a:pt x="14" y="87"/>
                  </a:cubicBezTo>
                  <a:cubicBezTo>
                    <a:pt x="14" y="87"/>
                    <a:pt x="15" y="88"/>
                    <a:pt x="15" y="88"/>
                  </a:cubicBezTo>
                  <a:cubicBezTo>
                    <a:pt x="15" y="89"/>
                    <a:pt x="15" y="89"/>
                    <a:pt x="16" y="89"/>
                  </a:cubicBezTo>
                  <a:cubicBezTo>
                    <a:pt x="17" y="89"/>
                    <a:pt x="17" y="90"/>
                    <a:pt x="17" y="91"/>
                  </a:cubicBezTo>
                  <a:cubicBezTo>
                    <a:pt x="18" y="92"/>
                    <a:pt x="18" y="94"/>
                    <a:pt x="19" y="95"/>
                  </a:cubicBezTo>
                  <a:cubicBezTo>
                    <a:pt x="19" y="96"/>
                    <a:pt x="19" y="97"/>
                    <a:pt x="20" y="97"/>
                  </a:cubicBezTo>
                  <a:cubicBezTo>
                    <a:pt x="20" y="98"/>
                    <a:pt x="20" y="99"/>
                    <a:pt x="20" y="100"/>
                  </a:cubicBezTo>
                  <a:cubicBezTo>
                    <a:pt x="20" y="100"/>
                    <a:pt x="21" y="100"/>
                    <a:pt x="21" y="101"/>
                  </a:cubicBezTo>
                  <a:cubicBezTo>
                    <a:pt x="21" y="101"/>
                    <a:pt x="21" y="101"/>
                    <a:pt x="21" y="102"/>
                  </a:cubicBezTo>
                  <a:cubicBezTo>
                    <a:pt x="21" y="102"/>
                    <a:pt x="22" y="102"/>
                    <a:pt x="22" y="102"/>
                  </a:cubicBezTo>
                  <a:cubicBezTo>
                    <a:pt x="23" y="103"/>
                    <a:pt x="22" y="103"/>
                    <a:pt x="23" y="104"/>
                  </a:cubicBezTo>
                  <a:cubicBezTo>
                    <a:pt x="23" y="105"/>
                    <a:pt x="23" y="104"/>
                    <a:pt x="24" y="104"/>
                  </a:cubicBezTo>
                  <a:cubicBezTo>
                    <a:pt x="24" y="103"/>
                    <a:pt x="25" y="104"/>
                    <a:pt x="25" y="104"/>
                  </a:cubicBezTo>
                  <a:cubicBezTo>
                    <a:pt x="26" y="104"/>
                    <a:pt x="26" y="104"/>
                    <a:pt x="27" y="104"/>
                  </a:cubicBezTo>
                  <a:cubicBezTo>
                    <a:pt x="27" y="104"/>
                    <a:pt x="28" y="105"/>
                    <a:pt x="28" y="105"/>
                  </a:cubicBezTo>
                  <a:cubicBezTo>
                    <a:pt x="27" y="105"/>
                    <a:pt x="28" y="106"/>
                    <a:pt x="28" y="106"/>
                  </a:cubicBezTo>
                  <a:cubicBezTo>
                    <a:pt x="28" y="107"/>
                    <a:pt x="27" y="108"/>
                    <a:pt x="27" y="108"/>
                  </a:cubicBezTo>
                  <a:cubicBezTo>
                    <a:pt x="27" y="109"/>
                    <a:pt x="27" y="110"/>
                    <a:pt x="28" y="111"/>
                  </a:cubicBezTo>
                  <a:cubicBezTo>
                    <a:pt x="28" y="111"/>
                    <a:pt x="28" y="112"/>
                    <a:pt x="29" y="112"/>
                  </a:cubicBezTo>
                  <a:cubicBezTo>
                    <a:pt x="29" y="113"/>
                    <a:pt x="29" y="113"/>
                    <a:pt x="29" y="114"/>
                  </a:cubicBezTo>
                  <a:cubicBezTo>
                    <a:pt x="30" y="115"/>
                    <a:pt x="31" y="114"/>
                    <a:pt x="32" y="114"/>
                  </a:cubicBezTo>
                  <a:cubicBezTo>
                    <a:pt x="34" y="114"/>
                    <a:pt x="36" y="114"/>
                    <a:pt x="38" y="115"/>
                  </a:cubicBezTo>
                  <a:cubicBezTo>
                    <a:pt x="40" y="115"/>
                    <a:pt x="41" y="116"/>
                    <a:pt x="42" y="117"/>
                  </a:cubicBezTo>
                  <a:cubicBezTo>
                    <a:pt x="44" y="118"/>
                    <a:pt x="45" y="119"/>
                    <a:pt x="47" y="120"/>
                  </a:cubicBezTo>
                  <a:cubicBezTo>
                    <a:pt x="48" y="121"/>
                    <a:pt x="48" y="122"/>
                    <a:pt x="49" y="122"/>
                  </a:cubicBezTo>
                  <a:cubicBezTo>
                    <a:pt x="50" y="123"/>
                    <a:pt x="50" y="123"/>
                    <a:pt x="51" y="124"/>
                  </a:cubicBezTo>
                  <a:cubicBezTo>
                    <a:pt x="51" y="124"/>
                    <a:pt x="52" y="124"/>
                    <a:pt x="53" y="124"/>
                  </a:cubicBezTo>
                  <a:cubicBezTo>
                    <a:pt x="53" y="124"/>
                    <a:pt x="54" y="123"/>
                    <a:pt x="55" y="123"/>
                  </a:cubicBezTo>
                  <a:cubicBezTo>
                    <a:pt x="56" y="124"/>
                    <a:pt x="57" y="124"/>
                    <a:pt x="59" y="125"/>
                  </a:cubicBezTo>
                  <a:cubicBezTo>
                    <a:pt x="60" y="125"/>
                    <a:pt x="60" y="125"/>
                    <a:pt x="61" y="125"/>
                  </a:cubicBezTo>
                  <a:cubicBezTo>
                    <a:pt x="62" y="125"/>
                    <a:pt x="62" y="125"/>
                    <a:pt x="62" y="125"/>
                  </a:cubicBezTo>
                  <a:cubicBezTo>
                    <a:pt x="62" y="125"/>
                    <a:pt x="62" y="125"/>
                    <a:pt x="62" y="125"/>
                  </a:cubicBezTo>
                  <a:cubicBezTo>
                    <a:pt x="63" y="125"/>
                    <a:pt x="63" y="125"/>
                    <a:pt x="63" y="125"/>
                  </a:cubicBezTo>
                  <a:cubicBezTo>
                    <a:pt x="64" y="125"/>
                    <a:pt x="64" y="126"/>
                    <a:pt x="64" y="126"/>
                  </a:cubicBezTo>
                  <a:cubicBezTo>
                    <a:pt x="64" y="126"/>
                    <a:pt x="64" y="125"/>
                    <a:pt x="65" y="125"/>
                  </a:cubicBezTo>
                  <a:cubicBezTo>
                    <a:pt x="65" y="124"/>
                    <a:pt x="66" y="122"/>
                    <a:pt x="68" y="121"/>
                  </a:cubicBezTo>
                  <a:cubicBezTo>
                    <a:pt x="69" y="120"/>
                    <a:pt x="70" y="119"/>
                    <a:pt x="72" y="118"/>
                  </a:cubicBezTo>
                  <a:cubicBezTo>
                    <a:pt x="73" y="118"/>
                    <a:pt x="75" y="117"/>
                    <a:pt x="76" y="116"/>
                  </a:cubicBezTo>
                  <a:cubicBezTo>
                    <a:pt x="76" y="117"/>
                    <a:pt x="77" y="117"/>
                    <a:pt x="77" y="118"/>
                  </a:cubicBezTo>
                  <a:cubicBezTo>
                    <a:pt x="78" y="118"/>
                    <a:pt x="78" y="118"/>
                    <a:pt x="79" y="119"/>
                  </a:cubicBezTo>
                  <a:cubicBezTo>
                    <a:pt x="79" y="119"/>
                    <a:pt x="79" y="120"/>
                    <a:pt x="80" y="120"/>
                  </a:cubicBezTo>
                  <a:cubicBezTo>
                    <a:pt x="80" y="120"/>
                    <a:pt x="81" y="120"/>
                    <a:pt x="81" y="120"/>
                  </a:cubicBezTo>
                  <a:cubicBezTo>
                    <a:pt x="82" y="120"/>
                    <a:pt x="83" y="120"/>
                    <a:pt x="84" y="120"/>
                  </a:cubicBezTo>
                  <a:cubicBezTo>
                    <a:pt x="84" y="119"/>
                    <a:pt x="85" y="119"/>
                    <a:pt x="85" y="119"/>
                  </a:cubicBezTo>
                  <a:cubicBezTo>
                    <a:pt x="86" y="120"/>
                    <a:pt x="87" y="120"/>
                    <a:pt x="87" y="119"/>
                  </a:cubicBezTo>
                  <a:cubicBezTo>
                    <a:pt x="87" y="119"/>
                    <a:pt x="87" y="118"/>
                    <a:pt x="88" y="118"/>
                  </a:cubicBezTo>
                  <a:cubicBezTo>
                    <a:pt x="89" y="117"/>
                    <a:pt x="91" y="117"/>
                    <a:pt x="92" y="117"/>
                  </a:cubicBezTo>
                  <a:cubicBezTo>
                    <a:pt x="94" y="117"/>
                    <a:pt x="95" y="117"/>
                    <a:pt x="96" y="116"/>
                  </a:cubicBezTo>
                  <a:cubicBezTo>
                    <a:pt x="97" y="115"/>
                    <a:pt x="97" y="114"/>
                    <a:pt x="97" y="114"/>
                  </a:cubicBezTo>
                  <a:cubicBezTo>
                    <a:pt x="98" y="113"/>
                    <a:pt x="98" y="113"/>
                    <a:pt x="99" y="112"/>
                  </a:cubicBezTo>
                  <a:cubicBezTo>
                    <a:pt x="100" y="111"/>
                    <a:pt x="102" y="110"/>
                    <a:pt x="103" y="110"/>
                  </a:cubicBezTo>
                  <a:cubicBezTo>
                    <a:pt x="104" y="110"/>
                    <a:pt x="105" y="109"/>
                    <a:pt x="106" y="109"/>
                  </a:cubicBezTo>
                  <a:cubicBezTo>
                    <a:pt x="106" y="109"/>
                    <a:pt x="107" y="109"/>
                    <a:pt x="108" y="109"/>
                  </a:cubicBezTo>
                  <a:cubicBezTo>
                    <a:pt x="110" y="109"/>
                    <a:pt x="112" y="109"/>
                    <a:pt x="114" y="109"/>
                  </a:cubicBezTo>
                  <a:cubicBezTo>
                    <a:pt x="115" y="109"/>
                    <a:pt x="115" y="109"/>
                    <a:pt x="116" y="109"/>
                  </a:cubicBezTo>
                  <a:cubicBezTo>
                    <a:pt x="117" y="109"/>
                    <a:pt x="117" y="108"/>
                    <a:pt x="118" y="107"/>
                  </a:cubicBezTo>
                  <a:cubicBezTo>
                    <a:pt x="119" y="106"/>
                    <a:pt x="120" y="104"/>
                    <a:pt x="121" y="103"/>
                  </a:cubicBezTo>
                  <a:cubicBezTo>
                    <a:pt x="124" y="100"/>
                    <a:pt x="126" y="97"/>
                    <a:pt x="129" y="93"/>
                  </a:cubicBezTo>
                  <a:cubicBezTo>
                    <a:pt x="134" y="87"/>
                    <a:pt x="140" y="81"/>
                    <a:pt x="145" y="75"/>
                  </a:cubicBezTo>
                  <a:cubicBezTo>
                    <a:pt x="143" y="75"/>
                    <a:pt x="142" y="75"/>
                    <a:pt x="140" y="7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95" name="Eswatini (prev. Swaziland)">
              <a:extLst>
                <a:ext uri="{FF2B5EF4-FFF2-40B4-BE49-F238E27FC236}">
                  <a16:creationId xmlns:a16="http://schemas.microsoft.com/office/drawing/2014/main" id="{48C09755-8EF6-FCBA-AE78-D7C628771085}"/>
                </a:ext>
              </a:extLst>
            </p:cNvPr>
            <p:cNvSpPr>
              <a:spLocks/>
            </p:cNvSpPr>
            <p:nvPr/>
          </p:nvSpPr>
          <p:spPr bwMode="auto">
            <a:xfrm>
              <a:off x="6730757" y="5047057"/>
              <a:ext cx="46068" cy="60771"/>
            </a:xfrm>
            <a:custGeom>
              <a:avLst/>
              <a:gdLst/>
              <a:ahLst/>
              <a:cxnLst>
                <a:cxn ang="0">
                  <a:pos x="12" y="8"/>
                </a:cxn>
                <a:cxn ang="0">
                  <a:pos x="13" y="3"/>
                </a:cxn>
                <a:cxn ang="0">
                  <a:pos x="10" y="3"/>
                </a:cxn>
                <a:cxn ang="0">
                  <a:pos x="6" y="0"/>
                </a:cxn>
                <a:cxn ang="0">
                  <a:pos x="4" y="2"/>
                </a:cxn>
                <a:cxn ang="0">
                  <a:pos x="1" y="7"/>
                </a:cxn>
                <a:cxn ang="0">
                  <a:pos x="0" y="10"/>
                </a:cxn>
                <a:cxn ang="0">
                  <a:pos x="1" y="11"/>
                </a:cxn>
                <a:cxn ang="0">
                  <a:pos x="2" y="13"/>
                </a:cxn>
                <a:cxn ang="0">
                  <a:pos x="2" y="14"/>
                </a:cxn>
                <a:cxn ang="0">
                  <a:pos x="3" y="15"/>
                </a:cxn>
                <a:cxn ang="0">
                  <a:pos x="7" y="17"/>
                </a:cxn>
                <a:cxn ang="0">
                  <a:pos x="11" y="17"/>
                </a:cxn>
                <a:cxn ang="0">
                  <a:pos x="11" y="16"/>
                </a:cxn>
                <a:cxn ang="0">
                  <a:pos x="11" y="13"/>
                </a:cxn>
                <a:cxn ang="0">
                  <a:pos x="13" y="12"/>
                </a:cxn>
                <a:cxn ang="0">
                  <a:pos x="12" y="8"/>
                </a:cxn>
              </a:cxnLst>
              <a:rect l="0" t="0" r="r" b="b"/>
              <a:pathLst>
                <a:path w="13" h="17">
                  <a:moveTo>
                    <a:pt x="12" y="8"/>
                  </a:moveTo>
                  <a:cubicBezTo>
                    <a:pt x="12" y="6"/>
                    <a:pt x="13" y="5"/>
                    <a:pt x="13" y="3"/>
                  </a:cubicBezTo>
                  <a:cubicBezTo>
                    <a:pt x="12" y="2"/>
                    <a:pt x="11" y="3"/>
                    <a:pt x="10" y="3"/>
                  </a:cubicBezTo>
                  <a:cubicBezTo>
                    <a:pt x="9" y="2"/>
                    <a:pt x="8" y="1"/>
                    <a:pt x="6" y="0"/>
                  </a:cubicBezTo>
                  <a:cubicBezTo>
                    <a:pt x="5" y="0"/>
                    <a:pt x="4" y="1"/>
                    <a:pt x="4" y="2"/>
                  </a:cubicBezTo>
                  <a:cubicBezTo>
                    <a:pt x="3" y="4"/>
                    <a:pt x="2" y="5"/>
                    <a:pt x="1" y="7"/>
                  </a:cubicBezTo>
                  <a:cubicBezTo>
                    <a:pt x="0" y="8"/>
                    <a:pt x="0" y="9"/>
                    <a:pt x="0" y="10"/>
                  </a:cubicBezTo>
                  <a:cubicBezTo>
                    <a:pt x="0" y="10"/>
                    <a:pt x="0" y="13"/>
                    <a:pt x="1" y="11"/>
                  </a:cubicBezTo>
                  <a:cubicBezTo>
                    <a:pt x="1" y="12"/>
                    <a:pt x="1" y="12"/>
                    <a:pt x="2" y="13"/>
                  </a:cubicBezTo>
                  <a:cubicBezTo>
                    <a:pt x="2" y="13"/>
                    <a:pt x="2" y="13"/>
                    <a:pt x="2" y="14"/>
                  </a:cubicBezTo>
                  <a:cubicBezTo>
                    <a:pt x="2" y="14"/>
                    <a:pt x="3" y="15"/>
                    <a:pt x="3" y="15"/>
                  </a:cubicBezTo>
                  <a:cubicBezTo>
                    <a:pt x="4" y="17"/>
                    <a:pt x="6" y="17"/>
                    <a:pt x="7" y="17"/>
                  </a:cubicBezTo>
                  <a:cubicBezTo>
                    <a:pt x="8" y="17"/>
                    <a:pt x="9" y="17"/>
                    <a:pt x="11" y="17"/>
                  </a:cubicBezTo>
                  <a:cubicBezTo>
                    <a:pt x="11" y="17"/>
                    <a:pt x="11" y="16"/>
                    <a:pt x="11" y="16"/>
                  </a:cubicBezTo>
                  <a:cubicBezTo>
                    <a:pt x="11" y="15"/>
                    <a:pt x="11" y="14"/>
                    <a:pt x="11" y="13"/>
                  </a:cubicBezTo>
                  <a:cubicBezTo>
                    <a:pt x="12" y="12"/>
                    <a:pt x="12" y="12"/>
                    <a:pt x="13" y="12"/>
                  </a:cubicBezTo>
                  <a:cubicBezTo>
                    <a:pt x="13" y="11"/>
                    <a:pt x="13" y="9"/>
                    <a:pt x="12" y="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96" name="Estonia">
              <a:extLst>
                <a:ext uri="{FF2B5EF4-FFF2-40B4-BE49-F238E27FC236}">
                  <a16:creationId xmlns:a16="http://schemas.microsoft.com/office/drawing/2014/main" id="{F645638E-83A2-8F99-4CBB-DA4B95065015}"/>
                </a:ext>
              </a:extLst>
            </p:cNvPr>
            <p:cNvSpPr>
              <a:spLocks noEditPoints="1"/>
            </p:cNvSpPr>
            <p:nvPr/>
          </p:nvSpPr>
          <p:spPr bwMode="auto">
            <a:xfrm>
              <a:off x="6366136" y="1746844"/>
              <a:ext cx="177409" cy="78414"/>
            </a:xfrm>
            <a:custGeom>
              <a:avLst/>
              <a:gdLst/>
              <a:ahLst/>
              <a:cxnLst>
                <a:cxn ang="0">
                  <a:pos x="5" y="7"/>
                </a:cxn>
                <a:cxn ang="0">
                  <a:pos x="9" y="7"/>
                </a:cxn>
                <a:cxn ang="0">
                  <a:pos x="8" y="9"/>
                </a:cxn>
                <a:cxn ang="0">
                  <a:pos x="5" y="10"/>
                </a:cxn>
                <a:cxn ang="0">
                  <a:pos x="18" y="16"/>
                </a:cxn>
                <a:cxn ang="0">
                  <a:pos x="11" y="8"/>
                </a:cxn>
                <a:cxn ang="0">
                  <a:pos x="11" y="8"/>
                </a:cxn>
                <a:cxn ang="0">
                  <a:pos x="8" y="11"/>
                </a:cxn>
                <a:cxn ang="0">
                  <a:pos x="4" y="12"/>
                </a:cxn>
                <a:cxn ang="0">
                  <a:pos x="2" y="12"/>
                </a:cxn>
                <a:cxn ang="0">
                  <a:pos x="1" y="14"/>
                </a:cxn>
                <a:cxn ang="0">
                  <a:pos x="2" y="15"/>
                </a:cxn>
                <a:cxn ang="0">
                  <a:pos x="2" y="17"/>
                </a:cxn>
                <a:cxn ang="0">
                  <a:pos x="5" y="15"/>
                </a:cxn>
                <a:cxn ang="0">
                  <a:pos x="9" y="14"/>
                </a:cxn>
                <a:cxn ang="0">
                  <a:pos x="12" y="13"/>
                </a:cxn>
                <a:cxn ang="0">
                  <a:pos x="48" y="3"/>
                </a:cxn>
                <a:cxn ang="0">
                  <a:pos x="39" y="3"/>
                </a:cxn>
                <a:cxn ang="0">
                  <a:pos x="33" y="1"/>
                </a:cxn>
                <a:cxn ang="0">
                  <a:pos x="30" y="1"/>
                </a:cxn>
                <a:cxn ang="0">
                  <a:pos x="28" y="1"/>
                </a:cxn>
                <a:cxn ang="0">
                  <a:pos x="27" y="2"/>
                </a:cxn>
                <a:cxn ang="0">
                  <a:pos x="23" y="2"/>
                </a:cxn>
                <a:cxn ang="0">
                  <a:pos x="22" y="3"/>
                </a:cxn>
                <a:cxn ang="0">
                  <a:pos x="18" y="3"/>
                </a:cxn>
                <a:cxn ang="0">
                  <a:pos x="15" y="4"/>
                </a:cxn>
                <a:cxn ang="0">
                  <a:pos x="13" y="5"/>
                </a:cxn>
                <a:cxn ang="0">
                  <a:pos x="14" y="7"/>
                </a:cxn>
                <a:cxn ang="0">
                  <a:pos x="13" y="8"/>
                </a:cxn>
                <a:cxn ang="0">
                  <a:pos x="16" y="10"/>
                </a:cxn>
                <a:cxn ang="0">
                  <a:pos x="14" y="12"/>
                </a:cxn>
                <a:cxn ang="0">
                  <a:pos x="18" y="15"/>
                </a:cxn>
                <a:cxn ang="0">
                  <a:pos x="21" y="15"/>
                </a:cxn>
                <a:cxn ang="0">
                  <a:pos x="23" y="18"/>
                </a:cxn>
                <a:cxn ang="0">
                  <a:pos x="27" y="17"/>
                </a:cxn>
                <a:cxn ang="0">
                  <a:pos x="29" y="17"/>
                </a:cxn>
                <a:cxn ang="0">
                  <a:pos x="33" y="19"/>
                </a:cxn>
                <a:cxn ang="0">
                  <a:pos x="35" y="20"/>
                </a:cxn>
                <a:cxn ang="0">
                  <a:pos x="39" y="22"/>
                </a:cxn>
                <a:cxn ang="0">
                  <a:pos x="42" y="21"/>
                </a:cxn>
                <a:cxn ang="0">
                  <a:pos x="45" y="22"/>
                </a:cxn>
                <a:cxn ang="0">
                  <a:pos x="46" y="20"/>
                </a:cxn>
                <a:cxn ang="0">
                  <a:pos x="47" y="18"/>
                </a:cxn>
                <a:cxn ang="0">
                  <a:pos x="46" y="16"/>
                </a:cxn>
                <a:cxn ang="0">
                  <a:pos x="45" y="11"/>
                </a:cxn>
                <a:cxn ang="0">
                  <a:pos x="49" y="4"/>
                </a:cxn>
                <a:cxn ang="0">
                  <a:pos x="12" y="11"/>
                </a:cxn>
                <a:cxn ang="0">
                  <a:pos x="13" y="12"/>
                </a:cxn>
              </a:cxnLst>
              <a:rect l="0" t="0" r="r" b="b"/>
              <a:pathLst>
                <a:path w="50" h="22">
                  <a:moveTo>
                    <a:pt x="2" y="8"/>
                  </a:moveTo>
                  <a:cubicBezTo>
                    <a:pt x="2" y="8"/>
                    <a:pt x="5" y="8"/>
                    <a:pt x="5" y="8"/>
                  </a:cubicBezTo>
                  <a:cubicBezTo>
                    <a:pt x="5" y="8"/>
                    <a:pt x="5" y="7"/>
                    <a:pt x="5" y="7"/>
                  </a:cubicBezTo>
                  <a:cubicBezTo>
                    <a:pt x="5" y="8"/>
                    <a:pt x="6" y="6"/>
                    <a:pt x="6" y="6"/>
                  </a:cubicBezTo>
                  <a:cubicBezTo>
                    <a:pt x="7" y="7"/>
                    <a:pt x="7" y="7"/>
                    <a:pt x="7" y="7"/>
                  </a:cubicBezTo>
                  <a:cubicBezTo>
                    <a:pt x="7" y="8"/>
                    <a:pt x="8" y="7"/>
                    <a:pt x="9" y="7"/>
                  </a:cubicBezTo>
                  <a:cubicBezTo>
                    <a:pt x="9" y="8"/>
                    <a:pt x="10" y="9"/>
                    <a:pt x="9" y="9"/>
                  </a:cubicBezTo>
                  <a:cubicBezTo>
                    <a:pt x="9" y="9"/>
                    <a:pt x="9" y="9"/>
                    <a:pt x="8" y="9"/>
                  </a:cubicBezTo>
                  <a:cubicBezTo>
                    <a:pt x="8" y="9"/>
                    <a:pt x="8" y="10"/>
                    <a:pt x="8" y="9"/>
                  </a:cubicBezTo>
                  <a:cubicBezTo>
                    <a:pt x="8" y="9"/>
                    <a:pt x="8" y="9"/>
                    <a:pt x="8" y="9"/>
                  </a:cubicBezTo>
                  <a:cubicBezTo>
                    <a:pt x="7" y="9"/>
                    <a:pt x="7" y="10"/>
                    <a:pt x="6" y="10"/>
                  </a:cubicBezTo>
                  <a:cubicBezTo>
                    <a:pt x="6" y="11"/>
                    <a:pt x="5" y="10"/>
                    <a:pt x="5" y="10"/>
                  </a:cubicBezTo>
                  <a:cubicBezTo>
                    <a:pt x="5" y="9"/>
                    <a:pt x="5" y="9"/>
                    <a:pt x="5" y="9"/>
                  </a:cubicBezTo>
                  <a:cubicBezTo>
                    <a:pt x="4" y="8"/>
                    <a:pt x="3" y="9"/>
                    <a:pt x="2" y="8"/>
                  </a:cubicBezTo>
                  <a:close/>
                  <a:moveTo>
                    <a:pt x="18" y="16"/>
                  </a:moveTo>
                  <a:cubicBezTo>
                    <a:pt x="18" y="17"/>
                    <a:pt x="18" y="16"/>
                    <a:pt x="18" y="16"/>
                  </a:cubicBezTo>
                  <a:cubicBezTo>
                    <a:pt x="18" y="16"/>
                    <a:pt x="17" y="16"/>
                    <a:pt x="18" y="16"/>
                  </a:cubicBezTo>
                  <a:close/>
                  <a:moveTo>
                    <a:pt x="11" y="8"/>
                  </a:moveTo>
                  <a:cubicBezTo>
                    <a:pt x="11" y="8"/>
                    <a:pt x="12" y="8"/>
                    <a:pt x="12" y="8"/>
                  </a:cubicBezTo>
                  <a:cubicBezTo>
                    <a:pt x="13" y="7"/>
                    <a:pt x="11" y="7"/>
                    <a:pt x="11" y="7"/>
                  </a:cubicBezTo>
                  <a:cubicBezTo>
                    <a:pt x="10" y="7"/>
                    <a:pt x="10" y="8"/>
                    <a:pt x="11" y="8"/>
                  </a:cubicBezTo>
                  <a:close/>
                  <a:moveTo>
                    <a:pt x="10" y="12"/>
                  </a:moveTo>
                  <a:cubicBezTo>
                    <a:pt x="10" y="12"/>
                    <a:pt x="10" y="11"/>
                    <a:pt x="9" y="11"/>
                  </a:cubicBezTo>
                  <a:cubicBezTo>
                    <a:pt x="9" y="11"/>
                    <a:pt x="8" y="11"/>
                    <a:pt x="8" y="11"/>
                  </a:cubicBezTo>
                  <a:cubicBezTo>
                    <a:pt x="8" y="11"/>
                    <a:pt x="7" y="12"/>
                    <a:pt x="7" y="11"/>
                  </a:cubicBezTo>
                  <a:cubicBezTo>
                    <a:pt x="6" y="11"/>
                    <a:pt x="6" y="11"/>
                    <a:pt x="5" y="12"/>
                  </a:cubicBezTo>
                  <a:cubicBezTo>
                    <a:pt x="5" y="12"/>
                    <a:pt x="4" y="12"/>
                    <a:pt x="4" y="12"/>
                  </a:cubicBezTo>
                  <a:cubicBezTo>
                    <a:pt x="4" y="13"/>
                    <a:pt x="4" y="12"/>
                    <a:pt x="3" y="12"/>
                  </a:cubicBezTo>
                  <a:cubicBezTo>
                    <a:pt x="3" y="11"/>
                    <a:pt x="2" y="13"/>
                    <a:pt x="3" y="13"/>
                  </a:cubicBezTo>
                  <a:cubicBezTo>
                    <a:pt x="2" y="13"/>
                    <a:pt x="2" y="12"/>
                    <a:pt x="2" y="12"/>
                  </a:cubicBezTo>
                  <a:cubicBezTo>
                    <a:pt x="1" y="12"/>
                    <a:pt x="1" y="12"/>
                    <a:pt x="1" y="12"/>
                  </a:cubicBezTo>
                  <a:cubicBezTo>
                    <a:pt x="1" y="13"/>
                    <a:pt x="2" y="13"/>
                    <a:pt x="2" y="14"/>
                  </a:cubicBezTo>
                  <a:cubicBezTo>
                    <a:pt x="2" y="14"/>
                    <a:pt x="2" y="14"/>
                    <a:pt x="1" y="14"/>
                  </a:cubicBezTo>
                  <a:cubicBezTo>
                    <a:pt x="1" y="14"/>
                    <a:pt x="1" y="14"/>
                    <a:pt x="1" y="14"/>
                  </a:cubicBezTo>
                  <a:cubicBezTo>
                    <a:pt x="1" y="14"/>
                    <a:pt x="1" y="14"/>
                    <a:pt x="1" y="14"/>
                  </a:cubicBezTo>
                  <a:cubicBezTo>
                    <a:pt x="0" y="14"/>
                    <a:pt x="2" y="15"/>
                    <a:pt x="2" y="15"/>
                  </a:cubicBezTo>
                  <a:cubicBezTo>
                    <a:pt x="2" y="15"/>
                    <a:pt x="4" y="16"/>
                    <a:pt x="4" y="16"/>
                  </a:cubicBezTo>
                  <a:cubicBezTo>
                    <a:pt x="3" y="16"/>
                    <a:pt x="3" y="17"/>
                    <a:pt x="3" y="17"/>
                  </a:cubicBezTo>
                  <a:cubicBezTo>
                    <a:pt x="3" y="17"/>
                    <a:pt x="3" y="17"/>
                    <a:pt x="2" y="17"/>
                  </a:cubicBezTo>
                  <a:cubicBezTo>
                    <a:pt x="2" y="18"/>
                    <a:pt x="2" y="19"/>
                    <a:pt x="3" y="18"/>
                  </a:cubicBezTo>
                  <a:cubicBezTo>
                    <a:pt x="4" y="18"/>
                    <a:pt x="4" y="17"/>
                    <a:pt x="4" y="16"/>
                  </a:cubicBezTo>
                  <a:cubicBezTo>
                    <a:pt x="4" y="16"/>
                    <a:pt x="4" y="15"/>
                    <a:pt x="5" y="15"/>
                  </a:cubicBezTo>
                  <a:cubicBezTo>
                    <a:pt x="6" y="15"/>
                    <a:pt x="7" y="15"/>
                    <a:pt x="7" y="15"/>
                  </a:cubicBezTo>
                  <a:cubicBezTo>
                    <a:pt x="7" y="15"/>
                    <a:pt x="8" y="15"/>
                    <a:pt x="8" y="15"/>
                  </a:cubicBezTo>
                  <a:cubicBezTo>
                    <a:pt x="8" y="15"/>
                    <a:pt x="10" y="14"/>
                    <a:pt x="9" y="14"/>
                  </a:cubicBezTo>
                  <a:cubicBezTo>
                    <a:pt x="10" y="14"/>
                    <a:pt x="10" y="13"/>
                    <a:pt x="11" y="13"/>
                  </a:cubicBezTo>
                  <a:cubicBezTo>
                    <a:pt x="11" y="12"/>
                    <a:pt x="12" y="13"/>
                    <a:pt x="12" y="13"/>
                  </a:cubicBezTo>
                  <a:cubicBezTo>
                    <a:pt x="12" y="13"/>
                    <a:pt x="12" y="13"/>
                    <a:pt x="12" y="13"/>
                  </a:cubicBezTo>
                  <a:cubicBezTo>
                    <a:pt x="12" y="13"/>
                    <a:pt x="11" y="12"/>
                    <a:pt x="10" y="12"/>
                  </a:cubicBezTo>
                  <a:close/>
                  <a:moveTo>
                    <a:pt x="49" y="3"/>
                  </a:moveTo>
                  <a:cubicBezTo>
                    <a:pt x="49" y="3"/>
                    <a:pt x="48" y="3"/>
                    <a:pt x="48" y="3"/>
                  </a:cubicBezTo>
                  <a:cubicBezTo>
                    <a:pt x="48" y="3"/>
                    <a:pt x="47" y="3"/>
                    <a:pt x="47" y="3"/>
                  </a:cubicBezTo>
                  <a:cubicBezTo>
                    <a:pt x="46" y="3"/>
                    <a:pt x="44" y="3"/>
                    <a:pt x="43" y="3"/>
                  </a:cubicBezTo>
                  <a:cubicBezTo>
                    <a:pt x="42" y="3"/>
                    <a:pt x="40" y="3"/>
                    <a:pt x="39" y="3"/>
                  </a:cubicBezTo>
                  <a:cubicBezTo>
                    <a:pt x="38" y="2"/>
                    <a:pt x="38" y="2"/>
                    <a:pt x="37" y="2"/>
                  </a:cubicBezTo>
                  <a:cubicBezTo>
                    <a:pt x="37" y="2"/>
                    <a:pt x="36" y="2"/>
                    <a:pt x="36" y="2"/>
                  </a:cubicBezTo>
                  <a:cubicBezTo>
                    <a:pt x="35" y="2"/>
                    <a:pt x="34" y="1"/>
                    <a:pt x="33" y="1"/>
                  </a:cubicBezTo>
                  <a:cubicBezTo>
                    <a:pt x="33" y="1"/>
                    <a:pt x="32" y="1"/>
                    <a:pt x="32" y="1"/>
                  </a:cubicBezTo>
                  <a:cubicBezTo>
                    <a:pt x="32" y="1"/>
                    <a:pt x="32" y="1"/>
                    <a:pt x="31" y="1"/>
                  </a:cubicBezTo>
                  <a:cubicBezTo>
                    <a:pt x="31" y="1"/>
                    <a:pt x="31" y="2"/>
                    <a:pt x="30" y="1"/>
                  </a:cubicBezTo>
                  <a:cubicBezTo>
                    <a:pt x="30" y="1"/>
                    <a:pt x="30" y="1"/>
                    <a:pt x="30" y="1"/>
                  </a:cubicBezTo>
                  <a:cubicBezTo>
                    <a:pt x="29" y="1"/>
                    <a:pt x="30" y="1"/>
                    <a:pt x="30" y="1"/>
                  </a:cubicBezTo>
                  <a:cubicBezTo>
                    <a:pt x="29" y="2"/>
                    <a:pt x="29" y="1"/>
                    <a:pt x="28" y="1"/>
                  </a:cubicBezTo>
                  <a:cubicBezTo>
                    <a:pt x="28" y="0"/>
                    <a:pt x="28" y="2"/>
                    <a:pt x="29" y="2"/>
                  </a:cubicBezTo>
                  <a:cubicBezTo>
                    <a:pt x="28" y="2"/>
                    <a:pt x="28" y="2"/>
                    <a:pt x="28" y="2"/>
                  </a:cubicBezTo>
                  <a:cubicBezTo>
                    <a:pt x="28" y="2"/>
                    <a:pt x="27" y="2"/>
                    <a:pt x="27" y="2"/>
                  </a:cubicBezTo>
                  <a:cubicBezTo>
                    <a:pt x="27" y="2"/>
                    <a:pt x="26" y="2"/>
                    <a:pt x="26" y="2"/>
                  </a:cubicBezTo>
                  <a:cubicBezTo>
                    <a:pt x="25" y="2"/>
                    <a:pt x="24" y="2"/>
                    <a:pt x="24" y="2"/>
                  </a:cubicBezTo>
                  <a:cubicBezTo>
                    <a:pt x="23" y="2"/>
                    <a:pt x="23" y="1"/>
                    <a:pt x="23" y="2"/>
                  </a:cubicBezTo>
                  <a:cubicBezTo>
                    <a:pt x="23" y="2"/>
                    <a:pt x="23" y="2"/>
                    <a:pt x="23" y="3"/>
                  </a:cubicBezTo>
                  <a:cubicBezTo>
                    <a:pt x="23" y="3"/>
                    <a:pt x="22" y="3"/>
                    <a:pt x="22" y="3"/>
                  </a:cubicBezTo>
                  <a:cubicBezTo>
                    <a:pt x="22" y="2"/>
                    <a:pt x="21" y="3"/>
                    <a:pt x="22" y="3"/>
                  </a:cubicBezTo>
                  <a:cubicBezTo>
                    <a:pt x="21" y="3"/>
                    <a:pt x="20" y="2"/>
                    <a:pt x="19" y="3"/>
                  </a:cubicBezTo>
                  <a:cubicBezTo>
                    <a:pt x="19" y="3"/>
                    <a:pt x="19" y="3"/>
                    <a:pt x="19" y="3"/>
                  </a:cubicBezTo>
                  <a:cubicBezTo>
                    <a:pt x="19" y="3"/>
                    <a:pt x="18" y="3"/>
                    <a:pt x="18" y="3"/>
                  </a:cubicBezTo>
                  <a:cubicBezTo>
                    <a:pt x="18" y="3"/>
                    <a:pt x="18" y="3"/>
                    <a:pt x="18" y="4"/>
                  </a:cubicBezTo>
                  <a:cubicBezTo>
                    <a:pt x="18" y="4"/>
                    <a:pt x="16" y="3"/>
                    <a:pt x="17" y="4"/>
                  </a:cubicBezTo>
                  <a:cubicBezTo>
                    <a:pt x="18" y="5"/>
                    <a:pt x="15" y="4"/>
                    <a:pt x="15" y="4"/>
                  </a:cubicBezTo>
                  <a:cubicBezTo>
                    <a:pt x="15" y="5"/>
                    <a:pt x="15" y="5"/>
                    <a:pt x="15" y="5"/>
                  </a:cubicBezTo>
                  <a:cubicBezTo>
                    <a:pt x="15" y="5"/>
                    <a:pt x="14" y="5"/>
                    <a:pt x="14" y="5"/>
                  </a:cubicBezTo>
                  <a:cubicBezTo>
                    <a:pt x="13" y="5"/>
                    <a:pt x="12" y="5"/>
                    <a:pt x="13" y="5"/>
                  </a:cubicBezTo>
                  <a:cubicBezTo>
                    <a:pt x="13" y="6"/>
                    <a:pt x="13" y="6"/>
                    <a:pt x="13" y="7"/>
                  </a:cubicBezTo>
                  <a:cubicBezTo>
                    <a:pt x="13" y="6"/>
                    <a:pt x="12" y="7"/>
                    <a:pt x="13" y="7"/>
                  </a:cubicBezTo>
                  <a:cubicBezTo>
                    <a:pt x="13" y="7"/>
                    <a:pt x="13" y="8"/>
                    <a:pt x="14" y="7"/>
                  </a:cubicBezTo>
                  <a:cubicBezTo>
                    <a:pt x="14" y="7"/>
                    <a:pt x="14" y="7"/>
                    <a:pt x="14" y="7"/>
                  </a:cubicBezTo>
                  <a:cubicBezTo>
                    <a:pt x="14" y="7"/>
                    <a:pt x="14" y="7"/>
                    <a:pt x="14" y="8"/>
                  </a:cubicBezTo>
                  <a:cubicBezTo>
                    <a:pt x="14" y="8"/>
                    <a:pt x="13" y="8"/>
                    <a:pt x="13" y="8"/>
                  </a:cubicBezTo>
                  <a:cubicBezTo>
                    <a:pt x="12" y="8"/>
                    <a:pt x="13" y="9"/>
                    <a:pt x="13" y="9"/>
                  </a:cubicBezTo>
                  <a:cubicBezTo>
                    <a:pt x="13" y="9"/>
                    <a:pt x="13" y="9"/>
                    <a:pt x="13" y="10"/>
                  </a:cubicBezTo>
                  <a:cubicBezTo>
                    <a:pt x="14" y="10"/>
                    <a:pt x="15" y="9"/>
                    <a:pt x="16" y="10"/>
                  </a:cubicBezTo>
                  <a:cubicBezTo>
                    <a:pt x="15" y="9"/>
                    <a:pt x="16" y="10"/>
                    <a:pt x="16" y="10"/>
                  </a:cubicBezTo>
                  <a:cubicBezTo>
                    <a:pt x="16" y="10"/>
                    <a:pt x="13" y="10"/>
                    <a:pt x="14" y="10"/>
                  </a:cubicBezTo>
                  <a:cubicBezTo>
                    <a:pt x="13" y="10"/>
                    <a:pt x="14" y="12"/>
                    <a:pt x="14" y="12"/>
                  </a:cubicBezTo>
                  <a:cubicBezTo>
                    <a:pt x="14" y="12"/>
                    <a:pt x="15" y="12"/>
                    <a:pt x="15" y="12"/>
                  </a:cubicBezTo>
                  <a:cubicBezTo>
                    <a:pt x="15" y="13"/>
                    <a:pt x="15" y="14"/>
                    <a:pt x="16" y="14"/>
                  </a:cubicBezTo>
                  <a:cubicBezTo>
                    <a:pt x="17" y="14"/>
                    <a:pt x="18" y="14"/>
                    <a:pt x="18" y="15"/>
                  </a:cubicBezTo>
                  <a:cubicBezTo>
                    <a:pt x="19" y="15"/>
                    <a:pt x="20" y="14"/>
                    <a:pt x="20" y="14"/>
                  </a:cubicBezTo>
                  <a:cubicBezTo>
                    <a:pt x="21" y="13"/>
                    <a:pt x="22" y="14"/>
                    <a:pt x="22" y="14"/>
                  </a:cubicBezTo>
                  <a:cubicBezTo>
                    <a:pt x="22" y="15"/>
                    <a:pt x="22" y="15"/>
                    <a:pt x="21" y="15"/>
                  </a:cubicBezTo>
                  <a:cubicBezTo>
                    <a:pt x="21" y="16"/>
                    <a:pt x="21" y="16"/>
                    <a:pt x="22" y="16"/>
                  </a:cubicBezTo>
                  <a:cubicBezTo>
                    <a:pt x="22" y="17"/>
                    <a:pt x="21" y="18"/>
                    <a:pt x="21" y="19"/>
                  </a:cubicBezTo>
                  <a:cubicBezTo>
                    <a:pt x="22" y="19"/>
                    <a:pt x="22" y="18"/>
                    <a:pt x="23" y="18"/>
                  </a:cubicBezTo>
                  <a:cubicBezTo>
                    <a:pt x="24" y="18"/>
                    <a:pt x="24" y="18"/>
                    <a:pt x="24" y="17"/>
                  </a:cubicBezTo>
                  <a:cubicBezTo>
                    <a:pt x="24" y="17"/>
                    <a:pt x="25" y="18"/>
                    <a:pt x="25" y="17"/>
                  </a:cubicBezTo>
                  <a:cubicBezTo>
                    <a:pt x="25" y="17"/>
                    <a:pt x="27" y="16"/>
                    <a:pt x="27" y="17"/>
                  </a:cubicBezTo>
                  <a:cubicBezTo>
                    <a:pt x="28" y="18"/>
                    <a:pt x="28" y="18"/>
                    <a:pt x="28" y="17"/>
                  </a:cubicBezTo>
                  <a:cubicBezTo>
                    <a:pt x="28" y="16"/>
                    <a:pt x="28" y="17"/>
                    <a:pt x="28" y="17"/>
                  </a:cubicBezTo>
                  <a:cubicBezTo>
                    <a:pt x="29" y="17"/>
                    <a:pt x="29" y="17"/>
                    <a:pt x="29" y="17"/>
                  </a:cubicBezTo>
                  <a:cubicBezTo>
                    <a:pt x="30" y="18"/>
                    <a:pt x="30" y="18"/>
                    <a:pt x="30" y="18"/>
                  </a:cubicBezTo>
                  <a:cubicBezTo>
                    <a:pt x="31" y="18"/>
                    <a:pt x="31" y="18"/>
                    <a:pt x="31" y="18"/>
                  </a:cubicBezTo>
                  <a:cubicBezTo>
                    <a:pt x="32" y="18"/>
                    <a:pt x="32" y="19"/>
                    <a:pt x="33" y="19"/>
                  </a:cubicBezTo>
                  <a:cubicBezTo>
                    <a:pt x="33" y="19"/>
                    <a:pt x="34" y="19"/>
                    <a:pt x="34" y="19"/>
                  </a:cubicBezTo>
                  <a:cubicBezTo>
                    <a:pt x="35" y="19"/>
                    <a:pt x="34" y="19"/>
                    <a:pt x="34" y="20"/>
                  </a:cubicBezTo>
                  <a:cubicBezTo>
                    <a:pt x="35" y="20"/>
                    <a:pt x="35" y="20"/>
                    <a:pt x="35" y="20"/>
                  </a:cubicBezTo>
                  <a:cubicBezTo>
                    <a:pt x="36" y="21"/>
                    <a:pt x="36" y="21"/>
                    <a:pt x="37" y="21"/>
                  </a:cubicBezTo>
                  <a:cubicBezTo>
                    <a:pt x="37" y="22"/>
                    <a:pt x="38" y="22"/>
                    <a:pt x="39" y="22"/>
                  </a:cubicBezTo>
                  <a:cubicBezTo>
                    <a:pt x="39" y="22"/>
                    <a:pt x="39" y="22"/>
                    <a:pt x="39" y="22"/>
                  </a:cubicBezTo>
                  <a:cubicBezTo>
                    <a:pt x="40" y="22"/>
                    <a:pt x="40" y="22"/>
                    <a:pt x="41" y="22"/>
                  </a:cubicBezTo>
                  <a:cubicBezTo>
                    <a:pt x="41" y="22"/>
                    <a:pt x="41" y="21"/>
                    <a:pt x="41" y="21"/>
                  </a:cubicBezTo>
                  <a:cubicBezTo>
                    <a:pt x="41" y="21"/>
                    <a:pt x="42" y="21"/>
                    <a:pt x="42" y="21"/>
                  </a:cubicBezTo>
                  <a:cubicBezTo>
                    <a:pt x="42" y="21"/>
                    <a:pt x="43" y="22"/>
                    <a:pt x="43" y="22"/>
                  </a:cubicBezTo>
                  <a:cubicBezTo>
                    <a:pt x="43" y="22"/>
                    <a:pt x="44" y="22"/>
                    <a:pt x="44" y="22"/>
                  </a:cubicBezTo>
                  <a:cubicBezTo>
                    <a:pt x="45" y="22"/>
                    <a:pt x="45" y="22"/>
                    <a:pt x="45" y="22"/>
                  </a:cubicBezTo>
                  <a:cubicBezTo>
                    <a:pt x="45" y="21"/>
                    <a:pt x="45" y="21"/>
                    <a:pt x="45" y="21"/>
                  </a:cubicBezTo>
                  <a:cubicBezTo>
                    <a:pt x="46" y="21"/>
                    <a:pt x="45" y="21"/>
                    <a:pt x="46" y="20"/>
                  </a:cubicBezTo>
                  <a:cubicBezTo>
                    <a:pt x="46" y="20"/>
                    <a:pt x="46" y="20"/>
                    <a:pt x="46" y="20"/>
                  </a:cubicBezTo>
                  <a:cubicBezTo>
                    <a:pt x="46" y="20"/>
                    <a:pt x="46" y="19"/>
                    <a:pt x="46" y="19"/>
                  </a:cubicBezTo>
                  <a:cubicBezTo>
                    <a:pt x="46" y="19"/>
                    <a:pt x="49" y="19"/>
                    <a:pt x="48" y="19"/>
                  </a:cubicBezTo>
                  <a:cubicBezTo>
                    <a:pt x="48" y="18"/>
                    <a:pt x="48" y="18"/>
                    <a:pt x="47" y="18"/>
                  </a:cubicBezTo>
                  <a:cubicBezTo>
                    <a:pt x="47" y="18"/>
                    <a:pt x="47" y="18"/>
                    <a:pt x="47" y="18"/>
                  </a:cubicBezTo>
                  <a:cubicBezTo>
                    <a:pt x="47" y="17"/>
                    <a:pt x="47" y="17"/>
                    <a:pt x="47" y="17"/>
                  </a:cubicBezTo>
                  <a:cubicBezTo>
                    <a:pt x="47" y="17"/>
                    <a:pt x="46" y="16"/>
                    <a:pt x="46" y="16"/>
                  </a:cubicBezTo>
                  <a:cubicBezTo>
                    <a:pt x="45" y="16"/>
                    <a:pt x="45" y="15"/>
                    <a:pt x="45" y="14"/>
                  </a:cubicBezTo>
                  <a:cubicBezTo>
                    <a:pt x="46" y="13"/>
                    <a:pt x="45" y="13"/>
                    <a:pt x="45" y="12"/>
                  </a:cubicBezTo>
                  <a:cubicBezTo>
                    <a:pt x="45" y="12"/>
                    <a:pt x="45" y="11"/>
                    <a:pt x="45" y="11"/>
                  </a:cubicBezTo>
                  <a:cubicBezTo>
                    <a:pt x="44" y="10"/>
                    <a:pt x="44" y="9"/>
                    <a:pt x="45" y="8"/>
                  </a:cubicBezTo>
                  <a:cubicBezTo>
                    <a:pt x="46" y="7"/>
                    <a:pt x="47" y="7"/>
                    <a:pt x="47" y="5"/>
                  </a:cubicBezTo>
                  <a:cubicBezTo>
                    <a:pt x="47" y="4"/>
                    <a:pt x="48" y="4"/>
                    <a:pt x="49" y="4"/>
                  </a:cubicBezTo>
                  <a:cubicBezTo>
                    <a:pt x="48" y="4"/>
                    <a:pt x="48" y="4"/>
                    <a:pt x="48" y="4"/>
                  </a:cubicBezTo>
                  <a:cubicBezTo>
                    <a:pt x="48" y="4"/>
                    <a:pt x="50" y="4"/>
                    <a:pt x="49" y="3"/>
                  </a:cubicBezTo>
                  <a:close/>
                  <a:moveTo>
                    <a:pt x="12" y="11"/>
                  </a:moveTo>
                  <a:cubicBezTo>
                    <a:pt x="11" y="10"/>
                    <a:pt x="11" y="11"/>
                    <a:pt x="10" y="11"/>
                  </a:cubicBezTo>
                  <a:cubicBezTo>
                    <a:pt x="10" y="11"/>
                    <a:pt x="11" y="12"/>
                    <a:pt x="11" y="12"/>
                  </a:cubicBezTo>
                  <a:cubicBezTo>
                    <a:pt x="11" y="12"/>
                    <a:pt x="13" y="12"/>
                    <a:pt x="13" y="12"/>
                  </a:cubicBezTo>
                  <a:cubicBezTo>
                    <a:pt x="13" y="11"/>
                    <a:pt x="12" y="11"/>
                    <a:pt x="12" y="1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97" name="Eritrea">
              <a:extLst>
                <a:ext uri="{FF2B5EF4-FFF2-40B4-BE49-F238E27FC236}">
                  <a16:creationId xmlns:a16="http://schemas.microsoft.com/office/drawing/2014/main" id="{703884EE-4934-2C1F-4BAA-B69D8BF3DE7E}"/>
                </a:ext>
              </a:extLst>
            </p:cNvPr>
            <p:cNvSpPr>
              <a:spLocks noEditPoints="1"/>
            </p:cNvSpPr>
            <p:nvPr/>
          </p:nvSpPr>
          <p:spPr bwMode="auto">
            <a:xfrm>
              <a:off x="6936591" y="3342551"/>
              <a:ext cx="233279" cy="219557"/>
            </a:xfrm>
            <a:custGeom>
              <a:avLst/>
              <a:gdLst/>
              <a:ahLst/>
              <a:cxnLst>
                <a:cxn ang="0">
                  <a:pos x="35" y="24"/>
                </a:cxn>
                <a:cxn ang="0">
                  <a:pos x="36" y="25"/>
                </a:cxn>
                <a:cxn ang="0">
                  <a:pos x="37" y="26"/>
                </a:cxn>
                <a:cxn ang="0">
                  <a:pos x="37" y="27"/>
                </a:cxn>
                <a:cxn ang="0">
                  <a:pos x="34" y="26"/>
                </a:cxn>
                <a:cxn ang="0">
                  <a:pos x="34" y="25"/>
                </a:cxn>
                <a:cxn ang="0">
                  <a:pos x="64" y="57"/>
                </a:cxn>
                <a:cxn ang="0">
                  <a:pos x="60" y="53"/>
                </a:cxn>
                <a:cxn ang="0">
                  <a:pos x="58" y="51"/>
                </a:cxn>
                <a:cxn ang="0">
                  <a:pos x="56" y="48"/>
                </a:cxn>
                <a:cxn ang="0">
                  <a:pos x="54" y="47"/>
                </a:cxn>
                <a:cxn ang="0">
                  <a:pos x="51" y="44"/>
                </a:cxn>
                <a:cxn ang="0">
                  <a:pos x="45" y="37"/>
                </a:cxn>
                <a:cxn ang="0">
                  <a:pos x="42" y="35"/>
                </a:cxn>
                <a:cxn ang="0">
                  <a:pos x="41" y="35"/>
                </a:cxn>
                <a:cxn ang="0">
                  <a:pos x="40" y="33"/>
                </a:cxn>
                <a:cxn ang="0">
                  <a:pos x="39" y="33"/>
                </a:cxn>
                <a:cxn ang="0">
                  <a:pos x="35" y="30"/>
                </a:cxn>
                <a:cxn ang="0">
                  <a:pos x="33" y="30"/>
                </a:cxn>
                <a:cxn ang="0">
                  <a:pos x="32" y="32"/>
                </a:cxn>
                <a:cxn ang="0">
                  <a:pos x="31" y="28"/>
                </a:cxn>
                <a:cxn ang="0">
                  <a:pos x="29" y="27"/>
                </a:cxn>
                <a:cxn ang="0">
                  <a:pos x="27" y="21"/>
                </a:cxn>
                <a:cxn ang="0">
                  <a:pos x="24" y="10"/>
                </a:cxn>
                <a:cxn ang="0">
                  <a:pos x="22" y="4"/>
                </a:cxn>
                <a:cxn ang="0">
                  <a:pos x="18" y="4"/>
                </a:cxn>
                <a:cxn ang="0">
                  <a:pos x="16" y="5"/>
                </a:cxn>
                <a:cxn ang="0">
                  <a:pos x="13" y="6"/>
                </a:cxn>
                <a:cxn ang="0">
                  <a:pos x="10" y="9"/>
                </a:cxn>
                <a:cxn ang="0">
                  <a:pos x="8" y="11"/>
                </a:cxn>
                <a:cxn ang="0">
                  <a:pos x="5" y="12"/>
                </a:cxn>
                <a:cxn ang="0">
                  <a:pos x="5" y="20"/>
                </a:cxn>
                <a:cxn ang="0">
                  <a:pos x="2" y="27"/>
                </a:cxn>
                <a:cxn ang="0">
                  <a:pos x="1" y="32"/>
                </a:cxn>
                <a:cxn ang="0">
                  <a:pos x="2" y="42"/>
                </a:cxn>
                <a:cxn ang="0">
                  <a:pos x="8" y="40"/>
                </a:cxn>
                <a:cxn ang="0">
                  <a:pos x="11" y="42"/>
                </a:cxn>
                <a:cxn ang="0">
                  <a:pos x="14" y="36"/>
                </a:cxn>
                <a:cxn ang="0">
                  <a:pos x="18" y="37"/>
                </a:cxn>
                <a:cxn ang="0">
                  <a:pos x="22" y="39"/>
                </a:cxn>
                <a:cxn ang="0">
                  <a:pos x="26" y="37"/>
                </a:cxn>
                <a:cxn ang="0">
                  <a:pos x="30" y="39"/>
                </a:cxn>
                <a:cxn ang="0">
                  <a:pos x="34" y="40"/>
                </a:cxn>
                <a:cxn ang="0">
                  <a:pos x="42" y="43"/>
                </a:cxn>
                <a:cxn ang="0">
                  <a:pos x="51" y="51"/>
                </a:cxn>
                <a:cxn ang="0">
                  <a:pos x="56" y="58"/>
                </a:cxn>
                <a:cxn ang="0">
                  <a:pos x="63" y="62"/>
                </a:cxn>
                <a:cxn ang="0">
                  <a:pos x="64" y="59"/>
                </a:cxn>
              </a:cxnLst>
              <a:rect l="0" t="0" r="r" b="b"/>
              <a:pathLst>
                <a:path w="66" h="62">
                  <a:moveTo>
                    <a:pt x="34" y="25"/>
                  </a:moveTo>
                  <a:cubicBezTo>
                    <a:pt x="33" y="25"/>
                    <a:pt x="34" y="25"/>
                    <a:pt x="34" y="25"/>
                  </a:cubicBezTo>
                  <a:cubicBezTo>
                    <a:pt x="34" y="25"/>
                    <a:pt x="34" y="25"/>
                    <a:pt x="35" y="24"/>
                  </a:cubicBezTo>
                  <a:cubicBezTo>
                    <a:pt x="35" y="24"/>
                    <a:pt x="34" y="24"/>
                    <a:pt x="34" y="24"/>
                  </a:cubicBezTo>
                  <a:cubicBezTo>
                    <a:pt x="34" y="24"/>
                    <a:pt x="35" y="24"/>
                    <a:pt x="35" y="24"/>
                  </a:cubicBezTo>
                  <a:cubicBezTo>
                    <a:pt x="35" y="25"/>
                    <a:pt x="36" y="24"/>
                    <a:pt x="36" y="25"/>
                  </a:cubicBezTo>
                  <a:cubicBezTo>
                    <a:pt x="36" y="25"/>
                    <a:pt x="36" y="26"/>
                    <a:pt x="36" y="26"/>
                  </a:cubicBezTo>
                  <a:cubicBezTo>
                    <a:pt x="36" y="27"/>
                    <a:pt x="37" y="26"/>
                    <a:pt x="37" y="26"/>
                  </a:cubicBezTo>
                  <a:cubicBezTo>
                    <a:pt x="37" y="26"/>
                    <a:pt x="36" y="26"/>
                    <a:pt x="37" y="26"/>
                  </a:cubicBezTo>
                  <a:cubicBezTo>
                    <a:pt x="37" y="26"/>
                    <a:pt x="38" y="26"/>
                    <a:pt x="38" y="26"/>
                  </a:cubicBezTo>
                  <a:cubicBezTo>
                    <a:pt x="38" y="26"/>
                    <a:pt x="39" y="26"/>
                    <a:pt x="39" y="27"/>
                  </a:cubicBezTo>
                  <a:cubicBezTo>
                    <a:pt x="39" y="27"/>
                    <a:pt x="38" y="27"/>
                    <a:pt x="37" y="27"/>
                  </a:cubicBezTo>
                  <a:cubicBezTo>
                    <a:pt x="37" y="27"/>
                    <a:pt x="36" y="27"/>
                    <a:pt x="35" y="27"/>
                  </a:cubicBezTo>
                  <a:cubicBezTo>
                    <a:pt x="35" y="27"/>
                    <a:pt x="34" y="27"/>
                    <a:pt x="34" y="26"/>
                  </a:cubicBezTo>
                  <a:cubicBezTo>
                    <a:pt x="34" y="26"/>
                    <a:pt x="34" y="26"/>
                    <a:pt x="34" y="26"/>
                  </a:cubicBezTo>
                  <a:cubicBezTo>
                    <a:pt x="34" y="26"/>
                    <a:pt x="34" y="26"/>
                    <a:pt x="35" y="26"/>
                  </a:cubicBezTo>
                  <a:cubicBezTo>
                    <a:pt x="35" y="26"/>
                    <a:pt x="35" y="26"/>
                    <a:pt x="35" y="26"/>
                  </a:cubicBezTo>
                  <a:cubicBezTo>
                    <a:pt x="35" y="25"/>
                    <a:pt x="34" y="25"/>
                    <a:pt x="34" y="25"/>
                  </a:cubicBezTo>
                  <a:close/>
                  <a:moveTo>
                    <a:pt x="65" y="58"/>
                  </a:moveTo>
                  <a:cubicBezTo>
                    <a:pt x="65" y="57"/>
                    <a:pt x="65" y="57"/>
                    <a:pt x="65" y="57"/>
                  </a:cubicBezTo>
                  <a:cubicBezTo>
                    <a:pt x="64" y="56"/>
                    <a:pt x="64" y="57"/>
                    <a:pt x="64" y="57"/>
                  </a:cubicBezTo>
                  <a:cubicBezTo>
                    <a:pt x="64" y="58"/>
                    <a:pt x="63" y="57"/>
                    <a:pt x="63" y="57"/>
                  </a:cubicBezTo>
                  <a:cubicBezTo>
                    <a:pt x="62" y="57"/>
                    <a:pt x="62" y="56"/>
                    <a:pt x="62" y="55"/>
                  </a:cubicBezTo>
                  <a:cubicBezTo>
                    <a:pt x="62" y="55"/>
                    <a:pt x="60" y="53"/>
                    <a:pt x="60" y="53"/>
                  </a:cubicBezTo>
                  <a:cubicBezTo>
                    <a:pt x="60" y="53"/>
                    <a:pt x="60" y="53"/>
                    <a:pt x="59" y="53"/>
                  </a:cubicBezTo>
                  <a:cubicBezTo>
                    <a:pt x="59" y="53"/>
                    <a:pt x="59" y="53"/>
                    <a:pt x="58" y="53"/>
                  </a:cubicBezTo>
                  <a:cubicBezTo>
                    <a:pt x="58" y="53"/>
                    <a:pt x="58" y="52"/>
                    <a:pt x="58" y="51"/>
                  </a:cubicBezTo>
                  <a:cubicBezTo>
                    <a:pt x="58" y="51"/>
                    <a:pt x="57" y="47"/>
                    <a:pt x="56" y="48"/>
                  </a:cubicBezTo>
                  <a:cubicBezTo>
                    <a:pt x="57" y="48"/>
                    <a:pt x="57" y="49"/>
                    <a:pt x="57" y="49"/>
                  </a:cubicBezTo>
                  <a:cubicBezTo>
                    <a:pt x="56" y="49"/>
                    <a:pt x="56" y="49"/>
                    <a:pt x="56" y="48"/>
                  </a:cubicBezTo>
                  <a:cubicBezTo>
                    <a:pt x="56" y="48"/>
                    <a:pt x="56" y="49"/>
                    <a:pt x="56" y="48"/>
                  </a:cubicBezTo>
                  <a:cubicBezTo>
                    <a:pt x="55" y="48"/>
                    <a:pt x="55" y="48"/>
                    <a:pt x="55" y="48"/>
                  </a:cubicBezTo>
                  <a:cubicBezTo>
                    <a:pt x="55" y="47"/>
                    <a:pt x="55" y="47"/>
                    <a:pt x="54" y="47"/>
                  </a:cubicBezTo>
                  <a:cubicBezTo>
                    <a:pt x="54" y="46"/>
                    <a:pt x="54" y="46"/>
                    <a:pt x="53" y="46"/>
                  </a:cubicBezTo>
                  <a:cubicBezTo>
                    <a:pt x="53" y="46"/>
                    <a:pt x="53" y="45"/>
                    <a:pt x="52" y="45"/>
                  </a:cubicBezTo>
                  <a:cubicBezTo>
                    <a:pt x="51" y="45"/>
                    <a:pt x="51" y="45"/>
                    <a:pt x="51" y="44"/>
                  </a:cubicBezTo>
                  <a:cubicBezTo>
                    <a:pt x="51" y="44"/>
                    <a:pt x="50" y="43"/>
                    <a:pt x="50" y="43"/>
                  </a:cubicBezTo>
                  <a:cubicBezTo>
                    <a:pt x="50" y="42"/>
                    <a:pt x="50" y="42"/>
                    <a:pt x="49" y="42"/>
                  </a:cubicBezTo>
                  <a:cubicBezTo>
                    <a:pt x="48" y="40"/>
                    <a:pt x="47" y="37"/>
                    <a:pt x="45" y="37"/>
                  </a:cubicBezTo>
                  <a:cubicBezTo>
                    <a:pt x="44" y="37"/>
                    <a:pt x="44" y="37"/>
                    <a:pt x="43" y="37"/>
                  </a:cubicBezTo>
                  <a:cubicBezTo>
                    <a:pt x="43" y="37"/>
                    <a:pt x="43" y="37"/>
                    <a:pt x="42" y="37"/>
                  </a:cubicBezTo>
                  <a:cubicBezTo>
                    <a:pt x="42" y="36"/>
                    <a:pt x="42" y="36"/>
                    <a:pt x="42" y="35"/>
                  </a:cubicBezTo>
                  <a:cubicBezTo>
                    <a:pt x="42" y="35"/>
                    <a:pt x="41" y="35"/>
                    <a:pt x="41" y="35"/>
                  </a:cubicBezTo>
                  <a:cubicBezTo>
                    <a:pt x="41" y="35"/>
                    <a:pt x="42" y="35"/>
                    <a:pt x="41" y="35"/>
                  </a:cubicBezTo>
                  <a:cubicBezTo>
                    <a:pt x="41" y="35"/>
                    <a:pt x="41" y="35"/>
                    <a:pt x="41" y="35"/>
                  </a:cubicBezTo>
                  <a:cubicBezTo>
                    <a:pt x="41" y="35"/>
                    <a:pt x="41" y="34"/>
                    <a:pt x="41" y="34"/>
                  </a:cubicBezTo>
                  <a:cubicBezTo>
                    <a:pt x="41" y="34"/>
                    <a:pt x="41" y="34"/>
                    <a:pt x="40" y="34"/>
                  </a:cubicBezTo>
                  <a:cubicBezTo>
                    <a:pt x="40" y="34"/>
                    <a:pt x="40" y="33"/>
                    <a:pt x="40" y="33"/>
                  </a:cubicBezTo>
                  <a:cubicBezTo>
                    <a:pt x="40" y="34"/>
                    <a:pt x="40" y="34"/>
                    <a:pt x="39" y="34"/>
                  </a:cubicBezTo>
                  <a:cubicBezTo>
                    <a:pt x="39" y="34"/>
                    <a:pt x="39" y="33"/>
                    <a:pt x="39" y="33"/>
                  </a:cubicBezTo>
                  <a:cubicBezTo>
                    <a:pt x="39" y="33"/>
                    <a:pt x="39" y="34"/>
                    <a:pt x="39" y="33"/>
                  </a:cubicBezTo>
                  <a:cubicBezTo>
                    <a:pt x="38" y="34"/>
                    <a:pt x="38" y="34"/>
                    <a:pt x="37" y="34"/>
                  </a:cubicBezTo>
                  <a:cubicBezTo>
                    <a:pt x="37" y="34"/>
                    <a:pt x="37" y="34"/>
                    <a:pt x="36" y="33"/>
                  </a:cubicBezTo>
                  <a:cubicBezTo>
                    <a:pt x="36" y="32"/>
                    <a:pt x="35" y="31"/>
                    <a:pt x="35" y="30"/>
                  </a:cubicBezTo>
                  <a:cubicBezTo>
                    <a:pt x="36" y="30"/>
                    <a:pt x="34" y="28"/>
                    <a:pt x="33" y="28"/>
                  </a:cubicBezTo>
                  <a:cubicBezTo>
                    <a:pt x="32" y="28"/>
                    <a:pt x="32" y="31"/>
                    <a:pt x="33" y="31"/>
                  </a:cubicBezTo>
                  <a:cubicBezTo>
                    <a:pt x="33" y="31"/>
                    <a:pt x="33" y="30"/>
                    <a:pt x="33" y="30"/>
                  </a:cubicBezTo>
                  <a:cubicBezTo>
                    <a:pt x="33" y="30"/>
                    <a:pt x="33" y="31"/>
                    <a:pt x="33" y="31"/>
                  </a:cubicBezTo>
                  <a:cubicBezTo>
                    <a:pt x="33" y="31"/>
                    <a:pt x="33" y="32"/>
                    <a:pt x="33" y="32"/>
                  </a:cubicBezTo>
                  <a:cubicBezTo>
                    <a:pt x="33" y="33"/>
                    <a:pt x="32" y="33"/>
                    <a:pt x="32" y="32"/>
                  </a:cubicBezTo>
                  <a:cubicBezTo>
                    <a:pt x="32" y="32"/>
                    <a:pt x="32" y="31"/>
                    <a:pt x="32" y="31"/>
                  </a:cubicBezTo>
                  <a:cubicBezTo>
                    <a:pt x="32" y="30"/>
                    <a:pt x="32" y="30"/>
                    <a:pt x="31" y="30"/>
                  </a:cubicBezTo>
                  <a:cubicBezTo>
                    <a:pt x="31" y="29"/>
                    <a:pt x="31" y="28"/>
                    <a:pt x="31" y="28"/>
                  </a:cubicBezTo>
                  <a:cubicBezTo>
                    <a:pt x="31" y="27"/>
                    <a:pt x="30" y="28"/>
                    <a:pt x="30" y="28"/>
                  </a:cubicBezTo>
                  <a:cubicBezTo>
                    <a:pt x="29" y="28"/>
                    <a:pt x="29" y="27"/>
                    <a:pt x="29" y="27"/>
                  </a:cubicBezTo>
                  <a:cubicBezTo>
                    <a:pt x="29" y="27"/>
                    <a:pt x="29" y="27"/>
                    <a:pt x="29" y="27"/>
                  </a:cubicBezTo>
                  <a:cubicBezTo>
                    <a:pt x="30" y="26"/>
                    <a:pt x="29" y="26"/>
                    <a:pt x="29" y="27"/>
                  </a:cubicBezTo>
                  <a:cubicBezTo>
                    <a:pt x="30" y="26"/>
                    <a:pt x="29" y="24"/>
                    <a:pt x="28" y="24"/>
                  </a:cubicBezTo>
                  <a:cubicBezTo>
                    <a:pt x="27" y="23"/>
                    <a:pt x="27" y="22"/>
                    <a:pt x="27" y="21"/>
                  </a:cubicBezTo>
                  <a:cubicBezTo>
                    <a:pt x="27" y="19"/>
                    <a:pt x="27" y="18"/>
                    <a:pt x="26" y="17"/>
                  </a:cubicBezTo>
                  <a:cubicBezTo>
                    <a:pt x="26" y="16"/>
                    <a:pt x="26" y="15"/>
                    <a:pt x="26" y="14"/>
                  </a:cubicBezTo>
                  <a:cubicBezTo>
                    <a:pt x="25" y="13"/>
                    <a:pt x="25" y="11"/>
                    <a:pt x="24" y="10"/>
                  </a:cubicBezTo>
                  <a:cubicBezTo>
                    <a:pt x="24" y="9"/>
                    <a:pt x="24" y="9"/>
                    <a:pt x="24" y="8"/>
                  </a:cubicBezTo>
                  <a:cubicBezTo>
                    <a:pt x="24" y="8"/>
                    <a:pt x="24" y="7"/>
                    <a:pt x="23" y="7"/>
                  </a:cubicBezTo>
                  <a:cubicBezTo>
                    <a:pt x="23" y="6"/>
                    <a:pt x="22" y="5"/>
                    <a:pt x="22" y="4"/>
                  </a:cubicBezTo>
                  <a:cubicBezTo>
                    <a:pt x="21" y="3"/>
                    <a:pt x="20" y="2"/>
                    <a:pt x="20" y="0"/>
                  </a:cubicBezTo>
                  <a:cubicBezTo>
                    <a:pt x="20" y="1"/>
                    <a:pt x="19" y="2"/>
                    <a:pt x="19" y="2"/>
                  </a:cubicBezTo>
                  <a:cubicBezTo>
                    <a:pt x="18" y="3"/>
                    <a:pt x="18" y="4"/>
                    <a:pt x="18" y="4"/>
                  </a:cubicBezTo>
                  <a:cubicBezTo>
                    <a:pt x="18" y="4"/>
                    <a:pt x="17" y="5"/>
                    <a:pt x="17" y="5"/>
                  </a:cubicBezTo>
                  <a:cubicBezTo>
                    <a:pt x="17" y="5"/>
                    <a:pt x="17" y="5"/>
                    <a:pt x="17" y="6"/>
                  </a:cubicBezTo>
                  <a:cubicBezTo>
                    <a:pt x="17" y="6"/>
                    <a:pt x="16" y="5"/>
                    <a:pt x="16" y="5"/>
                  </a:cubicBezTo>
                  <a:cubicBezTo>
                    <a:pt x="15" y="7"/>
                    <a:pt x="16" y="5"/>
                    <a:pt x="15" y="5"/>
                  </a:cubicBezTo>
                  <a:cubicBezTo>
                    <a:pt x="14" y="6"/>
                    <a:pt x="14" y="6"/>
                    <a:pt x="14" y="7"/>
                  </a:cubicBezTo>
                  <a:cubicBezTo>
                    <a:pt x="13" y="7"/>
                    <a:pt x="13" y="6"/>
                    <a:pt x="13" y="6"/>
                  </a:cubicBezTo>
                  <a:cubicBezTo>
                    <a:pt x="12" y="7"/>
                    <a:pt x="12" y="7"/>
                    <a:pt x="12" y="7"/>
                  </a:cubicBezTo>
                  <a:cubicBezTo>
                    <a:pt x="11" y="7"/>
                    <a:pt x="11" y="7"/>
                    <a:pt x="11" y="8"/>
                  </a:cubicBezTo>
                  <a:cubicBezTo>
                    <a:pt x="10" y="8"/>
                    <a:pt x="10" y="8"/>
                    <a:pt x="10" y="9"/>
                  </a:cubicBezTo>
                  <a:cubicBezTo>
                    <a:pt x="10" y="9"/>
                    <a:pt x="10" y="10"/>
                    <a:pt x="10" y="11"/>
                  </a:cubicBezTo>
                  <a:cubicBezTo>
                    <a:pt x="9" y="11"/>
                    <a:pt x="9" y="11"/>
                    <a:pt x="8" y="11"/>
                  </a:cubicBezTo>
                  <a:cubicBezTo>
                    <a:pt x="8" y="11"/>
                    <a:pt x="8" y="11"/>
                    <a:pt x="8" y="11"/>
                  </a:cubicBezTo>
                  <a:cubicBezTo>
                    <a:pt x="7" y="11"/>
                    <a:pt x="7" y="11"/>
                    <a:pt x="7" y="11"/>
                  </a:cubicBezTo>
                  <a:cubicBezTo>
                    <a:pt x="6" y="11"/>
                    <a:pt x="6" y="10"/>
                    <a:pt x="5" y="11"/>
                  </a:cubicBezTo>
                  <a:cubicBezTo>
                    <a:pt x="5" y="11"/>
                    <a:pt x="5" y="11"/>
                    <a:pt x="5" y="12"/>
                  </a:cubicBezTo>
                  <a:cubicBezTo>
                    <a:pt x="5" y="13"/>
                    <a:pt x="6" y="14"/>
                    <a:pt x="5" y="15"/>
                  </a:cubicBezTo>
                  <a:cubicBezTo>
                    <a:pt x="4" y="16"/>
                    <a:pt x="5" y="17"/>
                    <a:pt x="5" y="18"/>
                  </a:cubicBezTo>
                  <a:cubicBezTo>
                    <a:pt x="5" y="18"/>
                    <a:pt x="5" y="19"/>
                    <a:pt x="5" y="20"/>
                  </a:cubicBezTo>
                  <a:cubicBezTo>
                    <a:pt x="5" y="20"/>
                    <a:pt x="4" y="21"/>
                    <a:pt x="4" y="21"/>
                  </a:cubicBezTo>
                  <a:cubicBezTo>
                    <a:pt x="4" y="22"/>
                    <a:pt x="4" y="24"/>
                    <a:pt x="3" y="25"/>
                  </a:cubicBezTo>
                  <a:cubicBezTo>
                    <a:pt x="3" y="26"/>
                    <a:pt x="3" y="26"/>
                    <a:pt x="2" y="27"/>
                  </a:cubicBezTo>
                  <a:cubicBezTo>
                    <a:pt x="2" y="27"/>
                    <a:pt x="2" y="28"/>
                    <a:pt x="2" y="29"/>
                  </a:cubicBezTo>
                  <a:cubicBezTo>
                    <a:pt x="2" y="29"/>
                    <a:pt x="2" y="30"/>
                    <a:pt x="2" y="30"/>
                  </a:cubicBezTo>
                  <a:cubicBezTo>
                    <a:pt x="1" y="31"/>
                    <a:pt x="1" y="31"/>
                    <a:pt x="1" y="32"/>
                  </a:cubicBezTo>
                  <a:cubicBezTo>
                    <a:pt x="0" y="32"/>
                    <a:pt x="1" y="33"/>
                    <a:pt x="1" y="34"/>
                  </a:cubicBezTo>
                  <a:cubicBezTo>
                    <a:pt x="1" y="35"/>
                    <a:pt x="1" y="36"/>
                    <a:pt x="1" y="36"/>
                  </a:cubicBezTo>
                  <a:cubicBezTo>
                    <a:pt x="1" y="38"/>
                    <a:pt x="2" y="40"/>
                    <a:pt x="2" y="42"/>
                  </a:cubicBezTo>
                  <a:cubicBezTo>
                    <a:pt x="2" y="41"/>
                    <a:pt x="4" y="41"/>
                    <a:pt x="5" y="41"/>
                  </a:cubicBezTo>
                  <a:cubicBezTo>
                    <a:pt x="6" y="41"/>
                    <a:pt x="7" y="42"/>
                    <a:pt x="7" y="41"/>
                  </a:cubicBezTo>
                  <a:cubicBezTo>
                    <a:pt x="7" y="41"/>
                    <a:pt x="7" y="40"/>
                    <a:pt x="8" y="40"/>
                  </a:cubicBezTo>
                  <a:cubicBezTo>
                    <a:pt x="8" y="39"/>
                    <a:pt x="9" y="39"/>
                    <a:pt x="9" y="40"/>
                  </a:cubicBezTo>
                  <a:cubicBezTo>
                    <a:pt x="10" y="40"/>
                    <a:pt x="10" y="41"/>
                    <a:pt x="10" y="41"/>
                  </a:cubicBezTo>
                  <a:cubicBezTo>
                    <a:pt x="10" y="41"/>
                    <a:pt x="11" y="41"/>
                    <a:pt x="11" y="42"/>
                  </a:cubicBezTo>
                  <a:cubicBezTo>
                    <a:pt x="11" y="42"/>
                    <a:pt x="11" y="43"/>
                    <a:pt x="12" y="43"/>
                  </a:cubicBezTo>
                  <a:cubicBezTo>
                    <a:pt x="12" y="43"/>
                    <a:pt x="12" y="42"/>
                    <a:pt x="12" y="41"/>
                  </a:cubicBezTo>
                  <a:cubicBezTo>
                    <a:pt x="13" y="40"/>
                    <a:pt x="14" y="38"/>
                    <a:pt x="14" y="36"/>
                  </a:cubicBezTo>
                  <a:cubicBezTo>
                    <a:pt x="14" y="36"/>
                    <a:pt x="15" y="34"/>
                    <a:pt x="15" y="35"/>
                  </a:cubicBezTo>
                  <a:cubicBezTo>
                    <a:pt x="15" y="36"/>
                    <a:pt x="16" y="36"/>
                    <a:pt x="16" y="37"/>
                  </a:cubicBezTo>
                  <a:cubicBezTo>
                    <a:pt x="17" y="37"/>
                    <a:pt x="18" y="37"/>
                    <a:pt x="18" y="37"/>
                  </a:cubicBezTo>
                  <a:cubicBezTo>
                    <a:pt x="19" y="37"/>
                    <a:pt x="19" y="38"/>
                    <a:pt x="19" y="38"/>
                  </a:cubicBezTo>
                  <a:cubicBezTo>
                    <a:pt x="19" y="39"/>
                    <a:pt x="20" y="40"/>
                    <a:pt x="20" y="40"/>
                  </a:cubicBezTo>
                  <a:cubicBezTo>
                    <a:pt x="21" y="40"/>
                    <a:pt x="22" y="39"/>
                    <a:pt x="22" y="39"/>
                  </a:cubicBezTo>
                  <a:cubicBezTo>
                    <a:pt x="23" y="39"/>
                    <a:pt x="24" y="39"/>
                    <a:pt x="25" y="39"/>
                  </a:cubicBezTo>
                  <a:cubicBezTo>
                    <a:pt x="25" y="39"/>
                    <a:pt x="25" y="38"/>
                    <a:pt x="25" y="38"/>
                  </a:cubicBezTo>
                  <a:cubicBezTo>
                    <a:pt x="25" y="38"/>
                    <a:pt x="25" y="37"/>
                    <a:pt x="26" y="37"/>
                  </a:cubicBezTo>
                  <a:cubicBezTo>
                    <a:pt x="27" y="37"/>
                    <a:pt x="27" y="38"/>
                    <a:pt x="27" y="39"/>
                  </a:cubicBezTo>
                  <a:cubicBezTo>
                    <a:pt x="28" y="40"/>
                    <a:pt x="28" y="39"/>
                    <a:pt x="28" y="39"/>
                  </a:cubicBezTo>
                  <a:cubicBezTo>
                    <a:pt x="29" y="39"/>
                    <a:pt x="29" y="39"/>
                    <a:pt x="30" y="39"/>
                  </a:cubicBezTo>
                  <a:cubicBezTo>
                    <a:pt x="30" y="39"/>
                    <a:pt x="30" y="38"/>
                    <a:pt x="31" y="38"/>
                  </a:cubicBezTo>
                  <a:cubicBezTo>
                    <a:pt x="32" y="39"/>
                    <a:pt x="32" y="39"/>
                    <a:pt x="33" y="39"/>
                  </a:cubicBezTo>
                  <a:cubicBezTo>
                    <a:pt x="33" y="39"/>
                    <a:pt x="34" y="40"/>
                    <a:pt x="34" y="40"/>
                  </a:cubicBezTo>
                  <a:cubicBezTo>
                    <a:pt x="35" y="39"/>
                    <a:pt x="36" y="39"/>
                    <a:pt x="37" y="39"/>
                  </a:cubicBezTo>
                  <a:cubicBezTo>
                    <a:pt x="38" y="40"/>
                    <a:pt x="39" y="41"/>
                    <a:pt x="40" y="42"/>
                  </a:cubicBezTo>
                  <a:cubicBezTo>
                    <a:pt x="41" y="42"/>
                    <a:pt x="42" y="42"/>
                    <a:pt x="42" y="43"/>
                  </a:cubicBezTo>
                  <a:cubicBezTo>
                    <a:pt x="43" y="43"/>
                    <a:pt x="44" y="43"/>
                    <a:pt x="44" y="44"/>
                  </a:cubicBezTo>
                  <a:cubicBezTo>
                    <a:pt x="45" y="45"/>
                    <a:pt x="46" y="47"/>
                    <a:pt x="47" y="48"/>
                  </a:cubicBezTo>
                  <a:cubicBezTo>
                    <a:pt x="48" y="50"/>
                    <a:pt x="50" y="50"/>
                    <a:pt x="51" y="51"/>
                  </a:cubicBezTo>
                  <a:cubicBezTo>
                    <a:pt x="52" y="52"/>
                    <a:pt x="53" y="54"/>
                    <a:pt x="54" y="55"/>
                  </a:cubicBezTo>
                  <a:cubicBezTo>
                    <a:pt x="54" y="56"/>
                    <a:pt x="54" y="56"/>
                    <a:pt x="55" y="57"/>
                  </a:cubicBezTo>
                  <a:cubicBezTo>
                    <a:pt x="55" y="57"/>
                    <a:pt x="56" y="57"/>
                    <a:pt x="56" y="58"/>
                  </a:cubicBezTo>
                  <a:cubicBezTo>
                    <a:pt x="57" y="59"/>
                    <a:pt x="58" y="60"/>
                    <a:pt x="59" y="61"/>
                  </a:cubicBezTo>
                  <a:cubicBezTo>
                    <a:pt x="60" y="60"/>
                    <a:pt x="60" y="62"/>
                    <a:pt x="61" y="62"/>
                  </a:cubicBezTo>
                  <a:cubicBezTo>
                    <a:pt x="62" y="62"/>
                    <a:pt x="62" y="62"/>
                    <a:pt x="63" y="62"/>
                  </a:cubicBezTo>
                  <a:cubicBezTo>
                    <a:pt x="63" y="61"/>
                    <a:pt x="63" y="61"/>
                    <a:pt x="63" y="61"/>
                  </a:cubicBezTo>
                  <a:cubicBezTo>
                    <a:pt x="63" y="60"/>
                    <a:pt x="63" y="60"/>
                    <a:pt x="63" y="60"/>
                  </a:cubicBezTo>
                  <a:cubicBezTo>
                    <a:pt x="63" y="59"/>
                    <a:pt x="64" y="59"/>
                    <a:pt x="64" y="59"/>
                  </a:cubicBezTo>
                  <a:cubicBezTo>
                    <a:pt x="65" y="59"/>
                    <a:pt x="66" y="59"/>
                    <a:pt x="65" y="5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98" name="Equatorial Guinea">
              <a:extLst>
                <a:ext uri="{FF2B5EF4-FFF2-40B4-BE49-F238E27FC236}">
                  <a16:creationId xmlns:a16="http://schemas.microsoft.com/office/drawing/2014/main" id="{AE54E99B-C52B-92CE-9DBE-0A20972BA095}"/>
                </a:ext>
              </a:extLst>
            </p:cNvPr>
            <p:cNvSpPr>
              <a:spLocks noEditPoints="1"/>
            </p:cNvSpPr>
            <p:nvPr/>
          </p:nvSpPr>
          <p:spPr bwMode="auto">
            <a:xfrm>
              <a:off x="5888797" y="3895364"/>
              <a:ext cx="197993" cy="208775"/>
            </a:xfrm>
            <a:custGeom>
              <a:avLst/>
              <a:gdLst/>
              <a:ahLst/>
              <a:cxnLst>
                <a:cxn ang="0">
                  <a:pos x="55" y="31"/>
                </a:cxn>
                <a:cxn ang="0">
                  <a:pos x="53" y="31"/>
                </a:cxn>
                <a:cxn ang="0">
                  <a:pos x="49" y="31"/>
                </a:cxn>
                <a:cxn ang="0">
                  <a:pos x="42" y="31"/>
                </a:cxn>
                <a:cxn ang="0">
                  <a:pos x="42" y="32"/>
                </a:cxn>
                <a:cxn ang="0">
                  <a:pos x="41" y="30"/>
                </a:cxn>
                <a:cxn ang="0">
                  <a:pos x="40" y="30"/>
                </a:cxn>
                <a:cxn ang="0">
                  <a:pos x="39" y="31"/>
                </a:cxn>
                <a:cxn ang="0">
                  <a:pos x="38" y="30"/>
                </a:cxn>
                <a:cxn ang="0">
                  <a:pos x="36" y="29"/>
                </a:cxn>
                <a:cxn ang="0">
                  <a:pos x="37" y="28"/>
                </a:cxn>
                <a:cxn ang="0">
                  <a:pos x="38" y="26"/>
                </a:cxn>
                <a:cxn ang="0">
                  <a:pos x="39" y="25"/>
                </a:cxn>
                <a:cxn ang="0">
                  <a:pos x="40" y="25"/>
                </a:cxn>
                <a:cxn ang="0">
                  <a:pos x="39" y="25"/>
                </a:cxn>
                <a:cxn ang="0">
                  <a:pos x="39" y="24"/>
                </a:cxn>
                <a:cxn ang="0">
                  <a:pos x="40" y="23"/>
                </a:cxn>
                <a:cxn ang="0">
                  <a:pos x="40" y="21"/>
                </a:cxn>
                <a:cxn ang="0">
                  <a:pos x="40" y="19"/>
                </a:cxn>
                <a:cxn ang="0">
                  <a:pos x="40" y="18"/>
                </a:cxn>
                <a:cxn ang="0">
                  <a:pos x="41" y="16"/>
                </a:cxn>
                <a:cxn ang="0">
                  <a:pos x="41" y="17"/>
                </a:cxn>
                <a:cxn ang="0">
                  <a:pos x="42" y="18"/>
                </a:cxn>
                <a:cxn ang="0">
                  <a:pos x="45" y="18"/>
                </a:cxn>
                <a:cxn ang="0">
                  <a:pos x="52" y="18"/>
                </a:cxn>
                <a:cxn ang="0">
                  <a:pos x="55" y="18"/>
                </a:cxn>
                <a:cxn ang="0">
                  <a:pos x="56" y="19"/>
                </a:cxn>
                <a:cxn ang="0">
                  <a:pos x="56" y="25"/>
                </a:cxn>
                <a:cxn ang="0">
                  <a:pos x="56" y="28"/>
                </a:cxn>
                <a:cxn ang="0">
                  <a:pos x="55" y="31"/>
                </a:cxn>
                <a:cxn ang="0">
                  <a:pos x="0" y="59"/>
                </a:cxn>
                <a:cxn ang="0">
                  <a:pos x="0" y="59"/>
                </a:cxn>
                <a:cxn ang="0">
                  <a:pos x="32" y="1"/>
                </a:cxn>
                <a:cxn ang="0">
                  <a:pos x="30" y="1"/>
                </a:cxn>
                <a:cxn ang="0">
                  <a:pos x="29" y="2"/>
                </a:cxn>
                <a:cxn ang="0">
                  <a:pos x="28" y="4"/>
                </a:cxn>
                <a:cxn ang="0">
                  <a:pos x="27" y="6"/>
                </a:cxn>
                <a:cxn ang="0">
                  <a:pos x="29" y="7"/>
                </a:cxn>
                <a:cxn ang="0">
                  <a:pos x="31" y="6"/>
                </a:cxn>
                <a:cxn ang="0">
                  <a:pos x="32" y="1"/>
                </a:cxn>
              </a:cxnLst>
              <a:rect l="0" t="0" r="r" b="b"/>
              <a:pathLst>
                <a:path w="56" h="59">
                  <a:moveTo>
                    <a:pt x="55" y="31"/>
                  </a:moveTo>
                  <a:cubicBezTo>
                    <a:pt x="55" y="32"/>
                    <a:pt x="53" y="31"/>
                    <a:pt x="53" y="31"/>
                  </a:cubicBezTo>
                  <a:cubicBezTo>
                    <a:pt x="52" y="31"/>
                    <a:pt x="50" y="31"/>
                    <a:pt x="49" y="31"/>
                  </a:cubicBezTo>
                  <a:cubicBezTo>
                    <a:pt x="48" y="31"/>
                    <a:pt x="43" y="31"/>
                    <a:pt x="42" y="31"/>
                  </a:cubicBezTo>
                  <a:cubicBezTo>
                    <a:pt x="42" y="32"/>
                    <a:pt x="42" y="32"/>
                    <a:pt x="42" y="32"/>
                  </a:cubicBezTo>
                  <a:cubicBezTo>
                    <a:pt x="41" y="31"/>
                    <a:pt x="40" y="31"/>
                    <a:pt x="41" y="30"/>
                  </a:cubicBezTo>
                  <a:cubicBezTo>
                    <a:pt x="41" y="30"/>
                    <a:pt x="40" y="30"/>
                    <a:pt x="40" y="30"/>
                  </a:cubicBezTo>
                  <a:cubicBezTo>
                    <a:pt x="39" y="30"/>
                    <a:pt x="39" y="31"/>
                    <a:pt x="39" y="31"/>
                  </a:cubicBezTo>
                  <a:cubicBezTo>
                    <a:pt x="38" y="31"/>
                    <a:pt x="38" y="30"/>
                    <a:pt x="38" y="30"/>
                  </a:cubicBezTo>
                  <a:cubicBezTo>
                    <a:pt x="37" y="29"/>
                    <a:pt x="36" y="31"/>
                    <a:pt x="36" y="29"/>
                  </a:cubicBezTo>
                  <a:cubicBezTo>
                    <a:pt x="36" y="29"/>
                    <a:pt x="37" y="28"/>
                    <a:pt x="37" y="28"/>
                  </a:cubicBezTo>
                  <a:cubicBezTo>
                    <a:pt x="37" y="27"/>
                    <a:pt x="37" y="27"/>
                    <a:pt x="38" y="26"/>
                  </a:cubicBezTo>
                  <a:cubicBezTo>
                    <a:pt x="38" y="26"/>
                    <a:pt x="38" y="25"/>
                    <a:pt x="39" y="25"/>
                  </a:cubicBezTo>
                  <a:cubicBezTo>
                    <a:pt x="39" y="25"/>
                    <a:pt x="39" y="25"/>
                    <a:pt x="40" y="25"/>
                  </a:cubicBezTo>
                  <a:cubicBezTo>
                    <a:pt x="40" y="25"/>
                    <a:pt x="39" y="25"/>
                    <a:pt x="39" y="25"/>
                  </a:cubicBezTo>
                  <a:cubicBezTo>
                    <a:pt x="39" y="25"/>
                    <a:pt x="39" y="24"/>
                    <a:pt x="39" y="24"/>
                  </a:cubicBezTo>
                  <a:cubicBezTo>
                    <a:pt x="39" y="23"/>
                    <a:pt x="39" y="23"/>
                    <a:pt x="40" y="23"/>
                  </a:cubicBezTo>
                  <a:cubicBezTo>
                    <a:pt x="40" y="22"/>
                    <a:pt x="40" y="22"/>
                    <a:pt x="40" y="21"/>
                  </a:cubicBezTo>
                  <a:cubicBezTo>
                    <a:pt x="41" y="21"/>
                    <a:pt x="40" y="20"/>
                    <a:pt x="40" y="19"/>
                  </a:cubicBezTo>
                  <a:cubicBezTo>
                    <a:pt x="40" y="19"/>
                    <a:pt x="40" y="18"/>
                    <a:pt x="40" y="18"/>
                  </a:cubicBezTo>
                  <a:cubicBezTo>
                    <a:pt x="40" y="17"/>
                    <a:pt x="40" y="17"/>
                    <a:pt x="41" y="16"/>
                  </a:cubicBezTo>
                  <a:cubicBezTo>
                    <a:pt x="41" y="17"/>
                    <a:pt x="41" y="17"/>
                    <a:pt x="41" y="17"/>
                  </a:cubicBezTo>
                  <a:cubicBezTo>
                    <a:pt x="41" y="18"/>
                    <a:pt x="41" y="18"/>
                    <a:pt x="42" y="18"/>
                  </a:cubicBezTo>
                  <a:cubicBezTo>
                    <a:pt x="43" y="19"/>
                    <a:pt x="44" y="18"/>
                    <a:pt x="45" y="18"/>
                  </a:cubicBezTo>
                  <a:cubicBezTo>
                    <a:pt x="47" y="18"/>
                    <a:pt x="49" y="18"/>
                    <a:pt x="52" y="18"/>
                  </a:cubicBezTo>
                  <a:cubicBezTo>
                    <a:pt x="53" y="18"/>
                    <a:pt x="54" y="18"/>
                    <a:pt x="55" y="18"/>
                  </a:cubicBezTo>
                  <a:cubicBezTo>
                    <a:pt x="55" y="18"/>
                    <a:pt x="56" y="18"/>
                    <a:pt x="56" y="19"/>
                  </a:cubicBezTo>
                  <a:cubicBezTo>
                    <a:pt x="55" y="21"/>
                    <a:pt x="56" y="23"/>
                    <a:pt x="56" y="25"/>
                  </a:cubicBezTo>
                  <a:cubicBezTo>
                    <a:pt x="56" y="26"/>
                    <a:pt x="56" y="27"/>
                    <a:pt x="56" y="28"/>
                  </a:cubicBezTo>
                  <a:cubicBezTo>
                    <a:pt x="56" y="29"/>
                    <a:pt x="56" y="31"/>
                    <a:pt x="55" y="31"/>
                  </a:cubicBezTo>
                  <a:close/>
                  <a:moveTo>
                    <a:pt x="0" y="59"/>
                  </a:moveTo>
                  <a:cubicBezTo>
                    <a:pt x="1" y="58"/>
                    <a:pt x="0" y="58"/>
                    <a:pt x="0" y="59"/>
                  </a:cubicBezTo>
                  <a:close/>
                  <a:moveTo>
                    <a:pt x="32" y="1"/>
                  </a:moveTo>
                  <a:cubicBezTo>
                    <a:pt x="31" y="1"/>
                    <a:pt x="30" y="1"/>
                    <a:pt x="30" y="1"/>
                  </a:cubicBezTo>
                  <a:cubicBezTo>
                    <a:pt x="30" y="0"/>
                    <a:pt x="29" y="2"/>
                    <a:pt x="29" y="2"/>
                  </a:cubicBezTo>
                  <a:cubicBezTo>
                    <a:pt x="29" y="3"/>
                    <a:pt x="29" y="4"/>
                    <a:pt x="28" y="4"/>
                  </a:cubicBezTo>
                  <a:cubicBezTo>
                    <a:pt x="27" y="4"/>
                    <a:pt x="27" y="5"/>
                    <a:pt x="27" y="6"/>
                  </a:cubicBezTo>
                  <a:cubicBezTo>
                    <a:pt x="28" y="7"/>
                    <a:pt x="29" y="7"/>
                    <a:pt x="29" y="7"/>
                  </a:cubicBezTo>
                  <a:cubicBezTo>
                    <a:pt x="30" y="7"/>
                    <a:pt x="31" y="6"/>
                    <a:pt x="31" y="6"/>
                  </a:cubicBezTo>
                  <a:cubicBezTo>
                    <a:pt x="31" y="5"/>
                    <a:pt x="34" y="1"/>
                    <a:pt x="32"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499" name="El Salvador">
              <a:extLst>
                <a:ext uri="{FF2B5EF4-FFF2-40B4-BE49-F238E27FC236}">
                  <a16:creationId xmlns:a16="http://schemas.microsoft.com/office/drawing/2014/main" id="{A78B5ECF-08CB-6A10-1D7B-CB45E61A6DA6}"/>
                </a:ext>
              </a:extLst>
            </p:cNvPr>
            <p:cNvSpPr>
              <a:spLocks/>
            </p:cNvSpPr>
            <p:nvPr/>
          </p:nvSpPr>
          <p:spPr bwMode="auto">
            <a:xfrm>
              <a:off x="2623868" y="3480754"/>
              <a:ext cx="85275" cy="52928"/>
            </a:xfrm>
            <a:custGeom>
              <a:avLst/>
              <a:gdLst/>
              <a:ahLst/>
              <a:cxnLst>
                <a:cxn ang="0">
                  <a:pos x="23" y="10"/>
                </a:cxn>
                <a:cxn ang="0">
                  <a:pos x="24" y="7"/>
                </a:cxn>
                <a:cxn ang="0">
                  <a:pos x="23" y="6"/>
                </a:cxn>
                <a:cxn ang="0">
                  <a:pos x="22" y="7"/>
                </a:cxn>
                <a:cxn ang="0">
                  <a:pos x="21" y="6"/>
                </a:cxn>
                <a:cxn ang="0">
                  <a:pos x="21" y="5"/>
                </a:cxn>
                <a:cxn ang="0">
                  <a:pos x="19" y="6"/>
                </a:cxn>
                <a:cxn ang="0">
                  <a:pos x="18" y="7"/>
                </a:cxn>
                <a:cxn ang="0">
                  <a:pos x="17" y="7"/>
                </a:cxn>
                <a:cxn ang="0">
                  <a:pos x="16" y="6"/>
                </a:cxn>
                <a:cxn ang="0">
                  <a:pos x="15" y="5"/>
                </a:cxn>
                <a:cxn ang="0">
                  <a:pos x="15" y="5"/>
                </a:cxn>
                <a:cxn ang="0">
                  <a:pos x="14" y="4"/>
                </a:cxn>
                <a:cxn ang="0">
                  <a:pos x="13" y="4"/>
                </a:cxn>
                <a:cxn ang="0">
                  <a:pos x="13" y="3"/>
                </a:cxn>
                <a:cxn ang="0">
                  <a:pos x="12" y="2"/>
                </a:cxn>
                <a:cxn ang="0">
                  <a:pos x="11" y="2"/>
                </a:cxn>
                <a:cxn ang="0">
                  <a:pos x="11" y="1"/>
                </a:cxn>
                <a:cxn ang="0">
                  <a:pos x="11" y="1"/>
                </a:cxn>
                <a:cxn ang="0">
                  <a:pos x="9" y="0"/>
                </a:cxn>
                <a:cxn ang="0">
                  <a:pos x="7" y="1"/>
                </a:cxn>
                <a:cxn ang="0">
                  <a:pos x="7" y="1"/>
                </a:cxn>
                <a:cxn ang="0">
                  <a:pos x="7" y="2"/>
                </a:cxn>
                <a:cxn ang="0">
                  <a:pos x="7" y="3"/>
                </a:cxn>
                <a:cxn ang="0">
                  <a:pos x="6" y="3"/>
                </a:cxn>
                <a:cxn ang="0">
                  <a:pos x="5" y="5"/>
                </a:cxn>
                <a:cxn ang="0">
                  <a:pos x="4" y="5"/>
                </a:cxn>
                <a:cxn ang="0">
                  <a:pos x="3" y="5"/>
                </a:cxn>
                <a:cxn ang="0">
                  <a:pos x="2" y="6"/>
                </a:cxn>
                <a:cxn ang="0">
                  <a:pos x="1" y="8"/>
                </a:cxn>
                <a:cxn ang="0">
                  <a:pos x="3" y="9"/>
                </a:cxn>
                <a:cxn ang="0">
                  <a:pos x="3" y="11"/>
                </a:cxn>
                <a:cxn ang="0">
                  <a:pos x="5" y="11"/>
                </a:cxn>
                <a:cxn ang="0">
                  <a:pos x="8" y="11"/>
                </a:cxn>
                <a:cxn ang="0">
                  <a:pos x="10" y="12"/>
                </a:cxn>
                <a:cxn ang="0">
                  <a:pos x="12" y="13"/>
                </a:cxn>
                <a:cxn ang="0">
                  <a:pos x="16" y="14"/>
                </a:cxn>
                <a:cxn ang="0">
                  <a:pos x="15" y="14"/>
                </a:cxn>
                <a:cxn ang="0">
                  <a:pos x="15" y="14"/>
                </a:cxn>
                <a:cxn ang="0">
                  <a:pos x="14" y="13"/>
                </a:cxn>
                <a:cxn ang="0">
                  <a:pos x="15" y="14"/>
                </a:cxn>
                <a:cxn ang="0">
                  <a:pos x="16" y="14"/>
                </a:cxn>
                <a:cxn ang="0">
                  <a:pos x="16" y="14"/>
                </a:cxn>
                <a:cxn ang="0">
                  <a:pos x="16" y="15"/>
                </a:cxn>
                <a:cxn ang="0">
                  <a:pos x="17" y="14"/>
                </a:cxn>
                <a:cxn ang="0">
                  <a:pos x="17" y="14"/>
                </a:cxn>
                <a:cxn ang="0">
                  <a:pos x="17" y="14"/>
                </a:cxn>
                <a:cxn ang="0">
                  <a:pos x="17" y="14"/>
                </a:cxn>
                <a:cxn ang="0">
                  <a:pos x="20" y="15"/>
                </a:cxn>
                <a:cxn ang="0">
                  <a:pos x="21" y="15"/>
                </a:cxn>
                <a:cxn ang="0">
                  <a:pos x="22" y="14"/>
                </a:cxn>
                <a:cxn ang="0">
                  <a:pos x="22" y="13"/>
                </a:cxn>
                <a:cxn ang="0">
                  <a:pos x="22" y="12"/>
                </a:cxn>
                <a:cxn ang="0">
                  <a:pos x="24" y="11"/>
                </a:cxn>
                <a:cxn ang="0">
                  <a:pos x="23" y="10"/>
                </a:cxn>
              </a:cxnLst>
              <a:rect l="0" t="0" r="r" b="b"/>
              <a:pathLst>
                <a:path w="24" h="15">
                  <a:moveTo>
                    <a:pt x="23" y="10"/>
                  </a:moveTo>
                  <a:cubicBezTo>
                    <a:pt x="23" y="9"/>
                    <a:pt x="24" y="8"/>
                    <a:pt x="24" y="7"/>
                  </a:cubicBezTo>
                  <a:cubicBezTo>
                    <a:pt x="24" y="7"/>
                    <a:pt x="23" y="6"/>
                    <a:pt x="23" y="6"/>
                  </a:cubicBezTo>
                  <a:cubicBezTo>
                    <a:pt x="23" y="6"/>
                    <a:pt x="22" y="7"/>
                    <a:pt x="22" y="7"/>
                  </a:cubicBezTo>
                  <a:cubicBezTo>
                    <a:pt x="21" y="7"/>
                    <a:pt x="21" y="6"/>
                    <a:pt x="21" y="6"/>
                  </a:cubicBezTo>
                  <a:cubicBezTo>
                    <a:pt x="21" y="6"/>
                    <a:pt x="21" y="6"/>
                    <a:pt x="21" y="5"/>
                  </a:cubicBezTo>
                  <a:cubicBezTo>
                    <a:pt x="20" y="5"/>
                    <a:pt x="19" y="5"/>
                    <a:pt x="19" y="6"/>
                  </a:cubicBezTo>
                  <a:cubicBezTo>
                    <a:pt x="19" y="6"/>
                    <a:pt x="18" y="6"/>
                    <a:pt x="18" y="7"/>
                  </a:cubicBezTo>
                  <a:cubicBezTo>
                    <a:pt x="18" y="7"/>
                    <a:pt x="17" y="7"/>
                    <a:pt x="17" y="7"/>
                  </a:cubicBezTo>
                  <a:cubicBezTo>
                    <a:pt x="16" y="7"/>
                    <a:pt x="17" y="6"/>
                    <a:pt x="16" y="6"/>
                  </a:cubicBezTo>
                  <a:cubicBezTo>
                    <a:pt x="16" y="6"/>
                    <a:pt x="15" y="5"/>
                    <a:pt x="15" y="5"/>
                  </a:cubicBezTo>
                  <a:cubicBezTo>
                    <a:pt x="15" y="5"/>
                    <a:pt x="15" y="5"/>
                    <a:pt x="15" y="5"/>
                  </a:cubicBezTo>
                  <a:cubicBezTo>
                    <a:pt x="14" y="5"/>
                    <a:pt x="15" y="5"/>
                    <a:pt x="14" y="4"/>
                  </a:cubicBezTo>
                  <a:cubicBezTo>
                    <a:pt x="14" y="4"/>
                    <a:pt x="14" y="4"/>
                    <a:pt x="13" y="4"/>
                  </a:cubicBezTo>
                  <a:cubicBezTo>
                    <a:pt x="13" y="3"/>
                    <a:pt x="13" y="3"/>
                    <a:pt x="13" y="3"/>
                  </a:cubicBezTo>
                  <a:cubicBezTo>
                    <a:pt x="12" y="3"/>
                    <a:pt x="12" y="2"/>
                    <a:pt x="12" y="2"/>
                  </a:cubicBezTo>
                  <a:cubicBezTo>
                    <a:pt x="12" y="2"/>
                    <a:pt x="12" y="2"/>
                    <a:pt x="11" y="2"/>
                  </a:cubicBezTo>
                  <a:cubicBezTo>
                    <a:pt x="11" y="2"/>
                    <a:pt x="12" y="1"/>
                    <a:pt x="11" y="1"/>
                  </a:cubicBezTo>
                  <a:cubicBezTo>
                    <a:pt x="11" y="1"/>
                    <a:pt x="11" y="1"/>
                    <a:pt x="11" y="1"/>
                  </a:cubicBezTo>
                  <a:cubicBezTo>
                    <a:pt x="10" y="1"/>
                    <a:pt x="9" y="1"/>
                    <a:pt x="9" y="0"/>
                  </a:cubicBezTo>
                  <a:cubicBezTo>
                    <a:pt x="8" y="1"/>
                    <a:pt x="8" y="1"/>
                    <a:pt x="7" y="1"/>
                  </a:cubicBezTo>
                  <a:cubicBezTo>
                    <a:pt x="7" y="1"/>
                    <a:pt x="7" y="1"/>
                    <a:pt x="7" y="1"/>
                  </a:cubicBezTo>
                  <a:cubicBezTo>
                    <a:pt x="7" y="1"/>
                    <a:pt x="7" y="1"/>
                    <a:pt x="7" y="2"/>
                  </a:cubicBezTo>
                  <a:cubicBezTo>
                    <a:pt x="6" y="2"/>
                    <a:pt x="7" y="2"/>
                    <a:pt x="7" y="3"/>
                  </a:cubicBezTo>
                  <a:cubicBezTo>
                    <a:pt x="7" y="3"/>
                    <a:pt x="6" y="3"/>
                    <a:pt x="6" y="3"/>
                  </a:cubicBezTo>
                  <a:cubicBezTo>
                    <a:pt x="5" y="4"/>
                    <a:pt x="5" y="4"/>
                    <a:pt x="5" y="5"/>
                  </a:cubicBezTo>
                  <a:cubicBezTo>
                    <a:pt x="5" y="5"/>
                    <a:pt x="4" y="5"/>
                    <a:pt x="4" y="5"/>
                  </a:cubicBezTo>
                  <a:cubicBezTo>
                    <a:pt x="4" y="5"/>
                    <a:pt x="4" y="5"/>
                    <a:pt x="3" y="5"/>
                  </a:cubicBezTo>
                  <a:cubicBezTo>
                    <a:pt x="3" y="5"/>
                    <a:pt x="3" y="6"/>
                    <a:pt x="2" y="6"/>
                  </a:cubicBezTo>
                  <a:cubicBezTo>
                    <a:pt x="1" y="6"/>
                    <a:pt x="0" y="8"/>
                    <a:pt x="1" y="8"/>
                  </a:cubicBezTo>
                  <a:cubicBezTo>
                    <a:pt x="2" y="9"/>
                    <a:pt x="2" y="9"/>
                    <a:pt x="3" y="9"/>
                  </a:cubicBezTo>
                  <a:cubicBezTo>
                    <a:pt x="3" y="10"/>
                    <a:pt x="3" y="10"/>
                    <a:pt x="3" y="11"/>
                  </a:cubicBezTo>
                  <a:cubicBezTo>
                    <a:pt x="4" y="11"/>
                    <a:pt x="5" y="11"/>
                    <a:pt x="5" y="11"/>
                  </a:cubicBezTo>
                  <a:cubicBezTo>
                    <a:pt x="6" y="11"/>
                    <a:pt x="7" y="11"/>
                    <a:pt x="8" y="11"/>
                  </a:cubicBezTo>
                  <a:cubicBezTo>
                    <a:pt x="9" y="11"/>
                    <a:pt x="9" y="12"/>
                    <a:pt x="10" y="12"/>
                  </a:cubicBezTo>
                  <a:cubicBezTo>
                    <a:pt x="11" y="12"/>
                    <a:pt x="12" y="13"/>
                    <a:pt x="12" y="13"/>
                  </a:cubicBezTo>
                  <a:cubicBezTo>
                    <a:pt x="13" y="14"/>
                    <a:pt x="16" y="15"/>
                    <a:pt x="16" y="14"/>
                  </a:cubicBezTo>
                  <a:cubicBezTo>
                    <a:pt x="16" y="14"/>
                    <a:pt x="15" y="14"/>
                    <a:pt x="15" y="14"/>
                  </a:cubicBezTo>
                  <a:cubicBezTo>
                    <a:pt x="15" y="14"/>
                    <a:pt x="15" y="14"/>
                    <a:pt x="15" y="14"/>
                  </a:cubicBezTo>
                  <a:cubicBezTo>
                    <a:pt x="14" y="13"/>
                    <a:pt x="14" y="14"/>
                    <a:pt x="14" y="13"/>
                  </a:cubicBezTo>
                  <a:cubicBezTo>
                    <a:pt x="14" y="13"/>
                    <a:pt x="15" y="13"/>
                    <a:pt x="15" y="14"/>
                  </a:cubicBezTo>
                  <a:cubicBezTo>
                    <a:pt x="16" y="14"/>
                    <a:pt x="16" y="14"/>
                    <a:pt x="16" y="14"/>
                  </a:cubicBezTo>
                  <a:cubicBezTo>
                    <a:pt x="16" y="14"/>
                    <a:pt x="16" y="14"/>
                    <a:pt x="16" y="14"/>
                  </a:cubicBezTo>
                  <a:cubicBezTo>
                    <a:pt x="16" y="14"/>
                    <a:pt x="16" y="14"/>
                    <a:pt x="16" y="15"/>
                  </a:cubicBezTo>
                  <a:cubicBezTo>
                    <a:pt x="17" y="15"/>
                    <a:pt x="17" y="14"/>
                    <a:pt x="17" y="14"/>
                  </a:cubicBezTo>
                  <a:cubicBezTo>
                    <a:pt x="17" y="14"/>
                    <a:pt x="17" y="14"/>
                    <a:pt x="17" y="14"/>
                  </a:cubicBezTo>
                  <a:cubicBezTo>
                    <a:pt x="17" y="14"/>
                    <a:pt x="17" y="14"/>
                    <a:pt x="17" y="14"/>
                  </a:cubicBezTo>
                  <a:cubicBezTo>
                    <a:pt x="17" y="14"/>
                    <a:pt x="17" y="14"/>
                    <a:pt x="17" y="14"/>
                  </a:cubicBezTo>
                  <a:cubicBezTo>
                    <a:pt x="18" y="15"/>
                    <a:pt x="19" y="14"/>
                    <a:pt x="20" y="15"/>
                  </a:cubicBezTo>
                  <a:cubicBezTo>
                    <a:pt x="21" y="15"/>
                    <a:pt x="21" y="15"/>
                    <a:pt x="21" y="15"/>
                  </a:cubicBezTo>
                  <a:cubicBezTo>
                    <a:pt x="22" y="15"/>
                    <a:pt x="21" y="14"/>
                    <a:pt x="22" y="14"/>
                  </a:cubicBezTo>
                  <a:cubicBezTo>
                    <a:pt x="23" y="14"/>
                    <a:pt x="22" y="13"/>
                    <a:pt x="22" y="13"/>
                  </a:cubicBezTo>
                  <a:cubicBezTo>
                    <a:pt x="22" y="13"/>
                    <a:pt x="22" y="12"/>
                    <a:pt x="22" y="12"/>
                  </a:cubicBezTo>
                  <a:cubicBezTo>
                    <a:pt x="22" y="12"/>
                    <a:pt x="24" y="12"/>
                    <a:pt x="24" y="11"/>
                  </a:cubicBezTo>
                  <a:cubicBezTo>
                    <a:pt x="23" y="10"/>
                    <a:pt x="23" y="11"/>
                    <a:pt x="23" y="1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00" name="Egypt">
              <a:extLst>
                <a:ext uri="{FF2B5EF4-FFF2-40B4-BE49-F238E27FC236}">
                  <a16:creationId xmlns:a16="http://schemas.microsoft.com/office/drawing/2014/main" id="{4A06BE90-A017-6DF3-E50E-6850CA5AA9D0}"/>
                </a:ext>
              </a:extLst>
            </p:cNvPr>
            <p:cNvSpPr>
              <a:spLocks noEditPoints="1"/>
            </p:cNvSpPr>
            <p:nvPr/>
          </p:nvSpPr>
          <p:spPr bwMode="auto">
            <a:xfrm>
              <a:off x="6521981" y="2810321"/>
              <a:ext cx="382264" cy="390107"/>
            </a:xfrm>
            <a:custGeom>
              <a:avLst/>
              <a:gdLst/>
              <a:ahLst/>
              <a:cxnLst>
                <a:cxn ang="0">
                  <a:pos x="68" y="3"/>
                </a:cxn>
                <a:cxn ang="0">
                  <a:pos x="70" y="4"/>
                </a:cxn>
                <a:cxn ang="0">
                  <a:pos x="106" y="93"/>
                </a:cxn>
                <a:cxn ang="0">
                  <a:pos x="101" y="97"/>
                </a:cxn>
                <a:cxn ang="0">
                  <a:pos x="90" y="109"/>
                </a:cxn>
                <a:cxn ang="0">
                  <a:pos x="69" y="107"/>
                </a:cxn>
                <a:cxn ang="0">
                  <a:pos x="66" y="106"/>
                </a:cxn>
                <a:cxn ang="0">
                  <a:pos x="8" y="106"/>
                </a:cxn>
                <a:cxn ang="0">
                  <a:pos x="6" y="89"/>
                </a:cxn>
                <a:cxn ang="0">
                  <a:pos x="2" y="24"/>
                </a:cxn>
                <a:cxn ang="0">
                  <a:pos x="2" y="13"/>
                </a:cxn>
                <a:cxn ang="0">
                  <a:pos x="4" y="0"/>
                </a:cxn>
                <a:cxn ang="0">
                  <a:pos x="21" y="3"/>
                </a:cxn>
                <a:cxn ang="0">
                  <a:pos x="28" y="6"/>
                </a:cxn>
                <a:cxn ang="0">
                  <a:pos x="38" y="8"/>
                </a:cxn>
                <a:cxn ang="0">
                  <a:pos x="48" y="5"/>
                </a:cxn>
                <a:cxn ang="0">
                  <a:pos x="52" y="5"/>
                </a:cxn>
                <a:cxn ang="0">
                  <a:pos x="52" y="2"/>
                </a:cxn>
                <a:cxn ang="0">
                  <a:pos x="54" y="2"/>
                </a:cxn>
                <a:cxn ang="0">
                  <a:pos x="55" y="3"/>
                </a:cxn>
                <a:cxn ang="0">
                  <a:pos x="58" y="3"/>
                </a:cxn>
                <a:cxn ang="0">
                  <a:pos x="58" y="1"/>
                </a:cxn>
                <a:cxn ang="0">
                  <a:pos x="66" y="3"/>
                </a:cxn>
                <a:cxn ang="0">
                  <a:pos x="66" y="5"/>
                </a:cxn>
                <a:cxn ang="0">
                  <a:pos x="67" y="5"/>
                </a:cxn>
                <a:cxn ang="0">
                  <a:pos x="68" y="6"/>
                </a:cxn>
                <a:cxn ang="0">
                  <a:pos x="69" y="7"/>
                </a:cxn>
                <a:cxn ang="0">
                  <a:pos x="70" y="5"/>
                </a:cxn>
                <a:cxn ang="0">
                  <a:pos x="76" y="6"/>
                </a:cxn>
                <a:cxn ang="0">
                  <a:pos x="76" y="7"/>
                </a:cxn>
                <a:cxn ang="0">
                  <a:pos x="78" y="6"/>
                </a:cxn>
                <a:cxn ang="0">
                  <a:pos x="78" y="7"/>
                </a:cxn>
                <a:cxn ang="0">
                  <a:pos x="81" y="6"/>
                </a:cxn>
                <a:cxn ang="0">
                  <a:pos x="81" y="6"/>
                </a:cxn>
                <a:cxn ang="0">
                  <a:pos x="89" y="6"/>
                </a:cxn>
                <a:cxn ang="0">
                  <a:pos x="92" y="14"/>
                </a:cxn>
                <a:cxn ang="0">
                  <a:pos x="95" y="26"/>
                </a:cxn>
                <a:cxn ang="0">
                  <a:pos x="94" y="32"/>
                </a:cxn>
                <a:cxn ang="0">
                  <a:pos x="92" y="38"/>
                </a:cxn>
                <a:cxn ang="0">
                  <a:pos x="92" y="42"/>
                </a:cxn>
                <a:cxn ang="0">
                  <a:pos x="88" y="42"/>
                </a:cxn>
                <a:cxn ang="0">
                  <a:pos x="81" y="35"/>
                </a:cxn>
                <a:cxn ang="0">
                  <a:pos x="80" y="29"/>
                </a:cxn>
                <a:cxn ang="0">
                  <a:pos x="75" y="23"/>
                </a:cxn>
                <a:cxn ang="0">
                  <a:pos x="74" y="19"/>
                </a:cxn>
                <a:cxn ang="0">
                  <a:pos x="75" y="27"/>
                </a:cxn>
                <a:cxn ang="0">
                  <a:pos x="77" y="33"/>
                </a:cxn>
                <a:cxn ang="0">
                  <a:pos x="83" y="40"/>
                </a:cxn>
                <a:cxn ang="0">
                  <a:pos x="84" y="43"/>
                </a:cxn>
                <a:cxn ang="0">
                  <a:pos x="84" y="45"/>
                </a:cxn>
                <a:cxn ang="0">
                  <a:pos x="87" y="49"/>
                </a:cxn>
                <a:cxn ang="0">
                  <a:pos x="89" y="56"/>
                </a:cxn>
                <a:cxn ang="0">
                  <a:pos x="97" y="70"/>
                </a:cxn>
                <a:cxn ang="0">
                  <a:pos x="101" y="78"/>
                </a:cxn>
                <a:cxn ang="0">
                  <a:pos x="106" y="84"/>
                </a:cxn>
                <a:cxn ang="0">
                  <a:pos x="105" y="86"/>
                </a:cxn>
                <a:cxn ang="0">
                  <a:pos x="71" y="12"/>
                </a:cxn>
                <a:cxn ang="0">
                  <a:pos x="73" y="16"/>
                </a:cxn>
                <a:cxn ang="0">
                  <a:pos x="71" y="14"/>
                </a:cxn>
                <a:cxn ang="0">
                  <a:pos x="67" y="5"/>
                </a:cxn>
                <a:cxn ang="0">
                  <a:pos x="67" y="2"/>
                </a:cxn>
              </a:cxnLst>
              <a:rect l="0" t="0" r="r" b="b"/>
              <a:pathLst>
                <a:path w="108" h="110">
                  <a:moveTo>
                    <a:pt x="85" y="44"/>
                  </a:moveTo>
                  <a:cubicBezTo>
                    <a:pt x="85" y="44"/>
                    <a:pt x="85" y="44"/>
                    <a:pt x="85" y="44"/>
                  </a:cubicBezTo>
                  <a:cubicBezTo>
                    <a:pt x="85" y="44"/>
                    <a:pt x="85" y="44"/>
                    <a:pt x="85" y="44"/>
                  </a:cubicBezTo>
                  <a:close/>
                  <a:moveTo>
                    <a:pt x="68" y="3"/>
                  </a:moveTo>
                  <a:cubicBezTo>
                    <a:pt x="67" y="3"/>
                    <a:pt x="67" y="3"/>
                    <a:pt x="68" y="3"/>
                  </a:cubicBezTo>
                  <a:cubicBezTo>
                    <a:pt x="68" y="3"/>
                    <a:pt x="68" y="4"/>
                    <a:pt x="68" y="4"/>
                  </a:cubicBezTo>
                  <a:cubicBezTo>
                    <a:pt x="68" y="4"/>
                    <a:pt x="68" y="4"/>
                    <a:pt x="68" y="4"/>
                  </a:cubicBezTo>
                  <a:cubicBezTo>
                    <a:pt x="69" y="4"/>
                    <a:pt x="69" y="4"/>
                    <a:pt x="70" y="4"/>
                  </a:cubicBezTo>
                  <a:cubicBezTo>
                    <a:pt x="68" y="4"/>
                    <a:pt x="68" y="3"/>
                    <a:pt x="67" y="2"/>
                  </a:cubicBezTo>
                  <a:cubicBezTo>
                    <a:pt x="67" y="2"/>
                    <a:pt x="67" y="2"/>
                    <a:pt x="67" y="2"/>
                  </a:cubicBezTo>
                  <a:cubicBezTo>
                    <a:pt x="67" y="2"/>
                    <a:pt x="67" y="3"/>
                    <a:pt x="68" y="3"/>
                  </a:cubicBezTo>
                  <a:close/>
                  <a:moveTo>
                    <a:pt x="106" y="93"/>
                  </a:moveTo>
                  <a:cubicBezTo>
                    <a:pt x="106" y="93"/>
                    <a:pt x="106" y="94"/>
                    <a:pt x="106" y="94"/>
                  </a:cubicBezTo>
                  <a:cubicBezTo>
                    <a:pt x="106" y="95"/>
                    <a:pt x="106" y="95"/>
                    <a:pt x="105" y="95"/>
                  </a:cubicBezTo>
                  <a:cubicBezTo>
                    <a:pt x="105" y="96"/>
                    <a:pt x="104" y="97"/>
                    <a:pt x="104" y="97"/>
                  </a:cubicBezTo>
                  <a:cubicBezTo>
                    <a:pt x="103" y="98"/>
                    <a:pt x="102" y="98"/>
                    <a:pt x="101" y="97"/>
                  </a:cubicBezTo>
                  <a:cubicBezTo>
                    <a:pt x="99" y="97"/>
                    <a:pt x="99" y="103"/>
                    <a:pt x="98" y="103"/>
                  </a:cubicBezTo>
                  <a:cubicBezTo>
                    <a:pt x="96" y="104"/>
                    <a:pt x="93" y="103"/>
                    <a:pt x="93" y="105"/>
                  </a:cubicBezTo>
                  <a:cubicBezTo>
                    <a:pt x="92" y="106"/>
                    <a:pt x="92" y="107"/>
                    <a:pt x="92" y="108"/>
                  </a:cubicBezTo>
                  <a:cubicBezTo>
                    <a:pt x="92" y="109"/>
                    <a:pt x="91" y="109"/>
                    <a:pt x="90" y="109"/>
                  </a:cubicBezTo>
                  <a:cubicBezTo>
                    <a:pt x="89" y="109"/>
                    <a:pt x="88" y="110"/>
                    <a:pt x="87" y="109"/>
                  </a:cubicBezTo>
                  <a:cubicBezTo>
                    <a:pt x="86" y="108"/>
                    <a:pt x="84" y="106"/>
                    <a:pt x="83" y="106"/>
                  </a:cubicBezTo>
                  <a:cubicBezTo>
                    <a:pt x="80" y="106"/>
                    <a:pt x="77" y="106"/>
                    <a:pt x="74" y="106"/>
                  </a:cubicBezTo>
                  <a:cubicBezTo>
                    <a:pt x="72" y="106"/>
                    <a:pt x="70" y="106"/>
                    <a:pt x="69" y="107"/>
                  </a:cubicBezTo>
                  <a:cubicBezTo>
                    <a:pt x="68" y="107"/>
                    <a:pt x="68" y="107"/>
                    <a:pt x="67" y="106"/>
                  </a:cubicBezTo>
                  <a:cubicBezTo>
                    <a:pt x="67" y="106"/>
                    <a:pt x="68" y="105"/>
                    <a:pt x="68" y="105"/>
                  </a:cubicBezTo>
                  <a:cubicBezTo>
                    <a:pt x="68" y="104"/>
                    <a:pt x="67" y="104"/>
                    <a:pt x="66" y="104"/>
                  </a:cubicBezTo>
                  <a:cubicBezTo>
                    <a:pt x="66" y="105"/>
                    <a:pt x="66" y="106"/>
                    <a:pt x="66" y="106"/>
                  </a:cubicBezTo>
                  <a:cubicBezTo>
                    <a:pt x="65" y="107"/>
                    <a:pt x="62" y="106"/>
                    <a:pt x="62" y="106"/>
                  </a:cubicBezTo>
                  <a:cubicBezTo>
                    <a:pt x="53" y="106"/>
                    <a:pt x="45" y="106"/>
                    <a:pt x="36" y="106"/>
                  </a:cubicBezTo>
                  <a:cubicBezTo>
                    <a:pt x="28" y="106"/>
                    <a:pt x="20" y="106"/>
                    <a:pt x="11" y="106"/>
                  </a:cubicBezTo>
                  <a:cubicBezTo>
                    <a:pt x="10" y="106"/>
                    <a:pt x="9" y="106"/>
                    <a:pt x="8" y="106"/>
                  </a:cubicBezTo>
                  <a:cubicBezTo>
                    <a:pt x="7" y="106"/>
                    <a:pt x="6" y="107"/>
                    <a:pt x="6" y="106"/>
                  </a:cubicBezTo>
                  <a:cubicBezTo>
                    <a:pt x="6" y="106"/>
                    <a:pt x="6" y="105"/>
                    <a:pt x="6" y="104"/>
                  </a:cubicBezTo>
                  <a:cubicBezTo>
                    <a:pt x="6" y="103"/>
                    <a:pt x="6" y="102"/>
                    <a:pt x="6" y="101"/>
                  </a:cubicBezTo>
                  <a:cubicBezTo>
                    <a:pt x="6" y="97"/>
                    <a:pt x="6" y="93"/>
                    <a:pt x="6" y="89"/>
                  </a:cubicBezTo>
                  <a:cubicBezTo>
                    <a:pt x="5" y="72"/>
                    <a:pt x="5" y="55"/>
                    <a:pt x="4" y="38"/>
                  </a:cubicBezTo>
                  <a:cubicBezTo>
                    <a:pt x="4" y="36"/>
                    <a:pt x="4" y="34"/>
                    <a:pt x="4" y="32"/>
                  </a:cubicBezTo>
                  <a:cubicBezTo>
                    <a:pt x="4" y="30"/>
                    <a:pt x="4" y="28"/>
                    <a:pt x="3" y="26"/>
                  </a:cubicBezTo>
                  <a:cubicBezTo>
                    <a:pt x="3" y="25"/>
                    <a:pt x="2" y="25"/>
                    <a:pt x="2" y="24"/>
                  </a:cubicBezTo>
                  <a:cubicBezTo>
                    <a:pt x="2" y="23"/>
                    <a:pt x="2" y="22"/>
                    <a:pt x="2" y="22"/>
                  </a:cubicBezTo>
                  <a:cubicBezTo>
                    <a:pt x="1" y="21"/>
                    <a:pt x="2" y="20"/>
                    <a:pt x="2" y="19"/>
                  </a:cubicBezTo>
                  <a:cubicBezTo>
                    <a:pt x="1" y="19"/>
                    <a:pt x="1" y="18"/>
                    <a:pt x="1" y="17"/>
                  </a:cubicBezTo>
                  <a:cubicBezTo>
                    <a:pt x="0" y="16"/>
                    <a:pt x="2" y="14"/>
                    <a:pt x="2" y="13"/>
                  </a:cubicBezTo>
                  <a:cubicBezTo>
                    <a:pt x="3" y="12"/>
                    <a:pt x="3" y="10"/>
                    <a:pt x="3" y="9"/>
                  </a:cubicBezTo>
                  <a:cubicBezTo>
                    <a:pt x="2" y="7"/>
                    <a:pt x="1" y="6"/>
                    <a:pt x="1" y="4"/>
                  </a:cubicBezTo>
                  <a:cubicBezTo>
                    <a:pt x="1" y="3"/>
                    <a:pt x="2" y="3"/>
                    <a:pt x="3" y="2"/>
                  </a:cubicBezTo>
                  <a:cubicBezTo>
                    <a:pt x="3" y="2"/>
                    <a:pt x="3" y="1"/>
                    <a:pt x="4" y="0"/>
                  </a:cubicBezTo>
                  <a:cubicBezTo>
                    <a:pt x="4" y="3"/>
                    <a:pt x="8" y="2"/>
                    <a:pt x="9" y="1"/>
                  </a:cubicBezTo>
                  <a:cubicBezTo>
                    <a:pt x="12" y="0"/>
                    <a:pt x="14" y="2"/>
                    <a:pt x="17" y="2"/>
                  </a:cubicBezTo>
                  <a:cubicBezTo>
                    <a:pt x="18" y="2"/>
                    <a:pt x="19" y="2"/>
                    <a:pt x="19" y="3"/>
                  </a:cubicBezTo>
                  <a:cubicBezTo>
                    <a:pt x="20" y="3"/>
                    <a:pt x="20" y="3"/>
                    <a:pt x="21" y="3"/>
                  </a:cubicBezTo>
                  <a:cubicBezTo>
                    <a:pt x="21" y="3"/>
                    <a:pt x="22" y="3"/>
                    <a:pt x="22" y="3"/>
                  </a:cubicBezTo>
                  <a:cubicBezTo>
                    <a:pt x="23" y="3"/>
                    <a:pt x="23" y="3"/>
                    <a:pt x="24" y="3"/>
                  </a:cubicBezTo>
                  <a:cubicBezTo>
                    <a:pt x="25" y="3"/>
                    <a:pt x="25" y="4"/>
                    <a:pt x="25" y="5"/>
                  </a:cubicBezTo>
                  <a:cubicBezTo>
                    <a:pt x="26" y="5"/>
                    <a:pt x="27" y="6"/>
                    <a:pt x="28" y="6"/>
                  </a:cubicBezTo>
                  <a:cubicBezTo>
                    <a:pt x="29" y="5"/>
                    <a:pt x="29" y="5"/>
                    <a:pt x="29" y="6"/>
                  </a:cubicBezTo>
                  <a:cubicBezTo>
                    <a:pt x="30" y="6"/>
                    <a:pt x="30" y="6"/>
                    <a:pt x="30" y="6"/>
                  </a:cubicBezTo>
                  <a:cubicBezTo>
                    <a:pt x="30" y="7"/>
                    <a:pt x="31" y="7"/>
                    <a:pt x="31" y="7"/>
                  </a:cubicBezTo>
                  <a:cubicBezTo>
                    <a:pt x="33" y="7"/>
                    <a:pt x="36" y="7"/>
                    <a:pt x="38" y="8"/>
                  </a:cubicBezTo>
                  <a:cubicBezTo>
                    <a:pt x="39" y="8"/>
                    <a:pt x="39" y="9"/>
                    <a:pt x="40" y="9"/>
                  </a:cubicBezTo>
                  <a:cubicBezTo>
                    <a:pt x="42" y="10"/>
                    <a:pt x="43" y="9"/>
                    <a:pt x="44" y="9"/>
                  </a:cubicBezTo>
                  <a:cubicBezTo>
                    <a:pt x="45" y="8"/>
                    <a:pt x="46" y="7"/>
                    <a:pt x="47" y="6"/>
                  </a:cubicBezTo>
                  <a:cubicBezTo>
                    <a:pt x="47" y="6"/>
                    <a:pt x="48" y="6"/>
                    <a:pt x="48" y="5"/>
                  </a:cubicBezTo>
                  <a:cubicBezTo>
                    <a:pt x="49" y="5"/>
                    <a:pt x="49" y="4"/>
                    <a:pt x="50" y="4"/>
                  </a:cubicBezTo>
                  <a:cubicBezTo>
                    <a:pt x="50" y="4"/>
                    <a:pt x="50" y="5"/>
                    <a:pt x="51" y="5"/>
                  </a:cubicBezTo>
                  <a:cubicBezTo>
                    <a:pt x="50" y="5"/>
                    <a:pt x="51" y="5"/>
                    <a:pt x="51" y="5"/>
                  </a:cubicBezTo>
                  <a:cubicBezTo>
                    <a:pt x="51" y="5"/>
                    <a:pt x="52" y="5"/>
                    <a:pt x="52" y="5"/>
                  </a:cubicBezTo>
                  <a:cubicBezTo>
                    <a:pt x="52" y="5"/>
                    <a:pt x="52" y="5"/>
                    <a:pt x="52" y="5"/>
                  </a:cubicBezTo>
                  <a:cubicBezTo>
                    <a:pt x="52" y="5"/>
                    <a:pt x="52" y="5"/>
                    <a:pt x="51" y="5"/>
                  </a:cubicBezTo>
                  <a:cubicBezTo>
                    <a:pt x="51" y="4"/>
                    <a:pt x="51" y="5"/>
                    <a:pt x="51" y="5"/>
                  </a:cubicBezTo>
                  <a:cubicBezTo>
                    <a:pt x="52" y="4"/>
                    <a:pt x="53" y="3"/>
                    <a:pt x="52" y="2"/>
                  </a:cubicBezTo>
                  <a:cubicBezTo>
                    <a:pt x="52" y="2"/>
                    <a:pt x="52" y="2"/>
                    <a:pt x="52" y="2"/>
                  </a:cubicBezTo>
                  <a:cubicBezTo>
                    <a:pt x="52" y="2"/>
                    <a:pt x="52" y="2"/>
                    <a:pt x="52" y="2"/>
                  </a:cubicBezTo>
                  <a:cubicBezTo>
                    <a:pt x="52" y="2"/>
                    <a:pt x="53" y="2"/>
                    <a:pt x="53" y="2"/>
                  </a:cubicBezTo>
                  <a:cubicBezTo>
                    <a:pt x="54" y="3"/>
                    <a:pt x="54" y="3"/>
                    <a:pt x="54" y="2"/>
                  </a:cubicBezTo>
                  <a:cubicBezTo>
                    <a:pt x="56" y="2"/>
                    <a:pt x="57" y="2"/>
                    <a:pt x="58" y="1"/>
                  </a:cubicBezTo>
                  <a:cubicBezTo>
                    <a:pt x="57" y="2"/>
                    <a:pt x="56" y="2"/>
                    <a:pt x="55" y="2"/>
                  </a:cubicBezTo>
                  <a:cubicBezTo>
                    <a:pt x="55" y="3"/>
                    <a:pt x="54" y="3"/>
                    <a:pt x="54" y="3"/>
                  </a:cubicBezTo>
                  <a:cubicBezTo>
                    <a:pt x="54" y="4"/>
                    <a:pt x="55" y="3"/>
                    <a:pt x="55" y="3"/>
                  </a:cubicBezTo>
                  <a:cubicBezTo>
                    <a:pt x="55" y="3"/>
                    <a:pt x="56" y="3"/>
                    <a:pt x="56" y="3"/>
                  </a:cubicBezTo>
                  <a:cubicBezTo>
                    <a:pt x="56" y="3"/>
                    <a:pt x="56" y="3"/>
                    <a:pt x="57" y="3"/>
                  </a:cubicBezTo>
                  <a:cubicBezTo>
                    <a:pt x="58" y="3"/>
                    <a:pt x="57" y="3"/>
                    <a:pt x="58" y="3"/>
                  </a:cubicBezTo>
                  <a:cubicBezTo>
                    <a:pt x="58" y="3"/>
                    <a:pt x="58" y="3"/>
                    <a:pt x="58" y="3"/>
                  </a:cubicBezTo>
                  <a:cubicBezTo>
                    <a:pt x="59" y="2"/>
                    <a:pt x="58" y="2"/>
                    <a:pt x="59" y="2"/>
                  </a:cubicBezTo>
                  <a:cubicBezTo>
                    <a:pt x="59" y="2"/>
                    <a:pt x="60" y="2"/>
                    <a:pt x="59" y="2"/>
                  </a:cubicBezTo>
                  <a:cubicBezTo>
                    <a:pt x="59" y="2"/>
                    <a:pt x="59" y="2"/>
                    <a:pt x="59" y="2"/>
                  </a:cubicBezTo>
                  <a:cubicBezTo>
                    <a:pt x="59" y="1"/>
                    <a:pt x="59" y="1"/>
                    <a:pt x="58" y="1"/>
                  </a:cubicBezTo>
                  <a:cubicBezTo>
                    <a:pt x="60" y="0"/>
                    <a:pt x="62" y="3"/>
                    <a:pt x="64" y="3"/>
                  </a:cubicBezTo>
                  <a:cubicBezTo>
                    <a:pt x="65" y="3"/>
                    <a:pt x="66" y="2"/>
                    <a:pt x="67" y="2"/>
                  </a:cubicBezTo>
                  <a:cubicBezTo>
                    <a:pt x="67" y="2"/>
                    <a:pt x="66" y="2"/>
                    <a:pt x="66" y="2"/>
                  </a:cubicBezTo>
                  <a:cubicBezTo>
                    <a:pt x="66" y="2"/>
                    <a:pt x="66" y="3"/>
                    <a:pt x="66" y="3"/>
                  </a:cubicBezTo>
                  <a:cubicBezTo>
                    <a:pt x="66" y="3"/>
                    <a:pt x="66" y="3"/>
                    <a:pt x="66" y="2"/>
                  </a:cubicBezTo>
                  <a:cubicBezTo>
                    <a:pt x="66" y="3"/>
                    <a:pt x="66" y="3"/>
                    <a:pt x="66" y="3"/>
                  </a:cubicBezTo>
                  <a:cubicBezTo>
                    <a:pt x="66" y="3"/>
                    <a:pt x="66" y="4"/>
                    <a:pt x="66" y="4"/>
                  </a:cubicBezTo>
                  <a:cubicBezTo>
                    <a:pt x="66" y="4"/>
                    <a:pt x="65" y="4"/>
                    <a:pt x="66" y="5"/>
                  </a:cubicBezTo>
                  <a:cubicBezTo>
                    <a:pt x="66" y="4"/>
                    <a:pt x="67" y="5"/>
                    <a:pt x="67" y="5"/>
                  </a:cubicBezTo>
                  <a:cubicBezTo>
                    <a:pt x="67" y="5"/>
                    <a:pt x="67" y="5"/>
                    <a:pt x="67" y="5"/>
                  </a:cubicBezTo>
                  <a:cubicBezTo>
                    <a:pt x="67" y="5"/>
                    <a:pt x="67" y="5"/>
                    <a:pt x="67" y="5"/>
                  </a:cubicBezTo>
                  <a:cubicBezTo>
                    <a:pt x="67" y="5"/>
                    <a:pt x="67" y="5"/>
                    <a:pt x="67" y="5"/>
                  </a:cubicBezTo>
                  <a:cubicBezTo>
                    <a:pt x="67" y="5"/>
                    <a:pt x="67" y="5"/>
                    <a:pt x="67" y="5"/>
                  </a:cubicBezTo>
                  <a:cubicBezTo>
                    <a:pt x="67" y="5"/>
                    <a:pt x="67" y="5"/>
                    <a:pt x="67" y="5"/>
                  </a:cubicBezTo>
                  <a:cubicBezTo>
                    <a:pt x="67" y="5"/>
                    <a:pt x="68" y="5"/>
                    <a:pt x="68" y="5"/>
                  </a:cubicBezTo>
                  <a:cubicBezTo>
                    <a:pt x="68" y="6"/>
                    <a:pt x="68" y="6"/>
                    <a:pt x="68" y="6"/>
                  </a:cubicBezTo>
                  <a:cubicBezTo>
                    <a:pt x="68" y="6"/>
                    <a:pt x="68" y="6"/>
                    <a:pt x="68" y="7"/>
                  </a:cubicBezTo>
                  <a:cubicBezTo>
                    <a:pt x="68" y="7"/>
                    <a:pt x="69" y="7"/>
                    <a:pt x="69" y="7"/>
                  </a:cubicBezTo>
                  <a:cubicBezTo>
                    <a:pt x="69" y="7"/>
                    <a:pt x="69" y="7"/>
                    <a:pt x="69" y="7"/>
                  </a:cubicBezTo>
                  <a:cubicBezTo>
                    <a:pt x="69" y="7"/>
                    <a:pt x="69" y="7"/>
                    <a:pt x="69" y="7"/>
                  </a:cubicBezTo>
                  <a:cubicBezTo>
                    <a:pt x="69" y="7"/>
                    <a:pt x="69" y="6"/>
                    <a:pt x="69" y="6"/>
                  </a:cubicBezTo>
                  <a:cubicBezTo>
                    <a:pt x="69" y="6"/>
                    <a:pt x="71" y="6"/>
                    <a:pt x="70" y="6"/>
                  </a:cubicBezTo>
                  <a:cubicBezTo>
                    <a:pt x="71" y="5"/>
                    <a:pt x="70" y="5"/>
                    <a:pt x="70" y="4"/>
                  </a:cubicBezTo>
                  <a:cubicBezTo>
                    <a:pt x="70" y="4"/>
                    <a:pt x="71" y="4"/>
                    <a:pt x="70" y="5"/>
                  </a:cubicBezTo>
                  <a:cubicBezTo>
                    <a:pt x="71" y="5"/>
                    <a:pt x="71" y="5"/>
                    <a:pt x="71" y="5"/>
                  </a:cubicBezTo>
                  <a:cubicBezTo>
                    <a:pt x="71" y="5"/>
                    <a:pt x="71" y="5"/>
                    <a:pt x="72" y="6"/>
                  </a:cubicBezTo>
                  <a:cubicBezTo>
                    <a:pt x="72" y="6"/>
                    <a:pt x="72" y="6"/>
                    <a:pt x="73" y="7"/>
                  </a:cubicBezTo>
                  <a:cubicBezTo>
                    <a:pt x="74" y="7"/>
                    <a:pt x="75" y="7"/>
                    <a:pt x="76" y="6"/>
                  </a:cubicBezTo>
                  <a:cubicBezTo>
                    <a:pt x="76" y="7"/>
                    <a:pt x="75" y="7"/>
                    <a:pt x="74" y="7"/>
                  </a:cubicBezTo>
                  <a:cubicBezTo>
                    <a:pt x="74" y="7"/>
                    <a:pt x="75" y="7"/>
                    <a:pt x="74" y="7"/>
                  </a:cubicBezTo>
                  <a:cubicBezTo>
                    <a:pt x="75" y="7"/>
                    <a:pt x="76" y="6"/>
                    <a:pt x="76" y="7"/>
                  </a:cubicBezTo>
                  <a:cubicBezTo>
                    <a:pt x="76" y="7"/>
                    <a:pt x="76" y="7"/>
                    <a:pt x="76" y="7"/>
                  </a:cubicBezTo>
                  <a:cubicBezTo>
                    <a:pt x="77" y="7"/>
                    <a:pt x="77" y="6"/>
                    <a:pt x="76" y="6"/>
                  </a:cubicBezTo>
                  <a:cubicBezTo>
                    <a:pt x="77" y="6"/>
                    <a:pt x="77" y="7"/>
                    <a:pt x="77" y="7"/>
                  </a:cubicBezTo>
                  <a:cubicBezTo>
                    <a:pt x="77" y="7"/>
                    <a:pt x="77" y="7"/>
                    <a:pt x="77" y="7"/>
                  </a:cubicBezTo>
                  <a:cubicBezTo>
                    <a:pt x="77" y="7"/>
                    <a:pt x="78" y="6"/>
                    <a:pt x="78" y="6"/>
                  </a:cubicBezTo>
                  <a:cubicBezTo>
                    <a:pt x="77" y="6"/>
                    <a:pt x="77" y="7"/>
                    <a:pt x="77" y="6"/>
                  </a:cubicBezTo>
                  <a:cubicBezTo>
                    <a:pt x="77" y="6"/>
                    <a:pt x="77" y="6"/>
                    <a:pt x="78" y="5"/>
                  </a:cubicBezTo>
                  <a:cubicBezTo>
                    <a:pt x="78" y="6"/>
                    <a:pt x="79" y="7"/>
                    <a:pt x="78" y="6"/>
                  </a:cubicBezTo>
                  <a:cubicBezTo>
                    <a:pt x="78" y="7"/>
                    <a:pt x="79" y="7"/>
                    <a:pt x="78" y="7"/>
                  </a:cubicBezTo>
                  <a:cubicBezTo>
                    <a:pt x="79" y="7"/>
                    <a:pt x="79" y="7"/>
                    <a:pt x="79" y="7"/>
                  </a:cubicBezTo>
                  <a:cubicBezTo>
                    <a:pt x="79" y="7"/>
                    <a:pt x="80" y="7"/>
                    <a:pt x="80" y="7"/>
                  </a:cubicBezTo>
                  <a:cubicBezTo>
                    <a:pt x="80" y="6"/>
                    <a:pt x="80" y="6"/>
                    <a:pt x="80" y="6"/>
                  </a:cubicBezTo>
                  <a:cubicBezTo>
                    <a:pt x="80" y="6"/>
                    <a:pt x="81" y="6"/>
                    <a:pt x="81" y="6"/>
                  </a:cubicBezTo>
                  <a:cubicBezTo>
                    <a:pt x="81" y="6"/>
                    <a:pt x="81" y="6"/>
                    <a:pt x="81" y="6"/>
                  </a:cubicBezTo>
                  <a:cubicBezTo>
                    <a:pt x="81" y="6"/>
                    <a:pt x="81" y="6"/>
                    <a:pt x="81" y="6"/>
                  </a:cubicBezTo>
                  <a:cubicBezTo>
                    <a:pt x="81" y="6"/>
                    <a:pt x="80" y="5"/>
                    <a:pt x="80" y="5"/>
                  </a:cubicBezTo>
                  <a:cubicBezTo>
                    <a:pt x="80" y="5"/>
                    <a:pt x="81" y="6"/>
                    <a:pt x="81" y="6"/>
                  </a:cubicBezTo>
                  <a:cubicBezTo>
                    <a:pt x="82" y="6"/>
                    <a:pt x="82" y="6"/>
                    <a:pt x="83" y="6"/>
                  </a:cubicBezTo>
                  <a:cubicBezTo>
                    <a:pt x="83" y="6"/>
                    <a:pt x="84" y="6"/>
                    <a:pt x="85" y="6"/>
                  </a:cubicBezTo>
                  <a:cubicBezTo>
                    <a:pt x="86" y="6"/>
                    <a:pt x="87" y="5"/>
                    <a:pt x="88" y="4"/>
                  </a:cubicBezTo>
                  <a:cubicBezTo>
                    <a:pt x="89" y="5"/>
                    <a:pt x="89" y="6"/>
                    <a:pt x="89" y="6"/>
                  </a:cubicBezTo>
                  <a:cubicBezTo>
                    <a:pt x="90" y="7"/>
                    <a:pt x="90" y="8"/>
                    <a:pt x="90" y="9"/>
                  </a:cubicBezTo>
                  <a:cubicBezTo>
                    <a:pt x="91" y="10"/>
                    <a:pt x="91" y="11"/>
                    <a:pt x="91" y="12"/>
                  </a:cubicBezTo>
                  <a:cubicBezTo>
                    <a:pt x="92" y="12"/>
                    <a:pt x="92" y="13"/>
                    <a:pt x="92" y="13"/>
                  </a:cubicBezTo>
                  <a:cubicBezTo>
                    <a:pt x="92" y="13"/>
                    <a:pt x="92" y="14"/>
                    <a:pt x="92" y="14"/>
                  </a:cubicBezTo>
                  <a:cubicBezTo>
                    <a:pt x="93" y="16"/>
                    <a:pt x="94" y="18"/>
                    <a:pt x="94" y="19"/>
                  </a:cubicBezTo>
                  <a:cubicBezTo>
                    <a:pt x="95" y="20"/>
                    <a:pt x="95" y="21"/>
                    <a:pt x="95" y="22"/>
                  </a:cubicBezTo>
                  <a:cubicBezTo>
                    <a:pt x="96" y="23"/>
                    <a:pt x="96" y="24"/>
                    <a:pt x="96" y="24"/>
                  </a:cubicBezTo>
                  <a:cubicBezTo>
                    <a:pt x="95" y="24"/>
                    <a:pt x="95" y="26"/>
                    <a:pt x="95" y="26"/>
                  </a:cubicBezTo>
                  <a:cubicBezTo>
                    <a:pt x="94" y="27"/>
                    <a:pt x="94" y="28"/>
                    <a:pt x="94" y="29"/>
                  </a:cubicBezTo>
                  <a:cubicBezTo>
                    <a:pt x="94" y="29"/>
                    <a:pt x="94" y="29"/>
                    <a:pt x="94" y="29"/>
                  </a:cubicBezTo>
                  <a:cubicBezTo>
                    <a:pt x="94" y="30"/>
                    <a:pt x="94" y="30"/>
                    <a:pt x="94" y="30"/>
                  </a:cubicBezTo>
                  <a:cubicBezTo>
                    <a:pt x="94" y="30"/>
                    <a:pt x="94" y="31"/>
                    <a:pt x="94" y="32"/>
                  </a:cubicBezTo>
                  <a:cubicBezTo>
                    <a:pt x="94" y="33"/>
                    <a:pt x="93" y="34"/>
                    <a:pt x="93" y="35"/>
                  </a:cubicBezTo>
                  <a:cubicBezTo>
                    <a:pt x="93" y="35"/>
                    <a:pt x="93" y="35"/>
                    <a:pt x="93" y="36"/>
                  </a:cubicBezTo>
                  <a:cubicBezTo>
                    <a:pt x="92" y="36"/>
                    <a:pt x="92" y="37"/>
                    <a:pt x="92" y="37"/>
                  </a:cubicBezTo>
                  <a:cubicBezTo>
                    <a:pt x="92" y="38"/>
                    <a:pt x="92" y="38"/>
                    <a:pt x="92" y="38"/>
                  </a:cubicBezTo>
                  <a:cubicBezTo>
                    <a:pt x="93" y="39"/>
                    <a:pt x="93" y="40"/>
                    <a:pt x="93" y="40"/>
                  </a:cubicBezTo>
                  <a:cubicBezTo>
                    <a:pt x="93" y="41"/>
                    <a:pt x="92" y="41"/>
                    <a:pt x="92" y="41"/>
                  </a:cubicBezTo>
                  <a:cubicBezTo>
                    <a:pt x="92" y="42"/>
                    <a:pt x="92" y="42"/>
                    <a:pt x="92" y="42"/>
                  </a:cubicBezTo>
                  <a:cubicBezTo>
                    <a:pt x="92" y="42"/>
                    <a:pt x="92" y="42"/>
                    <a:pt x="92" y="42"/>
                  </a:cubicBezTo>
                  <a:cubicBezTo>
                    <a:pt x="91" y="42"/>
                    <a:pt x="91" y="43"/>
                    <a:pt x="91" y="43"/>
                  </a:cubicBezTo>
                  <a:cubicBezTo>
                    <a:pt x="91" y="43"/>
                    <a:pt x="91" y="43"/>
                    <a:pt x="91" y="44"/>
                  </a:cubicBezTo>
                  <a:cubicBezTo>
                    <a:pt x="90" y="43"/>
                    <a:pt x="90" y="43"/>
                    <a:pt x="89" y="43"/>
                  </a:cubicBezTo>
                  <a:cubicBezTo>
                    <a:pt x="89" y="43"/>
                    <a:pt x="88" y="42"/>
                    <a:pt x="88" y="42"/>
                  </a:cubicBezTo>
                  <a:cubicBezTo>
                    <a:pt x="87" y="41"/>
                    <a:pt x="86" y="40"/>
                    <a:pt x="85" y="39"/>
                  </a:cubicBezTo>
                  <a:cubicBezTo>
                    <a:pt x="85" y="38"/>
                    <a:pt x="84" y="37"/>
                    <a:pt x="84" y="37"/>
                  </a:cubicBezTo>
                  <a:cubicBezTo>
                    <a:pt x="83" y="37"/>
                    <a:pt x="81" y="35"/>
                    <a:pt x="81" y="35"/>
                  </a:cubicBezTo>
                  <a:cubicBezTo>
                    <a:pt x="81" y="35"/>
                    <a:pt x="81" y="35"/>
                    <a:pt x="81" y="35"/>
                  </a:cubicBezTo>
                  <a:cubicBezTo>
                    <a:pt x="81" y="34"/>
                    <a:pt x="81" y="34"/>
                    <a:pt x="81" y="34"/>
                  </a:cubicBezTo>
                  <a:cubicBezTo>
                    <a:pt x="80" y="34"/>
                    <a:pt x="81" y="33"/>
                    <a:pt x="81" y="32"/>
                  </a:cubicBezTo>
                  <a:cubicBezTo>
                    <a:pt x="81" y="32"/>
                    <a:pt x="80" y="31"/>
                    <a:pt x="80" y="31"/>
                  </a:cubicBezTo>
                  <a:cubicBezTo>
                    <a:pt x="80" y="30"/>
                    <a:pt x="80" y="30"/>
                    <a:pt x="80" y="29"/>
                  </a:cubicBezTo>
                  <a:cubicBezTo>
                    <a:pt x="79" y="28"/>
                    <a:pt x="78" y="28"/>
                    <a:pt x="77" y="27"/>
                  </a:cubicBezTo>
                  <a:cubicBezTo>
                    <a:pt x="77" y="26"/>
                    <a:pt x="77" y="26"/>
                    <a:pt x="76" y="25"/>
                  </a:cubicBezTo>
                  <a:cubicBezTo>
                    <a:pt x="76" y="25"/>
                    <a:pt x="76" y="24"/>
                    <a:pt x="76" y="25"/>
                  </a:cubicBezTo>
                  <a:cubicBezTo>
                    <a:pt x="76" y="24"/>
                    <a:pt x="75" y="23"/>
                    <a:pt x="75" y="23"/>
                  </a:cubicBezTo>
                  <a:cubicBezTo>
                    <a:pt x="75" y="22"/>
                    <a:pt x="75" y="22"/>
                    <a:pt x="75" y="21"/>
                  </a:cubicBezTo>
                  <a:cubicBezTo>
                    <a:pt x="75" y="21"/>
                    <a:pt x="74" y="21"/>
                    <a:pt x="74" y="21"/>
                  </a:cubicBezTo>
                  <a:cubicBezTo>
                    <a:pt x="74" y="20"/>
                    <a:pt x="75" y="20"/>
                    <a:pt x="74" y="20"/>
                  </a:cubicBezTo>
                  <a:cubicBezTo>
                    <a:pt x="74" y="19"/>
                    <a:pt x="74" y="19"/>
                    <a:pt x="74" y="19"/>
                  </a:cubicBezTo>
                  <a:cubicBezTo>
                    <a:pt x="74" y="19"/>
                    <a:pt x="74" y="19"/>
                    <a:pt x="74" y="19"/>
                  </a:cubicBezTo>
                  <a:cubicBezTo>
                    <a:pt x="74" y="18"/>
                    <a:pt x="72" y="20"/>
                    <a:pt x="73" y="20"/>
                  </a:cubicBezTo>
                  <a:cubicBezTo>
                    <a:pt x="73" y="21"/>
                    <a:pt x="71" y="22"/>
                    <a:pt x="72" y="24"/>
                  </a:cubicBezTo>
                  <a:cubicBezTo>
                    <a:pt x="73" y="25"/>
                    <a:pt x="74" y="25"/>
                    <a:pt x="75" y="27"/>
                  </a:cubicBezTo>
                  <a:cubicBezTo>
                    <a:pt x="75" y="27"/>
                    <a:pt x="75" y="28"/>
                    <a:pt x="75" y="29"/>
                  </a:cubicBezTo>
                  <a:cubicBezTo>
                    <a:pt x="75" y="29"/>
                    <a:pt x="75" y="29"/>
                    <a:pt x="75" y="29"/>
                  </a:cubicBezTo>
                  <a:cubicBezTo>
                    <a:pt x="75" y="30"/>
                    <a:pt x="75" y="31"/>
                    <a:pt x="76" y="31"/>
                  </a:cubicBezTo>
                  <a:cubicBezTo>
                    <a:pt x="76" y="32"/>
                    <a:pt x="77" y="32"/>
                    <a:pt x="77" y="33"/>
                  </a:cubicBezTo>
                  <a:cubicBezTo>
                    <a:pt x="77" y="33"/>
                    <a:pt x="77" y="34"/>
                    <a:pt x="78" y="34"/>
                  </a:cubicBezTo>
                  <a:cubicBezTo>
                    <a:pt x="79" y="35"/>
                    <a:pt x="79" y="36"/>
                    <a:pt x="80" y="37"/>
                  </a:cubicBezTo>
                  <a:cubicBezTo>
                    <a:pt x="81" y="38"/>
                    <a:pt x="81" y="38"/>
                    <a:pt x="82" y="39"/>
                  </a:cubicBezTo>
                  <a:cubicBezTo>
                    <a:pt x="82" y="39"/>
                    <a:pt x="82" y="40"/>
                    <a:pt x="83" y="40"/>
                  </a:cubicBezTo>
                  <a:cubicBezTo>
                    <a:pt x="84" y="40"/>
                    <a:pt x="84" y="42"/>
                    <a:pt x="85" y="43"/>
                  </a:cubicBezTo>
                  <a:cubicBezTo>
                    <a:pt x="85" y="43"/>
                    <a:pt x="85" y="43"/>
                    <a:pt x="85" y="43"/>
                  </a:cubicBezTo>
                  <a:cubicBezTo>
                    <a:pt x="85" y="43"/>
                    <a:pt x="85" y="43"/>
                    <a:pt x="85" y="43"/>
                  </a:cubicBezTo>
                  <a:cubicBezTo>
                    <a:pt x="84" y="42"/>
                    <a:pt x="83" y="42"/>
                    <a:pt x="84" y="43"/>
                  </a:cubicBezTo>
                  <a:cubicBezTo>
                    <a:pt x="84" y="43"/>
                    <a:pt x="85" y="43"/>
                    <a:pt x="84" y="44"/>
                  </a:cubicBezTo>
                  <a:cubicBezTo>
                    <a:pt x="84" y="44"/>
                    <a:pt x="84" y="44"/>
                    <a:pt x="85" y="44"/>
                  </a:cubicBezTo>
                  <a:cubicBezTo>
                    <a:pt x="85" y="44"/>
                    <a:pt x="85" y="44"/>
                    <a:pt x="85" y="44"/>
                  </a:cubicBezTo>
                  <a:cubicBezTo>
                    <a:pt x="84" y="44"/>
                    <a:pt x="84" y="44"/>
                    <a:pt x="84" y="45"/>
                  </a:cubicBezTo>
                  <a:cubicBezTo>
                    <a:pt x="84" y="45"/>
                    <a:pt x="85" y="45"/>
                    <a:pt x="85" y="46"/>
                  </a:cubicBezTo>
                  <a:cubicBezTo>
                    <a:pt x="85" y="46"/>
                    <a:pt x="85" y="46"/>
                    <a:pt x="86" y="46"/>
                  </a:cubicBezTo>
                  <a:cubicBezTo>
                    <a:pt x="86" y="47"/>
                    <a:pt x="86" y="47"/>
                    <a:pt x="86" y="48"/>
                  </a:cubicBezTo>
                  <a:cubicBezTo>
                    <a:pt x="86" y="48"/>
                    <a:pt x="87" y="48"/>
                    <a:pt x="87" y="49"/>
                  </a:cubicBezTo>
                  <a:cubicBezTo>
                    <a:pt x="87" y="50"/>
                    <a:pt x="88" y="50"/>
                    <a:pt x="88" y="51"/>
                  </a:cubicBezTo>
                  <a:cubicBezTo>
                    <a:pt x="88" y="51"/>
                    <a:pt x="88" y="51"/>
                    <a:pt x="88" y="52"/>
                  </a:cubicBezTo>
                  <a:cubicBezTo>
                    <a:pt x="88" y="52"/>
                    <a:pt x="90" y="53"/>
                    <a:pt x="89" y="53"/>
                  </a:cubicBezTo>
                  <a:cubicBezTo>
                    <a:pt x="88" y="53"/>
                    <a:pt x="89" y="55"/>
                    <a:pt x="89" y="56"/>
                  </a:cubicBezTo>
                  <a:cubicBezTo>
                    <a:pt x="90" y="56"/>
                    <a:pt x="90" y="58"/>
                    <a:pt x="91" y="59"/>
                  </a:cubicBezTo>
                  <a:cubicBezTo>
                    <a:pt x="92" y="60"/>
                    <a:pt x="92" y="61"/>
                    <a:pt x="93" y="63"/>
                  </a:cubicBezTo>
                  <a:cubicBezTo>
                    <a:pt x="94" y="64"/>
                    <a:pt x="95" y="65"/>
                    <a:pt x="95" y="66"/>
                  </a:cubicBezTo>
                  <a:cubicBezTo>
                    <a:pt x="96" y="68"/>
                    <a:pt x="96" y="69"/>
                    <a:pt x="97" y="70"/>
                  </a:cubicBezTo>
                  <a:cubicBezTo>
                    <a:pt x="98" y="71"/>
                    <a:pt x="98" y="72"/>
                    <a:pt x="99" y="73"/>
                  </a:cubicBezTo>
                  <a:cubicBezTo>
                    <a:pt x="99" y="74"/>
                    <a:pt x="100" y="74"/>
                    <a:pt x="100" y="75"/>
                  </a:cubicBezTo>
                  <a:cubicBezTo>
                    <a:pt x="100" y="75"/>
                    <a:pt x="100" y="75"/>
                    <a:pt x="100" y="76"/>
                  </a:cubicBezTo>
                  <a:cubicBezTo>
                    <a:pt x="100" y="77"/>
                    <a:pt x="101" y="77"/>
                    <a:pt x="101" y="78"/>
                  </a:cubicBezTo>
                  <a:cubicBezTo>
                    <a:pt x="101" y="79"/>
                    <a:pt x="101" y="79"/>
                    <a:pt x="102" y="79"/>
                  </a:cubicBezTo>
                  <a:cubicBezTo>
                    <a:pt x="102" y="80"/>
                    <a:pt x="103" y="80"/>
                    <a:pt x="103" y="81"/>
                  </a:cubicBezTo>
                  <a:cubicBezTo>
                    <a:pt x="104" y="82"/>
                    <a:pt x="104" y="83"/>
                    <a:pt x="105" y="83"/>
                  </a:cubicBezTo>
                  <a:cubicBezTo>
                    <a:pt x="104" y="83"/>
                    <a:pt x="106" y="84"/>
                    <a:pt x="106" y="84"/>
                  </a:cubicBezTo>
                  <a:cubicBezTo>
                    <a:pt x="106" y="84"/>
                    <a:pt x="107" y="84"/>
                    <a:pt x="107" y="84"/>
                  </a:cubicBezTo>
                  <a:cubicBezTo>
                    <a:pt x="107" y="85"/>
                    <a:pt x="108" y="85"/>
                    <a:pt x="108" y="86"/>
                  </a:cubicBezTo>
                  <a:cubicBezTo>
                    <a:pt x="107" y="85"/>
                    <a:pt x="106" y="86"/>
                    <a:pt x="105" y="85"/>
                  </a:cubicBezTo>
                  <a:cubicBezTo>
                    <a:pt x="105" y="84"/>
                    <a:pt x="105" y="86"/>
                    <a:pt x="105" y="86"/>
                  </a:cubicBezTo>
                  <a:cubicBezTo>
                    <a:pt x="105" y="86"/>
                    <a:pt x="105" y="87"/>
                    <a:pt x="105" y="87"/>
                  </a:cubicBezTo>
                  <a:cubicBezTo>
                    <a:pt x="105" y="89"/>
                    <a:pt x="105" y="90"/>
                    <a:pt x="105" y="91"/>
                  </a:cubicBezTo>
                  <a:cubicBezTo>
                    <a:pt x="106" y="92"/>
                    <a:pt x="106" y="92"/>
                    <a:pt x="106" y="93"/>
                  </a:cubicBezTo>
                  <a:close/>
                  <a:moveTo>
                    <a:pt x="71" y="12"/>
                  </a:moveTo>
                  <a:cubicBezTo>
                    <a:pt x="71" y="12"/>
                    <a:pt x="71" y="12"/>
                    <a:pt x="71" y="12"/>
                  </a:cubicBezTo>
                  <a:cubicBezTo>
                    <a:pt x="71" y="12"/>
                    <a:pt x="71" y="12"/>
                    <a:pt x="71" y="12"/>
                  </a:cubicBezTo>
                  <a:close/>
                  <a:moveTo>
                    <a:pt x="73" y="16"/>
                  </a:moveTo>
                  <a:cubicBezTo>
                    <a:pt x="73" y="16"/>
                    <a:pt x="73" y="15"/>
                    <a:pt x="73" y="16"/>
                  </a:cubicBezTo>
                  <a:cubicBezTo>
                    <a:pt x="73" y="16"/>
                    <a:pt x="74" y="17"/>
                    <a:pt x="74" y="17"/>
                  </a:cubicBezTo>
                  <a:cubicBezTo>
                    <a:pt x="74" y="16"/>
                    <a:pt x="73" y="16"/>
                    <a:pt x="73" y="16"/>
                  </a:cubicBezTo>
                  <a:cubicBezTo>
                    <a:pt x="72" y="16"/>
                    <a:pt x="73" y="15"/>
                    <a:pt x="72" y="15"/>
                  </a:cubicBezTo>
                  <a:cubicBezTo>
                    <a:pt x="72" y="14"/>
                    <a:pt x="72" y="14"/>
                    <a:pt x="71" y="14"/>
                  </a:cubicBezTo>
                  <a:cubicBezTo>
                    <a:pt x="71" y="14"/>
                    <a:pt x="71" y="15"/>
                    <a:pt x="71" y="15"/>
                  </a:cubicBezTo>
                  <a:cubicBezTo>
                    <a:pt x="71" y="15"/>
                    <a:pt x="72" y="16"/>
                    <a:pt x="73" y="16"/>
                  </a:cubicBezTo>
                  <a:close/>
                  <a:moveTo>
                    <a:pt x="67" y="5"/>
                  </a:moveTo>
                  <a:cubicBezTo>
                    <a:pt x="67" y="5"/>
                    <a:pt x="67" y="5"/>
                    <a:pt x="67" y="5"/>
                  </a:cubicBezTo>
                  <a:cubicBezTo>
                    <a:pt x="67" y="5"/>
                    <a:pt x="67" y="5"/>
                    <a:pt x="67" y="5"/>
                  </a:cubicBezTo>
                  <a:close/>
                  <a:moveTo>
                    <a:pt x="67" y="2"/>
                  </a:moveTo>
                  <a:cubicBezTo>
                    <a:pt x="67" y="2"/>
                    <a:pt x="67" y="2"/>
                    <a:pt x="67" y="2"/>
                  </a:cubicBezTo>
                  <a:cubicBezTo>
                    <a:pt x="67" y="2"/>
                    <a:pt x="67" y="2"/>
                    <a:pt x="67" y="2"/>
                  </a:cubicBezTo>
                  <a:close/>
                  <a:moveTo>
                    <a:pt x="79" y="5"/>
                  </a:moveTo>
                  <a:cubicBezTo>
                    <a:pt x="78" y="5"/>
                    <a:pt x="77" y="5"/>
                    <a:pt x="76" y="6"/>
                  </a:cubicBezTo>
                  <a:cubicBezTo>
                    <a:pt x="78" y="5"/>
                    <a:pt x="78" y="5"/>
                    <a:pt x="79" y="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01" name="Ecuador">
              <a:extLst>
                <a:ext uri="{FF2B5EF4-FFF2-40B4-BE49-F238E27FC236}">
                  <a16:creationId xmlns:a16="http://schemas.microsoft.com/office/drawing/2014/main" id="{2404EE13-AA44-7325-F14C-FF331C23E915}"/>
                </a:ext>
              </a:extLst>
            </p:cNvPr>
            <p:cNvSpPr>
              <a:spLocks noEditPoints="1"/>
            </p:cNvSpPr>
            <p:nvPr/>
          </p:nvSpPr>
          <p:spPr bwMode="auto">
            <a:xfrm>
              <a:off x="2542517" y="3987500"/>
              <a:ext cx="566535" cy="254844"/>
            </a:xfrm>
            <a:custGeom>
              <a:avLst/>
              <a:gdLst/>
              <a:ahLst/>
              <a:cxnLst>
                <a:cxn ang="0">
                  <a:pos x="7" y="23"/>
                </a:cxn>
                <a:cxn ang="0">
                  <a:pos x="4" y="15"/>
                </a:cxn>
                <a:cxn ang="0">
                  <a:pos x="3" y="18"/>
                </a:cxn>
                <a:cxn ang="0">
                  <a:pos x="6" y="23"/>
                </a:cxn>
                <a:cxn ang="0">
                  <a:pos x="3" y="27"/>
                </a:cxn>
                <a:cxn ang="0">
                  <a:pos x="8" y="26"/>
                </a:cxn>
                <a:cxn ang="0">
                  <a:pos x="160" y="25"/>
                </a:cxn>
                <a:cxn ang="0">
                  <a:pos x="156" y="18"/>
                </a:cxn>
                <a:cxn ang="0">
                  <a:pos x="156" y="16"/>
                </a:cxn>
                <a:cxn ang="0">
                  <a:pos x="152" y="13"/>
                </a:cxn>
                <a:cxn ang="0">
                  <a:pos x="149" y="12"/>
                </a:cxn>
                <a:cxn ang="0">
                  <a:pos x="143" y="13"/>
                </a:cxn>
                <a:cxn ang="0">
                  <a:pos x="137" y="8"/>
                </a:cxn>
                <a:cxn ang="0">
                  <a:pos x="130" y="3"/>
                </a:cxn>
                <a:cxn ang="0">
                  <a:pos x="125" y="0"/>
                </a:cxn>
                <a:cxn ang="0">
                  <a:pos x="125" y="2"/>
                </a:cxn>
                <a:cxn ang="0">
                  <a:pos x="121" y="4"/>
                </a:cxn>
                <a:cxn ang="0">
                  <a:pos x="117" y="6"/>
                </a:cxn>
                <a:cxn ang="0">
                  <a:pos x="113" y="7"/>
                </a:cxn>
                <a:cxn ang="0">
                  <a:pos x="114" y="13"/>
                </a:cxn>
                <a:cxn ang="0">
                  <a:pos x="112" y="18"/>
                </a:cxn>
                <a:cxn ang="0">
                  <a:pos x="110" y="23"/>
                </a:cxn>
                <a:cxn ang="0">
                  <a:pos x="108" y="26"/>
                </a:cxn>
                <a:cxn ang="0">
                  <a:pos x="106" y="34"/>
                </a:cxn>
                <a:cxn ang="0">
                  <a:pos x="104" y="40"/>
                </a:cxn>
                <a:cxn ang="0">
                  <a:pos x="111" y="45"/>
                </a:cxn>
                <a:cxn ang="0">
                  <a:pos x="114" y="43"/>
                </a:cxn>
                <a:cxn ang="0">
                  <a:pos x="115" y="44"/>
                </a:cxn>
                <a:cxn ang="0">
                  <a:pos x="116" y="42"/>
                </a:cxn>
                <a:cxn ang="0">
                  <a:pos x="114" y="52"/>
                </a:cxn>
                <a:cxn ang="0">
                  <a:pos x="112" y="54"/>
                </a:cxn>
                <a:cxn ang="0">
                  <a:pos x="113" y="58"/>
                </a:cxn>
                <a:cxn ang="0">
                  <a:pos x="111" y="62"/>
                </a:cxn>
                <a:cxn ang="0">
                  <a:pos x="113" y="63"/>
                </a:cxn>
                <a:cxn ang="0">
                  <a:pos x="120" y="67"/>
                </a:cxn>
                <a:cxn ang="0">
                  <a:pos x="125" y="70"/>
                </a:cxn>
                <a:cxn ang="0">
                  <a:pos x="128" y="64"/>
                </a:cxn>
                <a:cxn ang="0">
                  <a:pos x="130" y="58"/>
                </a:cxn>
                <a:cxn ang="0">
                  <a:pos x="132" y="54"/>
                </a:cxn>
                <a:cxn ang="0">
                  <a:pos x="136" y="49"/>
                </a:cxn>
                <a:cxn ang="0">
                  <a:pos x="155" y="36"/>
                </a:cxn>
                <a:cxn ang="0">
                  <a:pos x="160" y="25"/>
                </a:cxn>
                <a:cxn ang="0">
                  <a:pos x="14" y="24"/>
                </a:cxn>
                <a:cxn ang="0">
                  <a:pos x="13" y="22"/>
                </a:cxn>
                <a:cxn ang="0">
                  <a:pos x="2" y="22"/>
                </a:cxn>
                <a:cxn ang="0">
                  <a:pos x="9" y="10"/>
                </a:cxn>
                <a:cxn ang="0">
                  <a:pos x="114" y="46"/>
                </a:cxn>
                <a:cxn ang="0">
                  <a:pos x="113" y="47"/>
                </a:cxn>
                <a:cxn ang="0">
                  <a:pos x="12" y="30"/>
                </a:cxn>
                <a:cxn ang="0">
                  <a:pos x="10" y="18"/>
                </a:cxn>
                <a:cxn ang="0">
                  <a:pos x="10" y="18"/>
                </a:cxn>
                <a:cxn ang="0">
                  <a:pos x="23" y="26"/>
                </a:cxn>
              </a:cxnLst>
              <a:rect l="0" t="0" r="r" b="b"/>
              <a:pathLst>
                <a:path w="160" h="72">
                  <a:moveTo>
                    <a:pt x="12" y="13"/>
                  </a:moveTo>
                  <a:cubicBezTo>
                    <a:pt x="12" y="13"/>
                    <a:pt x="11" y="12"/>
                    <a:pt x="12" y="12"/>
                  </a:cubicBezTo>
                  <a:cubicBezTo>
                    <a:pt x="13" y="12"/>
                    <a:pt x="13" y="13"/>
                    <a:pt x="12" y="13"/>
                  </a:cubicBezTo>
                  <a:close/>
                  <a:moveTo>
                    <a:pt x="7" y="23"/>
                  </a:moveTo>
                  <a:cubicBezTo>
                    <a:pt x="8" y="21"/>
                    <a:pt x="7" y="20"/>
                    <a:pt x="6" y="20"/>
                  </a:cubicBezTo>
                  <a:cubicBezTo>
                    <a:pt x="5" y="19"/>
                    <a:pt x="5" y="19"/>
                    <a:pt x="5" y="18"/>
                  </a:cubicBezTo>
                  <a:cubicBezTo>
                    <a:pt x="5" y="18"/>
                    <a:pt x="5" y="17"/>
                    <a:pt x="5" y="16"/>
                  </a:cubicBezTo>
                  <a:cubicBezTo>
                    <a:pt x="4" y="16"/>
                    <a:pt x="4" y="15"/>
                    <a:pt x="4" y="15"/>
                  </a:cubicBezTo>
                  <a:cubicBezTo>
                    <a:pt x="2" y="15"/>
                    <a:pt x="2" y="16"/>
                    <a:pt x="1" y="16"/>
                  </a:cubicBezTo>
                  <a:cubicBezTo>
                    <a:pt x="1" y="17"/>
                    <a:pt x="2" y="17"/>
                    <a:pt x="2" y="16"/>
                  </a:cubicBezTo>
                  <a:cubicBezTo>
                    <a:pt x="3" y="16"/>
                    <a:pt x="3" y="17"/>
                    <a:pt x="3" y="17"/>
                  </a:cubicBezTo>
                  <a:cubicBezTo>
                    <a:pt x="3" y="18"/>
                    <a:pt x="3" y="18"/>
                    <a:pt x="3" y="18"/>
                  </a:cubicBezTo>
                  <a:cubicBezTo>
                    <a:pt x="3" y="18"/>
                    <a:pt x="3" y="19"/>
                    <a:pt x="3" y="19"/>
                  </a:cubicBezTo>
                  <a:cubicBezTo>
                    <a:pt x="3" y="19"/>
                    <a:pt x="4" y="20"/>
                    <a:pt x="4" y="20"/>
                  </a:cubicBezTo>
                  <a:cubicBezTo>
                    <a:pt x="5" y="21"/>
                    <a:pt x="5" y="21"/>
                    <a:pt x="5" y="22"/>
                  </a:cubicBezTo>
                  <a:cubicBezTo>
                    <a:pt x="6" y="22"/>
                    <a:pt x="6" y="23"/>
                    <a:pt x="6" y="23"/>
                  </a:cubicBezTo>
                  <a:cubicBezTo>
                    <a:pt x="5" y="24"/>
                    <a:pt x="5" y="23"/>
                    <a:pt x="4" y="24"/>
                  </a:cubicBezTo>
                  <a:cubicBezTo>
                    <a:pt x="4" y="24"/>
                    <a:pt x="4" y="24"/>
                    <a:pt x="3" y="24"/>
                  </a:cubicBezTo>
                  <a:cubicBezTo>
                    <a:pt x="3" y="25"/>
                    <a:pt x="2" y="26"/>
                    <a:pt x="2" y="26"/>
                  </a:cubicBezTo>
                  <a:cubicBezTo>
                    <a:pt x="2" y="26"/>
                    <a:pt x="3" y="27"/>
                    <a:pt x="3" y="27"/>
                  </a:cubicBezTo>
                  <a:cubicBezTo>
                    <a:pt x="3" y="28"/>
                    <a:pt x="5" y="28"/>
                    <a:pt x="5" y="28"/>
                  </a:cubicBezTo>
                  <a:cubicBezTo>
                    <a:pt x="6" y="28"/>
                    <a:pt x="6" y="27"/>
                    <a:pt x="7" y="27"/>
                  </a:cubicBezTo>
                  <a:cubicBezTo>
                    <a:pt x="7" y="27"/>
                    <a:pt x="7" y="27"/>
                    <a:pt x="7" y="27"/>
                  </a:cubicBezTo>
                  <a:cubicBezTo>
                    <a:pt x="8" y="27"/>
                    <a:pt x="8" y="26"/>
                    <a:pt x="8" y="26"/>
                  </a:cubicBezTo>
                  <a:cubicBezTo>
                    <a:pt x="8" y="25"/>
                    <a:pt x="9" y="24"/>
                    <a:pt x="9" y="24"/>
                  </a:cubicBezTo>
                  <a:cubicBezTo>
                    <a:pt x="9" y="24"/>
                    <a:pt x="8" y="23"/>
                    <a:pt x="8" y="23"/>
                  </a:cubicBezTo>
                  <a:cubicBezTo>
                    <a:pt x="8" y="23"/>
                    <a:pt x="7" y="23"/>
                    <a:pt x="7" y="23"/>
                  </a:cubicBezTo>
                  <a:close/>
                  <a:moveTo>
                    <a:pt x="160" y="25"/>
                  </a:moveTo>
                  <a:cubicBezTo>
                    <a:pt x="160" y="24"/>
                    <a:pt x="160" y="24"/>
                    <a:pt x="160" y="23"/>
                  </a:cubicBezTo>
                  <a:cubicBezTo>
                    <a:pt x="160" y="22"/>
                    <a:pt x="159" y="22"/>
                    <a:pt x="159" y="21"/>
                  </a:cubicBezTo>
                  <a:cubicBezTo>
                    <a:pt x="158" y="20"/>
                    <a:pt x="158" y="20"/>
                    <a:pt x="158" y="19"/>
                  </a:cubicBezTo>
                  <a:cubicBezTo>
                    <a:pt x="157" y="18"/>
                    <a:pt x="157" y="19"/>
                    <a:pt x="156" y="18"/>
                  </a:cubicBezTo>
                  <a:cubicBezTo>
                    <a:pt x="156" y="17"/>
                    <a:pt x="157" y="18"/>
                    <a:pt x="157" y="18"/>
                  </a:cubicBezTo>
                  <a:cubicBezTo>
                    <a:pt x="158" y="18"/>
                    <a:pt x="159" y="18"/>
                    <a:pt x="160" y="18"/>
                  </a:cubicBezTo>
                  <a:cubicBezTo>
                    <a:pt x="159" y="17"/>
                    <a:pt x="158" y="17"/>
                    <a:pt x="157" y="16"/>
                  </a:cubicBezTo>
                  <a:cubicBezTo>
                    <a:pt x="156" y="16"/>
                    <a:pt x="156" y="16"/>
                    <a:pt x="156" y="16"/>
                  </a:cubicBezTo>
                  <a:cubicBezTo>
                    <a:pt x="155" y="16"/>
                    <a:pt x="155" y="16"/>
                    <a:pt x="154" y="15"/>
                  </a:cubicBezTo>
                  <a:cubicBezTo>
                    <a:pt x="154" y="15"/>
                    <a:pt x="153" y="14"/>
                    <a:pt x="153" y="14"/>
                  </a:cubicBezTo>
                  <a:cubicBezTo>
                    <a:pt x="153" y="14"/>
                    <a:pt x="153" y="13"/>
                    <a:pt x="152" y="13"/>
                  </a:cubicBezTo>
                  <a:cubicBezTo>
                    <a:pt x="152" y="13"/>
                    <a:pt x="152" y="13"/>
                    <a:pt x="152" y="13"/>
                  </a:cubicBezTo>
                  <a:cubicBezTo>
                    <a:pt x="152" y="12"/>
                    <a:pt x="152" y="12"/>
                    <a:pt x="151" y="12"/>
                  </a:cubicBezTo>
                  <a:cubicBezTo>
                    <a:pt x="151" y="12"/>
                    <a:pt x="151" y="12"/>
                    <a:pt x="150" y="12"/>
                  </a:cubicBezTo>
                  <a:cubicBezTo>
                    <a:pt x="150" y="12"/>
                    <a:pt x="150" y="12"/>
                    <a:pt x="149" y="12"/>
                  </a:cubicBezTo>
                  <a:cubicBezTo>
                    <a:pt x="149" y="12"/>
                    <a:pt x="149" y="12"/>
                    <a:pt x="149" y="12"/>
                  </a:cubicBezTo>
                  <a:cubicBezTo>
                    <a:pt x="149" y="13"/>
                    <a:pt x="149" y="13"/>
                    <a:pt x="148" y="13"/>
                  </a:cubicBezTo>
                  <a:cubicBezTo>
                    <a:pt x="148" y="14"/>
                    <a:pt x="148" y="14"/>
                    <a:pt x="147" y="14"/>
                  </a:cubicBezTo>
                  <a:cubicBezTo>
                    <a:pt x="147" y="14"/>
                    <a:pt x="146" y="13"/>
                    <a:pt x="145" y="14"/>
                  </a:cubicBezTo>
                  <a:cubicBezTo>
                    <a:pt x="145" y="14"/>
                    <a:pt x="144" y="13"/>
                    <a:pt x="143" y="13"/>
                  </a:cubicBezTo>
                  <a:cubicBezTo>
                    <a:pt x="143" y="13"/>
                    <a:pt x="142" y="12"/>
                    <a:pt x="142" y="12"/>
                  </a:cubicBezTo>
                  <a:cubicBezTo>
                    <a:pt x="141" y="12"/>
                    <a:pt x="141" y="13"/>
                    <a:pt x="140" y="12"/>
                  </a:cubicBezTo>
                  <a:cubicBezTo>
                    <a:pt x="139" y="12"/>
                    <a:pt x="138" y="11"/>
                    <a:pt x="139" y="10"/>
                  </a:cubicBezTo>
                  <a:cubicBezTo>
                    <a:pt x="139" y="9"/>
                    <a:pt x="137" y="9"/>
                    <a:pt x="137" y="8"/>
                  </a:cubicBezTo>
                  <a:cubicBezTo>
                    <a:pt x="136" y="8"/>
                    <a:pt x="137" y="7"/>
                    <a:pt x="136" y="7"/>
                  </a:cubicBezTo>
                  <a:cubicBezTo>
                    <a:pt x="134" y="8"/>
                    <a:pt x="134" y="7"/>
                    <a:pt x="133" y="6"/>
                  </a:cubicBezTo>
                  <a:cubicBezTo>
                    <a:pt x="133" y="6"/>
                    <a:pt x="130" y="5"/>
                    <a:pt x="131" y="5"/>
                  </a:cubicBezTo>
                  <a:cubicBezTo>
                    <a:pt x="131" y="4"/>
                    <a:pt x="131" y="3"/>
                    <a:pt x="130" y="3"/>
                  </a:cubicBezTo>
                  <a:cubicBezTo>
                    <a:pt x="130" y="3"/>
                    <a:pt x="129" y="4"/>
                    <a:pt x="129" y="3"/>
                  </a:cubicBezTo>
                  <a:cubicBezTo>
                    <a:pt x="128" y="4"/>
                    <a:pt x="128" y="3"/>
                    <a:pt x="127" y="2"/>
                  </a:cubicBezTo>
                  <a:cubicBezTo>
                    <a:pt x="127" y="2"/>
                    <a:pt x="127" y="2"/>
                    <a:pt x="126" y="2"/>
                  </a:cubicBezTo>
                  <a:cubicBezTo>
                    <a:pt x="126" y="1"/>
                    <a:pt x="126" y="1"/>
                    <a:pt x="125" y="0"/>
                  </a:cubicBezTo>
                  <a:cubicBezTo>
                    <a:pt x="125" y="1"/>
                    <a:pt x="125" y="1"/>
                    <a:pt x="125" y="1"/>
                  </a:cubicBezTo>
                  <a:cubicBezTo>
                    <a:pt x="125" y="1"/>
                    <a:pt x="125" y="1"/>
                    <a:pt x="125" y="2"/>
                  </a:cubicBezTo>
                  <a:cubicBezTo>
                    <a:pt x="125" y="2"/>
                    <a:pt x="125" y="2"/>
                    <a:pt x="125" y="2"/>
                  </a:cubicBezTo>
                  <a:cubicBezTo>
                    <a:pt x="125" y="2"/>
                    <a:pt x="125" y="2"/>
                    <a:pt x="125" y="2"/>
                  </a:cubicBezTo>
                  <a:cubicBezTo>
                    <a:pt x="125" y="2"/>
                    <a:pt x="125" y="3"/>
                    <a:pt x="124" y="3"/>
                  </a:cubicBezTo>
                  <a:cubicBezTo>
                    <a:pt x="124" y="3"/>
                    <a:pt x="124" y="4"/>
                    <a:pt x="124" y="4"/>
                  </a:cubicBezTo>
                  <a:cubicBezTo>
                    <a:pt x="124" y="4"/>
                    <a:pt x="124" y="2"/>
                    <a:pt x="123" y="3"/>
                  </a:cubicBezTo>
                  <a:cubicBezTo>
                    <a:pt x="122" y="4"/>
                    <a:pt x="122" y="4"/>
                    <a:pt x="121" y="4"/>
                  </a:cubicBezTo>
                  <a:cubicBezTo>
                    <a:pt x="120" y="4"/>
                    <a:pt x="119" y="5"/>
                    <a:pt x="118" y="5"/>
                  </a:cubicBezTo>
                  <a:cubicBezTo>
                    <a:pt x="117" y="6"/>
                    <a:pt x="118" y="6"/>
                    <a:pt x="117" y="7"/>
                  </a:cubicBezTo>
                  <a:cubicBezTo>
                    <a:pt x="117" y="7"/>
                    <a:pt x="117" y="7"/>
                    <a:pt x="117" y="6"/>
                  </a:cubicBezTo>
                  <a:cubicBezTo>
                    <a:pt x="117" y="6"/>
                    <a:pt x="117" y="6"/>
                    <a:pt x="117" y="6"/>
                  </a:cubicBezTo>
                  <a:cubicBezTo>
                    <a:pt x="117" y="5"/>
                    <a:pt x="116" y="6"/>
                    <a:pt x="116" y="6"/>
                  </a:cubicBezTo>
                  <a:cubicBezTo>
                    <a:pt x="116" y="6"/>
                    <a:pt x="115" y="7"/>
                    <a:pt x="115" y="7"/>
                  </a:cubicBezTo>
                  <a:cubicBezTo>
                    <a:pt x="114" y="7"/>
                    <a:pt x="114" y="7"/>
                    <a:pt x="114" y="7"/>
                  </a:cubicBezTo>
                  <a:cubicBezTo>
                    <a:pt x="114" y="7"/>
                    <a:pt x="113" y="7"/>
                    <a:pt x="113" y="7"/>
                  </a:cubicBezTo>
                  <a:cubicBezTo>
                    <a:pt x="113" y="8"/>
                    <a:pt x="112" y="8"/>
                    <a:pt x="113" y="9"/>
                  </a:cubicBezTo>
                  <a:cubicBezTo>
                    <a:pt x="113" y="9"/>
                    <a:pt x="114" y="9"/>
                    <a:pt x="114" y="10"/>
                  </a:cubicBezTo>
                  <a:cubicBezTo>
                    <a:pt x="114" y="10"/>
                    <a:pt x="113" y="11"/>
                    <a:pt x="113" y="11"/>
                  </a:cubicBezTo>
                  <a:cubicBezTo>
                    <a:pt x="114" y="12"/>
                    <a:pt x="114" y="12"/>
                    <a:pt x="114" y="13"/>
                  </a:cubicBezTo>
                  <a:cubicBezTo>
                    <a:pt x="114" y="13"/>
                    <a:pt x="113" y="12"/>
                    <a:pt x="113" y="12"/>
                  </a:cubicBezTo>
                  <a:cubicBezTo>
                    <a:pt x="113" y="13"/>
                    <a:pt x="113" y="14"/>
                    <a:pt x="113" y="14"/>
                  </a:cubicBezTo>
                  <a:cubicBezTo>
                    <a:pt x="113" y="15"/>
                    <a:pt x="113" y="15"/>
                    <a:pt x="113" y="16"/>
                  </a:cubicBezTo>
                  <a:cubicBezTo>
                    <a:pt x="112" y="17"/>
                    <a:pt x="112" y="17"/>
                    <a:pt x="112" y="18"/>
                  </a:cubicBezTo>
                  <a:cubicBezTo>
                    <a:pt x="111" y="18"/>
                    <a:pt x="111" y="18"/>
                    <a:pt x="110" y="18"/>
                  </a:cubicBezTo>
                  <a:cubicBezTo>
                    <a:pt x="110" y="19"/>
                    <a:pt x="110" y="19"/>
                    <a:pt x="109" y="20"/>
                  </a:cubicBezTo>
                  <a:cubicBezTo>
                    <a:pt x="109" y="20"/>
                    <a:pt x="109" y="21"/>
                    <a:pt x="109" y="21"/>
                  </a:cubicBezTo>
                  <a:cubicBezTo>
                    <a:pt x="109" y="22"/>
                    <a:pt x="110" y="22"/>
                    <a:pt x="110" y="23"/>
                  </a:cubicBezTo>
                  <a:cubicBezTo>
                    <a:pt x="110" y="23"/>
                    <a:pt x="111" y="23"/>
                    <a:pt x="111" y="23"/>
                  </a:cubicBezTo>
                  <a:cubicBezTo>
                    <a:pt x="111" y="23"/>
                    <a:pt x="110" y="23"/>
                    <a:pt x="110" y="23"/>
                  </a:cubicBezTo>
                  <a:cubicBezTo>
                    <a:pt x="109" y="23"/>
                    <a:pt x="109" y="24"/>
                    <a:pt x="109" y="25"/>
                  </a:cubicBezTo>
                  <a:cubicBezTo>
                    <a:pt x="109" y="25"/>
                    <a:pt x="109" y="25"/>
                    <a:pt x="108" y="26"/>
                  </a:cubicBezTo>
                  <a:cubicBezTo>
                    <a:pt x="108" y="27"/>
                    <a:pt x="107" y="26"/>
                    <a:pt x="106" y="26"/>
                  </a:cubicBezTo>
                  <a:cubicBezTo>
                    <a:pt x="105" y="27"/>
                    <a:pt x="105" y="28"/>
                    <a:pt x="105" y="29"/>
                  </a:cubicBezTo>
                  <a:cubicBezTo>
                    <a:pt x="106" y="30"/>
                    <a:pt x="107" y="30"/>
                    <a:pt x="106" y="31"/>
                  </a:cubicBezTo>
                  <a:cubicBezTo>
                    <a:pt x="106" y="33"/>
                    <a:pt x="105" y="33"/>
                    <a:pt x="106" y="34"/>
                  </a:cubicBezTo>
                  <a:cubicBezTo>
                    <a:pt x="106" y="35"/>
                    <a:pt x="107" y="37"/>
                    <a:pt x="107" y="38"/>
                  </a:cubicBezTo>
                  <a:cubicBezTo>
                    <a:pt x="107" y="39"/>
                    <a:pt x="107" y="39"/>
                    <a:pt x="106" y="40"/>
                  </a:cubicBezTo>
                  <a:cubicBezTo>
                    <a:pt x="106" y="40"/>
                    <a:pt x="105" y="41"/>
                    <a:pt x="105" y="40"/>
                  </a:cubicBezTo>
                  <a:cubicBezTo>
                    <a:pt x="105" y="40"/>
                    <a:pt x="104" y="40"/>
                    <a:pt x="104" y="40"/>
                  </a:cubicBezTo>
                  <a:cubicBezTo>
                    <a:pt x="104" y="40"/>
                    <a:pt x="106" y="42"/>
                    <a:pt x="106" y="42"/>
                  </a:cubicBezTo>
                  <a:cubicBezTo>
                    <a:pt x="108" y="43"/>
                    <a:pt x="108" y="43"/>
                    <a:pt x="109" y="44"/>
                  </a:cubicBezTo>
                  <a:cubicBezTo>
                    <a:pt x="110" y="45"/>
                    <a:pt x="110" y="46"/>
                    <a:pt x="111" y="46"/>
                  </a:cubicBezTo>
                  <a:cubicBezTo>
                    <a:pt x="112" y="47"/>
                    <a:pt x="111" y="45"/>
                    <a:pt x="111" y="45"/>
                  </a:cubicBezTo>
                  <a:cubicBezTo>
                    <a:pt x="111" y="45"/>
                    <a:pt x="112" y="45"/>
                    <a:pt x="112" y="45"/>
                  </a:cubicBezTo>
                  <a:cubicBezTo>
                    <a:pt x="113" y="44"/>
                    <a:pt x="113" y="44"/>
                    <a:pt x="113" y="44"/>
                  </a:cubicBezTo>
                  <a:cubicBezTo>
                    <a:pt x="114" y="43"/>
                    <a:pt x="114" y="42"/>
                    <a:pt x="114" y="42"/>
                  </a:cubicBezTo>
                  <a:cubicBezTo>
                    <a:pt x="114" y="42"/>
                    <a:pt x="113" y="43"/>
                    <a:pt x="114" y="43"/>
                  </a:cubicBezTo>
                  <a:cubicBezTo>
                    <a:pt x="114" y="43"/>
                    <a:pt x="115" y="43"/>
                    <a:pt x="115" y="44"/>
                  </a:cubicBezTo>
                  <a:cubicBezTo>
                    <a:pt x="115" y="44"/>
                    <a:pt x="114" y="43"/>
                    <a:pt x="114" y="44"/>
                  </a:cubicBezTo>
                  <a:cubicBezTo>
                    <a:pt x="114" y="44"/>
                    <a:pt x="114" y="44"/>
                    <a:pt x="114" y="45"/>
                  </a:cubicBezTo>
                  <a:cubicBezTo>
                    <a:pt x="114" y="45"/>
                    <a:pt x="115" y="44"/>
                    <a:pt x="115" y="44"/>
                  </a:cubicBezTo>
                  <a:cubicBezTo>
                    <a:pt x="115" y="43"/>
                    <a:pt x="116" y="42"/>
                    <a:pt x="115" y="41"/>
                  </a:cubicBezTo>
                  <a:cubicBezTo>
                    <a:pt x="115" y="40"/>
                    <a:pt x="115" y="39"/>
                    <a:pt x="116" y="38"/>
                  </a:cubicBezTo>
                  <a:cubicBezTo>
                    <a:pt x="116" y="39"/>
                    <a:pt x="116" y="39"/>
                    <a:pt x="115" y="40"/>
                  </a:cubicBezTo>
                  <a:cubicBezTo>
                    <a:pt x="115" y="40"/>
                    <a:pt x="115" y="41"/>
                    <a:pt x="116" y="42"/>
                  </a:cubicBezTo>
                  <a:cubicBezTo>
                    <a:pt x="116" y="42"/>
                    <a:pt x="116" y="43"/>
                    <a:pt x="116" y="43"/>
                  </a:cubicBezTo>
                  <a:cubicBezTo>
                    <a:pt x="117" y="44"/>
                    <a:pt x="117" y="44"/>
                    <a:pt x="117" y="45"/>
                  </a:cubicBezTo>
                  <a:cubicBezTo>
                    <a:pt x="116" y="46"/>
                    <a:pt x="116" y="47"/>
                    <a:pt x="116" y="49"/>
                  </a:cubicBezTo>
                  <a:cubicBezTo>
                    <a:pt x="115" y="50"/>
                    <a:pt x="115" y="51"/>
                    <a:pt x="114" y="52"/>
                  </a:cubicBezTo>
                  <a:cubicBezTo>
                    <a:pt x="114" y="51"/>
                    <a:pt x="113" y="53"/>
                    <a:pt x="113" y="53"/>
                  </a:cubicBezTo>
                  <a:cubicBezTo>
                    <a:pt x="113" y="53"/>
                    <a:pt x="111" y="53"/>
                    <a:pt x="111" y="53"/>
                  </a:cubicBezTo>
                  <a:cubicBezTo>
                    <a:pt x="111" y="52"/>
                    <a:pt x="111" y="53"/>
                    <a:pt x="111" y="53"/>
                  </a:cubicBezTo>
                  <a:cubicBezTo>
                    <a:pt x="111" y="54"/>
                    <a:pt x="112" y="54"/>
                    <a:pt x="112" y="54"/>
                  </a:cubicBezTo>
                  <a:cubicBezTo>
                    <a:pt x="112" y="54"/>
                    <a:pt x="112" y="54"/>
                    <a:pt x="112" y="55"/>
                  </a:cubicBezTo>
                  <a:cubicBezTo>
                    <a:pt x="112" y="55"/>
                    <a:pt x="112" y="55"/>
                    <a:pt x="112" y="56"/>
                  </a:cubicBezTo>
                  <a:cubicBezTo>
                    <a:pt x="113" y="56"/>
                    <a:pt x="112" y="57"/>
                    <a:pt x="112" y="57"/>
                  </a:cubicBezTo>
                  <a:cubicBezTo>
                    <a:pt x="112" y="57"/>
                    <a:pt x="113" y="58"/>
                    <a:pt x="113" y="58"/>
                  </a:cubicBezTo>
                  <a:cubicBezTo>
                    <a:pt x="113" y="59"/>
                    <a:pt x="113" y="59"/>
                    <a:pt x="113" y="59"/>
                  </a:cubicBezTo>
                  <a:cubicBezTo>
                    <a:pt x="112" y="60"/>
                    <a:pt x="112" y="60"/>
                    <a:pt x="111" y="60"/>
                  </a:cubicBezTo>
                  <a:cubicBezTo>
                    <a:pt x="110" y="60"/>
                    <a:pt x="110" y="60"/>
                    <a:pt x="110" y="61"/>
                  </a:cubicBezTo>
                  <a:cubicBezTo>
                    <a:pt x="110" y="62"/>
                    <a:pt x="110" y="63"/>
                    <a:pt x="111" y="62"/>
                  </a:cubicBezTo>
                  <a:cubicBezTo>
                    <a:pt x="111" y="62"/>
                    <a:pt x="111" y="63"/>
                    <a:pt x="111" y="63"/>
                  </a:cubicBezTo>
                  <a:cubicBezTo>
                    <a:pt x="111" y="63"/>
                    <a:pt x="110" y="64"/>
                    <a:pt x="110" y="64"/>
                  </a:cubicBezTo>
                  <a:cubicBezTo>
                    <a:pt x="110" y="65"/>
                    <a:pt x="111" y="66"/>
                    <a:pt x="112" y="65"/>
                  </a:cubicBezTo>
                  <a:cubicBezTo>
                    <a:pt x="112" y="65"/>
                    <a:pt x="113" y="64"/>
                    <a:pt x="113" y="63"/>
                  </a:cubicBezTo>
                  <a:cubicBezTo>
                    <a:pt x="114" y="63"/>
                    <a:pt x="114" y="64"/>
                    <a:pt x="115" y="64"/>
                  </a:cubicBezTo>
                  <a:cubicBezTo>
                    <a:pt x="116" y="65"/>
                    <a:pt x="116" y="65"/>
                    <a:pt x="117" y="66"/>
                  </a:cubicBezTo>
                  <a:cubicBezTo>
                    <a:pt x="117" y="66"/>
                    <a:pt x="118" y="64"/>
                    <a:pt x="119" y="65"/>
                  </a:cubicBezTo>
                  <a:cubicBezTo>
                    <a:pt x="119" y="65"/>
                    <a:pt x="120" y="66"/>
                    <a:pt x="120" y="67"/>
                  </a:cubicBezTo>
                  <a:cubicBezTo>
                    <a:pt x="119" y="67"/>
                    <a:pt x="120" y="68"/>
                    <a:pt x="120" y="69"/>
                  </a:cubicBezTo>
                  <a:cubicBezTo>
                    <a:pt x="121" y="69"/>
                    <a:pt x="121" y="70"/>
                    <a:pt x="122" y="70"/>
                  </a:cubicBezTo>
                  <a:cubicBezTo>
                    <a:pt x="122" y="71"/>
                    <a:pt x="123" y="71"/>
                    <a:pt x="123" y="71"/>
                  </a:cubicBezTo>
                  <a:cubicBezTo>
                    <a:pt x="125" y="72"/>
                    <a:pt x="124" y="70"/>
                    <a:pt x="125" y="70"/>
                  </a:cubicBezTo>
                  <a:cubicBezTo>
                    <a:pt x="126" y="69"/>
                    <a:pt x="125" y="69"/>
                    <a:pt x="125" y="68"/>
                  </a:cubicBezTo>
                  <a:cubicBezTo>
                    <a:pt x="126" y="68"/>
                    <a:pt x="126" y="67"/>
                    <a:pt x="127" y="67"/>
                  </a:cubicBezTo>
                  <a:cubicBezTo>
                    <a:pt x="127" y="67"/>
                    <a:pt x="128" y="66"/>
                    <a:pt x="128" y="66"/>
                  </a:cubicBezTo>
                  <a:cubicBezTo>
                    <a:pt x="128" y="65"/>
                    <a:pt x="128" y="65"/>
                    <a:pt x="128" y="64"/>
                  </a:cubicBezTo>
                  <a:cubicBezTo>
                    <a:pt x="127" y="64"/>
                    <a:pt x="128" y="63"/>
                    <a:pt x="128" y="62"/>
                  </a:cubicBezTo>
                  <a:cubicBezTo>
                    <a:pt x="128" y="62"/>
                    <a:pt x="128" y="60"/>
                    <a:pt x="129" y="60"/>
                  </a:cubicBezTo>
                  <a:cubicBezTo>
                    <a:pt x="130" y="60"/>
                    <a:pt x="129" y="59"/>
                    <a:pt x="129" y="58"/>
                  </a:cubicBezTo>
                  <a:cubicBezTo>
                    <a:pt x="130" y="58"/>
                    <a:pt x="130" y="58"/>
                    <a:pt x="130" y="58"/>
                  </a:cubicBezTo>
                  <a:cubicBezTo>
                    <a:pt x="130" y="58"/>
                    <a:pt x="130" y="57"/>
                    <a:pt x="130" y="57"/>
                  </a:cubicBezTo>
                  <a:cubicBezTo>
                    <a:pt x="130" y="57"/>
                    <a:pt x="130" y="53"/>
                    <a:pt x="131" y="53"/>
                  </a:cubicBezTo>
                  <a:cubicBezTo>
                    <a:pt x="131" y="54"/>
                    <a:pt x="131" y="54"/>
                    <a:pt x="132" y="54"/>
                  </a:cubicBezTo>
                  <a:cubicBezTo>
                    <a:pt x="132" y="55"/>
                    <a:pt x="132" y="55"/>
                    <a:pt x="132" y="54"/>
                  </a:cubicBezTo>
                  <a:cubicBezTo>
                    <a:pt x="133" y="54"/>
                    <a:pt x="132" y="54"/>
                    <a:pt x="132" y="53"/>
                  </a:cubicBezTo>
                  <a:cubicBezTo>
                    <a:pt x="132" y="52"/>
                    <a:pt x="133" y="52"/>
                    <a:pt x="133" y="51"/>
                  </a:cubicBezTo>
                  <a:cubicBezTo>
                    <a:pt x="134" y="51"/>
                    <a:pt x="134" y="50"/>
                    <a:pt x="134" y="50"/>
                  </a:cubicBezTo>
                  <a:cubicBezTo>
                    <a:pt x="135" y="49"/>
                    <a:pt x="136" y="49"/>
                    <a:pt x="136" y="49"/>
                  </a:cubicBezTo>
                  <a:cubicBezTo>
                    <a:pt x="138" y="48"/>
                    <a:pt x="140" y="47"/>
                    <a:pt x="142" y="46"/>
                  </a:cubicBezTo>
                  <a:cubicBezTo>
                    <a:pt x="144" y="46"/>
                    <a:pt x="146" y="45"/>
                    <a:pt x="147" y="44"/>
                  </a:cubicBezTo>
                  <a:cubicBezTo>
                    <a:pt x="149" y="43"/>
                    <a:pt x="151" y="41"/>
                    <a:pt x="152" y="40"/>
                  </a:cubicBezTo>
                  <a:cubicBezTo>
                    <a:pt x="153" y="39"/>
                    <a:pt x="154" y="37"/>
                    <a:pt x="155" y="36"/>
                  </a:cubicBezTo>
                  <a:cubicBezTo>
                    <a:pt x="156" y="35"/>
                    <a:pt x="157" y="34"/>
                    <a:pt x="157" y="32"/>
                  </a:cubicBezTo>
                  <a:cubicBezTo>
                    <a:pt x="158" y="30"/>
                    <a:pt x="158" y="28"/>
                    <a:pt x="158" y="26"/>
                  </a:cubicBezTo>
                  <a:cubicBezTo>
                    <a:pt x="159" y="27"/>
                    <a:pt x="160" y="28"/>
                    <a:pt x="160" y="27"/>
                  </a:cubicBezTo>
                  <a:cubicBezTo>
                    <a:pt x="160" y="26"/>
                    <a:pt x="160" y="25"/>
                    <a:pt x="160" y="25"/>
                  </a:cubicBezTo>
                  <a:close/>
                  <a:moveTo>
                    <a:pt x="13" y="22"/>
                  </a:moveTo>
                  <a:cubicBezTo>
                    <a:pt x="13" y="22"/>
                    <a:pt x="11" y="22"/>
                    <a:pt x="12" y="24"/>
                  </a:cubicBezTo>
                  <a:cubicBezTo>
                    <a:pt x="12" y="24"/>
                    <a:pt x="13" y="25"/>
                    <a:pt x="13" y="25"/>
                  </a:cubicBezTo>
                  <a:cubicBezTo>
                    <a:pt x="14" y="25"/>
                    <a:pt x="14" y="25"/>
                    <a:pt x="14" y="24"/>
                  </a:cubicBezTo>
                  <a:cubicBezTo>
                    <a:pt x="14" y="24"/>
                    <a:pt x="14" y="24"/>
                    <a:pt x="15" y="24"/>
                  </a:cubicBezTo>
                  <a:cubicBezTo>
                    <a:pt x="15" y="24"/>
                    <a:pt x="15" y="24"/>
                    <a:pt x="15" y="24"/>
                  </a:cubicBezTo>
                  <a:cubicBezTo>
                    <a:pt x="15" y="23"/>
                    <a:pt x="15" y="23"/>
                    <a:pt x="15" y="23"/>
                  </a:cubicBezTo>
                  <a:cubicBezTo>
                    <a:pt x="15" y="22"/>
                    <a:pt x="14" y="22"/>
                    <a:pt x="13" y="22"/>
                  </a:cubicBezTo>
                  <a:close/>
                  <a:moveTo>
                    <a:pt x="3" y="20"/>
                  </a:moveTo>
                  <a:cubicBezTo>
                    <a:pt x="3" y="19"/>
                    <a:pt x="2" y="19"/>
                    <a:pt x="1" y="19"/>
                  </a:cubicBezTo>
                  <a:cubicBezTo>
                    <a:pt x="1" y="20"/>
                    <a:pt x="0" y="20"/>
                    <a:pt x="1" y="20"/>
                  </a:cubicBezTo>
                  <a:cubicBezTo>
                    <a:pt x="1" y="21"/>
                    <a:pt x="1" y="21"/>
                    <a:pt x="2" y="22"/>
                  </a:cubicBezTo>
                  <a:cubicBezTo>
                    <a:pt x="3" y="21"/>
                    <a:pt x="3" y="21"/>
                    <a:pt x="3" y="20"/>
                  </a:cubicBezTo>
                  <a:close/>
                  <a:moveTo>
                    <a:pt x="9" y="10"/>
                  </a:moveTo>
                  <a:cubicBezTo>
                    <a:pt x="10" y="10"/>
                    <a:pt x="9" y="9"/>
                    <a:pt x="9" y="9"/>
                  </a:cubicBezTo>
                  <a:cubicBezTo>
                    <a:pt x="9" y="9"/>
                    <a:pt x="9" y="10"/>
                    <a:pt x="9" y="10"/>
                  </a:cubicBezTo>
                  <a:close/>
                  <a:moveTo>
                    <a:pt x="114" y="48"/>
                  </a:moveTo>
                  <a:cubicBezTo>
                    <a:pt x="114" y="47"/>
                    <a:pt x="114" y="47"/>
                    <a:pt x="114" y="47"/>
                  </a:cubicBezTo>
                  <a:cubicBezTo>
                    <a:pt x="115" y="47"/>
                    <a:pt x="115" y="47"/>
                    <a:pt x="115" y="46"/>
                  </a:cubicBezTo>
                  <a:cubicBezTo>
                    <a:pt x="115" y="46"/>
                    <a:pt x="114" y="46"/>
                    <a:pt x="114" y="46"/>
                  </a:cubicBezTo>
                  <a:cubicBezTo>
                    <a:pt x="113" y="45"/>
                    <a:pt x="112" y="47"/>
                    <a:pt x="112" y="48"/>
                  </a:cubicBezTo>
                  <a:cubicBezTo>
                    <a:pt x="112" y="49"/>
                    <a:pt x="111" y="50"/>
                    <a:pt x="112" y="50"/>
                  </a:cubicBezTo>
                  <a:cubicBezTo>
                    <a:pt x="113" y="50"/>
                    <a:pt x="113" y="49"/>
                    <a:pt x="113" y="49"/>
                  </a:cubicBezTo>
                  <a:cubicBezTo>
                    <a:pt x="113" y="48"/>
                    <a:pt x="113" y="48"/>
                    <a:pt x="113" y="47"/>
                  </a:cubicBezTo>
                  <a:cubicBezTo>
                    <a:pt x="113" y="47"/>
                    <a:pt x="114" y="48"/>
                    <a:pt x="114" y="48"/>
                  </a:cubicBezTo>
                  <a:close/>
                  <a:moveTo>
                    <a:pt x="12" y="30"/>
                  </a:moveTo>
                  <a:cubicBezTo>
                    <a:pt x="12" y="30"/>
                    <a:pt x="12" y="31"/>
                    <a:pt x="13" y="31"/>
                  </a:cubicBezTo>
                  <a:cubicBezTo>
                    <a:pt x="14" y="31"/>
                    <a:pt x="13" y="29"/>
                    <a:pt x="12" y="30"/>
                  </a:cubicBezTo>
                  <a:close/>
                  <a:moveTo>
                    <a:pt x="20" y="32"/>
                  </a:moveTo>
                  <a:cubicBezTo>
                    <a:pt x="21" y="31"/>
                    <a:pt x="20" y="31"/>
                    <a:pt x="20" y="31"/>
                  </a:cubicBezTo>
                  <a:cubicBezTo>
                    <a:pt x="19" y="31"/>
                    <a:pt x="20" y="32"/>
                    <a:pt x="20" y="32"/>
                  </a:cubicBezTo>
                  <a:close/>
                  <a:moveTo>
                    <a:pt x="10" y="18"/>
                  </a:moveTo>
                  <a:cubicBezTo>
                    <a:pt x="10" y="18"/>
                    <a:pt x="9" y="18"/>
                    <a:pt x="9" y="18"/>
                  </a:cubicBezTo>
                  <a:cubicBezTo>
                    <a:pt x="8" y="19"/>
                    <a:pt x="8" y="20"/>
                    <a:pt x="9" y="20"/>
                  </a:cubicBezTo>
                  <a:cubicBezTo>
                    <a:pt x="9" y="20"/>
                    <a:pt x="10" y="20"/>
                    <a:pt x="11" y="20"/>
                  </a:cubicBezTo>
                  <a:cubicBezTo>
                    <a:pt x="12" y="20"/>
                    <a:pt x="11" y="19"/>
                    <a:pt x="10" y="18"/>
                  </a:cubicBezTo>
                  <a:close/>
                  <a:moveTo>
                    <a:pt x="23" y="24"/>
                  </a:moveTo>
                  <a:cubicBezTo>
                    <a:pt x="22" y="24"/>
                    <a:pt x="22" y="25"/>
                    <a:pt x="21" y="26"/>
                  </a:cubicBezTo>
                  <a:cubicBezTo>
                    <a:pt x="20" y="26"/>
                    <a:pt x="20" y="27"/>
                    <a:pt x="21" y="27"/>
                  </a:cubicBezTo>
                  <a:cubicBezTo>
                    <a:pt x="22" y="26"/>
                    <a:pt x="22" y="27"/>
                    <a:pt x="23" y="26"/>
                  </a:cubicBezTo>
                  <a:cubicBezTo>
                    <a:pt x="23" y="26"/>
                    <a:pt x="23" y="25"/>
                    <a:pt x="24" y="25"/>
                  </a:cubicBezTo>
                  <a:cubicBezTo>
                    <a:pt x="24" y="24"/>
                    <a:pt x="24" y="24"/>
                    <a:pt x="23" y="2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02" name="Domincan Republic">
              <a:extLst>
                <a:ext uri="{FF2B5EF4-FFF2-40B4-BE49-F238E27FC236}">
                  <a16:creationId xmlns:a16="http://schemas.microsoft.com/office/drawing/2014/main" id="{20992B03-FED7-9928-D333-D9134E50D848}"/>
                </a:ext>
              </a:extLst>
            </p:cNvPr>
            <p:cNvSpPr>
              <a:spLocks noEditPoints="1"/>
            </p:cNvSpPr>
            <p:nvPr/>
          </p:nvSpPr>
          <p:spPr bwMode="auto">
            <a:xfrm>
              <a:off x="3260975" y="3264137"/>
              <a:ext cx="127421" cy="96056"/>
            </a:xfrm>
            <a:custGeom>
              <a:avLst/>
              <a:gdLst/>
              <a:ahLst/>
              <a:cxnLst>
                <a:cxn ang="0">
                  <a:pos x="4" y="27"/>
                </a:cxn>
                <a:cxn ang="0">
                  <a:pos x="35" y="14"/>
                </a:cxn>
                <a:cxn ang="0">
                  <a:pos x="33" y="12"/>
                </a:cxn>
                <a:cxn ang="0">
                  <a:pos x="30" y="12"/>
                </a:cxn>
                <a:cxn ang="0">
                  <a:pos x="29" y="11"/>
                </a:cxn>
                <a:cxn ang="0">
                  <a:pos x="27" y="11"/>
                </a:cxn>
                <a:cxn ang="0">
                  <a:pos x="26" y="11"/>
                </a:cxn>
                <a:cxn ang="0">
                  <a:pos x="24" y="10"/>
                </a:cxn>
                <a:cxn ang="0">
                  <a:pos x="27" y="9"/>
                </a:cxn>
                <a:cxn ang="0">
                  <a:pos x="28" y="8"/>
                </a:cxn>
                <a:cxn ang="0">
                  <a:pos x="27" y="8"/>
                </a:cxn>
                <a:cxn ang="0">
                  <a:pos x="25" y="8"/>
                </a:cxn>
                <a:cxn ang="0">
                  <a:pos x="22" y="4"/>
                </a:cxn>
                <a:cxn ang="0">
                  <a:pos x="18" y="4"/>
                </a:cxn>
                <a:cxn ang="0">
                  <a:pos x="16" y="3"/>
                </a:cxn>
                <a:cxn ang="0">
                  <a:pos x="13" y="2"/>
                </a:cxn>
                <a:cxn ang="0">
                  <a:pos x="10" y="2"/>
                </a:cxn>
                <a:cxn ang="0">
                  <a:pos x="6" y="2"/>
                </a:cxn>
                <a:cxn ang="0">
                  <a:pos x="5" y="4"/>
                </a:cxn>
                <a:cxn ang="0">
                  <a:pos x="5" y="7"/>
                </a:cxn>
                <a:cxn ang="0">
                  <a:pos x="4" y="11"/>
                </a:cxn>
                <a:cxn ang="0">
                  <a:pos x="3" y="12"/>
                </a:cxn>
                <a:cxn ang="0">
                  <a:pos x="2" y="16"/>
                </a:cxn>
                <a:cxn ang="0">
                  <a:pos x="2" y="17"/>
                </a:cxn>
                <a:cxn ang="0">
                  <a:pos x="3" y="19"/>
                </a:cxn>
                <a:cxn ang="0">
                  <a:pos x="2" y="21"/>
                </a:cxn>
                <a:cxn ang="0">
                  <a:pos x="3" y="23"/>
                </a:cxn>
                <a:cxn ang="0">
                  <a:pos x="4" y="26"/>
                </a:cxn>
                <a:cxn ang="0">
                  <a:pos x="6" y="24"/>
                </a:cxn>
                <a:cxn ang="0">
                  <a:pos x="9" y="21"/>
                </a:cxn>
                <a:cxn ang="0">
                  <a:pos x="11" y="20"/>
                </a:cxn>
                <a:cxn ang="0">
                  <a:pos x="13" y="18"/>
                </a:cxn>
                <a:cxn ang="0">
                  <a:pos x="14" y="20"/>
                </a:cxn>
                <a:cxn ang="0">
                  <a:pos x="17" y="20"/>
                </a:cxn>
                <a:cxn ang="0">
                  <a:pos x="20" y="18"/>
                </a:cxn>
                <a:cxn ang="0">
                  <a:pos x="23" y="18"/>
                </a:cxn>
                <a:cxn ang="0">
                  <a:pos x="26" y="18"/>
                </a:cxn>
                <a:cxn ang="0">
                  <a:pos x="29" y="18"/>
                </a:cxn>
                <a:cxn ang="0">
                  <a:pos x="31" y="20"/>
                </a:cxn>
                <a:cxn ang="0">
                  <a:pos x="34" y="18"/>
                </a:cxn>
                <a:cxn ang="0">
                  <a:pos x="35" y="14"/>
                </a:cxn>
                <a:cxn ang="0">
                  <a:pos x="31" y="21"/>
                </a:cxn>
                <a:cxn ang="0">
                  <a:pos x="31" y="20"/>
                </a:cxn>
              </a:cxnLst>
              <a:rect l="0" t="0" r="r" b="b"/>
              <a:pathLst>
                <a:path w="36" h="27">
                  <a:moveTo>
                    <a:pt x="5" y="27"/>
                  </a:moveTo>
                  <a:cubicBezTo>
                    <a:pt x="4" y="27"/>
                    <a:pt x="4" y="27"/>
                    <a:pt x="4" y="27"/>
                  </a:cubicBezTo>
                  <a:cubicBezTo>
                    <a:pt x="4" y="27"/>
                    <a:pt x="4" y="26"/>
                    <a:pt x="5" y="27"/>
                  </a:cubicBezTo>
                  <a:close/>
                  <a:moveTo>
                    <a:pt x="35" y="14"/>
                  </a:moveTo>
                  <a:cubicBezTo>
                    <a:pt x="34" y="14"/>
                    <a:pt x="34" y="14"/>
                    <a:pt x="34" y="13"/>
                  </a:cubicBezTo>
                  <a:cubicBezTo>
                    <a:pt x="34" y="13"/>
                    <a:pt x="33" y="13"/>
                    <a:pt x="33" y="12"/>
                  </a:cubicBezTo>
                  <a:cubicBezTo>
                    <a:pt x="32" y="12"/>
                    <a:pt x="32" y="12"/>
                    <a:pt x="31" y="11"/>
                  </a:cubicBezTo>
                  <a:cubicBezTo>
                    <a:pt x="30" y="11"/>
                    <a:pt x="30" y="11"/>
                    <a:pt x="30" y="12"/>
                  </a:cubicBezTo>
                  <a:cubicBezTo>
                    <a:pt x="29" y="12"/>
                    <a:pt x="29" y="11"/>
                    <a:pt x="29" y="11"/>
                  </a:cubicBezTo>
                  <a:cubicBezTo>
                    <a:pt x="29" y="11"/>
                    <a:pt x="29" y="11"/>
                    <a:pt x="29" y="11"/>
                  </a:cubicBezTo>
                  <a:cubicBezTo>
                    <a:pt x="28" y="11"/>
                    <a:pt x="28" y="11"/>
                    <a:pt x="28" y="11"/>
                  </a:cubicBezTo>
                  <a:cubicBezTo>
                    <a:pt x="28" y="11"/>
                    <a:pt x="27" y="11"/>
                    <a:pt x="27" y="11"/>
                  </a:cubicBezTo>
                  <a:cubicBezTo>
                    <a:pt x="27" y="11"/>
                    <a:pt x="26" y="11"/>
                    <a:pt x="26" y="10"/>
                  </a:cubicBezTo>
                  <a:cubicBezTo>
                    <a:pt x="26" y="10"/>
                    <a:pt x="25" y="10"/>
                    <a:pt x="26" y="11"/>
                  </a:cubicBezTo>
                  <a:cubicBezTo>
                    <a:pt x="25" y="11"/>
                    <a:pt x="25" y="10"/>
                    <a:pt x="24" y="10"/>
                  </a:cubicBezTo>
                  <a:cubicBezTo>
                    <a:pt x="24" y="11"/>
                    <a:pt x="24" y="10"/>
                    <a:pt x="24" y="10"/>
                  </a:cubicBezTo>
                  <a:cubicBezTo>
                    <a:pt x="24" y="10"/>
                    <a:pt x="24" y="9"/>
                    <a:pt x="25" y="9"/>
                  </a:cubicBezTo>
                  <a:cubicBezTo>
                    <a:pt x="26" y="9"/>
                    <a:pt x="27" y="9"/>
                    <a:pt x="27" y="9"/>
                  </a:cubicBezTo>
                  <a:cubicBezTo>
                    <a:pt x="28" y="10"/>
                    <a:pt x="29" y="9"/>
                    <a:pt x="29" y="8"/>
                  </a:cubicBezTo>
                  <a:cubicBezTo>
                    <a:pt x="29" y="8"/>
                    <a:pt x="28" y="8"/>
                    <a:pt x="28" y="8"/>
                  </a:cubicBezTo>
                  <a:cubicBezTo>
                    <a:pt x="28" y="8"/>
                    <a:pt x="29" y="7"/>
                    <a:pt x="28" y="7"/>
                  </a:cubicBezTo>
                  <a:cubicBezTo>
                    <a:pt x="28" y="7"/>
                    <a:pt x="27" y="8"/>
                    <a:pt x="27" y="8"/>
                  </a:cubicBezTo>
                  <a:cubicBezTo>
                    <a:pt x="27" y="8"/>
                    <a:pt x="27" y="8"/>
                    <a:pt x="26" y="8"/>
                  </a:cubicBezTo>
                  <a:cubicBezTo>
                    <a:pt x="26" y="8"/>
                    <a:pt x="26" y="8"/>
                    <a:pt x="25" y="8"/>
                  </a:cubicBezTo>
                  <a:cubicBezTo>
                    <a:pt x="24" y="8"/>
                    <a:pt x="23" y="9"/>
                    <a:pt x="22" y="7"/>
                  </a:cubicBezTo>
                  <a:cubicBezTo>
                    <a:pt x="22" y="6"/>
                    <a:pt x="23" y="5"/>
                    <a:pt x="22" y="4"/>
                  </a:cubicBezTo>
                  <a:cubicBezTo>
                    <a:pt x="21" y="4"/>
                    <a:pt x="21" y="4"/>
                    <a:pt x="20" y="4"/>
                  </a:cubicBezTo>
                  <a:cubicBezTo>
                    <a:pt x="20" y="5"/>
                    <a:pt x="19" y="4"/>
                    <a:pt x="18" y="4"/>
                  </a:cubicBezTo>
                  <a:cubicBezTo>
                    <a:pt x="18" y="4"/>
                    <a:pt x="18" y="3"/>
                    <a:pt x="17" y="3"/>
                  </a:cubicBezTo>
                  <a:cubicBezTo>
                    <a:pt x="17" y="3"/>
                    <a:pt x="16" y="3"/>
                    <a:pt x="16" y="3"/>
                  </a:cubicBezTo>
                  <a:cubicBezTo>
                    <a:pt x="15" y="3"/>
                    <a:pt x="15" y="2"/>
                    <a:pt x="14" y="2"/>
                  </a:cubicBezTo>
                  <a:cubicBezTo>
                    <a:pt x="14" y="2"/>
                    <a:pt x="13" y="1"/>
                    <a:pt x="13" y="2"/>
                  </a:cubicBezTo>
                  <a:cubicBezTo>
                    <a:pt x="12" y="2"/>
                    <a:pt x="12" y="1"/>
                    <a:pt x="12" y="1"/>
                  </a:cubicBezTo>
                  <a:cubicBezTo>
                    <a:pt x="11" y="2"/>
                    <a:pt x="11" y="2"/>
                    <a:pt x="10" y="2"/>
                  </a:cubicBezTo>
                  <a:cubicBezTo>
                    <a:pt x="11" y="2"/>
                    <a:pt x="10" y="2"/>
                    <a:pt x="10" y="2"/>
                  </a:cubicBezTo>
                  <a:cubicBezTo>
                    <a:pt x="8" y="3"/>
                    <a:pt x="8" y="0"/>
                    <a:pt x="6" y="2"/>
                  </a:cubicBezTo>
                  <a:cubicBezTo>
                    <a:pt x="5" y="2"/>
                    <a:pt x="4" y="3"/>
                    <a:pt x="5" y="3"/>
                  </a:cubicBezTo>
                  <a:cubicBezTo>
                    <a:pt x="5" y="3"/>
                    <a:pt x="5" y="4"/>
                    <a:pt x="5" y="4"/>
                  </a:cubicBezTo>
                  <a:cubicBezTo>
                    <a:pt x="5" y="4"/>
                    <a:pt x="5" y="5"/>
                    <a:pt x="5" y="5"/>
                  </a:cubicBezTo>
                  <a:cubicBezTo>
                    <a:pt x="5" y="6"/>
                    <a:pt x="5" y="6"/>
                    <a:pt x="5" y="7"/>
                  </a:cubicBezTo>
                  <a:cubicBezTo>
                    <a:pt x="4" y="8"/>
                    <a:pt x="4" y="8"/>
                    <a:pt x="5" y="9"/>
                  </a:cubicBezTo>
                  <a:cubicBezTo>
                    <a:pt x="5" y="9"/>
                    <a:pt x="5" y="10"/>
                    <a:pt x="4" y="11"/>
                  </a:cubicBezTo>
                  <a:cubicBezTo>
                    <a:pt x="4" y="11"/>
                    <a:pt x="4" y="11"/>
                    <a:pt x="3" y="11"/>
                  </a:cubicBezTo>
                  <a:cubicBezTo>
                    <a:pt x="3" y="12"/>
                    <a:pt x="3" y="12"/>
                    <a:pt x="3" y="12"/>
                  </a:cubicBezTo>
                  <a:cubicBezTo>
                    <a:pt x="4" y="11"/>
                    <a:pt x="4" y="14"/>
                    <a:pt x="3" y="15"/>
                  </a:cubicBezTo>
                  <a:cubicBezTo>
                    <a:pt x="3" y="15"/>
                    <a:pt x="3" y="15"/>
                    <a:pt x="2" y="16"/>
                  </a:cubicBezTo>
                  <a:cubicBezTo>
                    <a:pt x="2" y="16"/>
                    <a:pt x="2" y="16"/>
                    <a:pt x="1" y="16"/>
                  </a:cubicBezTo>
                  <a:cubicBezTo>
                    <a:pt x="0" y="16"/>
                    <a:pt x="1" y="17"/>
                    <a:pt x="2" y="17"/>
                  </a:cubicBezTo>
                  <a:cubicBezTo>
                    <a:pt x="2" y="18"/>
                    <a:pt x="2" y="18"/>
                    <a:pt x="2" y="18"/>
                  </a:cubicBezTo>
                  <a:cubicBezTo>
                    <a:pt x="2" y="18"/>
                    <a:pt x="3" y="19"/>
                    <a:pt x="3" y="19"/>
                  </a:cubicBezTo>
                  <a:cubicBezTo>
                    <a:pt x="3" y="19"/>
                    <a:pt x="3" y="20"/>
                    <a:pt x="3" y="20"/>
                  </a:cubicBezTo>
                  <a:cubicBezTo>
                    <a:pt x="2" y="20"/>
                    <a:pt x="2" y="21"/>
                    <a:pt x="2" y="21"/>
                  </a:cubicBezTo>
                  <a:cubicBezTo>
                    <a:pt x="3" y="22"/>
                    <a:pt x="2" y="22"/>
                    <a:pt x="3" y="22"/>
                  </a:cubicBezTo>
                  <a:cubicBezTo>
                    <a:pt x="3" y="22"/>
                    <a:pt x="3" y="23"/>
                    <a:pt x="3" y="23"/>
                  </a:cubicBezTo>
                  <a:cubicBezTo>
                    <a:pt x="3" y="24"/>
                    <a:pt x="3" y="24"/>
                    <a:pt x="3" y="25"/>
                  </a:cubicBezTo>
                  <a:cubicBezTo>
                    <a:pt x="3" y="25"/>
                    <a:pt x="4" y="25"/>
                    <a:pt x="4" y="26"/>
                  </a:cubicBezTo>
                  <a:cubicBezTo>
                    <a:pt x="5" y="26"/>
                    <a:pt x="5" y="27"/>
                    <a:pt x="5" y="27"/>
                  </a:cubicBezTo>
                  <a:cubicBezTo>
                    <a:pt x="6" y="26"/>
                    <a:pt x="6" y="25"/>
                    <a:pt x="6" y="24"/>
                  </a:cubicBezTo>
                  <a:cubicBezTo>
                    <a:pt x="7" y="24"/>
                    <a:pt x="7" y="24"/>
                    <a:pt x="7" y="23"/>
                  </a:cubicBezTo>
                  <a:cubicBezTo>
                    <a:pt x="8" y="23"/>
                    <a:pt x="9" y="22"/>
                    <a:pt x="9" y="21"/>
                  </a:cubicBezTo>
                  <a:cubicBezTo>
                    <a:pt x="9" y="20"/>
                    <a:pt x="9" y="19"/>
                    <a:pt x="9" y="19"/>
                  </a:cubicBezTo>
                  <a:cubicBezTo>
                    <a:pt x="10" y="19"/>
                    <a:pt x="10" y="20"/>
                    <a:pt x="11" y="20"/>
                  </a:cubicBezTo>
                  <a:cubicBezTo>
                    <a:pt x="11" y="19"/>
                    <a:pt x="11" y="19"/>
                    <a:pt x="12" y="19"/>
                  </a:cubicBezTo>
                  <a:cubicBezTo>
                    <a:pt x="13" y="18"/>
                    <a:pt x="12" y="18"/>
                    <a:pt x="13" y="18"/>
                  </a:cubicBezTo>
                  <a:cubicBezTo>
                    <a:pt x="14" y="17"/>
                    <a:pt x="14" y="19"/>
                    <a:pt x="14" y="19"/>
                  </a:cubicBezTo>
                  <a:cubicBezTo>
                    <a:pt x="14" y="19"/>
                    <a:pt x="14" y="20"/>
                    <a:pt x="14" y="20"/>
                  </a:cubicBezTo>
                  <a:cubicBezTo>
                    <a:pt x="14" y="20"/>
                    <a:pt x="15" y="20"/>
                    <a:pt x="15" y="20"/>
                  </a:cubicBezTo>
                  <a:cubicBezTo>
                    <a:pt x="16" y="20"/>
                    <a:pt x="16" y="20"/>
                    <a:pt x="17" y="20"/>
                  </a:cubicBezTo>
                  <a:cubicBezTo>
                    <a:pt x="18" y="20"/>
                    <a:pt x="18" y="19"/>
                    <a:pt x="19" y="19"/>
                  </a:cubicBezTo>
                  <a:cubicBezTo>
                    <a:pt x="19" y="18"/>
                    <a:pt x="20" y="18"/>
                    <a:pt x="20" y="18"/>
                  </a:cubicBezTo>
                  <a:cubicBezTo>
                    <a:pt x="21" y="17"/>
                    <a:pt x="22" y="17"/>
                    <a:pt x="23" y="18"/>
                  </a:cubicBezTo>
                  <a:cubicBezTo>
                    <a:pt x="23" y="18"/>
                    <a:pt x="23" y="18"/>
                    <a:pt x="23" y="18"/>
                  </a:cubicBezTo>
                  <a:cubicBezTo>
                    <a:pt x="23" y="17"/>
                    <a:pt x="24" y="18"/>
                    <a:pt x="24" y="18"/>
                  </a:cubicBezTo>
                  <a:cubicBezTo>
                    <a:pt x="24" y="18"/>
                    <a:pt x="25" y="18"/>
                    <a:pt x="26" y="18"/>
                  </a:cubicBezTo>
                  <a:cubicBezTo>
                    <a:pt x="26" y="18"/>
                    <a:pt x="27" y="17"/>
                    <a:pt x="27" y="18"/>
                  </a:cubicBezTo>
                  <a:cubicBezTo>
                    <a:pt x="28" y="18"/>
                    <a:pt x="29" y="18"/>
                    <a:pt x="29" y="18"/>
                  </a:cubicBezTo>
                  <a:cubicBezTo>
                    <a:pt x="30" y="18"/>
                    <a:pt x="31" y="18"/>
                    <a:pt x="31" y="19"/>
                  </a:cubicBezTo>
                  <a:cubicBezTo>
                    <a:pt x="31" y="19"/>
                    <a:pt x="31" y="20"/>
                    <a:pt x="31" y="20"/>
                  </a:cubicBezTo>
                  <a:cubicBezTo>
                    <a:pt x="33" y="21"/>
                    <a:pt x="33" y="18"/>
                    <a:pt x="33" y="18"/>
                  </a:cubicBezTo>
                  <a:cubicBezTo>
                    <a:pt x="34" y="18"/>
                    <a:pt x="34" y="19"/>
                    <a:pt x="34" y="18"/>
                  </a:cubicBezTo>
                  <a:cubicBezTo>
                    <a:pt x="35" y="18"/>
                    <a:pt x="35" y="17"/>
                    <a:pt x="35" y="17"/>
                  </a:cubicBezTo>
                  <a:cubicBezTo>
                    <a:pt x="36" y="16"/>
                    <a:pt x="36" y="15"/>
                    <a:pt x="35" y="14"/>
                  </a:cubicBezTo>
                  <a:close/>
                  <a:moveTo>
                    <a:pt x="31" y="20"/>
                  </a:moveTo>
                  <a:cubicBezTo>
                    <a:pt x="31" y="20"/>
                    <a:pt x="31" y="21"/>
                    <a:pt x="31" y="21"/>
                  </a:cubicBezTo>
                  <a:cubicBezTo>
                    <a:pt x="32" y="21"/>
                    <a:pt x="32" y="21"/>
                    <a:pt x="33" y="21"/>
                  </a:cubicBezTo>
                  <a:cubicBezTo>
                    <a:pt x="33" y="21"/>
                    <a:pt x="32" y="20"/>
                    <a:pt x="31" y="2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03" name="Dominica">
              <a:extLst>
                <a:ext uri="{FF2B5EF4-FFF2-40B4-BE49-F238E27FC236}">
                  <a16:creationId xmlns:a16="http://schemas.microsoft.com/office/drawing/2014/main" id="{E4BC369D-730C-51B2-7B75-CE6DC174372A}"/>
                </a:ext>
              </a:extLst>
            </p:cNvPr>
            <p:cNvSpPr>
              <a:spLocks/>
            </p:cNvSpPr>
            <p:nvPr/>
          </p:nvSpPr>
          <p:spPr bwMode="auto">
            <a:xfrm>
              <a:off x="3605014" y="3434687"/>
              <a:ext cx="9801" cy="20584"/>
            </a:xfrm>
            <a:custGeom>
              <a:avLst/>
              <a:gdLst/>
              <a:ahLst/>
              <a:cxnLst>
                <a:cxn ang="0">
                  <a:pos x="3" y="2"/>
                </a:cxn>
                <a:cxn ang="0">
                  <a:pos x="2" y="1"/>
                </a:cxn>
                <a:cxn ang="0">
                  <a:pos x="1" y="0"/>
                </a:cxn>
                <a:cxn ang="0">
                  <a:pos x="2" y="4"/>
                </a:cxn>
                <a:cxn ang="0">
                  <a:pos x="2" y="5"/>
                </a:cxn>
                <a:cxn ang="0">
                  <a:pos x="3" y="3"/>
                </a:cxn>
                <a:cxn ang="0">
                  <a:pos x="3" y="2"/>
                </a:cxn>
              </a:cxnLst>
              <a:rect l="0" t="0" r="r" b="b"/>
              <a:pathLst>
                <a:path w="3" h="6">
                  <a:moveTo>
                    <a:pt x="3" y="2"/>
                  </a:moveTo>
                  <a:cubicBezTo>
                    <a:pt x="3" y="2"/>
                    <a:pt x="3" y="1"/>
                    <a:pt x="2" y="1"/>
                  </a:cubicBezTo>
                  <a:cubicBezTo>
                    <a:pt x="2" y="1"/>
                    <a:pt x="2" y="1"/>
                    <a:pt x="1" y="0"/>
                  </a:cubicBezTo>
                  <a:cubicBezTo>
                    <a:pt x="0" y="1"/>
                    <a:pt x="2" y="3"/>
                    <a:pt x="2" y="4"/>
                  </a:cubicBezTo>
                  <a:cubicBezTo>
                    <a:pt x="2" y="4"/>
                    <a:pt x="1" y="6"/>
                    <a:pt x="2" y="5"/>
                  </a:cubicBezTo>
                  <a:cubicBezTo>
                    <a:pt x="3" y="4"/>
                    <a:pt x="3" y="4"/>
                    <a:pt x="3" y="3"/>
                  </a:cubicBezTo>
                  <a:cubicBezTo>
                    <a:pt x="3" y="3"/>
                    <a:pt x="3" y="2"/>
                    <a:pt x="3" y="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04" name="Djibouti">
              <a:extLst>
                <a:ext uri="{FF2B5EF4-FFF2-40B4-BE49-F238E27FC236}">
                  <a16:creationId xmlns:a16="http://schemas.microsoft.com/office/drawing/2014/main" id="{E622E1AB-141C-7C34-C3C7-D876AAF46B13}"/>
                </a:ext>
              </a:extLst>
            </p:cNvPr>
            <p:cNvSpPr>
              <a:spLocks/>
            </p:cNvSpPr>
            <p:nvPr/>
          </p:nvSpPr>
          <p:spPr bwMode="auto">
            <a:xfrm>
              <a:off x="7120863" y="3551328"/>
              <a:ext cx="59791" cy="67631"/>
            </a:xfrm>
            <a:custGeom>
              <a:avLst/>
              <a:gdLst/>
              <a:ahLst/>
              <a:cxnLst>
                <a:cxn ang="0">
                  <a:pos x="10" y="12"/>
                </a:cxn>
                <a:cxn ang="0">
                  <a:pos x="11" y="11"/>
                </a:cxn>
                <a:cxn ang="0">
                  <a:pos x="13" y="10"/>
                </a:cxn>
                <a:cxn ang="0">
                  <a:pos x="14" y="8"/>
                </a:cxn>
                <a:cxn ang="0">
                  <a:pos x="17" y="6"/>
                </a:cxn>
                <a:cxn ang="0">
                  <a:pos x="16" y="2"/>
                </a:cxn>
                <a:cxn ang="0">
                  <a:pos x="14" y="0"/>
                </a:cxn>
                <a:cxn ang="0">
                  <a:pos x="11" y="1"/>
                </a:cxn>
                <a:cxn ang="0">
                  <a:pos x="10" y="3"/>
                </a:cxn>
                <a:cxn ang="0">
                  <a:pos x="8" y="2"/>
                </a:cxn>
                <a:cxn ang="0">
                  <a:pos x="6" y="3"/>
                </a:cxn>
                <a:cxn ang="0">
                  <a:pos x="4" y="7"/>
                </a:cxn>
                <a:cxn ang="0">
                  <a:pos x="2" y="10"/>
                </a:cxn>
                <a:cxn ang="0">
                  <a:pos x="2" y="17"/>
                </a:cxn>
                <a:cxn ang="0">
                  <a:pos x="2" y="19"/>
                </a:cxn>
                <a:cxn ang="0">
                  <a:pos x="4" y="19"/>
                </a:cxn>
                <a:cxn ang="0">
                  <a:pos x="5" y="18"/>
                </a:cxn>
                <a:cxn ang="0">
                  <a:pos x="9" y="17"/>
                </a:cxn>
                <a:cxn ang="0">
                  <a:pos x="11" y="18"/>
                </a:cxn>
                <a:cxn ang="0">
                  <a:pos x="13" y="18"/>
                </a:cxn>
                <a:cxn ang="0">
                  <a:pos x="14" y="16"/>
                </a:cxn>
                <a:cxn ang="0">
                  <a:pos x="15" y="13"/>
                </a:cxn>
                <a:cxn ang="0">
                  <a:pos x="15" y="13"/>
                </a:cxn>
                <a:cxn ang="0">
                  <a:pos x="14" y="12"/>
                </a:cxn>
                <a:cxn ang="0">
                  <a:pos x="13" y="12"/>
                </a:cxn>
                <a:cxn ang="0">
                  <a:pos x="10" y="12"/>
                </a:cxn>
                <a:cxn ang="0">
                  <a:pos x="9" y="13"/>
                </a:cxn>
                <a:cxn ang="0">
                  <a:pos x="8" y="12"/>
                </a:cxn>
                <a:cxn ang="0">
                  <a:pos x="10" y="12"/>
                </a:cxn>
              </a:cxnLst>
              <a:rect l="0" t="0" r="r" b="b"/>
              <a:pathLst>
                <a:path w="17" h="19">
                  <a:moveTo>
                    <a:pt x="10" y="12"/>
                  </a:moveTo>
                  <a:cubicBezTo>
                    <a:pt x="10" y="12"/>
                    <a:pt x="10" y="11"/>
                    <a:pt x="11" y="11"/>
                  </a:cubicBezTo>
                  <a:cubicBezTo>
                    <a:pt x="11" y="10"/>
                    <a:pt x="12" y="10"/>
                    <a:pt x="13" y="10"/>
                  </a:cubicBezTo>
                  <a:cubicBezTo>
                    <a:pt x="13" y="10"/>
                    <a:pt x="14" y="9"/>
                    <a:pt x="14" y="8"/>
                  </a:cubicBezTo>
                  <a:cubicBezTo>
                    <a:pt x="15" y="7"/>
                    <a:pt x="17" y="8"/>
                    <a:pt x="17" y="6"/>
                  </a:cubicBezTo>
                  <a:cubicBezTo>
                    <a:pt x="17" y="5"/>
                    <a:pt x="16" y="4"/>
                    <a:pt x="16" y="2"/>
                  </a:cubicBezTo>
                  <a:cubicBezTo>
                    <a:pt x="15" y="2"/>
                    <a:pt x="14" y="0"/>
                    <a:pt x="14" y="0"/>
                  </a:cubicBezTo>
                  <a:cubicBezTo>
                    <a:pt x="13" y="0"/>
                    <a:pt x="12" y="0"/>
                    <a:pt x="11" y="1"/>
                  </a:cubicBezTo>
                  <a:cubicBezTo>
                    <a:pt x="11" y="2"/>
                    <a:pt x="11" y="2"/>
                    <a:pt x="10" y="3"/>
                  </a:cubicBezTo>
                  <a:cubicBezTo>
                    <a:pt x="9" y="4"/>
                    <a:pt x="9" y="2"/>
                    <a:pt x="8" y="2"/>
                  </a:cubicBezTo>
                  <a:cubicBezTo>
                    <a:pt x="7" y="2"/>
                    <a:pt x="6" y="3"/>
                    <a:pt x="6" y="3"/>
                  </a:cubicBezTo>
                  <a:cubicBezTo>
                    <a:pt x="6" y="5"/>
                    <a:pt x="5" y="6"/>
                    <a:pt x="4" y="7"/>
                  </a:cubicBezTo>
                  <a:cubicBezTo>
                    <a:pt x="3" y="8"/>
                    <a:pt x="3" y="9"/>
                    <a:pt x="2" y="10"/>
                  </a:cubicBezTo>
                  <a:cubicBezTo>
                    <a:pt x="0" y="11"/>
                    <a:pt x="2" y="15"/>
                    <a:pt x="2" y="17"/>
                  </a:cubicBezTo>
                  <a:cubicBezTo>
                    <a:pt x="2" y="18"/>
                    <a:pt x="1" y="19"/>
                    <a:pt x="2" y="19"/>
                  </a:cubicBezTo>
                  <a:cubicBezTo>
                    <a:pt x="3" y="19"/>
                    <a:pt x="3" y="19"/>
                    <a:pt x="4" y="19"/>
                  </a:cubicBezTo>
                  <a:cubicBezTo>
                    <a:pt x="4" y="19"/>
                    <a:pt x="5" y="18"/>
                    <a:pt x="5" y="18"/>
                  </a:cubicBezTo>
                  <a:cubicBezTo>
                    <a:pt x="6" y="19"/>
                    <a:pt x="8" y="18"/>
                    <a:pt x="9" y="17"/>
                  </a:cubicBezTo>
                  <a:cubicBezTo>
                    <a:pt x="9" y="17"/>
                    <a:pt x="11" y="17"/>
                    <a:pt x="11" y="18"/>
                  </a:cubicBezTo>
                  <a:cubicBezTo>
                    <a:pt x="11" y="19"/>
                    <a:pt x="12" y="19"/>
                    <a:pt x="13" y="18"/>
                  </a:cubicBezTo>
                  <a:cubicBezTo>
                    <a:pt x="13" y="17"/>
                    <a:pt x="14" y="17"/>
                    <a:pt x="14" y="16"/>
                  </a:cubicBezTo>
                  <a:cubicBezTo>
                    <a:pt x="14" y="15"/>
                    <a:pt x="15" y="14"/>
                    <a:pt x="15" y="13"/>
                  </a:cubicBezTo>
                  <a:cubicBezTo>
                    <a:pt x="15" y="13"/>
                    <a:pt x="15" y="13"/>
                    <a:pt x="15" y="13"/>
                  </a:cubicBezTo>
                  <a:cubicBezTo>
                    <a:pt x="15" y="12"/>
                    <a:pt x="15" y="12"/>
                    <a:pt x="14" y="12"/>
                  </a:cubicBezTo>
                  <a:cubicBezTo>
                    <a:pt x="14" y="12"/>
                    <a:pt x="13" y="12"/>
                    <a:pt x="13" y="12"/>
                  </a:cubicBezTo>
                  <a:cubicBezTo>
                    <a:pt x="12" y="12"/>
                    <a:pt x="11" y="12"/>
                    <a:pt x="10" y="12"/>
                  </a:cubicBezTo>
                  <a:cubicBezTo>
                    <a:pt x="9" y="13"/>
                    <a:pt x="10" y="13"/>
                    <a:pt x="9" y="13"/>
                  </a:cubicBezTo>
                  <a:cubicBezTo>
                    <a:pt x="9" y="13"/>
                    <a:pt x="9" y="12"/>
                    <a:pt x="8" y="12"/>
                  </a:cubicBezTo>
                  <a:cubicBezTo>
                    <a:pt x="9" y="12"/>
                    <a:pt x="9" y="13"/>
                    <a:pt x="10" y="1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05" name="Denmark">
              <a:extLst>
                <a:ext uri="{FF2B5EF4-FFF2-40B4-BE49-F238E27FC236}">
                  <a16:creationId xmlns:a16="http://schemas.microsoft.com/office/drawing/2014/main" id="{54CC368E-A989-C97F-FDCA-0C2B83E18469}"/>
                </a:ext>
              </a:extLst>
            </p:cNvPr>
            <p:cNvSpPr>
              <a:spLocks noEditPoints="1"/>
            </p:cNvSpPr>
            <p:nvPr/>
          </p:nvSpPr>
          <p:spPr bwMode="auto">
            <a:xfrm>
              <a:off x="5983871" y="1817415"/>
              <a:ext cx="205835" cy="117619"/>
            </a:xfrm>
            <a:custGeom>
              <a:avLst/>
              <a:gdLst/>
              <a:ahLst/>
              <a:cxnLst>
                <a:cxn ang="0">
                  <a:pos x="16" y="27"/>
                </a:cxn>
                <a:cxn ang="0">
                  <a:pos x="14" y="24"/>
                </a:cxn>
                <a:cxn ang="0">
                  <a:pos x="16" y="22"/>
                </a:cxn>
                <a:cxn ang="0">
                  <a:pos x="20" y="23"/>
                </a:cxn>
                <a:cxn ang="0">
                  <a:pos x="22" y="25"/>
                </a:cxn>
                <a:cxn ang="0">
                  <a:pos x="54" y="26"/>
                </a:cxn>
                <a:cxn ang="0">
                  <a:pos x="13" y="28"/>
                </a:cxn>
                <a:cxn ang="0">
                  <a:pos x="15" y="29"/>
                </a:cxn>
                <a:cxn ang="0">
                  <a:pos x="2" y="23"/>
                </a:cxn>
                <a:cxn ang="0">
                  <a:pos x="13" y="26"/>
                </a:cxn>
                <a:cxn ang="0">
                  <a:pos x="14" y="22"/>
                </a:cxn>
                <a:cxn ang="0">
                  <a:pos x="16" y="21"/>
                </a:cxn>
                <a:cxn ang="0">
                  <a:pos x="18" y="18"/>
                </a:cxn>
                <a:cxn ang="0">
                  <a:pos x="18" y="16"/>
                </a:cxn>
                <a:cxn ang="0">
                  <a:pos x="22" y="15"/>
                </a:cxn>
                <a:cxn ang="0">
                  <a:pos x="18" y="12"/>
                </a:cxn>
                <a:cxn ang="0">
                  <a:pos x="16" y="11"/>
                </a:cxn>
                <a:cxn ang="0">
                  <a:pos x="20" y="5"/>
                </a:cxn>
                <a:cxn ang="0">
                  <a:pos x="15" y="2"/>
                </a:cxn>
                <a:cxn ang="0">
                  <a:pos x="1" y="11"/>
                </a:cxn>
                <a:cxn ang="0">
                  <a:pos x="4" y="11"/>
                </a:cxn>
                <a:cxn ang="0">
                  <a:pos x="8" y="7"/>
                </a:cxn>
                <a:cxn ang="0">
                  <a:pos x="16" y="7"/>
                </a:cxn>
                <a:cxn ang="0">
                  <a:pos x="9" y="9"/>
                </a:cxn>
                <a:cxn ang="0">
                  <a:pos x="10" y="12"/>
                </a:cxn>
                <a:cxn ang="0">
                  <a:pos x="8" y="12"/>
                </a:cxn>
                <a:cxn ang="0">
                  <a:pos x="5" y="12"/>
                </a:cxn>
                <a:cxn ang="0">
                  <a:pos x="1" y="11"/>
                </a:cxn>
                <a:cxn ang="0">
                  <a:pos x="2" y="18"/>
                </a:cxn>
                <a:cxn ang="0">
                  <a:pos x="2" y="22"/>
                </a:cxn>
                <a:cxn ang="0">
                  <a:pos x="5" y="29"/>
                </a:cxn>
                <a:cxn ang="0">
                  <a:pos x="12" y="29"/>
                </a:cxn>
                <a:cxn ang="0">
                  <a:pos x="20" y="18"/>
                </a:cxn>
                <a:cxn ang="0">
                  <a:pos x="34" y="17"/>
                </a:cxn>
                <a:cxn ang="0">
                  <a:pos x="32" y="21"/>
                </a:cxn>
                <a:cxn ang="0">
                  <a:pos x="30" y="21"/>
                </a:cxn>
                <a:cxn ang="0">
                  <a:pos x="29" y="18"/>
                </a:cxn>
                <a:cxn ang="0">
                  <a:pos x="25" y="21"/>
                </a:cxn>
                <a:cxn ang="0">
                  <a:pos x="25" y="22"/>
                </a:cxn>
                <a:cxn ang="0">
                  <a:pos x="25" y="25"/>
                </a:cxn>
                <a:cxn ang="0">
                  <a:pos x="29" y="27"/>
                </a:cxn>
                <a:cxn ang="0">
                  <a:pos x="30" y="29"/>
                </a:cxn>
                <a:cxn ang="0">
                  <a:pos x="28" y="30"/>
                </a:cxn>
                <a:cxn ang="0">
                  <a:pos x="25" y="31"/>
                </a:cxn>
                <a:cxn ang="0">
                  <a:pos x="30" y="31"/>
                </a:cxn>
                <a:cxn ang="0">
                  <a:pos x="32" y="29"/>
                </a:cxn>
                <a:cxn ang="0">
                  <a:pos x="32" y="27"/>
                </a:cxn>
                <a:cxn ang="0">
                  <a:pos x="35" y="22"/>
                </a:cxn>
                <a:cxn ang="0">
                  <a:pos x="24" y="5"/>
                </a:cxn>
                <a:cxn ang="0">
                  <a:pos x="6" y="11"/>
                </a:cxn>
                <a:cxn ang="0">
                  <a:pos x="5" y="10"/>
                </a:cxn>
                <a:cxn ang="0">
                  <a:pos x="35" y="29"/>
                </a:cxn>
                <a:cxn ang="0">
                  <a:pos x="20" y="30"/>
                </a:cxn>
              </a:cxnLst>
              <a:rect l="0" t="0" r="r" b="b"/>
              <a:pathLst>
                <a:path w="58" h="33">
                  <a:moveTo>
                    <a:pt x="21" y="28"/>
                  </a:moveTo>
                  <a:cubicBezTo>
                    <a:pt x="20" y="28"/>
                    <a:pt x="20" y="28"/>
                    <a:pt x="19" y="28"/>
                  </a:cubicBezTo>
                  <a:cubicBezTo>
                    <a:pt x="19" y="28"/>
                    <a:pt x="18" y="28"/>
                    <a:pt x="18" y="28"/>
                  </a:cubicBezTo>
                  <a:cubicBezTo>
                    <a:pt x="17" y="27"/>
                    <a:pt x="17" y="28"/>
                    <a:pt x="16" y="27"/>
                  </a:cubicBezTo>
                  <a:cubicBezTo>
                    <a:pt x="17" y="27"/>
                    <a:pt x="17" y="27"/>
                    <a:pt x="16" y="27"/>
                  </a:cubicBezTo>
                  <a:cubicBezTo>
                    <a:pt x="15" y="26"/>
                    <a:pt x="16" y="27"/>
                    <a:pt x="16" y="27"/>
                  </a:cubicBezTo>
                  <a:cubicBezTo>
                    <a:pt x="16" y="27"/>
                    <a:pt x="15" y="27"/>
                    <a:pt x="15" y="27"/>
                  </a:cubicBezTo>
                  <a:cubicBezTo>
                    <a:pt x="16" y="27"/>
                    <a:pt x="15" y="26"/>
                    <a:pt x="15" y="26"/>
                  </a:cubicBezTo>
                  <a:cubicBezTo>
                    <a:pt x="15" y="26"/>
                    <a:pt x="14" y="25"/>
                    <a:pt x="15" y="25"/>
                  </a:cubicBezTo>
                  <a:cubicBezTo>
                    <a:pt x="14" y="25"/>
                    <a:pt x="14" y="25"/>
                    <a:pt x="14" y="24"/>
                  </a:cubicBezTo>
                  <a:cubicBezTo>
                    <a:pt x="14" y="24"/>
                    <a:pt x="14" y="24"/>
                    <a:pt x="14" y="24"/>
                  </a:cubicBezTo>
                  <a:cubicBezTo>
                    <a:pt x="14" y="24"/>
                    <a:pt x="13" y="24"/>
                    <a:pt x="14" y="24"/>
                  </a:cubicBezTo>
                  <a:cubicBezTo>
                    <a:pt x="14" y="24"/>
                    <a:pt x="13" y="24"/>
                    <a:pt x="13" y="24"/>
                  </a:cubicBezTo>
                  <a:cubicBezTo>
                    <a:pt x="13" y="24"/>
                    <a:pt x="14" y="24"/>
                    <a:pt x="14" y="24"/>
                  </a:cubicBezTo>
                  <a:cubicBezTo>
                    <a:pt x="14" y="23"/>
                    <a:pt x="13" y="23"/>
                    <a:pt x="13" y="23"/>
                  </a:cubicBezTo>
                  <a:cubicBezTo>
                    <a:pt x="13" y="23"/>
                    <a:pt x="14" y="22"/>
                    <a:pt x="14" y="23"/>
                  </a:cubicBezTo>
                  <a:cubicBezTo>
                    <a:pt x="14" y="23"/>
                    <a:pt x="15" y="23"/>
                    <a:pt x="15" y="23"/>
                  </a:cubicBezTo>
                  <a:cubicBezTo>
                    <a:pt x="15" y="23"/>
                    <a:pt x="16" y="23"/>
                    <a:pt x="16" y="22"/>
                  </a:cubicBezTo>
                  <a:cubicBezTo>
                    <a:pt x="17" y="22"/>
                    <a:pt x="18" y="22"/>
                    <a:pt x="18" y="22"/>
                  </a:cubicBezTo>
                  <a:cubicBezTo>
                    <a:pt x="18" y="22"/>
                    <a:pt x="19" y="23"/>
                    <a:pt x="20" y="23"/>
                  </a:cubicBezTo>
                  <a:cubicBezTo>
                    <a:pt x="20" y="23"/>
                    <a:pt x="19" y="23"/>
                    <a:pt x="19" y="23"/>
                  </a:cubicBezTo>
                  <a:cubicBezTo>
                    <a:pt x="19" y="23"/>
                    <a:pt x="19" y="24"/>
                    <a:pt x="19" y="24"/>
                  </a:cubicBezTo>
                  <a:cubicBezTo>
                    <a:pt x="19" y="24"/>
                    <a:pt x="20" y="23"/>
                    <a:pt x="20" y="23"/>
                  </a:cubicBezTo>
                  <a:cubicBezTo>
                    <a:pt x="20" y="23"/>
                    <a:pt x="20" y="23"/>
                    <a:pt x="20" y="23"/>
                  </a:cubicBezTo>
                  <a:cubicBezTo>
                    <a:pt x="21" y="23"/>
                    <a:pt x="20" y="23"/>
                    <a:pt x="20" y="22"/>
                  </a:cubicBezTo>
                  <a:cubicBezTo>
                    <a:pt x="21" y="23"/>
                    <a:pt x="20" y="22"/>
                    <a:pt x="21" y="22"/>
                  </a:cubicBezTo>
                  <a:cubicBezTo>
                    <a:pt x="21" y="22"/>
                    <a:pt x="21" y="23"/>
                    <a:pt x="21" y="23"/>
                  </a:cubicBezTo>
                  <a:cubicBezTo>
                    <a:pt x="22" y="24"/>
                    <a:pt x="20" y="23"/>
                    <a:pt x="20" y="24"/>
                  </a:cubicBezTo>
                  <a:cubicBezTo>
                    <a:pt x="20" y="24"/>
                    <a:pt x="21" y="24"/>
                    <a:pt x="21" y="24"/>
                  </a:cubicBezTo>
                  <a:cubicBezTo>
                    <a:pt x="22" y="24"/>
                    <a:pt x="22" y="25"/>
                    <a:pt x="22" y="25"/>
                  </a:cubicBezTo>
                  <a:cubicBezTo>
                    <a:pt x="22" y="25"/>
                    <a:pt x="22" y="25"/>
                    <a:pt x="22" y="25"/>
                  </a:cubicBezTo>
                  <a:cubicBezTo>
                    <a:pt x="22" y="25"/>
                    <a:pt x="22" y="26"/>
                    <a:pt x="22" y="27"/>
                  </a:cubicBezTo>
                  <a:cubicBezTo>
                    <a:pt x="22" y="28"/>
                    <a:pt x="21" y="28"/>
                    <a:pt x="21" y="28"/>
                  </a:cubicBezTo>
                  <a:close/>
                  <a:moveTo>
                    <a:pt x="56" y="26"/>
                  </a:moveTo>
                  <a:cubicBezTo>
                    <a:pt x="55" y="26"/>
                    <a:pt x="55" y="26"/>
                    <a:pt x="54" y="25"/>
                  </a:cubicBezTo>
                  <a:cubicBezTo>
                    <a:pt x="54" y="25"/>
                    <a:pt x="54" y="25"/>
                    <a:pt x="54" y="26"/>
                  </a:cubicBezTo>
                  <a:cubicBezTo>
                    <a:pt x="53" y="26"/>
                    <a:pt x="53" y="27"/>
                    <a:pt x="54" y="28"/>
                  </a:cubicBezTo>
                  <a:cubicBezTo>
                    <a:pt x="54" y="28"/>
                    <a:pt x="55" y="28"/>
                    <a:pt x="55" y="28"/>
                  </a:cubicBezTo>
                  <a:cubicBezTo>
                    <a:pt x="56" y="28"/>
                    <a:pt x="56" y="28"/>
                    <a:pt x="57" y="28"/>
                  </a:cubicBezTo>
                  <a:cubicBezTo>
                    <a:pt x="58" y="27"/>
                    <a:pt x="57" y="27"/>
                    <a:pt x="56" y="26"/>
                  </a:cubicBezTo>
                  <a:close/>
                  <a:moveTo>
                    <a:pt x="14" y="28"/>
                  </a:moveTo>
                  <a:cubicBezTo>
                    <a:pt x="14" y="27"/>
                    <a:pt x="12" y="28"/>
                    <a:pt x="13" y="28"/>
                  </a:cubicBezTo>
                  <a:cubicBezTo>
                    <a:pt x="13" y="28"/>
                    <a:pt x="13" y="28"/>
                    <a:pt x="13" y="28"/>
                  </a:cubicBezTo>
                  <a:cubicBezTo>
                    <a:pt x="13" y="28"/>
                    <a:pt x="13" y="28"/>
                    <a:pt x="13" y="28"/>
                  </a:cubicBezTo>
                  <a:cubicBezTo>
                    <a:pt x="14" y="28"/>
                    <a:pt x="14" y="29"/>
                    <a:pt x="14" y="29"/>
                  </a:cubicBezTo>
                  <a:cubicBezTo>
                    <a:pt x="14" y="29"/>
                    <a:pt x="14" y="29"/>
                    <a:pt x="14" y="29"/>
                  </a:cubicBezTo>
                  <a:cubicBezTo>
                    <a:pt x="13" y="30"/>
                    <a:pt x="15" y="29"/>
                    <a:pt x="15" y="30"/>
                  </a:cubicBezTo>
                  <a:cubicBezTo>
                    <a:pt x="15" y="30"/>
                    <a:pt x="15" y="29"/>
                    <a:pt x="15" y="29"/>
                  </a:cubicBezTo>
                  <a:cubicBezTo>
                    <a:pt x="14" y="30"/>
                    <a:pt x="16" y="30"/>
                    <a:pt x="16" y="30"/>
                  </a:cubicBezTo>
                  <a:cubicBezTo>
                    <a:pt x="16" y="30"/>
                    <a:pt x="16" y="29"/>
                    <a:pt x="16" y="29"/>
                  </a:cubicBezTo>
                  <a:cubicBezTo>
                    <a:pt x="15" y="28"/>
                    <a:pt x="14" y="28"/>
                    <a:pt x="14" y="28"/>
                  </a:cubicBezTo>
                  <a:close/>
                  <a:moveTo>
                    <a:pt x="2" y="23"/>
                  </a:moveTo>
                  <a:cubicBezTo>
                    <a:pt x="2" y="23"/>
                    <a:pt x="2" y="23"/>
                    <a:pt x="2" y="23"/>
                  </a:cubicBezTo>
                  <a:cubicBezTo>
                    <a:pt x="2" y="23"/>
                    <a:pt x="2" y="23"/>
                    <a:pt x="2" y="23"/>
                  </a:cubicBezTo>
                  <a:close/>
                  <a:moveTo>
                    <a:pt x="13" y="28"/>
                  </a:moveTo>
                  <a:cubicBezTo>
                    <a:pt x="13" y="28"/>
                    <a:pt x="12" y="28"/>
                    <a:pt x="12" y="28"/>
                  </a:cubicBezTo>
                  <a:cubicBezTo>
                    <a:pt x="12" y="28"/>
                    <a:pt x="11" y="28"/>
                    <a:pt x="11" y="28"/>
                  </a:cubicBezTo>
                  <a:cubicBezTo>
                    <a:pt x="11" y="28"/>
                    <a:pt x="12" y="27"/>
                    <a:pt x="11" y="27"/>
                  </a:cubicBezTo>
                  <a:cubicBezTo>
                    <a:pt x="11" y="27"/>
                    <a:pt x="11" y="27"/>
                    <a:pt x="11" y="27"/>
                  </a:cubicBezTo>
                  <a:cubicBezTo>
                    <a:pt x="11" y="27"/>
                    <a:pt x="13" y="26"/>
                    <a:pt x="13" y="26"/>
                  </a:cubicBezTo>
                  <a:cubicBezTo>
                    <a:pt x="13" y="26"/>
                    <a:pt x="13" y="25"/>
                    <a:pt x="12" y="25"/>
                  </a:cubicBezTo>
                  <a:cubicBezTo>
                    <a:pt x="13" y="25"/>
                    <a:pt x="12" y="24"/>
                    <a:pt x="13" y="24"/>
                  </a:cubicBezTo>
                  <a:cubicBezTo>
                    <a:pt x="13" y="23"/>
                    <a:pt x="12" y="23"/>
                    <a:pt x="11" y="23"/>
                  </a:cubicBezTo>
                  <a:cubicBezTo>
                    <a:pt x="12" y="23"/>
                    <a:pt x="12" y="23"/>
                    <a:pt x="12" y="23"/>
                  </a:cubicBezTo>
                  <a:cubicBezTo>
                    <a:pt x="12" y="23"/>
                    <a:pt x="13" y="23"/>
                    <a:pt x="13" y="23"/>
                  </a:cubicBezTo>
                  <a:cubicBezTo>
                    <a:pt x="13" y="23"/>
                    <a:pt x="14" y="22"/>
                    <a:pt x="14" y="22"/>
                  </a:cubicBezTo>
                  <a:cubicBezTo>
                    <a:pt x="14" y="22"/>
                    <a:pt x="14" y="22"/>
                    <a:pt x="13" y="22"/>
                  </a:cubicBezTo>
                  <a:cubicBezTo>
                    <a:pt x="13" y="22"/>
                    <a:pt x="13" y="22"/>
                    <a:pt x="13" y="21"/>
                  </a:cubicBezTo>
                  <a:cubicBezTo>
                    <a:pt x="13" y="21"/>
                    <a:pt x="12" y="21"/>
                    <a:pt x="12" y="21"/>
                  </a:cubicBezTo>
                  <a:cubicBezTo>
                    <a:pt x="13" y="21"/>
                    <a:pt x="13" y="21"/>
                    <a:pt x="14" y="21"/>
                  </a:cubicBezTo>
                  <a:cubicBezTo>
                    <a:pt x="14" y="21"/>
                    <a:pt x="15" y="21"/>
                    <a:pt x="15" y="21"/>
                  </a:cubicBezTo>
                  <a:cubicBezTo>
                    <a:pt x="16" y="21"/>
                    <a:pt x="16" y="21"/>
                    <a:pt x="16" y="21"/>
                  </a:cubicBezTo>
                  <a:cubicBezTo>
                    <a:pt x="15" y="21"/>
                    <a:pt x="16" y="20"/>
                    <a:pt x="16" y="20"/>
                  </a:cubicBezTo>
                  <a:cubicBezTo>
                    <a:pt x="15" y="20"/>
                    <a:pt x="15" y="20"/>
                    <a:pt x="14" y="20"/>
                  </a:cubicBezTo>
                  <a:cubicBezTo>
                    <a:pt x="15" y="19"/>
                    <a:pt x="15" y="19"/>
                    <a:pt x="16" y="19"/>
                  </a:cubicBezTo>
                  <a:cubicBezTo>
                    <a:pt x="16" y="19"/>
                    <a:pt x="17" y="20"/>
                    <a:pt x="17" y="20"/>
                  </a:cubicBezTo>
                  <a:cubicBezTo>
                    <a:pt x="17" y="20"/>
                    <a:pt x="17" y="19"/>
                    <a:pt x="17" y="19"/>
                  </a:cubicBezTo>
                  <a:cubicBezTo>
                    <a:pt x="18" y="19"/>
                    <a:pt x="17" y="18"/>
                    <a:pt x="18" y="18"/>
                  </a:cubicBezTo>
                  <a:cubicBezTo>
                    <a:pt x="18" y="18"/>
                    <a:pt x="17" y="18"/>
                    <a:pt x="17" y="18"/>
                  </a:cubicBezTo>
                  <a:cubicBezTo>
                    <a:pt x="18" y="17"/>
                    <a:pt x="17" y="17"/>
                    <a:pt x="17" y="16"/>
                  </a:cubicBezTo>
                  <a:cubicBezTo>
                    <a:pt x="17" y="16"/>
                    <a:pt x="18" y="16"/>
                    <a:pt x="18" y="15"/>
                  </a:cubicBezTo>
                  <a:cubicBezTo>
                    <a:pt x="19" y="15"/>
                    <a:pt x="19" y="15"/>
                    <a:pt x="19" y="15"/>
                  </a:cubicBezTo>
                  <a:cubicBezTo>
                    <a:pt x="19" y="15"/>
                    <a:pt x="19" y="16"/>
                    <a:pt x="19" y="16"/>
                  </a:cubicBezTo>
                  <a:cubicBezTo>
                    <a:pt x="19" y="16"/>
                    <a:pt x="18" y="16"/>
                    <a:pt x="18" y="16"/>
                  </a:cubicBezTo>
                  <a:cubicBezTo>
                    <a:pt x="18" y="17"/>
                    <a:pt x="19" y="16"/>
                    <a:pt x="20" y="16"/>
                  </a:cubicBezTo>
                  <a:cubicBezTo>
                    <a:pt x="20" y="16"/>
                    <a:pt x="19" y="17"/>
                    <a:pt x="20" y="17"/>
                  </a:cubicBezTo>
                  <a:cubicBezTo>
                    <a:pt x="20" y="17"/>
                    <a:pt x="20" y="16"/>
                    <a:pt x="20" y="16"/>
                  </a:cubicBezTo>
                  <a:cubicBezTo>
                    <a:pt x="20" y="16"/>
                    <a:pt x="21" y="15"/>
                    <a:pt x="21" y="16"/>
                  </a:cubicBezTo>
                  <a:cubicBezTo>
                    <a:pt x="21" y="16"/>
                    <a:pt x="21" y="17"/>
                    <a:pt x="21" y="16"/>
                  </a:cubicBezTo>
                  <a:cubicBezTo>
                    <a:pt x="21" y="16"/>
                    <a:pt x="22" y="16"/>
                    <a:pt x="22" y="15"/>
                  </a:cubicBezTo>
                  <a:cubicBezTo>
                    <a:pt x="22" y="15"/>
                    <a:pt x="24" y="14"/>
                    <a:pt x="23" y="13"/>
                  </a:cubicBezTo>
                  <a:cubicBezTo>
                    <a:pt x="22" y="12"/>
                    <a:pt x="21" y="13"/>
                    <a:pt x="20" y="13"/>
                  </a:cubicBezTo>
                  <a:cubicBezTo>
                    <a:pt x="20" y="13"/>
                    <a:pt x="19" y="13"/>
                    <a:pt x="19" y="13"/>
                  </a:cubicBezTo>
                  <a:cubicBezTo>
                    <a:pt x="18" y="12"/>
                    <a:pt x="18" y="12"/>
                    <a:pt x="18" y="12"/>
                  </a:cubicBezTo>
                  <a:cubicBezTo>
                    <a:pt x="17" y="12"/>
                    <a:pt x="18" y="13"/>
                    <a:pt x="17" y="13"/>
                  </a:cubicBezTo>
                  <a:cubicBezTo>
                    <a:pt x="17" y="13"/>
                    <a:pt x="17" y="12"/>
                    <a:pt x="18" y="12"/>
                  </a:cubicBezTo>
                  <a:cubicBezTo>
                    <a:pt x="18" y="12"/>
                    <a:pt x="18" y="12"/>
                    <a:pt x="18" y="11"/>
                  </a:cubicBezTo>
                  <a:cubicBezTo>
                    <a:pt x="19" y="11"/>
                    <a:pt x="18" y="11"/>
                    <a:pt x="17" y="11"/>
                  </a:cubicBezTo>
                  <a:cubicBezTo>
                    <a:pt x="17" y="11"/>
                    <a:pt x="17" y="11"/>
                    <a:pt x="17" y="11"/>
                  </a:cubicBezTo>
                  <a:cubicBezTo>
                    <a:pt x="17" y="11"/>
                    <a:pt x="16" y="11"/>
                    <a:pt x="16" y="11"/>
                  </a:cubicBezTo>
                  <a:cubicBezTo>
                    <a:pt x="16" y="11"/>
                    <a:pt x="15" y="12"/>
                    <a:pt x="14" y="11"/>
                  </a:cubicBezTo>
                  <a:cubicBezTo>
                    <a:pt x="15" y="11"/>
                    <a:pt x="15" y="11"/>
                    <a:pt x="16" y="11"/>
                  </a:cubicBezTo>
                  <a:cubicBezTo>
                    <a:pt x="17" y="11"/>
                    <a:pt x="17" y="11"/>
                    <a:pt x="18" y="11"/>
                  </a:cubicBezTo>
                  <a:cubicBezTo>
                    <a:pt x="18" y="11"/>
                    <a:pt x="18" y="8"/>
                    <a:pt x="18" y="8"/>
                  </a:cubicBezTo>
                  <a:cubicBezTo>
                    <a:pt x="18" y="8"/>
                    <a:pt x="18" y="8"/>
                    <a:pt x="18" y="8"/>
                  </a:cubicBezTo>
                  <a:cubicBezTo>
                    <a:pt x="18" y="8"/>
                    <a:pt x="18" y="8"/>
                    <a:pt x="18" y="8"/>
                  </a:cubicBezTo>
                  <a:cubicBezTo>
                    <a:pt x="18" y="8"/>
                    <a:pt x="19" y="7"/>
                    <a:pt x="19" y="6"/>
                  </a:cubicBezTo>
                  <a:cubicBezTo>
                    <a:pt x="19" y="6"/>
                    <a:pt x="20" y="6"/>
                    <a:pt x="20" y="5"/>
                  </a:cubicBezTo>
                  <a:cubicBezTo>
                    <a:pt x="20" y="5"/>
                    <a:pt x="20" y="4"/>
                    <a:pt x="20" y="4"/>
                  </a:cubicBezTo>
                  <a:cubicBezTo>
                    <a:pt x="20" y="4"/>
                    <a:pt x="20" y="3"/>
                    <a:pt x="19" y="3"/>
                  </a:cubicBezTo>
                  <a:cubicBezTo>
                    <a:pt x="19" y="2"/>
                    <a:pt x="19" y="2"/>
                    <a:pt x="19" y="2"/>
                  </a:cubicBezTo>
                  <a:cubicBezTo>
                    <a:pt x="19" y="1"/>
                    <a:pt x="20" y="0"/>
                    <a:pt x="21" y="0"/>
                  </a:cubicBezTo>
                  <a:cubicBezTo>
                    <a:pt x="19" y="0"/>
                    <a:pt x="18" y="1"/>
                    <a:pt x="18" y="1"/>
                  </a:cubicBezTo>
                  <a:cubicBezTo>
                    <a:pt x="17" y="2"/>
                    <a:pt x="15" y="1"/>
                    <a:pt x="15" y="2"/>
                  </a:cubicBezTo>
                  <a:cubicBezTo>
                    <a:pt x="14" y="3"/>
                    <a:pt x="13" y="4"/>
                    <a:pt x="13" y="4"/>
                  </a:cubicBezTo>
                  <a:cubicBezTo>
                    <a:pt x="11" y="6"/>
                    <a:pt x="10" y="6"/>
                    <a:pt x="8" y="6"/>
                  </a:cubicBezTo>
                  <a:cubicBezTo>
                    <a:pt x="7" y="6"/>
                    <a:pt x="6" y="7"/>
                    <a:pt x="5" y="7"/>
                  </a:cubicBezTo>
                  <a:cubicBezTo>
                    <a:pt x="4" y="6"/>
                    <a:pt x="4" y="7"/>
                    <a:pt x="4" y="7"/>
                  </a:cubicBezTo>
                  <a:cubicBezTo>
                    <a:pt x="3" y="8"/>
                    <a:pt x="2" y="8"/>
                    <a:pt x="2" y="9"/>
                  </a:cubicBezTo>
                  <a:cubicBezTo>
                    <a:pt x="2" y="9"/>
                    <a:pt x="1" y="10"/>
                    <a:pt x="1" y="11"/>
                  </a:cubicBezTo>
                  <a:cubicBezTo>
                    <a:pt x="2" y="11"/>
                    <a:pt x="2" y="9"/>
                    <a:pt x="2" y="11"/>
                  </a:cubicBezTo>
                  <a:cubicBezTo>
                    <a:pt x="2" y="11"/>
                    <a:pt x="3" y="12"/>
                    <a:pt x="4" y="12"/>
                  </a:cubicBezTo>
                  <a:cubicBezTo>
                    <a:pt x="4" y="12"/>
                    <a:pt x="4" y="12"/>
                    <a:pt x="4" y="11"/>
                  </a:cubicBezTo>
                  <a:cubicBezTo>
                    <a:pt x="4" y="12"/>
                    <a:pt x="4" y="11"/>
                    <a:pt x="4" y="11"/>
                  </a:cubicBezTo>
                  <a:cubicBezTo>
                    <a:pt x="4" y="11"/>
                    <a:pt x="3" y="11"/>
                    <a:pt x="3" y="11"/>
                  </a:cubicBezTo>
                  <a:cubicBezTo>
                    <a:pt x="3" y="11"/>
                    <a:pt x="3" y="11"/>
                    <a:pt x="4" y="11"/>
                  </a:cubicBezTo>
                  <a:cubicBezTo>
                    <a:pt x="4" y="11"/>
                    <a:pt x="4" y="11"/>
                    <a:pt x="4" y="11"/>
                  </a:cubicBezTo>
                  <a:cubicBezTo>
                    <a:pt x="4" y="11"/>
                    <a:pt x="3" y="10"/>
                    <a:pt x="4" y="10"/>
                  </a:cubicBezTo>
                  <a:cubicBezTo>
                    <a:pt x="4" y="9"/>
                    <a:pt x="5" y="8"/>
                    <a:pt x="5" y="8"/>
                  </a:cubicBezTo>
                  <a:cubicBezTo>
                    <a:pt x="5" y="8"/>
                    <a:pt x="6" y="8"/>
                    <a:pt x="6" y="8"/>
                  </a:cubicBezTo>
                  <a:cubicBezTo>
                    <a:pt x="6" y="8"/>
                    <a:pt x="7" y="8"/>
                    <a:pt x="7" y="8"/>
                  </a:cubicBezTo>
                  <a:cubicBezTo>
                    <a:pt x="7" y="7"/>
                    <a:pt x="8" y="8"/>
                    <a:pt x="8" y="7"/>
                  </a:cubicBezTo>
                  <a:cubicBezTo>
                    <a:pt x="9" y="7"/>
                    <a:pt x="9" y="8"/>
                    <a:pt x="9" y="8"/>
                  </a:cubicBezTo>
                  <a:cubicBezTo>
                    <a:pt x="10" y="8"/>
                    <a:pt x="10" y="7"/>
                    <a:pt x="11" y="7"/>
                  </a:cubicBezTo>
                  <a:cubicBezTo>
                    <a:pt x="12" y="7"/>
                    <a:pt x="12" y="7"/>
                    <a:pt x="13" y="7"/>
                  </a:cubicBezTo>
                  <a:cubicBezTo>
                    <a:pt x="13" y="7"/>
                    <a:pt x="13" y="7"/>
                    <a:pt x="14" y="7"/>
                  </a:cubicBezTo>
                  <a:cubicBezTo>
                    <a:pt x="14" y="6"/>
                    <a:pt x="14" y="7"/>
                    <a:pt x="15" y="7"/>
                  </a:cubicBezTo>
                  <a:cubicBezTo>
                    <a:pt x="15" y="7"/>
                    <a:pt x="15" y="7"/>
                    <a:pt x="16" y="7"/>
                  </a:cubicBezTo>
                  <a:cubicBezTo>
                    <a:pt x="16" y="7"/>
                    <a:pt x="16" y="7"/>
                    <a:pt x="17" y="8"/>
                  </a:cubicBezTo>
                  <a:cubicBezTo>
                    <a:pt x="17" y="8"/>
                    <a:pt x="17" y="8"/>
                    <a:pt x="16" y="7"/>
                  </a:cubicBezTo>
                  <a:cubicBezTo>
                    <a:pt x="16" y="7"/>
                    <a:pt x="16" y="7"/>
                    <a:pt x="15" y="7"/>
                  </a:cubicBezTo>
                  <a:cubicBezTo>
                    <a:pt x="15" y="7"/>
                    <a:pt x="13" y="7"/>
                    <a:pt x="13" y="8"/>
                  </a:cubicBezTo>
                  <a:cubicBezTo>
                    <a:pt x="12" y="8"/>
                    <a:pt x="12" y="8"/>
                    <a:pt x="11" y="7"/>
                  </a:cubicBezTo>
                  <a:cubicBezTo>
                    <a:pt x="10" y="7"/>
                    <a:pt x="9" y="8"/>
                    <a:pt x="9" y="9"/>
                  </a:cubicBezTo>
                  <a:cubicBezTo>
                    <a:pt x="9" y="9"/>
                    <a:pt x="9" y="9"/>
                    <a:pt x="9" y="9"/>
                  </a:cubicBezTo>
                  <a:cubicBezTo>
                    <a:pt x="9" y="9"/>
                    <a:pt x="9" y="10"/>
                    <a:pt x="9" y="10"/>
                  </a:cubicBezTo>
                  <a:cubicBezTo>
                    <a:pt x="9" y="10"/>
                    <a:pt x="9" y="10"/>
                    <a:pt x="9" y="11"/>
                  </a:cubicBezTo>
                  <a:cubicBezTo>
                    <a:pt x="9" y="11"/>
                    <a:pt x="9" y="11"/>
                    <a:pt x="9" y="11"/>
                  </a:cubicBezTo>
                  <a:cubicBezTo>
                    <a:pt x="9" y="11"/>
                    <a:pt x="10" y="10"/>
                    <a:pt x="10" y="11"/>
                  </a:cubicBezTo>
                  <a:cubicBezTo>
                    <a:pt x="10" y="12"/>
                    <a:pt x="10" y="12"/>
                    <a:pt x="10" y="12"/>
                  </a:cubicBezTo>
                  <a:cubicBezTo>
                    <a:pt x="11" y="12"/>
                    <a:pt x="9" y="13"/>
                    <a:pt x="10" y="12"/>
                  </a:cubicBezTo>
                  <a:cubicBezTo>
                    <a:pt x="10" y="11"/>
                    <a:pt x="9" y="12"/>
                    <a:pt x="9" y="11"/>
                  </a:cubicBezTo>
                  <a:cubicBezTo>
                    <a:pt x="9" y="11"/>
                    <a:pt x="9" y="11"/>
                    <a:pt x="8" y="12"/>
                  </a:cubicBezTo>
                  <a:cubicBezTo>
                    <a:pt x="9" y="12"/>
                    <a:pt x="9" y="12"/>
                    <a:pt x="9" y="12"/>
                  </a:cubicBezTo>
                  <a:cubicBezTo>
                    <a:pt x="9" y="12"/>
                    <a:pt x="8" y="12"/>
                    <a:pt x="8" y="12"/>
                  </a:cubicBezTo>
                  <a:cubicBezTo>
                    <a:pt x="8" y="12"/>
                    <a:pt x="8" y="12"/>
                    <a:pt x="8" y="12"/>
                  </a:cubicBezTo>
                  <a:cubicBezTo>
                    <a:pt x="8" y="11"/>
                    <a:pt x="9" y="11"/>
                    <a:pt x="9" y="10"/>
                  </a:cubicBezTo>
                  <a:cubicBezTo>
                    <a:pt x="9" y="10"/>
                    <a:pt x="8" y="10"/>
                    <a:pt x="7" y="10"/>
                  </a:cubicBezTo>
                  <a:cubicBezTo>
                    <a:pt x="7" y="10"/>
                    <a:pt x="6" y="10"/>
                    <a:pt x="6" y="10"/>
                  </a:cubicBezTo>
                  <a:cubicBezTo>
                    <a:pt x="6" y="11"/>
                    <a:pt x="7" y="11"/>
                    <a:pt x="7" y="11"/>
                  </a:cubicBezTo>
                  <a:cubicBezTo>
                    <a:pt x="6" y="11"/>
                    <a:pt x="6" y="11"/>
                    <a:pt x="6" y="11"/>
                  </a:cubicBezTo>
                  <a:cubicBezTo>
                    <a:pt x="6" y="11"/>
                    <a:pt x="5" y="12"/>
                    <a:pt x="5" y="12"/>
                  </a:cubicBezTo>
                  <a:cubicBezTo>
                    <a:pt x="5" y="12"/>
                    <a:pt x="6" y="12"/>
                    <a:pt x="5" y="13"/>
                  </a:cubicBezTo>
                  <a:cubicBezTo>
                    <a:pt x="4" y="13"/>
                    <a:pt x="4" y="12"/>
                    <a:pt x="4" y="12"/>
                  </a:cubicBezTo>
                  <a:cubicBezTo>
                    <a:pt x="3" y="13"/>
                    <a:pt x="2" y="11"/>
                    <a:pt x="2" y="12"/>
                  </a:cubicBezTo>
                  <a:cubicBezTo>
                    <a:pt x="2" y="12"/>
                    <a:pt x="2" y="12"/>
                    <a:pt x="2" y="12"/>
                  </a:cubicBezTo>
                  <a:cubicBezTo>
                    <a:pt x="1" y="12"/>
                    <a:pt x="1" y="12"/>
                    <a:pt x="1" y="11"/>
                  </a:cubicBezTo>
                  <a:cubicBezTo>
                    <a:pt x="1" y="11"/>
                    <a:pt x="1" y="11"/>
                    <a:pt x="1" y="11"/>
                  </a:cubicBezTo>
                  <a:cubicBezTo>
                    <a:pt x="1" y="11"/>
                    <a:pt x="0" y="12"/>
                    <a:pt x="0" y="13"/>
                  </a:cubicBezTo>
                  <a:cubicBezTo>
                    <a:pt x="0" y="13"/>
                    <a:pt x="0" y="13"/>
                    <a:pt x="0" y="14"/>
                  </a:cubicBezTo>
                  <a:cubicBezTo>
                    <a:pt x="0" y="14"/>
                    <a:pt x="0" y="15"/>
                    <a:pt x="0" y="15"/>
                  </a:cubicBezTo>
                  <a:cubicBezTo>
                    <a:pt x="0" y="16"/>
                    <a:pt x="0" y="18"/>
                    <a:pt x="0" y="18"/>
                  </a:cubicBezTo>
                  <a:cubicBezTo>
                    <a:pt x="1" y="18"/>
                    <a:pt x="1" y="17"/>
                    <a:pt x="1" y="17"/>
                  </a:cubicBezTo>
                  <a:cubicBezTo>
                    <a:pt x="1" y="17"/>
                    <a:pt x="2" y="17"/>
                    <a:pt x="2" y="18"/>
                  </a:cubicBezTo>
                  <a:cubicBezTo>
                    <a:pt x="2" y="18"/>
                    <a:pt x="3" y="19"/>
                    <a:pt x="2" y="19"/>
                  </a:cubicBezTo>
                  <a:cubicBezTo>
                    <a:pt x="0" y="20"/>
                    <a:pt x="1" y="19"/>
                    <a:pt x="0" y="18"/>
                  </a:cubicBezTo>
                  <a:cubicBezTo>
                    <a:pt x="0" y="19"/>
                    <a:pt x="1" y="20"/>
                    <a:pt x="1" y="21"/>
                  </a:cubicBezTo>
                  <a:cubicBezTo>
                    <a:pt x="1" y="21"/>
                    <a:pt x="0" y="22"/>
                    <a:pt x="0" y="22"/>
                  </a:cubicBezTo>
                  <a:cubicBezTo>
                    <a:pt x="0" y="23"/>
                    <a:pt x="1" y="23"/>
                    <a:pt x="2" y="23"/>
                  </a:cubicBezTo>
                  <a:cubicBezTo>
                    <a:pt x="2" y="23"/>
                    <a:pt x="1" y="22"/>
                    <a:pt x="2" y="22"/>
                  </a:cubicBezTo>
                  <a:cubicBezTo>
                    <a:pt x="2" y="22"/>
                    <a:pt x="2" y="23"/>
                    <a:pt x="2" y="23"/>
                  </a:cubicBezTo>
                  <a:cubicBezTo>
                    <a:pt x="3" y="23"/>
                    <a:pt x="3" y="24"/>
                    <a:pt x="3" y="24"/>
                  </a:cubicBezTo>
                  <a:cubicBezTo>
                    <a:pt x="4" y="24"/>
                    <a:pt x="5" y="24"/>
                    <a:pt x="5" y="25"/>
                  </a:cubicBezTo>
                  <a:cubicBezTo>
                    <a:pt x="5" y="26"/>
                    <a:pt x="5" y="27"/>
                    <a:pt x="4" y="27"/>
                  </a:cubicBezTo>
                  <a:cubicBezTo>
                    <a:pt x="5" y="27"/>
                    <a:pt x="5" y="27"/>
                    <a:pt x="5" y="28"/>
                  </a:cubicBezTo>
                  <a:cubicBezTo>
                    <a:pt x="5" y="28"/>
                    <a:pt x="4" y="29"/>
                    <a:pt x="5" y="29"/>
                  </a:cubicBezTo>
                  <a:cubicBezTo>
                    <a:pt x="5" y="30"/>
                    <a:pt x="5" y="29"/>
                    <a:pt x="6" y="29"/>
                  </a:cubicBezTo>
                  <a:cubicBezTo>
                    <a:pt x="6" y="29"/>
                    <a:pt x="7" y="29"/>
                    <a:pt x="7" y="30"/>
                  </a:cubicBezTo>
                  <a:cubicBezTo>
                    <a:pt x="8" y="30"/>
                    <a:pt x="9" y="30"/>
                    <a:pt x="9" y="30"/>
                  </a:cubicBezTo>
                  <a:cubicBezTo>
                    <a:pt x="9" y="30"/>
                    <a:pt x="10" y="30"/>
                    <a:pt x="10" y="30"/>
                  </a:cubicBezTo>
                  <a:cubicBezTo>
                    <a:pt x="11" y="30"/>
                    <a:pt x="12" y="29"/>
                    <a:pt x="13" y="29"/>
                  </a:cubicBezTo>
                  <a:cubicBezTo>
                    <a:pt x="13" y="29"/>
                    <a:pt x="12" y="29"/>
                    <a:pt x="12" y="29"/>
                  </a:cubicBezTo>
                  <a:cubicBezTo>
                    <a:pt x="13" y="30"/>
                    <a:pt x="13" y="30"/>
                    <a:pt x="13" y="30"/>
                  </a:cubicBezTo>
                  <a:cubicBezTo>
                    <a:pt x="13" y="30"/>
                    <a:pt x="13" y="30"/>
                    <a:pt x="13" y="29"/>
                  </a:cubicBezTo>
                  <a:cubicBezTo>
                    <a:pt x="14" y="30"/>
                    <a:pt x="13" y="28"/>
                    <a:pt x="13" y="28"/>
                  </a:cubicBezTo>
                  <a:close/>
                  <a:moveTo>
                    <a:pt x="20" y="20"/>
                  </a:moveTo>
                  <a:cubicBezTo>
                    <a:pt x="21" y="20"/>
                    <a:pt x="21" y="20"/>
                    <a:pt x="21" y="19"/>
                  </a:cubicBezTo>
                  <a:cubicBezTo>
                    <a:pt x="21" y="20"/>
                    <a:pt x="20" y="18"/>
                    <a:pt x="20" y="18"/>
                  </a:cubicBezTo>
                  <a:cubicBezTo>
                    <a:pt x="19" y="18"/>
                    <a:pt x="20" y="19"/>
                    <a:pt x="20" y="19"/>
                  </a:cubicBezTo>
                  <a:cubicBezTo>
                    <a:pt x="20" y="19"/>
                    <a:pt x="20" y="20"/>
                    <a:pt x="20" y="20"/>
                  </a:cubicBezTo>
                  <a:cubicBezTo>
                    <a:pt x="19" y="20"/>
                    <a:pt x="20" y="21"/>
                    <a:pt x="20" y="20"/>
                  </a:cubicBezTo>
                  <a:close/>
                  <a:moveTo>
                    <a:pt x="36" y="19"/>
                  </a:moveTo>
                  <a:cubicBezTo>
                    <a:pt x="36" y="18"/>
                    <a:pt x="37" y="18"/>
                    <a:pt x="36" y="17"/>
                  </a:cubicBezTo>
                  <a:cubicBezTo>
                    <a:pt x="35" y="17"/>
                    <a:pt x="35" y="17"/>
                    <a:pt x="34" y="17"/>
                  </a:cubicBezTo>
                  <a:cubicBezTo>
                    <a:pt x="34" y="17"/>
                    <a:pt x="33" y="17"/>
                    <a:pt x="33" y="17"/>
                  </a:cubicBezTo>
                  <a:cubicBezTo>
                    <a:pt x="32" y="17"/>
                    <a:pt x="32" y="18"/>
                    <a:pt x="31" y="18"/>
                  </a:cubicBezTo>
                  <a:cubicBezTo>
                    <a:pt x="31" y="18"/>
                    <a:pt x="30" y="19"/>
                    <a:pt x="31" y="19"/>
                  </a:cubicBezTo>
                  <a:cubicBezTo>
                    <a:pt x="32" y="18"/>
                    <a:pt x="32" y="19"/>
                    <a:pt x="32" y="20"/>
                  </a:cubicBezTo>
                  <a:cubicBezTo>
                    <a:pt x="32" y="20"/>
                    <a:pt x="32" y="21"/>
                    <a:pt x="32" y="21"/>
                  </a:cubicBezTo>
                  <a:cubicBezTo>
                    <a:pt x="32" y="21"/>
                    <a:pt x="32" y="22"/>
                    <a:pt x="32" y="21"/>
                  </a:cubicBezTo>
                  <a:cubicBezTo>
                    <a:pt x="32" y="21"/>
                    <a:pt x="32" y="21"/>
                    <a:pt x="32" y="21"/>
                  </a:cubicBezTo>
                  <a:cubicBezTo>
                    <a:pt x="32" y="21"/>
                    <a:pt x="31" y="22"/>
                    <a:pt x="31" y="22"/>
                  </a:cubicBezTo>
                  <a:cubicBezTo>
                    <a:pt x="31" y="21"/>
                    <a:pt x="32" y="21"/>
                    <a:pt x="32" y="21"/>
                  </a:cubicBezTo>
                  <a:cubicBezTo>
                    <a:pt x="32" y="20"/>
                    <a:pt x="32" y="19"/>
                    <a:pt x="31" y="19"/>
                  </a:cubicBezTo>
                  <a:cubicBezTo>
                    <a:pt x="31" y="18"/>
                    <a:pt x="31" y="20"/>
                    <a:pt x="31" y="20"/>
                  </a:cubicBezTo>
                  <a:cubicBezTo>
                    <a:pt x="30" y="20"/>
                    <a:pt x="31" y="21"/>
                    <a:pt x="30" y="21"/>
                  </a:cubicBezTo>
                  <a:cubicBezTo>
                    <a:pt x="30" y="21"/>
                    <a:pt x="29" y="21"/>
                    <a:pt x="29" y="21"/>
                  </a:cubicBezTo>
                  <a:cubicBezTo>
                    <a:pt x="29" y="21"/>
                    <a:pt x="30" y="21"/>
                    <a:pt x="30" y="20"/>
                  </a:cubicBezTo>
                  <a:cubicBezTo>
                    <a:pt x="29" y="20"/>
                    <a:pt x="29" y="20"/>
                    <a:pt x="28" y="20"/>
                  </a:cubicBezTo>
                  <a:cubicBezTo>
                    <a:pt x="29" y="20"/>
                    <a:pt x="30" y="20"/>
                    <a:pt x="29" y="19"/>
                  </a:cubicBezTo>
                  <a:cubicBezTo>
                    <a:pt x="29" y="19"/>
                    <a:pt x="29" y="19"/>
                    <a:pt x="30" y="19"/>
                  </a:cubicBezTo>
                  <a:cubicBezTo>
                    <a:pt x="29" y="19"/>
                    <a:pt x="30" y="18"/>
                    <a:pt x="29" y="18"/>
                  </a:cubicBezTo>
                  <a:cubicBezTo>
                    <a:pt x="29" y="18"/>
                    <a:pt x="29" y="19"/>
                    <a:pt x="28" y="19"/>
                  </a:cubicBezTo>
                  <a:cubicBezTo>
                    <a:pt x="27" y="18"/>
                    <a:pt x="27" y="18"/>
                    <a:pt x="26" y="18"/>
                  </a:cubicBezTo>
                  <a:cubicBezTo>
                    <a:pt x="26" y="19"/>
                    <a:pt x="27" y="18"/>
                    <a:pt x="28" y="19"/>
                  </a:cubicBezTo>
                  <a:cubicBezTo>
                    <a:pt x="28" y="20"/>
                    <a:pt x="27" y="20"/>
                    <a:pt x="26" y="20"/>
                  </a:cubicBezTo>
                  <a:cubicBezTo>
                    <a:pt x="27" y="20"/>
                    <a:pt x="26" y="20"/>
                    <a:pt x="26" y="21"/>
                  </a:cubicBezTo>
                  <a:cubicBezTo>
                    <a:pt x="26" y="21"/>
                    <a:pt x="25" y="21"/>
                    <a:pt x="25" y="21"/>
                  </a:cubicBezTo>
                  <a:cubicBezTo>
                    <a:pt x="25" y="21"/>
                    <a:pt x="24" y="21"/>
                    <a:pt x="25" y="21"/>
                  </a:cubicBezTo>
                  <a:cubicBezTo>
                    <a:pt x="24" y="21"/>
                    <a:pt x="24" y="21"/>
                    <a:pt x="24" y="21"/>
                  </a:cubicBezTo>
                  <a:cubicBezTo>
                    <a:pt x="23" y="21"/>
                    <a:pt x="23" y="21"/>
                    <a:pt x="23" y="21"/>
                  </a:cubicBezTo>
                  <a:cubicBezTo>
                    <a:pt x="23" y="21"/>
                    <a:pt x="24" y="21"/>
                    <a:pt x="24" y="21"/>
                  </a:cubicBezTo>
                  <a:cubicBezTo>
                    <a:pt x="24" y="22"/>
                    <a:pt x="23" y="21"/>
                    <a:pt x="23" y="21"/>
                  </a:cubicBezTo>
                  <a:cubicBezTo>
                    <a:pt x="23" y="22"/>
                    <a:pt x="25" y="22"/>
                    <a:pt x="25" y="22"/>
                  </a:cubicBezTo>
                  <a:cubicBezTo>
                    <a:pt x="25" y="23"/>
                    <a:pt x="24" y="23"/>
                    <a:pt x="24" y="23"/>
                  </a:cubicBezTo>
                  <a:cubicBezTo>
                    <a:pt x="24" y="23"/>
                    <a:pt x="25" y="23"/>
                    <a:pt x="25" y="23"/>
                  </a:cubicBezTo>
                  <a:cubicBezTo>
                    <a:pt x="25" y="23"/>
                    <a:pt x="25" y="24"/>
                    <a:pt x="25" y="24"/>
                  </a:cubicBezTo>
                  <a:cubicBezTo>
                    <a:pt x="25" y="24"/>
                    <a:pt x="24" y="25"/>
                    <a:pt x="24" y="25"/>
                  </a:cubicBezTo>
                  <a:cubicBezTo>
                    <a:pt x="25" y="25"/>
                    <a:pt x="25" y="25"/>
                    <a:pt x="25" y="25"/>
                  </a:cubicBezTo>
                  <a:cubicBezTo>
                    <a:pt x="25" y="25"/>
                    <a:pt x="25" y="25"/>
                    <a:pt x="25" y="25"/>
                  </a:cubicBezTo>
                  <a:cubicBezTo>
                    <a:pt x="25" y="25"/>
                    <a:pt x="26" y="26"/>
                    <a:pt x="26" y="26"/>
                  </a:cubicBezTo>
                  <a:cubicBezTo>
                    <a:pt x="25" y="26"/>
                    <a:pt x="26" y="26"/>
                    <a:pt x="26" y="26"/>
                  </a:cubicBezTo>
                  <a:cubicBezTo>
                    <a:pt x="26" y="26"/>
                    <a:pt x="27" y="26"/>
                    <a:pt x="27" y="26"/>
                  </a:cubicBezTo>
                  <a:cubicBezTo>
                    <a:pt x="28" y="26"/>
                    <a:pt x="28" y="26"/>
                    <a:pt x="28" y="26"/>
                  </a:cubicBezTo>
                  <a:cubicBezTo>
                    <a:pt x="29" y="26"/>
                    <a:pt x="29" y="26"/>
                    <a:pt x="29" y="26"/>
                  </a:cubicBezTo>
                  <a:cubicBezTo>
                    <a:pt x="30" y="26"/>
                    <a:pt x="29" y="26"/>
                    <a:pt x="29" y="27"/>
                  </a:cubicBezTo>
                  <a:cubicBezTo>
                    <a:pt x="30" y="27"/>
                    <a:pt x="30" y="27"/>
                    <a:pt x="30" y="27"/>
                  </a:cubicBezTo>
                  <a:cubicBezTo>
                    <a:pt x="30" y="27"/>
                    <a:pt x="29" y="27"/>
                    <a:pt x="29" y="27"/>
                  </a:cubicBezTo>
                  <a:cubicBezTo>
                    <a:pt x="29" y="27"/>
                    <a:pt x="30" y="28"/>
                    <a:pt x="30" y="28"/>
                  </a:cubicBezTo>
                  <a:cubicBezTo>
                    <a:pt x="30" y="28"/>
                    <a:pt x="29" y="27"/>
                    <a:pt x="29" y="27"/>
                  </a:cubicBezTo>
                  <a:cubicBezTo>
                    <a:pt x="29" y="28"/>
                    <a:pt x="31" y="28"/>
                    <a:pt x="31" y="28"/>
                  </a:cubicBezTo>
                  <a:cubicBezTo>
                    <a:pt x="31" y="29"/>
                    <a:pt x="30" y="29"/>
                    <a:pt x="30" y="29"/>
                  </a:cubicBezTo>
                  <a:cubicBezTo>
                    <a:pt x="29" y="29"/>
                    <a:pt x="30" y="30"/>
                    <a:pt x="30" y="30"/>
                  </a:cubicBezTo>
                  <a:cubicBezTo>
                    <a:pt x="30" y="30"/>
                    <a:pt x="30" y="30"/>
                    <a:pt x="30" y="30"/>
                  </a:cubicBezTo>
                  <a:cubicBezTo>
                    <a:pt x="30" y="30"/>
                    <a:pt x="30" y="30"/>
                    <a:pt x="30" y="30"/>
                  </a:cubicBezTo>
                  <a:cubicBezTo>
                    <a:pt x="30" y="30"/>
                    <a:pt x="29" y="29"/>
                    <a:pt x="29" y="29"/>
                  </a:cubicBezTo>
                  <a:cubicBezTo>
                    <a:pt x="29" y="30"/>
                    <a:pt x="29" y="30"/>
                    <a:pt x="29" y="30"/>
                  </a:cubicBezTo>
                  <a:cubicBezTo>
                    <a:pt x="29" y="30"/>
                    <a:pt x="28" y="30"/>
                    <a:pt x="28" y="30"/>
                  </a:cubicBezTo>
                  <a:cubicBezTo>
                    <a:pt x="28" y="30"/>
                    <a:pt x="28" y="30"/>
                    <a:pt x="28" y="30"/>
                  </a:cubicBezTo>
                  <a:cubicBezTo>
                    <a:pt x="28" y="30"/>
                    <a:pt x="27" y="30"/>
                    <a:pt x="26" y="29"/>
                  </a:cubicBezTo>
                  <a:cubicBezTo>
                    <a:pt x="26" y="29"/>
                    <a:pt x="26" y="29"/>
                    <a:pt x="25" y="29"/>
                  </a:cubicBezTo>
                  <a:cubicBezTo>
                    <a:pt x="25" y="29"/>
                    <a:pt x="23" y="29"/>
                    <a:pt x="24" y="30"/>
                  </a:cubicBezTo>
                  <a:cubicBezTo>
                    <a:pt x="25" y="30"/>
                    <a:pt x="24" y="30"/>
                    <a:pt x="24" y="31"/>
                  </a:cubicBezTo>
                  <a:cubicBezTo>
                    <a:pt x="24" y="31"/>
                    <a:pt x="24" y="31"/>
                    <a:pt x="25" y="31"/>
                  </a:cubicBezTo>
                  <a:cubicBezTo>
                    <a:pt x="25" y="31"/>
                    <a:pt x="26" y="31"/>
                    <a:pt x="26" y="32"/>
                  </a:cubicBezTo>
                  <a:cubicBezTo>
                    <a:pt x="26" y="32"/>
                    <a:pt x="27" y="32"/>
                    <a:pt x="27" y="32"/>
                  </a:cubicBezTo>
                  <a:cubicBezTo>
                    <a:pt x="28" y="32"/>
                    <a:pt x="29" y="32"/>
                    <a:pt x="29" y="32"/>
                  </a:cubicBezTo>
                  <a:cubicBezTo>
                    <a:pt x="30" y="32"/>
                    <a:pt x="31" y="32"/>
                    <a:pt x="30" y="31"/>
                  </a:cubicBezTo>
                  <a:cubicBezTo>
                    <a:pt x="30" y="31"/>
                    <a:pt x="30" y="31"/>
                    <a:pt x="30" y="31"/>
                  </a:cubicBezTo>
                  <a:cubicBezTo>
                    <a:pt x="31" y="31"/>
                    <a:pt x="31" y="31"/>
                    <a:pt x="30" y="31"/>
                  </a:cubicBezTo>
                  <a:cubicBezTo>
                    <a:pt x="31" y="31"/>
                    <a:pt x="31" y="31"/>
                    <a:pt x="31" y="31"/>
                  </a:cubicBezTo>
                  <a:cubicBezTo>
                    <a:pt x="30" y="32"/>
                    <a:pt x="31" y="33"/>
                    <a:pt x="32" y="33"/>
                  </a:cubicBezTo>
                  <a:cubicBezTo>
                    <a:pt x="32" y="33"/>
                    <a:pt x="31" y="32"/>
                    <a:pt x="31" y="32"/>
                  </a:cubicBezTo>
                  <a:cubicBezTo>
                    <a:pt x="31" y="32"/>
                    <a:pt x="32" y="31"/>
                    <a:pt x="32" y="31"/>
                  </a:cubicBezTo>
                  <a:cubicBezTo>
                    <a:pt x="32" y="31"/>
                    <a:pt x="33" y="30"/>
                    <a:pt x="33" y="30"/>
                  </a:cubicBezTo>
                  <a:cubicBezTo>
                    <a:pt x="32" y="29"/>
                    <a:pt x="32" y="30"/>
                    <a:pt x="32" y="29"/>
                  </a:cubicBezTo>
                  <a:cubicBezTo>
                    <a:pt x="31" y="29"/>
                    <a:pt x="31" y="29"/>
                    <a:pt x="31" y="29"/>
                  </a:cubicBezTo>
                  <a:cubicBezTo>
                    <a:pt x="31" y="29"/>
                    <a:pt x="31" y="29"/>
                    <a:pt x="31" y="28"/>
                  </a:cubicBezTo>
                  <a:cubicBezTo>
                    <a:pt x="31" y="28"/>
                    <a:pt x="32" y="29"/>
                    <a:pt x="32" y="29"/>
                  </a:cubicBezTo>
                  <a:cubicBezTo>
                    <a:pt x="32" y="29"/>
                    <a:pt x="33" y="29"/>
                    <a:pt x="33" y="28"/>
                  </a:cubicBezTo>
                  <a:cubicBezTo>
                    <a:pt x="32" y="27"/>
                    <a:pt x="34" y="27"/>
                    <a:pt x="32" y="27"/>
                  </a:cubicBezTo>
                  <a:cubicBezTo>
                    <a:pt x="32" y="27"/>
                    <a:pt x="32" y="27"/>
                    <a:pt x="32" y="27"/>
                  </a:cubicBezTo>
                  <a:cubicBezTo>
                    <a:pt x="32" y="26"/>
                    <a:pt x="32" y="27"/>
                    <a:pt x="32" y="27"/>
                  </a:cubicBezTo>
                  <a:cubicBezTo>
                    <a:pt x="33" y="27"/>
                    <a:pt x="33" y="26"/>
                    <a:pt x="33" y="26"/>
                  </a:cubicBezTo>
                  <a:cubicBezTo>
                    <a:pt x="33" y="26"/>
                    <a:pt x="33" y="26"/>
                    <a:pt x="34" y="26"/>
                  </a:cubicBezTo>
                  <a:cubicBezTo>
                    <a:pt x="34" y="26"/>
                    <a:pt x="36" y="26"/>
                    <a:pt x="35" y="25"/>
                  </a:cubicBezTo>
                  <a:cubicBezTo>
                    <a:pt x="35" y="24"/>
                    <a:pt x="34" y="24"/>
                    <a:pt x="33" y="24"/>
                  </a:cubicBezTo>
                  <a:cubicBezTo>
                    <a:pt x="33" y="23"/>
                    <a:pt x="34" y="22"/>
                    <a:pt x="35" y="22"/>
                  </a:cubicBezTo>
                  <a:cubicBezTo>
                    <a:pt x="35" y="22"/>
                    <a:pt x="36" y="22"/>
                    <a:pt x="36" y="21"/>
                  </a:cubicBezTo>
                  <a:cubicBezTo>
                    <a:pt x="36" y="20"/>
                    <a:pt x="36" y="20"/>
                    <a:pt x="36" y="19"/>
                  </a:cubicBezTo>
                  <a:cubicBezTo>
                    <a:pt x="36" y="19"/>
                    <a:pt x="36" y="19"/>
                    <a:pt x="36" y="19"/>
                  </a:cubicBezTo>
                  <a:close/>
                  <a:moveTo>
                    <a:pt x="23" y="5"/>
                  </a:moveTo>
                  <a:cubicBezTo>
                    <a:pt x="24" y="5"/>
                    <a:pt x="24" y="5"/>
                    <a:pt x="24" y="5"/>
                  </a:cubicBezTo>
                  <a:cubicBezTo>
                    <a:pt x="24" y="5"/>
                    <a:pt x="24" y="5"/>
                    <a:pt x="24" y="5"/>
                  </a:cubicBezTo>
                  <a:cubicBezTo>
                    <a:pt x="24" y="5"/>
                    <a:pt x="25" y="4"/>
                    <a:pt x="25" y="4"/>
                  </a:cubicBezTo>
                  <a:cubicBezTo>
                    <a:pt x="25" y="4"/>
                    <a:pt x="24" y="4"/>
                    <a:pt x="23" y="4"/>
                  </a:cubicBezTo>
                  <a:cubicBezTo>
                    <a:pt x="23" y="5"/>
                    <a:pt x="22" y="5"/>
                    <a:pt x="22" y="5"/>
                  </a:cubicBezTo>
                  <a:cubicBezTo>
                    <a:pt x="22" y="5"/>
                    <a:pt x="23" y="5"/>
                    <a:pt x="23" y="5"/>
                  </a:cubicBezTo>
                  <a:close/>
                  <a:moveTo>
                    <a:pt x="5" y="11"/>
                  </a:moveTo>
                  <a:cubicBezTo>
                    <a:pt x="5" y="11"/>
                    <a:pt x="6" y="11"/>
                    <a:pt x="6" y="11"/>
                  </a:cubicBezTo>
                  <a:cubicBezTo>
                    <a:pt x="6" y="10"/>
                    <a:pt x="6" y="10"/>
                    <a:pt x="6" y="10"/>
                  </a:cubicBezTo>
                  <a:cubicBezTo>
                    <a:pt x="6" y="9"/>
                    <a:pt x="7" y="9"/>
                    <a:pt x="7" y="9"/>
                  </a:cubicBezTo>
                  <a:cubicBezTo>
                    <a:pt x="7" y="9"/>
                    <a:pt x="7" y="8"/>
                    <a:pt x="7" y="8"/>
                  </a:cubicBezTo>
                  <a:cubicBezTo>
                    <a:pt x="6" y="8"/>
                    <a:pt x="6" y="9"/>
                    <a:pt x="5" y="9"/>
                  </a:cubicBezTo>
                  <a:cubicBezTo>
                    <a:pt x="5" y="9"/>
                    <a:pt x="5" y="9"/>
                    <a:pt x="4" y="9"/>
                  </a:cubicBezTo>
                  <a:cubicBezTo>
                    <a:pt x="4" y="9"/>
                    <a:pt x="5" y="10"/>
                    <a:pt x="5" y="10"/>
                  </a:cubicBezTo>
                  <a:cubicBezTo>
                    <a:pt x="5" y="10"/>
                    <a:pt x="4" y="10"/>
                    <a:pt x="4" y="10"/>
                  </a:cubicBezTo>
                  <a:cubicBezTo>
                    <a:pt x="4" y="10"/>
                    <a:pt x="5" y="11"/>
                    <a:pt x="5" y="11"/>
                  </a:cubicBezTo>
                  <a:close/>
                  <a:moveTo>
                    <a:pt x="34" y="28"/>
                  </a:moveTo>
                  <a:cubicBezTo>
                    <a:pt x="34" y="28"/>
                    <a:pt x="34" y="29"/>
                    <a:pt x="33" y="29"/>
                  </a:cubicBezTo>
                  <a:cubicBezTo>
                    <a:pt x="33" y="28"/>
                    <a:pt x="32" y="29"/>
                    <a:pt x="33" y="30"/>
                  </a:cubicBezTo>
                  <a:cubicBezTo>
                    <a:pt x="34" y="30"/>
                    <a:pt x="34" y="29"/>
                    <a:pt x="35" y="29"/>
                  </a:cubicBezTo>
                  <a:cubicBezTo>
                    <a:pt x="35" y="29"/>
                    <a:pt x="36" y="29"/>
                    <a:pt x="36" y="29"/>
                  </a:cubicBezTo>
                  <a:cubicBezTo>
                    <a:pt x="36" y="28"/>
                    <a:pt x="34" y="28"/>
                    <a:pt x="34" y="28"/>
                  </a:cubicBezTo>
                  <a:close/>
                  <a:moveTo>
                    <a:pt x="23" y="27"/>
                  </a:moveTo>
                  <a:cubicBezTo>
                    <a:pt x="22" y="27"/>
                    <a:pt x="22" y="28"/>
                    <a:pt x="22" y="29"/>
                  </a:cubicBezTo>
                  <a:cubicBezTo>
                    <a:pt x="21" y="29"/>
                    <a:pt x="21" y="29"/>
                    <a:pt x="21" y="30"/>
                  </a:cubicBezTo>
                  <a:cubicBezTo>
                    <a:pt x="21" y="30"/>
                    <a:pt x="21" y="30"/>
                    <a:pt x="20" y="30"/>
                  </a:cubicBezTo>
                  <a:cubicBezTo>
                    <a:pt x="21" y="30"/>
                    <a:pt x="21" y="32"/>
                    <a:pt x="22" y="30"/>
                  </a:cubicBezTo>
                  <a:cubicBezTo>
                    <a:pt x="22" y="29"/>
                    <a:pt x="23" y="29"/>
                    <a:pt x="23" y="28"/>
                  </a:cubicBezTo>
                  <a:cubicBezTo>
                    <a:pt x="23" y="28"/>
                    <a:pt x="23" y="26"/>
                    <a:pt x="23" y="2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06" name="Czechia (Czech Republic)">
              <a:extLst>
                <a:ext uri="{FF2B5EF4-FFF2-40B4-BE49-F238E27FC236}">
                  <a16:creationId xmlns:a16="http://schemas.microsoft.com/office/drawing/2014/main" id="{B6768D03-3620-F3A6-3374-BF916A332BE9}"/>
                </a:ext>
              </a:extLst>
            </p:cNvPr>
            <p:cNvSpPr>
              <a:spLocks/>
            </p:cNvSpPr>
            <p:nvPr/>
          </p:nvSpPr>
          <p:spPr bwMode="auto">
            <a:xfrm>
              <a:off x="6100510" y="2062457"/>
              <a:ext cx="201915" cy="96056"/>
            </a:xfrm>
            <a:custGeom>
              <a:avLst/>
              <a:gdLst/>
              <a:ahLst/>
              <a:cxnLst>
                <a:cxn ang="0">
                  <a:pos x="55" y="14"/>
                </a:cxn>
                <a:cxn ang="0">
                  <a:pos x="54" y="13"/>
                </a:cxn>
                <a:cxn ang="0">
                  <a:pos x="51" y="12"/>
                </a:cxn>
                <a:cxn ang="0">
                  <a:pos x="48" y="12"/>
                </a:cxn>
                <a:cxn ang="0">
                  <a:pos x="48" y="9"/>
                </a:cxn>
                <a:cxn ang="0">
                  <a:pos x="45" y="9"/>
                </a:cxn>
                <a:cxn ang="0">
                  <a:pos x="43" y="8"/>
                </a:cxn>
                <a:cxn ang="0">
                  <a:pos x="41" y="9"/>
                </a:cxn>
                <a:cxn ang="0">
                  <a:pos x="39" y="10"/>
                </a:cxn>
                <a:cxn ang="0">
                  <a:pos x="36" y="8"/>
                </a:cxn>
                <a:cxn ang="0">
                  <a:pos x="35" y="7"/>
                </a:cxn>
                <a:cxn ang="0">
                  <a:pos x="35" y="5"/>
                </a:cxn>
                <a:cxn ang="0">
                  <a:pos x="33" y="5"/>
                </a:cxn>
                <a:cxn ang="0">
                  <a:pos x="29" y="4"/>
                </a:cxn>
                <a:cxn ang="0">
                  <a:pos x="27" y="3"/>
                </a:cxn>
                <a:cxn ang="0">
                  <a:pos x="25" y="1"/>
                </a:cxn>
                <a:cxn ang="0">
                  <a:pos x="23" y="3"/>
                </a:cxn>
                <a:cxn ang="0">
                  <a:pos x="21" y="2"/>
                </a:cxn>
                <a:cxn ang="0">
                  <a:pos x="20" y="1"/>
                </a:cxn>
                <a:cxn ang="0">
                  <a:pos x="19" y="3"/>
                </a:cxn>
                <a:cxn ang="0">
                  <a:pos x="14" y="4"/>
                </a:cxn>
                <a:cxn ang="0">
                  <a:pos x="10" y="6"/>
                </a:cxn>
                <a:cxn ang="0">
                  <a:pos x="8" y="7"/>
                </a:cxn>
                <a:cxn ang="0">
                  <a:pos x="4" y="8"/>
                </a:cxn>
                <a:cxn ang="0">
                  <a:pos x="1" y="9"/>
                </a:cxn>
                <a:cxn ang="0">
                  <a:pos x="0" y="8"/>
                </a:cxn>
                <a:cxn ang="0">
                  <a:pos x="1" y="10"/>
                </a:cxn>
                <a:cxn ang="0">
                  <a:pos x="4" y="13"/>
                </a:cxn>
                <a:cxn ang="0">
                  <a:pos x="4" y="16"/>
                </a:cxn>
                <a:cxn ang="0">
                  <a:pos x="7" y="19"/>
                </a:cxn>
                <a:cxn ang="0">
                  <a:pos x="11" y="22"/>
                </a:cxn>
                <a:cxn ang="0">
                  <a:pos x="12" y="23"/>
                </a:cxn>
                <a:cxn ang="0">
                  <a:pos x="15" y="25"/>
                </a:cxn>
                <a:cxn ang="0">
                  <a:pos x="20" y="26"/>
                </a:cxn>
                <a:cxn ang="0">
                  <a:pos x="23" y="25"/>
                </a:cxn>
                <a:cxn ang="0">
                  <a:pos x="26" y="22"/>
                </a:cxn>
                <a:cxn ang="0">
                  <a:pos x="30" y="24"/>
                </a:cxn>
                <a:cxn ang="0">
                  <a:pos x="33" y="25"/>
                </a:cxn>
                <a:cxn ang="0">
                  <a:pos x="39" y="25"/>
                </a:cxn>
                <a:cxn ang="0">
                  <a:pos x="42" y="26"/>
                </a:cxn>
                <a:cxn ang="0">
                  <a:pos x="49" y="23"/>
                </a:cxn>
                <a:cxn ang="0">
                  <a:pos x="52" y="20"/>
                </a:cxn>
                <a:cxn ang="0">
                  <a:pos x="56" y="17"/>
                </a:cxn>
              </a:cxnLst>
              <a:rect l="0" t="0" r="r" b="b"/>
              <a:pathLst>
                <a:path w="57" h="27">
                  <a:moveTo>
                    <a:pt x="57" y="15"/>
                  </a:moveTo>
                  <a:cubicBezTo>
                    <a:pt x="57" y="15"/>
                    <a:pt x="57" y="15"/>
                    <a:pt x="56" y="15"/>
                  </a:cubicBezTo>
                  <a:cubicBezTo>
                    <a:pt x="56" y="15"/>
                    <a:pt x="55" y="15"/>
                    <a:pt x="55" y="14"/>
                  </a:cubicBezTo>
                  <a:cubicBezTo>
                    <a:pt x="55" y="14"/>
                    <a:pt x="55" y="14"/>
                    <a:pt x="55" y="13"/>
                  </a:cubicBezTo>
                  <a:cubicBezTo>
                    <a:pt x="55" y="13"/>
                    <a:pt x="55" y="13"/>
                    <a:pt x="55" y="13"/>
                  </a:cubicBezTo>
                  <a:cubicBezTo>
                    <a:pt x="55" y="12"/>
                    <a:pt x="55" y="13"/>
                    <a:pt x="54" y="13"/>
                  </a:cubicBezTo>
                  <a:cubicBezTo>
                    <a:pt x="54" y="13"/>
                    <a:pt x="53" y="13"/>
                    <a:pt x="53" y="13"/>
                  </a:cubicBezTo>
                  <a:cubicBezTo>
                    <a:pt x="53" y="13"/>
                    <a:pt x="52" y="13"/>
                    <a:pt x="52" y="12"/>
                  </a:cubicBezTo>
                  <a:cubicBezTo>
                    <a:pt x="52" y="12"/>
                    <a:pt x="51" y="12"/>
                    <a:pt x="51" y="12"/>
                  </a:cubicBezTo>
                  <a:cubicBezTo>
                    <a:pt x="51" y="12"/>
                    <a:pt x="51" y="12"/>
                    <a:pt x="50" y="11"/>
                  </a:cubicBezTo>
                  <a:cubicBezTo>
                    <a:pt x="50" y="11"/>
                    <a:pt x="50" y="12"/>
                    <a:pt x="50" y="12"/>
                  </a:cubicBezTo>
                  <a:cubicBezTo>
                    <a:pt x="50" y="12"/>
                    <a:pt x="49" y="12"/>
                    <a:pt x="48" y="12"/>
                  </a:cubicBezTo>
                  <a:cubicBezTo>
                    <a:pt x="48" y="12"/>
                    <a:pt x="48" y="11"/>
                    <a:pt x="48" y="11"/>
                  </a:cubicBezTo>
                  <a:cubicBezTo>
                    <a:pt x="47" y="11"/>
                    <a:pt x="47" y="11"/>
                    <a:pt x="47" y="10"/>
                  </a:cubicBezTo>
                  <a:cubicBezTo>
                    <a:pt x="46" y="10"/>
                    <a:pt x="48" y="10"/>
                    <a:pt x="48" y="9"/>
                  </a:cubicBezTo>
                  <a:cubicBezTo>
                    <a:pt x="48" y="9"/>
                    <a:pt x="48" y="8"/>
                    <a:pt x="47" y="9"/>
                  </a:cubicBezTo>
                  <a:cubicBezTo>
                    <a:pt x="47" y="9"/>
                    <a:pt x="46" y="9"/>
                    <a:pt x="46" y="9"/>
                  </a:cubicBezTo>
                  <a:cubicBezTo>
                    <a:pt x="45" y="9"/>
                    <a:pt x="45" y="9"/>
                    <a:pt x="45" y="9"/>
                  </a:cubicBezTo>
                  <a:cubicBezTo>
                    <a:pt x="44" y="9"/>
                    <a:pt x="45" y="9"/>
                    <a:pt x="44" y="9"/>
                  </a:cubicBezTo>
                  <a:cubicBezTo>
                    <a:pt x="44" y="9"/>
                    <a:pt x="44" y="9"/>
                    <a:pt x="44" y="9"/>
                  </a:cubicBezTo>
                  <a:cubicBezTo>
                    <a:pt x="44" y="9"/>
                    <a:pt x="44" y="8"/>
                    <a:pt x="43" y="8"/>
                  </a:cubicBezTo>
                  <a:cubicBezTo>
                    <a:pt x="43" y="8"/>
                    <a:pt x="43" y="8"/>
                    <a:pt x="43" y="8"/>
                  </a:cubicBezTo>
                  <a:cubicBezTo>
                    <a:pt x="43" y="8"/>
                    <a:pt x="40" y="7"/>
                    <a:pt x="40" y="8"/>
                  </a:cubicBezTo>
                  <a:cubicBezTo>
                    <a:pt x="41" y="8"/>
                    <a:pt x="41" y="8"/>
                    <a:pt x="41" y="9"/>
                  </a:cubicBezTo>
                  <a:cubicBezTo>
                    <a:pt x="41" y="9"/>
                    <a:pt x="42" y="9"/>
                    <a:pt x="42" y="9"/>
                  </a:cubicBezTo>
                  <a:cubicBezTo>
                    <a:pt x="41" y="9"/>
                    <a:pt x="41" y="10"/>
                    <a:pt x="40" y="10"/>
                  </a:cubicBezTo>
                  <a:cubicBezTo>
                    <a:pt x="40" y="10"/>
                    <a:pt x="40" y="10"/>
                    <a:pt x="39" y="10"/>
                  </a:cubicBezTo>
                  <a:cubicBezTo>
                    <a:pt x="39" y="11"/>
                    <a:pt x="38" y="11"/>
                    <a:pt x="38" y="10"/>
                  </a:cubicBezTo>
                  <a:cubicBezTo>
                    <a:pt x="38" y="10"/>
                    <a:pt x="37" y="9"/>
                    <a:pt x="37" y="9"/>
                  </a:cubicBezTo>
                  <a:cubicBezTo>
                    <a:pt x="37" y="9"/>
                    <a:pt x="36" y="8"/>
                    <a:pt x="36" y="8"/>
                  </a:cubicBezTo>
                  <a:cubicBezTo>
                    <a:pt x="36" y="8"/>
                    <a:pt x="36" y="8"/>
                    <a:pt x="36" y="8"/>
                  </a:cubicBezTo>
                  <a:cubicBezTo>
                    <a:pt x="36" y="8"/>
                    <a:pt x="36" y="8"/>
                    <a:pt x="35" y="8"/>
                  </a:cubicBezTo>
                  <a:cubicBezTo>
                    <a:pt x="35" y="8"/>
                    <a:pt x="35" y="8"/>
                    <a:pt x="35" y="7"/>
                  </a:cubicBezTo>
                  <a:cubicBezTo>
                    <a:pt x="34" y="7"/>
                    <a:pt x="36" y="7"/>
                    <a:pt x="36" y="6"/>
                  </a:cubicBezTo>
                  <a:cubicBezTo>
                    <a:pt x="37" y="6"/>
                    <a:pt x="37" y="6"/>
                    <a:pt x="36" y="5"/>
                  </a:cubicBezTo>
                  <a:cubicBezTo>
                    <a:pt x="36" y="5"/>
                    <a:pt x="36" y="5"/>
                    <a:pt x="35" y="5"/>
                  </a:cubicBezTo>
                  <a:cubicBezTo>
                    <a:pt x="35" y="5"/>
                    <a:pt x="35" y="5"/>
                    <a:pt x="34" y="5"/>
                  </a:cubicBezTo>
                  <a:cubicBezTo>
                    <a:pt x="34" y="5"/>
                    <a:pt x="34" y="5"/>
                    <a:pt x="33" y="5"/>
                  </a:cubicBezTo>
                  <a:cubicBezTo>
                    <a:pt x="33" y="6"/>
                    <a:pt x="33" y="5"/>
                    <a:pt x="33" y="5"/>
                  </a:cubicBezTo>
                  <a:cubicBezTo>
                    <a:pt x="32" y="4"/>
                    <a:pt x="32" y="5"/>
                    <a:pt x="32" y="4"/>
                  </a:cubicBezTo>
                  <a:cubicBezTo>
                    <a:pt x="31" y="4"/>
                    <a:pt x="31" y="4"/>
                    <a:pt x="31" y="4"/>
                  </a:cubicBezTo>
                  <a:cubicBezTo>
                    <a:pt x="30" y="4"/>
                    <a:pt x="29" y="4"/>
                    <a:pt x="29" y="4"/>
                  </a:cubicBezTo>
                  <a:cubicBezTo>
                    <a:pt x="29" y="4"/>
                    <a:pt x="28" y="3"/>
                    <a:pt x="28" y="3"/>
                  </a:cubicBezTo>
                  <a:cubicBezTo>
                    <a:pt x="28" y="3"/>
                    <a:pt x="28" y="3"/>
                    <a:pt x="28" y="4"/>
                  </a:cubicBezTo>
                  <a:cubicBezTo>
                    <a:pt x="27" y="4"/>
                    <a:pt x="27" y="3"/>
                    <a:pt x="27" y="3"/>
                  </a:cubicBezTo>
                  <a:cubicBezTo>
                    <a:pt x="26" y="2"/>
                    <a:pt x="27" y="2"/>
                    <a:pt x="26" y="1"/>
                  </a:cubicBezTo>
                  <a:cubicBezTo>
                    <a:pt x="26" y="1"/>
                    <a:pt x="26" y="1"/>
                    <a:pt x="26" y="1"/>
                  </a:cubicBezTo>
                  <a:cubicBezTo>
                    <a:pt x="25" y="1"/>
                    <a:pt x="25" y="1"/>
                    <a:pt x="25" y="1"/>
                  </a:cubicBezTo>
                  <a:cubicBezTo>
                    <a:pt x="24" y="0"/>
                    <a:pt x="25" y="2"/>
                    <a:pt x="24" y="2"/>
                  </a:cubicBezTo>
                  <a:cubicBezTo>
                    <a:pt x="24" y="2"/>
                    <a:pt x="24" y="3"/>
                    <a:pt x="24" y="3"/>
                  </a:cubicBezTo>
                  <a:cubicBezTo>
                    <a:pt x="24" y="3"/>
                    <a:pt x="24" y="3"/>
                    <a:pt x="23" y="3"/>
                  </a:cubicBezTo>
                  <a:cubicBezTo>
                    <a:pt x="23" y="3"/>
                    <a:pt x="23" y="3"/>
                    <a:pt x="23" y="3"/>
                  </a:cubicBezTo>
                  <a:cubicBezTo>
                    <a:pt x="22" y="3"/>
                    <a:pt x="22" y="3"/>
                    <a:pt x="21" y="3"/>
                  </a:cubicBezTo>
                  <a:cubicBezTo>
                    <a:pt x="21" y="3"/>
                    <a:pt x="21" y="2"/>
                    <a:pt x="21" y="2"/>
                  </a:cubicBezTo>
                  <a:cubicBezTo>
                    <a:pt x="21" y="2"/>
                    <a:pt x="21" y="2"/>
                    <a:pt x="21" y="2"/>
                  </a:cubicBezTo>
                  <a:cubicBezTo>
                    <a:pt x="21" y="2"/>
                    <a:pt x="21" y="2"/>
                    <a:pt x="21" y="1"/>
                  </a:cubicBezTo>
                  <a:cubicBezTo>
                    <a:pt x="21" y="1"/>
                    <a:pt x="20" y="1"/>
                    <a:pt x="20" y="1"/>
                  </a:cubicBezTo>
                  <a:cubicBezTo>
                    <a:pt x="19" y="1"/>
                    <a:pt x="19" y="1"/>
                    <a:pt x="18" y="1"/>
                  </a:cubicBezTo>
                  <a:cubicBezTo>
                    <a:pt x="18" y="1"/>
                    <a:pt x="18" y="1"/>
                    <a:pt x="19" y="2"/>
                  </a:cubicBezTo>
                  <a:cubicBezTo>
                    <a:pt x="18" y="2"/>
                    <a:pt x="20" y="2"/>
                    <a:pt x="19" y="3"/>
                  </a:cubicBezTo>
                  <a:cubicBezTo>
                    <a:pt x="18" y="3"/>
                    <a:pt x="17" y="3"/>
                    <a:pt x="17" y="3"/>
                  </a:cubicBezTo>
                  <a:cubicBezTo>
                    <a:pt x="16" y="3"/>
                    <a:pt x="15" y="3"/>
                    <a:pt x="15" y="4"/>
                  </a:cubicBezTo>
                  <a:cubicBezTo>
                    <a:pt x="15" y="4"/>
                    <a:pt x="14" y="4"/>
                    <a:pt x="14" y="4"/>
                  </a:cubicBezTo>
                  <a:cubicBezTo>
                    <a:pt x="13" y="4"/>
                    <a:pt x="13" y="4"/>
                    <a:pt x="13" y="4"/>
                  </a:cubicBezTo>
                  <a:cubicBezTo>
                    <a:pt x="12" y="4"/>
                    <a:pt x="12" y="5"/>
                    <a:pt x="11" y="5"/>
                  </a:cubicBezTo>
                  <a:cubicBezTo>
                    <a:pt x="11" y="5"/>
                    <a:pt x="10" y="6"/>
                    <a:pt x="10" y="6"/>
                  </a:cubicBezTo>
                  <a:cubicBezTo>
                    <a:pt x="9" y="6"/>
                    <a:pt x="9" y="6"/>
                    <a:pt x="9" y="7"/>
                  </a:cubicBezTo>
                  <a:cubicBezTo>
                    <a:pt x="9" y="7"/>
                    <a:pt x="8" y="6"/>
                    <a:pt x="8" y="7"/>
                  </a:cubicBezTo>
                  <a:cubicBezTo>
                    <a:pt x="8" y="7"/>
                    <a:pt x="8" y="7"/>
                    <a:pt x="8" y="7"/>
                  </a:cubicBezTo>
                  <a:cubicBezTo>
                    <a:pt x="7" y="8"/>
                    <a:pt x="6" y="7"/>
                    <a:pt x="6" y="7"/>
                  </a:cubicBezTo>
                  <a:cubicBezTo>
                    <a:pt x="6" y="7"/>
                    <a:pt x="6" y="8"/>
                    <a:pt x="5" y="8"/>
                  </a:cubicBezTo>
                  <a:cubicBezTo>
                    <a:pt x="5" y="8"/>
                    <a:pt x="5" y="7"/>
                    <a:pt x="4" y="8"/>
                  </a:cubicBezTo>
                  <a:cubicBezTo>
                    <a:pt x="4" y="8"/>
                    <a:pt x="3" y="8"/>
                    <a:pt x="3" y="9"/>
                  </a:cubicBezTo>
                  <a:cubicBezTo>
                    <a:pt x="2" y="9"/>
                    <a:pt x="2" y="10"/>
                    <a:pt x="2" y="10"/>
                  </a:cubicBezTo>
                  <a:cubicBezTo>
                    <a:pt x="2" y="10"/>
                    <a:pt x="2" y="9"/>
                    <a:pt x="1" y="9"/>
                  </a:cubicBezTo>
                  <a:cubicBezTo>
                    <a:pt x="1" y="9"/>
                    <a:pt x="1" y="9"/>
                    <a:pt x="1" y="9"/>
                  </a:cubicBezTo>
                  <a:cubicBezTo>
                    <a:pt x="1" y="9"/>
                    <a:pt x="1" y="9"/>
                    <a:pt x="1" y="9"/>
                  </a:cubicBezTo>
                  <a:cubicBezTo>
                    <a:pt x="1" y="8"/>
                    <a:pt x="0" y="8"/>
                    <a:pt x="0" y="8"/>
                  </a:cubicBezTo>
                  <a:cubicBezTo>
                    <a:pt x="1" y="9"/>
                    <a:pt x="0" y="9"/>
                    <a:pt x="0" y="9"/>
                  </a:cubicBezTo>
                  <a:cubicBezTo>
                    <a:pt x="0" y="9"/>
                    <a:pt x="1" y="10"/>
                    <a:pt x="1" y="10"/>
                  </a:cubicBezTo>
                  <a:cubicBezTo>
                    <a:pt x="1" y="10"/>
                    <a:pt x="1" y="10"/>
                    <a:pt x="1" y="10"/>
                  </a:cubicBezTo>
                  <a:cubicBezTo>
                    <a:pt x="1" y="11"/>
                    <a:pt x="2" y="11"/>
                    <a:pt x="2" y="12"/>
                  </a:cubicBezTo>
                  <a:cubicBezTo>
                    <a:pt x="2" y="12"/>
                    <a:pt x="3" y="12"/>
                    <a:pt x="3" y="12"/>
                  </a:cubicBezTo>
                  <a:cubicBezTo>
                    <a:pt x="3" y="13"/>
                    <a:pt x="4" y="13"/>
                    <a:pt x="4" y="13"/>
                  </a:cubicBezTo>
                  <a:cubicBezTo>
                    <a:pt x="4" y="13"/>
                    <a:pt x="3" y="14"/>
                    <a:pt x="3" y="14"/>
                  </a:cubicBezTo>
                  <a:cubicBezTo>
                    <a:pt x="2" y="15"/>
                    <a:pt x="3" y="15"/>
                    <a:pt x="3" y="15"/>
                  </a:cubicBezTo>
                  <a:cubicBezTo>
                    <a:pt x="4" y="15"/>
                    <a:pt x="4" y="16"/>
                    <a:pt x="4" y="16"/>
                  </a:cubicBezTo>
                  <a:cubicBezTo>
                    <a:pt x="4" y="17"/>
                    <a:pt x="5" y="17"/>
                    <a:pt x="5" y="17"/>
                  </a:cubicBezTo>
                  <a:cubicBezTo>
                    <a:pt x="5" y="18"/>
                    <a:pt x="5" y="18"/>
                    <a:pt x="6" y="19"/>
                  </a:cubicBezTo>
                  <a:cubicBezTo>
                    <a:pt x="6" y="19"/>
                    <a:pt x="7" y="19"/>
                    <a:pt x="7" y="19"/>
                  </a:cubicBezTo>
                  <a:cubicBezTo>
                    <a:pt x="7" y="19"/>
                    <a:pt x="8" y="19"/>
                    <a:pt x="8" y="19"/>
                  </a:cubicBezTo>
                  <a:cubicBezTo>
                    <a:pt x="9" y="20"/>
                    <a:pt x="9" y="21"/>
                    <a:pt x="9" y="21"/>
                  </a:cubicBezTo>
                  <a:cubicBezTo>
                    <a:pt x="10" y="21"/>
                    <a:pt x="10" y="21"/>
                    <a:pt x="11" y="22"/>
                  </a:cubicBezTo>
                  <a:cubicBezTo>
                    <a:pt x="11" y="22"/>
                    <a:pt x="11" y="22"/>
                    <a:pt x="11" y="22"/>
                  </a:cubicBezTo>
                  <a:cubicBezTo>
                    <a:pt x="11" y="22"/>
                    <a:pt x="11" y="22"/>
                    <a:pt x="11" y="23"/>
                  </a:cubicBezTo>
                  <a:cubicBezTo>
                    <a:pt x="12" y="23"/>
                    <a:pt x="12" y="23"/>
                    <a:pt x="12" y="23"/>
                  </a:cubicBezTo>
                  <a:cubicBezTo>
                    <a:pt x="13" y="23"/>
                    <a:pt x="13" y="23"/>
                    <a:pt x="14" y="24"/>
                  </a:cubicBezTo>
                  <a:cubicBezTo>
                    <a:pt x="14" y="24"/>
                    <a:pt x="14" y="24"/>
                    <a:pt x="15" y="24"/>
                  </a:cubicBezTo>
                  <a:cubicBezTo>
                    <a:pt x="15" y="25"/>
                    <a:pt x="15" y="25"/>
                    <a:pt x="15" y="25"/>
                  </a:cubicBezTo>
                  <a:cubicBezTo>
                    <a:pt x="16" y="25"/>
                    <a:pt x="17" y="25"/>
                    <a:pt x="17" y="26"/>
                  </a:cubicBezTo>
                  <a:cubicBezTo>
                    <a:pt x="16" y="27"/>
                    <a:pt x="18" y="27"/>
                    <a:pt x="19" y="27"/>
                  </a:cubicBezTo>
                  <a:cubicBezTo>
                    <a:pt x="20" y="27"/>
                    <a:pt x="20" y="27"/>
                    <a:pt x="20" y="26"/>
                  </a:cubicBezTo>
                  <a:cubicBezTo>
                    <a:pt x="21" y="26"/>
                    <a:pt x="21" y="27"/>
                    <a:pt x="22" y="27"/>
                  </a:cubicBezTo>
                  <a:cubicBezTo>
                    <a:pt x="22" y="27"/>
                    <a:pt x="23" y="27"/>
                    <a:pt x="23" y="26"/>
                  </a:cubicBezTo>
                  <a:cubicBezTo>
                    <a:pt x="23" y="26"/>
                    <a:pt x="23" y="25"/>
                    <a:pt x="23" y="25"/>
                  </a:cubicBezTo>
                  <a:cubicBezTo>
                    <a:pt x="24" y="25"/>
                    <a:pt x="24" y="25"/>
                    <a:pt x="25" y="25"/>
                  </a:cubicBezTo>
                  <a:cubicBezTo>
                    <a:pt x="25" y="24"/>
                    <a:pt x="25" y="24"/>
                    <a:pt x="25" y="23"/>
                  </a:cubicBezTo>
                  <a:cubicBezTo>
                    <a:pt x="25" y="22"/>
                    <a:pt x="25" y="22"/>
                    <a:pt x="26" y="22"/>
                  </a:cubicBezTo>
                  <a:cubicBezTo>
                    <a:pt x="27" y="22"/>
                    <a:pt x="26" y="23"/>
                    <a:pt x="26" y="23"/>
                  </a:cubicBezTo>
                  <a:cubicBezTo>
                    <a:pt x="27" y="23"/>
                    <a:pt x="27" y="23"/>
                    <a:pt x="28" y="23"/>
                  </a:cubicBezTo>
                  <a:cubicBezTo>
                    <a:pt x="29" y="23"/>
                    <a:pt x="29" y="23"/>
                    <a:pt x="30" y="24"/>
                  </a:cubicBezTo>
                  <a:cubicBezTo>
                    <a:pt x="30" y="24"/>
                    <a:pt x="31" y="24"/>
                    <a:pt x="31" y="24"/>
                  </a:cubicBezTo>
                  <a:cubicBezTo>
                    <a:pt x="31" y="24"/>
                    <a:pt x="32" y="24"/>
                    <a:pt x="32" y="24"/>
                  </a:cubicBezTo>
                  <a:cubicBezTo>
                    <a:pt x="32" y="24"/>
                    <a:pt x="33" y="24"/>
                    <a:pt x="33" y="25"/>
                  </a:cubicBezTo>
                  <a:cubicBezTo>
                    <a:pt x="34" y="25"/>
                    <a:pt x="35" y="25"/>
                    <a:pt x="36" y="25"/>
                  </a:cubicBezTo>
                  <a:cubicBezTo>
                    <a:pt x="36" y="25"/>
                    <a:pt x="37" y="25"/>
                    <a:pt x="37" y="25"/>
                  </a:cubicBezTo>
                  <a:cubicBezTo>
                    <a:pt x="37" y="24"/>
                    <a:pt x="38" y="25"/>
                    <a:pt x="39" y="25"/>
                  </a:cubicBezTo>
                  <a:cubicBezTo>
                    <a:pt x="39" y="25"/>
                    <a:pt x="39" y="25"/>
                    <a:pt x="40" y="25"/>
                  </a:cubicBezTo>
                  <a:cubicBezTo>
                    <a:pt x="40" y="25"/>
                    <a:pt x="41" y="25"/>
                    <a:pt x="41" y="26"/>
                  </a:cubicBezTo>
                  <a:cubicBezTo>
                    <a:pt x="41" y="26"/>
                    <a:pt x="41" y="27"/>
                    <a:pt x="42" y="26"/>
                  </a:cubicBezTo>
                  <a:cubicBezTo>
                    <a:pt x="43" y="26"/>
                    <a:pt x="43" y="23"/>
                    <a:pt x="44" y="24"/>
                  </a:cubicBezTo>
                  <a:cubicBezTo>
                    <a:pt x="45" y="24"/>
                    <a:pt x="46" y="24"/>
                    <a:pt x="48" y="24"/>
                  </a:cubicBezTo>
                  <a:cubicBezTo>
                    <a:pt x="48" y="24"/>
                    <a:pt x="48" y="23"/>
                    <a:pt x="49" y="23"/>
                  </a:cubicBezTo>
                  <a:cubicBezTo>
                    <a:pt x="50" y="23"/>
                    <a:pt x="50" y="23"/>
                    <a:pt x="50" y="22"/>
                  </a:cubicBezTo>
                  <a:cubicBezTo>
                    <a:pt x="50" y="22"/>
                    <a:pt x="51" y="22"/>
                    <a:pt x="51" y="21"/>
                  </a:cubicBezTo>
                  <a:cubicBezTo>
                    <a:pt x="51" y="21"/>
                    <a:pt x="51" y="20"/>
                    <a:pt x="52" y="20"/>
                  </a:cubicBezTo>
                  <a:cubicBezTo>
                    <a:pt x="52" y="19"/>
                    <a:pt x="54" y="19"/>
                    <a:pt x="54" y="18"/>
                  </a:cubicBezTo>
                  <a:cubicBezTo>
                    <a:pt x="54" y="18"/>
                    <a:pt x="54" y="18"/>
                    <a:pt x="55" y="18"/>
                  </a:cubicBezTo>
                  <a:cubicBezTo>
                    <a:pt x="55" y="17"/>
                    <a:pt x="55" y="17"/>
                    <a:pt x="56" y="17"/>
                  </a:cubicBezTo>
                  <a:cubicBezTo>
                    <a:pt x="56" y="17"/>
                    <a:pt x="57" y="17"/>
                    <a:pt x="57" y="17"/>
                  </a:cubicBezTo>
                  <a:cubicBezTo>
                    <a:pt x="57" y="16"/>
                    <a:pt x="57" y="16"/>
                    <a:pt x="57" y="1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07" name="Cyprus">
              <a:extLst>
                <a:ext uri="{FF2B5EF4-FFF2-40B4-BE49-F238E27FC236}">
                  <a16:creationId xmlns:a16="http://schemas.microsoft.com/office/drawing/2014/main" id="{B121BFDE-FA15-8A22-2072-D201C87C3ACB}"/>
                </a:ext>
              </a:extLst>
            </p:cNvPr>
            <p:cNvSpPr>
              <a:spLocks/>
            </p:cNvSpPr>
            <p:nvPr/>
          </p:nvSpPr>
          <p:spPr bwMode="auto">
            <a:xfrm>
              <a:off x="6759180" y="2654476"/>
              <a:ext cx="74493" cy="42147"/>
            </a:xfrm>
            <a:custGeom>
              <a:avLst/>
              <a:gdLst/>
              <a:ahLst/>
              <a:cxnLst>
                <a:cxn ang="0">
                  <a:pos x="19" y="1"/>
                </a:cxn>
                <a:cxn ang="0">
                  <a:pos x="17" y="2"/>
                </a:cxn>
                <a:cxn ang="0">
                  <a:pos x="15" y="3"/>
                </a:cxn>
                <a:cxn ang="0">
                  <a:pos x="13" y="4"/>
                </a:cxn>
                <a:cxn ang="0">
                  <a:pos x="10" y="4"/>
                </a:cxn>
                <a:cxn ang="0">
                  <a:pos x="6" y="3"/>
                </a:cxn>
                <a:cxn ang="0">
                  <a:pos x="6" y="5"/>
                </a:cxn>
                <a:cxn ang="0">
                  <a:pos x="5" y="6"/>
                </a:cxn>
                <a:cxn ang="0">
                  <a:pos x="2" y="6"/>
                </a:cxn>
                <a:cxn ang="0">
                  <a:pos x="1" y="7"/>
                </a:cxn>
                <a:cxn ang="0">
                  <a:pos x="0" y="7"/>
                </a:cxn>
                <a:cxn ang="0">
                  <a:pos x="1" y="9"/>
                </a:cxn>
                <a:cxn ang="0">
                  <a:pos x="2" y="10"/>
                </a:cxn>
                <a:cxn ang="0">
                  <a:pos x="2" y="11"/>
                </a:cxn>
                <a:cxn ang="0">
                  <a:pos x="5" y="11"/>
                </a:cxn>
                <a:cxn ang="0">
                  <a:pos x="7" y="11"/>
                </a:cxn>
                <a:cxn ang="0">
                  <a:pos x="7" y="11"/>
                </a:cxn>
                <a:cxn ang="0">
                  <a:pos x="9" y="11"/>
                </a:cxn>
                <a:cxn ang="0">
                  <a:pos x="11" y="10"/>
                </a:cxn>
                <a:cxn ang="0">
                  <a:pos x="13" y="9"/>
                </a:cxn>
                <a:cxn ang="0">
                  <a:pos x="13" y="8"/>
                </a:cxn>
                <a:cxn ang="0">
                  <a:pos x="13" y="7"/>
                </a:cxn>
                <a:cxn ang="0">
                  <a:pos x="13" y="7"/>
                </a:cxn>
                <a:cxn ang="0">
                  <a:pos x="14" y="7"/>
                </a:cxn>
                <a:cxn ang="0">
                  <a:pos x="15" y="7"/>
                </a:cxn>
                <a:cxn ang="0">
                  <a:pos x="14" y="7"/>
                </a:cxn>
                <a:cxn ang="0">
                  <a:pos x="15" y="8"/>
                </a:cxn>
                <a:cxn ang="0">
                  <a:pos x="16" y="8"/>
                </a:cxn>
                <a:cxn ang="0">
                  <a:pos x="17" y="8"/>
                </a:cxn>
                <a:cxn ang="0">
                  <a:pos x="16" y="4"/>
                </a:cxn>
                <a:cxn ang="0">
                  <a:pos x="16" y="4"/>
                </a:cxn>
                <a:cxn ang="0">
                  <a:pos x="18" y="2"/>
                </a:cxn>
                <a:cxn ang="0">
                  <a:pos x="20" y="1"/>
                </a:cxn>
                <a:cxn ang="0">
                  <a:pos x="21" y="0"/>
                </a:cxn>
                <a:cxn ang="0">
                  <a:pos x="19" y="1"/>
                </a:cxn>
              </a:cxnLst>
              <a:rect l="0" t="0" r="r" b="b"/>
              <a:pathLst>
                <a:path w="21" h="12">
                  <a:moveTo>
                    <a:pt x="19" y="1"/>
                  </a:moveTo>
                  <a:cubicBezTo>
                    <a:pt x="18" y="1"/>
                    <a:pt x="18" y="2"/>
                    <a:pt x="17" y="2"/>
                  </a:cubicBezTo>
                  <a:cubicBezTo>
                    <a:pt x="16" y="2"/>
                    <a:pt x="16" y="3"/>
                    <a:pt x="15" y="3"/>
                  </a:cubicBezTo>
                  <a:cubicBezTo>
                    <a:pt x="14" y="3"/>
                    <a:pt x="13" y="3"/>
                    <a:pt x="13" y="4"/>
                  </a:cubicBezTo>
                  <a:cubicBezTo>
                    <a:pt x="12" y="4"/>
                    <a:pt x="11" y="4"/>
                    <a:pt x="10" y="4"/>
                  </a:cubicBezTo>
                  <a:cubicBezTo>
                    <a:pt x="9" y="4"/>
                    <a:pt x="7" y="4"/>
                    <a:pt x="6" y="3"/>
                  </a:cubicBezTo>
                  <a:cubicBezTo>
                    <a:pt x="6" y="4"/>
                    <a:pt x="6" y="5"/>
                    <a:pt x="6" y="5"/>
                  </a:cubicBezTo>
                  <a:cubicBezTo>
                    <a:pt x="6" y="6"/>
                    <a:pt x="6" y="6"/>
                    <a:pt x="5" y="6"/>
                  </a:cubicBezTo>
                  <a:cubicBezTo>
                    <a:pt x="4" y="6"/>
                    <a:pt x="3" y="5"/>
                    <a:pt x="2" y="6"/>
                  </a:cubicBezTo>
                  <a:cubicBezTo>
                    <a:pt x="2" y="7"/>
                    <a:pt x="2" y="7"/>
                    <a:pt x="1" y="7"/>
                  </a:cubicBezTo>
                  <a:cubicBezTo>
                    <a:pt x="1" y="7"/>
                    <a:pt x="1" y="7"/>
                    <a:pt x="0" y="7"/>
                  </a:cubicBezTo>
                  <a:cubicBezTo>
                    <a:pt x="0" y="7"/>
                    <a:pt x="1" y="8"/>
                    <a:pt x="1" y="9"/>
                  </a:cubicBezTo>
                  <a:cubicBezTo>
                    <a:pt x="1" y="9"/>
                    <a:pt x="2" y="9"/>
                    <a:pt x="2" y="10"/>
                  </a:cubicBezTo>
                  <a:cubicBezTo>
                    <a:pt x="2" y="10"/>
                    <a:pt x="2" y="11"/>
                    <a:pt x="2" y="11"/>
                  </a:cubicBezTo>
                  <a:cubicBezTo>
                    <a:pt x="3" y="11"/>
                    <a:pt x="4" y="12"/>
                    <a:pt x="5" y="11"/>
                  </a:cubicBezTo>
                  <a:cubicBezTo>
                    <a:pt x="6" y="11"/>
                    <a:pt x="6" y="11"/>
                    <a:pt x="7" y="11"/>
                  </a:cubicBezTo>
                  <a:cubicBezTo>
                    <a:pt x="7" y="11"/>
                    <a:pt x="7" y="12"/>
                    <a:pt x="7" y="11"/>
                  </a:cubicBezTo>
                  <a:cubicBezTo>
                    <a:pt x="8" y="11"/>
                    <a:pt x="8" y="11"/>
                    <a:pt x="9" y="11"/>
                  </a:cubicBezTo>
                  <a:cubicBezTo>
                    <a:pt x="9" y="11"/>
                    <a:pt x="11" y="11"/>
                    <a:pt x="11" y="10"/>
                  </a:cubicBezTo>
                  <a:cubicBezTo>
                    <a:pt x="11" y="11"/>
                    <a:pt x="13" y="9"/>
                    <a:pt x="13" y="9"/>
                  </a:cubicBezTo>
                  <a:cubicBezTo>
                    <a:pt x="13" y="8"/>
                    <a:pt x="13" y="8"/>
                    <a:pt x="13" y="8"/>
                  </a:cubicBezTo>
                  <a:cubicBezTo>
                    <a:pt x="13" y="8"/>
                    <a:pt x="13" y="7"/>
                    <a:pt x="13" y="7"/>
                  </a:cubicBezTo>
                  <a:cubicBezTo>
                    <a:pt x="14" y="7"/>
                    <a:pt x="13" y="7"/>
                    <a:pt x="13" y="7"/>
                  </a:cubicBezTo>
                  <a:cubicBezTo>
                    <a:pt x="14" y="7"/>
                    <a:pt x="14" y="7"/>
                    <a:pt x="14" y="7"/>
                  </a:cubicBezTo>
                  <a:cubicBezTo>
                    <a:pt x="15" y="7"/>
                    <a:pt x="15" y="6"/>
                    <a:pt x="15" y="7"/>
                  </a:cubicBezTo>
                  <a:cubicBezTo>
                    <a:pt x="15" y="7"/>
                    <a:pt x="15" y="7"/>
                    <a:pt x="14" y="7"/>
                  </a:cubicBezTo>
                  <a:cubicBezTo>
                    <a:pt x="14" y="7"/>
                    <a:pt x="15" y="8"/>
                    <a:pt x="15" y="8"/>
                  </a:cubicBezTo>
                  <a:cubicBezTo>
                    <a:pt x="15" y="8"/>
                    <a:pt x="16" y="8"/>
                    <a:pt x="16" y="8"/>
                  </a:cubicBezTo>
                  <a:cubicBezTo>
                    <a:pt x="16" y="8"/>
                    <a:pt x="17" y="8"/>
                    <a:pt x="17" y="8"/>
                  </a:cubicBezTo>
                  <a:cubicBezTo>
                    <a:pt x="17" y="7"/>
                    <a:pt x="14" y="5"/>
                    <a:pt x="16" y="4"/>
                  </a:cubicBezTo>
                  <a:cubicBezTo>
                    <a:pt x="16" y="4"/>
                    <a:pt x="16" y="4"/>
                    <a:pt x="16" y="4"/>
                  </a:cubicBezTo>
                  <a:cubicBezTo>
                    <a:pt x="17" y="3"/>
                    <a:pt x="17" y="3"/>
                    <a:pt x="18" y="2"/>
                  </a:cubicBezTo>
                  <a:cubicBezTo>
                    <a:pt x="19" y="2"/>
                    <a:pt x="19" y="1"/>
                    <a:pt x="20" y="1"/>
                  </a:cubicBezTo>
                  <a:cubicBezTo>
                    <a:pt x="20" y="1"/>
                    <a:pt x="21" y="1"/>
                    <a:pt x="21" y="0"/>
                  </a:cubicBezTo>
                  <a:cubicBezTo>
                    <a:pt x="20" y="0"/>
                    <a:pt x="19" y="1"/>
                    <a:pt x="19"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08" name="Cuba">
              <a:extLst>
                <a:ext uri="{FF2B5EF4-FFF2-40B4-BE49-F238E27FC236}">
                  <a16:creationId xmlns:a16="http://schemas.microsoft.com/office/drawing/2014/main" id="{0BB71F1A-5B72-B278-C0D0-4C19DCE1BB7C}"/>
                </a:ext>
              </a:extLst>
            </p:cNvPr>
            <p:cNvSpPr>
              <a:spLocks noEditPoints="1"/>
            </p:cNvSpPr>
            <p:nvPr/>
          </p:nvSpPr>
          <p:spPr bwMode="auto">
            <a:xfrm>
              <a:off x="2843426" y="3139659"/>
              <a:ext cx="357760" cy="131343"/>
            </a:xfrm>
            <a:custGeom>
              <a:avLst/>
              <a:gdLst/>
              <a:ahLst/>
              <a:cxnLst>
                <a:cxn ang="0">
                  <a:pos x="66" y="12"/>
                </a:cxn>
                <a:cxn ang="0">
                  <a:pos x="68" y="11"/>
                </a:cxn>
                <a:cxn ang="0">
                  <a:pos x="61" y="8"/>
                </a:cxn>
                <a:cxn ang="0">
                  <a:pos x="64" y="8"/>
                </a:cxn>
                <a:cxn ang="0">
                  <a:pos x="101" y="33"/>
                </a:cxn>
                <a:cxn ang="0">
                  <a:pos x="93" y="28"/>
                </a:cxn>
                <a:cxn ang="0">
                  <a:pos x="90" y="28"/>
                </a:cxn>
                <a:cxn ang="0">
                  <a:pos x="86" y="28"/>
                </a:cxn>
                <a:cxn ang="0">
                  <a:pos x="87" y="26"/>
                </a:cxn>
                <a:cxn ang="0">
                  <a:pos x="85" y="23"/>
                </a:cxn>
                <a:cxn ang="0">
                  <a:pos x="81" y="22"/>
                </a:cxn>
                <a:cxn ang="0">
                  <a:pos x="78" y="21"/>
                </a:cxn>
                <a:cxn ang="0">
                  <a:pos x="76" y="21"/>
                </a:cxn>
                <a:cxn ang="0">
                  <a:pos x="73" y="19"/>
                </a:cxn>
                <a:cxn ang="0">
                  <a:pos x="72" y="16"/>
                </a:cxn>
                <a:cxn ang="0">
                  <a:pos x="72" y="17"/>
                </a:cxn>
                <a:cxn ang="0">
                  <a:pos x="69" y="16"/>
                </a:cxn>
                <a:cxn ang="0">
                  <a:pos x="63" y="11"/>
                </a:cxn>
                <a:cxn ang="0">
                  <a:pos x="58" y="9"/>
                </a:cxn>
                <a:cxn ang="0">
                  <a:pos x="52" y="6"/>
                </a:cxn>
                <a:cxn ang="0">
                  <a:pos x="48" y="3"/>
                </a:cxn>
                <a:cxn ang="0">
                  <a:pos x="43" y="1"/>
                </a:cxn>
                <a:cxn ang="0">
                  <a:pos x="38" y="2"/>
                </a:cxn>
                <a:cxn ang="0">
                  <a:pos x="34" y="1"/>
                </a:cxn>
                <a:cxn ang="0">
                  <a:pos x="20" y="3"/>
                </a:cxn>
                <a:cxn ang="0">
                  <a:pos x="16" y="4"/>
                </a:cxn>
                <a:cxn ang="0">
                  <a:pos x="11" y="6"/>
                </a:cxn>
                <a:cxn ang="0">
                  <a:pos x="6" y="10"/>
                </a:cxn>
                <a:cxn ang="0">
                  <a:pos x="5" y="13"/>
                </a:cxn>
                <a:cxn ang="0">
                  <a:pos x="1" y="15"/>
                </a:cxn>
                <a:cxn ang="0">
                  <a:pos x="9" y="14"/>
                </a:cxn>
                <a:cxn ang="0">
                  <a:pos x="14" y="11"/>
                </a:cxn>
                <a:cxn ang="0">
                  <a:pos x="22" y="6"/>
                </a:cxn>
                <a:cxn ang="0">
                  <a:pos x="29" y="9"/>
                </a:cxn>
                <a:cxn ang="0">
                  <a:pos x="33" y="11"/>
                </a:cxn>
                <a:cxn ang="0">
                  <a:pos x="37" y="11"/>
                </a:cxn>
                <a:cxn ang="0">
                  <a:pos x="43" y="12"/>
                </a:cxn>
                <a:cxn ang="0">
                  <a:pos x="46" y="16"/>
                </a:cxn>
                <a:cxn ang="0">
                  <a:pos x="50" y="17"/>
                </a:cxn>
                <a:cxn ang="0">
                  <a:pos x="54" y="18"/>
                </a:cxn>
                <a:cxn ang="0">
                  <a:pos x="60" y="21"/>
                </a:cxn>
                <a:cxn ang="0">
                  <a:pos x="63" y="26"/>
                </a:cxn>
                <a:cxn ang="0">
                  <a:pos x="71" y="28"/>
                </a:cxn>
                <a:cxn ang="0">
                  <a:pos x="71" y="32"/>
                </a:cxn>
                <a:cxn ang="0">
                  <a:pos x="66" y="37"/>
                </a:cxn>
                <a:cxn ang="0">
                  <a:pos x="75" y="36"/>
                </a:cxn>
                <a:cxn ang="0">
                  <a:pos x="88" y="37"/>
                </a:cxn>
                <a:cxn ang="0">
                  <a:pos x="91" y="35"/>
                </a:cxn>
                <a:cxn ang="0">
                  <a:pos x="95" y="35"/>
                </a:cxn>
                <a:cxn ang="0">
                  <a:pos x="67" y="13"/>
                </a:cxn>
                <a:cxn ang="0">
                  <a:pos x="70" y="13"/>
                </a:cxn>
                <a:cxn ang="0">
                  <a:pos x="22" y="16"/>
                </a:cxn>
                <a:cxn ang="0">
                  <a:pos x="18" y="16"/>
                </a:cxn>
                <a:cxn ang="0">
                  <a:pos x="17" y="19"/>
                </a:cxn>
                <a:cxn ang="0">
                  <a:pos x="22" y="16"/>
                </a:cxn>
                <a:cxn ang="0">
                  <a:pos x="54" y="25"/>
                </a:cxn>
                <a:cxn ang="0">
                  <a:pos x="57" y="27"/>
                </a:cxn>
                <a:cxn ang="0">
                  <a:pos x="61" y="29"/>
                </a:cxn>
                <a:cxn ang="0">
                  <a:pos x="53" y="24"/>
                </a:cxn>
                <a:cxn ang="0">
                  <a:pos x="65" y="9"/>
                </a:cxn>
                <a:cxn ang="0">
                  <a:pos x="64" y="9"/>
                </a:cxn>
                <a:cxn ang="0">
                  <a:pos x="52" y="5"/>
                </a:cxn>
              </a:cxnLst>
              <a:rect l="0" t="0" r="r" b="b"/>
              <a:pathLst>
                <a:path w="101" h="37">
                  <a:moveTo>
                    <a:pt x="58" y="6"/>
                  </a:moveTo>
                  <a:cubicBezTo>
                    <a:pt x="57" y="6"/>
                    <a:pt x="57" y="6"/>
                    <a:pt x="57" y="6"/>
                  </a:cubicBezTo>
                  <a:cubicBezTo>
                    <a:pt x="57" y="6"/>
                    <a:pt x="58" y="6"/>
                    <a:pt x="58" y="6"/>
                  </a:cubicBezTo>
                  <a:cubicBezTo>
                    <a:pt x="58" y="6"/>
                    <a:pt x="58" y="6"/>
                    <a:pt x="58" y="6"/>
                  </a:cubicBezTo>
                  <a:close/>
                  <a:moveTo>
                    <a:pt x="66" y="12"/>
                  </a:moveTo>
                  <a:cubicBezTo>
                    <a:pt x="67" y="12"/>
                    <a:pt x="67" y="12"/>
                    <a:pt x="67" y="12"/>
                  </a:cubicBezTo>
                  <a:cubicBezTo>
                    <a:pt x="67" y="12"/>
                    <a:pt x="67" y="12"/>
                    <a:pt x="67" y="12"/>
                  </a:cubicBezTo>
                  <a:cubicBezTo>
                    <a:pt x="67" y="12"/>
                    <a:pt x="67" y="13"/>
                    <a:pt x="68" y="12"/>
                  </a:cubicBezTo>
                  <a:cubicBezTo>
                    <a:pt x="68" y="12"/>
                    <a:pt x="68" y="12"/>
                    <a:pt x="68" y="12"/>
                  </a:cubicBezTo>
                  <a:cubicBezTo>
                    <a:pt x="68" y="11"/>
                    <a:pt x="68" y="12"/>
                    <a:pt x="68" y="11"/>
                  </a:cubicBezTo>
                  <a:cubicBezTo>
                    <a:pt x="68" y="11"/>
                    <a:pt x="67" y="11"/>
                    <a:pt x="67" y="11"/>
                  </a:cubicBezTo>
                  <a:cubicBezTo>
                    <a:pt x="67" y="11"/>
                    <a:pt x="67" y="11"/>
                    <a:pt x="67" y="11"/>
                  </a:cubicBezTo>
                  <a:cubicBezTo>
                    <a:pt x="67" y="10"/>
                    <a:pt x="67" y="10"/>
                    <a:pt x="67" y="10"/>
                  </a:cubicBezTo>
                  <a:cubicBezTo>
                    <a:pt x="67" y="10"/>
                    <a:pt x="66" y="11"/>
                    <a:pt x="66" y="12"/>
                  </a:cubicBezTo>
                  <a:close/>
                  <a:moveTo>
                    <a:pt x="61" y="8"/>
                  </a:moveTo>
                  <a:cubicBezTo>
                    <a:pt x="61" y="8"/>
                    <a:pt x="61" y="8"/>
                    <a:pt x="61" y="8"/>
                  </a:cubicBezTo>
                  <a:cubicBezTo>
                    <a:pt x="61" y="8"/>
                    <a:pt x="62" y="9"/>
                    <a:pt x="62" y="9"/>
                  </a:cubicBezTo>
                  <a:cubicBezTo>
                    <a:pt x="62" y="9"/>
                    <a:pt x="63" y="8"/>
                    <a:pt x="63" y="9"/>
                  </a:cubicBezTo>
                  <a:cubicBezTo>
                    <a:pt x="63" y="9"/>
                    <a:pt x="63" y="9"/>
                    <a:pt x="63" y="9"/>
                  </a:cubicBezTo>
                  <a:cubicBezTo>
                    <a:pt x="63" y="9"/>
                    <a:pt x="64" y="9"/>
                    <a:pt x="64" y="8"/>
                  </a:cubicBezTo>
                  <a:cubicBezTo>
                    <a:pt x="64" y="8"/>
                    <a:pt x="64" y="8"/>
                    <a:pt x="64" y="7"/>
                  </a:cubicBezTo>
                  <a:cubicBezTo>
                    <a:pt x="63" y="7"/>
                    <a:pt x="62" y="8"/>
                    <a:pt x="61" y="8"/>
                  </a:cubicBezTo>
                  <a:cubicBezTo>
                    <a:pt x="61" y="7"/>
                    <a:pt x="60" y="7"/>
                    <a:pt x="61" y="8"/>
                  </a:cubicBezTo>
                  <a:cubicBezTo>
                    <a:pt x="61" y="8"/>
                    <a:pt x="61" y="8"/>
                    <a:pt x="61" y="8"/>
                  </a:cubicBezTo>
                  <a:close/>
                  <a:moveTo>
                    <a:pt x="101" y="33"/>
                  </a:moveTo>
                  <a:cubicBezTo>
                    <a:pt x="100" y="32"/>
                    <a:pt x="100" y="32"/>
                    <a:pt x="99" y="32"/>
                  </a:cubicBezTo>
                  <a:cubicBezTo>
                    <a:pt x="99" y="32"/>
                    <a:pt x="97" y="32"/>
                    <a:pt x="97" y="31"/>
                  </a:cubicBezTo>
                  <a:cubicBezTo>
                    <a:pt x="97" y="30"/>
                    <a:pt x="96" y="30"/>
                    <a:pt x="96" y="29"/>
                  </a:cubicBezTo>
                  <a:cubicBezTo>
                    <a:pt x="95" y="29"/>
                    <a:pt x="95" y="29"/>
                    <a:pt x="95" y="29"/>
                  </a:cubicBezTo>
                  <a:cubicBezTo>
                    <a:pt x="95" y="28"/>
                    <a:pt x="94" y="28"/>
                    <a:pt x="93" y="28"/>
                  </a:cubicBezTo>
                  <a:cubicBezTo>
                    <a:pt x="93" y="28"/>
                    <a:pt x="92" y="28"/>
                    <a:pt x="92" y="28"/>
                  </a:cubicBezTo>
                  <a:cubicBezTo>
                    <a:pt x="92" y="28"/>
                    <a:pt x="92" y="28"/>
                    <a:pt x="91" y="28"/>
                  </a:cubicBezTo>
                  <a:cubicBezTo>
                    <a:pt x="91" y="27"/>
                    <a:pt x="90" y="28"/>
                    <a:pt x="90" y="28"/>
                  </a:cubicBezTo>
                  <a:cubicBezTo>
                    <a:pt x="90" y="28"/>
                    <a:pt x="90" y="28"/>
                    <a:pt x="90" y="28"/>
                  </a:cubicBezTo>
                  <a:cubicBezTo>
                    <a:pt x="90" y="28"/>
                    <a:pt x="89" y="28"/>
                    <a:pt x="90" y="28"/>
                  </a:cubicBezTo>
                  <a:cubicBezTo>
                    <a:pt x="90" y="27"/>
                    <a:pt x="89" y="27"/>
                    <a:pt x="89" y="27"/>
                  </a:cubicBezTo>
                  <a:cubicBezTo>
                    <a:pt x="88" y="27"/>
                    <a:pt x="89" y="28"/>
                    <a:pt x="89" y="28"/>
                  </a:cubicBezTo>
                  <a:cubicBezTo>
                    <a:pt x="89" y="28"/>
                    <a:pt x="87" y="28"/>
                    <a:pt x="87" y="28"/>
                  </a:cubicBezTo>
                  <a:cubicBezTo>
                    <a:pt x="87" y="27"/>
                    <a:pt x="87" y="27"/>
                    <a:pt x="87" y="27"/>
                  </a:cubicBezTo>
                  <a:cubicBezTo>
                    <a:pt x="87" y="27"/>
                    <a:pt x="87" y="28"/>
                    <a:pt x="86" y="28"/>
                  </a:cubicBezTo>
                  <a:cubicBezTo>
                    <a:pt x="86" y="28"/>
                    <a:pt x="85" y="27"/>
                    <a:pt x="86" y="26"/>
                  </a:cubicBezTo>
                  <a:cubicBezTo>
                    <a:pt x="86" y="26"/>
                    <a:pt x="88" y="27"/>
                    <a:pt x="88" y="27"/>
                  </a:cubicBezTo>
                  <a:cubicBezTo>
                    <a:pt x="88" y="26"/>
                    <a:pt x="87" y="25"/>
                    <a:pt x="86" y="26"/>
                  </a:cubicBezTo>
                  <a:cubicBezTo>
                    <a:pt x="86" y="26"/>
                    <a:pt x="86" y="26"/>
                    <a:pt x="86" y="25"/>
                  </a:cubicBezTo>
                  <a:cubicBezTo>
                    <a:pt x="87" y="25"/>
                    <a:pt x="87" y="25"/>
                    <a:pt x="87" y="26"/>
                  </a:cubicBezTo>
                  <a:cubicBezTo>
                    <a:pt x="87" y="26"/>
                    <a:pt x="88" y="24"/>
                    <a:pt x="88" y="24"/>
                  </a:cubicBezTo>
                  <a:cubicBezTo>
                    <a:pt x="88" y="24"/>
                    <a:pt x="87" y="24"/>
                    <a:pt x="87" y="24"/>
                  </a:cubicBezTo>
                  <a:cubicBezTo>
                    <a:pt x="87" y="23"/>
                    <a:pt x="87" y="23"/>
                    <a:pt x="87" y="23"/>
                  </a:cubicBezTo>
                  <a:cubicBezTo>
                    <a:pt x="87" y="23"/>
                    <a:pt x="86" y="23"/>
                    <a:pt x="86" y="23"/>
                  </a:cubicBezTo>
                  <a:cubicBezTo>
                    <a:pt x="86" y="23"/>
                    <a:pt x="85" y="24"/>
                    <a:pt x="85" y="23"/>
                  </a:cubicBezTo>
                  <a:cubicBezTo>
                    <a:pt x="85" y="23"/>
                    <a:pt x="84" y="23"/>
                    <a:pt x="84" y="23"/>
                  </a:cubicBezTo>
                  <a:cubicBezTo>
                    <a:pt x="84" y="24"/>
                    <a:pt x="84" y="24"/>
                    <a:pt x="83" y="23"/>
                  </a:cubicBezTo>
                  <a:cubicBezTo>
                    <a:pt x="83" y="23"/>
                    <a:pt x="83" y="23"/>
                    <a:pt x="83" y="23"/>
                  </a:cubicBezTo>
                  <a:cubicBezTo>
                    <a:pt x="83" y="24"/>
                    <a:pt x="83" y="23"/>
                    <a:pt x="83" y="22"/>
                  </a:cubicBezTo>
                  <a:cubicBezTo>
                    <a:pt x="82" y="22"/>
                    <a:pt x="82" y="22"/>
                    <a:pt x="81" y="22"/>
                  </a:cubicBezTo>
                  <a:cubicBezTo>
                    <a:pt x="81" y="21"/>
                    <a:pt x="80" y="21"/>
                    <a:pt x="79" y="21"/>
                  </a:cubicBezTo>
                  <a:cubicBezTo>
                    <a:pt x="79" y="22"/>
                    <a:pt x="79" y="22"/>
                    <a:pt x="80" y="22"/>
                  </a:cubicBezTo>
                  <a:cubicBezTo>
                    <a:pt x="79" y="22"/>
                    <a:pt x="78" y="23"/>
                    <a:pt x="78" y="22"/>
                  </a:cubicBezTo>
                  <a:cubicBezTo>
                    <a:pt x="79" y="22"/>
                    <a:pt x="79" y="22"/>
                    <a:pt x="79" y="21"/>
                  </a:cubicBezTo>
                  <a:cubicBezTo>
                    <a:pt x="79" y="22"/>
                    <a:pt x="79" y="21"/>
                    <a:pt x="78" y="21"/>
                  </a:cubicBezTo>
                  <a:cubicBezTo>
                    <a:pt x="78" y="22"/>
                    <a:pt x="78" y="22"/>
                    <a:pt x="78" y="22"/>
                  </a:cubicBezTo>
                  <a:cubicBezTo>
                    <a:pt x="78" y="22"/>
                    <a:pt x="77" y="22"/>
                    <a:pt x="77" y="21"/>
                  </a:cubicBezTo>
                  <a:cubicBezTo>
                    <a:pt x="77" y="21"/>
                    <a:pt x="79" y="21"/>
                    <a:pt x="78" y="21"/>
                  </a:cubicBezTo>
                  <a:cubicBezTo>
                    <a:pt x="77" y="20"/>
                    <a:pt x="77" y="20"/>
                    <a:pt x="76" y="21"/>
                  </a:cubicBezTo>
                  <a:cubicBezTo>
                    <a:pt x="77" y="21"/>
                    <a:pt x="76" y="21"/>
                    <a:pt x="76" y="21"/>
                  </a:cubicBezTo>
                  <a:cubicBezTo>
                    <a:pt x="76" y="21"/>
                    <a:pt x="76" y="21"/>
                    <a:pt x="76" y="21"/>
                  </a:cubicBezTo>
                  <a:cubicBezTo>
                    <a:pt x="76" y="20"/>
                    <a:pt x="77" y="21"/>
                    <a:pt x="77" y="20"/>
                  </a:cubicBezTo>
                  <a:cubicBezTo>
                    <a:pt x="77" y="20"/>
                    <a:pt x="76" y="20"/>
                    <a:pt x="76" y="19"/>
                  </a:cubicBezTo>
                  <a:cubicBezTo>
                    <a:pt x="75" y="19"/>
                    <a:pt x="75" y="19"/>
                    <a:pt x="75" y="18"/>
                  </a:cubicBezTo>
                  <a:cubicBezTo>
                    <a:pt x="74" y="17"/>
                    <a:pt x="74" y="20"/>
                    <a:pt x="73" y="19"/>
                  </a:cubicBezTo>
                  <a:cubicBezTo>
                    <a:pt x="73" y="19"/>
                    <a:pt x="72" y="19"/>
                    <a:pt x="73" y="19"/>
                  </a:cubicBezTo>
                  <a:cubicBezTo>
                    <a:pt x="73" y="18"/>
                    <a:pt x="72" y="18"/>
                    <a:pt x="72" y="18"/>
                  </a:cubicBezTo>
                  <a:cubicBezTo>
                    <a:pt x="72" y="18"/>
                    <a:pt x="73" y="18"/>
                    <a:pt x="73" y="18"/>
                  </a:cubicBezTo>
                  <a:cubicBezTo>
                    <a:pt x="74" y="19"/>
                    <a:pt x="74" y="18"/>
                    <a:pt x="74" y="17"/>
                  </a:cubicBezTo>
                  <a:cubicBezTo>
                    <a:pt x="73" y="17"/>
                    <a:pt x="73" y="16"/>
                    <a:pt x="72" y="16"/>
                  </a:cubicBezTo>
                  <a:cubicBezTo>
                    <a:pt x="72" y="16"/>
                    <a:pt x="71" y="15"/>
                    <a:pt x="71" y="15"/>
                  </a:cubicBezTo>
                  <a:cubicBezTo>
                    <a:pt x="70" y="14"/>
                    <a:pt x="70" y="14"/>
                    <a:pt x="70" y="15"/>
                  </a:cubicBezTo>
                  <a:cubicBezTo>
                    <a:pt x="70" y="15"/>
                    <a:pt x="71" y="15"/>
                    <a:pt x="71" y="16"/>
                  </a:cubicBezTo>
                  <a:cubicBezTo>
                    <a:pt x="71" y="16"/>
                    <a:pt x="71" y="16"/>
                    <a:pt x="71" y="16"/>
                  </a:cubicBezTo>
                  <a:cubicBezTo>
                    <a:pt x="71" y="16"/>
                    <a:pt x="72" y="16"/>
                    <a:pt x="72" y="17"/>
                  </a:cubicBezTo>
                  <a:cubicBezTo>
                    <a:pt x="72" y="17"/>
                    <a:pt x="72" y="17"/>
                    <a:pt x="72" y="17"/>
                  </a:cubicBezTo>
                  <a:cubicBezTo>
                    <a:pt x="72" y="18"/>
                    <a:pt x="71" y="17"/>
                    <a:pt x="71" y="17"/>
                  </a:cubicBezTo>
                  <a:cubicBezTo>
                    <a:pt x="71" y="17"/>
                    <a:pt x="71" y="16"/>
                    <a:pt x="71" y="16"/>
                  </a:cubicBezTo>
                  <a:cubicBezTo>
                    <a:pt x="71" y="16"/>
                    <a:pt x="71" y="16"/>
                    <a:pt x="70" y="16"/>
                  </a:cubicBezTo>
                  <a:cubicBezTo>
                    <a:pt x="70" y="16"/>
                    <a:pt x="69" y="16"/>
                    <a:pt x="69" y="16"/>
                  </a:cubicBezTo>
                  <a:cubicBezTo>
                    <a:pt x="68" y="16"/>
                    <a:pt x="69" y="15"/>
                    <a:pt x="68" y="15"/>
                  </a:cubicBezTo>
                  <a:cubicBezTo>
                    <a:pt x="67" y="15"/>
                    <a:pt x="67" y="14"/>
                    <a:pt x="68" y="14"/>
                  </a:cubicBezTo>
                  <a:cubicBezTo>
                    <a:pt x="67" y="14"/>
                    <a:pt x="68" y="16"/>
                    <a:pt x="67" y="14"/>
                  </a:cubicBezTo>
                  <a:cubicBezTo>
                    <a:pt x="66" y="13"/>
                    <a:pt x="66" y="13"/>
                    <a:pt x="65" y="12"/>
                  </a:cubicBezTo>
                  <a:cubicBezTo>
                    <a:pt x="64" y="12"/>
                    <a:pt x="64" y="12"/>
                    <a:pt x="63" y="11"/>
                  </a:cubicBezTo>
                  <a:cubicBezTo>
                    <a:pt x="63" y="11"/>
                    <a:pt x="63" y="11"/>
                    <a:pt x="62" y="11"/>
                  </a:cubicBezTo>
                  <a:cubicBezTo>
                    <a:pt x="62" y="10"/>
                    <a:pt x="61" y="10"/>
                    <a:pt x="61" y="10"/>
                  </a:cubicBezTo>
                  <a:cubicBezTo>
                    <a:pt x="61" y="10"/>
                    <a:pt x="60" y="9"/>
                    <a:pt x="60" y="9"/>
                  </a:cubicBezTo>
                  <a:cubicBezTo>
                    <a:pt x="60" y="10"/>
                    <a:pt x="60" y="10"/>
                    <a:pt x="59" y="9"/>
                  </a:cubicBezTo>
                  <a:cubicBezTo>
                    <a:pt x="59" y="9"/>
                    <a:pt x="58" y="9"/>
                    <a:pt x="58" y="9"/>
                  </a:cubicBezTo>
                  <a:cubicBezTo>
                    <a:pt x="57" y="9"/>
                    <a:pt x="56" y="9"/>
                    <a:pt x="56" y="9"/>
                  </a:cubicBezTo>
                  <a:cubicBezTo>
                    <a:pt x="55" y="9"/>
                    <a:pt x="54" y="9"/>
                    <a:pt x="54" y="9"/>
                  </a:cubicBezTo>
                  <a:cubicBezTo>
                    <a:pt x="54" y="8"/>
                    <a:pt x="53" y="8"/>
                    <a:pt x="53" y="8"/>
                  </a:cubicBezTo>
                  <a:cubicBezTo>
                    <a:pt x="53" y="7"/>
                    <a:pt x="53" y="7"/>
                    <a:pt x="52" y="7"/>
                  </a:cubicBezTo>
                  <a:cubicBezTo>
                    <a:pt x="52" y="6"/>
                    <a:pt x="52" y="6"/>
                    <a:pt x="52" y="6"/>
                  </a:cubicBezTo>
                  <a:cubicBezTo>
                    <a:pt x="52" y="6"/>
                    <a:pt x="52" y="5"/>
                    <a:pt x="52" y="5"/>
                  </a:cubicBezTo>
                  <a:cubicBezTo>
                    <a:pt x="51" y="5"/>
                    <a:pt x="50" y="5"/>
                    <a:pt x="50" y="5"/>
                  </a:cubicBezTo>
                  <a:cubicBezTo>
                    <a:pt x="50" y="4"/>
                    <a:pt x="50" y="4"/>
                    <a:pt x="51" y="4"/>
                  </a:cubicBezTo>
                  <a:cubicBezTo>
                    <a:pt x="50" y="4"/>
                    <a:pt x="50" y="4"/>
                    <a:pt x="49" y="4"/>
                  </a:cubicBezTo>
                  <a:cubicBezTo>
                    <a:pt x="49" y="4"/>
                    <a:pt x="49" y="3"/>
                    <a:pt x="48" y="3"/>
                  </a:cubicBezTo>
                  <a:cubicBezTo>
                    <a:pt x="48" y="4"/>
                    <a:pt x="48" y="3"/>
                    <a:pt x="48" y="3"/>
                  </a:cubicBezTo>
                  <a:cubicBezTo>
                    <a:pt x="47" y="3"/>
                    <a:pt x="47" y="3"/>
                    <a:pt x="47" y="3"/>
                  </a:cubicBezTo>
                  <a:cubicBezTo>
                    <a:pt x="46" y="4"/>
                    <a:pt x="45" y="3"/>
                    <a:pt x="45" y="3"/>
                  </a:cubicBezTo>
                  <a:cubicBezTo>
                    <a:pt x="44" y="3"/>
                    <a:pt x="44" y="3"/>
                    <a:pt x="44" y="2"/>
                  </a:cubicBezTo>
                  <a:cubicBezTo>
                    <a:pt x="43" y="2"/>
                    <a:pt x="43" y="2"/>
                    <a:pt x="43" y="1"/>
                  </a:cubicBezTo>
                  <a:cubicBezTo>
                    <a:pt x="43" y="1"/>
                    <a:pt x="44" y="1"/>
                    <a:pt x="43" y="1"/>
                  </a:cubicBezTo>
                  <a:cubicBezTo>
                    <a:pt x="43" y="1"/>
                    <a:pt x="43" y="1"/>
                    <a:pt x="43" y="1"/>
                  </a:cubicBezTo>
                  <a:cubicBezTo>
                    <a:pt x="43" y="2"/>
                    <a:pt x="41" y="2"/>
                    <a:pt x="41" y="2"/>
                  </a:cubicBezTo>
                  <a:cubicBezTo>
                    <a:pt x="40" y="2"/>
                    <a:pt x="39" y="1"/>
                    <a:pt x="39" y="2"/>
                  </a:cubicBezTo>
                  <a:cubicBezTo>
                    <a:pt x="39" y="2"/>
                    <a:pt x="38" y="2"/>
                    <a:pt x="38" y="2"/>
                  </a:cubicBezTo>
                  <a:cubicBezTo>
                    <a:pt x="38" y="2"/>
                    <a:pt x="38" y="2"/>
                    <a:pt x="37" y="1"/>
                  </a:cubicBezTo>
                  <a:cubicBezTo>
                    <a:pt x="36" y="1"/>
                    <a:pt x="38" y="1"/>
                    <a:pt x="39" y="0"/>
                  </a:cubicBezTo>
                  <a:cubicBezTo>
                    <a:pt x="38" y="0"/>
                    <a:pt x="37" y="1"/>
                    <a:pt x="36" y="1"/>
                  </a:cubicBezTo>
                  <a:cubicBezTo>
                    <a:pt x="36" y="1"/>
                    <a:pt x="34" y="2"/>
                    <a:pt x="34" y="2"/>
                  </a:cubicBezTo>
                  <a:cubicBezTo>
                    <a:pt x="34" y="2"/>
                    <a:pt x="35" y="1"/>
                    <a:pt x="34" y="1"/>
                  </a:cubicBezTo>
                  <a:cubicBezTo>
                    <a:pt x="34" y="1"/>
                    <a:pt x="33" y="1"/>
                    <a:pt x="32" y="1"/>
                  </a:cubicBezTo>
                  <a:cubicBezTo>
                    <a:pt x="31" y="1"/>
                    <a:pt x="29" y="0"/>
                    <a:pt x="28" y="0"/>
                  </a:cubicBezTo>
                  <a:cubicBezTo>
                    <a:pt x="26" y="0"/>
                    <a:pt x="25" y="2"/>
                    <a:pt x="23" y="2"/>
                  </a:cubicBezTo>
                  <a:cubicBezTo>
                    <a:pt x="23" y="2"/>
                    <a:pt x="22" y="2"/>
                    <a:pt x="21" y="2"/>
                  </a:cubicBezTo>
                  <a:cubicBezTo>
                    <a:pt x="21" y="2"/>
                    <a:pt x="21" y="3"/>
                    <a:pt x="20" y="3"/>
                  </a:cubicBezTo>
                  <a:cubicBezTo>
                    <a:pt x="21" y="2"/>
                    <a:pt x="20" y="2"/>
                    <a:pt x="20" y="2"/>
                  </a:cubicBezTo>
                  <a:cubicBezTo>
                    <a:pt x="19" y="3"/>
                    <a:pt x="19" y="3"/>
                    <a:pt x="19" y="3"/>
                  </a:cubicBezTo>
                  <a:cubicBezTo>
                    <a:pt x="18" y="3"/>
                    <a:pt x="19" y="3"/>
                    <a:pt x="19" y="2"/>
                  </a:cubicBezTo>
                  <a:cubicBezTo>
                    <a:pt x="18" y="2"/>
                    <a:pt x="18" y="3"/>
                    <a:pt x="18" y="3"/>
                  </a:cubicBezTo>
                  <a:cubicBezTo>
                    <a:pt x="17" y="3"/>
                    <a:pt x="17" y="4"/>
                    <a:pt x="16" y="4"/>
                  </a:cubicBezTo>
                  <a:cubicBezTo>
                    <a:pt x="16" y="3"/>
                    <a:pt x="16" y="4"/>
                    <a:pt x="16" y="4"/>
                  </a:cubicBezTo>
                  <a:cubicBezTo>
                    <a:pt x="15" y="4"/>
                    <a:pt x="16" y="4"/>
                    <a:pt x="15" y="4"/>
                  </a:cubicBezTo>
                  <a:cubicBezTo>
                    <a:pt x="15" y="4"/>
                    <a:pt x="14" y="4"/>
                    <a:pt x="14" y="4"/>
                  </a:cubicBezTo>
                  <a:cubicBezTo>
                    <a:pt x="14" y="5"/>
                    <a:pt x="14" y="5"/>
                    <a:pt x="13" y="5"/>
                  </a:cubicBezTo>
                  <a:cubicBezTo>
                    <a:pt x="12" y="5"/>
                    <a:pt x="12" y="5"/>
                    <a:pt x="11" y="6"/>
                  </a:cubicBezTo>
                  <a:cubicBezTo>
                    <a:pt x="11" y="6"/>
                    <a:pt x="10" y="6"/>
                    <a:pt x="10" y="6"/>
                  </a:cubicBezTo>
                  <a:cubicBezTo>
                    <a:pt x="11" y="6"/>
                    <a:pt x="9" y="7"/>
                    <a:pt x="9" y="7"/>
                  </a:cubicBezTo>
                  <a:cubicBezTo>
                    <a:pt x="9" y="7"/>
                    <a:pt x="8" y="7"/>
                    <a:pt x="8" y="7"/>
                  </a:cubicBezTo>
                  <a:cubicBezTo>
                    <a:pt x="8" y="8"/>
                    <a:pt x="8" y="8"/>
                    <a:pt x="7" y="8"/>
                  </a:cubicBezTo>
                  <a:cubicBezTo>
                    <a:pt x="7" y="8"/>
                    <a:pt x="7" y="9"/>
                    <a:pt x="6" y="10"/>
                  </a:cubicBezTo>
                  <a:cubicBezTo>
                    <a:pt x="6" y="10"/>
                    <a:pt x="6" y="11"/>
                    <a:pt x="5" y="11"/>
                  </a:cubicBezTo>
                  <a:cubicBezTo>
                    <a:pt x="6" y="11"/>
                    <a:pt x="6" y="12"/>
                    <a:pt x="6" y="12"/>
                  </a:cubicBezTo>
                  <a:cubicBezTo>
                    <a:pt x="6" y="12"/>
                    <a:pt x="6" y="12"/>
                    <a:pt x="6" y="12"/>
                  </a:cubicBezTo>
                  <a:cubicBezTo>
                    <a:pt x="6" y="13"/>
                    <a:pt x="6" y="13"/>
                    <a:pt x="7" y="13"/>
                  </a:cubicBezTo>
                  <a:cubicBezTo>
                    <a:pt x="7" y="14"/>
                    <a:pt x="6" y="13"/>
                    <a:pt x="5" y="13"/>
                  </a:cubicBezTo>
                  <a:cubicBezTo>
                    <a:pt x="5" y="13"/>
                    <a:pt x="5" y="13"/>
                    <a:pt x="5" y="13"/>
                  </a:cubicBezTo>
                  <a:cubicBezTo>
                    <a:pt x="4" y="13"/>
                    <a:pt x="4" y="13"/>
                    <a:pt x="4" y="14"/>
                  </a:cubicBezTo>
                  <a:cubicBezTo>
                    <a:pt x="3" y="14"/>
                    <a:pt x="1" y="15"/>
                    <a:pt x="1" y="14"/>
                  </a:cubicBezTo>
                  <a:cubicBezTo>
                    <a:pt x="1" y="14"/>
                    <a:pt x="1" y="15"/>
                    <a:pt x="0" y="14"/>
                  </a:cubicBezTo>
                  <a:cubicBezTo>
                    <a:pt x="0" y="15"/>
                    <a:pt x="0" y="15"/>
                    <a:pt x="1" y="15"/>
                  </a:cubicBezTo>
                  <a:cubicBezTo>
                    <a:pt x="2" y="15"/>
                    <a:pt x="2" y="15"/>
                    <a:pt x="3" y="14"/>
                  </a:cubicBezTo>
                  <a:cubicBezTo>
                    <a:pt x="4" y="14"/>
                    <a:pt x="5" y="14"/>
                    <a:pt x="5" y="15"/>
                  </a:cubicBezTo>
                  <a:cubicBezTo>
                    <a:pt x="5" y="15"/>
                    <a:pt x="4" y="16"/>
                    <a:pt x="4" y="16"/>
                  </a:cubicBezTo>
                  <a:cubicBezTo>
                    <a:pt x="5" y="17"/>
                    <a:pt x="7" y="14"/>
                    <a:pt x="8" y="14"/>
                  </a:cubicBezTo>
                  <a:cubicBezTo>
                    <a:pt x="8" y="14"/>
                    <a:pt x="9" y="15"/>
                    <a:pt x="9" y="14"/>
                  </a:cubicBezTo>
                  <a:cubicBezTo>
                    <a:pt x="9" y="14"/>
                    <a:pt x="10" y="13"/>
                    <a:pt x="10" y="13"/>
                  </a:cubicBezTo>
                  <a:cubicBezTo>
                    <a:pt x="9" y="13"/>
                    <a:pt x="10" y="12"/>
                    <a:pt x="11" y="12"/>
                  </a:cubicBezTo>
                  <a:cubicBezTo>
                    <a:pt x="11" y="12"/>
                    <a:pt x="11" y="11"/>
                    <a:pt x="12" y="11"/>
                  </a:cubicBezTo>
                  <a:cubicBezTo>
                    <a:pt x="11" y="11"/>
                    <a:pt x="12" y="12"/>
                    <a:pt x="12" y="12"/>
                  </a:cubicBezTo>
                  <a:cubicBezTo>
                    <a:pt x="13" y="11"/>
                    <a:pt x="13" y="11"/>
                    <a:pt x="14" y="11"/>
                  </a:cubicBezTo>
                  <a:cubicBezTo>
                    <a:pt x="14" y="13"/>
                    <a:pt x="17" y="10"/>
                    <a:pt x="17" y="10"/>
                  </a:cubicBezTo>
                  <a:cubicBezTo>
                    <a:pt x="18" y="10"/>
                    <a:pt x="18" y="9"/>
                    <a:pt x="19" y="9"/>
                  </a:cubicBezTo>
                  <a:cubicBezTo>
                    <a:pt x="19" y="8"/>
                    <a:pt x="20" y="7"/>
                    <a:pt x="21" y="7"/>
                  </a:cubicBezTo>
                  <a:cubicBezTo>
                    <a:pt x="21" y="7"/>
                    <a:pt x="22" y="7"/>
                    <a:pt x="22" y="6"/>
                  </a:cubicBezTo>
                  <a:cubicBezTo>
                    <a:pt x="22" y="6"/>
                    <a:pt x="22" y="6"/>
                    <a:pt x="22" y="6"/>
                  </a:cubicBezTo>
                  <a:cubicBezTo>
                    <a:pt x="22" y="6"/>
                    <a:pt x="23" y="6"/>
                    <a:pt x="23" y="6"/>
                  </a:cubicBezTo>
                  <a:cubicBezTo>
                    <a:pt x="24" y="6"/>
                    <a:pt x="25" y="6"/>
                    <a:pt x="26" y="6"/>
                  </a:cubicBezTo>
                  <a:cubicBezTo>
                    <a:pt x="27" y="6"/>
                    <a:pt x="28" y="6"/>
                    <a:pt x="29" y="6"/>
                  </a:cubicBezTo>
                  <a:cubicBezTo>
                    <a:pt x="31" y="6"/>
                    <a:pt x="31" y="6"/>
                    <a:pt x="32" y="7"/>
                  </a:cubicBezTo>
                  <a:cubicBezTo>
                    <a:pt x="34" y="9"/>
                    <a:pt x="30" y="9"/>
                    <a:pt x="29" y="9"/>
                  </a:cubicBezTo>
                  <a:cubicBezTo>
                    <a:pt x="29" y="9"/>
                    <a:pt x="27" y="9"/>
                    <a:pt x="28" y="9"/>
                  </a:cubicBezTo>
                  <a:cubicBezTo>
                    <a:pt x="28" y="10"/>
                    <a:pt x="29" y="10"/>
                    <a:pt x="30" y="11"/>
                  </a:cubicBezTo>
                  <a:cubicBezTo>
                    <a:pt x="30" y="11"/>
                    <a:pt x="30" y="12"/>
                    <a:pt x="31" y="12"/>
                  </a:cubicBezTo>
                  <a:cubicBezTo>
                    <a:pt x="31" y="12"/>
                    <a:pt x="31" y="11"/>
                    <a:pt x="32" y="11"/>
                  </a:cubicBezTo>
                  <a:cubicBezTo>
                    <a:pt x="32" y="11"/>
                    <a:pt x="33" y="11"/>
                    <a:pt x="33" y="11"/>
                  </a:cubicBezTo>
                  <a:cubicBezTo>
                    <a:pt x="33" y="11"/>
                    <a:pt x="34" y="11"/>
                    <a:pt x="34" y="12"/>
                  </a:cubicBezTo>
                  <a:cubicBezTo>
                    <a:pt x="34" y="12"/>
                    <a:pt x="35" y="13"/>
                    <a:pt x="35" y="12"/>
                  </a:cubicBezTo>
                  <a:cubicBezTo>
                    <a:pt x="36" y="11"/>
                    <a:pt x="36" y="12"/>
                    <a:pt x="36" y="13"/>
                  </a:cubicBezTo>
                  <a:cubicBezTo>
                    <a:pt x="36" y="13"/>
                    <a:pt x="36" y="11"/>
                    <a:pt x="36" y="11"/>
                  </a:cubicBezTo>
                  <a:cubicBezTo>
                    <a:pt x="36" y="10"/>
                    <a:pt x="37" y="10"/>
                    <a:pt x="37" y="11"/>
                  </a:cubicBezTo>
                  <a:cubicBezTo>
                    <a:pt x="37" y="11"/>
                    <a:pt x="37" y="12"/>
                    <a:pt x="37" y="12"/>
                  </a:cubicBezTo>
                  <a:cubicBezTo>
                    <a:pt x="37" y="13"/>
                    <a:pt x="39" y="13"/>
                    <a:pt x="40" y="13"/>
                  </a:cubicBezTo>
                  <a:cubicBezTo>
                    <a:pt x="40" y="13"/>
                    <a:pt x="43" y="13"/>
                    <a:pt x="43" y="13"/>
                  </a:cubicBezTo>
                  <a:cubicBezTo>
                    <a:pt x="43" y="12"/>
                    <a:pt x="43" y="12"/>
                    <a:pt x="42" y="12"/>
                  </a:cubicBezTo>
                  <a:cubicBezTo>
                    <a:pt x="42" y="11"/>
                    <a:pt x="43" y="11"/>
                    <a:pt x="43" y="12"/>
                  </a:cubicBezTo>
                  <a:cubicBezTo>
                    <a:pt x="43" y="12"/>
                    <a:pt x="43" y="12"/>
                    <a:pt x="43" y="12"/>
                  </a:cubicBezTo>
                  <a:cubicBezTo>
                    <a:pt x="43" y="12"/>
                    <a:pt x="44" y="12"/>
                    <a:pt x="44" y="12"/>
                  </a:cubicBezTo>
                  <a:cubicBezTo>
                    <a:pt x="44" y="13"/>
                    <a:pt x="43" y="13"/>
                    <a:pt x="43" y="13"/>
                  </a:cubicBezTo>
                  <a:cubicBezTo>
                    <a:pt x="44" y="14"/>
                    <a:pt x="45" y="15"/>
                    <a:pt x="45" y="15"/>
                  </a:cubicBezTo>
                  <a:cubicBezTo>
                    <a:pt x="46" y="15"/>
                    <a:pt x="46" y="15"/>
                    <a:pt x="46" y="16"/>
                  </a:cubicBezTo>
                  <a:cubicBezTo>
                    <a:pt x="47" y="16"/>
                    <a:pt x="47" y="17"/>
                    <a:pt x="47" y="16"/>
                  </a:cubicBezTo>
                  <a:cubicBezTo>
                    <a:pt x="47" y="16"/>
                    <a:pt x="48" y="16"/>
                    <a:pt x="48" y="16"/>
                  </a:cubicBezTo>
                  <a:cubicBezTo>
                    <a:pt x="48" y="16"/>
                    <a:pt x="48" y="17"/>
                    <a:pt x="48" y="17"/>
                  </a:cubicBezTo>
                  <a:cubicBezTo>
                    <a:pt x="49" y="17"/>
                    <a:pt x="49" y="17"/>
                    <a:pt x="49" y="17"/>
                  </a:cubicBezTo>
                  <a:cubicBezTo>
                    <a:pt x="50" y="17"/>
                    <a:pt x="50" y="17"/>
                    <a:pt x="50" y="17"/>
                  </a:cubicBezTo>
                  <a:cubicBezTo>
                    <a:pt x="50" y="17"/>
                    <a:pt x="51" y="17"/>
                    <a:pt x="51" y="18"/>
                  </a:cubicBezTo>
                  <a:cubicBezTo>
                    <a:pt x="51" y="18"/>
                    <a:pt x="51" y="18"/>
                    <a:pt x="51" y="18"/>
                  </a:cubicBezTo>
                  <a:cubicBezTo>
                    <a:pt x="52" y="18"/>
                    <a:pt x="52" y="18"/>
                    <a:pt x="52" y="18"/>
                  </a:cubicBezTo>
                  <a:cubicBezTo>
                    <a:pt x="53" y="18"/>
                    <a:pt x="53" y="18"/>
                    <a:pt x="53" y="18"/>
                  </a:cubicBezTo>
                  <a:cubicBezTo>
                    <a:pt x="53" y="18"/>
                    <a:pt x="54" y="18"/>
                    <a:pt x="54" y="18"/>
                  </a:cubicBezTo>
                  <a:cubicBezTo>
                    <a:pt x="54" y="19"/>
                    <a:pt x="55" y="18"/>
                    <a:pt x="56" y="18"/>
                  </a:cubicBezTo>
                  <a:cubicBezTo>
                    <a:pt x="57" y="18"/>
                    <a:pt x="57" y="18"/>
                    <a:pt x="58" y="18"/>
                  </a:cubicBezTo>
                  <a:cubicBezTo>
                    <a:pt x="59" y="17"/>
                    <a:pt x="59" y="18"/>
                    <a:pt x="59" y="18"/>
                  </a:cubicBezTo>
                  <a:cubicBezTo>
                    <a:pt x="59" y="18"/>
                    <a:pt x="60" y="18"/>
                    <a:pt x="60" y="19"/>
                  </a:cubicBezTo>
                  <a:cubicBezTo>
                    <a:pt x="60" y="20"/>
                    <a:pt x="60" y="20"/>
                    <a:pt x="60" y="21"/>
                  </a:cubicBezTo>
                  <a:cubicBezTo>
                    <a:pt x="60" y="21"/>
                    <a:pt x="61" y="22"/>
                    <a:pt x="60" y="22"/>
                  </a:cubicBezTo>
                  <a:cubicBezTo>
                    <a:pt x="60" y="22"/>
                    <a:pt x="60" y="22"/>
                    <a:pt x="60" y="22"/>
                  </a:cubicBezTo>
                  <a:cubicBezTo>
                    <a:pt x="60" y="22"/>
                    <a:pt x="60" y="23"/>
                    <a:pt x="60" y="24"/>
                  </a:cubicBezTo>
                  <a:cubicBezTo>
                    <a:pt x="60" y="24"/>
                    <a:pt x="60" y="24"/>
                    <a:pt x="61" y="25"/>
                  </a:cubicBezTo>
                  <a:cubicBezTo>
                    <a:pt x="61" y="25"/>
                    <a:pt x="62" y="26"/>
                    <a:pt x="63" y="26"/>
                  </a:cubicBezTo>
                  <a:cubicBezTo>
                    <a:pt x="63" y="27"/>
                    <a:pt x="64" y="28"/>
                    <a:pt x="65" y="28"/>
                  </a:cubicBezTo>
                  <a:cubicBezTo>
                    <a:pt x="65" y="28"/>
                    <a:pt x="66" y="27"/>
                    <a:pt x="66" y="28"/>
                  </a:cubicBezTo>
                  <a:cubicBezTo>
                    <a:pt x="66" y="28"/>
                    <a:pt x="67" y="28"/>
                    <a:pt x="67" y="28"/>
                  </a:cubicBezTo>
                  <a:cubicBezTo>
                    <a:pt x="68" y="28"/>
                    <a:pt x="69" y="28"/>
                    <a:pt x="70" y="28"/>
                  </a:cubicBezTo>
                  <a:cubicBezTo>
                    <a:pt x="70" y="28"/>
                    <a:pt x="71" y="27"/>
                    <a:pt x="71" y="28"/>
                  </a:cubicBezTo>
                  <a:cubicBezTo>
                    <a:pt x="71" y="28"/>
                    <a:pt x="71" y="28"/>
                    <a:pt x="72" y="28"/>
                  </a:cubicBezTo>
                  <a:cubicBezTo>
                    <a:pt x="72" y="28"/>
                    <a:pt x="71" y="30"/>
                    <a:pt x="72" y="30"/>
                  </a:cubicBezTo>
                  <a:cubicBezTo>
                    <a:pt x="73" y="30"/>
                    <a:pt x="73" y="30"/>
                    <a:pt x="72" y="31"/>
                  </a:cubicBezTo>
                  <a:cubicBezTo>
                    <a:pt x="72" y="32"/>
                    <a:pt x="72" y="32"/>
                    <a:pt x="72" y="32"/>
                  </a:cubicBezTo>
                  <a:cubicBezTo>
                    <a:pt x="71" y="33"/>
                    <a:pt x="71" y="32"/>
                    <a:pt x="71" y="32"/>
                  </a:cubicBezTo>
                  <a:cubicBezTo>
                    <a:pt x="70" y="33"/>
                    <a:pt x="69" y="33"/>
                    <a:pt x="69" y="34"/>
                  </a:cubicBezTo>
                  <a:cubicBezTo>
                    <a:pt x="68" y="34"/>
                    <a:pt x="67" y="35"/>
                    <a:pt x="67" y="35"/>
                  </a:cubicBezTo>
                  <a:cubicBezTo>
                    <a:pt x="67" y="35"/>
                    <a:pt x="67" y="35"/>
                    <a:pt x="67" y="35"/>
                  </a:cubicBezTo>
                  <a:cubicBezTo>
                    <a:pt x="67" y="36"/>
                    <a:pt x="66" y="36"/>
                    <a:pt x="66" y="37"/>
                  </a:cubicBezTo>
                  <a:cubicBezTo>
                    <a:pt x="66" y="37"/>
                    <a:pt x="66" y="37"/>
                    <a:pt x="66" y="37"/>
                  </a:cubicBezTo>
                  <a:cubicBezTo>
                    <a:pt x="67" y="37"/>
                    <a:pt x="68" y="37"/>
                    <a:pt x="68" y="37"/>
                  </a:cubicBezTo>
                  <a:cubicBezTo>
                    <a:pt x="69" y="37"/>
                    <a:pt x="69" y="37"/>
                    <a:pt x="70" y="37"/>
                  </a:cubicBezTo>
                  <a:cubicBezTo>
                    <a:pt x="69" y="37"/>
                    <a:pt x="70" y="36"/>
                    <a:pt x="70" y="36"/>
                  </a:cubicBezTo>
                  <a:cubicBezTo>
                    <a:pt x="71" y="36"/>
                    <a:pt x="71" y="37"/>
                    <a:pt x="72" y="37"/>
                  </a:cubicBezTo>
                  <a:cubicBezTo>
                    <a:pt x="73" y="37"/>
                    <a:pt x="74" y="36"/>
                    <a:pt x="75" y="36"/>
                  </a:cubicBezTo>
                  <a:cubicBezTo>
                    <a:pt x="75" y="36"/>
                    <a:pt x="76" y="36"/>
                    <a:pt x="77" y="36"/>
                  </a:cubicBezTo>
                  <a:cubicBezTo>
                    <a:pt x="77" y="36"/>
                    <a:pt x="78" y="36"/>
                    <a:pt x="78" y="36"/>
                  </a:cubicBezTo>
                  <a:cubicBezTo>
                    <a:pt x="80" y="36"/>
                    <a:pt x="80" y="36"/>
                    <a:pt x="82" y="36"/>
                  </a:cubicBezTo>
                  <a:cubicBezTo>
                    <a:pt x="83" y="36"/>
                    <a:pt x="84" y="36"/>
                    <a:pt x="85" y="36"/>
                  </a:cubicBezTo>
                  <a:cubicBezTo>
                    <a:pt x="86" y="36"/>
                    <a:pt x="86" y="37"/>
                    <a:pt x="88" y="37"/>
                  </a:cubicBezTo>
                  <a:cubicBezTo>
                    <a:pt x="88" y="37"/>
                    <a:pt x="89" y="37"/>
                    <a:pt x="90" y="37"/>
                  </a:cubicBezTo>
                  <a:cubicBezTo>
                    <a:pt x="90" y="36"/>
                    <a:pt x="90" y="36"/>
                    <a:pt x="90" y="36"/>
                  </a:cubicBezTo>
                  <a:cubicBezTo>
                    <a:pt x="90" y="36"/>
                    <a:pt x="91" y="36"/>
                    <a:pt x="90" y="35"/>
                  </a:cubicBezTo>
                  <a:cubicBezTo>
                    <a:pt x="90" y="35"/>
                    <a:pt x="91" y="35"/>
                    <a:pt x="91" y="35"/>
                  </a:cubicBezTo>
                  <a:cubicBezTo>
                    <a:pt x="91" y="35"/>
                    <a:pt x="91" y="35"/>
                    <a:pt x="91" y="35"/>
                  </a:cubicBezTo>
                  <a:cubicBezTo>
                    <a:pt x="91" y="35"/>
                    <a:pt x="91" y="36"/>
                    <a:pt x="91" y="36"/>
                  </a:cubicBezTo>
                  <a:cubicBezTo>
                    <a:pt x="91" y="36"/>
                    <a:pt x="91" y="36"/>
                    <a:pt x="91" y="37"/>
                  </a:cubicBezTo>
                  <a:cubicBezTo>
                    <a:pt x="91" y="36"/>
                    <a:pt x="92" y="37"/>
                    <a:pt x="92" y="36"/>
                  </a:cubicBezTo>
                  <a:cubicBezTo>
                    <a:pt x="92" y="36"/>
                    <a:pt x="93" y="35"/>
                    <a:pt x="93" y="35"/>
                  </a:cubicBezTo>
                  <a:cubicBezTo>
                    <a:pt x="94" y="35"/>
                    <a:pt x="94" y="35"/>
                    <a:pt x="95" y="35"/>
                  </a:cubicBezTo>
                  <a:cubicBezTo>
                    <a:pt x="95" y="35"/>
                    <a:pt x="96" y="35"/>
                    <a:pt x="97" y="35"/>
                  </a:cubicBezTo>
                  <a:cubicBezTo>
                    <a:pt x="98" y="35"/>
                    <a:pt x="99" y="35"/>
                    <a:pt x="99" y="35"/>
                  </a:cubicBezTo>
                  <a:cubicBezTo>
                    <a:pt x="99" y="35"/>
                    <a:pt x="100" y="34"/>
                    <a:pt x="100" y="34"/>
                  </a:cubicBezTo>
                  <a:cubicBezTo>
                    <a:pt x="100" y="34"/>
                    <a:pt x="101" y="33"/>
                    <a:pt x="101" y="33"/>
                  </a:cubicBezTo>
                  <a:close/>
                  <a:moveTo>
                    <a:pt x="67" y="13"/>
                  </a:moveTo>
                  <a:cubicBezTo>
                    <a:pt x="67" y="13"/>
                    <a:pt x="68" y="14"/>
                    <a:pt x="68" y="13"/>
                  </a:cubicBezTo>
                  <a:cubicBezTo>
                    <a:pt x="68" y="13"/>
                    <a:pt x="68" y="14"/>
                    <a:pt x="69" y="14"/>
                  </a:cubicBezTo>
                  <a:cubicBezTo>
                    <a:pt x="69" y="15"/>
                    <a:pt x="69" y="14"/>
                    <a:pt x="69" y="14"/>
                  </a:cubicBezTo>
                  <a:cubicBezTo>
                    <a:pt x="69" y="14"/>
                    <a:pt x="69" y="14"/>
                    <a:pt x="69" y="14"/>
                  </a:cubicBezTo>
                  <a:cubicBezTo>
                    <a:pt x="70" y="14"/>
                    <a:pt x="70" y="13"/>
                    <a:pt x="70" y="13"/>
                  </a:cubicBezTo>
                  <a:cubicBezTo>
                    <a:pt x="69" y="13"/>
                    <a:pt x="69" y="13"/>
                    <a:pt x="69" y="13"/>
                  </a:cubicBezTo>
                  <a:cubicBezTo>
                    <a:pt x="68" y="13"/>
                    <a:pt x="69" y="12"/>
                    <a:pt x="68" y="12"/>
                  </a:cubicBezTo>
                  <a:cubicBezTo>
                    <a:pt x="68" y="12"/>
                    <a:pt x="68" y="13"/>
                    <a:pt x="68" y="13"/>
                  </a:cubicBezTo>
                  <a:cubicBezTo>
                    <a:pt x="67" y="13"/>
                    <a:pt x="67" y="12"/>
                    <a:pt x="67" y="13"/>
                  </a:cubicBezTo>
                  <a:close/>
                  <a:moveTo>
                    <a:pt x="22" y="16"/>
                  </a:moveTo>
                  <a:cubicBezTo>
                    <a:pt x="21" y="15"/>
                    <a:pt x="22" y="15"/>
                    <a:pt x="21" y="14"/>
                  </a:cubicBezTo>
                  <a:cubicBezTo>
                    <a:pt x="21" y="14"/>
                    <a:pt x="20" y="14"/>
                    <a:pt x="19" y="14"/>
                  </a:cubicBezTo>
                  <a:cubicBezTo>
                    <a:pt x="19" y="14"/>
                    <a:pt x="19" y="14"/>
                    <a:pt x="19" y="14"/>
                  </a:cubicBezTo>
                  <a:cubicBezTo>
                    <a:pt x="19" y="14"/>
                    <a:pt x="18" y="15"/>
                    <a:pt x="18" y="15"/>
                  </a:cubicBezTo>
                  <a:cubicBezTo>
                    <a:pt x="18" y="15"/>
                    <a:pt x="18" y="16"/>
                    <a:pt x="18" y="16"/>
                  </a:cubicBezTo>
                  <a:cubicBezTo>
                    <a:pt x="18" y="17"/>
                    <a:pt x="19" y="18"/>
                    <a:pt x="18" y="18"/>
                  </a:cubicBezTo>
                  <a:cubicBezTo>
                    <a:pt x="19" y="18"/>
                    <a:pt x="19" y="18"/>
                    <a:pt x="19" y="18"/>
                  </a:cubicBezTo>
                  <a:cubicBezTo>
                    <a:pt x="18" y="18"/>
                    <a:pt x="18" y="18"/>
                    <a:pt x="18" y="18"/>
                  </a:cubicBezTo>
                  <a:cubicBezTo>
                    <a:pt x="17" y="19"/>
                    <a:pt x="17" y="18"/>
                    <a:pt x="16" y="18"/>
                  </a:cubicBezTo>
                  <a:cubicBezTo>
                    <a:pt x="16" y="18"/>
                    <a:pt x="17" y="19"/>
                    <a:pt x="17" y="19"/>
                  </a:cubicBezTo>
                  <a:cubicBezTo>
                    <a:pt x="18" y="20"/>
                    <a:pt x="18" y="19"/>
                    <a:pt x="19" y="20"/>
                  </a:cubicBezTo>
                  <a:cubicBezTo>
                    <a:pt x="19" y="20"/>
                    <a:pt x="20" y="20"/>
                    <a:pt x="21" y="19"/>
                  </a:cubicBezTo>
                  <a:cubicBezTo>
                    <a:pt x="21" y="19"/>
                    <a:pt x="22" y="19"/>
                    <a:pt x="22" y="18"/>
                  </a:cubicBezTo>
                  <a:cubicBezTo>
                    <a:pt x="23" y="18"/>
                    <a:pt x="22" y="18"/>
                    <a:pt x="22" y="17"/>
                  </a:cubicBezTo>
                  <a:cubicBezTo>
                    <a:pt x="22" y="17"/>
                    <a:pt x="22" y="16"/>
                    <a:pt x="22" y="16"/>
                  </a:cubicBezTo>
                  <a:close/>
                  <a:moveTo>
                    <a:pt x="53" y="24"/>
                  </a:moveTo>
                  <a:cubicBezTo>
                    <a:pt x="53" y="24"/>
                    <a:pt x="53" y="24"/>
                    <a:pt x="53" y="25"/>
                  </a:cubicBezTo>
                  <a:cubicBezTo>
                    <a:pt x="53" y="24"/>
                    <a:pt x="54" y="25"/>
                    <a:pt x="54" y="25"/>
                  </a:cubicBezTo>
                  <a:cubicBezTo>
                    <a:pt x="54" y="25"/>
                    <a:pt x="54" y="25"/>
                    <a:pt x="54" y="25"/>
                  </a:cubicBezTo>
                  <a:cubicBezTo>
                    <a:pt x="54" y="25"/>
                    <a:pt x="54" y="26"/>
                    <a:pt x="54" y="25"/>
                  </a:cubicBezTo>
                  <a:cubicBezTo>
                    <a:pt x="54" y="25"/>
                    <a:pt x="54" y="24"/>
                    <a:pt x="53" y="24"/>
                  </a:cubicBezTo>
                  <a:close/>
                  <a:moveTo>
                    <a:pt x="54" y="26"/>
                  </a:moveTo>
                  <a:cubicBezTo>
                    <a:pt x="55" y="26"/>
                    <a:pt x="55" y="26"/>
                    <a:pt x="55" y="26"/>
                  </a:cubicBezTo>
                  <a:cubicBezTo>
                    <a:pt x="55" y="26"/>
                    <a:pt x="55" y="26"/>
                    <a:pt x="54" y="26"/>
                  </a:cubicBezTo>
                  <a:close/>
                  <a:moveTo>
                    <a:pt x="57" y="27"/>
                  </a:moveTo>
                  <a:cubicBezTo>
                    <a:pt x="57" y="27"/>
                    <a:pt x="57" y="28"/>
                    <a:pt x="57" y="28"/>
                  </a:cubicBezTo>
                  <a:cubicBezTo>
                    <a:pt x="57" y="27"/>
                    <a:pt x="57" y="27"/>
                    <a:pt x="57" y="27"/>
                  </a:cubicBezTo>
                  <a:close/>
                  <a:moveTo>
                    <a:pt x="60" y="29"/>
                  </a:moveTo>
                  <a:cubicBezTo>
                    <a:pt x="60" y="29"/>
                    <a:pt x="60" y="29"/>
                    <a:pt x="60" y="29"/>
                  </a:cubicBezTo>
                  <a:cubicBezTo>
                    <a:pt x="61" y="30"/>
                    <a:pt x="61" y="29"/>
                    <a:pt x="61" y="29"/>
                  </a:cubicBezTo>
                  <a:cubicBezTo>
                    <a:pt x="60" y="29"/>
                    <a:pt x="60" y="29"/>
                    <a:pt x="60" y="29"/>
                  </a:cubicBezTo>
                  <a:close/>
                  <a:moveTo>
                    <a:pt x="32" y="18"/>
                  </a:moveTo>
                  <a:cubicBezTo>
                    <a:pt x="33" y="18"/>
                    <a:pt x="33" y="17"/>
                    <a:pt x="34" y="17"/>
                  </a:cubicBezTo>
                  <a:cubicBezTo>
                    <a:pt x="34" y="17"/>
                    <a:pt x="32" y="18"/>
                    <a:pt x="32" y="18"/>
                  </a:cubicBezTo>
                  <a:close/>
                  <a:moveTo>
                    <a:pt x="53" y="24"/>
                  </a:moveTo>
                  <a:cubicBezTo>
                    <a:pt x="52" y="23"/>
                    <a:pt x="52" y="23"/>
                    <a:pt x="52" y="23"/>
                  </a:cubicBezTo>
                  <a:cubicBezTo>
                    <a:pt x="52" y="23"/>
                    <a:pt x="52" y="24"/>
                    <a:pt x="53" y="24"/>
                  </a:cubicBezTo>
                  <a:close/>
                  <a:moveTo>
                    <a:pt x="65" y="9"/>
                  </a:moveTo>
                  <a:cubicBezTo>
                    <a:pt x="65" y="9"/>
                    <a:pt x="64" y="10"/>
                    <a:pt x="65" y="10"/>
                  </a:cubicBezTo>
                  <a:cubicBezTo>
                    <a:pt x="65" y="10"/>
                    <a:pt x="65" y="10"/>
                    <a:pt x="65" y="9"/>
                  </a:cubicBezTo>
                  <a:cubicBezTo>
                    <a:pt x="65" y="10"/>
                    <a:pt x="65" y="10"/>
                    <a:pt x="65" y="10"/>
                  </a:cubicBezTo>
                  <a:cubicBezTo>
                    <a:pt x="65" y="10"/>
                    <a:pt x="66" y="10"/>
                    <a:pt x="66" y="11"/>
                  </a:cubicBezTo>
                  <a:cubicBezTo>
                    <a:pt x="66" y="10"/>
                    <a:pt x="66" y="10"/>
                    <a:pt x="67" y="10"/>
                  </a:cubicBezTo>
                  <a:cubicBezTo>
                    <a:pt x="66" y="10"/>
                    <a:pt x="66" y="9"/>
                    <a:pt x="66" y="9"/>
                  </a:cubicBezTo>
                  <a:cubicBezTo>
                    <a:pt x="65" y="9"/>
                    <a:pt x="64" y="9"/>
                    <a:pt x="64" y="9"/>
                  </a:cubicBezTo>
                  <a:cubicBezTo>
                    <a:pt x="64" y="9"/>
                    <a:pt x="65" y="9"/>
                    <a:pt x="65" y="9"/>
                  </a:cubicBezTo>
                  <a:close/>
                  <a:moveTo>
                    <a:pt x="53" y="6"/>
                  </a:moveTo>
                  <a:cubicBezTo>
                    <a:pt x="54" y="6"/>
                    <a:pt x="54" y="6"/>
                    <a:pt x="55" y="7"/>
                  </a:cubicBezTo>
                  <a:cubicBezTo>
                    <a:pt x="54" y="6"/>
                    <a:pt x="53" y="4"/>
                    <a:pt x="52" y="5"/>
                  </a:cubicBezTo>
                  <a:cubicBezTo>
                    <a:pt x="52" y="5"/>
                    <a:pt x="52" y="5"/>
                    <a:pt x="52" y="5"/>
                  </a:cubicBezTo>
                  <a:cubicBezTo>
                    <a:pt x="52" y="5"/>
                    <a:pt x="52" y="5"/>
                    <a:pt x="53" y="5"/>
                  </a:cubicBezTo>
                  <a:cubicBezTo>
                    <a:pt x="53" y="5"/>
                    <a:pt x="53" y="5"/>
                    <a:pt x="53" y="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09" name="Croatia">
              <a:extLst>
                <a:ext uri="{FF2B5EF4-FFF2-40B4-BE49-F238E27FC236}">
                  <a16:creationId xmlns:a16="http://schemas.microsoft.com/office/drawing/2014/main" id="{CAB5A379-5148-7B20-15B2-E81CFC8D9A8D}"/>
                </a:ext>
              </a:extLst>
            </p:cNvPr>
            <p:cNvSpPr>
              <a:spLocks noEditPoints="1"/>
            </p:cNvSpPr>
            <p:nvPr/>
          </p:nvSpPr>
          <p:spPr bwMode="auto">
            <a:xfrm>
              <a:off x="6143638" y="2235946"/>
              <a:ext cx="187211" cy="159768"/>
            </a:xfrm>
            <a:custGeom>
              <a:avLst/>
              <a:gdLst/>
              <a:ahLst/>
              <a:cxnLst>
                <a:cxn ang="0">
                  <a:pos x="8" y="16"/>
                </a:cxn>
                <a:cxn ang="0">
                  <a:pos x="10" y="20"/>
                </a:cxn>
                <a:cxn ang="0">
                  <a:pos x="15" y="24"/>
                </a:cxn>
                <a:cxn ang="0">
                  <a:pos x="16" y="24"/>
                </a:cxn>
                <a:cxn ang="0">
                  <a:pos x="15" y="22"/>
                </a:cxn>
                <a:cxn ang="0">
                  <a:pos x="14" y="22"/>
                </a:cxn>
                <a:cxn ang="0">
                  <a:pos x="34" y="39"/>
                </a:cxn>
                <a:cxn ang="0">
                  <a:pos x="30" y="41"/>
                </a:cxn>
                <a:cxn ang="0">
                  <a:pos x="49" y="11"/>
                </a:cxn>
                <a:cxn ang="0">
                  <a:pos x="48" y="8"/>
                </a:cxn>
                <a:cxn ang="0">
                  <a:pos x="44" y="8"/>
                </a:cxn>
                <a:cxn ang="0">
                  <a:pos x="39" y="8"/>
                </a:cxn>
                <a:cxn ang="0">
                  <a:pos x="34" y="5"/>
                </a:cxn>
                <a:cxn ang="0">
                  <a:pos x="28" y="1"/>
                </a:cxn>
                <a:cxn ang="0">
                  <a:pos x="21" y="3"/>
                </a:cxn>
                <a:cxn ang="0">
                  <a:pos x="19" y="8"/>
                </a:cxn>
                <a:cxn ang="0">
                  <a:pos x="16" y="10"/>
                </a:cxn>
                <a:cxn ang="0">
                  <a:pos x="13" y="11"/>
                </a:cxn>
                <a:cxn ang="0">
                  <a:pos x="9" y="11"/>
                </a:cxn>
                <a:cxn ang="0">
                  <a:pos x="4" y="12"/>
                </a:cxn>
                <a:cxn ang="0">
                  <a:pos x="3" y="15"/>
                </a:cxn>
                <a:cxn ang="0">
                  <a:pos x="5" y="19"/>
                </a:cxn>
                <a:cxn ang="0">
                  <a:pos x="6" y="16"/>
                </a:cxn>
                <a:cxn ang="0">
                  <a:pos x="9" y="13"/>
                </a:cxn>
                <a:cxn ang="0">
                  <a:pos x="13" y="20"/>
                </a:cxn>
                <a:cxn ang="0">
                  <a:pos x="20" y="25"/>
                </a:cxn>
                <a:cxn ang="0">
                  <a:pos x="16" y="24"/>
                </a:cxn>
                <a:cxn ang="0">
                  <a:pos x="16" y="25"/>
                </a:cxn>
                <a:cxn ang="0">
                  <a:pos x="23" y="31"/>
                </a:cxn>
                <a:cxn ang="0">
                  <a:pos x="27" y="32"/>
                </a:cxn>
                <a:cxn ang="0">
                  <a:pos x="35" y="37"/>
                </a:cxn>
                <a:cxn ang="0">
                  <a:pos x="35" y="35"/>
                </a:cxn>
                <a:cxn ang="0">
                  <a:pos x="27" y="27"/>
                </a:cxn>
                <a:cxn ang="0">
                  <a:pos x="24" y="21"/>
                </a:cxn>
                <a:cxn ang="0">
                  <a:pos x="21" y="19"/>
                </a:cxn>
                <a:cxn ang="0">
                  <a:pos x="23" y="14"/>
                </a:cxn>
                <a:cxn ang="0">
                  <a:pos x="29" y="14"/>
                </a:cxn>
                <a:cxn ang="0">
                  <a:pos x="35" y="15"/>
                </a:cxn>
                <a:cxn ang="0">
                  <a:pos x="41" y="16"/>
                </a:cxn>
                <a:cxn ang="0">
                  <a:pos x="46" y="16"/>
                </a:cxn>
                <a:cxn ang="0">
                  <a:pos x="50" y="17"/>
                </a:cxn>
                <a:cxn ang="0">
                  <a:pos x="50" y="14"/>
                </a:cxn>
                <a:cxn ang="0">
                  <a:pos x="43" y="42"/>
                </a:cxn>
                <a:cxn ang="0">
                  <a:pos x="37" y="39"/>
                </a:cxn>
                <a:cxn ang="0">
                  <a:pos x="34" y="38"/>
                </a:cxn>
                <a:cxn ang="0">
                  <a:pos x="40" y="40"/>
                </a:cxn>
                <a:cxn ang="0">
                  <a:pos x="46" y="45"/>
                </a:cxn>
                <a:cxn ang="0">
                  <a:pos x="30" y="34"/>
                </a:cxn>
                <a:cxn ang="0">
                  <a:pos x="37" y="41"/>
                </a:cxn>
                <a:cxn ang="0">
                  <a:pos x="37" y="41"/>
                </a:cxn>
                <a:cxn ang="0">
                  <a:pos x="24" y="37"/>
                </a:cxn>
                <a:cxn ang="0">
                  <a:pos x="15" y="27"/>
                </a:cxn>
                <a:cxn ang="0">
                  <a:pos x="16" y="29"/>
                </a:cxn>
                <a:cxn ang="0">
                  <a:pos x="12" y="17"/>
                </a:cxn>
                <a:cxn ang="0">
                  <a:pos x="10" y="14"/>
                </a:cxn>
                <a:cxn ang="0">
                  <a:pos x="12" y="17"/>
                </a:cxn>
                <a:cxn ang="0">
                  <a:pos x="30" y="36"/>
                </a:cxn>
                <a:cxn ang="0">
                  <a:pos x="27" y="36"/>
                </a:cxn>
              </a:cxnLst>
              <a:rect l="0" t="0" r="r" b="b"/>
              <a:pathLst>
                <a:path w="53" h="45">
                  <a:moveTo>
                    <a:pt x="10" y="20"/>
                  </a:moveTo>
                  <a:cubicBezTo>
                    <a:pt x="10" y="20"/>
                    <a:pt x="10" y="21"/>
                    <a:pt x="10" y="21"/>
                  </a:cubicBezTo>
                  <a:cubicBezTo>
                    <a:pt x="9" y="20"/>
                    <a:pt x="8" y="17"/>
                    <a:pt x="8" y="17"/>
                  </a:cubicBezTo>
                  <a:cubicBezTo>
                    <a:pt x="8" y="17"/>
                    <a:pt x="8" y="18"/>
                    <a:pt x="9" y="18"/>
                  </a:cubicBezTo>
                  <a:cubicBezTo>
                    <a:pt x="9" y="17"/>
                    <a:pt x="9" y="16"/>
                    <a:pt x="8" y="16"/>
                  </a:cubicBezTo>
                  <a:cubicBezTo>
                    <a:pt x="8" y="16"/>
                    <a:pt x="8" y="16"/>
                    <a:pt x="8" y="15"/>
                  </a:cubicBezTo>
                  <a:cubicBezTo>
                    <a:pt x="8" y="14"/>
                    <a:pt x="8" y="15"/>
                    <a:pt x="8" y="15"/>
                  </a:cubicBezTo>
                  <a:cubicBezTo>
                    <a:pt x="8" y="16"/>
                    <a:pt x="9" y="16"/>
                    <a:pt x="9" y="17"/>
                  </a:cubicBezTo>
                  <a:cubicBezTo>
                    <a:pt x="9" y="17"/>
                    <a:pt x="9" y="17"/>
                    <a:pt x="9" y="18"/>
                  </a:cubicBezTo>
                  <a:cubicBezTo>
                    <a:pt x="9" y="19"/>
                    <a:pt x="9" y="19"/>
                    <a:pt x="10" y="20"/>
                  </a:cubicBezTo>
                  <a:close/>
                  <a:moveTo>
                    <a:pt x="14" y="22"/>
                  </a:moveTo>
                  <a:cubicBezTo>
                    <a:pt x="14" y="23"/>
                    <a:pt x="14" y="23"/>
                    <a:pt x="14" y="23"/>
                  </a:cubicBezTo>
                  <a:cubicBezTo>
                    <a:pt x="15" y="23"/>
                    <a:pt x="15" y="23"/>
                    <a:pt x="15" y="23"/>
                  </a:cubicBezTo>
                  <a:cubicBezTo>
                    <a:pt x="15" y="24"/>
                    <a:pt x="15" y="24"/>
                    <a:pt x="16" y="24"/>
                  </a:cubicBezTo>
                  <a:cubicBezTo>
                    <a:pt x="16" y="24"/>
                    <a:pt x="15" y="24"/>
                    <a:pt x="15" y="24"/>
                  </a:cubicBezTo>
                  <a:cubicBezTo>
                    <a:pt x="16" y="24"/>
                    <a:pt x="16" y="24"/>
                    <a:pt x="16" y="24"/>
                  </a:cubicBezTo>
                  <a:cubicBezTo>
                    <a:pt x="16" y="24"/>
                    <a:pt x="16" y="24"/>
                    <a:pt x="16" y="24"/>
                  </a:cubicBezTo>
                  <a:cubicBezTo>
                    <a:pt x="16" y="24"/>
                    <a:pt x="16" y="24"/>
                    <a:pt x="16" y="24"/>
                  </a:cubicBezTo>
                  <a:cubicBezTo>
                    <a:pt x="16" y="24"/>
                    <a:pt x="16" y="24"/>
                    <a:pt x="16" y="23"/>
                  </a:cubicBezTo>
                  <a:cubicBezTo>
                    <a:pt x="16" y="23"/>
                    <a:pt x="16" y="24"/>
                    <a:pt x="16" y="24"/>
                  </a:cubicBezTo>
                  <a:cubicBezTo>
                    <a:pt x="16" y="24"/>
                    <a:pt x="15" y="23"/>
                    <a:pt x="15" y="23"/>
                  </a:cubicBezTo>
                  <a:cubicBezTo>
                    <a:pt x="15" y="23"/>
                    <a:pt x="15" y="22"/>
                    <a:pt x="15" y="22"/>
                  </a:cubicBezTo>
                  <a:cubicBezTo>
                    <a:pt x="15" y="22"/>
                    <a:pt x="14" y="22"/>
                    <a:pt x="15" y="22"/>
                  </a:cubicBezTo>
                  <a:cubicBezTo>
                    <a:pt x="14" y="22"/>
                    <a:pt x="14" y="21"/>
                    <a:pt x="13" y="21"/>
                  </a:cubicBezTo>
                  <a:cubicBezTo>
                    <a:pt x="14" y="21"/>
                    <a:pt x="15" y="22"/>
                    <a:pt x="15" y="22"/>
                  </a:cubicBezTo>
                  <a:cubicBezTo>
                    <a:pt x="15" y="22"/>
                    <a:pt x="14" y="22"/>
                    <a:pt x="14" y="21"/>
                  </a:cubicBezTo>
                  <a:cubicBezTo>
                    <a:pt x="14" y="21"/>
                    <a:pt x="13" y="21"/>
                    <a:pt x="13" y="21"/>
                  </a:cubicBezTo>
                  <a:cubicBezTo>
                    <a:pt x="13" y="21"/>
                    <a:pt x="12" y="20"/>
                    <a:pt x="12" y="20"/>
                  </a:cubicBezTo>
                  <a:cubicBezTo>
                    <a:pt x="12" y="20"/>
                    <a:pt x="12" y="21"/>
                    <a:pt x="13" y="21"/>
                  </a:cubicBezTo>
                  <a:cubicBezTo>
                    <a:pt x="13" y="22"/>
                    <a:pt x="13" y="22"/>
                    <a:pt x="14" y="22"/>
                  </a:cubicBezTo>
                  <a:close/>
                  <a:moveTo>
                    <a:pt x="29" y="38"/>
                  </a:moveTo>
                  <a:cubicBezTo>
                    <a:pt x="29" y="38"/>
                    <a:pt x="29" y="38"/>
                    <a:pt x="29" y="39"/>
                  </a:cubicBezTo>
                  <a:cubicBezTo>
                    <a:pt x="28" y="39"/>
                    <a:pt x="31" y="39"/>
                    <a:pt x="31" y="39"/>
                  </a:cubicBezTo>
                  <a:cubicBezTo>
                    <a:pt x="31" y="39"/>
                    <a:pt x="32" y="39"/>
                    <a:pt x="32" y="39"/>
                  </a:cubicBezTo>
                  <a:cubicBezTo>
                    <a:pt x="33" y="39"/>
                    <a:pt x="33" y="39"/>
                    <a:pt x="34" y="39"/>
                  </a:cubicBezTo>
                  <a:cubicBezTo>
                    <a:pt x="33" y="39"/>
                    <a:pt x="33" y="38"/>
                    <a:pt x="31" y="38"/>
                  </a:cubicBezTo>
                  <a:cubicBezTo>
                    <a:pt x="31" y="39"/>
                    <a:pt x="30" y="38"/>
                    <a:pt x="29" y="38"/>
                  </a:cubicBezTo>
                  <a:close/>
                  <a:moveTo>
                    <a:pt x="30" y="41"/>
                  </a:moveTo>
                  <a:cubicBezTo>
                    <a:pt x="31" y="41"/>
                    <a:pt x="31" y="41"/>
                    <a:pt x="31" y="41"/>
                  </a:cubicBezTo>
                  <a:cubicBezTo>
                    <a:pt x="32" y="41"/>
                    <a:pt x="31" y="40"/>
                    <a:pt x="30" y="41"/>
                  </a:cubicBezTo>
                  <a:close/>
                  <a:moveTo>
                    <a:pt x="52" y="14"/>
                  </a:moveTo>
                  <a:cubicBezTo>
                    <a:pt x="52" y="14"/>
                    <a:pt x="51" y="14"/>
                    <a:pt x="51" y="14"/>
                  </a:cubicBezTo>
                  <a:cubicBezTo>
                    <a:pt x="50" y="14"/>
                    <a:pt x="50" y="13"/>
                    <a:pt x="49" y="13"/>
                  </a:cubicBezTo>
                  <a:cubicBezTo>
                    <a:pt x="48" y="12"/>
                    <a:pt x="49" y="12"/>
                    <a:pt x="49" y="12"/>
                  </a:cubicBezTo>
                  <a:cubicBezTo>
                    <a:pt x="48" y="11"/>
                    <a:pt x="50" y="11"/>
                    <a:pt x="49" y="11"/>
                  </a:cubicBezTo>
                  <a:cubicBezTo>
                    <a:pt x="49" y="11"/>
                    <a:pt x="49" y="10"/>
                    <a:pt x="48" y="10"/>
                  </a:cubicBezTo>
                  <a:cubicBezTo>
                    <a:pt x="48" y="10"/>
                    <a:pt x="48" y="11"/>
                    <a:pt x="48" y="10"/>
                  </a:cubicBezTo>
                  <a:cubicBezTo>
                    <a:pt x="48" y="10"/>
                    <a:pt x="48" y="10"/>
                    <a:pt x="48" y="9"/>
                  </a:cubicBezTo>
                  <a:cubicBezTo>
                    <a:pt x="48" y="9"/>
                    <a:pt x="48" y="9"/>
                    <a:pt x="48" y="9"/>
                  </a:cubicBezTo>
                  <a:cubicBezTo>
                    <a:pt x="48" y="8"/>
                    <a:pt x="48" y="9"/>
                    <a:pt x="48" y="8"/>
                  </a:cubicBezTo>
                  <a:cubicBezTo>
                    <a:pt x="48" y="8"/>
                    <a:pt x="47" y="7"/>
                    <a:pt x="47" y="7"/>
                  </a:cubicBezTo>
                  <a:cubicBezTo>
                    <a:pt x="47" y="7"/>
                    <a:pt x="47" y="7"/>
                    <a:pt x="47" y="7"/>
                  </a:cubicBezTo>
                  <a:cubicBezTo>
                    <a:pt x="47" y="7"/>
                    <a:pt x="47" y="6"/>
                    <a:pt x="48" y="6"/>
                  </a:cubicBezTo>
                  <a:cubicBezTo>
                    <a:pt x="47" y="7"/>
                    <a:pt x="46" y="6"/>
                    <a:pt x="46" y="7"/>
                  </a:cubicBezTo>
                  <a:cubicBezTo>
                    <a:pt x="45" y="7"/>
                    <a:pt x="45" y="8"/>
                    <a:pt x="44" y="8"/>
                  </a:cubicBezTo>
                  <a:cubicBezTo>
                    <a:pt x="44" y="8"/>
                    <a:pt x="44" y="8"/>
                    <a:pt x="43" y="8"/>
                  </a:cubicBezTo>
                  <a:cubicBezTo>
                    <a:pt x="43" y="8"/>
                    <a:pt x="43" y="8"/>
                    <a:pt x="43" y="8"/>
                  </a:cubicBezTo>
                  <a:cubicBezTo>
                    <a:pt x="42" y="8"/>
                    <a:pt x="42" y="8"/>
                    <a:pt x="41" y="8"/>
                  </a:cubicBezTo>
                  <a:cubicBezTo>
                    <a:pt x="41" y="8"/>
                    <a:pt x="40" y="8"/>
                    <a:pt x="40" y="8"/>
                  </a:cubicBezTo>
                  <a:cubicBezTo>
                    <a:pt x="39" y="8"/>
                    <a:pt x="39" y="8"/>
                    <a:pt x="39" y="8"/>
                  </a:cubicBezTo>
                  <a:cubicBezTo>
                    <a:pt x="38" y="8"/>
                    <a:pt x="38" y="8"/>
                    <a:pt x="38" y="8"/>
                  </a:cubicBezTo>
                  <a:cubicBezTo>
                    <a:pt x="37" y="7"/>
                    <a:pt x="36" y="6"/>
                    <a:pt x="35" y="6"/>
                  </a:cubicBezTo>
                  <a:cubicBezTo>
                    <a:pt x="35" y="6"/>
                    <a:pt x="34" y="6"/>
                    <a:pt x="34" y="6"/>
                  </a:cubicBezTo>
                  <a:cubicBezTo>
                    <a:pt x="35" y="6"/>
                    <a:pt x="34" y="6"/>
                    <a:pt x="34" y="6"/>
                  </a:cubicBezTo>
                  <a:cubicBezTo>
                    <a:pt x="34" y="6"/>
                    <a:pt x="33" y="6"/>
                    <a:pt x="34" y="5"/>
                  </a:cubicBezTo>
                  <a:cubicBezTo>
                    <a:pt x="33" y="5"/>
                    <a:pt x="33" y="5"/>
                    <a:pt x="33" y="5"/>
                  </a:cubicBezTo>
                  <a:cubicBezTo>
                    <a:pt x="33" y="5"/>
                    <a:pt x="33" y="5"/>
                    <a:pt x="33" y="5"/>
                  </a:cubicBezTo>
                  <a:cubicBezTo>
                    <a:pt x="32" y="4"/>
                    <a:pt x="31" y="3"/>
                    <a:pt x="30" y="2"/>
                  </a:cubicBezTo>
                  <a:cubicBezTo>
                    <a:pt x="30" y="2"/>
                    <a:pt x="30" y="2"/>
                    <a:pt x="29" y="2"/>
                  </a:cubicBezTo>
                  <a:cubicBezTo>
                    <a:pt x="28" y="2"/>
                    <a:pt x="28" y="1"/>
                    <a:pt x="28" y="1"/>
                  </a:cubicBezTo>
                  <a:cubicBezTo>
                    <a:pt x="28" y="0"/>
                    <a:pt x="27" y="1"/>
                    <a:pt x="27" y="0"/>
                  </a:cubicBezTo>
                  <a:cubicBezTo>
                    <a:pt x="26" y="0"/>
                    <a:pt x="26" y="0"/>
                    <a:pt x="25" y="0"/>
                  </a:cubicBezTo>
                  <a:cubicBezTo>
                    <a:pt x="24" y="0"/>
                    <a:pt x="25" y="1"/>
                    <a:pt x="25" y="2"/>
                  </a:cubicBezTo>
                  <a:cubicBezTo>
                    <a:pt x="25" y="2"/>
                    <a:pt x="23" y="2"/>
                    <a:pt x="23" y="2"/>
                  </a:cubicBezTo>
                  <a:cubicBezTo>
                    <a:pt x="23" y="2"/>
                    <a:pt x="22" y="3"/>
                    <a:pt x="21" y="3"/>
                  </a:cubicBezTo>
                  <a:cubicBezTo>
                    <a:pt x="21" y="3"/>
                    <a:pt x="21" y="3"/>
                    <a:pt x="20" y="3"/>
                  </a:cubicBezTo>
                  <a:cubicBezTo>
                    <a:pt x="20" y="3"/>
                    <a:pt x="20" y="3"/>
                    <a:pt x="19" y="3"/>
                  </a:cubicBezTo>
                  <a:cubicBezTo>
                    <a:pt x="19" y="4"/>
                    <a:pt x="19" y="5"/>
                    <a:pt x="19" y="5"/>
                  </a:cubicBezTo>
                  <a:cubicBezTo>
                    <a:pt x="20" y="5"/>
                    <a:pt x="20" y="6"/>
                    <a:pt x="20" y="6"/>
                  </a:cubicBezTo>
                  <a:cubicBezTo>
                    <a:pt x="20" y="7"/>
                    <a:pt x="20" y="8"/>
                    <a:pt x="19" y="8"/>
                  </a:cubicBezTo>
                  <a:cubicBezTo>
                    <a:pt x="19" y="8"/>
                    <a:pt x="18" y="8"/>
                    <a:pt x="18" y="8"/>
                  </a:cubicBezTo>
                  <a:cubicBezTo>
                    <a:pt x="18" y="8"/>
                    <a:pt x="18" y="8"/>
                    <a:pt x="17" y="8"/>
                  </a:cubicBezTo>
                  <a:cubicBezTo>
                    <a:pt x="17" y="8"/>
                    <a:pt x="16" y="9"/>
                    <a:pt x="16" y="9"/>
                  </a:cubicBezTo>
                  <a:cubicBezTo>
                    <a:pt x="17" y="9"/>
                    <a:pt x="17" y="9"/>
                    <a:pt x="17" y="10"/>
                  </a:cubicBezTo>
                  <a:cubicBezTo>
                    <a:pt x="17" y="9"/>
                    <a:pt x="16" y="10"/>
                    <a:pt x="16" y="10"/>
                  </a:cubicBezTo>
                  <a:cubicBezTo>
                    <a:pt x="16" y="11"/>
                    <a:pt x="17" y="11"/>
                    <a:pt x="17" y="11"/>
                  </a:cubicBezTo>
                  <a:cubicBezTo>
                    <a:pt x="17" y="12"/>
                    <a:pt x="15" y="12"/>
                    <a:pt x="15" y="12"/>
                  </a:cubicBezTo>
                  <a:cubicBezTo>
                    <a:pt x="15" y="11"/>
                    <a:pt x="14" y="11"/>
                    <a:pt x="14" y="11"/>
                  </a:cubicBezTo>
                  <a:cubicBezTo>
                    <a:pt x="14" y="11"/>
                    <a:pt x="13" y="11"/>
                    <a:pt x="13" y="11"/>
                  </a:cubicBezTo>
                  <a:cubicBezTo>
                    <a:pt x="13" y="11"/>
                    <a:pt x="13" y="11"/>
                    <a:pt x="13" y="11"/>
                  </a:cubicBezTo>
                  <a:cubicBezTo>
                    <a:pt x="12" y="11"/>
                    <a:pt x="12" y="11"/>
                    <a:pt x="11" y="11"/>
                  </a:cubicBezTo>
                  <a:cubicBezTo>
                    <a:pt x="11" y="11"/>
                    <a:pt x="11" y="10"/>
                    <a:pt x="11" y="10"/>
                  </a:cubicBezTo>
                  <a:cubicBezTo>
                    <a:pt x="11" y="10"/>
                    <a:pt x="11" y="10"/>
                    <a:pt x="11" y="10"/>
                  </a:cubicBezTo>
                  <a:cubicBezTo>
                    <a:pt x="10" y="10"/>
                    <a:pt x="10" y="9"/>
                    <a:pt x="10" y="9"/>
                  </a:cubicBezTo>
                  <a:cubicBezTo>
                    <a:pt x="10" y="9"/>
                    <a:pt x="9" y="11"/>
                    <a:pt x="9" y="11"/>
                  </a:cubicBezTo>
                  <a:cubicBezTo>
                    <a:pt x="8" y="12"/>
                    <a:pt x="8" y="11"/>
                    <a:pt x="7" y="11"/>
                  </a:cubicBezTo>
                  <a:cubicBezTo>
                    <a:pt x="7" y="11"/>
                    <a:pt x="6" y="11"/>
                    <a:pt x="6" y="11"/>
                  </a:cubicBezTo>
                  <a:cubicBezTo>
                    <a:pt x="6" y="11"/>
                    <a:pt x="5" y="11"/>
                    <a:pt x="5" y="11"/>
                  </a:cubicBezTo>
                  <a:cubicBezTo>
                    <a:pt x="5" y="11"/>
                    <a:pt x="5" y="12"/>
                    <a:pt x="5" y="12"/>
                  </a:cubicBezTo>
                  <a:cubicBezTo>
                    <a:pt x="4" y="12"/>
                    <a:pt x="4" y="12"/>
                    <a:pt x="4" y="12"/>
                  </a:cubicBezTo>
                  <a:cubicBezTo>
                    <a:pt x="3" y="12"/>
                    <a:pt x="3" y="12"/>
                    <a:pt x="3" y="12"/>
                  </a:cubicBezTo>
                  <a:cubicBezTo>
                    <a:pt x="2" y="11"/>
                    <a:pt x="2" y="11"/>
                    <a:pt x="1" y="11"/>
                  </a:cubicBezTo>
                  <a:cubicBezTo>
                    <a:pt x="0" y="11"/>
                    <a:pt x="1" y="13"/>
                    <a:pt x="2" y="13"/>
                  </a:cubicBezTo>
                  <a:cubicBezTo>
                    <a:pt x="1" y="13"/>
                    <a:pt x="2" y="14"/>
                    <a:pt x="2" y="15"/>
                  </a:cubicBezTo>
                  <a:cubicBezTo>
                    <a:pt x="2" y="15"/>
                    <a:pt x="2" y="15"/>
                    <a:pt x="3" y="15"/>
                  </a:cubicBezTo>
                  <a:cubicBezTo>
                    <a:pt x="3" y="15"/>
                    <a:pt x="2" y="15"/>
                    <a:pt x="2" y="15"/>
                  </a:cubicBezTo>
                  <a:cubicBezTo>
                    <a:pt x="2" y="16"/>
                    <a:pt x="2" y="16"/>
                    <a:pt x="3" y="16"/>
                  </a:cubicBezTo>
                  <a:cubicBezTo>
                    <a:pt x="3" y="17"/>
                    <a:pt x="3" y="18"/>
                    <a:pt x="4" y="18"/>
                  </a:cubicBezTo>
                  <a:cubicBezTo>
                    <a:pt x="4" y="18"/>
                    <a:pt x="4" y="18"/>
                    <a:pt x="3" y="18"/>
                  </a:cubicBezTo>
                  <a:cubicBezTo>
                    <a:pt x="4" y="18"/>
                    <a:pt x="4" y="18"/>
                    <a:pt x="5" y="19"/>
                  </a:cubicBezTo>
                  <a:cubicBezTo>
                    <a:pt x="5" y="19"/>
                    <a:pt x="5" y="19"/>
                    <a:pt x="4" y="18"/>
                  </a:cubicBezTo>
                  <a:cubicBezTo>
                    <a:pt x="5" y="18"/>
                    <a:pt x="5" y="19"/>
                    <a:pt x="5" y="19"/>
                  </a:cubicBezTo>
                  <a:cubicBezTo>
                    <a:pt x="5" y="19"/>
                    <a:pt x="5" y="18"/>
                    <a:pt x="5" y="18"/>
                  </a:cubicBezTo>
                  <a:cubicBezTo>
                    <a:pt x="5" y="18"/>
                    <a:pt x="5" y="18"/>
                    <a:pt x="5" y="17"/>
                  </a:cubicBezTo>
                  <a:cubicBezTo>
                    <a:pt x="6" y="17"/>
                    <a:pt x="5" y="17"/>
                    <a:pt x="6" y="16"/>
                  </a:cubicBezTo>
                  <a:cubicBezTo>
                    <a:pt x="6" y="16"/>
                    <a:pt x="6" y="17"/>
                    <a:pt x="6" y="17"/>
                  </a:cubicBezTo>
                  <a:cubicBezTo>
                    <a:pt x="6" y="17"/>
                    <a:pt x="7" y="17"/>
                    <a:pt x="7" y="16"/>
                  </a:cubicBezTo>
                  <a:cubicBezTo>
                    <a:pt x="7" y="16"/>
                    <a:pt x="7" y="15"/>
                    <a:pt x="7" y="15"/>
                  </a:cubicBezTo>
                  <a:cubicBezTo>
                    <a:pt x="7" y="15"/>
                    <a:pt x="8" y="13"/>
                    <a:pt x="8" y="13"/>
                  </a:cubicBezTo>
                  <a:cubicBezTo>
                    <a:pt x="8" y="13"/>
                    <a:pt x="9" y="13"/>
                    <a:pt x="9" y="13"/>
                  </a:cubicBezTo>
                  <a:cubicBezTo>
                    <a:pt x="9" y="13"/>
                    <a:pt x="10" y="14"/>
                    <a:pt x="10" y="13"/>
                  </a:cubicBezTo>
                  <a:cubicBezTo>
                    <a:pt x="10" y="13"/>
                    <a:pt x="10" y="14"/>
                    <a:pt x="10" y="14"/>
                  </a:cubicBezTo>
                  <a:cubicBezTo>
                    <a:pt x="11" y="14"/>
                    <a:pt x="11" y="14"/>
                    <a:pt x="11" y="15"/>
                  </a:cubicBezTo>
                  <a:cubicBezTo>
                    <a:pt x="12" y="15"/>
                    <a:pt x="13" y="15"/>
                    <a:pt x="13" y="16"/>
                  </a:cubicBezTo>
                  <a:cubicBezTo>
                    <a:pt x="14" y="17"/>
                    <a:pt x="13" y="18"/>
                    <a:pt x="13" y="20"/>
                  </a:cubicBezTo>
                  <a:cubicBezTo>
                    <a:pt x="14" y="21"/>
                    <a:pt x="14" y="21"/>
                    <a:pt x="15" y="22"/>
                  </a:cubicBezTo>
                  <a:cubicBezTo>
                    <a:pt x="16" y="22"/>
                    <a:pt x="16" y="23"/>
                    <a:pt x="17" y="23"/>
                  </a:cubicBezTo>
                  <a:cubicBezTo>
                    <a:pt x="17" y="23"/>
                    <a:pt x="18" y="24"/>
                    <a:pt x="18" y="24"/>
                  </a:cubicBezTo>
                  <a:cubicBezTo>
                    <a:pt x="19" y="24"/>
                    <a:pt x="19" y="25"/>
                    <a:pt x="19" y="25"/>
                  </a:cubicBezTo>
                  <a:cubicBezTo>
                    <a:pt x="19" y="25"/>
                    <a:pt x="19" y="25"/>
                    <a:pt x="20" y="25"/>
                  </a:cubicBezTo>
                  <a:cubicBezTo>
                    <a:pt x="19" y="25"/>
                    <a:pt x="19" y="26"/>
                    <a:pt x="20" y="26"/>
                  </a:cubicBezTo>
                  <a:cubicBezTo>
                    <a:pt x="19" y="26"/>
                    <a:pt x="19" y="25"/>
                    <a:pt x="19" y="25"/>
                  </a:cubicBezTo>
                  <a:cubicBezTo>
                    <a:pt x="18" y="26"/>
                    <a:pt x="19" y="25"/>
                    <a:pt x="19" y="25"/>
                  </a:cubicBezTo>
                  <a:cubicBezTo>
                    <a:pt x="19" y="24"/>
                    <a:pt x="18" y="24"/>
                    <a:pt x="17" y="24"/>
                  </a:cubicBezTo>
                  <a:cubicBezTo>
                    <a:pt x="17" y="24"/>
                    <a:pt x="16" y="24"/>
                    <a:pt x="16" y="24"/>
                  </a:cubicBezTo>
                  <a:cubicBezTo>
                    <a:pt x="16" y="24"/>
                    <a:pt x="17" y="25"/>
                    <a:pt x="17" y="24"/>
                  </a:cubicBezTo>
                  <a:cubicBezTo>
                    <a:pt x="17" y="24"/>
                    <a:pt x="16" y="24"/>
                    <a:pt x="16" y="24"/>
                  </a:cubicBezTo>
                  <a:cubicBezTo>
                    <a:pt x="16" y="24"/>
                    <a:pt x="16" y="25"/>
                    <a:pt x="16" y="25"/>
                  </a:cubicBezTo>
                  <a:cubicBezTo>
                    <a:pt x="16" y="25"/>
                    <a:pt x="15" y="24"/>
                    <a:pt x="15" y="24"/>
                  </a:cubicBezTo>
                  <a:cubicBezTo>
                    <a:pt x="15" y="24"/>
                    <a:pt x="16" y="25"/>
                    <a:pt x="16" y="25"/>
                  </a:cubicBezTo>
                  <a:cubicBezTo>
                    <a:pt x="16" y="26"/>
                    <a:pt x="17" y="26"/>
                    <a:pt x="17" y="27"/>
                  </a:cubicBezTo>
                  <a:cubicBezTo>
                    <a:pt x="18" y="27"/>
                    <a:pt x="18" y="28"/>
                    <a:pt x="19" y="28"/>
                  </a:cubicBezTo>
                  <a:cubicBezTo>
                    <a:pt x="19" y="29"/>
                    <a:pt x="20" y="29"/>
                    <a:pt x="20" y="29"/>
                  </a:cubicBezTo>
                  <a:cubicBezTo>
                    <a:pt x="20" y="29"/>
                    <a:pt x="20" y="29"/>
                    <a:pt x="20" y="29"/>
                  </a:cubicBezTo>
                  <a:cubicBezTo>
                    <a:pt x="20" y="29"/>
                    <a:pt x="23" y="31"/>
                    <a:pt x="23" y="31"/>
                  </a:cubicBezTo>
                  <a:cubicBezTo>
                    <a:pt x="23" y="31"/>
                    <a:pt x="23" y="31"/>
                    <a:pt x="22" y="31"/>
                  </a:cubicBezTo>
                  <a:cubicBezTo>
                    <a:pt x="22" y="31"/>
                    <a:pt x="23" y="31"/>
                    <a:pt x="23" y="31"/>
                  </a:cubicBezTo>
                  <a:cubicBezTo>
                    <a:pt x="22" y="31"/>
                    <a:pt x="22" y="32"/>
                    <a:pt x="23" y="32"/>
                  </a:cubicBezTo>
                  <a:cubicBezTo>
                    <a:pt x="22" y="33"/>
                    <a:pt x="25" y="33"/>
                    <a:pt x="24" y="33"/>
                  </a:cubicBezTo>
                  <a:cubicBezTo>
                    <a:pt x="25" y="33"/>
                    <a:pt x="26" y="32"/>
                    <a:pt x="27" y="32"/>
                  </a:cubicBezTo>
                  <a:cubicBezTo>
                    <a:pt x="27" y="32"/>
                    <a:pt x="27" y="33"/>
                    <a:pt x="27" y="33"/>
                  </a:cubicBezTo>
                  <a:cubicBezTo>
                    <a:pt x="27" y="33"/>
                    <a:pt x="28" y="33"/>
                    <a:pt x="28" y="33"/>
                  </a:cubicBezTo>
                  <a:cubicBezTo>
                    <a:pt x="29" y="33"/>
                    <a:pt x="29" y="33"/>
                    <a:pt x="30" y="34"/>
                  </a:cubicBezTo>
                  <a:cubicBezTo>
                    <a:pt x="31" y="34"/>
                    <a:pt x="32" y="34"/>
                    <a:pt x="32" y="35"/>
                  </a:cubicBezTo>
                  <a:cubicBezTo>
                    <a:pt x="33" y="36"/>
                    <a:pt x="34" y="36"/>
                    <a:pt x="35" y="37"/>
                  </a:cubicBezTo>
                  <a:cubicBezTo>
                    <a:pt x="35" y="37"/>
                    <a:pt x="36" y="38"/>
                    <a:pt x="36" y="38"/>
                  </a:cubicBezTo>
                  <a:cubicBezTo>
                    <a:pt x="36" y="38"/>
                    <a:pt x="36" y="38"/>
                    <a:pt x="36" y="38"/>
                  </a:cubicBezTo>
                  <a:cubicBezTo>
                    <a:pt x="36" y="38"/>
                    <a:pt x="37" y="39"/>
                    <a:pt x="38" y="39"/>
                  </a:cubicBezTo>
                  <a:cubicBezTo>
                    <a:pt x="39" y="39"/>
                    <a:pt x="38" y="37"/>
                    <a:pt x="37" y="37"/>
                  </a:cubicBezTo>
                  <a:cubicBezTo>
                    <a:pt x="36" y="36"/>
                    <a:pt x="35" y="36"/>
                    <a:pt x="35" y="35"/>
                  </a:cubicBezTo>
                  <a:cubicBezTo>
                    <a:pt x="34" y="34"/>
                    <a:pt x="35" y="34"/>
                    <a:pt x="35" y="33"/>
                  </a:cubicBezTo>
                  <a:cubicBezTo>
                    <a:pt x="35" y="33"/>
                    <a:pt x="34" y="33"/>
                    <a:pt x="33" y="33"/>
                  </a:cubicBezTo>
                  <a:cubicBezTo>
                    <a:pt x="32" y="32"/>
                    <a:pt x="31" y="31"/>
                    <a:pt x="30" y="30"/>
                  </a:cubicBezTo>
                  <a:cubicBezTo>
                    <a:pt x="29" y="30"/>
                    <a:pt x="29" y="29"/>
                    <a:pt x="29" y="29"/>
                  </a:cubicBezTo>
                  <a:cubicBezTo>
                    <a:pt x="28" y="28"/>
                    <a:pt x="28" y="28"/>
                    <a:pt x="27" y="27"/>
                  </a:cubicBezTo>
                  <a:cubicBezTo>
                    <a:pt x="27" y="27"/>
                    <a:pt x="26" y="27"/>
                    <a:pt x="26" y="26"/>
                  </a:cubicBezTo>
                  <a:cubicBezTo>
                    <a:pt x="26" y="26"/>
                    <a:pt x="26" y="26"/>
                    <a:pt x="25" y="25"/>
                  </a:cubicBezTo>
                  <a:cubicBezTo>
                    <a:pt x="25" y="25"/>
                    <a:pt x="25" y="24"/>
                    <a:pt x="25" y="24"/>
                  </a:cubicBezTo>
                  <a:cubicBezTo>
                    <a:pt x="25" y="23"/>
                    <a:pt x="25" y="23"/>
                    <a:pt x="24" y="23"/>
                  </a:cubicBezTo>
                  <a:cubicBezTo>
                    <a:pt x="25" y="23"/>
                    <a:pt x="24" y="22"/>
                    <a:pt x="24" y="21"/>
                  </a:cubicBezTo>
                  <a:cubicBezTo>
                    <a:pt x="24" y="21"/>
                    <a:pt x="23" y="22"/>
                    <a:pt x="23" y="21"/>
                  </a:cubicBezTo>
                  <a:cubicBezTo>
                    <a:pt x="23" y="21"/>
                    <a:pt x="23" y="21"/>
                    <a:pt x="23" y="21"/>
                  </a:cubicBezTo>
                  <a:cubicBezTo>
                    <a:pt x="23" y="20"/>
                    <a:pt x="23" y="20"/>
                    <a:pt x="23" y="20"/>
                  </a:cubicBezTo>
                  <a:cubicBezTo>
                    <a:pt x="22" y="20"/>
                    <a:pt x="22" y="20"/>
                    <a:pt x="22" y="20"/>
                  </a:cubicBezTo>
                  <a:cubicBezTo>
                    <a:pt x="21" y="19"/>
                    <a:pt x="21" y="20"/>
                    <a:pt x="21" y="19"/>
                  </a:cubicBezTo>
                  <a:cubicBezTo>
                    <a:pt x="21" y="19"/>
                    <a:pt x="21" y="19"/>
                    <a:pt x="20" y="19"/>
                  </a:cubicBezTo>
                  <a:cubicBezTo>
                    <a:pt x="20" y="18"/>
                    <a:pt x="21" y="19"/>
                    <a:pt x="21" y="18"/>
                  </a:cubicBezTo>
                  <a:cubicBezTo>
                    <a:pt x="21" y="18"/>
                    <a:pt x="20" y="17"/>
                    <a:pt x="21" y="17"/>
                  </a:cubicBezTo>
                  <a:cubicBezTo>
                    <a:pt x="21" y="16"/>
                    <a:pt x="21" y="15"/>
                    <a:pt x="21" y="15"/>
                  </a:cubicBezTo>
                  <a:cubicBezTo>
                    <a:pt x="21" y="14"/>
                    <a:pt x="23" y="14"/>
                    <a:pt x="23" y="14"/>
                  </a:cubicBezTo>
                  <a:cubicBezTo>
                    <a:pt x="23" y="15"/>
                    <a:pt x="24" y="15"/>
                    <a:pt x="24" y="16"/>
                  </a:cubicBezTo>
                  <a:cubicBezTo>
                    <a:pt x="24" y="16"/>
                    <a:pt x="25" y="16"/>
                    <a:pt x="25" y="16"/>
                  </a:cubicBezTo>
                  <a:cubicBezTo>
                    <a:pt x="26" y="16"/>
                    <a:pt x="26" y="16"/>
                    <a:pt x="26" y="16"/>
                  </a:cubicBezTo>
                  <a:cubicBezTo>
                    <a:pt x="26" y="15"/>
                    <a:pt x="27" y="15"/>
                    <a:pt x="27" y="15"/>
                  </a:cubicBezTo>
                  <a:cubicBezTo>
                    <a:pt x="27" y="14"/>
                    <a:pt x="28" y="14"/>
                    <a:pt x="29" y="14"/>
                  </a:cubicBezTo>
                  <a:cubicBezTo>
                    <a:pt x="30" y="15"/>
                    <a:pt x="30" y="14"/>
                    <a:pt x="31" y="14"/>
                  </a:cubicBezTo>
                  <a:cubicBezTo>
                    <a:pt x="30" y="14"/>
                    <a:pt x="32" y="14"/>
                    <a:pt x="32" y="14"/>
                  </a:cubicBezTo>
                  <a:cubicBezTo>
                    <a:pt x="32" y="15"/>
                    <a:pt x="33" y="15"/>
                    <a:pt x="33" y="15"/>
                  </a:cubicBezTo>
                  <a:cubicBezTo>
                    <a:pt x="34" y="15"/>
                    <a:pt x="34" y="14"/>
                    <a:pt x="34" y="15"/>
                  </a:cubicBezTo>
                  <a:cubicBezTo>
                    <a:pt x="34" y="15"/>
                    <a:pt x="35" y="15"/>
                    <a:pt x="35" y="15"/>
                  </a:cubicBezTo>
                  <a:cubicBezTo>
                    <a:pt x="35" y="15"/>
                    <a:pt x="36" y="15"/>
                    <a:pt x="36" y="15"/>
                  </a:cubicBezTo>
                  <a:cubicBezTo>
                    <a:pt x="36" y="16"/>
                    <a:pt x="37" y="15"/>
                    <a:pt x="38" y="15"/>
                  </a:cubicBezTo>
                  <a:cubicBezTo>
                    <a:pt x="38" y="16"/>
                    <a:pt x="39" y="16"/>
                    <a:pt x="39" y="16"/>
                  </a:cubicBezTo>
                  <a:cubicBezTo>
                    <a:pt x="39" y="16"/>
                    <a:pt x="40" y="15"/>
                    <a:pt x="40" y="15"/>
                  </a:cubicBezTo>
                  <a:cubicBezTo>
                    <a:pt x="40" y="15"/>
                    <a:pt x="41" y="16"/>
                    <a:pt x="41" y="16"/>
                  </a:cubicBezTo>
                  <a:cubicBezTo>
                    <a:pt x="42" y="16"/>
                    <a:pt x="42" y="15"/>
                    <a:pt x="42" y="15"/>
                  </a:cubicBezTo>
                  <a:cubicBezTo>
                    <a:pt x="42" y="15"/>
                    <a:pt x="43" y="15"/>
                    <a:pt x="43" y="15"/>
                  </a:cubicBezTo>
                  <a:cubicBezTo>
                    <a:pt x="43" y="15"/>
                    <a:pt x="45" y="16"/>
                    <a:pt x="45" y="16"/>
                  </a:cubicBezTo>
                  <a:cubicBezTo>
                    <a:pt x="45" y="16"/>
                    <a:pt x="45" y="16"/>
                    <a:pt x="45" y="16"/>
                  </a:cubicBezTo>
                  <a:cubicBezTo>
                    <a:pt x="45" y="16"/>
                    <a:pt x="45" y="15"/>
                    <a:pt x="46" y="16"/>
                  </a:cubicBezTo>
                  <a:cubicBezTo>
                    <a:pt x="45" y="16"/>
                    <a:pt x="46" y="16"/>
                    <a:pt x="46" y="16"/>
                  </a:cubicBezTo>
                  <a:cubicBezTo>
                    <a:pt x="46" y="16"/>
                    <a:pt x="46" y="17"/>
                    <a:pt x="47" y="17"/>
                  </a:cubicBezTo>
                  <a:cubicBezTo>
                    <a:pt x="47" y="17"/>
                    <a:pt x="47" y="17"/>
                    <a:pt x="47" y="17"/>
                  </a:cubicBezTo>
                  <a:cubicBezTo>
                    <a:pt x="47" y="18"/>
                    <a:pt x="48" y="18"/>
                    <a:pt x="49" y="18"/>
                  </a:cubicBezTo>
                  <a:cubicBezTo>
                    <a:pt x="48" y="17"/>
                    <a:pt x="50" y="18"/>
                    <a:pt x="50" y="17"/>
                  </a:cubicBezTo>
                  <a:cubicBezTo>
                    <a:pt x="50" y="17"/>
                    <a:pt x="50" y="17"/>
                    <a:pt x="50" y="17"/>
                  </a:cubicBezTo>
                  <a:cubicBezTo>
                    <a:pt x="50" y="16"/>
                    <a:pt x="50" y="16"/>
                    <a:pt x="50" y="16"/>
                  </a:cubicBezTo>
                  <a:cubicBezTo>
                    <a:pt x="50" y="16"/>
                    <a:pt x="50" y="15"/>
                    <a:pt x="49" y="15"/>
                  </a:cubicBezTo>
                  <a:cubicBezTo>
                    <a:pt x="49" y="15"/>
                    <a:pt x="50" y="15"/>
                    <a:pt x="50" y="15"/>
                  </a:cubicBezTo>
                  <a:cubicBezTo>
                    <a:pt x="50" y="15"/>
                    <a:pt x="50" y="14"/>
                    <a:pt x="50" y="14"/>
                  </a:cubicBezTo>
                  <a:cubicBezTo>
                    <a:pt x="50" y="14"/>
                    <a:pt x="51" y="15"/>
                    <a:pt x="51" y="15"/>
                  </a:cubicBezTo>
                  <a:cubicBezTo>
                    <a:pt x="51" y="15"/>
                    <a:pt x="52" y="15"/>
                    <a:pt x="52" y="15"/>
                  </a:cubicBezTo>
                  <a:cubicBezTo>
                    <a:pt x="52" y="15"/>
                    <a:pt x="53" y="14"/>
                    <a:pt x="52" y="14"/>
                  </a:cubicBezTo>
                  <a:close/>
                  <a:moveTo>
                    <a:pt x="44" y="42"/>
                  </a:moveTo>
                  <a:cubicBezTo>
                    <a:pt x="44" y="42"/>
                    <a:pt x="43" y="43"/>
                    <a:pt x="43" y="42"/>
                  </a:cubicBezTo>
                  <a:cubicBezTo>
                    <a:pt x="42" y="42"/>
                    <a:pt x="42" y="41"/>
                    <a:pt x="42" y="41"/>
                  </a:cubicBezTo>
                  <a:cubicBezTo>
                    <a:pt x="41" y="41"/>
                    <a:pt x="40" y="40"/>
                    <a:pt x="40" y="39"/>
                  </a:cubicBezTo>
                  <a:cubicBezTo>
                    <a:pt x="39" y="39"/>
                    <a:pt x="38" y="39"/>
                    <a:pt x="38" y="39"/>
                  </a:cubicBezTo>
                  <a:cubicBezTo>
                    <a:pt x="38" y="39"/>
                    <a:pt x="38" y="40"/>
                    <a:pt x="39" y="40"/>
                  </a:cubicBezTo>
                  <a:cubicBezTo>
                    <a:pt x="38" y="40"/>
                    <a:pt x="38" y="39"/>
                    <a:pt x="37" y="39"/>
                  </a:cubicBezTo>
                  <a:cubicBezTo>
                    <a:pt x="37" y="39"/>
                    <a:pt x="36" y="39"/>
                    <a:pt x="36" y="39"/>
                  </a:cubicBezTo>
                  <a:cubicBezTo>
                    <a:pt x="36" y="39"/>
                    <a:pt x="36" y="39"/>
                    <a:pt x="36" y="39"/>
                  </a:cubicBezTo>
                  <a:cubicBezTo>
                    <a:pt x="35" y="38"/>
                    <a:pt x="33" y="38"/>
                    <a:pt x="32" y="38"/>
                  </a:cubicBezTo>
                  <a:cubicBezTo>
                    <a:pt x="32" y="38"/>
                    <a:pt x="32" y="38"/>
                    <a:pt x="33" y="38"/>
                  </a:cubicBezTo>
                  <a:cubicBezTo>
                    <a:pt x="33" y="38"/>
                    <a:pt x="33" y="38"/>
                    <a:pt x="34" y="38"/>
                  </a:cubicBezTo>
                  <a:cubicBezTo>
                    <a:pt x="35" y="38"/>
                    <a:pt x="35" y="39"/>
                    <a:pt x="36" y="39"/>
                  </a:cubicBezTo>
                  <a:cubicBezTo>
                    <a:pt x="36" y="39"/>
                    <a:pt x="37" y="40"/>
                    <a:pt x="37" y="40"/>
                  </a:cubicBezTo>
                  <a:cubicBezTo>
                    <a:pt x="38" y="40"/>
                    <a:pt x="39" y="40"/>
                    <a:pt x="39" y="41"/>
                  </a:cubicBezTo>
                  <a:cubicBezTo>
                    <a:pt x="39" y="40"/>
                    <a:pt x="39" y="40"/>
                    <a:pt x="39" y="40"/>
                  </a:cubicBezTo>
                  <a:cubicBezTo>
                    <a:pt x="39" y="40"/>
                    <a:pt x="39" y="40"/>
                    <a:pt x="40" y="40"/>
                  </a:cubicBezTo>
                  <a:cubicBezTo>
                    <a:pt x="40" y="40"/>
                    <a:pt x="40" y="40"/>
                    <a:pt x="40" y="41"/>
                  </a:cubicBezTo>
                  <a:cubicBezTo>
                    <a:pt x="41" y="41"/>
                    <a:pt x="41" y="41"/>
                    <a:pt x="42" y="42"/>
                  </a:cubicBezTo>
                  <a:cubicBezTo>
                    <a:pt x="42" y="42"/>
                    <a:pt x="42" y="42"/>
                    <a:pt x="43" y="42"/>
                  </a:cubicBezTo>
                  <a:cubicBezTo>
                    <a:pt x="43" y="42"/>
                    <a:pt x="43" y="43"/>
                    <a:pt x="43" y="43"/>
                  </a:cubicBezTo>
                  <a:cubicBezTo>
                    <a:pt x="44" y="43"/>
                    <a:pt x="45" y="44"/>
                    <a:pt x="46" y="45"/>
                  </a:cubicBezTo>
                  <a:cubicBezTo>
                    <a:pt x="46" y="44"/>
                    <a:pt x="46" y="44"/>
                    <a:pt x="46" y="44"/>
                  </a:cubicBezTo>
                  <a:cubicBezTo>
                    <a:pt x="45" y="44"/>
                    <a:pt x="45" y="43"/>
                    <a:pt x="44" y="42"/>
                  </a:cubicBezTo>
                  <a:close/>
                  <a:moveTo>
                    <a:pt x="29" y="35"/>
                  </a:moveTo>
                  <a:cubicBezTo>
                    <a:pt x="30" y="35"/>
                    <a:pt x="30" y="35"/>
                    <a:pt x="31" y="35"/>
                  </a:cubicBezTo>
                  <a:cubicBezTo>
                    <a:pt x="31" y="35"/>
                    <a:pt x="31" y="34"/>
                    <a:pt x="30" y="34"/>
                  </a:cubicBezTo>
                  <a:cubicBezTo>
                    <a:pt x="30" y="34"/>
                    <a:pt x="28" y="34"/>
                    <a:pt x="28" y="34"/>
                  </a:cubicBezTo>
                  <a:cubicBezTo>
                    <a:pt x="28" y="34"/>
                    <a:pt x="27" y="34"/>
                    <a:pt x="27" y="34"/>
                  </a:cubicBezTo>
                  <a:cubicBezTo>
                    <a:pt x="27" y="34"/>
                    <a:pt x="27" y="35"/>
                    <a:pt x="27" y="35"/>
                  </a:cubicBezTo>
                  <a:cubicBezTo>
                    <a:pt x="27" y="35"/>
                    <a:pt x="29" y="35"/>
                    <a:pt x="29" y="35"/>
                  </a:cubicBezTo>
                  <a:close/>
                  <a:moveTo>
                    <a:pt x="37" y="41"/>
                  </a:moveTo>
                  <a:cubicBezTo>
                    <a:pt x="38" y="41"/>
                    <a:pt x="36" y="41"/>
                    <a:pt x="35" y="40"/>
                  </a:cubicBezTo>
                  <a:cubicBezTo>
                    <a:pt x="36" y="40"/>
                    <a:pt x="35" y="40"/>
                    <a:pt x="35" y="40"/>
                  </a:cubicBezTo>
                  <a:cubicBezTo>
                    <a:pt x="35" y="40"/>
                    <a:pt x="35" y="41"/>
                    <a:pt x="35" y="41"/>
                  </a:cubicBezTo>
                  <a:cubicBezTo>
                    <a:pt x="35" y="40"/>
                    <a:pt x="36" y="41"/>
                    <a:pt x="36" y="41"/>
                  </a:cubicBezTo>
                  <a:cubicBezTo>
                    <a:pt x="36" y="41"/>
                    <a:pt x="36" y="41"/>
                    <a:pt x="37" y="41"/>
                  </a:cubicBezTo>
                  <a:cubicBezTo>
                    <a:pt x="37" y="41"/>
                    <a:pt x="38" y="41"/>
                    <a:pt x="39" y="41"/>
                  </a:cubicBezTo>
                  <a:cubicBezTo>
                    <a:pt x="39" y="41"/>
                    <a:pt x="38" y="41"/>
                    <a:pt x="37" y="41"/>
                  </a:cubicBezTo>
                  <a:close/>
                  <a:moveTo>
                    <a:pt x="25" y="38"/>
                  </a:moveTo>
                  <a:cubicBezTo>
                    <a:pt x="25" y="37"/>
                    <a:pt x="25" y="37"/>
                    <a:pt x="25" y="37"/>
                  </a:cubicBezTo>
                  <a:cubicBezTo>
                    <a:pt x="25" y="37"/>
                    <a:pt x="24" y="37"/>
                    <a:pt x="24" y="37"/>
                  </a:cubicBezTo>
                  <a:cubicBezTo>
                    <a:pt x="24" y="37"/>
                    <a:pt x="24" y="37"/>
                    <a:pt x="24" y="38"/>
                  </a:cubicBezTo>
                  <a:cubicBezTo>
                    <a:pt x="24" y="38"/>
                    <a:pt x="24" y="38"/>
                    <a:pt x="24" y="38"/>
                  </a:cubicBezTo>
                  <a:cubicBezTo>
                    <a:pt x="25" y="38"/>
                    <a:pt x="25" y="38"/>
                    <a:pt x="25" y="38"/>
                  </a:cubicBezTo>
                  <a:cubicBezTo>
                    <a:pt x="26" y="38"/>
                    <a:pt x="25" y="37"/>
                    <a:pt x="25" y="38"/>
                  </a:cubicBezTo>
                  <a:close/>
                  <a:moveTo>
                    <a:pt x="15" y="27"/>
                  </a:moveTo>
                  <a:cubicBezTo>
                    <a:pt x="14" y="27"/>
                    <a:pt x="14" y="25"/>
                    <a:pt x="13" y="25"/>
                  </a:cubicBezTo>
                  <a:cubicBezTo>
                    <a:pt x="13" y="26"/>
                    <a:pt x="13" y="26"/>
                    <a:pt x="13" y="26"/>
                  </a:cubicBezTo>
                  <a:cubicBezTo>
                    <a:pt x="13" y="26"/>
                    <a:pt x="13" y="26"/>
                    <a:pt x="13" y="26"/>
                  </a:cubicBezTo>
                  <a:cubicBezTo>
                    <a:pt x="13" y="26"/>
                    <a:pt x="14" y="27"/>
                    <a:pt x="14" y="27"/>
                  </a:cubicBezTo>
                  <a:cubicBezTo>
                    <a:pt x="15" y="27"/>
                    <a:pt x="15" y="28"/>
                    <a:pt x="16" y="29"/>
                  </a:cubicBezTo>
                  <a:cubicBezTo>
                    <a:pt x="16" y="28"/>
                    <a:pt x="16" y="28"/>
                    <a:pt x="15" y="28"/>
                  </a:cubicBezTo>
                  <a:cubicBezTo>
                    <a:pt x="16" y="28"/>
                    <a:pt x="16" y="28"/>
                    <a:pt x="16" y="28"/>
                  </a:cubicBezTo>
                  <a:cubicBezTo>
                    <a:pt x="16" y="28"/>
                    <a:pt x="15" y="27"/>
                    <a:pt x="15" y="27"/>
                  </a:cubicBezTo>
                  <a:close/>
                  <a:moveTo>
                    <a:pt x="12" y="17"/>
                  </a:moveTo>
                  <a:cubicBezTo>
                    <a:pt x="12" y="17"/>
                    <a:pt x="12" y="17"/>
                    <a:pt x="12" y="17"/>
                  </a:cubicBezTo>
                  <a:cubicBezTo>
                    <a:pt x="12" y="16"/>
                    <a:pt x="12" y="16"/>
                    <a:pt x="11" y="16"/>
                  </a:cubicBezTo>
                  <a:cubicBezTo>
                    <a:pt x="11" y="16"/>
                    <a:pt x="11" y="15"/>
                    <a:pt x="11" y="15"/>
                  </a:cubicBezTo>
                  <a:cubicBezTo>
                    <a:pt x="11" y="15"/>
                    <a:pt x="11" y="15"/>
                    <a:pt x="10" y="15"/>
                  </a:cubicBezTo>
                  <a:cubicBezTo>
                    <a:pt x="10" y="15"/>
                    <a:pt x="11" y="14"/>
                    <a:pt x="10" y="14"/>
                  </a:cubicBezTo>
                  <a:cubicBezTo>
                    <a:pt x="10" y="14"/>
                    <a:pt x="10" y="15"/>
                    <a:pt x="10" y="14"/>
                  </a:cubicBezTo>
                  <a:cubicBezTo>
                    <a:pt x="10" y="14"/>
                    <a:pt x="10" y="15"/>
                    <a:pt x="10" y="15"/>
                  </a:cubicBezTo>
                  <a:cubicBezTo>
                    <a:pt x="9" y="15"/>
                    <a:pt x="9" y="15"/>
                    <a:pt x="9" y="15"/>
                  </a:cubicBezTo>
                  <a:cubicBezTo>
                    <a:pt x="9" y="16"/>
                    <a:pt x="10" y="16"/>
                    <a:pt x="11" y="16"/>
                  </a:cubicBezTo>
                  <a:cubicBezTo>
                    <a:pt x="10" y="16"/>
                    <a:pt x="12" y="17"/>
                    <a:pt x="12" y="17"/>
                  </a:cubicBezTo>
                  <a:cubicBezTo>
                    <a:pt x="12" y="17"/>
                    <a:pt x="12" y="17"/>
                    <a:pt x="12" y="17"/>
                  </a:cubicBezTo>
                  <a:close/>
                  <a:moveTo>
                    <a:pt x="30" y="37"/>
                  </a:moveTo>
                  <a:cubicBezTo>
                    <a:pt x="31" y="37"/>
                    <a:pt x="32" y="37"/>
                    <a:pt x="33" y="37"/>
                  </a:cubicBezTo>
                  <a:cubicBezTo>
                    <a:pt x="33" y="37"/>
                    <a:pt x="33" y="37"/>
                    <a:pt x="34" y="37"/>
                  </a:cubicBezTo>
                  <a:cubicBezTo>
                    <a:pt x="33" y="36"/>
                    <a:pt x="33" y="37"/>
                    <a:pt x="32" y="37"/>
                  </a:cubicBezTo>
                  <a:cubicBezTo>
                    <a:pt x="32" y="37"/>
                    <a:pt x="31" y="36"/>
                    <a:pt x="30" y="36"/>
                  </a:cubicBezTo>
                  <a:cubicBezTo>
                    <a:pt x="30" y="36"/>
                    <a:pt x="30" y="36"/>
                    <a:pt x="29" y="36"/>
                  </a:cubicBezTo>
                  <a:cubicBezTo>
                    <a:pt x="29" y="36"/>
                    <a:pt x="28" y="36"/>
                    <a:pt x="28" y="36"/>
                  </a:cubicBezTo>
                  <a:cubicBezTo>
                    <a:pt x="28" y="36"/>
                    <a:pt x="28" y="36"/>
                    <a:pt x="28" y="36"/>
                  </a:cubicBezTo>
                  <a:cubicBezTo>
                    <a:pt x="28" y="36"/>
                    <a:pt x="28" y="36"/>
                    <a:pt x="27" y="36"/>
                  </a:cubicBezTo>
                  <a:cubicBezTo>
                    <a:pt x="27" y="36"/>
                    <a:pt x="27" y="36"/>
                    <a:pt x="27" y="36"/>
                  </a:cubicBezTo>
                  <a:cubicBezTo>
                    <a:pt x="27" y="37"/>
                    <a:pt x="29" y="37"/>
                    <a:pt x="30" y="3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10" name="Crimea">
              <a:extLst>
                <a:ext uri="{FF2B5EF4-FFF2-40B4-BE49-F238E27FC236}">
                  <a16:creationId xmlns:a16="http://schemas.microsoft.com/office/drawing/2014/main" id="{B13E7B67-BE66-2D3F-3A33-11A4F09A739B}"/>
                </a:ext>
              </a:extLst>
            </p:cNvPr>
            <p:cNvSpPr/>
            <p:nvPr/>
          </p:nvSpPr>
          <p:spPr>
            <a:xfrm>
              <a:off x="6731770" y="2244669"/>
              <a:ext cx="128760" cy="72365"/>
            </a:xfrm>
            <a:custGeom>
              <a:avLst/>
              <a:gdLst>
                <a:gd name="connsiteX0" fmla="*/ 80131 w 354052"/>
                <a:gd name="connsiteY0" fmla="*/ 12788 h 198983"/>
                <a:gd name="connsiteX1" fmla="*/ 89338 w 354052"/>
                <a:gd name="connsiteY1" fmla="*/ 23530 h 198983"/>
                <a:gd name="connsiteX2" fmla="*/ 89338 w 354052"/>
                <a:gd name="connsiteY2" fmla="*/ 33249 h 198983"/>
                <a:gd name="connsiteX3" fmla="*/ 99057 w 354052"/>
                <a:gd name="connsiteY3" fmla="*/ 33249 h 198983"/>
                <a:gd name="connsiteX4" fmla="*/ 89338 w 354052"/>
                <a:gd name="connsiteY4" fmla="*/ 42968 h 198983"/>
                <a:gd name="connsiteX5" fmla="*/ 99057 w 354052"/>
                <a:gd name="connsiteY5" fmla="*/ 42968 h 198983"/>
                <a:gd name="connsiteX6" fmla="*/ 89338 w 354052"/>
                <a:gd name="connsiteY6" fmla="*/ 42968 h 198983"/>
                <a:gd name="connsiteX7" fmla="*/ 79619 w 354052"/>
                <a:gd name="connsiteY7" fmla="*/ 42968 h 198983"/>
                <a:gd name="connsiteX8" fmla="*/ 69900 w 354052"/>
                <a:gd name="connsiteY8" fmla="*/ 52687 h 198983"/>
                <a:gd name="connsiteX9" fmla="*/ 69900 w 354052"/>
                <a:gd name="connsiteY9" fmla="*/ 52687 h 198983"/>
                <a:gd name="connsiteX10" fmla="*/ 60181 w 354052"/>
                <a:gd name="connsiteY10" fmla="*/ 52687 h 198983"/>
                <a:gd name="connsiteX11" fmla="*/ 50462 w 354052"/>
                <a:gd name="connsiteY11" fmla="*/ 52687 h 198983"/>
                <a:gd name="connsiteX12" fmla="*/ 50462 w 354052"/>
                <a:gd name="connsiteY12" fmla="*/ 62406 h 198983"/>
                <a:gd name="connsiteX13" fmla="*/ 40743 w 354052"/>
                <a:gd name="connsiteY13" fmla="*/ 62406 h 198983"/>
                <a:gd name="connsiteX14" fmla="*/ 21050 w 354052"/>
                <a:gd name="connsiteY14" fmla="*/ 72125 h 198983"/>
                <a:gd name="connsiteX15" fmla="*/ 21050 w 354052"/>
                <a:gd name="connsiteY15" fmla="*/ 72125 h 198983"/>
                <a:gd name="connsiteX16" fmla="*/ 11331 w 354052"/>
                <a:gd name="connsiteY16" fmla="*/ 81844 h 198983"/>
                <a:gd name="connsiteX17" fmla="*/ 11331 w 354052"/>
                <a:gd name="connsiteY17" fmla="*/ 101538 h 198983"/>
                <a:gd name="connsiteX18" fmla="*/ 21050 w 354052"/>
                <a:gd name="connsiteY18" fmla="*/ 101538 h 198983"/>
                <a:gd name="connsiteX19" fmla="*/ 40743 w 354052"/>
                <a:gd name="connsiteY19" fmla="*/ 101538 h 198983"/>
                <a:gd name="connsiteX20" fmla="*/ 50462 w 354052"/>
                <a:gd name="connsiteY20" fmla="*/ 111257 h 198983"/>
                <a:gd name="connsiteX21" fmla="*/ 70156 w 354052"/>
                <a:gd name="connsiteY21" fmla="*/ 120976 h 198983"/>
                <a:gd name="connsiteX22" fmla="*/ 79875 w 354052"/>
                <a:gd name="connsiteY22" fmla="*/ 120976 h 198983"/>
                <a:gd name="connsiteX23" fmla="*/ 99569 w 354052"/>
                <a:gd name="connsiteY23" fmla="*/ 130695 h 198983"/>
                <a:gd name="connsiteX24" fmla="*/ 99569 w 354052"/>
                <a:gd name="connsiteY24" fmla="*/ 150388 h 198983"/>
                <a:gd name="connsiteX25" fmla="*/ 89850 w 354052"/>
                <a:gd name="connsiteY25" fmla="*/ 160107 h 198983"/>
                <a:gd name="connsiteX26" fmla="*/ 99569 w 354052"/>
                <a:gd name="connsiteY26" fmla="*/ 169826 h 198983"/>
                <a:gd name="connsiteX27" fmla="*/ 99569 w 354052"/>
                <a:gd name="connsiteY27" fmla="*/ 179545 h 198983"/>
                <a:gd name="connsiteX28" fmla="*/ 89850 w 354052"/>
                <a:gd name="connsiteY28" fmla="*/ 189264 h 198983"/>
                <a:gd name="connsiteX29" fmla="*/ 99569 w 354052"/>
                <a:gd name="connsiteY29" fmla="*/ 189264 h 198983"/>
                <a:gd name="connsiteX30" fmla="*/ 109288 w 354052"/>
                <a:gd name="connsiteY30" fmla="*/ 198983 h 198983"/>
                <a:gd name="connsiteX31" fmla="*/ 128982 w 354052"/>
                <a:gd name="connsiteY31" fmla="*/ 198983 h 198983"/>
                <a:gd name="connsiteX32" fmla="*/ 148675 w 354052"/>
                <a:gd name="connsiteY32" fmla="*/ 198983 h 198983"/>
                <a:gd name="connsiteX33" fmla="*/ 168369 w 354052"/>
                <a:gd name="connsiteY33" fmla="*/ 179290 h 198983"/>
                <a:gd name="connsiteX34" fmla="*/ 168369 w 354052"/>
                <a:gd name="connsiteY34" fmla="*/ 169571 h 198983"/>
                <a:gd name="connsiteX35" fmla="*/ 188063 w 354052"/>
                <a:gd name="connsiteY35" fmla="*/ 159852 h 198983"/>
                <a:gd name="connsiteX36" fmla="*/ 197782 w 354052"/>
                <a:gd name="connsiteY36" fmla="*/ 159852 h 198983"/>
                <a:gd name="connsiteX37" fmla="*/ 217475 w 354052"/>
                <a:gd name="connsiteY37" fmla="*/ 150133 h 198983"/>
                <a:gd name="connsiteX38" fmla="*/ 227194 w 354052"/>
                <a:gd name="connsiteY38" fmla="*/ 159852 h 198983"/>
                <a:gd name="connsiteX39" fmla="*/ 227194 w 354052"/>
                <a:gd name="connsiteY39" fmla="*/ 150133 h 198983"/>
                <a:gd name="connsiteX40" fmla="*/ 236913 w 354052"/>
                <a:gd name="connsiteY40" fmla="*/ 140414 h 198983"/>
                <a:gd name="connsiteX41" fmla="*/ 246632 w 354052"/>
                <a:gd name="connsiteY41" fmla="*/ 140414 h 198983"/>
                <a:gd name="connsiteX42" fmla="*/ 256351 w 354052"/>
                <a:gd name="connsiteY42" fmla="*/ 140414 h 198983"/>
                <a:gd name="connsiteX43" fmla="*/ 256351 w 354052"/>
                <a:gd name="connsiteY43" fmla="*/ 130695 h 198983"/>
                <a:gd name="connsiteX44" fmla="*/ 266070 w 354052"/>
                <a:gd name="connsiteY44" fmla="*/ 120976 h 198983"/>
                <a:gd name="connsiteX45" fmla="*/ 285764 w 354052"/>
                <a:gd name="connsiteY45" fmla="*/ 130695 h 198983"/>
                <a:gd name="connsiteX46" fmla="*/ 295483 w 354052"/>
                <a:gd name="connsiteY46" fmla="*/ 140414 h 198983"/>
                <a:gd name="connsiteX47" fmla="*/ 305202 w 354052"/>
                <a:gd name="connsiteY47" fmla="*/ 130695 h 198983"/>
                <a:gd name="connsiteX48" fmla="*/ 324896 w 354052"/>
                <a:gd name="connsiteY48" fmla="*/ 130695 h 198983"/>
                <a:gd name="connsiteX49" fmla="*/ 334615 w 354052"/>
                <a:gd name="connsiteY49" fmla="*/ 120976 h 198983"/>
                <a:gd name="connsiteX50" fmla="*/ 334615 w 354052"/>
                <a:gd name="connsiteY50" fmla="*/ 111257 h 198983"/>
                <a:gd name="connsiteX51" fmla="*/ 344334 w 354052"/>
                <a:gd name="connsiteY51" fmla="*/ 101538 h 198983"/>
                <a:gd name="connsiteX52" fmla="*/ 354053 w 354052"/>
                <a:gd name="connsiteY52" fmla="*/ 91819 h 198983"/>
                <a:gd name="connsiteX53" fmla="*/ 344334 w 354052"/>
                <a:gd name="connsiteY53" fmla="*/ 91819 h 198983"/>
                <a:gd name="connsiteX54" fmla="*/ 324640 w 354052"/>
                <a:gd name="connsiteY54" fmla="*/ 91819 h 198983"/>
                <a:gd name="connsiteX55" fmla="*/ 324640 w 354052"/>
                <a:gd name="connsiteY55" fmla="*/ 82356 h 198983"/>
                <a:gd name="connsiteX56" fmla="*/ 304946 w 354052"/>
                <a:gd name="connsiteY56" fmla="*/ 92074 h 198983"/>
                <a:gd name="connsiteX57" fmla="*/ 295227 w 354052"/>
                <a:gd name="connsiteY57" fmla="*/ 101794 h 198983"/>
                <a:gd name="connsiteX58" fmla="*/ 285508 w 354052"/>
                <a:gd name="connsiteY58" fmla="*/ 92074 h 198983"/>
                <a:gd name="connsiteX59" fmla="*/ 275789 w 354052"/>
                <a:gd name="connsiteY59" fmla="*/ 101794 h 198983"/>
                <a:gd name="connsiteX60" fmla="*/ 226683 w 354052"/>
                <a:gd name="connsiteY60" fmla="*/ 82100 h 198983"/>
                <a:gd name="connsiteX61" fmla="*/ 205710 w 354052"/>
                <a:gd name="connsiteY61" fmla="*/ 53199 h 198983"/>
                <a:gd name="connsiteX62" fmla="*/ 198549 w 354052"/>
                <a:gd name="connsiteY62" fmla="*/ 53199 h 198983"/>
                <a:gd name="connsiteX63" fmla="*/ 207501 w 354052"/>
                <a:gd name="connsiteY63" fmla="*/ 61383 h 198983"/>
                <a:gd name="connsiteX64" fmla="*/ 217987 w 354052"/>
                <a:gd name="connsiteY64" fmla="*/ 81844 h 198983"/>
                <a:gd name="connsiteX65" fmla="*/ 246377 w 354052"/>
                <a:gd name="connsiteY65" fmla="*/ 101794 h 198983"/>
                <a:gd name="connsiteX66" fmla="*/ 246377 w 354052"/>
                <a:gd name="connsiteY66" fmla="*/ 111512 h 198983"/>
                <a:gd name="connsiteX67" fmla="*/ 226683 w 354052"/>
                <a:gd name="connsiteY67" fmla="*/ 101794 h 198983"/>
                <a:gd name="connsiteX68" fmla="*/ 216964 w 354052"/>
                <a:gd name="connsiteY68" fmla="*/ 92074 h 198983"/>
                <a:gd name="connsiteX69" fmla="*/ 216964 w 354052"/>
                <a:gd name="connsiteY69" fmla="*/ 82356 h 198983"/>
                <a:gd name="connsiteX70" fmla="*/ 207245 w 354052"/>
                <a:gd name="connsiteY70" fmla="*/ 62662 h 198983"/>
                <a:gd name="connsiteX71" fmla="*/ 197526 w 354052"/>
                <a:gd name="connsiteY71" fmla="*/ 62662 h 198983"/>
                <a:gd name="connsiteX72" fmla="*/ 187807 w 354052"/>
                <a:gd name="connsiteY72" fmla="*/ 62662 h 198983"/>
                <a:gd name="connsiteX73" fmla="*/ 187807 w 354052"/>
                <a:gd name="connsiteY73" fmla="*/ 52943 h 198983"/>
                <a:gd name="connsiteX74" fmla="*/ 178088 w 354052"/>
                <a:gd name="connsiteY74" fmla="*/ 52943 h 198983"/>
                <a:gd name="connsiteX75" fmla="*/ 185761 w 354052"/>
                <a:gd name="connsiteY75" fmla="*/ 43224 h 198983"/>
                <a:gd name="connsiteX76" fmla="*/ 178088 w 354052"/>
                <a:gd name="connsiteY76" fmla="*/ 42968 h 198983"/>
                <a:gd name="connsiteX77" fmla="*/ 158394 w 354052"/>
                <a:gd name="connsiteY77" fmla="*/ 52687 h 198983"/>
                <a:gd name="connsiteX78" fmla="*/ 168113 w 354052"/>
                <a:gd name="connsiteY78" fmla="*/ 42968 h 198983"/>
                <a:gd name="connsiteX79" fmla="*/ 168113 w 354052"/>
                <a:gd name="connsiteY79" fmla="*/ 33249 h 198983"/>
                <a:gd name="connsiteX80" fmla="*/ 158394 w 354052"/>
                <a:gd name="connsiteY80" fmla="*/ 42968 h 198983"/>
                <a:gd name="connsiteX81" fmla="*/ 148675 w 354052"/>
                <a:gd name="connsiteY81" fmla="*/ 42968 h 198983"/>
                <a:gd name="connsiteX82" fmla="*/ 148675 w 354052"/>
                <a:gd name="connsiteY82" fmla="*/ 33249 h 198983"/>
                <a:gd name="connsiteX83" fmla="*/ 138956 w 354052"/>
                <a:gd name="connsiteY83" fmla="*/ 23530 h 198983"/>
                <a:gd name="connsiteX84" fmla="*/ 138956 w 354052"/>
                <a:gd name="connsiteY84" fmla="*/ 33249 h 198983"/>
                <a:gd name="connsiteX85" fmla="*/ 138956 w 354052"/>
                <a:gd name="connsiteY85" fmla="*/ 33249 h 198983"/>
                <a:gd name="connsiteX86" fmla="*/ 129237 w 354052"/>
                <a:gd name="connsiteY86" fmla="*/ 33249 h 198983"/>
                <a:gd name="connsiteX87" fmla="*/ 129237 w 354052"/>
                <a:gd name="connsiteY87" fmla="*/ 23530 h 198983"/>
                <a:gd name="connsiteX88" fmla="*/ 119518 w 354052"/>
                <a:gd name="connsiteY88" fmla="*/ 23530 h 198983"/>
                <a:gd name="connsiteX89" fmla="*/ 119518 w 354052"/>
                <a:gd name="connsiteY89" fmla="*/ 23530 h 198983"/>
                <a:gd name="connsiteX90" fmla="*/ 109799 w 354052"/>
                <a:gd name="connsiteY90" fmla="*/ 23530 h 198983"/>
                <a:gd name="connsiteX91" fmla="*/ 100080 w 354052"/>
                <a:gd name="connsiteY91" fmla="*/ 13811 h 198983"/>
                <a:gd name="connsiteX92" fmla="*/ 90361 w 354052"/>
                <a:gd name="connsiteY92" fmla="*/ 4092 h 198983"/>
                <a:gd name="connsiteX93" fmla="*/ 83712 w 354052"/>
                <a:gd name="connsiteY93" fmla="*/ 0 h 198983"/>
                <a:gd name="connsiteX94" fmla="*/ 80131 w 354052"/>
                <a:gd name="connsiteY94" fmla="*/ 12788 h 19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54052" h="198983">
                  <a:moveTo>
                    <a:pt x="80131" y="12788"/>
                  </a:moveTo>
                  <a:cubicBezTo>
                    <a:pt x="83967" y="10998"/>
                    <a:pt x="89338" y="13300"/>
                    <a:pt x="89338" y="23530"/>
                  </a:cubicBezTo>
                  <a:lnTo>
                    <a:pt x="89338" y="33249"/>
                  </a:lnTo>
                  <a:lnTo>
                    <a:pt x="99057" y="33249"/>
                  </a:lnTo>
                  <a:cubicBezTo>
                    <a:pt x="99057" y="42968"/>
                    <a:pt x="99057" y="42968"/>
                    <a:pt x="89338" y="42968"/>
                  </a:cubicBezTo>
                  <a:lnTo>
                    <a:pt x="99057" y="42968"/>
                  </a:lnTo>
                  <a:cubicBezTo>
                    <a:pt x="89338" y="42968"/>
                    <a:pt x="89338" y="42968"/>
                    <a:pt x="89338" y="42968"/>
                  </a:cubicBezTo>
                  <a:cubicBezTo>
                    <a:pt x="79619" y="42968"/>
                    <a:pt x="79619" y="42968"/>
                    <a:pt x="79619" y="42968"/>
                  </a:cubicBezTo>
                  <a:cubicBezTo>
                    <a:pt x="79619" y="52687"/>
                    <a:pt x="79619" y="42968"/>
                    <a:pt x="69900" y="52687"/>
                  </a:cubicBezTo>
                  <a:lnTo>
                    <a:pt x="69900" y="52687"/>
                  </a:lnTo>
                  <a:cubicBezTo>
                    <a:pt x="60181" y="52687"/>
                    <a:pt x="60181" y="52687"/>
                    <a:pt x="60181" y="52687"/>
                  </a:cubicBezTo>
                  <a:lnTo>
                    <a:pt x="50462" y="52687"/>
                  </a:lnTo>
                  <a:cubicBezTo>
                    <a:pt x="50462" y="52687"/>
                    <a:pt x="50462" y="52687"/>
                    <a:pt x="50462" y="62406"/>
                  </a:cubicBezTo>
                  <a:lnTo>
                    <a:pt x="40743" y="62406"/>
                  </a:lnTo>
                  <a:cubicBezTo>
                    <a:pt x="31024" y="62406"/>
                    <a:pt x="31024" y="72125"/>
                    <a:pt x="21050" y="72125"/>
                  </a:cubicBezTo>
                  <a:cubicBezTo>
                    <a:pt x="21050" y="81844"/>
                    <a:pt x="21050" y="72125"/>
                    <a:pt x="21050" y="72125"/>
                  </a:cubicBezTo>
                  <a:cubicBezTo>
                    <a:pt x="11331" y="81844"/>
                    <a:pt x="11331" y="81844"/>
                    <a:pt x="11331" y="81844"/>
                  </a:cubicBezTo>
                  <a:cubicBezTo>
                    <a:pt x="1612" y="81844"/>
                    <a:pt x="-8363" y="101538"/>
                    <a:pt x="11331" y="101538"/>
                  </a:cubicBezTo>
                  <a:lnTo>
                    <a:pt x="21050" y="101538"/>
                  </a:lnTo>
                  <a:cubicBezTo>
                    <a:pt x="30769" y="101538"/>
                    <a:pt x="30769" y="101538"/>
                    <a:pt x="40743" y="101538"/>
                  </a:cubicBezTo>
                  <a:cubicBezTo>
                    <a:pt x="40743" y="101538"/>
                    <a:pt x="50462" y="101538"/>
                    <a:pt x="50462" y="111257"/>
                  </a:cubicBezTo>
                  <a:cubicBezTo>
                    <a:pt x="60181" y="111257"/>
                    <a:pt x="60181" y="120976"/>
                    <a:pt x="70156" y="120976"/>
                  </a:cubicBezTo>
                  <a:cubicBezTo>
                    <a:pt x="79875" y="120976"/>
                    <a:pt x="79875" y="111257"/>
                    <a:pt x="79875" y="120976"/>
                  </a:cubicBezTo>
                  <a:cubicBezTo>
                    <a:pt x="89594" y="120976"/>
                    <a:pt x="89594" y="120976"/>
                    <a:pt x="99569" y="130695"/>
                  </a:cubicBezTo>
                  <a:cubicBezTo>
                    <a:pt x="99569" y="130695"/>
                    <a:pt x="99569" y="140414"/>
                    <a:pt x="99569" y="150388"/>
                  </a:cubicBezTo>
                  <a:cubicBezTo>
                    <a:pt x="99569" y="150388"/>
                    <a:pt x="99569" y="150388"/>
                    <a:pt x="89850" y="160107"/>
                  </a:cubicBezTo>
                  <a:cubicBezTo>
                    <a:pt x="89850" y="160107"/>
                    <a:pt x="99569" y="160107"/>
                    <a:pt x="99569" y="169826"/>
                  </a:cubicBezTo>
                  <a:cubicBezTo>
                    <a:pt x="99569" y="169826"/>
                    <a:pt x="89850" y="179545"/>
                    <a:pt x="99569" y="179545"/>
                  </a:cubicBezTo>
                  <a:cubicBezTo>
                    <a:pt x="89850" y="179545"/>
                    <a:pt x="79875" y="179545"/>
                    <a:pt x="89850" y="189264"/>
                  </a:cubicBezTo>
                  <a:lnTo>
                    <a:pt x="99569" y="189264"/>
                  </a:lnTo>
                  <a:cubicBezTo>
                    <a:pt x="109288" y="189264"/>
                    <a:pt x="109288" y="198983"/>
                    <a:pt x="109288" y="198983"/>
                  </a:cubicBezTo>
                  <a:cubicBezTo>
                    <a:pt x="119007" y="198983"/>
                    <a:pt x="128982" y="198983"/>
                    <a:pt x="128982" y="198983"/>
                  </a:cubicBezTo>
                  <a:cubicBezTo>
                    <a:pt x="138700" y="198983"/>
                    <a:pt x="138700" y="198983"/>
                    <a:pt x="148675" y="198983"/>
                  </a:cubicBezTo>
                  <a:cubicBezTo>
                    <a:pt x="148675" y="189264"/>
                    <a:pt x="158394" y="189264"/>
                    <a:pt x="168369" y="179290"/>
                  </a:cubicBezTo>
                  <a:lnTo>
                    <a:pt x="168369" y="169571"/>
                  </a:lnTo>
                  <a:cubicBezTo>
                    <a:pt x="178088" y="159852"/>
                    <a:pt x="178088" y="159852"/>
                    <a:pt x="188063" y="159852"/>
                  </a:cubicBezTo>
                  <a:lnTo>
                    <a:pt x="197782" y="159852"/>
                  </a:lnTo>
                  <a:cubicBezTo>
                    <a:pt x="207501" y="159852"/>
                    <a:pt x="207501" y="150133"/>
                    <a:pt x="217475" y="150133"/>
                  </a:cubicBezTo>
                  <a:cubicBezTo>
                    <a:pt x="217475" y="150133"/>
                    <a:pt x="217475" y="159852"/>
                    <a:pt x="227194" y="159852"/>
                  </a:cubicBezTo>
                  <a:lnTo>
                    <a:pt x="227194" y="150133"/>
                  </a:lnTo>
                  <a:lnTo>
                    <a:pt x="236913" y="140414"/>
                  </a:lnTo>
                  <a:lnTo>
                    <a:pt x="246632" y="140414"/>
                  </a:lnTo>
                  <a:cubicBezTo>
                    <a:pt x="246632" y="140414"/>
                    <a:pt x="256351" y="130695"/>
                    <a:pt x="256351" y="140414"/>
                  </a:cubicBezTo>
                  <a:cubicBezTo>
                    <a:pt x="256351" y="130695"/>
                    <a:pt x="246632" y="130695"/>
                    <a:pt x="256351" y="130695"/>
                  </a:cubicBezTo>
                  <a:cubicBezTo>
                    <a:pt x="256351" y="120976"/>
                    <a:pt x="266070" y="120976"/>
                    <a:pt x="266070" y="120976"/>
                  </a:cubicBezTo>
                  <a:cubicBezTo>
                    <a:pt x="275789" y="120976"/>
                    <a:pt x="275789" y="130695"/>
                    <a:pt x="285764" y="130695"/>
                  </a:cubicBezTo>
                  <a:cubicBezTo>
                    <a:pt x="285764" y="130695"/>
                    <a:pt x="285764" y="140414"/>
                    <a:pt x="295483" y="140414"/>
                  </a:cubicBezTo>
                  <a:lnTo>
                    <a:pt x="305202" y="130695"/>
                  </a:lnTo>
                  <a:cubicBezTo>
                    <a:pt x="314921" y="130695"/>
                    <a:pt x="314921" y="140414"/>
                    <a:pt x="324896" y="130695"/>
                  </a:cubicBezTo>
                  <a:cubicBezTo>
                    <a:pt x="324896" y="130695"/>
                    <a:pt x="344589" y="130695"/>
                    <a:pt x="334615" y="120976"/>
                  </a:cubicBezTo>
                  <a:lnTo>
                    <a:pt x="334615" y="111257"/>
                  </a:lnTo>
                  <a:cubicBezTo>
                    <a:pt x="334615" y="101538"/>
                    <a:pt x="344334" y="111257"/>
                    <a:pt x="344334" y="101538"/>
                  </a:cubicBezTo>
                  <a:cubicBezTo>
                    <a:pt x="334615" y="101538"/>
                    <a:pt x="354053" y="101538"/>
                    <a:pt x="354053" y="91819"/>
                  </a:cubicBezTo>
                  <a:cubicBezTo>
                    <a:pt x="344334" y="91819"/>
                    <a:pt x="344334" y="91819"/>
                    <a:pt x="344334" y="91819"/>
                  </a:cubicBezTo>
                  <a:cubicBezTo>
                    <a:pt x="334615" y="91819"/>
                    <a:pt x="334615" y="91819"/>
                    <a:pt x="324640" y="91819"/>
                  </a:cubicBezTo>
                  <a:lnTo>
                    <a:pt x="324640" y="82356"/>
                  </a:lnTo>
                  <a:cubicBezTo>
                    <a:pt x="314921" y="82356"/>
                    <a:pt x="304946" y="82356"/>
                    <a:pt x="304946" y="92074"/>
                  </a:cubicBezTo>
                  <a:cubicBezTo>
                    <a:pt x="295227" y="92074"/>
                    <a:pt x="304946" y="101794"/>
                    <a:pt x="295227" y="101794"/>
                  </a:cubicBezTo>
                  <a:cubicBezTo>
                    <a:pt x="285508" y="92074"/>
                    <a:pt x="285508" y="92074"/>
                    <a:pt x="285508" y="92074"/>
                  </a:cubicBezTo>
                  <a:cubicBezTo>
                    <a:pt x="285508" y="82356"/>
                    <a:pt x="275789" y="101794"/>
                    <a:pt x="275789" y="101794"/>
                  </a:cubicBezTo>
                  <a:cubicBezTo>
                    <a:pt x="256096" y="111512"/>
                    <a:pt x="236402" y="92074"/>
                    <a:pt x="226683" y="82100"/>
                  </a:cubicBezTo>
                  <a:cubicBezTo>
                    <a:pt x="219777" y="75194"/>
                    <a:pt x="212616" y="63173"/>
                    <a:pt x="205710" y="53199"/>
                  </a:cubicBezTo>
                  <a:lnTo>
                    <a:pt x="198549" y="53199"/>
                  </a:lnTo>
                  <a:cubicBezTo>
                    <a:pt x="198549" y="53199"/>
                    <a:pt x="202385" y="56268"/>
                    <a:pt x="207501" y="61383"/>
                  </a:cubicBezTo>
                  <a:cubicBezTo>
                    <a:pt x="207501" y="61383"/>
                    <a:pt x="217987" y="72125"/>
                    <a:pt x="217987" y="81844"/>
                  </a:cubicBezTo>
                  <a:cubicBezTo>
                    <a:pt x="227706" y="81844"/>
                    <a:pt x="236658" y="92074"/>
                    <a:pt x="246377" y="101794"/>
                  </a:cubicBezTo>
                  <a:cubicBezTo>
                    <a:pt x="246377" y="101794"/>
                    <a:pt x="256096" y="111512"/>
                    <a:pt x="246377" y="111512"/>
                  </a:cubicBezTo>
                  <a:cubicBezTo>
                    <a:pt x="236658" y="111512"/>
                    <a:pt x="236658" y="101794"/>
                    <a:pt x="226683" y="101794"/>
                  </a:cubicBezTo>
                  <a:cubicBezTo>
                    <a:pt x="226683" y="101794"/>
                    <a:pt x="216964" y="101794"/>
                    <a:pt x="216964" y="92074"/>
                  </a:cubicBezTo>
                  <a:cubicBezTo>
                    <a:pt x="207245" y="92074"/>
                    <a:pt x="216964" y="92074"/>
                    <a:pt x="216964" y="82356"/>
                  </a:cubicBezTo>
                  <a:cubicBezTo>
                    <a:pt x="216964" y="72637"/>
                    <a:pt x="207245" y="72637"/>
                    <a:pt x="207245" y="62662"/>
                  </a:cubicBezTo>
                  <a:cubicBezTo>
                    <a:pt x="197526" y="62662"/>
                    <a:pt x="197526" y="62662"/>
                    <a:pt x="197526" y="62662"/>
                  </a:cubicBezTo>
                  <a:lnTo>
                    <a:pt x="187807" y="62662"/>
                  </a:lnTo>
                  <a:cubicBezTo>
                    <a:pt x="187807" y="52943"/>
                    <a:pt x="187807" y="52943"/>
                    <a:pt x="187807" y="52943"/>
                  </a:cubicBezTo>
                  <a:cubicBezTo>
                    <a:pt x="178088" y="52943"/>
                    <a:pt x="178088" y="52943"/>
                    <a:pt x="178088" y="52943"/>
                  </a:cubicBezTo>
                  <a:lnTo>
                    <a:pt x="185761" y="43224"/>
                  </a:lnTo>
                  <a:lnTo>
                    <a:pt x="178088" y="42968"/>
                  </a:lnTo>
                  <a:cubicBezTo>
                    <a:pt x="178088" y="42968"/>
                    <a:pt x="168369" y="52687"/>
                    <a:pt x="158394" y="52687"/>
                  </a:cubicBezTo>
                  <a:cubicBezTo>
                    <a:pt x="168113" y="52687"/>
                    <a:pt x="168113" y="42968"/>
                    <a:pt x="168113" y="42968"/>
                  </a:cubicBezTo>
                  <a:cubicBezTo>
                    <a:pt x="177832" y="42968"/>
                    <a:pt x="168113" y="33249"/>
                    <a:pt x="168113" y="33249"/>
                  </a:cubicBezTo>
                  <a:cubicBezTo>
                    <a:pt x="168113" y="33249"/>
                    <a:pt x="168113" y="42968"/>
                    <a:pt x="158394" y="42968"/>
                  </a:cubicBezTo>
                  <a:cubicBezTo>
                    <a:pt x="148675" y="42968"/>
                    <a:pt x="148675" y="42968"/>
                    <a:pt x="148675" y="42968"/>
                  </a:cubicBezTo>
                  <a:cubicBezTo>
                    <a:pt x="148675" y="42968"/>
                    <a:pt x="158394" y="33249"/>
                    <a:pt x="148675" y="33249"/>
                  </a:cubicBezTo>
                  <a:lnTo>
                    <a:pt x="138956" y="23530"/>
                  </a:lnTo>
                  <a:lnTo>
                    <a:pt x="138956" y="33249"/>
                  </a:lnTo>
                  <a:lnTo>
                    <a:pt x="138956" y="33249"/>
                  </a:lnTo>
                  <a:cubicBezTo>
                    <a:pt x="138956" y="42968"/>
                    <a:pt x="129237" y="33249"/>
                    <a:pt x="129237" y="33249"/>
                  </a:cubicBezTo>
                  <a:cubicBezTo>
                    <a:pt x="138956" y="33249"/>
                    <a:pt x="129237" y="23530"/>
                    <a:pt x="129237" y="23530"/>
                  </a:cubicBezTo>
                  <a:lnTo>
                    <a:pt x="119518" y="23530"/>
                  </a:lnTo>
                  <a:lnTo>
                    <a:pt x="119518" y="23530"/>
                  </a:lnTo>
                  <a:cubicBezTo>
                    <a:pt x="119518" y="33249"/>
                    <a:pt x="109799" y="23530"/>
                    <a:pt x="109799" y="23530"/>
                  </a:cubicBezTo>
                  <a:cubicBezTo>
                    <a:pt x="109799" y="23530"/>
                    <a:pt x="100080" y="3836"/>
                    <a:pt x="100080" y="13811"/>
                  </a:cubicBezTo>
                  <a:cubicBezTo>
                    <a:pt x="100080" y="23530"/>
                    <a:pt x="90361" y="13811"/>
                    <a:pt x="90361" y="4092"/>
                  </a:cubicBezTo>
                  <a:lnTo>
                    <a:pt x="83712" y="0"/>
                  </a:lnTo>
                  <a:lnTo>
                    <a:pt x="80131" y="12788"/>
                  </a:ln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11" name="Cote d'Ivoire">
              <a:extLst>
                <a:ext uri="{FF2B5EF4-FFF2-40B4-BE49-F238E27FC236}">
                  <a16:creationId xmlns:a16="http://schemas.microsoft.com/office/drawing/2014/main" id="{96E99F30-A5E6-8413-0635-284E6A23AF61}"/>
                </a:ext>
              </a:extLst>
            </p:cNvPr>
            <p:cNvSpPr>
              <a:spLocks noEditPoints="1"/>
            </p:cNvSpPr>
            <p:nvPr/>
          </p:nvSpPr>
          <p:spPr bwMode="auto">
            <a:xfrm>
              <a:off x="5399694" y="3625820"/>
              <a:ext cx="212696" cy="254844"/>
            </a:xfrm>
            <a:custGeom>
              <a:avLst/>
              <a:gdLst/>
              <a:ahLst/>
              <a:cxnLst>
                <a:cxn ang="0">
                  <a:pos x="56" y="34"/>
                </a:cxn>
                <a:cxn ang="0">
                  <a:pos x="53" y="43"/>
                </a:cxn>
                <a:cxn ang="0">
                  <a:pos x="53" y="49"/>
                </a:cxn>
                <a:cxn ang="0">
                  <a:pos x="56" y="56"/>
                </a:cxn>
                <a:cxn ang="0">
                  <a:pos x="57" y="61"/>
                </a:cxn>
                <a:cxn ang="0">
                  <a:pos x="55" y="62"/>
                </a:cxn>
                <a:cxn ang="0">
                  <a:pos x="52" y="61"/>
                </a:cxn>
                <a:cxn ang="0">
                  <a:pos x="47" y="61"/>
                </a:cxn>
                <a:cxn ang="0">
                  <a:pos x="47" y="59"/>
                </a:cxn>
                <a:cxn ang="0">
                  <a:pos x="45" y="60"/>
                </a:cxn>
                <a:cxn ang="0">
                  <a:pos x="41" y="60"/>
                </a:cxn>
                <a:cxn ang="0">
                  <a:pos x="38" y="60"/>
                </a:cxn>
                <a:cxn ang="0">
                  <a:pos x="39" y="61"/>
                </a:cxn>
                <a:cxn ang="0">
                  <a:pos x="44" y="60"/>
                </a:cxn>
                <a:cxn ang="0">
                  <a:pos x="34" y="61"/>
                </a:cxn>
                <a:cxn ang="0">
                  <a:pos x="32" y="62"/>
                </a:cxn>
                <a:cxn ang="0">
                  <a:pos x="33" y="61"/>
                </a:cxn>
                <a:cxn ang="0">
                  <a:pos x="34" y="62"/>
                </a:cxn>
                <a:cxn ang="0">
                  <a:pos x="26" y="63"/>
                </a:cxn>
                <a:cxn ang="0">
                  <a:pos x="13" y="69"/>
                </a:cxn>
                <a:cxn ang="0">
                  <a:pos x="10" y="63"/>
                </a:cxn>
                <a:cxn ang="0">
                  <a:pos x="12" y="60"/>
                </a:cxn>
                <a:cxn ang="0">
                  <a:pos x="12" y="55"/>
                </a:cxn>
                <a:cxn ang="0">
                  <a:pos x="10" y="54"/>
                </a:cxn>
                <a:cxn ang="0">
                  <a:pos x="8" y="50"/>
                </a:cxn>
                <a:cxn ang="0">
                  <a:pos x="2" y="48"/>
                </a:cxn>
                <a:cxn ang="0">
                  <a:pos x="2" y="45"/>
                </a:cxn>
                <a:cxn ang="0">
                  <a:pos x="3" y="38"/>
                </a:cxn>
                <a:cxn ang="0">
                  <a:pos x="4" y="35"/>
                </a:cxn>
                <a:cxn ang="0">
                  <a:pos x="6" y="29"/>
                </a:cxn>
                <a:cxn ang="0">
                  <a:pos x="4" y="26"/>
                </a:cxn>
                <a:cxn ang="0">
                  <a:pos x="8" y="26"/>
                </a:cxn>
                <a:cxn ang="0">
                  <a:pos x="8" y="22"/>
                </a:cxn>
                <a:cxn ang="0">
                  <a:pos x="7" y="15"/>
                </a:cxn>
                <a:cxn ang="0">
                  <a:pos x="5" y="8"/>
                </a:cxn>
                <a:cxn ang="0">
                  <a:pos x="9" y="6"/>
                </a:cxn>
                <a:cxn ang="0">
                  <a:pos x="12" y="4"/>
                </a:cxn>
                <a:cxn ang="0">
                  <a:pos x="17" y="6"/>
                </a:cxn>
                <a:cxn ang="0">
                  <a:pos x="20" y="1"/>
                </a:cxn>
                <a:cxn ang="0">
                  <a:pos x="24" y="0"/>
                </a:cxn>
                <a:cxn ang="0">
                  <a:pos x="24" y="4"/>
                </a:cxn>
                <a:cxn ang="0">
                  <a:pos x="26" y="5"/>
                </a:cxn>
                <a:cxn ang="0">
                  <a:pos x="32" y="5"/>
                </a:cxn>
                <a:cxn ang="0">
                  <a:pos x="35" y="6"/>
                </a:cxn>
                <a:cxn ang="0">
                  <a:pos x="37" y="10"/>
                </a:cxn>
                <a:cxn ang="0">
                  <a:pos x="40" y="12"/>
                </a:cxn>
                <a:cxn ang="0">
                  <a:pos x="42" y="12"/>
                </a:cxn>
                <a:cxn ang="0">
                  <a:pos x="48" y="9"/>
                </a:cxn>
                <a:cxn ang="0">
                  <a:pos x="53" y="9"/>
                </a:cxn>
                <a:cxn ang="0">
                  <a:pos x="55" y="12"/>
                </a:cxn>
                <a:cxn ang="0">
                  <a:pos x="57" y="18"/>
                </a:cxn>
                <a:cxn ang="0">
                  <a:pos x="60" y="28"/>
                </a:cxn>
                <a:cxn ang="0">
                  <a:pos x="52" y="62"/>
                </a:cxn>
              </a:cxnLst>
              <a:rect l="0" t="0" r="r" b="b"/>
              <a:pathLst>
                <a:path w="60" h="72">
                  <a:moveTo>
                    <a:pt x="59" y="29"/>
                  </a:moveTo>
                  <a:cubicBezTo>
                    <a:pt x="58" y="29"/>
                    <a:pt x="59" y="30"/>
                    <a:pt x="58" y="30"/>
                  </a:cubicBezTo>
                  <a:cubicBezTo>
                    <a:pt x="57" y="30"/>
                    <a:pt x="57" y="31"/>
                    <a:pt x="57" y="32"/>
                  </a:cubicBezTo>
                  <a:cubicBezTo>
                    <a:pt x="56" y="33"/>
                    <a:pt x="56" y="33"/>
                    <a:pt x="56" y="34"/>
                  </a:cubicBezTo>
                  <a:cubicBezTo>
                    <a:pt x="55" y="35"/>
                    <a:pt x="55" y="36"/>
                    <a:pt x="55" y="37"/>
                  </a:cubicBezTo>
                  <a:cubicBezTo>
                    <a:pt x="55" y="38"/>
                    <a:pt x="55" y="39"/>
                    <a:pt x="54" y="40"/>
                  </a:cubicBezTo>
                  <a:cubicBezTo>
                    <a:pt x="54" y="41"/>
                    <a:pt x="54" y="41"/>
                    <a:pt x="54" y="41"/>
                  </a:cubicBezTo>
                  <a:cubicBezTo>
                    <a:pt x="53" y="42"/>
                    <a:pt x="53" y="42"/>
                    <a:pt x="53" y="43"/>
                  </a:cubicBezTo>
                  <a:cubicBezTo>
                    <a:pt x="52" y="43"/>
                    <a:pt x="52" y="44"/>
                    <a:pt x="52" y="44"/>
                  </a:cubicBezTo>
                  <a:cubicBezTo>
                    <a:pt x="53" y="44"/>
                    <a:pt x="53" y="45"/>
                    <a:pt x="52" y="45"/>
                  </a:cubicBezTo>
                  <a:cubicBezTo>
                    <a:pt x="52" y="45"/>
                    <a:pt x="52" y="46"/>
                    <a:pt x="52" y="46"/>
                  </a:cubicBezTo>
                  <a:cubicBezTo>
                    <a:pt x="52" y="47"/>
                    <a:pt x="53" y="48"/>
                    <a:pt x="53" y="49"/>
                  </a:cubicBezTo>
                  <a:cubicBezTo>
                    <a:pt x="53" y="50"/>
                    <a:pt x="54" y="51"/>
                    <a:pt x="54" y="52"/>
                  </a:cubicBezTo>
                  <a:cubicBezTo>
                    <a:pt x="54" y="53"/>
                    <a:pt x="54" y="53"/>
                    <a:pt x="54" y="54"/>
                  </a:cubicBezTo>
                  <a:cubicBezTo>
                    <a:pt x="54" y="54"/>
                    <a:pt x="54" y="56"/>
                    <a:pt x="55" y="56"/>
                  </a:cubicBezTo>
                  <a:cubicBezTo>
                    <a:pt x="55" y="56"/>
                    <a:pt x="55" y="57"/>
                    <a:pt x="56" y="56"/>
                  </a:cubicBezTo>
                  <a:cubicBezTo>
                    <a:pt x="57" y="56"/>
                    <a:pt x="57" y="57"/>
                    <a:pt x="57" y="57"/>
                  </a:cubicBezTo>
                  <a:cubicBezTo>
                    <a:pt x="57" y="58"/>
                    <a:pt x="57" y="59"/>
                    <a:pt x="57" y="59"/>
                  </a:cubicBezTo>
                  <a:cubicBezTo>
                    <a:pt x="57" y="60"/>
                    <a:pt x="57" y="59"/>
                    <a:pt x="57" y="60"/>
                  </a:cubicBezTo>
                  <a:cubicBezTo>
                    <a:pt x="57" y="60"/>
                    <a:pt x="57" y="61"/>
                    <a:pt x="57" y="61"/>
                  </a:cubicBezTo>
                  <a:cubicBezTo>
                    <a:pt x="57" y="62"/>
                    <a:pt x="57" y="62"/>
                    <a:pt x="56" y="62"/>
                  </a:cubicBezTo>
                  <a:cubicBezTo>
                    <a:pt x="56" y="62"/>
                    <a:pt x="55" y="62"/>
                    <a:pt x="55" y="62"/>
                  </a:cubicBezTo>
                  <a:cubicBezTo>
                    <a:pt x="55" y="62"/>
                    <a:pt x="56" y="62"/>
                    <a:pt x="56" y="62"/>
                  </a:cubicBezTo>
                  <a:cubicBezTo>
                    <a:pt x="56" y="61"/>
                    <a:pt x="55" y="61"/>
                    <a:pt x="55" y="62"/>
                  </a:cubicBezTo>
                  <a:cubicBezTo>
                    <a:pt x="55" y="62"/>
                    <a:pt x="53" y="62"/>
                    <a:pt x="53" y="61"/>
                  </a:cubicBezTo>
                  <a:cubicBezTo>
                    <a:pt x="53" y="61"/>
                    <a:pt x="54" y="59"/>
                    <a:pt x="53" y="59"/>
                  </a:cubicBezTo>
                  <a:cubicBezTo>
                    <a:pt x="53" y="59"/>
                    <a:pt x="52" y="59"/>
                    <a:pt x="52" y="60"/>
                  </a:cubicBezTo>
                  <a:cubicBezTo>
                    <a:pt x="52" y="60"/>
                    <a:pt x="51" y="61"/>
                    <a:pt x="52" y="61"/>
                  </a:cubicBezTo>
                  <a:cubicBezTo>
                    <a:pt x="52" y="61"/>
                    <a:pt x="51" y="61"/>
                    <a:pt x="51" y="61"/>
                  </a:cubicBezTo>
                  <a:cubicBezTo>
                    <a:pt x="51" y="62"/>
                    <a:pt x="52" y="62"/>
                    <a:pt x="51" y="62"/>
                  </a:cubicBezTo>
                  <a:cubicBezTo>
                    <a:pt x="51" y="62"/>
                    <a:pt x="50" y="62"/>
                    <a:pt x="49" y="62"/>
                  </a:cubicBezTo>
                  <a:cubicBezTo>
                    <a:pt x="49" y="61"/>
                    <a:pt x="48" y="62"/>
                    <a:pt x="47" y="61"/>
                  </a:cubicBezTo>
                  <a:cubicBezTo>
                    <a:pt x="47" y="62"/>
                    <a:pt x="45" y="61"/>
                    <a:pt x="45" y="61"/>
                  </a:cubicBezTo>
                  <a:cubicBezTo>
                    <a:pt x="46" y="60"/>
                    <a:pt x="46" y="60"/>
                    <a:pt x="47" y="61"/>
                  </a:cubicBezTo>
                  <a:cubicBezTo>
                    <a:pt x="47" y="60"/>
                    <a:pt x="47" y="61"/>
                    <a:pt x="47" y="60"/>
                  </a:cubicBezTo>
                  <a:cubicBezTo>
                    <a:pt x="48" y="60"/>
                    <a:pt x="47" y="59"/>
                    <a:pt x="47" y="59"/>
                  </a:cubicBezTo>
                  <a:cubicBezTo>
                    <a:pt x="46" y="59"/>
                    <a:pt x="47" y="60"/>
                    <a:pt x="47" y="60"/>
                  </a:cubicBezTo>
                  <a:cubicBezTo>
                    <a:pt x="47" y="60"/>
                    <a:pt x="46" y="60"/>
                    <a:pt x="46" y="60"/>
                  </a:cubicBezTo>
                  <a:cubicBezTo>
                    <a:pt x="46" y="60"/>
                    <a:pt x="45" y="60"/>
                    <a:pt x="45" y="60"/>
                  </a:cubicBezTo>
                  <a:cubicBezTo>
                    <a:pt x="45" y="60"/>
                    <a:pt x="45" y="60"/>
                    <a:pt x="45" y="60"/>
                  </a:cubicBezTo>
                  <a:cubicBezTo>
                    <a:pt x="45" y="61"/>
                    <a:pt x="44" y="60"/>
                    <a:pt x="43" y="60"/>
                  </a:cubicBezTo>
                  <a:cubicBezTo>
                    <a:pt x="43" y="60"/>
                    <a:pt x="42" y="60"/>
                    <a:pt x="42" y="60"/>
                  </a:cubicBezTo>
                  <a:cubicBezTo>
                    <a:pt x="42" y="60"/>
                    <a:pt x="42" y="60"/>
                    <a:pt x="41" y="60"/>
                  </a:cubicBezTo>
                  <a:cubicBezTo>
                    <a:pt x="41" y="60"/>
                    <a:pt x="41" y="60"/>
                    <a:pt x="41" y="60"/>
                  </a:cubicBezTo>
                  <a:cubicBezTo>
                    <a:pt x="41" y="60"/>
                    <a:pt x="40" y="60"/>
                    <a:pt x="40" y="60"/>
                  </a:cubicBezTo>
                  <a:cubicBezTo>
                    <a:pt x="40" y="60"/>
                    <a:pt x="40" y="60"/>
                    <a:pt x="39" y="60"/>
                  </a:cubicBezTo>
                  <a:cubicBezTo>
                    <a:pt x="39" y="61"/>
                    <a:pt x="38" y="61"/>
                    <a:pt x="38" y="61"/>
                  </a:cubicBezTo>
                  <a:cubicBezTo>
                    <a:pt x="38" y="61"/>
                    <a:pt x="38" y="60"/>
                    <a:pt x="38" y="60"/>
                  </a:cubicBezTo>
                  <a:cubicBezTo>
                    <a:pt x="38" y="60"/>
                    <a:pt x="38" y="60"/>
                    <a:pt x="38" y="60"/>
                  </a:cubicBezTo>
                  <a:cubicBezTo>
                    <a:pt x="38" y="61"/>
                    <a:pt x="36" y="61"/>
                    <a:pt x="37" y="61"/>
                  </a:cubicBezTo>
                  <a:cubicBezTo>
                    <a:pt x="37" y="62"/>
                    <a:pt x="37" y="61"/>
                    <a:pt x="38" y="61"/>
                  </a:cubicBezTo>
                  <a:cubicBezTo>
                    <a:pt x="38" y="61"/>
                    <a:pt x="39" y="61"/>
                    <a:pt x="39" y="61"/>
                  </a:cubicBezTo>
                  <a:cubicBezTo>
                    <a:pt x="39" y="61"/>
                    <a:pt x="39" y="61"/>
                    <a:pt x="39" y="61"/>
                  </a:cubicBezTo>
                  <a:cubicBezTo>
                    <a:pt x="40" y="61"/>
                    <a:pt x="40" y="61"/>
                    <a:pt x="41" y="61"/>
                  </a:cubicBezTo>
                  <a:cubicBezTo>
                    <a:pt x="41" y="60"/>
                    <a:pt x="42" y="61"/>
                    <a:pt x="43" y="60"/>
                  </a:cubicBezTo>
                  <a:cubicBezTo>
                    <a:pt x="43" y="60"/>
                    <a:pt x="44" y="60"/>
                    <a:pt x="44" y="60"/>
                  </a:cubicBezTo>
                  <a:cubicBezTo>
                    <a:pt x="44" y="61"/>
                    <a:pt x="44" y="61"/>
                    <a:pt x="45" y="61"/>
                  </a:cubicBezTo>
                  <a:cubicBezTo>
                    <a:pt x="43" y="61"/>
                    <a:pt x="41" y="61"/>
                    <a:pt x="40" y="61"/>
                  </a:cubicBezTo>
                  <a:cubicBezTo>
                    <a:pt x="39" y="61"/>
                    <a:pt x="35" y="63"/>
                    <a:pt x="35" y="61"/>
                  </a:cubicBezTo>
                  <a:cubicBezTo>
                    <a:pt x="35" y="61"/>
                    <a:pt x="34" y="61"/>
                    <a:pt x="34" y="61"/>
                  </a:cubicBezTo>
                  <a:cubicBezTo>
                    <a:pt x="34" y="61"/>
                    <a:pt x="34" y="61"/>
                    <a:pt x="33" y="61"/>
                  </a:cubicBezTo>
                  <a:cubicBezTo>
                    <a:pt x="33" y="61"/>
                    <a:pt x="32" y="61"/>
                    <a:pt x="32" y="61"/>
                  </a:cubicBezTo>
                  <a:cubicBezTo>
                    <a:pt x="32" y="61"/>
                    <a:pt x="32" y="61"/>
                    <a:pt x="32" y="61"/>
                  </a:cubicBezTo>
                  <a:cubicBezTo>
                    <a:pt x="32" y="62"/>
                    <a:pt x="32" y="61"/>
                    <a:pt x="32" y="62"/>
                  </a:cubicBezTo>
                  <a:cubicBezTo>
                    <a:pt x="31" y="62"/>
                    <a:pt x="31" y="62"/>
                    <a:pt x="31" y="61"/>
                  </a:cubicBezTo>
                  <a:cubicBezTo>
                    <a:pt x="31" y="62"/>
                    <a:pt x="32" y="62"/>
                    <a:pt x="32" y="62"/>
                  </a:cubicBezTo>
                  <a:cubicBezTo>
                    <a:pt x="32" y="62"/>
                    <a:pt x="32" y="62"/>
                    <a:pt x="32" y="62"/>
                  </a:cubicBezTo>
                  <a:cubicBezTo>
                    <a:pt x="32" y="62"/>
                    <a:pt x="33" y="61"/>
                    <a:pt x="33" y="61"/>
                  </a:cubicBezTo>
                  <a:cubicBezTo>
                    <a:pt x="33" y="61"/>
                    <a:pt x="33" y="61"/>
                    <a:pt x="33" y="61"/>
                  </a:cubicBezTo>
                  <a:cubicBezTo>
                    <a:pt x="33" y="61"/>
                    <a:pt x="34" y="62"/>
                    <a:pt x="34" y="61"/>
                  </a:cubicBezTo>
                  <a:cubicBezTo>
                    <a:pt x="34" y="61"/>
                    <a:pt x="35" y="61"/>
                    <a:pt x="35" y="61"/>
                  </a:cubicBezTo>
                  <a:cubicBezTo>
                    <a:pt x="36" y="62"/>
                    <a:pt x="34" y="62"/>
                    <a:pt x="34" y="62"/>
                  </a:cubicBezTo>
                  <a:cubicBezTo>
                    <a:pt x="33" y="62"/>
                    <a:pt x="32" y="62"/>
                    <a:pt x="31" y="62"/>
                  </a:cubicBezTo>
                  <a:cubicBezTo>
                    <a:pt x="31" y="62"/>
                    <a:pt x="30" y="62"/>
                    <a:pt x="30" y="62"/>
                  </a:cubicBezTo>
                  <a:cubicBezTo>
                    <a:pt x="30" y="63"/>
                    <a:pt x="28" y="63"/>
                    <a:pt x="28" y="63"/>
                  </a:cubicBezTo>
                  <a:cubicBezTo>
                    <a:pt x="27" y="63"/>
                    <a:pt x="27" y="63"/>
                    <a:pt x="26" y="63"/>
                  </a:cubicBezTo>
                  <a:cubicBezTo>
                    <a:pt x="24" y="64"/>
                    <a:pt x="24" y="64"/>
                    <a:pt x="23" y="65"/>
                  </a:cubicBezTo>
                  <a:cubicBezTo>
                    <a:pt x="21" y="65"/>
                    <a:pt x="19" y="66"/>
                    <a:pt x="17" y="67"/>
                  </a:cubicBezTo>
                  <a:cubicBezTo>
                    <a:pt x="16" y="67"/>
                    <a:pt x="16" y="68"/>
                    <a:pt x="15" y="68"/>
                  </a:cubicBezTo>
                  <a:cubicBezTo>
                    <a:pt x="15" y="69"/>
                    <a:pt x="14" y="69"/>
                    <a:pt x="13" y="69"/>
                  </a:cubicBezTo>
                  <a:cubicBezTo>
                    <a:pt x="13" y="69"/>
                    <a:pt x="10" y="72"/>
                    <a:pt x="10" y="70"/>
                  </a:cubicBezTo>
                  <a:cubicBezTo>
                    <a:pt x="10" y="69"/>
                    <a:pt x="11" y="67"/>
                    <a:pt x="10" y="66"/>
                  </a:cubicBezTo>
                  <a:cubicBezTo>
                    <a:pt x="10" y="65"/>
                    <a:pt x="10" y="65"/>
                    <a:pt x="10" y="64"/>
                  </a:cubicBezTo>
                  <a:cubicBezTo>
                    <a:pt x="11" y="64"/>
                    <a:pt x="10" y="63"/>
                    <a:pt x="10" y="63"/>
                  </a:cubicBezTo>
                  <a:cubicBezTo>
                    <a:pt x="10" y="62"/>
                    <a:pt x="11" y="62"/>
                    <a:pt x="11" y="62"/>
                  </a:cubicBezTo>
                  <a:cubicBezTo>
                    <a:pt x="11" y="61"/>
                    <a:pt x="11" y="60"/>
                    <a:pt x="12" y="60"/>
                  </a:cubicBezTo>
                  <a:cubicBezTo>
                    <a:pt x="12" y="60"/>
                    <a:pt x="12" y="60"/>
                    <a:pt x="12" y="60"/>
                  </a:cubicBezTo>
                  <a:cubicBezTo>
                    <a:pt x="12" y="60"/>
                    <a:pt x="12" y="60"/>
                    <a:pt x="12" y="60"/>
                  </a:cubicBezTo>
                  <a:cubicBezTo>
                    <a:pt x="12" y="59"/>
                    <a:pt x="12" y="60"/>
                    <a:pt x="12" y="59"/>
                  </a:cubicBezTo>
                  <a:cubicBezTo>
                    <a:pt x="11" y="59"/>
                    <a:pt x="12" y="58"/>
                    <a:pt x="12" y="58"/>
                  </a:cubicBezTo>
                  <a:cubicBezTo>
                    <a:pt x="12" y="57"/>
                    <a:pt x="12" y="57"/>
                    <a:pt x="12" y="56"/>
                  </a:cubicBezTo>
                  <a:cubicBezTo>
                    <a:pt x="12" y="56"/>
                    <a:pt x="12" y="55"/>
                    <a:pt x="12" y="55"/>
                  </a:cubicBezTo>
                  <a:cubicBezTo>
                    <a:pt x="12" y="55"/>
                    <a:pt x="12" y="54"/>
                    <a:pt x="11" y="54"/>
                  </a:cubicBezTo>
                  <a:cubicBezTo>
                    <a:pt x="11" y="54"/>
                    <a:pt x="11" y="54"/>
                    <a:pt x="11" y="54"/>
                  </a:cubicBezTo>
                  <a:cubicBezTo>
                    <a:pt x="11" y="54"/>
                    <a:pt x="11" y="54"/>
                    <a:pt x="11" y="54"/>
                  </a:cubicBezTo>
                  <a:cubicBezTo>
                    <a:pt x="11" y="54"/>
                    <a:pt x="10" y="54"/>
                    <a:pt x="10" y="54"/>
                  </a:cubicBezTo>
                  <a:cubicBezTo>
                    <a:pt x="10" y="53"/>
                    <a:pt x="9" y="53"/>
                    <a:pt x="9" y="53"/>
                  </a:cubicBezTo>
                  <a:cubicBezTo>
                    <a:pt x="9" y="54"/>
                    <a:pt x="8" y="53"/>
                    <a:pt x="8" y="52"/>
                  </a:cubicBezTo>
                  <a:cubicBezTo>
                    <a:pt x="8" y="52"/>
                    <a:pt x="8" y="51"/>
                    <a:pt x="8" y="51"/>
                  </a:cubicBezTo>
                  <a:cubicBezTo>
                    <a:pt x="7" y="51"/>
                    <a:pt x="8" y="50"/>
                    <a:pt x="8" y="50"/>
                  </a:cubicBezTo>
                  <a:cubicBezTo>
                    <a:pt x="7" y="49"/>
                    <a:pt x="6" y="49"/>
                    <a:pt x="6" y="49"/>
                  </a:cubicBezTo>
                  <a:cubicBezTo>
                    <a:pt x="5" y="49"/>
                    <a:pt x="5" y="49"/>
                    <a:pt x="4" y="49"/>
                  </a:cubicBezTo>
                  <a:cubicBezTo>
                    <a:pt x="3" y="49"/>
                    <a:pt x="2" y="48"/>
                    <a:pt x="2" y="48"/>
                  </a:cubicBezTo>
                  <a:cubicBezTo>
                    <a:pt x="2" y="48"/>
                    <a:pt x="2" y="48"/>
                    <a:pt x="2" y="48"/>
                  </a:cubicBezTo>
                  <a:cubicBezTo>
                    <a:pt x="2" y="47"/>
                    <a:pt x="2" y="47"/>
                    <a:pt x="2" y="47"/>
                  </a:cubicBezTo>
                  <a:cubicBezTo>
                    <a:pt x="2" y="48"/>
                    <a:pt x="0" y="47"/>
                    <a:pt x="0" y="47"/>
                  </a:cubicBezTo>
                  <a:cubicBezTo>
                    <a:pt x="1" y="46"/>
                    <a:pt x="1" y="46"/>
                    <a:pt x="1" y="46"/>
                  </a:cubicBezTo>
                  <a:cubicBezTo>
                    <a:pt x="2" y="46"/>
                    <a:pt x="2" y="45"/>
                    <a:pt x="2" y="45"/>
                  </a:cubicBezTo>
                  <a:cubicBezTo>
                    <a:pt x="2" y="44"/>
                    <a:pt x="3" y="44"/>
                    <a:pt x="3" y="43"/>
                  </a:cubicBezTo>
                  <a:cubicBezTo>
                    <a:pt x="3" y="43"/>
                    <a:pt x="3" y="42"/>
                    <a:pt x="3" y="42"/>
                  </a:cubicBezTo>
                  <a:cubicBezTo>
                    <a:pt x="4" y="41"/>
                    <a:pt x="3" y="40"/>
                    <a:pt x="3" y="40"/>
                  </a:cubicBezTo>
                  <a:cubicBezTo>
                    <a:pt x="4" y="39"/>
                    <a:pt x="3" y="39"/>
                    <a:pt x="3" y="38"/>
                  </a:cubicBezTo>
                  <a:cubicBezTo>
                    <a:pt x="2" y="38"/>
                    <a:pt x="2" y="37"/>
                    <a:pt x="2" y="36"/>
                  </a:cubicBezTo>
                  <a:cubicBezTo>
                    <a:pt x="2" y="36"/>
                    <a:pt x="2" y="35"/>
                    <a:pt x="2" y="35"/>
                  </a:cubicBezTo>
                  <a:cubicBezTo>
                    <a:pt x="2" y="34"/>
                    <a:pt x="2" y="35"/>
                    <a:pt x="3" y="35"/>
                  </a:cubicBezTo>
                  <a:cubicBezTo>
                    <a:pt x="3" y="35"/>
                    <a:pt x="4" y="36"/>
                    <a:pt x="4" y="35"/>
                  </a:cubicBezTo>
                  <a:cubicBezTo>
                    <a:pt x="4" y="34"/>
                    <a:pt x="6" y="33"/>
                    <a:pt x="5" y="32"/>
                  </a:cubicBezTo>
                  <a:cubicBezTo>
                    <a:pt x="5" y="32"/>
                    <a:pt x="6" y="31"/>
                    <a:pt x="6" y="30"/>
                  </a:cubicBezTo>
                  <a:cubicBezTo>
                    <a:pt x="6" y="30"/>
                    <a:pt x="6" y="30"/>
                    <a:pt x="7" y="30"/>
                  </a:cubicBezTo>
                  <a:cubicBezTo>
                    <a:pt x="7" y="30"/>
                    <a:pt x="6" y="29"/>
                    <a:pt x="6" y="29"/>
                  </a:cubicBezTo>
                  <a:cubicBezTo>
                    <a:pt x="6" y="29"/>
                    <a:pt x="6" y="28"/>
                    <a:pt x="6" y="28"/>
                  </a:cubicBezTo>
                  <a:cubicBezTo>
                    <a:pt x="6" y="28"/>
                    <a:pt x="5" y="28"/>
                    <a:pt x="5" y="28"/>
                  </a:cubicBezTo>
                  <a:cubicBezTo>
                    <a:pt x="5" y="28"/>
                    <a:pt x="4" y="28"/>
                    <a:pt x="4" y="28"/>
                  </a:cubicBezTo>
                  <a:cubicBezTo>
                    <a:pt x="4" y="27"/>
                    <a:pt x="4" y="26"/>
                    <a:pt x="4" y="26"/>
                  </a:cubicBezTo>
                  <a:cubicBezTo>
                    <a:pt x="4" y="25"/>
                    <a:pt x="5" y="25"/>
                    <a:pt x="5" y="25"/>
                  </a:cubicBezTo>
                  <a:cubicBezTo>
                    <a:pt x="5" y="25"/>
                    <a:pt x="6" y="25"/>
                    <a:pt x="6" y="25"/>
                  </a:cubicBezTo>
                  <a:cubicBezTo>
                    <a:pt x="6" y="25"/>
                    <a:pt x="7" y="25"/>
                    <a:pt x="7" y="25"/>
                  </a:cubicBezTo>
                  <a:cubicBezTo>
                    <a:pt x="7" y="25"/>
                    <a:pt x="7" y="26"/>
                    <a:pt x="8" y="26"/>
                  </a:cubicBezTo>
                  <a:cubicBezTo>
                    <a:pt x="8" y="25"/>
                    <a:pt x="8" y="25"/>
                    <a:pt x="8" y="25"/>
                  </a:cubicBezTo>
                  <a:cubicBezTo>
                    <a:pt x="9" y="26"/>
                    <a:pt x="9" y="26"/>
                    <a:pt x="9" y="26"/>
                  </a:cubicBezTo>
                  <a:cubicBezTo>
                    <a:pt x="10" y="26"/>
                    <a:pt x="9" y="23"/>
                    <a:pt x="9" y="23"/>
                  </a:cubicBezTo>
                  <a:cubicBezTo>
                    <a:pt x="9" y="23"/>
                    <a:pt x="9" y="22"/>
                    <a:pt x="8" y="22"/>
                  </a:cubicBezTo>
                  <a:cubicBezTo>
                    <a:pt x="8" y="22"/>
                    <a:pt x="7" y="22"/>
                    <a:pt x="7" y="21"/>
                  </a:cubicBezTo>
                  <a:cubicBezTo>
                    <a:pt x="7" y="20"/>
                    <a:pt x="7" y="19"/>
                    <a:pt x="8" y="19"/>
                  </a:cubicBezTo>
                  <a:cubicBezTo>
                    <a:pt x="10" y="18"/>
                    <a:pt x="7" y="18"/>
                    <a:pt x="7" y="17"/>
                  </a:cubicBezTo>
                  <a:cubicBezTo>
                    <a:pt x="7" y="16"/>
                    <a:pt x="9" y="14"/>
                    <a:pt x="7" y="15"/>
                  </a:cubicBezTo>
                  <a:cubicBezTo>
                    <a:pt x="5" y="16"/>
                    <a:pt x="5" y="12"/>
                    <a:pt x="5" y="11"/>
                  </a:cubicBezTo>
                  <a:cubicBezTo>
                    <a:pt x="5" y="11"/>
                    <a:pt x="6" y="10"/>
                    <a:pt x="5" y="10"/>
                  </a:cubicBezTo>
                  <a:cubicBezTo>
                    <a:pt x="5" y="9"/>
                    <a:pt x="5" y="9"/>
                    <a:pt x="5" y="9"/>
                  </a:cubicBezTo>
                  <a:cubicBezTo>
                    <a:pt x="5" y="9"/>
                    <a:pt x="5" y="8"/>
                    <a:pt x="5" y="8"/>
                  </a:cubicBezTo>
                  <a:cubicBezTo>
                    <a:pt x="5" y="8"/>
                    <a:pt x="6" y="8"/>
                    <a:pt x="6" y="8"/>
                  </a:cubicBezTo>
                  <a:cubicBezTo>
                    <a:pt x="6" y="7"/>
                    <a:pt x="6" y="7"/>
                    <a:pt x="7" y="7"/>
                  </a:cubicBezTo>
                  <a:cubicBezTo>
                    <a:pt x="7" y="6"/>
                    <a:pt x="7" y="7"/>
                    <a:pt x="7" y="7"/>
                  </a:cubicBezTo>
                  <a:cubicBezTo>
                    <a:pt x="8" y="6"/>
                    <a:pt x="8" y="6"/>
                    <a:pt x="9" y="6"/>
                  </a:cubicBezTo>
                  <a:cubicBezTo>
                    <a:pt x="9" y="5"/>
                    <a:pt x="9" y="5"/>
                    <a:pt x="9" y="5"/>
                  </a:cubicBezTo>
                  <a:cubicBezTo>
                    <a:pt x="9" y="5"/>
                    <a:pt x="9" y="4"/>
                    <a:pt x="10" y="4"/>
                  </a:cubicBezTo>
                  <a:cubicBezTo>
                    <a:pt x="10" y="3"/>
                    <a:pt x="11" y="4"/>
                    <a:pt x="11" y="4"/>
                  </a:cubicBezTo>
                  <a:cubicBezTo>
                    <a:pt x="12" y="3"/>
                    <a:pt x="12" y="3"/>
                    <a:pt x="12" y="4"/>
                  </a:cubicBezTo>
                  <a:cubicBezTo>
                    <a:pt x="12" y="4"/>
                    <a:pt x="12" y="5"/>
                    <a:pt x="13" y="5"/>
                  </a:cubicBezTo>
                  <a:cubicBezTo>
                    <a:pt x="13" y="4"/>
                    <a:pt x="13" y="5"/>
                    <a:pt x="13" y="6"/>
                  </a:cubicBezTo>
                  <a:cubicBezTo>
                    <a:pt x="14" y="6"/>
                    <a:pt x="15" y="6"/>
                    <a:pt x="15" y="6"/>
                  </a:cubicBezTo>
                  <a:cubicBezTo>
                    <a:pt x="16" y="6"/>
                    <a:pt x="16" y="7"/>
                    <a:pt x="17" y="6"/>
                  </a:cubicBezTo>
                  <a:cubicBezTo>
                    <a:pt x="17" y="6"/>
                    <a:pt x="16" y="5"/>
                    <a:pt x="17" y="5"/>
                  </a:cubicBezTo>
                  <a:cubicBezTo>
                    <a:pt x="17" y="4"/>
                    <a:pt x="17" y="5"/>
                    <a:pt x="18" y="4"/>
                  </a:cubicBezTo>
                  <a:cubicBezTo>
                    <a:pt x="18" y="4"/>
                    <a:pt x="19" y="5"/>
                    <a:pt x="20" y="4"/>
                  </a:cubicBezTo>
                  <a:cubicBezTo>
                    <a:pt x="20" y="4"/>
                    <a:pt x="19" y="1"/>
                    <a:pt x="20" y="1"/>
                  </a:cubicBezTo>
                  <a:cubicBezTo>
                    <a:pt x="21" y="1"/>
                    <a:pt x="21" y="3"/>
                    <a:pt x="22" y="2"/>
                  </a:cubicBezTo>
                  <a:cubicBezTo>
                    <a:pt x="23" y="2"/>
                    <a:pt x="21" y="1"/>
                    <a:pt x="22" y="1"/>
                  </a:cubicBezTo>
                  <a:cubicBezTo>
                    <a:pt x="22" y="1"/>
                    <a:pt x="23" y="1"/>
                    <a:pt x="23" y="1"/>
                  </a:cubicBezTo>
                  <a:cubicBezTo>
                    <a:pt x="23" y="1"/>
                    <a:pt x="23" y="0"/>
                    <a:pt x="24" y="0"/>
                  </a:cubicBezTo>
                  <a:cubicBezTo>
                    <a:pt x="24" y="0"/>
                    <a:pt x="24" y="1"/>
                    <a:pt x="24" y="1"/>
                  </a:cubicBezTo>
                  <a:cubicBezTo>
                    <a:pt x="24" y="1"/>
                    <a:pt x="23" y="2"/>
                    <a:pt x="24" y="3"/>
                  </a:cubicBezTo>
                  <a:cubicBezTo>
                    <a:pt x="24" y="3"/>
                    <a:pt x="24" y="3"/>
                    <a:pt x="24" y="3"/>
                  </a:cubicBezTo>
                  <a:cubicBezTo>
                    <a:pt x="24" y="3"/>
                    <a:pt x="24" y="4"/>
                    <a:pt x="24" y="4"/>
                  </a:cubicBezTo>
                  <a:cubicBezTo>
                    <a:pt x="24" y="4"/>
                    <a:pt x="24" y="4"/>
                    <a:pt x="24" y="5"/>
                  </a:cubicBezTo>
                  <a:cubicBezTo>
                    <a:pt x="24" y="5"/>
                    <a:pt x="24" y="5"/>
                    <a:pt x="24" y="5"/>
                  </a:cubicBezTo>
                  <a:cubicBezTo>
                    <a:pt x="23" y="5"/>
                    <a:pt x="25" y="6"/>
                    <a:pt x="25" y="6"/>
                  </a:cubicBezTo>
                  <a:cubicBezTo>
                    <a:pt x="26" y="6"/>
                    <a:pt x="26" y="6"/>
                    <a:pt x="26" y="5"/>
                  </a:cubicBezTo>
                  <a:cubicBezTo>
                    <a:pt x="27" y="5"/>
                    <a:pt x="27" y="6"/>
                    <a:pt x="27" y="5"/>
                  </a:cubicBezTo>
                  <a:cubicBezTo>
                    <a:pt x="27" y="5"/>
                    <a:pt x="27" y="4"/>
                    <a:pt x="27" y="4"/>
                  </a:cubicBezTo>
                  <a:cubicBezTo>
                    <a:pt x="28" y="4"/>
                    <a:pt x="29" y="3"/>
                    <a:pt x="30" y="3"/>
                  </a:cubicBezTo>
                  <a:cubicBezTo>
                    <a:pt x="31" y="3"/>
                    <a:pt x="31" y="5"/>
                    <a:pt x="32" y="5"/>
                  </a:cubicBezTo>
                  <a:cubicBezTo>
                    <a:pt x="32" y="5"/>
                    <a:pt x="32" y="5"/>
                    <a:pt x="33" y="5"/>
                  </a:cubicBezTo>
                  <a:cubicBezTo>
                    <a:pt x="33" y="5"/>
                    <a:pt x="33" y="5"/>
                    <a:pt x="34" y="5"/>
                  </a:cubicBezTo>
                  <a:cubicBezTo>
                    <a:pt x="34" y="5"/>
                    <a:pt x="34" y="5"/>
                    <a:pt x="35" y="5"/>
                  </a:cubicBezTo>
                  <a:cubicBezTo>
                    <a:pt x="35" y="6"/>
                    <a:pt x="34" y="6"/>
                    <a:pt x="35" y="6"/>
                  </a:cubicBezTo>
                  <a:cubicBezTo>
                    <a:pt x="35" y="6"/>
                    <a:pt x="35" y="7"/>
                    <a:pt x="35" y="7"/>
                  </a:cubicBezTo>
                  <a:cubicBezTo>
                    <a:pt x="35" y="7"/>
                    <a:pt x="35" y="7"/>
                    <a:pt x="35" y="8"/>
                  </a:cubicBezTo>
                  <a:cubicBezTo>
                    <a:pt x="36" y="8"/>
                    <a:pt x="36" y="8"/>
                    <a:pt x="36" y="9"/>
                  </a:cubicBezTo>
                  <a:cubicBezTo>
                    <a:pt x="36" y="10"/>
                    <a:pt x="36" y="10"/>
                    <a:pt x="37" y="10"/>
                  </a:cubicBezTo>
                  <a:cubicBezTo>
                    <a:pt x="38" y="10"/>
                    <a:pt x="37" y="11"/>
                    <a:pt x="38" y="11"/>
                  </a:cubicBezTo>
                  <a:cubicBezTo>
                    <a:pt x="38" y="11"/>
                    <a:pt x="38" y="12"/>
                    <a:pt x="39" y="12"/>
                  </a:cubicBezTo>
                  <a:cubicBezTo>
                    <a:pt x="39" y="12"/>
                    <a:pt x="39" y="12"/>
                    <a:pt x="39" y="12"/>
                  </a:cubicBezTo>
                  <a:cubicBezTo>
                    <a:pt x="39" y="11"/>
                    <a:pt x="40" y="12"/>
                    <a:pt x="40" y="12"/>
                  </a:cubicBezTo>
                  <a:cubicBezTo>
                    <a:pt x="40" y="11"/>
                    <a:pt x="40" y="11"/>
                    <a:pt x="40" y="12"/>
                  </a:cubicBezTo>
                  <a:cubicBezTo>
                    <a:pt x="40" y="13"/>
                    <a:pt x="41" y="12"/>
                    <a:pt x="41" y="12"/>
                  </a:cubicBezTo>
                  <a:cubicBezTo>
                    <a:pt x="41" y="13"/>
                    <a:pt x="41" y="13"/>
                    <a:pt x="42" y="13"/>
                  </a:cubicBezTo>
                  <a:cubicBezTo>
                    <a:pt x="42" y="12"/>
                    <a:pt x="42" y="13"/>
                    <a:pt x="42" y="12"/>
                  </a:cubicBezTo>
                  <a:cubicBezTo>
                    <a:pt x="42" y="11"/>
                    <a:pt x="43" y="11"/>
                    <a:pt x="44" y="11"/>
                  </a:cubicBezTo>
                  <a:cubicBezTo>
                    <a:pt x="44" y="10"/>
                    <a:pt x="44" y="11"/>
                    <a:pt x="45" y="11"/>
                  </a:cubicBezTo>
                  <a:cubicBezTo>
                    <a:pt x="45" y="11"/>
                    <a:pt x="45" y="10"/>
                    <a:pt x="46" y="10"/>
                  </a:cubicBezTo>
                  <a:cubicBezTo>
                    <a:pt x="46" y="10"/>
                    <a:pt x="48" y="9"/>
                    <a:pt x="48" y="9"/>
                  </a:cubicBezTo>
                  <a:cubicBezTo>
                    <a:pt x="49" y="9"/>
                    <a:pt x="51" y="9"/>
                    <a:pt x="52" y="9"/>
                  </a:cubicBezTo>
                  <a:cubicBezTo>
                    <a:pt x="52" y="9"/>
                    <a:pt x="52" y="9"/>
                    <a:pt x="52" y="10"/>
                  </a:cubicBezTo>
                  <a:cubicBezTo>
                    <a:pt x="52" y="10"/>
                    <a:pt x="52" y="10"/>
                    <a:pt x="52" y="10"/>
                  </a:cubicBezTo>
                  <a:cubicBezTo>
                    <a:pt x="53" y="10"/>
                    <a:pt x="53" y="9"/>
                    <a:pt x="53" y="9"/>
                  </a:cubicBezTo>
                  <a:cubicBezTo>
                    <a:pt x="53" y="9"/>
                    <a:pt x="53" y="10"/>
                    <a:pt x="53" y="10"/>
                  </a:cubicBezTo>
                  <a:cubicBezTo>
                    <a:pt x="53" y="10"/>
                    <a:pt x="53" y="10"/>
                    <a:pt x="54" y="10"/>
                  </a:cubicBezTo>
                  <a:cubicBezTo>
                    <a:pt x="54" y="11"/>
                    <a:pt x="54" y="11"/>
                    <a:pt x="54" y="11"/>
                  </a:cubicBezTo>
                  <a:cubicBezTo>
                    <a:pt x="55" y="11"/>
                    <a:pt x="55" y="11"/>
                    <a:pt x="55" y="12"/>
                  </a:cubicBezTo>
                  <a:cubicBezTo>
                    <a:pt x="56" y="13"/>
                    <a:pt x="56" y="14"/>
                    <a:pt x="57" y="14"/>
                  </a:cubicBezTo>
                  <a:cubicBezTo>
                    <a:pt x="57" y="15"/>
                    <a:pt x="57" y="15"/>
                    <a:pt x="58" y="14"/>
                  </a:cubicBezTo>
                  <a:cubicBezTo>
                    <a:pt x="58" y="15"/>
                    <a:pt x="57" y="16"/>
                    <a:pt x="58" y="16"/>
                  </a:cubicBezTo>
                  <a:cubicBezTo>
                    <a:pt x="58" y="16"/>
                    <a:pt x="57" y="18"/>
                    <a:pt x="57" y="18"/>
                  </a:cubicBezTo>
                  <a:cubicBezTo>
                    <a:pt x="57" y="19"/>
                    <a:pt x="58" y="19"/>
                    <a:pt x="58" y="19"/>
                  </a:cubicBezTo>
                  <a:cubicBezTo>
                    <a:pt x="58" y="20"/>
                    <a:pt x="59" y="21"/>
                    <a:pt x="58" y="22"/>
                  </a:cubicBezTo>
                  <a:cubicBezTo>
                    <a:pt x="59" y="22"/>
                    <a:pt x="59" y="25"/>
                    <a:pt x="59" y="26"/>
                  </a:cubicBezTo>
                  <a:cubicBezTo>
                    <a:pt x="59" y="26"/>
                    <a:pt x="60" y="27"/>
                    <a:pt x="60" y="28"/>
                  </a:cubicBezTo>
                  <a:cubicBezTo>
                    <a:pt x="60" y="29"/>
                    <a:pt x="59" y="28"/>
                    <a:pt x="59" y="29"/>
                  </a:cubicBezTo>
                  <a:close/>
                  <a:moveTo>
                    <a:pt x="52" y="62"/>
                  </a:moveTo>
                  <a:cubicBezTo>
                    <a:pt x="51" y="62"/>
                    <a:pt x="53" y="62"/>
                    <a:pt x="53" y="62"/>
                  </a:cubicBezTo>
                  <a:cubicBezTo>
                    <a:pt x="53" y="62"/>
                    <a:pt x="52" y="62"/>
                    <a:pt x="52" y="6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12" name="Costa Rica">
              <a:extLst>
                <a:ext uri="{FF2B5EF4-FFF2-40B4-BE49-F238E27FC236}">
                  <a16:creationId xmlns:a16="http://schemas.microsoft.com/office/drawing/2014/main" id="{759F67E5-BA44-12D6-C37F-98163B80EAAB}"/>
                </a:ext>
              </a:extLst>
            </p:cNvPr>
            <p:cNvSpPr>
              <a:spLocks/>
            </p:cNvSpPr>
            <p:nvPr/>
          </p:nvSpPr>
          <p:spPr bwMode="auto">
            <a:xfrm>
              <a:off x="2758152" y="3608175"/>
              <a:ext cx="113700" cy="123501"/>
            </a:xfrm>
            <a:custGeom>
              <a:avLst/>
              <a:gdLst/>
              <a:ahLst/>
              <a:cxnLst>
                <a:cxn ang="0">
                  <a:pos x="29" y="16"/>
                </a:cxn>
                <a:cxn ang="0">
                  <a:pos x="27" y="13"/>
                </a:cxn>
                <a:cxn ang="0">
                  <a:pos x="25" y="11"/>
                </a:cxn>
                <a:cxn ang="0">
                  <a:pos x="23" y="7"/>
                </a:cxn>
                <a:cxn ang="0">
                  <a:pos x="23" y="5"/>
                </a:cxn>
                <a:cxn ang="0">
                  <a:pos x="22" y="4"/>
                </a:cxn>
                <a:cxn ang="0">
                  <a:pos x="23" y="4"/>
                </a:cxn>
                <a:cxn ang="0">
                  <a:pos x="22" y="5"/>
                </a:cxn>
                <a:cxn ang="0">
                  <a:pos x="19" y="5"/>
                </a:cxn>
                <a:cxn ang="0">
                  <a:pos x="16" y="3"/>
                </a:cxn>
                <a:cxn ang="0">
                  <a:pos x="16" y="3"/>
                </a:cxn>
                <a:cxn ang="0">
                  <a:pos x="14" y="2"/>
                </a:cxn>
                <a:cxn ang="0">
                  <a:pos x="11" y="3"/>
                </a:cxn>
                <a:cxn ang="0">
                  <a:pos x="5" y="1"/>
                </a:cxn>
                <a:cxn ang="0">
                  <a:pos x="3" y="2"/>
                </a:cxn>
                <a:cxn ang="0">
                  <a:pos x="2" y="3"/>
                </a:cxn>
                <a:cxn ang="0">
                  <a:pos x="1" y="3"/>
                </a:cxn>
                <a:cxn ang="0">
                  <a:pos x="1" y="3"/>
                </a:cxn>
                <a:cxn ang="0">
                  <a:pos x="2" y="4"/>
                </a:cxn>
                <a:cxn ang="0">
                  <a:pos x="2" y="4"/>
                </a:cxn>
                <a:cxn ang="0">
                  <a:pos x="3" y="6"/>
                </a:cxn>
                <a:cxn ang="0">
                  <a:pos x="1" y="9"/>
                </a:cxn>
                <a:cxn ang="0">
                  <a:pos x="1" y="12"/>
                </a:cxn>
                <a:cxn ang="0">
                  <a:pos x="3" y="15"/>
                </a:cxn>
                <a:cxn ang="0">
                  <a:pos x="6" y="16"/>
                </a:cxn>
                <a:cxn ang="0">
                  <a:pos x="7" y="18"/>
                </a:cxn>
                <a:cxn ang="0">
                  <a:pos x="8" y="17"/>
                </a:cxn>
                <a:cxn ang="0">
                  <a:pos x="9" y="16"/>
                </a:cxn>
                <a:cxn ang="0">
                  <a:pos x="9" y="15"/>
                </a:cxn>
                <a:cxn ang="0">
                  <a:pos x="7" y="13"/>
                </a:cxn>
                <a:cxn ang="0">
                  <a:pos x="6" y="12"/>
                </a:cxn>
                <a:cxn ang="0">
                  <a:pos x="6" y="10"/>
                </a:cxn>
                <a:cxn ang="0">
                  <a:pos x="8" y="12"/>
                </a:cxn>
                <a:cxn ang="0">
                  <a:pos x="10" y="14"/>
                </a:cxn>
                <a:cxn ang="0">
                  <a:pos x="11" y="15"/>
                </a:cxn>
                <a:cxn ang="0">
                  <a:pos x="11" y="17"/>
                </a:cxn>
                <a:cxn ang="0">
                  <a:pos x="16" y="19"/>
                </a:cxn>
                <a:cxn ang="0">
                  <a:pos x="17" y="20"/>
                </a:cxn>
                <a:cxn ang="0">
                  <a:pos x="20" y="22"/>
                </a:cxn>
                <a:cxn ang="0">
                  <a:pos x="21" y="25"/>
                </a:cxn>
                <a:cxn ang="0">
                  <a:pos x="21" y="26"/>
                </a:cxn>
                <a:cxn ang="0">
                  <a:pos x="21" y="27"/>
                </a:cxn>
                <a:cxn ang="0">
                  <a:pos x="20" y="28"/>
                </a:cxn>
                <a:cxn ang="0">
                  <a:pos x="21" y="30"/>
                </a:cxn>
                <a:cxn ang="0">
                  <a:pos x="24" y="31"/>
                </a:cxn>
                <a:cxn ang="0">
                  <a:pos x="22" y="28"/>
                </a:cxn>
                <a:cxn ang="0">
                  <a:pos x="24" y="28"/>
                </a:cxn>
                <a:cxn ang="0">
                  <a:pos x="25" y="29"/>
                </a:cxn>
                <a:cxn ang="0">
                  <a:pos x="26" y="30"/>
                </a:cxn>
                <a:cxn ang="0">
                  <a:pos x="27" y="33"/>
                </a:cxn>
                <a:cxn ang="0">
                  <a:pos x="27" y="35"/>
                </a:cxn>
                <a:cxn ang="0">
                  <a:pos x="28" y="31"/>
                </a:cxn>
                <a:cxn ang="0">
                  <a:pos x="28" y="27"/>
                </a:cxn>
                <a:cxn ang="0">
                  <a:pos x="29" y="26"/>
                </a:cxn>
                <a:cxn ang="0">
                  <a:pos x="28" y="24"/>
                </a:cxn>
                <a:cxn ang="0">
                  <a:pos x="29" y="19"/>
                </a:cxn>
                <a:cxn ang="0">
                  <a:pos x="30" y="19"/>
                </a:cxn>
                <a:cxn ang="0">
                  <a:pos x="32" y="18"/>
                </a:cxn>
              </a:cxnLst>
              <a:rect l="0" t="0" r="r" b="b"/>
              <a:pathLst>
                <a:path w="32" h="35">
                  <a:moveTo>
                    <a:pt x="31" y="17"/>
                  </a:moveTo>
                  <a:cubicBezTo>
                    <a:pt x="30" y="17"/>
                    <a:pt x="29" y="17"/>
                    <a:pt x="29" y="16"/>
                  </a:cubicBezTo>
                  <a:cubicBezTo>
                    <a:pt x="29" y="17"/>
                    <a:pt x="28" y="15"/>
                    <a:pt x="28" y="14"/>
                  </a:cubicBezTo>
                  <a:cubicBezTo>
                    <a:pt x="28" y="14"/>
                    <a:pt x="28" y="13"/>
                    <a:pt x="27" y="13"/>
                  </a:cubicBezTo>
                  <a:cubicBezTo>
                    <a:pt x="27" y="13"/>
                    <a:pt x="27" y="13"/>
                    <a:pt x="26" y="12"/>
                  </a:cubicBezTo>
                  <a:cubicBezTo>
                    <a:pt x="26" y="12"/>
                    <a:pt x="25" y="11"/>
                    <a:pt x="25" y="11"/>
                  </a:cubicBezTo>
                  <a:cubicBezTo>
                    <a:pt x="25" y="10"/>
                    <a:pt x="24" y="9"/>
                    <a:pt x="24" y="9"/>
                  </a:cubicBezTo>
                  <a:cubicBezTo>
                    <a:pt x="24" y="8"/>
                    <a:pt x="23" y="8"/>
                    <a:pt x="23" y="7"/>
                  </a:cubicBezTo>
                  <a:cubicBezTo>
                    <a:pt x="23" y="6"/>
                    <a:pt x="23" y="6"/>
                    <a:pt x="23" y="5"/>
                  </a:cubicBezTo>
                  <a:cubicBezTo>
                    <a:pt x="23" y="5"/>
                    <a:pt x="23" y="5"/>
                    <a:pt x="23" y="5"/>
                  </a:cubicBezTo>
                  <a:cubicBezTo>
                    <a:pt x="23" y="5"/>
                    <a:pt x="22" y="5"/>
                    <a:pt x="22" y="5"/>
                  </a:cubicBezTo>
                  <a:cubicBezTo>
                    <a:pt x="23" y="5"/>
                    <a:pt x="22" y="4"/>
                    <a:pt x="22" y="4"/>
                  </a:cubicBezTo>
                  <a:cubicBezTo>
                    <a:pt x="23" y="4"/>
                    <a:pt x="23" y="5"/>
                    <a:pt x="23" y="5"/>
                  </a:cubicBezTo>
                  <a:cubicBezTo>
                    <a:pt x="23" y="5"/>
                    <a:pt x="23" y="4"/>
                    <a:pt x="23" y="4"/>
                  </a:cubicBezTo>
                  <a:cubicBezTo>
                    <a:pt x="23" y="3"/>
                    <a:pt x="22" y="3"/>
                    <a:pt x="22" y="3"/>
                  </a:cubicBezTo>
                  <a:cubicBezTo>
                    <a:pt x="22" y="4"/>
                    <a:pt x="22" y="4"/>
                    <a:pt x="22" y="5"/>
                  </a:cubicBezTo>
                  <a:cubicBezTo>
                    <a:pt x="21" y="5"/>
                    <a:pt x="21" y="5"/>
                    <a:pt x="20" y="5"/>
                  </a:cubicBezTo>
                  <a:cubicBezTo>
                    <a:pt x="19" y="6"/>
                    <a:pt x="19" y="5"/>
                    <a:pt x="19" y="5"/>
                  </a:cubicBezTo>
                  <a:cubicBezTo>
                    <a:pt x="18" y="5"/>
                    <a:pt x="18" y="5"/>
                    <a:pt x="17" y="5"/>
                  </a:cubicBezTo>
                  <a:cubicBezTo>
                    <a:pt x="16" y="4"/>
                    <a:pt x="17" y="4"/>
                    <a:pt x="16" y="3"/>
                  </a:cubicBezTo>
                  <a:cubicBezTo>
                    <a:pt x="16" y="3"/>
                    <a:pt x="16" y="3"/>
                    <a:pt x="16" y="3"/>
                  </a:cubicBezTo>
                  <a:cubicBezTo>
                    <a:pt x="16" y="3"/>
                    <a:pt x="16" y="3"/>
                    <a:pt x="16" y="3"/>
                  </a:cubicBezTo>
                  <a:cubicBezTo>
                    <a:pt x="15" y="2"/>
                    <a:pt x="15" y="3"/>
                    <a:pt x="15" y="3"/>
                  </a:cubicBezTo>
                  <a:cubicBezTo>
                    <a:pt x="15" y="3"/>
                    <a:pt x="14" y="3"/>
                    <a:pt x="14" y="2"/>
                  </a:cubicBezTo>
                  <a:cubicBezTo>
                    <a:pt x="14" y="2"/>
                    <a:pt x="13" y="2"/>
                    <a:pt x="13" y="2"/>
                  </a:cubicBezTo>
                  <a:cubicBezTo>
                    <a:pt x="12" y="2"/>
                    <a:pt x="12" y="2"/>
                    <a:pt x="11" y="3"/>
                  </a:cubicBezTo>
                  <a:cubicBezTo>
                    <a:pt x="10" y="3"/>
                    <a:pt x="10" y="3"/>
                    <a:pt x="9" y="3"/>
                  </a:cubicBezTo>
                  <a:cubicBezTo>
                    <a:pt x="8" y="2"/>
                    <a:pt x="6" y="1"/>
                    <a:pt x="5" y="1"/>
                  </a:cubicBezTo>
                  <a:cubicBezTo>
                    <a:pt x="4" y="1"/>
                    <a:pt x="4" y="0"/>
                    <a:pt x="3" y="0"/>
                  </a:cubicBezTo>
                  <a:cubicBezTo>
                    <a:pt x="3" y="1"/>
                    <a:pt x="3" y="1"/>
                    <a:pt x="3" y="2"/>
                  </a:cubicBezTo>
                  <a:cubicBezTo>
                    <a:pt x="3" y="2"/>
                    <a:pt x="2" y="2"/>
                    <a:pt x="2" y="2"/>
                  </a:cubicBezTo>
                  <a:cubicBezTo>
                    <a:pt x="2" y="2"/>
                    <a:pt x="3" y="3"/>
                    <a:pt x="2" y="3"/>
                  </a:cubicBezTo>
                  <a:cubicBezTo>
                    <a:pt x="2" y="3"/>
                    <a:pt x="2" y="3"/>
                    <a:pt x="2" y="3"/>
                  </a:cubicBezTo>
                  <a:cubicBezTo>
                    <a:pt x="2" y="3"/>
                    <a:pt x="2" y="3"/>
                    <a:pt x="1" y="3"/>
                  </a:cubicBezTo>
                  <a:cubicBezTo>
                    <a:pt x="1" y="3"/>
                    <a:pt x="1" y="3"/>
                    <a:pt x="1" y="3"/>
                  </a:cubicBezTo>
                  <a:cubicBezTo>
                    <a:pt x="1" y="3"/>
                    <a:pt x="1" y="3"/>
                    <a:pt x="1" y="3"/>
                  </a:cubicBezTo>
                  <a:cubicBezTo>
                    <a:pt x="1" y="3"/>
                    <a:pt x="0" y="3"/>
                    <a:pt x="0" y="4"/>
                  </a:cubicBezTo>
                  <a:cubicBezTo>
                    <a:pt x="0" y="4"/>
                    <a:pt x="1" y="4"/>
                    <a:pt x="2" y="4"/>
                  </a:cubicBezTo>
                  <a:cubicBezTo>
                    <a:pt x="2" y="4"/>
                    <a:pt x="1" y="4"/>
                    <a:pt x="1" y="4"/>
                  </a:cubicBezTo>
                  <a:cubicBezTo>
                    <a:pt x="2" y="4"/>
                    <a:pt x="2" y="4"/>
                    <a:pt x="2" y="4"/>
                  </a:cubicBezTo>
                  <a:cubicBezTo>
                    <a:pt x="3" y="5"/>
                    <a:pt x="3" y="6"/>
                    <a:pt x="2" y="7"/>
                  </a:cubicBezTo>
                  <a:cubicBezTo>
                    <a:pt x="2" y="7"/>
                    <a:pt x="3" y="6"/>
                    <a:pt x="3" y="6"/>
                  </a:cubicBezTo>
                  <a:cubicBezTo>
                    <a:pt x="3" y="7"/>
                    <a:pt x="1" y="7"/>
                    <a:pt x="1" y="8"/>
                  </a:cubicBezTo>
                  <a:cubicBezTo>
                    <a:pt x="1" y="9"/>
                    <a:pt x="1" y="9"/>
                    <a:pt x="1" y="9"/>
                  </a:cubicBezTo>
                  <a:cubicBezTo>
                    <a:pt x="0" y="9"/>
                    <a:pt x="1" y="9"/>
                    <a:pt x="1" y="10"/>
                  </a:cubicBezTo>
                  <a:cubicBezTo>
                    <a:pt x="1" y="11"/>
                    <a:pt x="0" y="11"/>
                    <a:pt x="1" y="12"/>
                  </a:cubicBezTo>
                  <a:cubicBezTo>
                    <a:pt x="1" y="12"/>
                    <a:pt x="1" y="13"/>
                    <a:pt x="2" y="13"/>
                  </a:cubicBezTo>
                  <a:cubicBezTo>
                    <a:pt x="2" y="14"/>
                    <a:pt x="2" y="14"/>
                    <a:pt x="3" y="15"/>
                  </a:cubicBezTo>
                  <a:cubicBezTo>
                    <a:pt x="3" y="15"/>
                    <a:pt x="3" y="15"/>
                    <a:pt x="4" y="15"/>
                  </a:cubicBezTo>
                  <a:cubicBezTo>
                    <a:pt x="4" y="15"/>
                    <a:pt x="5" y="15"/>
                    <a:pt x="6" y="16"/>
                  </a:cubicBezTo>
                  <a:cubicBezTo>
                    <a:pt x="6" y="16"/>
                    <a:pt x="6" y="17"/>
                    <a:pt x="7" y="17"/>
                  </a:cubicBezTo>
                  <a:cubicBezTo>
                    <a:pt x="7" y="18"/>
                    <a:pt x="7" y="19"/>
                    <a:pt x="7" y="18"/>
                  </a:cubicBezTo>
                  <a:cubicBezTo>
                    <a:pt x="8" y="18"/>
                    <a:pt x="8" y="17"/>
                    <a:pt x="8" y="17"/>
                  </a:cubicBezTo>
                  <a:cubicBezTo>
                    <a:pt x="8" y="17"/>
                    <a:pt x="8" y="17"/>
                    <a:pt x="8" y="17"/>
                  </a:cubicBezTo>
                  <a:cubicBezTo>
                    <a:pt x="8" y="16"/>
                    <a:pt x="8" y="16"/>
                    <a:pt x="8" y="16"/>
                  </a:cubicBezTo>
                  <a:cubicBezTo>
                    <a:pt x="8" y="16"/>
                    <a:pt x="9" y="16"/>
                    <a:pt x="9" y="16"/>
                  </a:cubicBezTo>
                  <a:cubicBezTo>
                    <a:pt x="9" y="16"/>
                    <a:pt x="10" y="15"/>
                    <a:pt x="10" y="15"/>
                  </a:cubicBezTo>
                  <a:cubicBezTo>
                    <a:pt x="10" y="15"/>
                    <a:pt x="9" y="15"/>
                    <a:pt x="9" y="15"/>
                  </a:cubicBezTo>
                  <a:cubicBezTo>
                    <a:pt x="9" y="15"/>
                    <a:pt x="10" y="14"/>
                    <a:pt x="9" y="14"/>
                  </a:cubicBezTo>
                  <a:cubicBezTo>
                    <a:pt x="8" y="14"/>
                    <a:pt x="7" y="14"/>
                    <a:pt x="7" y="13"/>
                  </a:cubicBezTo>
                  <a:cubicBezTo>
                    <a:pt x="7" y="13"/>
                    <a:pt x="7" y="13"/>
                    <a:pt x="7" y="13"/>
                  </a:cubicBezTo>
                  <a:cubicBezTo>
                    <a:pt x="7" y="13"/>
                    <a:pt x="6" y="12"/>
                    <a:pt x="6" y="12"/>
                  </a:cubicBezTo>
                  <a:cubicBezTo>
                    <a:pt x="6" y="11"/>
                    <a:pt x="6" y="11"/>
                    <a:pt x="6" y="11"/>
                  </a:cubicBezTo>
                  <a:cubicBezTo>
                    <a:pt x="6" y="11"/>
                    <a:pt x="6" y="10"/>
                    <a:pt x="6" y="10"/>
                  </a:cubicBezTo>
                  <a:cubicBezTo>
                    <a:pt x="6" y="11"/>
                    <a:pt x="6" y="11"/>
                    <a:pt x="7" y="11"/>
                  </a:cubicBezTo>
                  <a:cubicBezTo>
                    <a:pt x="7" y="12"/>
                    <a:pt x="7" y="11"/>
                    <a:pt x="8" y="12"/>
                  </a:cubicBezTo>
                  <a:cubicBezTo>
                    <a:pt x="9" y="12"/>
                    <a:pt x="9" y="13"/>
                    <a:pt x="10" y="14"/>
                  </a:cubicBezTo>
                  <a:cubicBezTo>
                    <a:pt x="10" y="14"/>
                    <a:pt x="10" y="14"/>
                    <a:pt x="10" y="14"/>
                  </a:cubicBezTo>
                  <a:cubicBezTo>
                    <a:pt x="10" y="14"/>
                    <a:pt x="11" y="14"/>
                    <a:pt x="11" y="14"/>
                  </a:cubicBezTo>
                  <a:cubicBezTo>
                    <a:pt x="11" y="14"/>
                    <a:pt x="11" y="14"/>
                    <a:pt x="11" y="15"/>
                  </a:cubicBezTo>
                  <a:cubicBezTo>
                    <a:pt x="11" y="15"/>
                    <a:pt x="12" y="15"/>
                    <a:pt x="12" y="16"/>
                  </a:cubicBezTo>
                  <a:cubicBezTo>
                    <a:pt x="12" y="16"/>
                    <a:pt x="11" y="17"/>
                    <a:pt x="11" y="17"/>
                  </a:cubicBezTo>
                  <a:cubicBezTo>
                    <a:pt x="12" y="18"/>
                    <a:pt x="12" y="19"/>
                    <a:pt x="13" y="19"/>
                  </a:cubicBezTo>
                  <a:cubicBezTo>
                    <a:pt x="14" y="19"/>
                    <a:pt x="15" y="19"/>
                    <a:pt x="16" y="19"/>
                  </a:cubicBezTo>
                  <a:cubicBezTo>
                    <a:pt x="15" y="19"/>
                    <a:pt x="16" y="19"/>
                    <a:pt x="16" y="20"/>
                  </a:cubicBezTo>
                  <a:cubicBezTo>
                    <a:pt x="16" y="20"/>
                    <a:pt x="17" y="20"/>
                    <a:pt x="17" y="20"/>
                  </a:cubicBezTo>
                  <a:cubicBezTo>
                    <a:pt x="18" y="21"/>
                    <a:pt x="18" y="21"/>
                    <a:pt x="18" y="21"/>
                  </a:cubicBezTo>
                  <a:cubicBezTo>
                    <a:pt x="19" y="22"/>
                    <a:pt x="19" y="22"/>
                    <a:pt x="20" y="22"/>
                  </a:cubicBezTo>
                  <a:cubicBezTo>
                    <a:pt x="20" y="23"/>
                    <a:pt x="21" y="24"/>
                    <a:pt x="21" y="25"/>
                  </a:cubicBezTo>
                  <a:cubicBezTo>
                    <a:pt x="21" y="25"/>
                    <a:pt x="21" y="25"/>
                    <a:pt x="21" y="25"/>
                  </a:cubicBezTo>
                  <a:cubicBezTo>
                    <a:pt x="21" y="25"/>
                    <a:pt x="22" y="26"/>
                    <a:pt x="21" y="26"/>
                  </a:cubicBezTo>
                  <a:cubicBezTo>
                    <a:pt x="21" y="26"/>
                    <a:pt x="21" y="26"/>
                    <a:pt x="21" y="26"/>
                  </a:cubicBezTo>
                  <a:cubicBezTo>
                    <a:pt x="21" y="26"/>
                    <a:pt x="21" y="26"/>
                    <a:pt x="21" y="26"/>
                  </a:cubicBezTo>
                  <a:cubicBezTo>
                    <a:pt x="21" y="26"/>
                    <a:pt x="21" y="26"/>
                    <a:pt x="21" y="27"/>
                  </a:cubicBezTo>
                  <a:cubicBezTo>
                    <a:pt x="21" y="27"/>
                    <a:pt x="21" y="27"/>
                    <a:pt x="21" y="27"/>
                  </a:cubicBezTo>
                  <a:cubicBezTo>
                    <a:pt x="21" y="27"/>
                    <a:pt x="21" y="28"/>
                    <a:pt x="20" y="28"/>
                  </a:cubicBezTo>
                  <a:cubicBezTo>
                    <a:pt x="20" y="28"/>
                    <a:pt x="20" y="29"/>
                    <a:pt x="20" y="29"/>
                  </a:cubicBezTo>
                  <a:cubicBezTo>
                    <a:pt x="20" y="29"/>
                    <a:pt x="21" y="30"/>
                    <a:pt x="21" y="30"/>
                  </a:cubicBezTo>
                  <a:cubicBezTo>
                    <a:pt x="22" y="31"/>
                    <a:pt x="23" y="31"/>
                    <a:pt x="23" y="31"/>
                  </a:cubicBezTo>
                  <a:cubicBezTo>
                    <a:pt x="23" y="31"/>
                    <a:pt x="24" y="31"/>
                    <a:pt x="24" y="31"/>
                  </a:cubicBezTo>
                  <a:cubicBezTo>
                    <a:pt x="24" y="31"/>
                    <a:pt x="24" y="30"/>
                    <a:pt x="24" y="30"/>
                  </a:cubicBezTo>
                  <a:cubicBezTo>
                    <a:pt x="24" y="29"/>
                    <a:pt x="22" y="29"/>
                    <a:pt x="22" y="28"/>
                  </a:cubicBezTo>
                  <a:cubicBezTo>
                    <a:pt x="22" y="28"/>
                    <a:pt x="23" y="27"/>
                    <a:pt x="23" y="27"/>
                  </a:cubicBezTo>
                  <a:cubicBezTo>
                    <a:pt x="24" y="27"/>
                    <a:pt x="24" y="28"/>
                    <a:pt x="24" y="28"/>
                  </a:cubicBezTo>
                  <a:cubicBezTo>
                    <a:pt x="25" y="28"/>
                    <a:pt x="26" y="28"/>
                    <a:pt x="26" y="29"/>
                  </a:cubicBezTo>
                  <a:cubicBezTo>
                    <a:pt x="26" y="29"/>
                    <a:pt x="25" y="29"/>
                    <a:pt x="25" y="29"/>
                  </a:cubicBezTo>
                  <a:cubicBezTo>
                    <a:pt x="25" y="29"/>
                    <a:pt x="26" y="29"/>
                    <a:pt x="26" y="29"/>
                  </a:cubicBezTo>
                  <a:cubicBezTo>
                    <a:pt x="25" y="29"/>
                    <a:pt x="26" y="30"/>
                    <a:pt x="26" y="30"/>
                  </a:cubicBezTo>
                  <a:cubicBezTo>
                    <a:pt x="26" y="31"/>
                    <a:pt x="25" y="31"/>
                    <a:pt x="25" y="31"/>
                  </a:cubicBezTo>
                  <a:cubicBezTo>
                    <a:pt x="26" y="32"/>
                    <a:pt x="27" y="32"/>
                    <a:pt x="27" y="33"/>
                  </a:cubicBezTo>
                  <a:cubicBezTo>
                    <a:pt x="27" y="33"/>
                    <a:pt x="27" y="34"/>
                    <a:pt x="27" y="34"/>
                  </a:cubicBezTo>
                  <a:cubicBezTo>
                    <a:pt x="27" y="34"/>
                    <a:pt x="27" y="35"/>
                    <a:pt x="27" y="35"/>
                  </a:cubicBezTo>
                  <a:cubicBezTo>
                    <a:pt x="28" y="34"/>
                    <a:pt x="28" y="33"/>
                    <a:pt x="27" y="32"/>
                  </a:cubicBezTo>
                  <a:cubicBezTo>
                    <a:pt x="26" y="32"/>
                    <a:pt x="27" y="31"/>
                    <a:pt x="28" y="31"/>
                  </a:cubicBezTo>
                  <a:cubicBezTo>
                    <a:pt x="28" y="30"/>
                    <a:pt x="29" y="29"/>
                    <a:pt x="28" y="28"/>
                  </a:cubicBezTo>
                  <a:cubicBezTo>
                    <a:pt x="28" y="28"/>
                    <a:pt x="28" y="28"/>
                    <a:pt x="28" y="27"/>
                  </a:cubicBezTo>
                  <a:cubicBezTo>
                    <a:pt x="28" y="27"/>
                    <a:pt x="28" y="27"/>
                    <a:pt x="28" y="26"/>
                  </a:cubicBezTo>
                  <a:cubicBezTo>
                    <a:pt x="28" y="26"/>
                    <a:pt x="29" y="26"/>
                    <a:pt x="29" y="26"/>
                  </a:cubicBezTo>
                  <a:cubicBezTo>
                    <a:pt x="29" y="26"/>
                    <a:pt x="30" y="25"/>
                    <a:pt x="30" y="25"/>
                  </a:cubicBezTo>
                  <a:cubicBezTo>
                    <a:pt x="30" y="24"/>
                    <a:pt x="28" y="23"/>
                    <a:pt x="28" y="24"/>
                  </a:cubicBezTo>
                  <a:cubicBezTo>
                    <a:pt x="28" y="22"/>
                    <a:pt x="28" y="21"/>
                    <a:pt x="28" y="20"/>
                  </a:cubicBezTo>
                  <a:cubicBezTo>
                    <a:pt x="28" y="19"/>
                    <a:pt x="28" y="19"/>
                    <a:pt x="29" y="19"/>
                  </a:cubicBezTo>
                  <a:cubicBezTo>
                    <a:pt x="29" y="19"/>
                    <a:pt x="29" y="18"/>
                    <a:pt x="29" y="18"/>
                  </a:cubicBezTo>
                  <a:cubicBezTo>
                    <a:pt x="29" y="17"/>
                    <a:pt x="30" y="19"/>
                    <a:pt x="30" y="19"/>
                  </a:cubicBezTo>
                  <a:cubicBezTo>
                    <a:pt x="31" y="19"/>
                    <a:pt x="31" y="19"/>
                    <a:pt x="31" y="19"/>
                  </a:cubicBezTo>
                  <a:cubicBezTo>
                    <a:pt x="31" y="18"/>
                    <a:pt x="32" y="18"/>
                    <a:pt x="32" y="18"/>
                  </a:cubicBezTo>
                  <a:cubicBezTo>
                    <a:pt x="32" y="18"/>
                    <a:pt x="31" y="17"/>
                    <a:pt x="31" y="1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13" name="Cook Islands (NZ)">
              <a:extLst>
                <a:ext uri="{FF2B5EF4-FFF2-40B4-BE49-F238E27FC236}">
                  <a16:creationId xmlns:a16="http://schemas.microsoft.com/office/drawing/2014/main" id="{B978B14C-81CB-8811-2C01-A06365C0D6F7}"/>
                </a:ext>
              </a:extLst>
            </p:cNvPr>
            <p:cNvSpPr/>
            <p:nvPr/>
          </p:nvSpPr>
          <p:spPr>
            <a:xfrm>
              <a:off x="391134" y="4295983"/>
              <a:ext cx="297330" cy="418686"/>
            </a:xfrm>
            <a:custGeom>
              <a:avLst/>
              <a:gdLst>
                <a:gd name="connsiteX0" fmla="*/ 11949 w 297330"/>
                <a:gd name="connsiteY0" fmla="*/ 32613 h 418686"/>
                <a:gd name="connsiteX1" fmla="*/ 1256 w 297330"/>
                <a:gd name="connsiteY1" fmla="*/ 34751 h 418686"/>
                <a:gd name="connsiteX2" fmla="*/ 4998 w 297330"/>
                <a:gd name="connsiteY2" fmla="*/ 28336 h 418686"/>
                <a:gd name="connsiteX3" fmla="*/ 11949 w 297330"/>
                <a:gd name="connsiteY3" fmla="*/ 32613 h 418686"/>
                <a:gd name="connsiteX4" fmla="*/ 16760 w 297330"/>
                <a:gd name="connsiteY4" fmla="*/ 53998 h 418686"/>
                <a:gd name="connsiteX5" fmla="*/ 17830 w 297330"/>
                <a:gd name="connsiteY5" fmla="*/ 58275 h 418686"/>
                <a:gd name="connsiteX6" fmla="*/ 23711 w 297330"/>
                <a:gd name="connsiteY6" fmla="*/ 57741 h 418686"/>
                <a:gd name="connsiteX7" fmla="*/ 21572 w 297330"/>
                <a:gd name="connsiteY7" fmla="*/ 49187 h 418686"/>
                <a:gd name="connsiteX8" fmla="*/ 16760 w 297330"/>
                <a:gd name="connsiteY8" fmla="*/ 53998 h 418686"/>
                <a:gd name="connsiteX9" fmla="*/ 94282 w 297330"/>
                <a:gd name="connsiteY9" fmla="*/ 274268 h 418686"/>
                <a:gd name="connsiteX10" fmla="*/ 90540 w 297330"/>
                <a:gd name="connsiteY10" fmla="*/ 279615 h 418686"/>
                <a:gd name="connsiteX11" fmla="*/ 99629 w 297330"/>
                <a:gd name="connsiteY11" fmla="*/ 274803 h 418686"/>
                <a:gd name="connsiteX12" fmla="*/ 94282 w 297330"/>
                <a:gd name="connsiteY12" fmla="*/ 274268 h 418686"/>
                <a:gd name="connsiteX13" fmla="*/ 162181 w 297330"/>
                <a:gd name="connsiteY13" fmla="*/ 1069 h 418686"/>
                <a:gd name="connsiteX14" fmla="*/ 162181 w 297330"/>
                <a:gd name="connsiteY14" fmla="*/ 6950 h 418686"/>
                <a:gd name="connsiteX15" fmla="*/ 166993 w 297330"/>
                <a:gd name="connsiteY15" fmla="*/ 4812 h 418686"/>
                <a:gd name="connsiteX16" fmla="*/ 165924 w 297330"/>
                <a:gd name="connsiteY16" fmla="*/ 0 h 418686"/>
                <a:gd name="connsiteX17" fmla="*/ 162181 w 297330"/>
                <a:gd name="connsiteY17" fmla="*/ 1069 h 418686"/>
                <a:gd name="connsiteX18" fmla="*/ 163251 w 297330"/>
                <a:gd name="connsiteY18" fmla="*/ 17108 h 418686"/>
                <a:gd name="connsiteX19" fmla="*/ 167528 w 297330"/>
                <a:gd name="connsiteY19" fmla="*/ 22455 h 418686"/>
                <a:gd name="connsiteX20" fmla="*/ 168062 w 297330"/>
                <a:gd name="connsiteY20" fmla="*/ 14970 h 418686"/>
                <a:gd name="connsiteX21" fmla="*/ 163251 w 297330"/>
                <a:gd name="connsiteY21" fmla="*/ 17108 h 418686"/>
                <a:gd name="connsiteX22" fmla="*/ 204952 w 297330"/>
                <a:gd name="connsiteY22" fmla="*/ 300465 h 418686"/>
                <a:gd name="connsiteX23" fmla="*/ 199606 w 297330"/>
                <a:gd name="connsiteY23" fmla="*/ 304742 h 418686"/>
                <a:gd name="connsiteX24" fmla="*/ 207091 w 297330"/>
                <a:gd name="connsiteY24" fmla="*/ 308485 h 418686"/>
                <a:gd name="connsiteX25" fmla="*/ 211902 w 297330"/>
                <a:gd name="connsiteY25" fmla="*/ 307416 h 418686"/>
                <a:gd name="connsiteX26" fmla="*/ 211368 w 297330"/>
                <a:gd name="connsiteY26" fmla="*/ 302069 h 418686"/>
                <a:gd name="connsiteX27" fmla="*/ 204952 w 297330"/>
                <a:gd name="connsiteY27" fmla="*/ 300465 h 418686"/>
                <a:gd name="connsiteX28" fmla="*/ 234892 w 297330"/>
                <a:gd name="connsiteY28" fmla="*/ 315435 h 418686"/>
                <a:gd name="connsiteX29" fmla="*/ 230615 w 297330"/>
                <a:gd name="connsiteY29" fmla="*/ 319712 h 418686"/>
                <a:gd name="connsiteX30" fmla="*/ 234357 w 297330"/>
                <a:gd name="connsiteY30" fmla="*/ 321851 h 418686"/>
                <a:gd name="connsiteX31" fmla="*/ 240238 w 297330"/>
                <a:gd name="connsiteY31" fmla="*/ 319178 h 418686"/>
                <a:gd name="connsiteX32" fmla="*/ 234892 w 297330"/>
                <a:gd name="connsiteY32" fmla="*/ 315435 h 418686"/>
                <a:gd name="connsiteX33" fmla="*/ 258950 w 297330"/>
                <a:gd name="connsiteY33" fmla="*/ 336286 h 418686"/>
                <a:gd name="connsiteX34" fmla="*/ 253604 w 297330"/>
                <a:gd name="connsiteY34" fmla="*/ 340028 h 418686"/>
                <a:gd name="connsiteX35" fmla="*/ 261089 w 297330"/>
                <a:gd name="connsiteY35" fmla="*/ 340563 h 418686"/>
                <a:gd name="connsiteX36" fmla="*/ 258950 w 297330"/>
                <a:gd name="connsiteY36" fmla="*/ 336286 h 418686"/>
                <a:gd name="connsiteX37" fmla="*/ 204417 w 297330"/>
                <a:gd name="connsiteY37" fmla="*/ 383334 h 418686"/>
                <a:gd name="connsiteX38" fmla="*/ 202814 w 297330"/>
                <a:gd name="connsiteY38" fmla="*/ 390819 h 418686"/>
                <a:gd name="connsiteX39" fmla="*/ 209229 w 297330"/>
                <a:gd name="connsiteY39" fmla="*/ 393492 h 418686"/>
                <a:gd name="connsiteX40" fmla="*/ 215645 w 297330"/>
                <a:gd name="connsiteY40" fmla="*/ 390819 h 418686"/>
                <a:gd name="connsiteX41" fmla="*/ 211368 w 297330"/>
                <a:gd name="connsiteY41" fmla="*/ 381730 h 418686"/>
                <a:gd name="connsiteX42" fmla="*/ 204417 w 297330"/>
                <a:gd name="connsiteY42" fmla="*/ 383334 h 418686"/>
                <a:gd name="connsiteX43" fmla="*/ 267504 w 297330"/>
                <a:gd name="connsiteY43" fmla="*/ 407393 h 418686"/>
                <a:gd name="connsiteX44" fmla="*/ 263227 w 297330"/>
                <a:gd name="connsiteY44" fmla="*/ 413274 h 418686"/>
                <a:gd name="connsiteX45" fmla="*/ 272316 w 297330"/>
                <a:gd name="connsiteY45" fmla="*/ 417551 h 418686"/>
                <a:gd name="connsiteX46" fmla="*/ 276059 w 297330"/>
                <a:gd name="connsiteY46" fmla="*/ 408462 h 418686"/>
                <a:gd name="connsiteX47" fmla="*/ 267504 w 297330"/>
                <a:gd name="connsiteY47" fmla="*/ 407393 h 418686"/>
                <a:gd name="connsiteX48" fmla="*/ 286751 w 297330"/>
                <a:gd name="connsiteY48" fmla="*/ 347513 h 418686"/>
                <a:gd name="connsiteX49" fmla="*/ 286217 w 297330"/>
                <a:gd name="connsiteY49" fmla="*/ 354464 h 418686"/>
                <a:gd name="connsiteX50" fmla="*/ 295306 w 297330"/>
                <a:gd name="connsiteY50" fmla="*/ 352860 h 418686"/>
                <a:gd name="connsiteX51" fmla="*/ 295306 w 297330"/>
                <a:gd name="connsiteY51" fmla="*/ 345909 h 418686"/>
                <a:gd name="connsiteX52" fmla="*/ 286751 w 297330"/>
                <a:gd name="connsiteY52" fmla="*/ 347513 h 418686"/>
                <a:gd name="connsiteX53" fmla="*/ 272851 w 297330"/>
                <a:gd name="connsiteY53" fmla="*/ 334147 h 418686"/>
                <a:gd name="connsiteX54" fmla="*/ 276593 w 297330"/>
                <a:gd name="connsiteY54" fmla="*/ 341098 h 418686"/>
                <a:gd name="connsiteX55" fmla="*/ 278732 w 297330"/>
                <a:gd name="connsiteY55" fmla="*/ 330405 h 418686"/>
                <a:gd name="connsiteX56" fmla="*/ 272851 w 297330"/>
                <a:gd name="connsiteY56" fmla="*/ 334147 h 41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97330" h="418686">
                  <a:moveTo>
                    <a:pt x="11949" y="32613"/>
                  </a:moveTo>
                  <a:cubicBezTo>
                    <a:pt x="12483" y="34751"/>
                    <a:pt x="5533" y="38494"/>
                    <a:pt x="1256" y="34751"/>
                  </a:cubicBezTo>
                  <a:cubicBezTo>
                    <a:pt x="-3021" y="30474"/>
                    <a:pt x="4998" y="28336"/>
                    <a:pt x="4998" y="28336"/>
                  </a:cubicBezTo>
                  <a:cubicBezTo>
                    <a:pt x="4998" y="28336"/>
                    <a:pt x="11414" y="30474"/>
                    <a:pt x="11949" y="32613"/>
                  </a:cubicBezTo>
                  <a:close/>
                  <a:moveTo>
                    <a:pt x="16760" y="53998"/>
                  </a:moveTo>
                  <a:cubicBezTo>
                    <a:pt x="15691" y="57206"/>
                    <a:pt x="16760" y="56671"/>
                    <a:pt x="17830" y="58275"/>
                  </a:cubicBezTo>
                  <a:cubicBezTo>
                    <a:pt x="18364" y="59879"/>
                    <a:pt x="22107" y="60414"/>
                    <a:pt x="23711" y="57741"/>
                  </a:cubicBezTo>
                  <a:cubicBezTo>
                    <a:pt x="23176" y="53998"/>
                    <a:pt x="26384" y="49187"/>
                    <a:pt x="21572" y="49187"/>
                  </a:cubicBezTo>
                  <a:cubicBezTo>
                    <a:pt x="16226" y="49187"/>
                    <a:pt x="16760" y="53998"/>
                    <a:pt x="16760" y="53998"/>
                  </a:cubicBezTo>
                  <a:close/>
                  <a:moveTo>
                    <a:pt x="94282" y="274268"/>
                  </a:moveTo>
                  <a:cubicBezTo>
                    <a:pt x="91075" y="274268"/>
                    <a:pt x="88402" y="277476"/>
                    <a:pt x="90540" y="279615"/>
                  </a:cubicBezTo>
                  <a:cubicBezTo>
                    <a:pt x="92679" y="281753"/>
                    <a:pt x="101767" y="276407"/>
                    <a:pt x="99629" y="274803"/>
                  </a:cubicBezTo>
                  <a:cubicBezTo>
                    <a:pt x="97490" y="273199"/>
                    <a:pt x="94282" y="274268"/>
                    <a:pt x="94282" y="274268"/>
                  </a:cubicBezTo>
                  <a:close/>
                  <a:moveTo>
                    <a:pt x="162181" y="1069"/>
                  </a:moveTo>
                  <a:cubicBezTo>
                    <a:pt x="160577" y="3742"/>
                    <a:pt x="159508" y="6950"/>
                    <a:pt x="162181" y="6950"/>
                  </a:cubicBezTo>
                  <a:cubicBezTo>
                    <a:pt x="164320" y="6950"/>
                    <a:pt x="166458" y="6950"/>
                    <a:pt x="166993" y="4812"/>
                  </a:cubicBezTo>
                  <a:cubicBezTo>
                    <a:pt x="167528" y="2673"/>
                    <a:pt x="168062" y="535"/>
                    <a:pt x="165924" y="0"/>
                  </a:cubicBezTo>
                  <a:cubicBezTo>
                    <a:pt x="163785" y="0"/>
                    <a:pt x="162181" y="1604"/>
                    <a:pt x="162181" y="1069"/>
                  </a:cubicBezTo>
                  <a:close/>
                  <a:moveTo>
                    <a:pt x="163251" y="17108"/>
                  </a:moveTo>
                  <a:cubicBezTo>
                    <a:pt x="163251" y="20851"/>
                    <a:pt x="165389" y="26197"/>
                    <a:pt x="167528" y="22455"/>
                  </a:cubicBezTo>
                  <a:cubicBezTo>
                    <a:pt x="169666" y="18712"/>
                    <a:pt x="171805" y="16039"/>
                    <a:pt x="168062" y="14970"/>
                  </a:cubicBezTo>
                  <a:cubicBezTo>
                    <a:pt x="164320" y="13366"/>
                    <a:pt x="163251" y="17108"/>
                    <a:pt x="163251" y="17108"/>
                  </a:cubicBezTo>
                  <a:close/>
                  <a:moveTo>
                    <a:pt x="204952" y="300465"/>
                  </a:moveTo>
                  <a:cubicBezTo>
                    <a:pt x="203348" y="299396"/>
                    <a:pt x="198002" y="300465"/>
                    <a:pt x="199606" y="304742"/>
                  </a:cubicBezTo>
                  <a:cubicBezTo>
                    <a:pt x="201744" y="309020"/>
                    <a:pt x="205487" y="310089"/>
                    <a:pt x="207091" y="308485"/>
                  </a:cubicBezTo>
                  <a:cubicBezTo>
                    <a:pt x="208695" y="306881"/>
                    <a:pt x="210298" y="307950"/>
                    <a:pt x="211902" y="307416"/>
                  </a:cubicBezTo>
                  <a:cubicBezTo>
                    <a:pt x="212972" y="306346"/>
                    <a:pt x="213506" y="303139"/>
                    <a:pt x="211368" y="302069"/>
                  </a:cubicBezTo>
                  <a:cubicBezTo>
                    <a:pt x="209764" y="301000"/>
                    <a:pt x="204952" y="300465"/>
                    <a:pt x="204952" y="300465"/>
                  </a:cubicBezTo>
                  <a:close/>
                  <a:moveTo>
                    <a:pt x="234892" y="315435"/>
                  </a:moveTo>
                  <a:cubicBezTo>
                    <a:pt x="231149" y="316504"/>
                    <a:pt x="230080" y="317039"/>
                    <a:pt x="230615" y="319712"/>
                  </a:cubicBezTo>
                  <a:cubicBezTo>
                    <a:pt x="231149" y="322385"/>
                    <a:pt x="231149" y="321851"/>
                    <a:pt x="234357" y="321851"/>
                  </a:cubicBezTo>
                  <a:cubicBezTo>
                    <a:pt x="237565" y="321851"/>
                    <a:pt x="241307" y="322385"/>
                    <a:pt x="240238" y="319178"/>
                  </a:cubicBezTo>
                  <a:cubicBezTo>
                    <a:pt x="239703" y="315435"/>
                    <a:pt x="234892" y="315435"/>
                    <a:pt x="234892" y="315435"/>
                  </a:cubicBezTo>
                  <a:close/>
                  <a:moveTo>
                    <a:pt x="258950" y="336286"/>
                  </a:moveTo>
                  <a:cubicBezTo>
                    <a:pt x="254139" y="336286"/>
                    <a:pt x="250931" y="338959"/>
                    <a:pt x="253604" y="340028"/>
                  </a:cubicBezTo>
                  <a:cubicBezTo>
                    <a:pt x="256277" y="340563"/>
                    <a:pt x="260554" y="343236"/>
                    <a:pt x="261089" y="340563"/>
                  </a:cubicBezTo>
                  <a:cubicBezTo>
                    <a:pt x="261089" y="337355"/>
                    <a:pt x="258950" y="335751"/>
                    <a:pt x="258950" y="336286"/>
                  </a:cubicBezTo>
                  <a:close/>
                  <a:moveTo>
                    <a:pt x="204417" y="383334"/>
                  </a:moveTo>
                  <a:cubicBezTo>
                    <a:pt x="200675" y="387076"/>
                    <a:pt x="198002" y="390284"/>
                    <a:pt x="202814" y="390819"/>
                  </a:cubicBezTo>
                  <a:cubicBezTo>
                    <a:pt x="207091" y="391353"/>
                    <a:pt x="207091" y="392957"/>
                    <a:pt x="209229" y="393492"/>
                  </a:cubicBezTo>
                  <a:cubicBezTo>
                    <a:pt x="211368" y="394027"/>
                    <a:pt x="217249" y="395096"/>
                    <a:pt x="215645" y="390819"/>
                  </a:cubicBezTo>
                  <a:cubicBezTo>
                    <a:pt x="214041" y="386007"/>
                    <a:pt x="214041" y="381730"/>
                    <a:pt x="211368" y="381730"/>
                  </a:cubicBezTo>
                  <a:cubicBezTo>
                    <a:pt x="207625" y="380661"/>
                    <a:pt x="203883" y="383334"/>
                    <a:pt x="204417" y="383334"/>
                  </a:cubicBezTo>
                  <a:close/>
                  <a:moveTo>
                    <a:pt x="267504" y="407393"/>
                  </a:moveTo>
                  <a:cubicBezTo>
                    <a:pt x="264297" y="407393"/>
                    <a:pt x="259485" y="410066"/>
                    <a:pt x="263227" y="413274"/>
                  </a:cubicBezTo>
                  <a:cubicBezTo>
                    <a:pt x="266970" y="416481"/>
                    <a:pt x="268574" y="420758"/>
                    <a:pt x="272316" y="417551"/>
                  </a:cubicBezTo>
                  <a:cubicBezTo>
                    <a:pt x="276059" y="414343"/>
                    <a:pt x="278732" y="409531"/>
                    <a:pt x="276059" y="408462"/>
                  </a:cubicBezTo>
                  <a:cubicBezTo>
                    <a:pt x="273385" y="407393"/>
                    <a:pt x="267504" y="407927"/>
                    <a:pt x="267504" y="407393"/>
                  </a:cubicBezTo>
                  <a:close/>
                  <a:moveTo>
                    <a:pt x="286751" y="347513"/>
                  </a:moveTo>
                  <a:cubicBezTo>
                    <a:pt x="281940" y="350721"/>
                    <a:pt x="283009" y="355533"/>
                    <a:pt x="286217" y="354464"/>
                  </a:cubicBezTo>
                  <a:cubicBezTo>
                    <a:pt x="289959" y="352860"/>
                    <a:pt x="293167" y="354998"/>
                    <a:pt x="295306" y="352860"/>
                  </a:cubicBezTo>
                  <a:cubicBezTo>
                    <a:pt x="297444" y="350721"/>
                    <a:pt x="298513" y="345909"/>
                    <a:pt x="295306" y="345909"/>
                  </a:cubicBezTo>
                  <a:cubicBezTo>
                    <a:pt x="292098" y="345909"/>
                    <a:pt x="286751" y="347513"/>
                    <a:pt x="286751" y="347513"/>
                  </a:cubicBezTo>
                  <a:close/>
                  <a:moveTo>
                    <a:pt x="272851" y="334147"/>
                  </a:moveTo>
                  <a:cubicBezTo>
                    <a:pt x="270712" y="338959"/>
                    <a:pt x="274455" y="341632"/>
                    <a:pt x="276593" y="341098"/>
                  </a:cubicBezTo>
                  <a:cubicBezTo>
                    <a:pt x="278732" y="340563"/>
                    <a:pt x="283009" y="330940"/>
                    <a:pt x="278732" y="330405"/>
                  </a:cubicBezTo>
                  <a:cubicBezTo>
                    <a:pt x="274455" y="329870"/>
                    <a:pt x="272851" y="334147"/>
                    <a:pt x="272851" y="334147"/>
                  </a:cubicBezTo>
                  <a:close/>
                </a:path>
              </a:pathLst>
            </a:custGeom>
            <a:grpFill/>
            <a:ln w="1905" cap="flat">
              <a:noFill/>
              <a:prstDash val="solid"/>
              <a:miter/>
            </a:ln>
          </p:spPr>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801" b="0" i="0" u="none" strike="noStrike" kern="0" cap="none" spc="0" normalizeH="0" baseline="0" noProof="0">
                <a:ln>
                  <a:noFill/>
                </a:ln>
                <a:solidFill>
                  <a:srgbClr val="FFFFFF"/>
                </a:solidFill>
                <a:effectLst/>
                <a:uLnTx/>
                <a:uFillTx/>
                <a:latin typeface="Segoe UI"/>
                <a:ea typeface="+mn-ea"/>
                <a:cs typeface="+mn-cs"/>
              </a:endParaRPr>
            </a:p>
          </p:txBody>
        </p:sp>
        <p:sp>
          <p:nvSpPr>
            <p:cNvPr id="514" name="Congo (DRC - Democratic Republic of the Congo))">
              <a:extLst>
                <a:ext uri="{FF2B5EF4-FFF2-40B4-BE49-F238E27FC236}">
                  <a16:creationId xmlns:a16="http://schemas.microsoft.com/office/drawing/2014/main" id="{FAB68C86-75D2-CEC6-4E84-DBAF97E4D434}"/>
                </a:ext>
              </a:extLst>
            </p:cNvPr>
            <p:cNvSpPr>
              <a:spLocks/>
            </p:cNvSpPr>
            <p:nvPr/>
          </p:nvSpPr>
          <p:spPr bwMode="auto">
            <a:xfrm>
              <a:off x="6111294" y="3834595"/>
              <a:ext cx="658671" cy="734143"/>
            </a:xfrm>
            <a:custGeom>
              <a:avLst/>
              <a:gdLst/>
              <a:ahLst/>
              <a:cxnLst>
                <a:cxn ang="0">
                  <a:pos x="181" y="32"/>
                </a:cxn>
                <a:cxn ang="0">
                  <a:pos x="182" y="20"/>
                </a:cxn>
                <a:cxn ang="0">
                  <a:pos x="179" y="17"/>
                </a:cxn>
                <a:cxn ang="0">
                  <a:pos x="173" y="12"/>
                </a:cxn>
                <a:cxn ang="0">
                  <a:pos x="166" y="11"/>
                </a:cxn>
                <a:cxn ang="0">
                  <a:pos x="159" y="11"/>
                </a:cxn>
                <a:cxn ang="0">
                  <a:pos x="153" y="9"/>
                </a:cxn>
                <a:cxn ang="0">
                  <a:pos x="141" y="3"/>
                </a:cxn>
                <a:cxn ang="0">
                  <a:pos x="133" y="2"/>
                </a:cxn>
                <a:cxn ang="0">
                  <a:pos x="128" y="3"/>
                </a:cxn>
                <a:cxn ang="0">
                  <a:pos x="121" y="4"/>
                </a:cxn>
                <a:cxn ang="0">
                  <a:pos x="116" y="5"/>
                </a:cxn>
                <a:cxn ang="0">
                  <a:pos x="107" y="7"/>
                </a:cxn>
                <a:cxn ang="0">
                  <a:pos x="102" y="11"/>
                </a:cxn>
                <a:cxn ang="0">
                  <a:pos x="90" y="12"/>
                </a:cxn>
                <a:cxn ang="0">
                  <a:pos x="80" y="7"/>
                </a:cxn>
                <a:cxn ang="0">
                  <a:pos x="65" y="10"/>
                </a:cxn>
                <a:cxn ang="0">
                  <a:pos x="60" y="31"/>
                </a:cxn>
                <a:cxn ang="0">
                  <a:pos x="56" y="53"/>
                </a:cxn>
                <a:cxn ang="0">
                  <a:pos x="47" y="72"/>
                </a:cxn>
                <a:cxn ang="0">
                  <a:pos x="40" y="94"/>
                </a:cxn>
                <a:cxn ang="0">
                  <a:pos x="31" y="106"/>
                </a:cxn>
                <a:cxn ang="0">
                  <a:pos x="22" y="109"/>
                </a:cxn>
                <a:cxn ang="0">
                  <a:pos x="16" y="110"/>
                </a:cxn>
                <a:cxn ang="0">
                  <a:pos x="10" y="110"/>
                </a:cxn>
                <a:cxn ang="0">
                  <a:pos x="4" y="115"/>
                </a:cxn>
                <a:cxn ang="0">
                  <a:pos x="3" y="125"/>
                </a:cxn>
                <a:cxn ang="0">
                  <a:pos x="18" y="124"/>
                </a:cxn>
                <a:cxn ang="0">
                  <a:pos x="41" y="124"/>
                </a:cxn>
                <a:cxn ang="0">
                  <a:pos x="46" y="135"/>
                </a:cxn>
                <a:cxn ang="0">
                  <a:pos x="49" y="141"/>
                </a:cxn>
                <a:cxn ang="0">
                  <a:pos x="52" y="147"/>
                </a:cxn>
                <a:cxn ang="0">
                  <a:pos x="63" y="146"/>
                </a:cxn>
                <a:cxn ang="0">
                  <a:pos x="71" y="140"/>
                </a:cxn>
                <a:cxn ang="0">
                  <a:pos x="82" y="136"/>
                </a:cxn>
                <a:cxn ang="0">
                  <a:pos x="94" y="150"/>
                </a:cxn>
                <a:cxn ang="0">
                  <a:pos x="96" y="168"/>
                </a:cxn>
                <a:cxn ang="0">
                  <a:pos x="97" y="180"/>
                </a:cxn>
                <a:cxn ang="0">
                  <a:pos x="105" y="181"/>
                </a:cxn>
                <a:cxn ang="0">
                  <a:pos x="114" y="179"/>
                </a:cxn>
                <a:cxn ang="0">
                  <a:pos x="119" y="185"/>
                </a:cxn>
                <a:cxn ang="0">
                  <a:pos x="128" y="188"/>
                </a:cxn>
                <a:cxn ang="0">
                  <a:pos x="138" y="190"/>
                </a:cxn>
                <a:cxn ang="0">
                  <a:pos x="146" y="188"/>
                </a:cxn>
                <a:cxn ang="0">
                  <a:pos x="156" y="196"/>
                </a:cxn>
                <a:cxn ang="0">
                  <a:pos x="161" y="204"/>
                </a:cxn>
                <a:cxn ang="0">
                  <a:pos x="169" y="207"/>
                </a:cxn>
                <a:cxn ang="0">
                  <a:pos x="168" y="193"/>
                </a:cxn>
                <a:cxn ang="0">
                  <a:pos x="163" y="195"/>
                </a:cxn>
                <a:cxn ang="0">
                  <a:pos x="157" y="188"/>
                </a:cxn>
                <a:cxn ang="0">
                  <a:pos x="159" y="171"/>
                </a:cxn>
                <a:cxn ang="0">
                  <a:pos x="162" y="152"/>
                </a:cxn>
                <a:cxn ang="0">
                  <a:pos x="175" y="141"/>
                </a:cxn>
                <a:cxn ang="0">
                  <a:pos x="165" y="124"/>
                </a:cxn>
                <a:cxn ang="0">
                  <a:pos x="165" y="112"/>
                </a:cxn>
                <a:cxn ang="0">
                  <a:pos x="165" y="105"/>
                </a:cxn>
                <a:cxn ang="0">
                  <a:pos x="165" y="98"/>
                </a:cxn>
                <a:cxn ang="0">
                  <a:pos x="165" y="91"/>
                </a:cxn>
                <a:cxn ang="0">
                  <a:pos x="164" y="85"/>
                </a:cxn>
                <a:cxn ang="0">
                  <a:pos x="169" y="75"/>
                </a:cxn>
                <a:cxn ang="0">
                  <a:pos x="170" y="65"/>
                </a:cxn>
                <a:cxn ang="0">
                  <a:pos x="173" y="52"/>
                </a:cxn>
                <a:cxn ang="0">
                  <a:pos x="182" y="41"/>
                </a:cxn>
              </a:cxnLst>
              <a:rect l="0" t="0" r="r" b="b"/>
              <a:pathLst>
                <a:path w="186" h="207">
                  <a:moveTo>
                    <a:pt x="186" y="35"/>
                  </a:moveTo>
                  <a:cubicBezTo>
                    <a:pt x="186" y="35"/>
                    <a:pt x="185" y="35"/>
                    <a:pt x="185" y="34"/>
                  </a:cubicBezTo>
                  <a:cubicBezTo>
                    <a:pt x="185" y="34"/>
                    <a:pt x="184" y="34"/>
                    <a:pt x="184" y="34"/>
                  </a:cubicBezTo>
                  <a:cubicBezTo>
                    <a:pt x="184" y="34"/>
                    <a:pt x="184" y="33"/>
                    <a:pt x="183" y="33"/>
                  </a:cubicBezTo>
                  <a:cubicBezTo>
                    <a:pt x="182" y="33"/>
                    <a:pt x="183" y="34"/>
                    <a:pt x="182" y="34"/>
                  </a:cubicBezTo>
                  <a:cubicBezTo>
                    <a:pt x="182" y="34"/>
                    <a:pt x="182" y="33"/>
                    <a:pt x="181" y="32"/>
                  </a:cubicBezTo>
                  <a:cubicBezTo>
                    <a:pt x="181" y="32"/>
                    <a:pt x="181" y="33"/>
                    <a:pt x="181" y="32"/>
                  </a:cubicBezTo>
                  <a:cubicBezTo>
                    <a:pt x="181" y="32"/>
                    <a:pt x="181" y="31"/>
                    <a:pt x="181" y="31"/>
                  </a:cubicBezTo>
                  <a:cubicBezTo>
                    <a:pt x="181" y="30"/>
                    <a:pt x="181" y="29"/>
                    <a:pt x="182" y="29"/>
                  </a:cubicBezTo>
                  <a:cubicBezTo>
                    <a:pt x="182" y="28"/>
                    <a:pt x="182" y="27"/>
                    <a:pt x="182" y="27"/>
                  </a:cubicBezTo>
                  <a:cubicBezTo>
                    <a:pt x="181" y="26"/>
                    <a:pt x="181" y="26"/>
                    <a:pt x="181" y="25"/>
                  </a:cubicBezTo>
                  <a:cubicBezTo>
                    <a:pt x="181" y="25"/>
                    <a:pt x="181" y="24"/>
                    <a:pt x="182" y="23"/>
                  </a:cubicBezTo>
                  <a:cubicBezTo>
                    <a:pt x="182" y="22"/>
                    <a:pt x="182" y="22"/>
                    <a:pt x="183" y="21"/>
                  </a:cubicBezTo>
                  <a:cubicBezTo>
                    <a:pt x="183" y="20"/>
                    <a:pt x="182" y="21"/>
                    <a:pt x="182" y="20"/>
                  </a:cubicBezTo>
                  <a:cubicBezTo>
                    <a:pt x="182" y="20"/>
                    <a:pt x="181" y="20"/>
                    <a:pt x="181" y="20"/>
                  </a:cubicBezTo>
                  <a:cubicBezTo>
                    <a:pt x="181" y="20"/>
                    <a:pt x="181" y="19"/>
                    <a:pt x="181" y="19"/>
                  </a:cubicBezTo>
                  <a:cubicBezTo>
                    <a:pt x="181" y="19"/>
                    <a:pt x="181" y="19"/>
                    <a:pt x="181" y="19"/>
                  </a:cubicBezTo>
                  <a:cubicBezTo>
                    <a:pt x="180" y="19"/>
                    <a:pt x="180" y="19"/>
                    <a:pt x="180" y="19"/>
                  </a:cubicBezTo>
                  <a:cubicBezTo>
                    <a:pt x="180" y="19"/>
                    <a:pt x="180" y="20"/>
                    <a:pt x="179" y="20"/>
                  </a:cubicBezTo>
                  <a:cubicBezTo>
                    <a:pt x="179" y="20"/>
                    <a:pt x="179" y="19"/>
                    <a:pt x="179" y="19"/>
                  </a:cubicBezTo>
                  <a:cubicBezTo>
                    <a:pt x="179" y="18"/>
                    <a:pt x="179" y="17"/>
                    <a:pt x="179" y="17"/>
                  </a:cubicBezTo>
                  <a:cubicBezTo>
                    <a:pt x="178" y="16"/>
                    <a:pt x="178" y="17"/>
                    <a:pt x="177" y="16"/>
                  </a:cubicBezTo>
                  <a:cubicBezTo>
                    <a:pt x="177" y="16"/>
                    <a:pt x="176" y="16"/>
                    <a:pt x="176" y="16"/>
                  </a:cubicBezTo>
                  <a:cubicBezTo>
                    <a:pt x="175" y="16"/>
                    <a:pt x="175" y="15"/>
                    <a:pt x="175" y="15"/>
                  </a:cubicBezTo>
                  <a:cubicBezTo>
                    <a:pt x="175" y="14"/>
                    <a:pt x="174" y="14"/>
                    <a:pt x="174" y="14"/>
                  </a:cubicBezTo>
                  <a:cubicBezTo>
                    <a:pt x="174" y="13"/>
                    <a:pt x="174" y="13"/>
                    <a:pt x="173" y="13"/>
                  </a:cubicBezTo>
                  <a:cubicBezTo>
                    <a:pt x="173" y="13"/>
                    <a:pt x="173" y="13"/>
                    <a:pt x="173" y="12"/>
                  </a:cubicBezTo>
                  <a:cubicBezTo>
                    <a:pt x="173" y="12"/>
                    <a:pt x="173" y="12"/>
                    <a:pt x="173" y="12"/>
                  </a:cubicBezTo>
                  <a:cubicBezTo>
                    <a:pt x="172" y="11"/>
                    <a:pt x="172" y="12"/>
                    <a:pt x="171" y="11"/>
                  </a:cubicBezTo>
                  <a:cubicBezTo>
                    <a:pt x="171" y="11"/>
                    <a:pt x="171" y="10"/>
                    <a:pt x="172" y="9"/>
                  </a:cubicBezTo>
                  <a:cubicBezTo>
                    <a:pt x="172" y="9"/>
                    <a:pt x="170" y="8"/>
                    <a:pt x="169" y="8"/>
                  </a:cubicBezTo>
                  <a:cubicBezTo>
                    <a:pt x="168" y="8"/>
                    <a:pt x="168" y="9"/>
                    <a:pt x="168" y="9"/>
                  </a:cubicBezTo>
                  <a:cubicBezTo>
                    <a:pt x="168" y="10"/>
                    <a:pt x="167" y="10"/>
                    <a:pt x="167" y="10"/>
                  </a:cubicBezTo>
                  <a:cubicBezTo>
                    <a:pt x="167" y="11"/>
                    <a:pt x="167" y="11"/>
                    <a:pt x="167" y="11"/>
                  </a:cubicBezTo>
                  <a:cubicBezTo>
                    <a:pt x="167" y="11"/>
                    <a:pt x="166" y="11"/>
                    <a:pt x="166" y="11"/>
                  </a:cubicBezTo>
                  <a:cubicBezTo>
                    <a:pt x="166" y="11"/>
                    <a:pt x="166" y="11"/>
                    <a:pt x="166" y="11"/>
                  </a:cubicBezTo>
                  <a:cubicBezTo>
                    <a:pt x="166" y="12"/>
                    <a:pt x="165" y="11"/>
                    <a:pt x="165" y="11"/>
                  </a:cubicBezTo>
                  <a:cubicBezTo>
                    <a:pt x="164" y="10"/>
                    <a:pt x="164" y="10"/>
                    <a:pt x="163" y="10"/>
                  </a:cubicBezTo>
                  <a:cubicBezTo>
                    <a:pt x="163" y="10"/>
                    <a:pt x="162" y="10"/>
                    <a:pt x="162" y="9"/>
                  </a:cubicBezTo>
                  <a:cubicBezTo>
                    <a:pt x="161" y="9"/>
                    <a:pt x="161" y="10"/>
                    <a:pt x="161" y="10"/>
                  </a:cubicBezTo>
                  <a:cubicBezTo>
                    <a:pt x="160" y="10"/>
                    <a:pt x="160" y="10"/>
                    <a:pt x="160" y="11"/>
                  </a:cubicBezTo>
                  <a:cubicBezTo>
                    <a:pt x="159" y="11"/>
                    <a:pt x="159" y="11"/>
                    <a:pt x="159" y="11"/>
                  </a:cubicBezTo>
                  <a:cubicBezTo>
                    <a:pt x="159" y="11"/>
                    <a:pt x="159" y="12"/>
                    <a:pt x="159" y="12"/>
                  </a:cubicBezTo>
                  <a:cubicBezTo>
                    <a:pt x="158" y="13"/>
                    <a:pt x="158" y="11"/>
                    <a:pt x="157" y="11"/>
                  </a:cubicBezTo>
                  <a:cubicBezTo>
                    <a:pt x="156" y="11"/>
                    <a:pt x="156" y="12"/>
                    <a:pt x="156" y="11"/>
                  </a:cubicBezTo>
                  <a:cubicBezTo>
                    <a:pt x="156" y="11"/>
                    <a:pt x="155" y="11"/>
                    <a:pt x="155" y="11"/>
                  </a:cubicBezTo>
                  <a:cubicBezTo>
                    <a:pt x="155" y="10"/>
                    <a:pt x="155" y="11"/>
                    <a:pt x="155" y="11"/>
                  </a:cubicBezTo>
                  <a:cubicBezTo>
                    <a:pt x="154" y="11"/>
                    <a:pt x="154" y="10"/>
                    <a:pt x="154" y="10"/>
                  </a:cubicBezTo>
                  <a:cubicBezTo>
                    <a:pt x="154" y="9"/>
                    <a:pt x="153" y="9"/>
                    <a:pt x="153" y="9"/>
                  </a:cubicBezTo>
                  <a:cubicBezTo>
                    <a:pt x="152" y="9"/>
                    <a:pt x="152" y="9"/>
                    <a:pt x="152" y="8"/>
                  </a:cubicBezTo>
                  <a:cubicBezTo>
                    <a:pt x="152" y="7"/>
                    <a:pt x="152" y="7"/>
                    <a:pt x="151" y="6"/>
                  </a:cubicBezTo>
                  <a:cubicBezTo>
                    <a:pt x="151" y="6"/>
                    <a:pt x="151" y="6"/>
                    <a:pt x="150" y="5"/>
                  </a:cubicBezTo>
                  <a:cubicBezTo>
                    <a:pt x="149" y="5"/>
                    <a:pt x="149" y="4"/>
                    <a:pt x="148" y="3"/>
                  </a:cubicBezTo>
                  <a:cubicBezTo>
                    <a:pt x="147" y="3"/>
                    <a:pt x="145" y="2"/>
                    <a:pt x="144" y="3"/>
                  </a:cubicBezTo>
                  <a:cubicBezTo>
                    <a:pt x="144" y="3"/>
                    <a:pt x="143" y="4"/>
                    <a:pt x="143" y="4"/>
                  </a:cubicBezTo>
                  <a:cubicBezTo>
                    <a:pt x="142" y="4"/>
                    <a:pt x="142" y="3"/>
                    <a:pt x="141" y="3"/>
                  </a:cubicBezTo>
                  <a:cubicBezTo>
                    <a:pt x="141" y="3"/>
                    <a:pt x="140" y="4"/>
                    <a:pt x="140" y="4"/>
                  </a:cubicBezTo>
                  <a:cubicBezTo>
                    <a:pt x="139" y="4"/>
                    <a:pt x="139" y="3"/>
                    <a:pt x="138" y="3"/>
                  </a:cubicBezTo>
                  <a:cubicBezTo>
                    <a:pt x="138" y="3"/>
                    <a:pt x="137" y="3"/>
                    <a:pt x="137" y="2"/>
                  </a:cubicBezTo>
                  <a:cubicBezTo>
                    <a:pt x="136" y="2"/>
                    <a:pt x="136" y="2"/>
                    <a:pt x="135" y="2"/>
                  </a:cubicBezTo>
                  <a:cubicBezTo>
                    <a:pt x="135" y="2"/>
                    <a:pt x="135" y="2"/>
                    <a:pt x="134" y="2"/>
                  </a:cubicBezTo>
                  <a:cubicBezTo>
                    <a:pt x="134" y="2"/>
                    <a:pt x="134" y="2"/>
                    <a:pt x="134" y="2"/>
                  </a:cubicBezTo>
                  <a:cubicBezTo>
                    <a:pt x="133" y="2"/>
                    <a:pt x="133" y="2"/>
                    <a:pt x="133" y="2"/>
                  </a:cubicBezTo>
                  <a:cubicBezTo>
                    <a:pt x="133" y="2"/>
                    <a:pt x="133" y="1"/>
                    <a:pt x="132" y="1"/>
                  </a:cubicBezTo>
                  <a:cubicBezTo>
                    <a:pt x="132" y="2"/>
                    <a:pt x="132" y="1"/>
                    <a:pt x="132" y="1"/>
                  </a:cubicBezTo>
                  <a:cubicBezTo>
                    <a:pt x="132" y="1"/>
                    <a:pt x="131" y="1"/>
                    <a:pt x="131" y="1"/>
                  </a:cubicBezTo>
                  <a:cubicBezTo>
                    <a:pt x="131" y="1"/>
                    <a:pt x="131" y="0"/>
                    <a:pt x="130" y="0"/>
                  </a:cubicBezTo>
                  <a:cubicBezTo>
                    <a:pt x="130" y="0"/>
                    <a:pt x="130" y="1"/>
                    <a:pt x="130" y="0"/>
                  </a:cubicBezTo>
                  <a:cubicBezTo>
                    <a:pt x="129" y="0"/>
                    <a:pt x="128" y="1"/>
                    <a:pt x="128" y="2"/>
                  </a:cubicBezTo>
                  <a:cubicBezTo>
                    <a:pt x="128" y="3"/>
                    <a:pt x="128" y="3"/>
                    <a:pt x="128" y="3"/>
                  </a:cubicBezTo>
                  <a:cubicBezTo>
                    <a:pt x="128" y="3"/>
                    <a:pt x="128" y="4"/>
                    <a:pt x="128" y="4"/>
                  </a:cubicBezTo>
                  <a:cubicBezTo>
                    <a:pt x="127" y="4"/>
                    <a:pt x="127" y="4"/>
                    <a:pt x="126" y="4"/>
                  </a:cubicBezTo>
                  <a:cubicBezTo>
                    <a:pt x="126" y="4"/>
                    <a:pt x="126" y="5"/>
                    <a:pt x="125" y="5"/>
                  </a:cubicBezTo>
                  <a:cubicBezTo>
                    <a:pt x="125" y="5"/>
                    <a:pt x="125" y="4"/>
                    <a:pt x="124" y="5"/>
                  </a:cubicBezTo>
                  <a:cubicBezTo>
                    <a:pt x="124" y="5"/>
                    <a:pt x="123" y="5"/>
                    <a:pt x="123" y="5"/>
                  </a:cubicBezTo>
                  <a:cubicBezTo>
                    <a:pt x="123" y="5"/>
                    <a:pt x="121" y="5"/>
                    <a:pt x="122" y="5"/>
                  </a:cubicBezTo>
                  <a:cubicBezTo>
                    <a:pt x="122" y="5"/>
                    <a:pt x="121" y="5"/>
                    <a:pt x="121" y="4"/>
                  </a:cubicBezTo>
                  <a:cubicBezTo>
                    <a:pt x="121" y="4"/>
                    <a:pt x="120" y="3"/>
                    <a:pt x="120" y="3"/>
                  </a:cubicBezTo>
                  <a:cubicBezTo>
                    <a:pt x="120" y="3"/>
                    <a:pt x="119" y="3"/>
                    <a:pt x="119" y="4"/>
                  </a:cubicBezTo>
                  <a:cubicBezTo>
                    <a:pt x="119" y="3"/>
                    <a:pt x="118" y="3"/>
                    <a:pt x="119" y="4"/>
                  </a:cubicBezTo>
                  <a:cubicBezTo>
                    <a:pt x="119" y="4"/>
                    <a:pt x="118" y="4"/>
                    <a:pt x="118" y="5"/>
                  </a:cubicBezTo>
                  <a:cubicBezTo>
                    <a:pt x="118" y="5"/>
                    <a:pt x="118" y="5"/>
                    <a:pt x="117" y="5"/>
                  </a:cubicBezTo>
                  <a:cubicBezTo>
                    <a:pt x="117" y="5"/>
                    <a:pt x="117" y="5"/>
                    <a:pt x="117" y="5"/>
                  </a:cubicBezTo>
                  <a:cubicBezTo>
                    <a:pt x="116" y="5"/>
                    <a:pt x="116" y="5"/>
                    <a:pt x="116" y="5"/>
                  </a:cubicBezTo>
                  <a:cubicBezTo>
                    <a:pt x="116" y="5"/>
                    <a:pt x="115" y="6"/>
                    <a:pt x="115" y="6"/>
                  </a:cubicBezTo>
                  <a:cubicBezTo>
                    <a:pt x="115" y="6"/>
                    <a:pt x="115" y="6"/>
                    <a:pt x="115" y="6"/>
                  </a:cubicBezTo>
                  <a:cubicBezTo>
                    <a:pt x="114" y="6"/>
                    <a:pt x="115" y="6"/>
                    <a:pt x="114" y="6"/>
                  </a:cubicBezTo>
                  <a:cubicBezTo>
                    <a:pt x="113" y="6"/>
                    <a:pt x="112" y="7"/>
                    <a:pt x="111" y="8"/>
                  </a:cubicBezTo>
                  <a:cubicBezTo>
                    <a:pt x="110" y="8"/>
                    <a:pt x="110" y="8"/>
                    <a:pt x="110" y="9"/>
                  </a:cubicBezTo>
                  <a:cubicBezTo>
                    <a:pt x="110" y="9"/>
                    <a:pt x="109" y="9"/>
                    <a:pt x="108" y="9"/>
                  </a:cubicBezTo>
                  <a:cubicBezTo>
                    <a:pt x="108" y="8"/>
                    <a:pt x="108" y="7"/>
                    <a:pt x="107" y="7"/>
                  </a:cubicBezTo>
                  <a:cubicBezTo>
                    <a:pt x="106" y="7"/>
                    <a:pt x="106" y="8"/>
                    <a:pt x="106" y="7"/>
                  </a:cubicBezTo>
                  <a:cubicBezTo>
                    <a:pt x="105" y="7"/>
                    <a:pt x="105" y="6"/>
                    <a:pt x="104" y="6"/>
                  </a:cubicBezTo>
                  <a:cubicBezTo>
                    <a:pt x="104" y="7"/>
                    <a:pt x="105" y="7"/>
                    <a:pt x="104" y="7"/>
                  </a:cubicBezTo>
                  <a:cubicBezTo>
                    <a:pt x="104" y="8"/>
                    <a:pt x="103" y="7"/>
                    <a:pt x="103" y="8"/>
                  </a:cubicBezTo>
                  <a:cubicBezTo>
                    <a:pt x="103" y="8"/>
                    <a:pt x="103" y="9"/>
                    <a:pt x="103" y="9"/>
                  </a:cubicBezTo>
                  <a:cubicBezTo>
                    <a:pt x="103" y="10"/>
                    <a:pt x="103" y="10"/>
                    <a:pt x="102" y="10"/>
                  </a:cubicBezTo>
                  <a:cubicBezTo>
                    <a:pt x="101" y="10"/>
                    <a:pt x="102" y="11"/>
                    <a:pt x="102" y="11"/>
                  </a:cubicBezTo>
                  <a:cubicBezTo>
                    <a:pt x="102" y="12"/>
                    <a:pt x="101" y="12"/>
                    <a:pt x="101" y="12"/>
                  </a:cubicBezTo>
                  <a:cubicBezTo>
                    <a:pt x="101" y="13"/>
                    <a:pt x="101" y="13"/>
                    <a:pt x="100" y="14"/>
                  </a:cubicBezTo>
                  <a:cubicBezTo>
                    <a:pt x="99" y="14"/>
                    <a:pt x="98" y="13"/>
                    <a:pt x="97" y="13"/>
                  </a:cubicBezTo>
                  <a:cubicBezTo>
                    <a:pt x="96" y="13"/>
                    <a:pt x="96" y="13"/>
                    <a:pt x="95" y="13"/>
                  </a:cubicBezTo>
                  <a:cubicBezTo>
                    <a:pt x="94" y="13"/>
                    <a:pt x="94" y="12"/>
                    <a:pt x="93" y="12"/>
                  </a:cubicBezTo>
                  <a:cubicBezTo>
                    <a:pt x="92" y="12"/>
                    <a:pt x="92" y="12"/>
                    <a:pt x="91" y="13"/>
                  </a:cubicBezTo>
                  <a:cubicBezTo>
                    <a:pt x="91" y="13"/>
                    <a:pt x="90" y="12"/>
                    <a:pt x="90" y="12"/>
                  </a:cubicBezTo>
                  <a:cubicBezTo>
                    <a:pt x="89" y="12"/>
                    <a:pt x="89" y="12"/>
                    <a:pt x="88" y="12"/>
                  </a:cubicBezTo>
                  <a:cubicBezTo>
                    <a:pt x="88" y="12"/>
                    <a:pt x="88" y="12"/>
                    <a:pt x="87" y="12"/>
                  </a:cubicBezTo>
                  <a:cubicBezTo>
                    <a:pt x="87" y="11"/>
                    <a:pt x="85" y="10"/>
                    <a:pt x="84" y="10"/>
                  </a:cubicBezTo>
                  <a:cubicBezTo>
                    <a:pt x="84" y="11"/>
                    <a:pt x="83" y="11"/>
                    <a:pt x="82" y="11"/>
                  </a:cubicBezTo>
                  <a:cubicBezTo>
                    <a:pt x="82" y="11"/>
                    <a:pt x="82" y="10"/>
                    <a:pt x="81" y="10"/>
                  </a:cubicBezTo>
                  <a:cubicBezTo>
                    <a:pt x="81" y="9"/>
                    <a:pt x="81" y="9"/>
                    <a:pt x="81" y="8"/>
                  </a:cubicBezTo>
                  <a:cubicBezTo>
                    <a:pt x="80" y="8"/>
                    <a:pt x="80" y="7"/>
                    <a:pt x="80" y="7"/>
                  </a:cubicBezTo>
                  <a:cubicBezTo>
                    <a:pt x="79" y="6"/>
                    <a:pt x="77" y="5"/>
                    <a:pt x="76" y="5"/>
                  </a:cubicBezTo>
                  <a:cubicBezTo>
                    <a:pt x="75" y="4"/>
                    <a:pt x="75" y="4"/>
                    <a:pt x="75" y="3"/>
                  </a:cubicBezTo>
                  <a:cubicBezTo>
                    <a:pt x="74" y="3"/>
                    <a:pt x="73" y="3"/>
                    <a:pt x="73" y="3"/>
                  </a:cubicBezTo>
                  <a:cubicBezTo>
                    <a:pt x="71" y="3"/>
                    <a:pt x="71" y="3"/>
                    <a:pt x="70" y="4"/>
                  </a:cubicBezTo>
                  <a:cubicBezTo>
                    <a:pt x="69" y="4"/>
                    <a:pt x="69" y="5"/>
                    <a:pt x="68" y="5"/>
                  </a:cubicBezTo>
                  <a:cubicBezTo>
                    <a:pt x="67" y="5"/>
                    <a:pt x="67" y="6"/>
                    <a:pt x="67" y="7"/>
                  </a:cubicBezTo>
                  <a:cubicBezTo>
                    <a:pt x="66" y="8"/>
                    <a:pt x="65" y="9"/>
                    <a:pt x="65" y="10"/>
                  </a:cubicBezTo>
                  <a:cubicBezTo>
                    <a:pt x="64" y="11"/>
                    <a:pt x="64" y="11"/>
                    <a:pt x="63" y="11"/>
                  </a:cubicBezTo>
                  <a:cubicBezTo>
                    <a:pt x="63" y="11"/>
                    <a:pt x="62" y="12"/>
                    <a:pt x="62" y="12"/>
                  </a:cubicBezTo>
                  <a:cubicBezTo>
                    <a:pt x="63" y="14"/>
                    <a:pt x="63" y="15"/>
                    <a:pt x="63" y="17"/>
                  </a:cubicBezTo>
                  <a:cubicBezTo>
                    <a:pt x="63" y="19"/>
                    <a:pt x="63" y="20"/>
                    <a:pt x="63" y="22"/>
                  </a:cubicBezTo>
                  <a:cubicBezTo>
                    <a:pt x="63" y="23"/>
                    <a:pt x="63" y="24"/>
                    <a:pt x="63" y="25"/>
                  </a:cubicBezTo>
                  <a:cubicBezTo>
                    <a:pt x="63" y="25"/>
                    <a:pt x="62" y="26"/>
                    <a:pt x="62" y="26"/>
                  </a:cubicBezTo>
                  <a:cubicBezTo>
                    <a:pt x="61" y="28"/>
                    <a:pt x="61" y="30"/>
                    <a:pt x="60" y="31"/>
                  </a:cubicBezTo>
                  <a:cubicBezTo>
                    <a:pt x="60" y="32"/>
                    <a:pt x="59" y="32"/>
                    <a:pt x="59" y="33"/>
                  </a:cubicBezTo>
                  <a:cubicBezTo>
                    <a:pt x="59" y="34"/>
                    <a:pt x="58" y="34"/>
                    <a:pt x="58" y="35"/>
                  </a:cubicBezTo>
                  <a:cubicBezTo>
                    <a:pt x="58" y="37"/>
                    <a:pt x="58" y="39"/>
                    <a:pt x="58" y="41"/>
                  </a:cubicBezTo>
                  <a:cubicBezTo>
                    <a:pt x="58" y="42"/>
                    <a:pt x="57" y="44"/>
                    <a:pt x="57" y="46"/>
                  </a:cubicBezTo>
                  <a:cubicBezTo>
                    <a:pt x="57" y="47"/>
                    <a:pt x="56" y="47"/>
                    <a:pt x="56" y="48"/>
                  </a:cubicBezTo>
                  <a:cubicBezTo>
                    <a:pt x="56" y="49"/>
                    <a:pt x="56" y="50"/>
                    <a:pt x="56" y="51"/>
                  </a:cubicBezTo>
                  <a:cubicBezTo>
                    <a:pt x="56" y="51"/>
                    <a:pt x="56" y="52"/>
                    <a:pt x="56" y="53"/>
                  </a:cubicBezTo>
                  <a:cubicBezTo>
                    <a:pt x="57" y="54"/>
                    <a:pt x="57" y="54"/>
                    <a:pt x="57" y="55"/>
                  </a:cubicBezTo>
                  <a:cubicBezTo>
                    <a:pt x="56" y="56"/>
                    <a:pt x="56" y="57"/>
                    <a:pt x="55" y="57"/>
                  </a:cubicBezTo>
                  <a:cubicBezTo>
                    <a:pt x="55" y="58"/>
                    <a:pt x="55" y="59"/>
                    <a:pt x="55" y="60"/>
                  </a:cubicBezTo>
                  <a:cubicBezTo>
                    <a:pt x="54" y="61"/>
                    <a:pt x="54" y="61"/>
                    <a:pt x="54" y="62"/>
                  </a:cubicBezTo>
                  <a:cubicBezTo>
                    <a:pt x="55" y="63"/>
                    <a:pt x="55" y="64"/>
                    <a:pt x="54" y="65"/>
                  </a:cubicBezTo>
                  <a:cubicBezTo>
                    <a:pt x="54" y="67"/>
                    <a:pt x="52" y="68"/>
                    <a:pt x="51" y="70"/>
                  </a:cubicBezTo>
                  <a:cubicBezTo>
                    <a:pt x="50" y="71"/>
                    <a:pt x="49" y="71"/>
                    <a:pt x="47" y="72"/>
                  </a:cubicBezTo>
                  <a:cubicBezTo>
                    <a:pt x="46" y="73"/>
                    <a:pt x="45" y="74"/>
                    <a:pt x="45" y="76"/>
                  </a:cubicBezTo>
                  <a:cubicBezTo>
                    <a:pt x="44" y="77"/>
                    <a:pt x="44" y="79"/>
                    <a:pt x="43" y="80"/>
                  </a:cubicBezTo>
                  <a:cubicBezTo>
                    <a:pt x="42" y="81"/>
                    <a:pt x="41" y="81"/>
                    <a:pt x="41" y="82"/>
                  </a:cubicBezTo>
                  <a:cubicBezTo>
                    <a:pt x="40" y="82"/>
                    <a:pt x="40" y="83"/>
                    <a:pt x="40" y="83"/>
                  </a:cubicBezTo>
                  <a:cubicBezTo>
                    <a:pt x="39" y="85"/>
                    <a:pt x="40" y="87"/>
                    <a:pt x="40" y="88"/>
                  </a:cubicBezTo>
                  <a:cubicBezTo>
                    <a:pt x="40" y="89"/>
                    <a:pt x="40" y="90"/>
                    <a:pt x="40" y="91"/>
                  </a:cubicBezTo>
                  <a:cubicBezTo>
                    <a:pt x="39" y="92"/>
                    <a:pt x="40" y="93"/>
                    <a:pt x="40" y="94"/>
                  </a:cubicBezTo>
                  <a:cubicBezTo>
                    <a:pt x="40" y="95"/>
                    <a:pt x="40" y="96"/>
                    <a:pt x="40" y="96"/>
                  </a:cubicBezTo>
                  <a:cubicBezTo>
                    <a:pt x="39" y="97"/>
                    <a:pt x="39" y="98"/>
                    <a:pt x="39" y="98"/>
                  </a:cubicBezTo>
                  <a:cubicBezTo>
                    <a:pt x="38" y="99"/>
                    <a:pt x="38" y="100"/>
                    <a:pt x="37" y="101"/>
                  </a:cubicBezTo>
                  <a:cubicBezTo>
                    <a:pt x="37" y="101"/>
                    <a:pt x="37" y="102"/>
                    <a:pt x="37" y="103"/>
                  </a:cubicBezTo>
                  <a:cubicBezTo>
                    <a:pt x="36" y="104"/>
                    <a:pt x="34" y="103"/>
                    <a:pt x="33" y="104"/>
                  </a:cubicBezTo>
                  <a:cubicBezTo>
                    <a:pt x="33" y="105"/>
                    <a:pt x="33" y="105"/>
                    <a:pt x="32" y="106"/>
                  </a:cubicBezTo>
                  <a:cubicBezTo>
                    <a:pt x="32" y="107"/>
                    <a:pt x="32" y="106"/>
                    <a:pt x="31" y="106"/>
                  </a:cubicBezTo>
                  <a:cubicBezTo>
                    <a:pt x="30" y="106"/>
                    <a:pt x="29" y="108"/>
                    <a:pt x="28" y="109"/>
                  </a:cubicBezTo>
                  <a:cubicBezTo>
                    <a:pt x="28" y="110"/>
                    <a:pt x="27" y="110"/>
                    <a:pt x="27" y="111"/>
                  </a:cubicBezTo>
                  <a:cubicBezTo>
                    <a:pt x="26" y="112"/>
                    <a:pt x="26" y="112"/>
                    <a:pt x="26" y="113"/>
                  </a:cubicBezTo>
                  <a:cubicBezTo>
                    <a:pt x="25" y="113"/>
                    <a:pt x="24" y="113"/>
                    <a:pt x="24" y="113"/>
                  </a:cubicBezTo>
                  <a:cubicBezTo>
                    <a:pt x="23" y="112"/>
                    <a:pt x="23" y="113"/>
                    <a:pt x="22" y="113"/>
                  </a:cubicBezTo>
                  <a:cubicBezTo>
                    <a:pt x="22" y="112"/>
                    <a:pt x="23" y="111"/>
                    <a:pt x="22" y="111"/>
                  </a:cubicBezTo>
                  <a:cubicBezTo>
                    <a:pt x="22" y="110"/>
                    <a:pt x="22" y="110"/>
                    <a:pt x="22" y="109"/>
                  </a:cubicBezTo>
                  <a:cubicBezTo>
                    <a:pt x="22" y="109"/>
                    <a:pt x="23" y="108"/>
                    <a:pt x="23" y="108"/>
                  </a:cubicBezTo>
                  <a:cubicBezTo>
                    <a:pt x="22" y="107"/>
                    <a:pt x="22" y="107"/>
                    <a:pt x="22" y="106"/>
                  </a:cubicBezTo>
                  <a:cubicBezTo>
                    <a:pt x="21" y="106"/>
                    <a:pt x="21" y="107"/>
                    <a:pt x="20" y="107"/>
                  </a:cubicBezTo>
                  <a:cubicBezTo>
                    <a:pt x="19" y="108"/>
                    <a:pt x="19" y="108"/>
                    <a:pt x="18" y="108"/>
                  </a:cubicBezTo>
                  <a:cubicBezTo>
                    <a:pt x="17" y="109"/>
                    <a:pt x="17" y="107"/>
                    <a:pt x="16" y="108"/>
                  </a:cubicBezTo>
                  <a:cubicBezTo>
                    <a:pt x="15" y="108"/>
                    <a:pt x="16" y="109"/>
                    <a:pt x="16" y="109"/>
                  </a:cubicBezTo>
                  <a:cubicBezTo>
                    <a:pt x="16" y="110"/>
                    <a:pt x="15" y="110"/>
                    <a:pt x="16" y="110"/>
                  </a:cubicBezTo>
                  <a:cubicBezTo>
                    <a:pt x="16" y="111"/>
                    <a:pt x="15" y="111"/>
                    <a:pt x="15" y="111"/>
                  </a:cubicBezTo>
                  <a:cubicBezTo>
                    <a:pt x="14" y="112"/>
                    <a:pt x="14" y="112"/>
                    <a:pt x="14" y="112"/>
                  </a:cubicBezTo>
                  <a:cubicBezTo>
                    <a:pt x="14" y="112"/>
                    <a:pt x="14" y="111"/>
                    <a:pt x="13" y="112"/>
                  </a:cubicBezTo>
                  <a:cubicBezTo>
                    <a:pt x="13" y="112"/>
                    <a:pt x="13" y="112"/>
                    <a:pt x="13" y="112"/>
                  </a:cubicBezTo>
                  <a:cubicBezTo>
                    <a:pt x="13" y="112"/>
                    <a:pt x="13" y="113"/>
                    <a:pt x="13" y="113"/>
                  </a:cubicBezTo>
                  <a:cubicBezTo>
                    <a:pt x="12" y="112"/>
                    <a:pt x="12" y="112"/>
                    <a:pt x="12" y="112"/>
                  </a:cubicBezTo>
                  <a:cubicBezTo>
                    <a:pt x="11" y="111"/>
                    <a:pt x="11" y="111"/>
                    <a:pt x="10" y="110"/>
                  </a:cubicBezTo>
                  <a:cubicBezTo>
                    <a:pt x="10" y="110"/>
                    <a:pt x="10" y="109"/>
                    <a:pt x="10" y="110"/>
                  </a:cubicBezTo>
                  <a:cubicBezTo>
                    <a:pt x="9" y="110"/>
                    <a:pt x="9" y="110"/>
                    <a:pt x="9" y="110"/>
                  </a:cubicBezTo>
                  <a:cubicBezTo>
                    <a:pt x="9" y="111"/>
                    <a:pt x="9" y="111"/>
                    <a:pt x="8" y="111"/>
                  </a:cubicBezTo>
                  <a:cubicBezTo>
                    <a:pt x="7" y="111"/>
                    <a:pt x="7" y="111"/>
                    <a:pt x="6" y="112"/>
                  </a:cubicBezTo>
                  <a:cubicBezTo>
                    <a:pt x="6" y="113"/>
                    <a:pt x="6" y="113"/>
                    <a:pt x="6" y="113"/>
                  </a:cubicBezTo>
                  <a:cubicBezTo>
                    <a:pt x="6" y="114"/>
                    <a:pt x="5" y="113"/>
                    <a:pt x="5" y="113"/>
                  </a:cubicBezTo>
                  <a:cubicBezTo>
                    <a:pt x="5" y="114"/>
                    <a:pt x="5" y="114"/>
                    <a:pt x="4" y="115"/>
                  </a:cubicBezTo>
                  <a:cubicBezTo>
                    <a:pt x="4" y="115"/>
                    <a:pt x="3" y="115"/>
                    <a:pt x="3" y="115"/>
                  </a:cubicBezTo>
                  <a:cubicBezTo>
                    <a:pt x="4" y="116"/>
                    <a:pt x="4" y="115"/>
                    <a:pt x="4" y="116"/>
                  </a:cubicBezTo>
                  <a:cubicBezTo>
                    <a:pt x="4" y="117"/>
                    <a:pt x="4" y="117"/>
                    <a:pt x="4" y="118"/>
                  </a:cubicBezTo>
                  <a:cubicBezTo>
                    <a:pt x="4" y="119"/>
                    <a:pt x="4" y="120"/>
                    <a:pt x="4" y="122"/>
                  </a:cubicBezTo>
                  <a:cubicBezTo>
                    <a:pt x="4" y="123"/>
                    <a:pt x="2" y="122"/>
                    <a:pt x="2" y="122"/>
                  </a:cubicBezTo>
                  <a:cubicBezTo>
                    <a:pt x="0" y="123"/>
                    <a:pt x="2" y="125"/>
                    <a:pt x="3" y="125"/>
                  </a:cubicBezTo>
                  <a:cubicBezTo>
                    <a:pt x="3" y="124"/>
                    <a:pt x="4" y="125"/>
                    <a:pt x="3" y="125"/>
                  </a:cubicBezTo>
                  <a:cubicBezTo>
                    <a:pt x="3" y="126"/>
                    <a:pt x="4" y="125"/>
                    <a:pt x="4" y="125"/>
                  </a:cubicBezTo>
                  <a:cubicBezTo>
                    <a:pt x="5" y="125"/>
                    <a:pt x="5" y="125"/>
                    <a:pt x="6" y="125"/>
                  </a:cubicBezTo>
                  <a:cubicBezTo>
                    <a:pt x="6" y="124"/>
                    <a:pt x="7" y="123"/>
                    <a:pt x="8" y="123"/>
                  </a:cubicBezTo>
                  <a:cubicBezTo>
                    <a:pt x="9" y="124"/>
                    <a:pt x="11" y="124"/>
                    <a:pt x="12" y="124"/>
                  </a:cubicBezTo>
                  <a:cubicBezTo>
                    <a:pt x="13" y="123"/>
                    <a:pt x="14" y="124"/>
                    <a:pt x="14" y="124"/>
                  </a:cubicBezTo>
                  <a:cubicBezTo>
                    <a:pt x="15" y="124"/>
                    <a:pt x="15" y="124"/>
                    <a:pt x="16" y="124"/>
                  </a:cubicBezTo>
                  <a:cubicBezTo>
                    <a:pt x="16" y="124"/>
                    <a:pt x="17" y="123"/>
                    <a:pt x="18" y="124"/>
                  </a:cubicBezTo>
                  <a:cubicBezTo>
                    <a:pt x="19" y="124"/>
                    <a:pt x="19" y="124"/>
                    <a:pt x="20" y="124"/>
                  </a:cubicBezTo>
                  <a:cubicBezTo>
                    <a:pt x="21" y="124"/>
                    <a:pt x="22" y="124"/>
                    <a:pt x="23" y="124"/>
                  </a:cubicBezTo>
                  <a:cubicBezTo>
                    <a:pt x="24" y="124"/>
                    <a:pt x="24" y="124"/>
                    <a:pt x="25" y="124"/>
                  </a:cubicBezTo>
                  <a:cubicBezTo>
                    <a:pt x="26" y="123"/>
                    <a:pt x="28" y="124"/>
                    <a:pt x="30" y="124"/>
                  </a:cubicBezTo>
                  <a:cubicBezTo>
                    <a:pt x="32" y="124"/>
                    <a:pt x="34" y="124"/>
                    <a:pt x="35" y="124"/>
                  </a:cubicBezTo>
                  <a:cubicBezTo>
                    <a:pt x="36" y="124"/>
                    <a:pt x="37" y="124"/>
                    <a:pt x="38" y="124"/>
                  </a:cubicBezTo>
                  <a:cubicBezTo>
                    <a:pt x="39" y="124"/>
                    <a:pt x="40" y="123"/>
                    <a:pt x="41" y="124"/>
                  </a:cubicBezTo>
                  <a:cubicBezTo>
                    <a:pt x="41" y="124"/>
                    <a:pt x="42" y="124"/>
                    <a:pt x="42" y="124"/>
                  </a:cubicBezTo>
                  <a:cubicBezTo>
                    <a:pt x="43" y="124"/>
                    <a:pt x="43" y="124"/>
                    <a:pt x="43" y="125"/>
                  </a:cubicBezTo>
                  <a:cubicBezTo>
                    <a:pt x="43" y="125"/>
                    <a:pt x="43" y="126"/>
                    <a:pt x="44" y="126"/>
                  </a:cubicBezTo>
                  <a:cubicBezTo>
                    <a:pt x="44" y="127"/>
                    <a:pt x="45" y="127"/>
                    <a:pt x="45" y="128"/>
                  </a:cubicBezTo>
                  <a:cubicBezTo>
                    <a:pt x="44" y="129"/>
                    <a:pt x="44" y="130"/>
                    <a:pt x="45" y="130"/>
                  </a:cubicBezTo>
                  <a:cubicBezTo>
                    <a:pt x="45" y="131"/>
                    <a:pt x="45" y="132"/>
                    <a:pt x="45" y="133"/>
                  </a:cubicBezTo>
                  <a:cubicBezTo>
                    <a:pt x="46" y="133"/>
                    <a:pt x="46" y="134"/>
                    <a:pt x="46" y="135"/>
                  </a:cubicBezTo>
                  <a:cubicBezTo>
                    <a:pt x="46" y="135"/>
                    <a:pt x="47" y="135"/>
                    <a:pt x="47" y="136"/>
                  </a:cubicBezTo>
                  <a:cubicBezTo>
                    <a:pt x="47" y="136"/>
                    <a:pt x="47" y="136"/>
                    <a:pt x="47" y="136"/>
                  </a:cubicBezTo>
                  <a:cubicBezTo>
                    <a:pt x="47" y="137"/>
                    <a:pt x="47" y="137"/>
                    <a:pt x="47" y="138"/>
                  </a:cubicBezTo>
                  <a:cubicBezTo>
                    <a:pt x="47" y="138"/>
                    <a:pt x="47" y="139"/>
                    <a:pt x="47" y="139"/>
                  </a:cubicBezTo>
                  <a:cubicBezTo>
                    <a:pt x="47" y="140"/>
                    <a:pt x="48" y="140"/>
                    <a:pt x="48" y="140"/>
                  </a:cubicBezTo>
                  <a:cubicBezTo>
                    <a:pt x="48" y="141"/>
                    <a:pt x="49" y="140"/>
                    <a:pt x="49" y="141"/>
                  </a:cubicBezTo>
                  <a:cubicBezTo>
                    <a:pt x="49" y="141"/>
                    <a:pt x="48" y="141"/>
                    <a:pt x="49" y="141"/>
                  </a:cubicBezTo>
                  <a:cubicBezTo>
                    <a:pt x="49" y="142"/>
                    <a:pt x="49" y="142"/>
                    <a:pt x="49" y="143"/>
                  </a:cubicBezTo>
                  <a:cubicBezTo>
                    <a:pt x="50" y="143"/>
                    <a:pt x="50" y="143"/>
                    <a:pt x="50" y="143"/>
                  </a:cubicBezTo>
                  <a:cubicBezTo>
                    <a:pt x="50" y="144"/>
                    <a:pt x="50" y="144"/>
                    <a:pt x="50" y="144"/>
                  </a:cubicBezTo>
                  <a:cubicBezTo>
                    <a:pt x="50" y="144"/>
                    <a:pt x="50" y="144"/>
                    <a:pt x="51" y="145"/>
                  </a:cubicBezTo>
                  <a:cubicBezTo>
                    <a:pt x="51" y="145"/>
                    <a:pt x="51" y="145"/>
                    <a:pt x="51" y="146"/>
                  </a:cubicBezTo>
                  <a:cubicBezTo>
                    <a:pt x="52" y="146"/>
                    <a:pt x="51" y="146"/>
                    <a:pt x="52" y="147"/>
                  </a:cubicBezTo>
                  <a:cubicBezTo>
                    <a:pt x="52" y="147"/>
                    <a:pt x="52" y="147"/>
                    <a:pt x="52" y="147"/>
                  </a:cubicBezTo>
                  <a:cubicBezTo>
                    <a:pt x="53" y="148"/>
                    <a:pt x="52" y="148"/>
                    <a:pt x="53" y="148"/>
                  </a:cubicBezTo>
                  <a:cubicBezTo>
                    <a:pt x="53" y="149"/>
                    <a:pt x="54" y="148"/>
                    <a:pt x="55" y="148"/>
                  </a:cubicBezTo>
                  <a:cubicBezTo>
                    <a:pt x="55" y="148"/>
                    <a:pt x="56" y="147"/>
                    <a:pt x="56" y="148"/>
                  </a:cubicBezTo>
                  <a:cubicBezTo>
                    <a:pt x="57" y="148"/>
                    <a:pt x="57" y="148"/>
                    <a:pt x="58" y="148"/>
                  </a:cubicBezTo>
                  <a:cubicBezTo>
                    <a:pt x="58" y="147"/>
                    <a:pt x="60" y="147"/>
                    <a:pt x="61" y="147"/>
                  </a:cubicBezTo>
                  <a:cubicBezTo>
                    <a:pt x="61" y="147"/>
                    <a:pt x="62" y="147"/>
                    <a:pt x="62" y="147"/>
                  </a:cubicBezTo>
                  <a:cubicBezTo>
                    <a:pt x="62" y="146"/>
                    <a:pt x="63" y="146"/>
                    <a:pt x="63" y="146"/>
                  </a:cubicBezTo>
                  <a:cubicBezTo>
                    <a:pt x="64" y="146"/>
                    <a:pt x="64" y="146"/>
                    <a:pt x="64" y="147"/>
                  </a:cubicBezTo>
                  <a:cubicBezTo>
                    <a:pt x="64" y="147"/>
                    <a:pt x="65" y="147"/>
                    <a:pt x="66" y="147"/>
                  </a:cubicBezTo>
                  <a:cubicBezTo>
                    <a:pt x="67" y="147"/>
                    <a:pt x="69" y="147"/>
                    <a:pt x="70" y="147"/>
                  </a:cubicBezTo>
                  <a:cubicBezTo>
                    <a:pt x="70" y="146"/>
                    <a:pt x="70" y="146"/>
                    <a:pt x="70" y="145"/>
                  </a:cubicBezTo>
                  <a:cubicBezTo>
                    <a:pt x="70" y="145"/>
                    <a:pt x="71" y="144"/>
                    <a:pt x="70" y="143"/>
                  </a:cubicBezTo>
                  <a:cubicBezTo>
                    <a:pt x="70" y="142"/>
                    <a:pt x="71" y="143"/>
                    <a:pt x="71" y="142"/>
                  </a:cubicBezTo>
                  <a:cubicBezTo>
                    <a:pt x="72" y="141"/>
                    <a:pt x="72" y="141"/>
                    <a:pt x="71" y="140"/>
                  </a:cubicBezTo>
                  <a:cubicBezTo>
                    <a:pt x="71" y="140"/>
                    <a:pt x="71" y="139"/>
                    <a:pt x="71" y="138"/>
                  </a:cubicBezTo>
                  <a:cubicBezTo>
                    <a:pt x="71" y="138"/>
                    <a:pt x="72" y="137"/>
                    <a:pt x="72" y="137"/>
                  </a:cubicBezTo>
                  <a:cubicBezTo>
                    <a:pt x="72" y="137"/>
                    <a:pt x="72" y="136"/>
                    <a:pt x="72" y="136"/>
                  </a:cubicBezTo>
                  <a:cubicBezTo>
                    <a:pt x="74" y="136"/>
                    <a:pt x="75" y="136"/>
                    <a:pt x="77" y="136"/>
                  </a:cubicBezTo>
                  <a:cubicBezTo>
                    <a:pt x="77" y="136"/>
                    <a:pt x="79" y="136"/>
                    <a:pt x="79" y="136"/>
                  </a:cubicBezTo>
                  <a:cubicBezTo>
                    <a:pt x="79" y="135"/>
                    <a:pt x="79" y="135"/>
                    <a:pt x="80" y="135"/>
                  </a:cubicBezTo>
                  <a:cubicBezTo>
                    <a:pt x="81" y="135"/>
                    <a:pt x="83" y="135"/>
                    <a:pt x="82" y="136"/>
                  </a:cubicBezTo>
                  <a:cubicBezTo>
                    <a:pt x="82" y="136"/>
                    <a:pt x="81" y="139"/>
                    <a:pt x="82" y="139"/>
                  </a:cubicBezTo>
                  <a:cubicBezTo>
                    <a:pt x="82" y="139"/>
                    <a:pt x="83" y="139"/>
                    <a:pt x="84" y="139"/>
                  </a:cubicBezTo>
                  <a:cubicBezTo>
                    <a:pt x="85" y="139"/>
                    <a:pt x="86" y="139"/>
                    <a:pt x="87" y="139"/>
                  </a:cubicBezTo>
                  <a:cubicBezTo>
                    <a:pt x="89" y="139"/>
                    <a:pt x="91" y="139"/>
                    <a:pt x="93" y="139"/>
                  </a:cubicBezTo>
                  <a:cubicBezTo>
                    <a:pt x="95" y="139"/>
                    <a:pt x="94" y="141"/>
                    <a:pt x="94" y="143"/>
                  </a:cubicBezTo>
                  <a:cubicBezTo>
                    <a:pt x="94" y="144"/>
                    <a:pt x="93" y="146"/>
                    <a:pt x="94" y="148"/>
                  </a:cubicBezTo>
                  <a:cubicBezTo>
                    <a:pt x="94" y="148"/>
                    <a:pt x="94" y="149"/>
                    <a:pt x="94" y="150"/>
                  </a:cubicBezTo>
                  <a:cubicBezTo>
                    <a:pt x="94" y="150"/>
                    <a:pt x="95" y="150"/>
                    <a:pt x="95" y="151"/>
                  </a:cubicBezTo>
                  <a:cubicBezTo>
                    <a:pt x="95" y="151"/>
                    <a:pt x="95" y="151"/>
                    <a:pt x="95" y="152"/>
                  </a:cubicBezTo>
                  <a:cubicBezTo>
                    <a:pt x="95" y="153"/>
                    <a:pt x="94" y="155"/>
                    <a:pt x="94" y="157"/>
                  </a:cubicBezTo>
                  <a:cubicBezTo>
                    <a:pt x="94" y="157"/>
                    <a:pt x="94" y="158"/>
                    <a:pt x="94" y="159"/>
                  </a:cubicBezTo>
                  <a:cubicBezTo>
                    <a:pt x="94" y="160"/>
                    <a:pt x="94" y="161"/>
                    <a:pt x="94" y="161"/>
                  </a:cubicBezTo>
                  <a:cubicBezTo>
                    <a:pt x="93" y="163"/>
                    <a:pt x="94" y="165"/>
                    <a:pt x="95" y="166"/>
                  </a:cubicBezTo>
                  <a:cubicBezTo>
                    <a:pt x="95" y="167"/>
                    <a:pt x="95" y="168"/>
                    <a:pt x="96" y="168"/>
                  </a:cubicBezTo>
                  <a:cubicBezTo>
                    <a:pt x="97" y="168"/>
                    <a:pt x="97" y="168"/>
                    <a:pt x="97" y="169"/>
                  </a:cubicBezTo>
                  <a:cubicBezTo>
                    <a:pt x="97" y="170"/>
                    <a:pt x="97" y="171"/>
                    <a:pt x="98" y="172"/>
                  </a:cubicBezTo>
                  <a:cubicBezTo>
                    <a:pt x="98" y="172"/>
                    <a:pt x="98" y="173"/>
                    <a:pt x="98" y="173"/>
                  </a:cubicBezTo>
                  <a:cubicBezTo>
                    <a:pt x="98" y="174"/>
                    <a:pt x="98" y="174"/>
                    <a:pt x="98" y="175"/>
                  </a:cubicBezTo>
                  <a:cubicBezTo>
                    <a:pt x="99" y="175"/>
                    <a:pt x="98" y="176"/>
                    <a:pt x="98" y="177"/>
                  </a:cubicBezTo>
                  <a:cubicBezTo>
                    <a:pt x="98" y="178"/>
                    <a:pt x="98" y="178"/>
                    <a:pt x="97" y="178"/>
                  </a:cubicBezTo>
                  <a:cubicBezTo>
                    <a:pt x="97" y="179"/>
                    <a:pt x="97" y="179"/>
                    <a:pt x="97" y="180"/>
                  </a:cubicBezTo>
                  <a:cubicBezTo>
                    <a:pt x="97" y="181"/>
                    <a:pt x="98" y="181"/>
                    <a:pt x="98" y="182"/>
                  </a:cubicBezTo>
                  <a:cubicBezTo>
                    <a:pt x="98" y="182"/>
                    <a:pt x="97" y="183"/>
                    <a:pt x="98" y="183"/>
                  </a:cubicBezTo>
                  <a:cubicBezTo>
                    <a:pt x="98" y="183"/>
                    <a:pt x="99" y="182"/>
                    <a:pt x="99" y="182"/>
                  </a:cubicBezTo>
                  <a:cubicBezTo>
                    <a:pt x="100" y="182"/>
                    <a:pt x="100" y="181"/>
                    <a:pt x="100" y="181"/>
                  </a:cubicBezTo>
                  <a:cubicBezTo>
                    <a:pt x="101" y="180"/>
                    <a:pt x="101" y="181"/>
                    <a:pt x="102" y="181"/>
                  </a:cubicBezTo>
                  <a:cubicBezTo>
                    <a:pt x="102" y="181"/>
                    <a:pt x="103" y="181"/>
                    <a:pt x="103" y="181"/>
                  </a:cubicBezTo>
                  <a:cubicBezTo>
                    <a:pt x="104" y="181"/>
                    <a:pt x="104" y="181"/>
                    <a:pt x="105" y="181"/>
                  </a:cubicBezTo>
                  <a:cubicBezTo>
                    <a:pt x="105" y="181"/>
                    <a:pt x="105" y="181"/>
                    <a:pt x="106" y="181"/>
                  </a:cubicBezTo>
                  <a:cubicBezTo>
                    <a:pt x="106" y="181"/>
                    <a:pt x="107" y="181"/>
                    <a:pt x="108" y="181"/>
                  </a:cubicBezTo>
                  <a:cubicBezTo>
                    <a:pt x="108" y="180"/>
                    <a:pt x="109" y="180"/>
                    <a:pt x="109" y="180"/>
                  </a:cubicBezTo>
                  <a:cubicBezTo>
                    <a:pt x="110" y="180"/>
                    <a:pt x="110" y="180"/>
                    <a:pt x="111" y="180"/>
                  </a:cubicBezTo>
                  <a:cubicBezTo>
                    <a:pt x="112" y="180"/>
                    <a:pt x="112" y="180"/>
                    <a:pt x="112" y="180"/>
                  </a:cubicBezTo>
                  <a:cubicBezTo>
                    <a:pt x="113" y="180"/>
                    <a:pt x="113" y="180"/>
                    <a:pt x="113" y="180"/>
                  </a:cubicBezTo>
                  <a:cubicBezTo>
                    <a:pt x="114" y="181"/>
                    <a:pt x="114" y="180"/>
                    <a:pt x="114" y="179"/>
                  </a:cubicBezTo>
                  <a:cubicBezTo>
                    <a:pt x="114" y="178"/>
                    <a:pt x="115" y="179"/>
                    <a:pt x="116" y="179"/>
                  </a:cubicBezTo>
                  <a:cubicBezTo>
                    <a:pt x="116" y="179"/>
                    <a:pt x="116" y="180"/>
                    <a:pt x="116" y="180"/>
                  </a:cubicBezTo>
                  <a:cubicBezTo>
                    <a:pt x="117" y="181"/>
                    <a:pt x="118" y="180"/>
                    <a:pt x="118" y="181"/>
                  </a:cubicBezTo>
                  <a:cubicBezTo>
                    <a:pt x="119" y="182"/>
                    <a:pt x="118" y="182"/>
                    <a:pt x="118" y="182"/>
                  </a:cubicBezTo>
                  <a:cubicBezTo>
                    <a:pt x="118" y="182"/>
                    <a:pt x="119" y="182"/>
                    <a:pt x="119" y="183"/>
                  </a:cubicBezTo>
                  <a:cubicBezTo>
                    <a:pt x="119" y="183"/>
                    <a:pt x="118" y="184"/>
                    <a:pt x="118" y="184"/>
                  </a:cubicBezTo>
                  <a:cubicBezTo>
                    <a:pt x="117" y="185"/>
                    <a:pt x="118" y="185"/>
                    <a:pt x="119" y="185"/>
                  </a:cubicBezTo>
                  <a:cubicBezTo>
                    <a:pt x="119" y="185"/>
                    <a:pt x="119" y="185"/>
                    <a:pt x="120" y="185"/>
                  </a:cubicBezTo>
                  <a:cubicBezTo>
                    <a:pt x="121" y="185"/>
                    <a:pt x="121" y="184"/>
                    <a:pt x="121" y="184"/>
                  </a:cubicBezTo>
                  <a:cubicBezTo>
                    <a:pt x="122" y="183"/>
                    <a:pt x="123" y="184"/>
                    <a:pt x="123" y="183"/>
                  </a:cubicBezTo>
                  <a:cubicBezTo>
                    <a:pt x="124" y="183"/>
                    <a:pt x="125" y="183"/>
                    <a:pt x="126" y="183"/>
                  </a:cubicBezTo>
                  <a:cubicBezTo>
                    <a:pt x="126" y="183"/>
                    <a:pt x="127" y="182"/>
                    <a:pt x="127" y="182"/>
                  </a:cubicBezTo>
                  <a:cubicBezTo>
                    <a:pt x="128" y="183"/>
                    <a:pt x="127" y="184"/>
                    <a:pt x="127" y="185"/>
                  </a:cubicBezTo>
                  <a:cubicBezTo>
                    <a:pt x="128" y="186"/>
                    <a:pt x="127" y="187"/>
                    <a:pt x="128" y="188"/>
                  </a:cubicBezTo>
                  <a:cubicBezTo>
                    <a:pt x="129" y="188"/>
                    <a:pt x="129" y="188"/>
                    <a:pt x="129" y="189"/>
                  </a:cubicBezTo>
                  <a:cubicBezTo>
                    <a:pt x="129" y="189"/>
                    <a:pt x="130" y="188"/>
                    <a:pt x="130" y="188"/>
                  </a:cubicBezTo>
                  <a:cubicBezTo>
                    <a:pt x="131" y="188"/>
                    <a:pt x="131" y="189"/>
                    <a:pt x="132" y="189"/>
                  </a:cubicBezTo>
                  <a:cubicBezTo>
                    <a:pt x="133" y="189"/>
                    <a:pt x="133" y="189"/>
                    <a:pt x="133" y="190"/>
                  </a:cubicBezTo>
                  <a:cubicBezTo>
                    <a:pt x="134" y="190"/>
                    <a:pt x="134" y="190"/>
                    <a:pt x="135" y="190"/>
                  </a:cubicBezTo>
                  <a:cubicBezTo>
                    <a:pt x="136" y="190"/>
                    <a:pt x="136" y="190"/>
                    <a:pt x="137" y="190"/>
                  </a:cubicBezTo>
                  <a:cubicBezTo>
                    <a:pt x="137" y="190"/>
                    <a:pt x="138" y="190"/>
                    <a:pt x="138" y="190"/>
                  </a:cubicBezTo>
                  <a:cubicBezTo>
                    <a:pt x="138" y="190"/>
                    <a:pt x="139" y="191"/>
                    <a:pt x="139" y="191"/>
                  </a:cubicBezTo>
                  <a:cubicBezTo>
                    <a:pt x="139" y="191"/>
                    <a:pt x="141" y="191"/>
                    <a:pt x="141" y="191"/>
                  </a:cubicBezTo>
                  <a:cubicBezTo>
                    <a:pt x="141" y="191"/>
                    <a:pt x="142" y="191"/>
                    <a:pt x="142" y="191"/>
                  </a:cubicBezTo>
                  <a:cubicBezTo>
                    <a:pt x="143" y="191"/>
                    <a:pt x="143" y="190"/>
                    <a:pt x="143" y="189"/>
                  </a:cubicBezTo>
                  <a:cubicBezTo>
                    <a:pt x="144" y="189"/>
                    <a:pt x="144" y="188"/>
                    <a:pt x="144" y="187"/>
                  </a:cubicBezTo>
                  <a:cubicBezTo>
                    <a:pt x="144" y="187"/>
                    <a:pt x="144" y="187"/>
                    <a:pt x="145" y="187"/>
                  </a:cubicBezTo>
                  <a:cubicBezTo>
                    <a:pt x="146" y="186"/>
                    <a:pt x="146" y="187"/>
                    <a:pt x="146" y="188"/>
                  </a:cubicBezTo>
                  <a:cubicBezTo>
                    <a:pt x="146" y="189"/>
                    <a:pt x="147" y="189"/>
                    <a:pt x="147" y="190"/>
                  </a:cubicBezTo>
                  <a:cubicBezTo>
                    <a:pt x="148" y="190"/>
                    <a:pt x="148" y="191"/>
                    <a:pt x="148" y="192"/>
                  </a:cubicBezTo>
                  <a:cubicBezTo>
                    <a:pt x="148" y="193"/>
                    <a:pt x="149" y="194"/>
                    <a:pt x="150" y="195"/>
                  </a:cubicBezTo>
                  <a:cubicBezTo>
                    <a:pt x="151" y="195"/>
                    <a:pt x="151" y="194"/>
                    <a:pt x="152" y="194"/>
                  </a:cubicBezTo>
                  <a:cubicBezTo>
                    <a:pt x="152" y="194"/>
                    <a:pt x="153" y="195"/>
                    <a:pt x="153" y="195"/>
                  </a:cubicBezTo>
                  <a:cubicBezTo>
                    <a:pt x="154" y="195"/>
                    <a:pt x="154" y="196"/>
                    <a:pt x="155" y="196"/>
                  </a:cubicBezTo>
                  <a:cubicBezTo>
                    <a:pt x="155" y="196"/>
                    <a:pt x="156" y="196"/>
                    <a:pt x="156" y="196"/>
                  </a:cubicBezTo>
                  <a:cubicBezTo>
                    <a:pt x="157" y="197"/>
                    <a:pt x="157" y="197"/>
                    <a:pt x="158" y="198"/>
                  </a:cubicBezTo>
                  <a:cubicBezTo>
                    <a:pt x="158" y="198"/>
                    <a:pt x="158" y="199"/>
                    <a:pt x="158" y="199"/>
                  </a:cubicBezTo>
                  <a:cubicBezTo>
                    <a:pt x="157" y="199"/>
                    <a:pt x="158" y="200"/>
                    <a:pt x="158" y="200"/>
                  </a:cubicBezTo>
                  <a:cubicBezTo>
                    <a:pt x="158" y="201"/>
                    <a:pt x="158" y="201"/>
                    <a:pt x="159" y="201"/>
                  </a:cubicBezTo>
                  <a:cubicBezTo>
                    <a:pt x="159" y="200"/>
                    <a:pt x="160" y="200"/>
                    <a:pt x="160" y="201"/>
                  </a:cubicBezTo>
                  <a:cubicBezTo>
                    <a:pt x="160" y="201"/>
                    <a:pt x="161" y="202"/>
                    <a:pt x="161" y="202"/>
                  </a:cubicBezTo>
                  <a:cubicBezTo>
                    <a:pt x="161" y="203"/>
                    <a:pt x="161" y="203"/>
                    <a:pt x="161" y="204"/>
                  </a:cubicBezTo>
                  <a:cubicBezTo>
                    <a:pt x="163" y="204"/>
                    <a:pt x="161" y="207"/>
                    <a:pt x="163" y="206"/>
                  </a:cubicBezTo>
                  <a:cubicBezTo>
                    <a:pt x="163" y="206"/>
                    <a:pt x="164" y="206"/>
                    <a:pt x="164" y="206"/>
                  </a:cubicBezTo>
                  <a:cubicBezTo>
                    <a:pt x="164" y="206"/>
                    <a:pt x="164" y="207"/>
                    <a:pt x="164" y="207"/>
                  </a:cubicBezTo>
                  <a:cubicBezTo>
                    <a:pt x="165" y="207"/>
                    <a:pt x="165" y="206"/>
                    <a:pt x="165" y="206"/>
                  </a:cubicBezTo>
                  <a:cubicBezTo>
                    <a:pt x="166" y="206"/>
                    <a:pt x="167" y="206"/>
                    <a:pt x="167" y="205"/>
                  </a:cubicBezTo>
                  <a:cubicBezTo>
                    <a:pt x="168" y="205"/>
                    <a:pt x="168" y="205"/>
                    <a:pt x="169" y="205"/>
                  </a:cubicBezTo>
                  <a:cubicBezTo>
                    <a:pt x="170" y="205"/>
                    <a:pt x="168" y="206"/>
                    <a:pt x="169" y="207"/>
                  </a:cubicBezTo>
                  <a:cubicBezTo>
                    <a:pt x="169" y="207"/>
                    <a:pt x="170" y="207"/>
                    <a:pt x="170" y="207"/>
                  </a:cubicBezTo>
                  <a:cubicBezTo>
                    <a:pt x="170" y="207"/>
                    <a:pt x="170" y="206"/>
                    <a:pt x="170" y="206"/>
                  </a:cubicBezTo>
                  <a:cubicBezTo>
                    <a:pt x="170" y="205"/>
                    <a:pt x="170" y="203"/>
                    <a:pt x="170" y="202"/>
                  </a:cubicBezTo>
                  <a:cubicBezTo>
                    <a:pt x="170" y="200"/>
                    <a:pt x="170" y="198"/>
                    <a:pt x="171" y="196"/>
                  </a:cubicBezTo>
                  <a:cubicBezTo>
                    <a:pt x="171" y="195"/>
                    <a:pt x="171" y="193"/>
                    <a:pt x="170" y="193"/>
                  </a:cubicBezTo>
                  <a:cubicBezTo>
                    <a:pt x="170" y="193"/>
                    <a:pt x="170" y="193"/>
                    <a:pt x="169" y="193"/>
                  </a:cubicBezTo>
                  <a:cubicBezTo>
                    <a:pt x="169" y="193"/>
                    <a:pt x="169" y="193"/>
                    <a:pt x="168" y="193"/>
                  </a:cubicBezTo>
                  <a:cubicBezTo>
                    <a:pt x="168" y="193"/>
                    <a:pt x="167" y="194"/>
                    <a:pt x="167" y="194"/>
                  </a:cubicBezTo>
                  <a:cubicBezTo>
                    <a:pt x="167" y="195"/>
                    <a:pt x="167" y="195"/>
                    <a:pt x="168" y="195"/>
                  </a:cubicBezTo>
                  <a:cubicBezTo>
                    <a:pt x="168" y="196"/>
                    <a:pt x="168" y="196"/>
                    <a:pt x="167" y="196"/>
                  </a:cubicBezTo>
                  <a:cubicBezTo>
                    <a:pt x="167" y="196"/>
                    <a:pt x="167" y="196"/>
                    <a:pt x="167" y="196"/>
                  </a:cubicBezTo>
                  <a:cubicBezTo>
                    <a:pt x="166" y="196"/>
                    <a:pt x="166" y="196"/>
                    <a:pt x="165" y="195"/>
                  </a:cubicBezTo>
                  <a:cubicBezTo>
                    <a:pt x="165" y="195"/>
                    <a:pt x="164" y="195"/>
                    <a:pt x="164" y="195"/>
                  </a:cubicBezTo>
                  <a:cubicBezTo>
                    <a:pt x="163" y="195"/>
                    <a:pt x="163" y="195"/>
                    <a:pt x="163" y="195"/>
                  </a:cubicBezTo>
                  <a:cubicBezTo>
                    <a:pt x="162" y="194"/>
                    <a:pt x="162" y="193"/>
                    <a:pt x="161" y="193"/>
                  </a:cubicBezTo>
                  <a:cubicBezTo>
                    <a:pt x="161" y="192"/>
                    <a:pt x="161" y="192"/>
                    <a:pt x="160" y="192"/>
                  </a:cubicBezTo>
                  <a:cubicBezTo>
                    <a:pt x="160" y="191"/>
                    <a:pt x="160" y="191"/>
                    <a:pt x="160" y="191"/>
                  </a:cubicBezTo>
                  <a:cubicBezTo>
                    <a:pt x="159" y="191"/>
                    <a:pt x="159" y="190"/>
                    <a:pt x="159" y="190"/>
                  </a:cubicBezTo>
                  <a:cubicBezTo>
                    <a:pt x="159" y="190"/>
                    <a:pt x="158" y="190"/>
                    <a:pt x="158" y="190"/>
                  </a:cubicBezTo>
                  <a:cubicBezTo>
                    <a:pt x="158" y="189"/>
                    <a:pt x="158" y="189"/>
                    <a:pt x="158" y="189"/>
                  </a:cubicBezTo>
                  <a:cubicBezTo>
                    <a:pt x="157" y="189"/>
                    <a:pt x="157" y="188"/>
                    <a:pt x="157" y="188"/>
                  </a:cubicBezTo>
                  <a:cubicBezTo>
                    <a:pt x="157" y="187"/>
                    <a:pt x="157" y="186"/>
                    <a:pt x="157" y="185"/>
                  </a:cubicBezTo>
                  <a:cubicBezTo>
                    <a:pt x="157" y="185"/>
                    <a:pt x="157" y="184"/>
                    <a:pt x="157" y="184"/>
                  </a:cubicBezTo>
                  <a:cubicBezTo>
                    <a:pt x="158" y="182"/>
                    <a:pt x="158" y="180"/>
                    <a:pt x="159" y="179"/>
                  </a:cubicBezTo>
                  <a:cubicBezTo>
                    <a:pt x="159" y="178"/>
                    <a:pt x="159" y="177"/>
                    <a:pt x="160" y="177"/>
                  </a:cubicBezTo>
                  <a:cubicBezTo>
                    <a:pt x="160" y="176"/>
                    <a:pt x="160" y="176"/>
                    <a:pt x="160" y="176"/>
                  </a:cubicBezTo>
                  <a:cubicBezTo>
                    <a:pt x="159" y="174"/>
                    <a:pt x="160" y="173"/>
                    <a:pt x="159" y="172"/>
                  </a:cubicBezTo>
                  <a:cubicBezTo>
                    <a:pt x="159" y="171"/>
                    <a:pt x="159" y="171"/>
                    <a:pt x="159" y="171"/>
                  </a:cubicBezTo>
                  <a:cubicBezTo>
                    <a:pt x="159" y="170"/>
                    <a:pt x="159" y="170"/>
                    <a:pt x="159" y="169"/>
                  </a:cubicBezTo>
                  <a:cubicBezTo>
                    <a:pt x="159" y="169"/>
                    <a:pt x="160" y="168"/>
                    <a:pt x="160" y="167"/>
                  </a:cubicBezTo>
                  <a:cubicBezTo>
                    <a:pt x="160" y="167"/>
                    <a:pt x="160" y="167"/>
                    <a:pt x="160" y="166"/>
                  </a:cubicBezTo>
                  <a:cubicBezTo>
                    <a:pt x="159" y="166"/>
                    <a:pt x="159" y="164"/>
                    <a:pt x="159" y="164"/>
                  </a:cubicBezTo>
                  <a:cubicBezTo>
                    <a:pt x="159" y="164"/>
                    <a:pt x="159" y="162"/>
                    <a:pt x="158" y="162"/>
                  </a:cubicBezTo>
                  <a:cubicBezTo>
                    <a:pt x="157" y="161"/>
                    <a:pt x="157" y="161"/>
                    <a:pt x="158" y="160"/>
                  </a:cubicBezTo>
                  <a:cubicBezTo>
                    <a:pt x="160" y="159"/>
                    <a:pt x="164" y="155"/>
                    <a:pt x="162" y="152"/>
                  </a:cubicBezTo>
                  <a:cubicBezTo>
                    <a:pt x="166" y="152"/>
                    <a:pt x="170" y="151"/>
                    <a:pt x="175" y="150"/>
                  </a:cubicBezTo>
                  <a:cubicBezTo>
                    <a:pt x="175" y="150"/>
                    <a:pt x="179" y="150"/>
                    <a:pt x="179" y="149"/>
                  </a:cubicBezTo>
                  <a:cubicBezTo>
                    <a:pt x="178" y="148"/>
                    <a:pt x="178" y="148"/>
                    <a:pt x="177" y="147"/>
                  </a:cubicBezTo>
                  <a:cubicBezTo>
                    <a:pt x="177" y="147"/>
                    <a:pt x="177" y="146"/>
                    <a:pt x="177" y="146"/>
                  </a:cubicBezTo>
                  <a:cubicBezTo>
                    <a:pt x="176" y="146"/>
                    <a:pt x="176" y="146"/>
                    <a:pt x="176" y="146"/>
                  </a:cubicBezTo>
                  <a:cubicBezTo>
                    <a:pt x="175" y="146"/>
                    <a:pt x="175" y="144"/>
                    <a:pt x="175" y="143"/>
                  </a:cubicBezTo>
                  <a:cubicBezTo>
                    <a:pt x="175" y="143"/>
                    <a:pt x="175" y="142"/>
                    <a:pt x="175" y="141"/>
                  </a:cubicBezTo>
                  <a:cubicBezTo>
                    <a:pt x="175" y="140"/>
                    <a:pt x="174" y="138"/>
                    <a:pt x="173" y="138"/>
                  </a:cubicBezTo>
                  <a:cubicBezTo>
                    <a:pt x="172" y="137"/>
                    <a:pt x="172" y="137"/>
                    <a:pt x="171" y="137"/>
                  </a:cubicBezTo>
                  <a:cubicBezTo>
                    <a:pt x="170" y="136"/>
                    <a:pt x="170" y="135"/>
                    <a:pt x="170" y="135"/>
                  </a:cubicBezTo>
                  <a:cubicBezTo>
                    <a:pt x="169" y="133"/>
                    <a:pt x="168" y="133"/>
                    <a:pt x="168" y="131"/>
                  </a:cubicBezTo>
                  <a:cubicBezTo>
                    <a:pt x="167" y="131"/>
                    <a:pt x="166" y="127"/>
                    <a:pt x="166" y="127"/>
                  </a:cubicBezTo>
                  <a:cubicBezTo>
                    <a:pt x="166" y="126"/>
                    <a:pt x="166" y="126"/>
                    <a:pt x="165" y="126"/>
                  </a:cubicBezTo>
                  <a:cubicBezTo>
                    <a:pt x="165" y="125"/>
                    <a:pt x="165" y="125"/>
                    <a:pt x="165" y="124"/>
                  </a:cubicBezTo>
                  <a:cubicBezTo>
                    <a:pt x="166" y="124"/>
                    <a:pt x="167" y="123"/>
                    <a:pt x="167" y="122"/>
                  </a:cubicBezTo>
                  <a:cubicBezTo>
                    <a:pt x="167" y="122"/>
                    <a:pt x="167" y="121"/>
                    <a:pt x="167" y="121"/>
                  </a:cubicBezTo>
                  <a:cubicBezTo>
                    <a:pt x="167" y="121"/>
                    <a:pt x="167" y="121"/>
                    <a:pt x="167" y="121"/>
                  </a:cubicBezTo>
                  <a:cubicBezTo>
                    <a:pt x="167" y="120"/>
                    <a:pt x="166" y="119"/>
                    <a:pt x="166" y="119"/>
                  </a:cubicBezTo>
                  <a:cubicBezTo>
                    <a:pt x="166" y="118"/>
                    <a:pt x="165" y="116"/>
                    <a:pt x="165" y="115"/>
                  </a:cubicBezTo>
                  <a:cubicBezTo>
                    <a:pt x="165" y="115"/>
                    <a:pt x="165" y="114"/>
                    <a:pt x="165" y="113"/>
                  </a:cubicBezTo>
                  <a:cubicBezTo>
                    <a:pt x="165" y="113"/>
                    <a:pt x="165" y="112"/>
                    <a:pt x="165" y="112"/>
                  </a:cubicBezTo>
                  <a:cubicBezTo>
                    <a:pt x="165" y="111"/>
                    <a:pt x="165" y="109"/>
                    <a:pt x="165" y="109"/>
                  </a:cubicBezTo>
                  <a:cubicBezTo>
                    <a:pt x="166" y="109"/>
                    <a:pt x="166" y="107"/>
                    <a:pt x="166" y="107"/>
                  </a:cubicBezTo>
                  <a:cubicBezTo>
                    <a:pt x="166" y="106"/>
                    <a:pt x="166" y="105"/>
                    <a:pt x="166" y="105"/>
                  </a:cubicBezTo>
                  <a:cubicBezTo>
                    <a:pt x="166" y="105"/>
                    <a:pt x="166" y="104"/>
                    <a:pt x="166" y="104"/>
                  </a:cubicBezTo>
                  <a:cubicBezTo>
                    <a:pt x="166" y="105"/>
                    <a:pt x="166" y="106"/>
                    <a:pt x="165" y="106"/>
                  </a:cubicBezTo>
                  <a:cubicBezTo>
                    <a:pt x="165" y="107"/>
                    <a:pt x="164" y="107"/>
                    <a:pt x="164" y="106"/>
                  </a:cubicBezTo>
                  <a:cubicBezTo>
                    <a:pt x="164" y="106"/>
                    <a:pt x="165" y="106"/>
                    <a:pt x="165" y="105"/>
                  </a:cubicBezTo>
                  <a:cubicBezTo>
                    <a:pt x="165" y="105"/>
                    <a:pt x="165" y="104"/>
                    <a:pt x="165" y="104"/>
                  </a:cubicBezTo>
                  <a:cubicBezTo>
                    <a:pt x="165" y="103"/>
                    <a:pt x="165" y="103"/>
                    <a:pt x="165" y="102"/>
                  </a:cubicBezTo>
                  <a:cubicBezTo>
                    <a:pt x="165" y="102"/>
                    <a:pt x="165" y="101"/>
                    <a:pt x="165" y="101"/>
                  </a:cubicBezTo>
                  <a:cubicBezTo>
                    <a:pt x="165" y="101"/>
                    <a:pt x="165" y="101"/>
                    <a:pt x="165" y="101"/>
                  </a:cubicBezTo>
                  <a:cubicBezTo>
                    <a:pt x="165" y="100"/>
                    <a:pt x="165" y="100"/>
                    <a:pt x="165" y="100"/>
                  </a:cubicBezTo>
                  <a:cubicBezTo>
                    <a:pt x="165" y="99"/>
                    <a:pt x="165" y="99"/>
                    <a:pt x="165" y="99"/>
                  </a:cubicBezTo>
                  <a:cubicBezTo>
                    <a:pt x="165" y="98"/>
                    <a:pt x="165" y="98"/>
                    <a:pt x="165" y="98"/>
                  </a:cubicBezTo>
                  <a:cubicBezTo>
                    <a:pt x="165" y="97"/>
                    <a:pt x="165" y="97"/>
                    <a:pt x="165" y="96"/>
                  </a:cubicBezTo>
                  <a:cubicBezTo>
                    <a:pt x="165" y="96"/>
                    <a:pt x="166" y="96"/>
                    <a:pt x="166" y="96"/>
                  </a:cubicBezTo>
                  <a:cubicBezTo>
                    <a:pt x="166" y="96"/>
                    <a:pt x="166" y="95"/>
                    <a:pt x="166" y="95"/>
                  </a:cubicBezTo>
                  <a:cubicBezTo>
                    <a:pt x="166" y="95"/>
                    <a:pt x="166" y="95"/>
                    <a:pt x="166" y="94"/>
                  </a:cubicBezTo>
                  <a:cubicBezTo>
                    <a:pt x="166" y="94"/>
                    <a:pt x="166" y="94"/>
                    <a:pt x="166" y="93"/>
                  </a:cubicBezTo>
                  <a:cubicBezTo>
                    <a:pt x="166" y="92"/>
                    <a:pt x="166" y="93"/>
                    <a:pt x="165" y="92"/>
                  </a:cubicBezTo>
                  <a:cubicBezTo>
                    <a:pt x="165" y="92"/>
                    <a:pt x="165" y="92"/>
                    <a:pt x="165" y="91"/>
                  </a:cubicBezTo>
                  <a:cubicBezTo>
                    <a:pt x="164" y="91"/>
                    <a:pt x="164" y="91"/>
                    <a:pt x="164" y="90"/>
                  </a:cubicBezTo>
                  <a:cubicBezTo>
                    <a:pt x="164" y="90"/>
                    <a:pt x="164" y="90"/>
                    <a:pt x="164" y="89"/>
                  </a:cubicBezTo>
                  <a:cubicBezTo>
                    <a:pt x="164" y="89"/>
                    <a:pt x="163" y="89"/>
                    <a:pt x="163" y="88"/>
                  </a:cubicBezTo>
                  <a:cubicBezTo>
                    <a:pt x="163" y="88"/>
                    <a:pt x="162" y="87"/>
                    <a:pt x="162" y="87"/>
                  </a:cubicBezTo>
                  <a:cubicBezTo>
                    <a:pt x="162" y="87"/>
                    <a:pt x="163" y="87"/>
                    <a:pt x="163" y="86"/>
                  </a:cubicBezTo>
                  <a:cubicBezTo>
                    <a:pt x="162" y="86"/>
                    <a:pt x="162" y="86"/>
                    <a:pt x="163" y="85"/>
                  </a:cubicBezTo>
                  <a:cubicBezTo>
                    <a:pt x="163" y="85"/>
                    <a:pt x="164" y="85"/>
                    <a:pt x="164" y="85"/>
                  </a:cubicBezTo>
                  <a:cubicBezTo>
                    <a:pt x="164" y="84"/>
                    <a:pt x="164" y="85"/>
                    <a:pt x="165" y="84"/>
                  </a:cubicBezTo>
                  <a:cubicBezTo>
                    <a:pt x="165" y="84"/>
                    <a:pt x="165" y="83"/>
                    <a:pt x="165" y="83"/>
                  </a:cubicBezTo>
                  <a:cubicBezTo>
                    <a:pt x="165" y="81"/>
                    <a:pt x="165" y="80"/>
                    <a:pt x="166" y="78"/>
                  </a:cubicBezTo>
                  <a:cubicBezTo>
                    <a:pt x="166" y="78"/>
                    <a:pt x="167" y="77"/>
                    <a:pt x="167" y="77"/>
                  </a:cubicBezTo>
                  <a:cubicBezTo>
                    <a:pt x="167" y="77"/>
                    <a:pt x="167" y="76"/>
                    <a:pt x="168" y="76"/>
                  </a:cubicBezTo>
                  <a:cubicBezTo>
                    <a:pt x="168" y="76"/>
                    <a:pt x="168" y="76"/>
                    <a:pt x="168" y="76"/>
                  </a:cubicBezTo>
                  <a:cubicBezTo>
                    <a:pt x="169" y="76"/>
                    <a:pt x="169" y="75"/>
                    <a:pt x="169" y="75"/>
                  </a:cubicBezTo>
                  <a:cubicBezTo>
                    <a:pt x="169" y="75"/>
                    <a:pt x="169" y="75"/>
                    <a:pt x="170" y="74"/>
                  </a:cubicBezTo>
                  <a:cubicBezTo>
                    <a:pt x="170" y="74"/>
                    <a:pt x="170" y="73"/>
                    <a:pt x="170" y="72"/>
                  </a:cubicBezTo>
                  <a:cubicBezTo>
                    <a:pt x="169" y="72"/>
                    <a:pt x="169" y="71"/>
                    <a:pt x="170" y="70"/>
                  </a:cubicBezTo>
                  <a:cubicBezTo>
                    <a:pt x="170" y="70"/>
                    <a:pt x="169" y="69"/>
                    <a:pt x="170" y="69"/>
                  </a:cubicBezTo>
                  <a:cubicBezTo>
                    <a:pt x="170" y="69"/>
                    <a:pt x="170" y="69"/>
                    <a:pt x="170" y="69"/>
                  </a:cubicBezTo>
                  <a:cubicBezTo>
                    <a:pt x="170" y="68"/>
                    <a:pt x="170" y="67"/>
                    <a:pt x="170" y="66"/>
                  </a:cubicBezTo>
                  <a:cubicBezTo>
                    <a:pt x="170" y="65"/>
                    <a:pt x="170" y="65"/>
                    <a:pt x="170" y="65"/>
                  </a:cubicBezTo>
                  <a:cubicBezTo>
                    <a:pt x="170" y="63"/>
                    <a:pt x="171" y="61"/>
                    <a:pt x="171" y="60"/>
                  </a:cubicBezTo>
                  <a:cubicBezTo>
                    <a:pt x="171" y="59"/>
                    <a:pt x="171" y="59"/>
                    <a:pt x="171" y="58"/>
                  </a:cubicBezTo>
                  <a:cubicBezTo>
                    <a:pt x="171" y="58"/>
                    <a:pt x="171" y="58"/>
                    <a:pt x="172" y="57"/>
                  </a:cubicBezTo>
                  <a:cubicBezTo>
                    <a:pt x="172" y="57"/>
                    <a:pt x="172" y="58"/>
                    <a:pt x="172" y="57"/>
                  </a:cubicBezTo>
                  <a:cubicBezTo>
                    <a:pt x="172" y="57"/>
                    <a:pt x="172" y="56"/>
                    <a:pt x="172" y="56"/>
                  </a:cubicBezTo>
                  <a:cubicBezTo>
                    <a:pt x="172" y="55"/>
                    <a:pt x="173" y="55"/>
                    <a:pt x="173" y="54"/>
                  </a:cubicBezTo>
                  <a:cubicBezTo>
                    <a:pt x="173" y="54"/>
                    <a:pt x="173" y="53"/>
                    <a:pt x="173" y="52"/>
                  </a:cubicBezTo>
                  <a:cubicBezTo>
                    <a:pt x="173" y="52"/>
                    <a:pt x="173" y="51"/>
                    <a:pt x="173" y="50"/>
                  </a:cubicBezTo>
                  <a:cubicBezTo>
                    <a:pt x="174" y="50"/>
                    <a:pt x="174" y="50"/>
                    <a:pt x="175" y="49"/>
                  </a:cubicBezTo>
                  <a:cubicBezTo>
                    <a:pt x="176" y="49"/>
                    <a:pt x="175" y="47"/>
                    <a:pt x="176" y="46"/>
                  </a:cubicBezTo>
                  <a:cubicBezTo>
                    <a:pt x="177" y="46"/>
                    <a:pt x="177" y="47"/>
                    <a:pt x="177" y="46"/>
                  </a:cubicBezTo>
                  <a:cubicBezTo>
                    <a:pt x="177" y="46"/>
                    <a:pt x="177" y="46"/>
                    <a:pt x="177" y="46"/>
                  </a:cubicBezTo>
                  <a:cubicBezTo>
                    <a:pt x="178" y="46"/>
                    <a:pt x="178" y="46"/>
                    <a:pt x="179" y="45"/>
                  </a:cubicBezTo>
                  <a:cubicBezTo>
                    <a:pt x="180" y="43"/>
                    <a:pt x="181" y="42"/>
                    <a:pt x="182" y="41"/>
                  </a:cubicBezTo>
                  <a:cubicBezTo>
                    <a:pt x="184" y="40"/>
                    <a:pt x="185" y="38"/>
                    <a:pt x="186" y="37"/>
                  </a:cubicBezTo>
                  <a:cubicBezTo>
                    <a:pt x="186" y="36"/>
                    <a:pt x="186" y="36"/>
                    <a:pt x="186" y="3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15" name="Congo (Republic of Congo)">
              <a:extLst>
                <a:ext uri="{FF2B5EF4-FFF2-40B4-BE49-F238E27FC236}">
                  <a16:creationId xmlns:a16="http://schemas.microsoft.com/office/drawing/2014/main" id="{B5D69F90-8CD4-4CED-FCF4-9A2EED033FCE}"/>
                </a:ext>
              </a:extLst>
            </p:cNvPr>
            <p:cNvSpPr>
              <a:spLocks/>
            </p:cNvSpPr>
            <p:nvPr/>
          </p:nvSpPr>
          <p:spPr bwMode="auto">
            <a:xfrm>
              <a:off x="6076007" y="3898304"/>
              <a:ext cx="261704" cy="344038"/>
            </a:xfrm>
            <a:custGeom>
              <a:avLst/>
              <a:gdLst/>
              <a:ahLst/>
              <a:cxnLst>
                <a:cxn ang="0">
                  <a:pos x="71" y="2"/>
                </a:cxn>
                <a:cxn ang="0">
                  <a:pos x="67" y="2"/>
                </a:cxn>
                <a:cxn ang="0">
                  <a:pos x="64" y="1"/>
                </a:cxn>
                <a:cxn ang="0">
                  <a:pos x="60" y="2"/>
                </a:cxn>
                <a:cxn ang="0">
                  <a:pos x="55" y="2"/>
                </a:cxn>
                <a:cxn ang="0">
                  <a:pos x="53" y="7"/>
                </a:cxn>
                <a:cxn ang="0">
                  <a:pos x="52" y="12"/>
                </a:cxn>
                <a:cxn ang="0">
                  <a:pos x="49" y="17"/>
                </a:cxn>
                <a:cxn ang="0">
                  <a:pos x="48" y="23"/>
                </a:cxn>
                <a:cxn ang="0">
                  <a:pos x="45" y="20"/>
                </a:cxn>
                <a:cxn ang="0">
                  <a:pos x="39" y="19"/>
                </a:cxn>
                <a:cxn ang="0">
                  <a:pos x="37" y="18"/>
                </a:cxn>
                <a:cxn ang="0">
                  <a:pos x="34" y="17"/>
                </a:cxn>
                <a:cxn ang="0">
                  <a:pos x="31" y="17"/>
                </a:cxn>
                <a:cxn ang="0">
                  <a:pos x="21" y="19"/>
                </a:cxn>
                <a:cxn ang="0">
                  <a:pos x="20" y="22"/>
                </a:cxn>
                <a:cxn ang="0">
                  <a:pos x="20" y="28"/>
                </a:cxn>
                <a:cxn ang="0">
                  <a:pos x="25" y="26"/>
                </a:cxn>
                <a:cxn ang="0">
                  <a:pos x="30" y="26"/>
                </a:cxn>
                <a:cxn ang="0">
                  <a:pos x="32" y="30"/>
                </a:cxn>
                <a:cxn ang="0">
                  <a:pos x="30" y="35"/>
                </a:cxn>
                <a:cxn ang="0">
                  <a:pos x="27" y="40"/>
                </a:cxn>
                <a:cxn ang="0">
                  <a:pos x="28" y="44"/>
                </a:cxn>
                <a:cxn ang="0">
                  <a:pos x="32" y="46"/>
                </a:cxn>
                <a:cxn ang="0">
                  <a:pos x="32" y="52"/>
                </a:cxn>
                <a:cxn ang="0">
                  <a:pos x="33" y="57"/>
                </a:cxn>
                <a:cxn ang="0">
                  <a:pos x="33" y="60"/>
                </a:cxn>
                <a:cxn ang="0">
                  <a:pos x="31" y="64"/>
                </a:cxn>
                <a:cxn ang="0">
                  <a:pos x="30" y="68"/>
                </a:cxn>
                <a:cxn ang="0">
                  <a:pos x="27" y="66"/>
                </a:cxn>
                <a:cxn ang="0">
                  <a:pos x="23" y="68"/>
                </a:cxn>
                <a:cxn ang="0">
                  <a:pos x="19" y="67"/>
                </a:cxn>
                <a:cxn ang="0">
                  <a:pos x="18" y="65"/>
                </a:cxn>
                <a:cxn ang="0">
                  <a:pos x="13" y="62"/>
                </a:cxn>
                <a:cxn ang="0">
                  <a:pos x="10" y="68"/>
                </a:cxn>
                <a:cxn ang="0">
                  <a:pos x="6" y="67"/>
                </a:cxn>
                <a:cxn ang="0">
                  <a:pos x="5" y="70"/>
                </a:cxn>
                <a:cxn ang="0">
                  <a:pos x="7" y="74"/>
                </a:cxn>
                <a:cxn ang="0">
                  <a:pos x="9" y="78"/>
                </a:cxn>
                <a:cxn ang="0">
                  <a:pos x="6" y="82"/>
                </a:cxn>
                <a:cxn ang="0">
                  <a:pos x="2" y="81"/>
                </a:cxn>
                <a:cxn ang="0">
                  <a:pos x="2" y="86"/>
                </a:cxn>
                <a:cxn ang="0">
                  <a:pos x="7" y="93"/>
                </a:cxn>
                <a:cxn ang="0">
                  <a:pos x="8" y="96"/>
                </a:cxn>
                <a:cxn ang="0">
                  <a:pos x="13" y="93"/>
                </a:cxn>
                <a:cxn ang="0">
                  <a:pos x="15" y="91"/>
                </a:cxn>
                <a:cxn ang="0">
                  <a:pos x="20" y="92"/>
                </a:cxn>
                <a:cxn ang="0">
                  <a:pos x="23" y="95"/>
                </a:cxn>
                <a:cxn ang="0">
                  <a:pos x="26" y="90"/>
                </a:cxn>
                <a:cxn ang="0">
                  <a:pos x="32" y="88"/>
                </a:cxn>
                <a:cxn ang="0">
                  <a:pos x="32" y="93"/>
                </a:cxn>
                <a:cxn ang="0">
                  <a:pos x="35" y="95"/>
                </a:cxn>
                <a:cxn ang="0">
                  <a:pos x="42" y="88"/>
                </a:cxn>
                <a:cxn ang="0">
                  <a:pos x="47" y="83"/>
                </a:cxn>
                <a:cxn ang="0">
                  <a:pos x="50" y="76"/>
                </a:cxn>
                <a:cxn ang="0">
                  <a:pos x="50" y="65"/>
                </a:cxn>
                <a:cxn ang="0">
                  <a:pos x="59" y="53"/>
                </a:cxn>
                <a:cxn ang="0">
                  <a:pos x="65" y="46"/>
                </a:cxn>
                <a:cxn ang="0">
                  <a:pos x="65" y="39"/>
                </a:cxn>
                <a:cxn ang="0">
                  <a:pos x="66" y="32"/>
                </a:cxn>
                <a:cxn ang="0">
                  <a:pos x="68" y="22"/>
                </a:cxn>
                <a:cxn ang="0">
                  <a:pos x="70" y="13"/>
                </a:cxn>
                <a:cxn ang="0">
                  <a:pos x="73" y="4"/>
                </a:cxn>
              </a:cxnLst>
              <a:rect l="0" t="0" r="r" b="b"/>
              <a:pathLst>
                <a:path w="74" h="97">
                  <a:moveTo>
                    <a:pt x="73" y="4"/>
                  </a:moveTo>
                  <a:cubicBezTo>
                    <a:pt x="73" y="3"/>
                    <a:pt x="73" y="2"/>
                    <a:pt x="72" y="2"/>
                  </a:cubicBezTo>
                  <a:cubicBezTo>
                    <a:pt x="72" y="1"/>
                    <a:pt x="72" y="2"/>
                    <a:pt x="71" y="2"/>
                  </a:cubicBezTo>
                  <a:cubicBezTo>
                    <a:pt x="70" y="2"/>
                    <a:pt x="70" y="2"/>
                    <a:pt x="70" y="2"/>
                  </a:cubicBezTo>
                  <a:cubicBezTo>
                    <a:pt x="69" y="3"/>
                    <a:pt x="69" y="3"/>
                    <a:pt x="69" y="3"/>
                  </a:cubicBezTo>
                  <a:cubicBezTo>
                    <a:pt x="68" y="2"/>
                    <a:pt x="68" y="2"/>
                    <a:pt x="67" y="2"/>
                  </a:cubicBezTo>
                  <a:cubicBezTo>
                    <a:pt x="67" y="2"/>
                    <a:pt x="67" y="2"/>
                    <a:pt x="66" y="2"/>
                  </a:cubicBezTo>
                  <a:cubicBezTo>
                    <a:pt x="66" y="2"/>
                    <a:pt x="66" y="3"/>
                    <a:pt x="65" y="2"/>
                  </a:cubicBezTo>
                  <a:cubicBezTo>
                    <a:pt x="65" y="1"/>
                    <a:pt x="65" y="1"/>
                    <a:pt x="64" y="1"/>
                  </a:cubicBezTo>
                  <a:cubicBezTo>
                    <a:pt x="64" y="1"/>
                    <a:pt x="63" y="1"/>
                    <a:pt x="63" y="1"/>
                  </a:cubicBezTo>
                  <a:cubicBezTo>
                    <a:pt x="62" y="0"/>
                    <a:pt x="62" y="1"/>
                    <a:pt x="61" y="1"/>
                  </a:cubicBezTo>
                  <a:cubicBezTo>
                    <a:pt x="61" y="1"/>
                    <a:pt x="61" y="2"/>
                    <a:pt x="60" y="2"/>
                  </a:cubicBezTo>
                  <a:cubicBezTo>
                    <a:pt x="60" y="1"/>
                    <a:pt x="60" y="2"/>
                    <a:pt x="59" y="2"/>
                  </a:cubicBezTo>
                  <a:cubicBezTo>
                    <a:pt x="59" y="2"/>
                    <a:pt x="57" y="2"/>
                    <a:pt x="56" y="2"/>
                  </a:cubicBezTo>
                  <a:cubicBezTo>
                    <a:pt x="56" y="2"/>
                    <a:pt x="56" y="3"/>
                    <a:pt x="55" y="2"/>
                  </a:cubicBezTo>
                  <a:cubicBezTo>
                    <a:pt x="55" y="2"/>
                    <a:pt x="54" y="2"/>
                    <a:pt x="54" y="3"/>
                  </a:cubicBezTo>
                  <a:cubicBezTo>
                    <a:pt x="53" y="3"/>
                    <a:pt x="53" y="5"/>
                    <a:pt x="53" y="5"/>
                  </a:cubicBezTo>
                  <a:cubicBezTo>
                    <a:pt x="53" y="6"/>
                    <a:pt x="52" y="7"/>
                    <a:pt x="53" y="7"/>
                  </a:cubicBezTo>
                  <a:cubicBezTo>
                    <a:pt x="53" y="8"/>
                    <a:pt x="52" y="8"/>
                    <a:pt x="52" y="9"/>
                  </a:cubicBezTo>
                  <a:cubicBezTo>
                    <a:pt x="52" y="9"/>
                    <a:pt x="53" y="10"/>
                    <a:pt x="53" y="10"/>
                  </a:cubicBezTo>
                  <a:cubicBezTo>
                    <a:pt x="52" y="11"/>
                    <a:pt x="52" y="11"/>
                    <a:pt x="52" y="12"/>
                  </a:cubicBezTo>
                  <a:cubicBezTo>
                    <a:pt x="51" y="13"/>
                    <a:pt x="51" y="14"/>
                    <a:pt x="50" y="16"/>
                  </a:cubicBezTo>
                  <a:cubicBezTo>
                    <a:pt x="50" y="16"/>
                    <a:pt x="50" y="17"/>
                    <a:pt x="50" y="17"/>
                  </a:cubicBezTo>
                  <a:cubicBezTo>
                    <a:pt x="49" y="17"/>
                    <a:pt x="49" y="17"/>
                    <a:pt x="49" y="17"/>
                  </a:cubicBezTo>
                  <a:cubicBezTo>
                    <a:pt x="48" y="18"/>
                    <a:pt x="48" y="19"/>
                    <a:pt x="49" y="20"/>
                  </a:cubicBezTo>
                  <a:cubicBezTo>
                    <a:pt x="49" y="20"/>
                    <a:pt x="49" y="22"/>
                    <a:pt x="49" y="22"/>
                  </a:cubicBezTo>
                  <a:cubicBezTo>
                    <a:pt x="49" y="22"/>
                    <a:pt x="49" y="23"/>
                    <a:pt x="48" y="23"/>
                  </a:cubicBezTo>
                  <a:cubicBezTo>
                    <a:pt x="48" y="22"/>
                    <a:pt x="48" y="22"/>
                    <a:pt x="47" y="22"/>
                  </a:cubicBezTo>
                  <a:cubicBezTo>
                    <a:pt x="47" y="22"/>
                    <a:pt x="47" y="22"/>
                    <a:pt x="47" y="21"/>
                  </a:cubicBezTo>
                  <a:cubicBezTo>
                    <a:pt x="47" y="21"/>
                    <a:pt x="46" y="20"/>
                    <a:pt x="45" y="20"/>
                  </a:cubicBezTo>
                  <a:cubicBezTo>
                    <a:pt x="44" y="20"/>
                    <a:pt x="43" y="20"/>
                    <a:pt x="42" y="20"/>
                  </a:cubicBezTo>
                  <a:cubicBezTo>
                    <a:pt x="41" y="20"/>
                    <a:pt x="41" y="19"/>
                    <a:pt x="40" y="19"/>
                  </a:cubicBezTo>
                  <a:cubicBezTo>
                    <a:pt x="39" y="19"/>
                    <a:pt x="39" y="19"/>
                    <a:pt x="39" y="19"/>
                  </a:cubicBezTo>
                  <a:cubicBezTo>
                    <a:pt x="38" y="19"/>
                    <a:pt x="38" y="19"/>
                    <a:pt x="38" y="19"/>
                  </a:cubicBezTo>
                  <a:cubicBezTo>
                    <a:pt x="38" y="19"/>
                    <a:pt x="37" y="20"/>
                    <a:pt x="37" y="19"/>
                  </a:cubicBezTo>
                  <a:cubicBezTo>
                    <a:pt x="37" y="19"/>
                    <a:pt x="37" y="19"/>
                    <a:pt x="37" y="18"/>
                  </a:cubicBezTo>
                  <a:cubicBezTo>
                    <a:pt x="37" y="18"/>
                    <a:pt x="36" y="19"/>
                    <a:pt x="36" y="18"/>
                  </a:cubicBezTo>
                  <a:cubicBezTo>
                    <a:pt x="36" y="18"/>
                    <a:pt x="35" y="18"/>
                    <a:pt x="35" y="18"/>
                  </a:cubicBezTo>
                  <a:cubicBezTo>
                    <a:pt x="35" y="18"/>
                    <a:pt x="34" y="17"/>
                    <a:pt x="34" y="17"/>
                  </a:cubicBezTo>
                  <a:cubicBezTo>
                    <a:pt x="34" y="17"/>
                    <a:pt x="33" y="18"/>
                    <a:pt x="33" y="18"/>
                  </a:cubicBezTo>
                  <a:cubicBezTo>
                    <a:pt x="33" y="18"/>
                    <a:pt x="32" y="18"/>
                    <a:pt x="32" y="17"/>
                  </a:cubicBezTo>
                  <a:cubicBezTo>
                    <a:pt x="32" y="17"/>
                    <a:pt x="31" y="17"/>
                    <a:pt x="31" y="17"/>
                  </a:cubicBezTo>
                  <a:cubicBezTo>
                    <a:pt x="30" y="18"/>
                    <a:pt x="29" y="18"/>
                    <a:pt x="28" y="18"/>
                  </a:cubicBezTo>
                  <a:cubicBezTo>
                    <a:pt x="26" y="18"/>
                    <a:pt x="24" y="18"/>
                    <a:pt x="22" y="17"/>
                  </a:cubicBezTo>
                  <a:cubicBezTo>
                    <a:pt x="21" y="17"/>
                    <a:pt x="22" y="18"/>
                    <a:pt x="21" y="19"/>
                  </a:cubicBezTo>
                  <a:cubicBezTo>
                    <a:pt x="21" y="19"/>
                    <a:pt x="21" y="20"/>
                    <a:pt x="20" y="20"/>
                  </a:cubicBezTo>
                  <a:cubicBezTo>
                    <a:pt x="20" y="20"/>
                    <a:pt x="20" y="21"/>
                    <a:pt x="20" y="21"/>
                  </a:cubicBezTo>
                  <a:cubicBezTo>
                    <a:pt x="20" y="21"/>
                    <a:pt x="20" y="22"/>
                    <a:pt x="20" y="22"/>
                  </a:cubicBezTo>
                  <a:cubicBezTo>
                    <a:pt x="20" y="22"/>
                    <a:pt x="20" y="24"/>
                    <a:pt x="20" y="24"/>
                  </a:cubicBezTo>
                  <a:cubicBezTo>
                    <a:pt x="20" y="25"/>
                    <a:pt x="22" y="26"/>
                    <a:pt x="20" y="27"/>
                  </a:cubicBezTo>
                  <a:cubicBezTo>
                    <a:pt x="20" y="27"/>
                    <a:pt x="20" y="28"/>
                    <a:pt x="20" y="28"/>
                  </a:cubicBezTo>
                  <a:cubicBezTo>
                    <a:pt x="21" y="28"/>
                    <a:pt x="22" y="28"/>
                    <a:pt x="22" y="27"/>
                  </a:cubicBezTo>
                  <a:cubicBezTo>
                    <a:pt x="23" y="27"/>
                    <a:pt x="23" y="27"/>
                    <a:pt x="24" y="27"/>
                  </a:cubicBezTo>
                  <a:cubicBezTo>
                    <a:pt x="24" y="27"/>
                    <a:pt x="25" y="26"/>
                    <a:pt x="25" y="26"/>
                  </a:cubicBezTo>
                  <a:cubicBezTo>
                    <a:pt x="26" y="26"/>
                    <a:pt x="26" y="26"/>
                    <a:pt x="26" y="26"/>
                  </a:cubicBezTo>
                  <a:cubicBezTo>
                    <a:pt x="26" y="25"/>
                    <a:pt x="27" y="25"/>
                    <a:pt x="28" y="26"/>
                  </a:cubicBezTo>
                  <a:cubicBezTo>
                    <a:pt x="29" y="26"/>
                    <a:pt x="29" y="26"/>
                    <a:pt x="30" y="26"/>
                  </a:cubicBezTo>
                  <a:cubicBezTo>
                    <a:pt x="30" y="26"/>
                    <a:pt x="31" y="26"/>
                    <a:pt x="31" y="27"/>
                  </a:cubicBezTo>
                  <a:cubicBezTo>
                    <a:pt x="31" y="27"/>
                    <a:pt x="31" y="28"/>
                    <a:pt x="31" y="29"/>
                  </a:cubicBezTo>
                  <a:cubicBezTo>
                    <a:pt x="31" y="29"/>
                    <a:pt x="32" y="29"/>
                    <a:pt x="32" y="30"/>
                  </a:cubicBezTo>
                  <a:cubicBezTo>
                    <a:pt x="32" y="31"/>
                    <a:pt x="33" y="31"/>
                    <a:pt x="33" y="32"/>
                  </a:cubicBezTo>
                  <a:cubicBezTo>
                    <a:pt x="33" y="32"/>
                    <a:pt x="33" y="33"/>
                    <a:pt x="32" y="33"/>
                  </a:cubicBezTo>
                  <a:cubicBezTo>
                    <a:pt x="32" y="33"/>
                    <a:pt x="31" y="36"/>
                    <a:pt x="30" y="35"/>
                  </a:cubicBezTo>
                  <a:cubicBezTo>
                    <a:pt x="30" y="35"/>
                    <a:pt x="29" y="35"/>
                    <a:pt x="29" y="36"/>
                  </a:cubicBezTo>
                  <a:cubicBezTo>
                    <a:pt x="29" y="36"/>
                    <a:pt x="29" y="36"/>
                    <a:pt x="29" y="37"/>
                  </a:cubicBezTo>
                  <a:cubicBezTo>
                    <a:pt x="28" y="37"/>
                    <a:pt x="27" y="39"/>
                    <a:pt x="27" y="40"/>
                  </a:cubicBezTo>
                  <a:cubicBezTo>
                    <a:pt x="28" y="41"/>
                    <a:pt x="28" y="42"/>
                    <a:pt x="27" y="42"/>
                  </a:cubicBezTo>
                  <a:cubicBezTo>
                    <a:pt x="27" y="43"/>
                    <a:pt x="27" y="43"/>
                    <a:pt x="27" y="44"/>
                  </a:cubicBezTo>
                  <a:cubicBezTo>
                    <a:pt x="27" y="44"/>
                    <a:pt x="28" y="44"/>
                    <a:pt x="28" y="44"/>
                  </a:cubicBezTo>
                  <a:cubicBezTo>
                    <a:pt x="28" y="44"/>
                    <a:pt x="29" y="44"/>
                    <a:pt x="29" y="44"/>
                  </a:cubicBezTo>
                  <a:cubicBezTo>
                    <a:pt x="30" y="45"/>
                    <a:pt x="30" y="46"/>
                    <a:pt x="30" y="46"/>
                  </a:cubicBezTo>
                  <a:cubicBezTo>
                    <a:pt x="30" y="46"/>
                    <a:pt x="31" y="46"/>
                    <a:pt x="32" y="46"/>
                  </a:cubicBezTo>
                  <a:cubicBezTo>
                    <a:pt x="32" y="47"/>
                    <a:pt x="33" y="47"/>
                    <a:pt x="33" y="48"/>
                  </a:cubicBezTo>
                  <a:cubicBezTo>
                    <a:pt x="34" y="48"/>
                    <a:pt x="33" y="49"/>
                    <a:pt x="33" y="50"/>
                  </a:cubicBezTo>
                  <a:cubicBezTo>
                    <a:pt x="33" y="50"/>
                    <a:pt x="33" y="51"/>
                    <a:pt x="32" y="52"/>
                  </a:cubicBezTo>
                  <a:cubicBezTo>
                    <a:pt x="32" y="52"/>
                    <a:pt x="33" y="53"/>
                    <a:pt x="33" y="53"/>
                  </a:cubicBezTo>
                  <a:cubicBezTo>
                    <a:pt x="33" y="54"/>
                    <a:pt x="33" y="55"/>
                    <a:pt x="33" y="55"/>
                  </a:cubicBezTo>
                  <a:cubicBezTo>
                    <a:pt x="33" y="56"/>
                    <a:pt x="33" y="56"/>
                    <a:pt x="33" y="57"/>
                  </a:cubicBezTo>
                  <a:cubicBezTo>
                    <a:pt x="33" y="57"/>
                    <a:pt x="33" y="57"/>
                    <a:pt x="33" y="58"/>
                  </a:cubicBezTo>
                  <a:cubicBezTo>
                    <a:pt x="33" y="58"/>
                    <a:pt x="32" y="59"/>
                    <a:pt x="32" y="59"/>
                  </a:cubicBezTo>
                  <a:cubicBezTo>
                    <a:pt x="32" y="59"/>
                    <a:pt x="33" y="60"/>
                    <a:pt x="33" y="60"/>
                  </a:cubicBezTo>
                  <a:cubicBezTo>
                    <a:pt x="32" y="60"/>
                    <a:pt x="32" y="61"/>
                    <a:pt x="32" y="61"/>
                  </a:cubicBezTo>
                  <a:cubicBezTo>
                    <a:pt x="32" y="62"/>
                    <a:pt x="32" y="62"/>
                    <a:pt x="32" y="63"/>
                  </a:cubicBezTo>
                  <a:cubicBezTo>
                    <a:pt x="31" y="63"/>
                    <a:pt x="31" y="63"/>
                    <a:pt x="31" y="64"/>
                  </a:cubicBezTo>
                  <a:cubicBezTo>
                    <a:pt x="31" y="64"/>
                    <a:pt x="31" y="65"/>
                    <a:pt x="30" y="66"/>
                  </a:cubicBezTo>
                  <a:cubicBezTo>
                    <a:pt x="29" y="66"/>
                    <a:pt x="30" y="66"/>
                    <a:pt x="30" y="67"/>
                  </a:cubicBezTo>
                  <a:cubicBezTo>
                    <a:pt x="31" y="67"/>
                    <a:pt x="30" y="67"/>
                    <a:pt x="30" y="68"/>
                  </a:cubicBezTo>
                  <a:cubicBezTo>
                    <a:pt x="30" y="69"/>
                    <a:pt x="29" y="68"/>
                    <a:pt x="29" y="68"/>
                  </a:cubicBezTo>
                  <a:cubicBezTo>
                    <a:pt x="28" y="69"/>
                    <a:pt x="26" y="69"/>
                    <a:pt x="27" y="68"/>
                  </a:cubicBezTo>
                  <a:cubicBezTo>
                    <a:pt x="28" y="67"/>
                    <a:pt x="27" y="67"/>
                    <a:pt x="27" y="66"/>
                  </a:cubicBezTo>
                  <a:cubicBezTo>
                    <a:pt x="27" y="66"/>
                    <a:pt x="27" y="65"/>
                    <a:pt x="26" y="65"/>
                  </a:cubicBezTo>
                  <a:cubicBezTo>
                    <a:pt x="26" y="64"/>
                    <a:pt x="25" y="67"/>
                    <a:pt x="24" y="67"/>
                  </a:cubicBezTo>
                  <a:cubicBezTo>
                    <a:pt x="24" y="67"/>
                    <a:pt x="24" y="68"/>
                    <a:pt x="23" y="68"/>
                  </a:cubicBezTo>
                  <a:cubicBezTo>
                    <a:pt x="23" y="68"/>
                    <a:pt x="22" y="68"/>
                    <a:pt x="22" y="68"/>
                  </a:cubicBezTo>
                  <a:cubicBezTo>
                    <a:pt x="21" y="67"/>
                    <a:pt x="20" y="67"/>
                    <a:pt x="20" y="67"/>
                  </a:cubicBezTo>
                  <a:cubicBezTo>
                    <a:pt x="19" y="67"/>
                    <a:pt x="19" y="67"/>
                    <a:pt x="19" y="67"/>
                  </a:cubicBezTo>
                  <a:cubicBezTo>
                    <a:pt x="19" y="67"/>
                    <a:pt x="19" y="67"/>
                    <a:pt x="18" y="67"/>
                  </a:cubicBezTo>
                  <a:cubicBezTo>
                    <a:pt x="19" y="67"/>
                    <a:pt x="19" y="66"/>
                    <a:pt x="18" y="66"/>
                  </a:cubicBezTo>
                  <a:cubicBezTo>
                    <a:pt x="18" y="65"/>
                    <a:pt x="18" y="66"/>
                    <a:pt x="18" y="65"/>
                  </a:cubicBezTo>
                  <a:cubicBezTo>
                    <a:pt x="18" y="64"/>
                    <a:pt x="17" y="62"/>
                    <a:pt x="17" y="62"/>
                  </a:cubicBezTo>
                  <a:cubicBezTo>
                    <a:pt x="16" y="62"/>
                    <a:pt x="15" y="61"/>
                    <a:pt x="14" y="62"/>
                  </a:cubicBezTo>
                  <a:cubicBezTo>
                    <a:pt x="14" y="62"/>
                    <a:pt x="14" y="63"/>
                    <a:pt x="13" y="62"/>
                  </a:cubicBezTo>
                  <a:cubicBezTo>
                    <a:pt x="13" y="62"/>
                    <a:pt x="13" y="64"/>
                    <a:pt x="14" y="64"/>
                  </a:cubicBezTo>
                  <a:cubicBezTo>
                    <a:pt x="14" y="65"/>
                    <a:pt x="14" y="66"/>
                    <a:pt x="13" y="67"/>
                  </a:cubicBezTo>
                  <a:cubicBezTo>
                    <a:pt x="12" y="67"/>
                    <a:pt x="11" y="68"/>
                    <a:pt x="10" y="68"/>
                  </a:cubicBezTo>
                  <a:cubicBezTo>
                    <a:pt x="9" y="68"/>
                    <a:pt x="9" y="67"/>
                    <a:pt x="9" y="67"/>
                  </a:cubicBezTo>
                  <a:cubicBezTo>
                    <a:pt x="8" y="67"/>
                    <a:pt x="7" y="67"/>
                    <a:pt x="7" y="67"/>
                  </a:cubicBezTo>
                  <a:cubicBezTo>
                    <a:pt x="6" y="68"/>
                    <a:pt x="6" y="67"/>
                    <a:pt x="6" y="67"/>
                  </a:cubicBezTo>
                  <a:cubicBezTo>
                    <a:pt x="5" y="67"/>
                    <a:pt x="5" y="67"/>
                    <a:pt x="5" y="67"/>
                  </a:cubicBezTo>
                  <a:cubicBezTo>
                    <a:pt x="5" y="68"/>
                    <a:pt x="5" y="69"/>
                    <a:pt x="5" y="69"/>
                  </a:cubicBezTo>
                  <a:cubicBezTo>
                    <a:pt x="5" y="70"/>
                    <a:pt x="6" y="70"/>
                    <a:pt x="5" y="70"/>
                  </a:cubicBezTo>
                  <a:cubicBezTo>
                    <a:pt x="5" y="71"/>
                    <a:pt x="4" y="73"/>
                    <a:pt x="5" y="73"/>
                  </a:cubicBezTo>
                  <a:cubicBezTo>
                    <a:pt x="5" y="73"/>
                    <a:pt x="5" y="72"/>
                    <a:pt x="6" y="72"/>
                  </a:cubicBezTo>
                  <a:cubicBezTo>
                    <a:pt x="6" y="73"/>
                    <a:pt x="6" y="73"/>
                    <a:pt x="7" y="74"/>
                  </a:cubicBezTo>
                  <a:cubicBezTo>
                    <a:pt x="7" y="74"/>
                    <a:pt x="7" y="74"/>
                    <a:pt x="6" y="75"/>
                  </a:cubicBezTo>
                  <a:cubicBezTo>
                    <a:pt x="6" y="75"/>
                    <a:pt x="6" y="75"/>
                    <a:pt x="6" y="76"/>
                  </a:cubicBezTo>
                  <a:cubicBezTo>
                    <a:pt x="6" y="77"/>
                    <a:pt x="8" y="77"/>
                    <a:pt x="9" y="78"/>
                  </a:cubicBezTo>
                  <a:cubicBezTo>
                    <a:pt x="9" y="78"/>
                    <a:pt x="6" y="80"/>
                    <a:pt x="8" y="81"/>
                  </a:cubicBezTo>
                  <a:cubicBezTo>
                    <a:pt x="8" y="81"/>
                    <a:pt x="8" y="82"/>
                    <a:pt x="8" y="82"/>
                  </a:cubicBezTo>
                  <a:cubicBezTo>
                    <a:pt x="7" y="82"/>
                    <a:pt x="7" y="82"/>
                    <a:pt x="6" y="82"/>
                  </a:cubicBezTo>
                  <a:cubicBezTo>
                    <a:pt x="5" y="82"/>
                    <a:pt x="5" y="80"/>
                    <a:pt x="4" y="80"/>
                  </a:cubicBezTo>
                  <a:cubicBezTo>
                    <a:pt x="4" y="80"/>
                    <a:pt x="4" y="80"/>
                    <a:pt x="3" y="81"/>
                  </a:cubicBezTo>
                  <a:cubicBezTo>
                    <a:pt x="3" y="81"/>
                    <a:pt x="3" y="81"/>
                    <a:pt x="2" y="81"/>
                  </a:cubicBezTo>
                  <a:cubicBezTo>
                    <a:pt x="2" y="81"/>
                    <a:pt x="2" y="81"/>
                    <a:pt x="2" y="82"/>
                  </a:cubicBezTo>
                  <a:cubicBezTo>
                    <a:pt x="1" y="82"/>
                    <a:pt x="0" y="84"/>
                    <a:pt x="1" y="85"/>
                  </a:cubicBezTo>
                  <a:cubicBezTo>
                    <a:pt x="2" y="85"/>
                    <a:pt x="2" y="86"/>
                    <a:pt x="2" y="86"/>
                  </a:cubicBezTo>
                  <a:cubicBezTo>
                    <a:pt x="3" y="87"/>
                    <a:pt x="3" y="87"/>
                    <a:pt x="3" y="88"/>
                  </a:cubicBezTo>
                  <a:cubicBezTo>
                    <a:pt x="4" y="89"/>
                    <a:pt x="6" y="90"/>
                    <a:pt x="7" y="91"/>
                  </a:cubicBezTo>
                  <a:cubicBezTo>
                    <a:pt x="7" y="92"/>
                    <a:pt x="6" y="92"/>
                    <a:pt x="7" y="93"/>
                  </a:cubicBezTo>
                  <a:cubicBezTo>
                    <a:pt x="7" y="93"/>
                    <a:pt x="7" y="93"/>
                    <a:pt x="7" y="93"/>
                  </a:cubicBezTo>
                  <a:cubicBezTo>
                    <a:pt x="7" y="93"/>
                    <a:pt x="7" y="94"/>
                    <a:pt x="7" y="93"/>
                  </a:cubicBezTo>
                  <a:cubicBezTo>
                    <a:pt x="7" y="94"/>
                    <a:pt x="8" y="95"/>
                    <a:pt x="8" y="96"/>
                  </a:cubicBezTo>
                  <a:cubicBezTo>
                    <a:pt x="9" y="97"/>
                    <a:pt x="9" y="96"/>
                    <a:pt x="10" y="96"/>
                  </a:cubicBezTo>
                  <a:cubicBezTo>
                    <a:pt x="10" y="95"/>
                    <a:pt x="11" y="94"/>
                    <a:pt x="11" y="94"/>
                  </a:cubicBezTo>
                  <a:cubicBezTo>
                    <a:pt x="12" y="94"/>
                    <a:pt x="12" y="93"/>
                    <a:pt x="13" y="93"/>
                  </a:cubicBezTo>
                  <a:cubicBezTo>
                    <a:pt x="13" y="92"/>
                    <a:pt x="12" y="92"/>
                    <a:pt x="13" y="92"/>
                  </a:cubicBezTo>
                  <a:cubicBezTo>
                    <a:pt x="13" y="92"/>
                    <a:pt x="14" y="92"/>
                    <a:pt x="14" y="92"/>
                  </a:cubicBezTo>
                  <a:cubicBezTo>
                    <a:pt x="15" y="92"/>
                    <a:pt x="15" y="91"/>
                    <a:pt x="15" y="91"/>
                  </a:cubicBezTo>
                  <a:cubicBezTo>
                    <a:pt x="15" y="91"/>
                    <a:pt x="16" y="90"/>
                    <a:pt x="16" y="90"/>
                  </a:cubicBezTo>
                  <a:cubicBezTo>
                    <a:pt x="17" y="88"/>
                    <a:pt x="19" y="92"/>
                    <a:pt x="19" y="92"/>
                  </a:cubicBezTo>
                  <a:cubicBezTo>
                    <a:pt x="19" y="92"/>
                    <a:pt x="19" y="91"/>
                    <a:pt x="20" y="92"/>
                  </a:cubicBezTo>
                  <a:cubicBezTo>
                    <a:pt x="20" y="92"/>
                    <a:pt x="20" y="93"/>
                    <a:pt x="21" y="93"/>
                  </a:cubicBezTo>
                  <a:cubicBezTo>
                    <a:pt x="21" y="93"/>
                    <a:pt x="22" y="94"/>
                    <a:pt x="22" y="94"/>
                  </a:cubicBezTo>
                  <a:cubicBezTo>
                    <a:pt x="22" y="94"/>
                    <a:pt x="22" y="95"/>
                    <a:pt x="23" y="95"/>
                  </a:cubicBezTo>
                  <a:cubicBezTo>
                    <a:pt x="23" y="95"/>
                    <a:pt x="24" y="93"/>
                    <a:pt x="24" y="94"/>
                  </a:cubicBezTo>
                  <a:cubicBezTo>
                    <a:pt x="24" y="94"/>
                    <a:pt x="25" y="93"/>
                    <a:pt x="25" y="93"/>
                  </a:cubicBezTo>
                  <a:cubicBezTo>
                    <a:pt x="26" y="93"/>
                    <a:pt x="25" y="90"/>
                    <a:pt x="26" y="90"/>
                  </a:cubicBezTo>
                  <a:cubicBezTo>
                    <a:pt x="27" y="89"/>
                    <a:pt x="28" y="92"/>
                    <a:pt x="28" y="90"/>
                  </a:cubicBezTo>
                  <a:cubicBezTo>
                    <a:pt x="29" y="89"/>
                    <a:pt x="30" y="90"/>
                    <a:pt x="30" y="89"/>
                  </a:cubicBezTo>
                  <a:cubicBezTo>
                    <a:pt x="31" y="89"/>
                    <a:pt x="31" y="88"/>
                    <a:pt x="32" y="88"/>
                  </a:cubicBezTo>
                  <a:cubicBezTo>
                    <a:pt x="32" y="89"/>
                    <a:pt x="32" y="89"/>
                    <a:pt x="33" y="90"/>
                  </a:cubicBezTo>
                  <a:cubicBezTo>
                    <a:pt x="33" y="90"/>
                    <a:pt x="32" y="91"/>
                    <a:pt x="32" y="91"/>
                  </a:cubicBezTo>
                  <a:cubicBezTo>
                    <a:pt x="32" y="92"/>
                    <a:pt x="32" y="92"/>
                    <a:pt x="32" y="93"/>
                  </a:cubicBezTo>
                  <a:cubicBezTo>
                    <a:pt x="32" y="93"/>
                    <a:pt x="32" y="94"/>
                    <a:pt x="32" y="95"/>
                  </a:cubicBezTo>
                  <a:cubicBezTo>
                    <a:pt x="33" y="95"/>
                    <a:pt x="33" y="94"/>
                    <a:pt x="33" y="95"/>
                  </a:cubicBezTo>
                  <a:cubicBezTo>
                    <a:pt x="34" y="95"/>
                    <a:pt x="34" y="95"/>
                    <a:pt x="35" y="95"/>
                  </a:cubicBezTo>
                  <a:cubicBezTo>
                    <a:pt x="36" y="95"/>
                    <a:pt x="36" y="94"/>
                    <a:pt x="37" y="93"/>
                  </a:cubicBezTo>
                  <a:cubicBezTo>
                    <a:pt x="38" y="92"/>
                    <a:pt x="39" y="91"/>
                    <a:pt x="39" y="90"/>
                  </a:cubicBezTo>
                  <a:cubicBezTo>
                    <a:pt x="40" y="89"/>
                    <a:pt x="41" y="88"/>
                    <a:pt x="42" y="88"/>
                  </a:cubicBezTo>
                  <a:cubicBezTo>
                    <a:pt x="43" y="89"/>
                    <a:pt x="43" y="87"/>
                    <a:pt x="43" y="86"/>
                  </a:cubicBezTo>
                  <a:cubicBezTo>
                    <a:pt x="44" y="85"/>
                    <a:pt x="45" y="85"/>
                    <a:pt x="46" y="85"/>
                  </a:cubicBezTo>
                  <a:cubicBezTo>
                    <a:pt x="47" y="85"/>
                    <a:pt x="47" y="84"/>
                    <a:pt x="47" y="83"/>
                  </a:cubicBezTo>
                  <a:cubicBezTo>
                    <a:pt x="48" y="82"/>
                    <a:pt x="48" y="81"/>
                    <a:pt x="49" y="80"/>
                  </a:cubicBezTo>
                  <a:cubicBezTo>
                    <a:pt x="49" y="79"/>
                    <a:pt x="50" y="78"/>
                    <a:pt x="50" y="78"/>
                  </a:cubicBezTo>
                  <a:cubicBezTo>
                    <a:pt x="50" y="77"/>
                    <a:pt x="50" y="76"/>
                    <a:pt x="50" y="76"/>
                  </a:cubicBezTo>
                  <a:cubicBezTo>
                    <a:pt x="49" y="75"/>
                    <a:pt x="49" y="73"/>
                    <a:pt x="50" y="72"/>
                  </a:cubicBezTo>
                  <a:cubicBezTo>
                    <a:pt x="50" y="71"/>
                    <a:pt x="50" y="69"/>
                    <a:pt x="50" y="68"/>
                  </a:cubicBezTo>
                  <a:cubicBezTo>
                    <a:pt x="49" y="67"/>
                    <a:pt x="49" y="66"/>
                    <a:pt x="50" y="65"/>
                  </a:cubicBezTo>
                  <a:cubicBezTo>
                    <a:pt x="51" y="64"/>
                    <a:pt x="52" y="63"/>
                    <a:pt x="53" y="62"/>
                  </a:cubicBezTo>
                  <a:cubicBezTo>
                    <a:pt x="53" y="61"/>
                    <a:pt x="54" y="60"/>
                    <a:pt x="54" y="59"/>
                  </a:cubicBezTo>
                  <a:cubicBezTo>
                    <a:pt x="55" y="57"/>
                    <a:pt x="56" y="54"/>
                    <a:pt x="59" y="53"/>
                  </a:cubicBezTo>
                  <a:cubicBezTo>
                    <a:pt x="59" y="53"/>
                    <a:pt x="60" y="53"/>
                    <a:pt x="61" y="52"/>
                  </a:cubicBezTo>
                  <a:cubicBezTo>
                    <a:pt x="61" y="51"/>
                    <a:pt x="62" y="51"/>
                    <a:pt x="62" y="50"/>
                  </a:cubicBezTo>
                  <a:cubicBezTo>
                    <a:pt x="63" y="49"/>
                    <a:pt x="64" y="48"/>
                    <a:pt x="65" y="46"/>
                  </a:cubicBezTo>
                  <a:cubicBezTo>
                    <a:pt x="65" y="45"/>
                    <a:pt x="64" y="45"/>
                    <a:pt x="64" y="44"/>
                  </a:cubicBezTo>
                  <a:cubicBezTo>
                    <a:pt x="64" y="43"/>
                    <a:pt x="65" y="42"/>
                    <a:pt x="65" y="41"/>
                  </a:cubicBezTo>
                  <a:cubicBezTo>
                    <a:pt x="65" y="41"/>
                    <a:pt x="65" y="40"/>
                    <a:pt x="65" y="39"/>
                  </a:cubicBezTo>
                  <a:cubicBezTo>
                    <a:pt x="66" y="38"/>
                    <a:pt x="66" y="38"/>
                    <a:pt x="67" y="37"/>
                  </a:cubicBezTo>
                  <a:cubicBezTo>
                    <a:pt x="67" y="36"/>
                    <a:pt x="66" y="36"/>
                    <a:pt x="66" y="35"/>
                  </a:cubicBezTo>
                  <a:cubicBezTo>
                    <a:pt x="66" y="34"/>
                    <a:pt x="66" y="33"/>
                    <a:pt x="66" y="32"/>
                  </a:cubicBezTo>
                  <a:cubicBezTo>
                    <a:pt x="66" y="31"/>
                    <a:pt x="66" y="31"/>
                    <a:pt x="66" y="30"/>
                  </a:cubicBezTo>
                  <a:cubicBezTo>
                    <a:pt x="66" y="29"/>
                    <a:pt x="67" y="28"/>
                    <a:pt x="67" y="28"/>
                  </a:cubicBezTo>
                  <a:cubicBezTo>
                    <a:pt x="67" y="26"/>
                    <a:pt x="68" y="24"/>
                    <a:pt x="68" y="22"/>
                  </a:cubicBezTo>
                  <a:cubicBezTo>
                    <a:pt x="68" y="21"/>
                    <a:pt x="68" y="19"/>
                    <a:pt x="68" y="17"/>
                  </a:cubicBezTo>
                  <a:cubicBezTo>
                    <a:pt x="68" y="16"/>
                    <a:pt x="69" y="16"/>
                    <a:pt x="69" y="15"/>
                  </a:cubicBezTo>
                  <a:cubicBezTo>
                    <a:pt x="69" y="14"/>
                    <a:pt x="69" y="14"/>
                    <a:pt x="70" y="13"/>
                  </a:cubicBezTo>
                  <a:cubicBezTo>
                    <a:pt x="71" y="12"/>
                    <a:pt x="71" y="10"/>
                    <a:pt x="72" y="9"/>
                  </a:cubicBezTo>
                  <a:cubicBezTo>
                    <a:pt x="72" y="8"/>
                    <a:pt x="73" y="7"/>
                    <a:pt x="73" y="6"/>
                  </a:cubicBezTo>
                  <a:cubicBezTo>
                    <a:pt x="74" y="6"/>
                    <a:pt x="73" y="5"/>
                    <a:pt x="73" y="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16" name="Comoros">
              <a:extLst>
                <a:ext uri="{FF2B5EF4-FFF2-40B4-BE49-F238E27FC236}">
                  <a16:creationId xmlns:a16="http://schemas.microsoft.com/office/drawing/2014/main" id="{215A5164-5DB1-BA1B-E5A3-0B8A3CCBC144}"/>
                </a:ext>
              </a:extLst>
            </p:cNvPr>
            <p:cNvSpPr>
              <a:spLocks noEditPoints="1"/>
            </p:cNvSpPr>
            <p:nvPr/>
          </p:nvSpPr>
          <p:spPr bwMode="auto">
            <a:xfrm>
              <a:off x="7173791" y="4483464"/>
              <a:ext cx="70572" cy="67631"/>
            </a:xfrm>
            <a:custGeom>
              <a:avLst/>
              <a:gdLst/>
              <a:ahLst/>
              <a:cxnLst>
                <a:cxn ang="0">
                  <a:pos x="19" y="17"/>
                </a:cxn>
                <a:cxn ang="0">
                  <a:pos x="19" y="17"/>
                </a:cxn>
                <a:cxn ang="0">
                  <a:pos x="18" y="15"/>
                </a:cxn>
                <a:cxn ang="0">
                  <a:pos x="17" y="16"/>
                </a:cxn>
                <a:cxn ang="0">
                  <a:pos x="18" y="17"/>
                </a:cxn>
                <a:cxn ang="0">
                  <a:pos x="18" y="18"/>
                </a:cxn>
                <a:cxn ang="0">
                  <a:pos x="17" y="18"/>
                </a:cxn>
                <a:cxn ang="0">
                  <a:pos x="18" y="19"/>
                </a:cxn>
                <a:cxn ang="0">
                  <a:pos x="19" y="18"/>
                </a:cxn>
                <a:cxn ang="0">
                  <a:pos x="19" y="17"/>
                </a:cxn>
                <a:cxn ang="0">
                  <a:pos x="19" y="16"/>
                </a:cxn>
                <a:cxn ang="0">
                  <a:pos x="18" y="15"/>
                </a:cxn>
                <a:cxn ang="0">
                  <a:pos x="11" y="10"/>
                </a:cxn>
                <a:cxn ang="0">
                  <a:pos x="9" y="10"/>
                </a:cxn>
                <a:cxn ang="0">
                  <a:pos x="11" y="11"/>
                </a:cxn>
                <a:cxn ang="0">
                  <a:pos x="12" y="12"/>
                </a:cxn>
                <a:cxn ang="0">
                  <a:pos x="12" y="9"/>
                </a:cxn>
                <a:cxn ang="0">
                  <a:pos x="11" y="10"/>
                </a:cxn>
                <a:cxn ang="0">
                  <a:pos x="4" y="11"/>
                </a:cxn>
                <a:cxn ang="0">
                  <a:pos x="4" y="12"/>
                </a:cxn>
                <a:cxn ang="0">
                  <a:pos x="6" y="12"/>
                </a:cxn>
                <a:cxn ang="0">
                  <a:pos x="4" y="11"/>
                </a:cxn>
                <a:cxn ang="0">
                  <a:pos x="1" y="1"/>
                </a:cxn>
                <a:cxn ang="0">
                  <a:pos x="0" y="3"/>
                </a:cxn>
                <a:cxn ang="0">
                  <a:pos x="0" y="5"/>
                </a:cxn>
                <a:cxn ang="0">
                  <a:pos x="1" y="7"/>
                </a:cxn>
                <a:cxn ang="0">
                  <a:pos x="2" y="7"/>
                </a:cxn>
                <a:cxn ang="0">
                  <a:pos x="2" y="4"/>
                </a:cxn>
                <a:cxn ang="0">
                  <a:pos x="1" y="1"/>
                </a:cxn>
              </a:cxnLst>
              <a:rect l="0" t="0" r="r" b="b"/>
              <a:pathLst>
                <a:path w="20" h="19">
                  <a:moveTo>
                    <a:pt x="19" y="17"/>
                  </a:moveTo>
                  <a:cubicBezTo>
                    <a:pt x="19" y="16"/>
                    <a:pt x="20" y="16"/>
                    <a:pt x="19" y="17"/>
                  </a:cubicBezTo>
                  <a:close/>
                  <a:moveTo>
                    <a:pt x="18" y="15"/>
                  </a:moveTo>
                  <a:cubicBezTo>
                    <a:pt x="17" y="16"/>
                    <a:pt x="17" y="16"/>
                    <a:pt x="17" y="16"/>
                  </a:cubicBezTo>
                  <a:cubicBezTo>
                    <a:pt x="17" y="17"/>
                    <a:pt x="18" y="17"/>
                    <a:pt x="18" y="17"/>
                  </a:cubicBezTo>
                  <a:cubicBezTo>
                    <a:pt x="18" y="18"/>
                    <a:pt x="18" y="18"/>
                    <a:pt x="18" y="18"/>
                  </a:cubicBezTo>
                  <a:cubicBezTo>
                    <a:pt x="18" y="19"/>
                    <a:pt x="18" y="18"/>
                    <a:pt x="17" y="18"/>
                  </a:cubicBezTo>
                  <a:cubicBezTo>
                    <a:pt x="18" y="18"/>
                    <a:pt x="17" y="19"/>
                    <a:pt x="18" y="19"/>
                  </a:cubicBezTo>
                  <a:cubicBezTo>
                    <a:pt x="18" y="19"/>
                    <a:pt x="18" y="18"/>
                    <a:pt x="19" y="18"/>
                  </a:cubicBezTo>
                  <a:cubicBezTo>
                    <a:pt x="19" y="18"/>
                    <a:pt x="18" y="17"/>
                    <a:pt x="19" y="17"/>
                  </a:cubicBezTo>
                  <a:cubicBezTo>
                    <a:pt x="19" y="17"/>
                    <a:pt x="19" y="16"/>
                    <a:pt x="19" y="16"/>
                  </a:cubicBezTo>
                  <a:cubicBezTo>
                    <a:pt x="18" y="16"/>
                    <a:pt x="18" y="16"/>
                    <a:pt x="18" y="15"/>
                  </a:cubicBezTo>
                  <a:close/>
                  <a:moveTo>
                    <a:pt x="11" y="10"/>
                  </a:moveTo>
                  <a:cubicBezTo>
                    <a:pt x="11" y="10"/>
                    <a:pt x="9" y="10"/>
                    <a:pt x="9" y="10"/>
                  </a:cubicBezTo>
                  <a:cubicBezTo>
                    <a:pt x="9" y="10"/>
                    <a:pt x="11" y="11"/>
                    <a:pt x="11" y="11"/>
                  </a:cubicBezTo>
                  <a:cubicBezTo>
                    <a:pt x="11" y="11"/>
                    <a:pt x="12" y="12"/>
                    <a:pt x="12" y="12"/>
                  </a:cubicBezTo>
                  <a:cubicBezTo>
                    <a:pt x="13" y="12"/>
                    <a:pt x="12" y="10"/>
                    <a:pt x="12" y="9"/>
                  </a:cubicBezTo>
                  <a:cubicBezTo>
                    <a:pt x="12" y="8"/>
                    <a:pt x="11" y="10"/>
                    <a:pt x="11" y="10"/>
                  </a:cubicBezTo>
                  <a:close/>
                  <a:moveTo>
                    <a:pt x="4" y="11"/>
                  </a:moveTo>
                  <a:cubicBezTo>
                    <a:pt x="3" y="11"/>
                    <a:pt x="4" y="12"/>
                    <a:pt x="4" y="12"/>
                  </a:cubicBezTo>
                  <a:cubicBezTo>
                    <a:pt x="5" y="12"/>
                    <a:pt x="5" y="12"/>
                    <a:pt x="6" y="12"/>
                  </a:cubicBezTo>
                  <a:cubicBezTo>
                    <a:pt x="6" y="12"/>
                    <a:pt x="4" y="11"/>
                    <a:pt x="4" y="11"/>
                  </a:cubicBezTo>
                  <a:close/>
                  <a:moveTo>
                    <a:pt x="1" y="1"/>
                  </a:moveTo>
                  <a:cubicBezTo>
                    <a:pt x="0" y="2"/>
                    <a:pt x="0" y="3"/>
                    <a:pt x="0" y="3"/>
                  </a:cubicBezTo>
                  <a:cubicBezTo>
                    <a:pt x="0" y="4"/>
                    <a:pt x="0" y="5"/>
                    <a:pt x="0" y="5"/>
                  </a:cubicBezTo>
                  <a:cubicBezTo>
                    <a:pt x="0" y="6"/>
                    <a:pt x="0" y="6"/>
                    <a:pt x="1" y="7"/>
                  </a:cubicBezTo>
                  <a:cubicBezTo>
                    <a:pt x="2" y="7"/>
                    <a:pt x="2" y="7"/>
                    <a:pt x="2" y="7"/>
                  </a:cubicBezTo>
                  <a:cubicBezTo>
                    <a:pt x="3" y="7"/>
                    <a:pt x="2" y="4"/>
                    <a:pt x="2" y="4"/>
                  </a:cubicBezTo>
                  <a:cubicBezTo>
                    <a:pt x="2" y="3"/>
                    <a:pt x="2" y="0"/>
                    <a:pt x="1"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17" name="Colombia">
              <a:extLst>
                <a:ext uri="{FF2B5EF4-FFF2-40B4-BE49-F238E27FC236}">
                  <a16:creationId xmlns:a16="http://schemas.microsoft.com/office/drawing/2014/main" id="{886C42DA-DE95-BC4F-2DA8-CD605D022EC3}"/>
                </a:ext>
              </a:extLst>
            </p:cNvPr>
            <p:cNvSpPr>
              <a:spLocks noEditPoints="1"/>
            </p:cNvSpPr>
            <p:nvPr/>
          </p:nvSpPr>
          <p:spPr bwMode="auto">
            <a:xfrm>
              <a:off x="2907136" y="3522901"/>
              <a:ext cx="489102" cy="688076"/>
            </a:xfrm>
            <a:custGeom>
              <a:avLst/>
              <a:gdLst/>
              <a:ahLst/>
              <a:cxnLst>
                <a:cxn ang="0">
                  <a:pos x="134" y="125"/>
                </a:cxn>
                <a:cxn ang="0">
                  <a:pos x="125" y="127"/>
                </a:cxn>
                <a:cxn ang="0">
                  <a:pos x="111" y="135"/>
                </a:cxn>
                <a:cxn ang="0">
                  <a:pos x="116" y="140"/>
                </a:cxn>
                <a:cxn ang="0">
                  <a:pos x="109" y="151"/>
                </a:cxn>
                <a:cxn ang="0">
                  <a:pos x="112" y="170"/>
                </a:cxn>
                <a:cxn ang="0">
                  <a:pos x="104" y="189"/>
                </a:cxn>
                <a:cxn ang="0">
                  <a:pos x="105" y="175"/>
                </a:cxn>
                <a:cxn ang="0">
                  <a:pos x="99" y="172"/>
                </a:cxn>
                <a:cxn ang="0">
                  <a:pos x="92" y="171"/>
                </a:cxn>
                <a:cxn ang="0">
                  <a:pos x="84" y="174"/>
                </a:cxn>
                <a:cxn ang="0">
                  <a:pos x="78" y="172"/>
                </a:cxn>
                <a:cxn ang="0">
                  <a:pos x="75" y="167"/>
                </a:cxn>
                <a:cxn ang="0">
                  <a:pos x="71" y="161"/>
                </a:cxn>
                <a:cxn ang="0">
                  <a:pos x="65" y="154"/>
                </a:cxn>
                <a:cxn ang="0">
                  <a:pos x="56" y="148"/>
                </a:cxn>
                <a:cxn ang="0">
                  <a:pos x="47" y="143"/>
                </a:cxn>
                <a:cxn ang="0">
                  <a:pos x="38" y="144"/>
                </a:cxn>
                <a:cxn ang="0">
                  <a:pos x="28" y="136"/>
                </a:cxn>
                <a:cxn ang="0">
                  <a:pos x="22" y="131"/>
                </a:cxn>
                <a:cxn ang="0">
                  <a:pos x="25" y="125"/>
                </a:cxn>
                <a:cxn ang="0">
                  <a:pos x="28" y="120"/>
                </a:cxn>
                <a:cxn ang="0">
                  <a:pos x="32" y="117"/>
                </a:cxn>
                <a:cxn ang="0">
                  <a:pos x="33" y="115"/>
                </a:cxn>
                <a:cxn ang="0">
                  <a:pos x="37" y="109"/>
                </a:cxn>
                <a:cxn ang="0">
                  <a:pos x="39" y="106"/>
                </a:cxn>
                <a:cxn ang="0">
                  <a:pos x="39" y="104"/>
                </a:cxn>
                <a:cxn ang="0">
                  <a:pos x="36" y="102"/>
                </a:cxn>
                <a:cxn ang="0">
                  <a:pos x="38" y="94"/>
                </a:cxn>
                <a:cxn ang="0">
                  <a:pos x="38" y="81"/>
                </a:cxn>
                <a:cxn ang="0">
                  <a:pos x="37" y="73"/>
                </a:cxn>
                <a:cxn ang="0">
                  <a:pos x="35" y="64"/>
                </a:cxn>
                <a:cxn ang="0">
                  <a:pos x="41" y="60"/>
                </a:cxn>
                <a:cxn ang="0">
                  <a:pos x="41" y="55"/>
                </a:cxn>
                <a:cxn ang="0">
                  <a:pos x="44" y="59"/>
                </a:cxn>
                <a:cxn ang="0">
                  <a:pos x="44" y="54"/>
                </a:cxn>
                <a:cxn ang="0">
                  <a:pos x="55" y="44"/>
                </a:cxn>
                <a:cxn ang="0">
                  <a:pos x="56" y="36"/>
                </a:cxn>
                <a:cxn ang="0">
                  <a:pos x="59" y="31"/>
                </a:cxn>
                <a:cxn ang="0">
                  <a:pos x="64" y="27"/>
                </a:cxn>
                <a:cxn ang="0">
                  <a:pos x="68" y="28"/>
                </a:cxn>
                <a:cxn ang="0">
                  <a:pos x="72" y="23"/>
                </a:cxn>
                <a:cxn ang="0">
                  <a:pos x="88" y="18"/>
                </a:cxn>
                <a:cxn ang="0">
                  <a:pos x="94" y="12"/>
                </a:cxn>
                <a:cxn ang="0">
                  <a:pos x="96" y="11"/>
                </a:cxn>
                <a:cxn ang="0">
                  <a:pos x="90" y="25"/>
                </a:cxn>
                <a:cxn ang="0">
                  <a:pos x="80" y="43"/>
                </a:cxn>
                <a:cxn ang="0">
                  <a:pos x="85" y="53"/>
                </a:cxn>
                <a:cxn ang="0">
                  <a:pos x="90" y="70"/>
                </a:cxn>
                <a:cxn ang="0">
                  <a:pos x="107" y="71"/>
                </a:cxn>
                <a:cxn ang="0">
                  <a:pos x="121" y="79"/>
                </a:cxn>
                <a:cxn ang="0">
                  <a:pos x="134" y="79"/>
                </a:cxn>
                <a:cxn ang="0">
                  <a:pos x="130" y="95"/>
                </a:cxn>
                <a:cxn ang="0">
                  <a:pos x="135" y="110"/>
                </a:cxn>
                <a:cxn ang="0">
                  <a:pos x="135" y="121"/>
                </a:cxn>
                <a:cxn ang="0">
                  <a:pos x="97" y="10"/>
                </a:cxn>
              </a:cxnLst>
              <a:rect l="0" t="0" r="r" b="b"/>
              <a:pathLst>
                <a:path w="138" h="194">
                  <a:moveTo>
                    <a:pt x="1" y="9"/>
                  </a:moveTo>
                  <a:cubicBezTo>
                    <a:pt x="1" y="9"/>
                    <a:pt x="0" y="10"/>
                    <a:pt x="0" y="10"/>
                  </a:cubicBezTo>
                  <a:cubicBezTo>
                    <a:pt x="0" y="10"/>
                    <a:pt x="0" y="9"/>
                    <a:pt x="1" y="9"/>
                  </a:cubicBezTo>
                  <a:close/>
                  <a:moveTo>
                    <a:pt x="138" y="134"/>
                  </a:moveTo>
                  <a:cubicBezTo>
                    <a:pt x="138" y="134"/>
                    <a:pt x="136" y="135"/>
                    <a:pt x="136" y="134"/>
                  </a:cubicBezTo>
                  <a:cubicBezTo>
                    <a:pt x="136" y="133"/>
                    <a:pt x="137" y="131"/>
                    <a:pt x="136" y="130"/>
                  </a:cubicBezTo>
                  <a:cubicBezTo>
                    <a:pt x="136" y="129"/>
                    <a:pt x="136" y="128"/>
                    <a:pt x="135" y="127"/>
                  </a:cubicBezTo>
                  <a:cubicBezTo>
                    <a:pt x="135" y="126"/>
                    <a:pt x="135" y="126"/>
                    <a:pt x="134" y="125"/>
                  </a:cubicBezTo>
                  <a:cubicBezTo>
                    <a:pt x="134" y="125"/>
                    <a:pt x="134" y="124"/>
                    <a:pt x="134" y="124"/>
                  </a:cubicBezTo>
                  <a:cubicBezTo>
                    <a:pt x="132" y="123"/>
                    <a:pt x="130" y="127"/>
                    <a:pt x="129" y="128"/>
                  </a:cubicBezTo>
                  <a:cubicBezTo>
                    <a:pt x="128" y="128"/>
                    <a:pt x="127" y="128"/>
                    <a:pt x="127" y="127"/>
                  </a:cubicBezTo>
                  <a:cubicBezTo>
                    <a:pt x="127" y="126"/>
                    <a:pt x="126" y="126"/>
                    <a:pt x="126" y="126"/>
                  </a:cubicBezTo>
                  <a:cubicBezTo>
                    <a:pt x="126" y="126"/>
                    <a:pt x="126" y="125"/>
                    <a:pt x="126" y="125"/>
                  </a:cubicBezTo>
                  <a:cubicBezTo>
                    <a:pt x="126" y="125"/>
                    <a:pt x="125" y="126"/>
                    <a:pt x="125" y="126"/>
                  </a:cubicBezTo>
                  <a:cubicBezTo>
                    <a:pt x="125" y="127"/>
                    <a:pt x="125" y="127"/>
                    <a:pt x="125" y="127"/>
                  </a:cubicBezTo>
                  <a:cubicBezTo>
                    <a:pt x="125" y="127"/>
                    <a:pt x="125" y="127"/>
                    <a:pt x="125" y="127"/>
                  </a:cubicBezTo>
                  <a:cubicBezTo>
                    <a:pt x="125" y="128"/>
                    <a:pt x="125" y="128"/>
                    <a:pt x="126" y="128"/>
                  </a:cubicBezTo>
                  <a:cubicBezTo>
                    <a:pt x="123" y="129"/>
                    <a:pt x="120" y="128"/>
                    <a:pt x="117" y="128"/>
                  </a:cubicBezTo>
                  <a:cubicBezTo>
                    <a:pt x="115" y="128"/>
                    <a:pt x="114" y="128"/>
                    <a:pt x="113" y="128"/>
                  </a:cubicBezTo>
                  <a:cubicBezTo>
                    <a:pt x="112" y="128"/>
                    <a:pt x="111" y="129"/>
                    <a:pt x="109" y="128"/>
                  </a:cubicBezTo>
                  <a:cubicBezTo>
                    <a:pt x="109" y="131"/>
                    <a:pt x="109" y="133"/>
                    <a:pt x="109" y="135"/>
                  </a:cubicBezTo>
                  <a:cubicBezTo>
                    <a:pt x="109" y="135"/>
                    <a:pt x="109" y="136"/>
                    <a:pt x="110" y="135"/>
                  </a:cubicBezTo>
                  <a:cubicBezTo>
                    <a:pt x="110" y="135"/>
                    <a:pt x="110" y="135"/>
                    <a:pt x="111" y="135"/>
                  </a:cubicBezTo>
                  <a:cubicBezTo>
                    <a:pt x="111" y="136"/>
                    <a:pt x="111" y="136"/>
                    <a:pt x="111" y="135"/>
                  </a:cubicBezTo>
                  <a:cubicBezTo>
                    <a:pt x="112" y="135"/>
                    <a:pt x="113" y="136"/>
                    <a:pt x="113" y="136"/>
                  </a:cubicBezTo>
                  <a:cubicBezTo>
                    <a:pt x="114" y="136"/>
                    <a:pt x="113" y="136"/>
                    <a:pt x="114" y="136"/>
                  </a:cubicBezTo>
                  <a:cubicBezTo>
                    <a:pt x="114" y="136"/>
                    <a:pt x="114" y="135"/>
                    <a:pt x="114" y="136"/>
                  </a:cubicBezTo>
                  <a:cubicBezTo>
                    <a:pt x="115" y="136"/>
                    <a:pt x="115" y="136"/>
                    <a:pt x="116" y="137"/>
                  </a:cubicBezTo>
                  <a:cubicBezTo>
                    <a:pt x="116" y="137"/>
                    <a:pt x="116" y="137"/>
                    <a:pt x="116" y="137"/>
                  </a:cubicBezTo>
                  <a:cubicBezTo>
                    <a:pt x="115" y="137"/>
                    <a:pt x="116" y="137"/>
                    <a:pt x="116" y="138"/>
                  </a:cubicBezTo>
                  <a:cubicBezTo>
                    <a:pt x="116" y="138"/>
                    <a:pt x="116" y="139"/>
                    <a:pt x="116" y="139"/>
                  </a:cubicBezTo>
                  <a:cubicBezTo>
                    <a:pt x="116" y="140"/>
                    <a:pt x="117" y="140"/>
                    <a:pt x="116" y="140"/>
                  </a:cubicBezTo>
                  <a:cubicBezTo>
                    <a:pt x="116" y="140"/>
                    <a:pt x="115" y="141"/>
                    <a:pt x="115" y="140"/>
                  </a:cubicBezTo>
                  <a:cubicBezTo>
                    <a:pt x="115" y="140"/>
                    <a:pt x="114" y="140"/>
                    <a:pt x="114" y="140"/>
                  </a:cubicBezTo>
                  <a:cubicBezTo>
                    <a:pt x="114" y="140"/>
                    <a:pt x="113" y="139"/>
                    <a:pt x="113" y="139"/>
                  </a:cubicBezTo>
                  <a:cubicBezTo>
                    <a:pt x="112" y="140"/>
                    <a:pt x="112" y="140"/>
                    <a:pt x="111" y="140"/>
                  </a:cubicBezTo>
                  <a:cubicBezTo>
                    <a:pt x="111" y="140"/>
                    <a:pt x="110" y="141"/>
                    <a:pt x="110" y="141"/>
                  </a:cubicBezTo>
                  <a:cubicBezTo>
                    <a:pt x="109" y="141"/>
                    <a:pt x="108" y="141"/>
                    <a:pt x="107" y="141"/>
                  </a:cubicBezTo>
                  <a:cubicBezTo>
                    <a:pt x="107" y="143"/>
                    <a:pt x="107" y="146"/>
                    <a:pt x="107" y="148"/>
                  </a:cubicBezTo>
                  <a:cubicBezTo>
                    <a:pt x="107" y="149"/>
                    <a:pt x="108" y="150"/>
                    <a:pt x="109" y="151"/>
                  </a:cubicBezTo>
                  <a:cubicBezTo>
                    <a:pt x="109" y="151"/>
                    <a:pt x="109" y="151"/>
                    <a:pt x="110" y="151"/>
                  </a:cubicBezTo>
                  <a:cubicBezTo>
                    <a:pt x="110" y="152"/>
                    <a:pt x="110" y="152"/>
                    <a:pt x="111" y="152"/>
                  </a:cubicBezTo>
                  <a:cubicBezTo>
                    <a:pt x="112" y="153"/>
                    <a:pt x="112" y="153"/>
                    <a:pt x="112" y="154"/>
                  </a:cubicBezTo>
                  <a:cubicBezTo>
                    <a:pt x="112" y="155"/>
                    <a:pt x="112" y="155"/>
                    <a:pt x="112" y="155"/>
                  </a:cubicBezTo>
                  <a:cubicBezTo>
                    <a:pt x="112" y="156"/>
                    <a:pt x="112" y="156"/>
                    <a:pt x="112" y="157"/>
                  </a:cubicBezTo>
                  <a:cubicBezTo>
                    <a:pt x="113" y="158"/>
                    <a:pt x="113" y="158"/>
                    <a:pt x="113" y="159"/>
                  </a:cubicBezTo>
                  <a:cubicBezTo>
                    <a:pt x="114" y="160"/>
                    <a:pt x="114" y="161"/>
                    <a:pt x="114" y="162"/>
                  </a:cubicBezTo>
                  <a:cubicBezTo>
                    <a:pt x="113" y="165"/>
                    <a:pt x="113" y="167"/>
                    <a:pt x="112" y="170"/>
                  </a:cubicBezTo>
                  <a:cubicBezTo>
                    <a:pt x="112" y="171"/>
                    <a:pt x="112" y="172"/>
                    <a:pt x="112" y="173"/>
                  </a:cubicBezTo>
                  <a:cubicBezTo>
                    <a:pt x="112" y="175"/>
                    <a:pt x="112" y="176"/>
                    <a:pt x="111" y="178"/>
                  </a:cubicBezTo>
                  <a:cubicBezTo>
                    <a:pt x="111" y="181"/>
                    <a:pt x="111" y="184"/>
                    <a:pt x="110" y="186"/>
                  </a:cubicBezTo>
                  <a:cubicBezTo>
                    <a:pt x="110" y="188"/>
                    <a:pt x="110" y="189"/>
                    <a:pt x="110" y="190"/>
                  </a:cubicBezTo>
                  <a:cubicBezTo>
                    <a:pt x="110" y="191"/>
                    <a:pt x="110" y="193"/>
                    <a:pt x="109" y="194"/>
                  </a:cubicBezTo>
                  <a:cubicBezTo>
                    <a:pt x="109" y="193"/>
                    <a:pt x="108" y="193"/>
                    <a:pt x="108" y="192"/>
                  </a:cubicBezTo>
                  <a:cubicBezTo>
                    <a:pt x="107" y="192"/>
                    <a:pt x="107" y="191"/>
                    <a:pt x="107" y="191"/>
                  </a:cubicBezTo>
                  <a:cubicBezTo>
                    <a:pt x="106" y="190"/>
                    <a:pt x="105" y="188"/>
                    <a:pt x="104" y="189"/>
                  </a:cubicBezTo>
                  <a:cubicBezTo>
                    <a:pt x="104" y="190"/>
                    <a:pt x="103" y="190"/>
                    <a:pt x="102" y="189"/>
                  </a:cubicBezTo>
                  <a:cubicBezTo>
                    <a:pt x="102" y="189"/>
                    <a:pt x="102" y="188"/>
                    <a:pt x="102" y="188"/>
                  </a:cubicBezTo>
                  <a:cubicBezTo>
                    <a:pt x="103" y="186"/>
                    <a:pt x="104" y="184"/>
                    <a:pt x="105" y="182"/>
                  </a:cubicBezTo>
                  <a:cubicBezTo>
                    <a:pt x="106" y="181"/>
                    <a:pt x="106" y="180"/>
                    <a:pt x="107" y="179"/>
                  </a:cubicBezTo>
                  <a:cubicBezTo>
                    <a:pt x="107" y="178"/>
                    <a:pt x="107" y="178"/>
                    <a:pt x="108" y="178"/>
                  </a:cubicBezTo>
                  <a:cubicBezTo>
                    <a:pt x="108" y="177"/>
                    <a:pt x="108" y="176"/>
                    <a:pt x="107" y="177"/>
                  </a:cubicBezTo>
                  <a:cubicBezTo>
                    <a:pt x="107" y="177"/>
                    <a:pt x="106" y="176"/>
                    <a:pt x="106" y="176"/>
                  </a:cubicBezTo>
                  <a:cubicBezTo>
                    <a:pt x="106" y="175"/>
                    <a:pt x="105" y="176"/>
                    <a:pt x="105" y="175"/>
                  </a:cubicBezTo>
                  <a:cubicBezTo>
                    <a:pt x="105" y="175"/>
                    <a:pt x="106" y="175"/>
                    <a:pt x="105" y="175"/>
                  </a:cubicBezTo>
                  <a:cubicBezTo>
                    <a:pt x="105" y="175"/>
                    <a:pt x="104" y="175"/>
                    <a:pt x="104" y="175"/>
                  </a:cubicBezTo>
                  <a:cubicBezTo>
                    <a:pt x="104" y="175"/>
                    <a:pt x="103" y="174"/>
                    <a:pt x="103" y="174"/>
                  </a:cubicBezTo>
                  <a:cubicBezTo>
                    <a:pt x="103" y="174"/>
                    <a:pt x="103" y="174"/>
                    <a:pt x="103" y="174"/>
                  </a:cubicBezTo>
                  <a:cubicBezTo>
                    <a:pt x="102" y="175"/>
                    <a:pt x="102" y="174"/>
                    <a:pt x="102" y="174"/>
                  </a:cubicBezTo>
                  <a:cubicBezTo>
                    <a:pt x="102" y="173"/>
                    <a:pt x="101" y="173"/>
                    <a:pt x="100" y="172"/>
                  </a:cubicBezTo>
                  <a:cubicBezTo>
                    <a:pt x="100" y="172"/>
                    <a:pt x="100" y="172"/>
                    <a:pt x="99" y="172"/>
                  </a:cubicBezTo>
                  <a:cubicBezTo>
                    <a:pt x="99" y="172"/>
                    <a:pt x="99" y="172"/>
                    <a:pt x="99" y="172"/>
                  </a:cubicBezTo>
                  <a:cubicBezTo>
                    <a:pt x="98" y="173"/>
                    <a:pt x="98" y="172"/>
                    <a:pt x="98" y="173"/>
                  </a:cubicBezTo>
                  <a:cubicBezTo>
                    <a:pt x="97" y="173"/>
                    <a:pt x="97" y="173"/>
                    <a:pt x="97" y="173"/>
                  </a:cubicBezTo>
                  <a:cubicBezTo>
                    <a:pt x="96" y="173"/>
                    <a:pt x="95" y="174"/>
                    <a:pt x="95" y="173"/>
                  </a:cubicBezTo>
                  <a:cubicBezTo>
                    <a:pt x="95" y="172"/>
                    <a:pt x="95" y="172"/>
                    <a:pt x="94" y="173"/>
                  </a:cubicBezTo>
                  <a:cubicBezTo>
                    <a:pt x="94" y="173"/>
                    <a:pt x="94" y="172"/>
                    <a:pt x="94" y="172"/>
                  </a:cubicBezTo>
                  <a:cubicBezTo>
                    <a:pt x="94" y="172"/>
                    <a:pt x="93" y="172"/>
                    <a:pt x="93" y="172"/>
                  </a:cubicBezTo>
                  <a:cubicBezTo>
                    <a:pt x="92" y="172"/>
                    <a:pt x="92" y="172"/>
                    <a:pt x="92" y="172"/>
                  </a:cubicBezTo>
                  <a:cubicBezTo>
                    <a:pt x="92" y="171"/>
                    <a:pt x="92" y="171"/>
                    <a:pt x="92" y="171"/>
                  </a:cubicBezTo>
                  <a:cubicBezTo>
                    <a:pt x="91" y="171"/>
                    <a:pt x="91" y="172"/>
                    <a:pt x="90" y="173"/>
                  </a:cubicBezTo>
                  <a:cubicBezTo>
                    <a:pt x="90" y="173"/>
                    <a:pt x="90" y="173"/>
                    <a:pt x="90" y="173"/>
                  </a:cubicBezTo>
                  <a:cubicBezTo>
                    <a:pt x="89" y="173"/>
                    <a:pt x="89" y="173"/>
                    <a:pt x="88" y="174"/>
                  </a:cubicBezTo>
                  <a:cubicBezTo>
                    <a:pt x="88" y="174"/>
                    <a:pt x="88" y="174"/>
                    <a:pt x="88" y="174"/>
                  </a:cubicBezTo>
                  <a:cubicBezTo>
                    <a:pt x="87" y="174"/>
                    <a:pt x="87" y="174"/>
                    <a:pt x="87" y="175"/>
                  </a:cubicBezTo>
                  <a:cubicBezTo>
                    <a:pt x="87" y="175"/>
                    <a:pt x="86" y="175"/>
                    <a:pt x="86" y="175"/>
                  </a:cubicBezTo>
                  <a:cubicBezTo>
                    <a:pt x="85" y="174"/>
                    <a:pt x="85" y="174"/>
                    <a:pt x="85" y="174"/>
                  </a:cubicBezTo>
                  <a:cubicBezTo>
                    <a:pt x="84" y="174"/>
                    <a:pt x="84" y="174"/>
                    <a:pt x="84" y="174"/>
                  </a:cubicBezTo>
                  <a:cubicBezTo>
                    <a:pt x="83" y="174"/>
                    <a:pt x="83" y="174"/>
                    <a:pt x="83" y="174"/>
                  </a:cubicBezTo>
                  <a:cubicBezTo>
                    <a:pt x="83" y="174"/>
                    <a:pt x="83" y="175"/>
                    <a:pt x="82" y="174"/>
                  </a:cubicBezTo>
                  <a:cubicBezTo>
                    <a:pt x="82" y="174"/>
                    <a:pt x="82" y="174"/>
                    <a:pt x="82" y="174"/>
                  </a:cubicBezTo>
                  <a:cubicBezTo>
                    <a:pt x="81" y="174"/>
                    <a:pt x="81" y="175"/>
                    <a:pt x="80" y="174"/>
                  </a:cubicBezTo>
                  <a:cubicBezTo>
                    <a:pt x="80" y="174"/>
                    <a:pt x="80" y="174"/>
                    <a:pt x="80" y="174"/>
                  </a:cubicBezTo>
                  <a:cubicBezTo>
                    <a:pt x="80" y="174"/>
                    <a:pt x="79" y="174"/>
                    <a:pt x="79" y="174"/>
                  </a:cubicBezTo>
                  <a:cubicBezTo>
                    <a:pt x="79" y="174"/>
                    <a:pt x="79" y="173"/>
                    <a:pt x="79" y="173"/>
                  </a:cubicBezTo>
                  <a:cubicBezTo>
                    <a:pt x="78" y="173"/>
                    <a:pt x="78" y="173"/>
                    <a:pt x="78" y="172"/>
                  </a:cubicBezTo>
                  <a:cubicBezTo>
                    <a:pt x="78" y="172"/>
                    <a:pt x="78" y="172"/>
                    <a:pt x="78" y="171"/>
                  </a:cubicBezTo>
                  <a:cubicBezTo>
                    <a:pt x="79" y="171"/>
                    <a:pt x="78" y="170"/>
                    <a:pt x="78" y="170"/>
                  </a:cubicBezTo>
                  <a:cubicBezTo>
                    <a:pt x="78" y="169"/>
                    <a:pt x="78" y="169"/>
                    <a:pt x="78" y="168"/>
                  </a:cubicBezTo>
                  <a:cubicBezTo>
                    <a:pt x="78" y="168"/>
                    <a:pt x="78" y="168"/>
                    <a:pt x="77" y="168"/>
                  </a:cubicBezTo>
                  <a:cubicBezTo>
                    <a:pt x="77" y="167"/>
                    <a:pt x="77" y="167"/>
                    <a:pt x="77" y="167"/>
                  </a:cubicBezTo>
                  <a:cubicBezTo>
                    <a:pt x="77" y="167"/>
                    <a:pt x="77" y="167"/>
                    <a:pt x="77" y="167"/>
                  </a:cubicBezTo>
                  <a:cubicBezTo>
                    <a:pt x="76" y="167"/>
                    <a:pt x="76" y="168"/>
                    <a:pt x="76" y="168"/>
                  </a:cubicBezTo>
                  <a:cubicBezTo>
                    <a:pt x="76" y="168"/>
                    <a:pt x="76" y="167"/>
                    <a:pt x="75" y="167"/>
                  </a:cubicBezTo>
                  <a:cubicBezTo>
                    <a:pt x="75" y="167"/>
                    <a:pt x="74" y="167"/>
                    <a:pt x="74" y="167"/>
                  </a:cubicBezTo>
                  <a:cubicBezTo>
                    <a:pt x="74" y="166"/>
                    <a:pt x="75" y="165"/>
                    <a:pt x="74" y="165"/>
                  </a:cubicBezTo>
                  <a:cubicBezTo>
                    <a:pt x="74" y="164"/>
                    <a:pt x="74" y="164"/>
                    <a:pt x="74" y="164"/>
                  </a:cubicBezTo>
                  <a:cubicBezTo>
                    <a:pt x="73" y="163"/>
                    <a:pt x="74" y="163"/>
                    <a:pt x="73" y="162"/>
                  </a:cubicBezTo>
                  <a:cubicBezTo>
                    <a:pt x="73" y="162"/>
                    <a:pt x="73" y="162"/>
                    <a:pt x="72" y="162"/>
                  </a:cubicBezTo>
                  <a:cubicBezTo>
                    <a:pt x="72" y="161"/>
                    <a:pt x="72" y="161"/>
                    <a:pt x="72" y="161"/>
                  </a:cubicBezTo>
                  <a:cubicBezTo>
                    <a:pt x="71" y="161"/>
                    <a:pt x="72" y="161"/>
                    <a:pt x="71" y="161"/>
                  </a:cubicBezTo>
                  <a:cubicBezTo>
                    <a:pt x="71" y="161"/>
                    <a:pt x="71" y="161"/>
                    <a:pt x="71" y="161"/>
                  </a:cubicBezTo>
                  <a:cubicBezTo>
                    <a:pt x="70" y="161"/>
                    <a:pt x="71" y="160"/>
                    <a:pt x="70" y="160"/>
                  </a:cubicBezTo>
                  <a:cubicBezTo>
                    <a:pt x="70" y="160"/>
                    <a:pt x="70" y="160"/>
                    <a:pt x="70" y="160"/>
                  </a:cubicBezTo>
                  <a:cubicBezTo>
                    <a:pt x="70" y="160"/>
                    <a:pt x="70" y="160"/>
                    <a:pt x="69" y="160"/>
                  </a:cubicBezTo>
                  <a:cubicBezTo>
                    <a:pt x="69" y="160"/>
                    <a:pt x="69" y="159"/>
                    <a:pt x="69" y="159"/>
                  </a:cubicBezTo>
                  <a:cubicBezTo>
                    <a:pt x="67" y="159"/>
                    <a:pt x="67" y="158"/>
                    <a:pt x="66" y="157"/>
                  </a:cubicBezTo>
                  <a:cubicBezTo>
                    <a:pt x="66" y="157"/>
                    <a:pt x="67" y="157"/>
                    <a:pt x="67" y="157"/>
                  </a:cubicBezTo>
                  <a:cubicBezTo>
                    <a:pt x="67" y="157"/>
                    <a:pt x="66" y="156"/>
                    <a:pt x="66" y="156"/>
                  </a:cubicBezTo>
                  <a:cubicBezTo>
                    <a:pt x="66" y="155"/>
                    <a:pt x="66" y="154"/>
                    <a:pt x="65" y="154"/>
                  </a:cubicBezTo>
                  <a:cubicBezTo>
                    <a:pt x="65" y="153"/>
                    <a:pt x="65" y="153"/>
                    <a:pt x="64" y="153"/>
                  </a:cubicBezTo>
                  <a:cubicBezTo>
                    <a:pt x="64" y="152"/>
                    <a:pt x="64" y="152"/>
                    <a:pt x="63" y="152"/>
                  </a:cubicBezTo>
                  <a:cubicBezTo>
                    <a:pt x="63" y="152"/>
                    <a:pt x="63" y="152"/>
                    <a:pt x="63" y="152"/>
                  </a:cubicBezTo>
                  <a:cubicBezTo>
                    <a:pt x="63" y="151"/>
                    <a:pt x="63" y="151"/>
                    <a:pt x="62" y="151"/>
                  </a:cubicBezTo>
                  <a:cubicBezTo>
                    <a:pt x="62" y="151"/>
                    <a:pt x="62" y="150"/>
                    <a:pt x="62" y="150"/>
                  </a:cubicBezTo>
                  <a:cubicBezTo>
                    <a:pt x="61" y="149"/>
                    <a:pt x="61" y="149"/>
                    <a:pt x="60" y="150"/>
                  </a:cubicBezTo>
                  <a:cubicBezTo>
                    <a:pt x="60" y="149"/>
                    <a:pt x="58" y="147"/>
                    <a:pt x="57" y="148"/>
                  </a:cubicBezTo>
                  <a:cubicBezTo>
                    <a:pt x="57" y="148"/>
                    <a:pt x="57" y="149"/>
                    <a:pt x="56" y="148"/>
                  </a:cubicBezTo>
                  <a:cubicBezTo>
                    <a:pt x="56" y="148"/>
                    <a:pt x="55" y="148"/>
                    <a:pt x="55" y="148"/>
                  </a:cubicBezTo>
                  <a:cubicBezTo>
                    <a:pt x="55" y="147"/>
                    <a:pt x="54" y="147"/>
                    <a:pt x="53" y="147"/>
                  </a:cubicBezTo>
                  <a:cubicBezTo>
                    <a:pt x="53" y="147"/>
                    <a:pt x="52" y="146"/>
                    <a:pt x="51" y="146"/>
                  </a:cubicBezTo>
                  <a:cubicBezTo>
                    <a:pt x="51" y="145"/>
                    <a:pt x="50" y="145"/>
                    <a:pt x="50" y="144"/>
                  </a:cubicBezTo>
                  <a:cubicBezTo>
                    <a:pt x="50" y="144"/>
                    <a:pt x="49" y="144"/>
                    <a:pt x="49" y="144"/>
                  </a:cubicBezTo>
                  <a:cubicBezTo>
                    <a:pt x="49" y="144"/>
                    <a:pt x="49" y="144"/>
                    <a:pt x="49" y="144"/>
                  </a:cubicBezTo>
                  <a:cubicBezTo>
                    <a:pt x="48" y="143"/>
                    <a:pt x="48" y="143"/>
                    <a:pt x="48" y="143"/>
                  </a:cubicBezTo>
                  <a:cubicBezTo>
                    <a:pt x="47" y="143"/>
                    <a:pt x="47" y="143"/>
                    <a:pt x="47" y="143"/>
                  </a:cubicBezTo>
                  <a:cubicBezTo>
                    <a:pt x="47" y="143"/>
                    <a:pt x="47" y="143"/>
                    <a:pt x="46" y="143"/>
                  </a:cubicBezTo>
                  <a:cubicBezTo>
                    <a:pt x="45" y="143"/>
                    <a:pt x="46" y="144"/>
                    <a:pt x="45" y="145"/>
                  </a:cubicBezTo>
                  <a:cubicBezTo>
                    <a:pt x="45" y="145"/>
                    <a:pt x="44" y="145"/>
                    <a:pt x="44" y="145"/>
                  </a:cubicBezTo>
                  <a:cubicBezTo>
                    <a:pt x="44" y="145"/>
                    <a:pt x="43" y="144"/>
                    <a:pt x="43" y="144"/>
                  </a:cubicBezTo>
                  <a:cubicBezTo>
                    <a:pt x="42" y="145"/>
                    <a:pt x="42" y="145"/>
                    <a:pt x="41" y="145"/>
                  </a:cubicBezTo>
                  <a:cubicBezTo>
                    <a:pt x="41" y="145"/>
                    <a:pt x="41" y="144"/>
                    <a:pt x="41" y="144"/>
                  </a:cubicBezTo>
                  <a:cubicBezTo>
                    <a:pt x="40" y="144"/>
                    <a:pt x="40" y="144"/>
                    <a:pt x="40" y="144"/>
                  </a:cubicBezTo>
                  <a:cubicBezTo>
                    <a:pt x="39" y="144"/>
                    <a:pt x="39" y="143"/>
                    <a:pt x="38" y="144"/>
                  </a:cubicBezTo>
                  <a:cubicBezTo>
                    <a:pt x="38" y="144"/>
                    <a:pt x="37" y="143"/>
                    <a:pt x="36" y="143"/>
                  </a:cubicBezTo>
                  <a:cubicBezTo>
                    <a:pt x="36" y="142"/>
                    <a:pt x="36" y="141"/>
                    <a:pt x="36" y="141"/>
                  </a:cubicBezTo>
                  <a:cubicBezTo>
                    <a:pt x="36" y="140"/>
                    <a:pt x="35" y="140"/>
                    <a:pt x="34" y="140"/>
                  </a:cubicBezTo>
                  <a:cubicBezTo>
                    <a:pt x="33" y="139"/>
                    <a:pt x="34" y="138"/>
                    <a:pt x="33" y="138"/>
                  </a:cubicBezTo>
                  <a:cubicBezTo>
                    <a:pt x="33" y="138"/>
                    <a:pt x="32" y="138"/>
                    <a:pt x="32" y="138"/>
                  </a:cubicBezTo>
                  <a:cubicBezTo>
                    <a:pt x="31" y="138"/>
                    <a:pt x="31" y="138"/>
                    <a:pt x="31" y="138"/>
                  </a:cubicBezTo>
                  <a:cubicBezTo>
                    <a:pt x="30" y="137"/>
                    <a:pt x="29" y="137"/>
                    <a:pt x="29" y="137"/>
                  </a:cubicBezTo>
                  <a:cubicBezTo>
                    <a:pt x="28" y="137"/>
                    <a:pt x="28" y="136"/>
                    <a:pt x="28" y="136"/>
                  </a:cubicBezTo>
                  <a:cubicBezTo>
                    <a:pt x="28" y="136"/>
                    <a:pt x="28" y="136"/>
                    <a:pt x="28" y="135"/>
                  </a:cubicBezTo>
                  <a:cubicBezTo>
                    <a:pt x="28" y="135"/>
                    <a:pt x="28" y="135"/>
                    <a:pt x="28" y="135"/>
                  </a:cubicBezTo>
                  <a:cubicBezTo>
                    <a:pt x="27" y="135"/>
                    <a:pt x="27" y="134"/>
                    <a:pt x="27" y="134"/>
                  </a:cubicBezTo>
                  <a:cubicBezTo>
                    <a:pt x="27" y="134"/>
                    <a:pt x="26" y="135"/>
                    <a:pt x="26" y="134"/>
                  </a:cubicBezTo>
                  <a:cubicBezTo>
                    <a:pt x="26" y="134"/>
                    <a:pt x="25" y="134"/>
                    <a:pt x="25" y="134"/>
                  </a:cubicBezTo>
                  <a:cubicBezTo>
                    <a:pt x="25" y="134"/>
                    <a:pt x="25" y="133"/>
                    <a:pt x="24" y="133"/>
                  </a:cubicBezTo>
                  <a:cubicBezTo>
                    <a:pt x="24" y="133"/>
                    <a:pt x="24" y="133"/>
                    <a:pt x="23" y="133"/>
                  </a:cubicBezTo>
                  <a:cubicBezTo>
                    <a:pt x="23" y="132"/>
                    <a:pt x="23" y="132"/>
                    <a:pt x="22" y="131"/>
                  </a:cubicBezTo>
                  <a:cubicBezTo>
                    <a:pt x="22" y="131"/>
                    <a:pt x="22" y="130"/>
                    <a:pt x="21" y="130"/>
                  </a:cubicBezTo>
                  <a:cubicBezTo>
                    <a:pt x="20" y="130"/>
                    <a:pt x="20" y="128"/>
                    <a:pt x="21" y="128"/>
                  </a:cubicBezTo>
                  <a:cubicBezTo>
                    <a:pt x="22" y="127"/>
                    <a:pt x="22" y="127"/>
                    <a:pt x="23" y="127"/>
                  </a:cubicBezTo>
                  <a:cubicBezTo>
                    <a:pt x="23" y="127"/>
                    <a:pt x="24" y="127"/>
                    <a:pt x="24" y="128"/>
                  </a:cubicBezTo>
                  <a:cubicBezTo>
                    <a:pt x="24" y="128"/>
                    <a:pt x="25" y="128"/>
                    <a:pt x="25" y="127"/>
                  </a:cubicBezTo>
                  <a:cubicBezTo>
                    <a:pt x="25" y="127"/>
                    <a:pt x="25" y="127"/>
                    <a:pt x="25" y="126"/>
                  </a:cubicBezTo>
                  <a:cubicBezTo>
                    <a:pt x="25" y="126"/>
                    <a:pt x="25" y="126"/>
                    <a:pt x="25" y="126"/>
                  </a:cubicBezTo>
                  <a:cubicBezTo>
                    <a:pt x="24" y="126"/>
                    <a:pt x="25" y="126"/>
                    <a:pt x="25" y="125"/>
                  </a:cubicBezTo>
                  <a:cubicBezTo>
                    <a:pt x="24" y="125"/>
                    <a:pt x="24" y="125"/>
                    <a:pt x="24" y="125"/>
                  </a:cubicBezTo>
                  <a:cubicBezTo>
                    <a:pt x="24" y="125"/>
                    <a:pt x="24" y="124"/>
                    <a:pt x="24" y="124"/>
                  </a:cubicBezTo>
                  <a:cubicBezTo>
                    <a:pt x="24" y="124"/>
                    <a:pt x="24" y="123"/>
                    <a:pt x="24" y="123"/>
                  </a:cubicBezTo>
                  <a:cubicBezTo>
                    <a:pt x="25" y="122"/>
                    <a:pt x="25" y="121"/>
                    <a:pt x="25" y="120"/>
                  </a:cubicBezTo>
                  <a:cubicBezTo>
                    <a:pt x="25" y="121"/>
                    <a:pt x="25" y="121"/>
                    <a:pt x="25" y="121"/>
                  </a:cubicBezTo>
                  <a:cubicBezTo>
                    <a:pt x="25" y="121"/>
                    <a:pt x="26" y="121"/>
                    <a:pt x="26" y="120"/>
                  </a:cubicBezTo>
                  <a:cubicBezTo>
                    <a:pt x="26" y="120"/>
                    <a:pt x="26" y="119"/>
                    <a:pt x="27" y="120"/>
                  </a:cubicBezTo>
                  <a:cubicBezTo>
                    <a:pt x="27" y="120"/>
                    <a:pt x="27" y="120"/>
                    <a:pt x="28" y="120"/>
                  </a:cubicBezTo>
                  <a:cubicBezTo>
                    <a:pt x="28" y="120"/>
                    <a:pt x="28" y="119"/>
                    <a:pt x="28" y="120"/>
                  </a:cubicBezTo>
                  <a:cubicBezTo>
                    <a:pt x="29" y="119"/>
                    <a:pt x="29" y="120"/>
                    <a:pt x="29" y="120"/>
                  </a:cubicBezTo>
                  <a:cubicBezTo>
                    <a:pt x="30" y="120"/>
                    <a:pt x="30" y="119"/>
                    <a:pt x="30" y="119"/>
                  </a:cubicBezTo>
                  <a:cubicBezTo>
                    <a:pt x="30" y="119"/>
                    <a:pt x="30" y="120"/>
                    <a:pt x="31" y="119"/>
                  </a:cubicBezTo>
                  <a:cubicBezTo>
                    <a:pt x="31" y="119"/>
                    <a:pt x="31" y="118"/>
                    <a:pt x="31" y="118"/>
                  </a:cubicBezTo>
                  <a:cubicBezTo>
                    <a:pt x="31" y="118"/>
                    <a:pt x="31" y="118"/>
                    <a:pt x="32" y="118"/>
                  </a:cubicBezTo>
                  <a:cubicBezTo>
                    <a:pt x="31" y="119"/>
                    <a:pt x="34" y="119"/>
                    <a:pt x="33" y="118"/>
                  </a:cubicBezTo>
                  <a:cubicBezTo>
                    <a:pt x="33" y="118"/>
                    <a:pt x="33" y="117"/>
                    <a:pt x="32" y="117"/>
                  </a:cubicBezTo>
                  <a:cubicBezTo>
                    <a:pt x="33" y="117"/>
                    <a:pt x="33" y="117"/>
                    <a:pt x="33" y="117"/>
                  </a:cubicBezTo>
                  <a:cubicBezTo>
                    <a:pt x="33" y="117"/>
                    <a:pt x="33" y="117"/>
                    <a:pt x="33" y="116"/>
                  </a:cubicBezTo>
                  <a:cubicBezTo>
                    <a:pt x="33" y="116"/>
                    <a:pt x="33" y="116"/>
                    <a:pt x="34" y="117"/>
                  </a:cubicBezTo>
                  <a:cubicBezTo>
                    <a:pt x="34" y="116"/>
                    <a:pt x="33" y="116"/>
                    <a:pt x="33" y="116"/>
                  </a:cubicBezTo>
                  <a:cubicBezTo>
                    <a:pt x="34" y="116"/>
                    <a:pt x="34" y="116"/>
                    <a:pt x="34" y="116"/>
                  </a:cubicBezTo>
                  <a:cubicBezTo>
                    <a:pt x="34" y="116"/>
                    <a:pt x="33" y="116"/>
                    <a:pt x="33" y="116"/>
                  </a:cubicBezTo>
                  <a:cubicBezTo>
                    <a:pt x="33" y="115"/>
                    <a:pt x="34" y="115"/>
                    <a:pt x="34" y="115"/>
                  </a:cubicBezTo>
                  <a:cubicBezTo>
                    <a:pt x="34" y="116"/>
                    <a:pt x="34" y="113"/>
                    <a:pt x="33" y="115"/>
                  </a:cubicBezTo>
                  <a:cubicBezTo>
                    <a:pt x="34" y="114"/>
                    <a:pt x="33" y="114"/>
                    <a:pt x="34" y="114"/>
                  </a:cubicBezTo>
                  <a:cubicBezTo>
                    <a:pt x="35" y="114"/>
                    <a:pt x="35" y="112"/>
                    <a:pt x="36" y="112"/>
                  </a:cubicBezTo>
                  <a:cubicBezTo>
                    <a:pt x="36" y="112"/>
                    <a:pt x="36" y="112"/>
                    <a:pt x="36" y="111"/>
                  </a:cubicBezTo>
                  <a:cubicBezTo>
                    <a:pt x="37" y="111"/>
                    <a:pt x="36" y="111"/>
                    <a:pt x="36" y="111"/>
                  </a:cubicBezTo>
                  <a:cubicBezTo>
                    <a:pt x="36" y="110"/>
                    <a:pt x="37" y="110"/>
                    <a:pt x="37" y="110"/>
                  </a:cubicBezTo>
                  <a:cubicBezTo>
                    <a:pt x="37" y="110"/>
                    <a:pt x="37" y="111"/>
                    <a:pt x="37" y="111"/>
                  </a:cubicBezTo>
                  <a:cubicBezTo>
                    <a:pt x="37" y="111"/>
                    <a:pt x="37" y="109"/>
                    <a:pt x="37" y="110"/>
                  </a:cubicBezTo>
                  <a:cubicBezTo>
                    <a:pt x="37" y="109"/>
                    <a:pt x="37" y="109"/>
                    <a:pt x="37" y="109"/>
                  </a:cubicBezTo>
                  <a:cubicBezTo>
                    <a:pt x="37" y="109"/>
                    <a:pt x="38" y="109"/>
                    <a:pt x="38" y="109"/>
                  </a:cubicBezTo>
                  <a:cubicBezTo>
                    <a:pt x="38" y="109"/>
                    <a:pt x="38" y="109"/>
                    <a:pt x="38" y="109"/>
                  </a:cubicBezTo>
                  <a:cubicBezTo>
                    <a:pt x="38" y="108"/>
                    <a:pt x="38" y="108"/>
                    <a:pt x="38" y="108"/>
                  </a:cubicBezTo>
                  <a:cubicBezTo>
                    <a:pt x="38" y="108"/>
                    <a:pt x="38" y="108"/>
                    <a:pt x="38" y="108"/>
                  </a:cubicBezTo>
                  <a:cubicBezTo>
                    <a:pt x="38" y="108"/>
                    <a:pt x="39" y="108"/>
                    <a:pt x="38" y="108"/>
                  </a:cubicBezTo>
                  <a:cubicBezTo>
                    <a:pt x="38" y="107"/>
                    <a:pt x="39" y="107"/>
                    <a:pt x="39" y="107"/>
                  </a:cubicBezTo>
                  <a:cubicBezTo>
                    <a:pt x="39" y="107"/>
                    <a:pt x="39" y="107"/>
                    <a:pt x="39" y="107"/>
                  </a:cubicBezTo>
                  <a:cubicBezTo>
                    <a:pt x="39" y="107"/>
                    <a:pt x="39" y="107"/>
                    <a:pt x="39" y="106"/>
                  </a:cubicBezTo>
                  <a:cubicBezTo>
                    <a:pt x="39" y="106"/>
                    <a:pt x="39" y="107"/>
                    <a:pt x="39" y="106"/>
                  </a:cubicBezTo>
                  <a:cubicBezTo>
                    <a:pt x="39" y="106"/>
                    <a:pt x="39" y="106"/>
                    <a:pt x="39" y="106"/>
                  </a:cubicBezTo>
                  <a:cubicBezTo>
                    <a:pt x="39" y="106"/>
                    <a:pt x="39" y="106"/>
                    <a:pt x="39" y="106"/>
                  </a:cubicBezTo>
                  <a:cubicBezTo>
                    <a:pt x="39" y="106"/>
                    <a:pt x="40" y="106"/>
                    <a:pt x="39" y="106"/>
                  </a:cubicBezTo>
                  <a:cubicBezTo>
                    <a:pt x="39" y="105"/>
                    <a:pt x="39" y="105"/>
                    <a:pt x="39" y="106"/>
                  </a:cubicBezTo>
                  <a:cubicBezTo>
                    <a:pt x="40" y="105"/>
                    <a:pt x="40" y="105"/>
                    <a:pt x="40" y="105"/>
                  </a:cubicBezTo>
                  <a:cubicBezTo>
                    <a:pt x="40" y="105"/>
                    <a:pt x="40" y="104"/>
                    <a:pt x="40" y="104"/>
                  </a:cubicBezTo>
                  <a:cubicBezTo>
                    <a:pt x="40" y="104"/>
                    <a:pt x="40" y="104"/>
                    <a:pt x="39" y="104"/>
                  </a:cubicBezTo>
                  <a:cubicBezTo>
                    <a:pt x="40" y="105"/>
                    <a:pt x="38" y="105"/>
                    <a:pt x="38" y="105"/>
                  </a:cubicBezTo>
                  <a:cubicBezTo>
                    <a:pt x="38" y="105"/>
                    <a:pt x="38" y="104"/>
                    <a:pt x="38" y="104"/>
                  </a:cubicBezTo>
                  <a:cubicBezTo>
                    <a:pt x="38" y="103"/>
                    <a:pt x="38" y="104"/>
                    <a:pt x="39" y="104"/>
                  </a:cubicBezTo>
                  <a:cubicBezTo>
                    <a:pt x="38" y="104"/>
                    <a:pt x="39" y="103"/>
                    <a:pt x="39" y="103"/>
                  </a:cubicBezTo>
                  <a:cubicBezTo>
                    <a:pt x="39" y="103"/>
                    <a:pt x="38" y="102"/>
                    <a:pt x="38" y="102"/>
                  </a:cubicBezTo>
                  <a:cubicBezTo>
                    <a:pt x="38" y="103"/>
                    <a:pt x="38" y="103"/>
                    <a:pt x="38" y="103"/>
                  </a:cubicBezTo>
                  <a:cubicBezTo>
                    <a:pt x="37" y="104"/>
                    <a:pt x="37" y="104"/>
                    <a:pt x="37" y="103"/>
                  </a:cubicBezTo>
                  <a:cubicBezTo>
                    <a:pt x="36" y="103"/>
                    <a:pt x="36" y="102"/>
                    <a:pt x="36" y="102"/>
                  </a:cubicBezTo>
                  <a:cubicBezTo>
                    <a:pt x="37" y="101"/>
                    <a:pt x="37" y="101"/>
                    <a:pt x="38" y="101"/>
                  </a:cubicBezTo>
                  <a:cubicBezTo>
                    <a:pt x="38" y="101"/>
                    <a:pt x="39" y="100"/>
                    <a:pt x="38" y="100"/>
                  </a:cubicBezTo>
                  <a:cubicBezTo>
                    <a:pt x="37" y="100"/>
                    <a:pt x="37" y="100"/>
                    <a:pt x="37" y="99"/>
                  </a:cubicBezTo>
                  <a:cubicBezTo>
                    <a:pt x="37" y="99"/>
                    <a:pt x="38" y="98"/>
                    <a:pt x="38" y="98"/>
                  </a:cubicBezTo>
                  <a:cubicBezTo>
                    <a:pt x="38" y="98"/>
                    <a:pt x="38" y="98"/>
                    <a:pt x="38" y="97"/>
                  </a:cubicBezTo>
                  <a:cubicBezTo>
                    <a:pt x="38" y="97"/>
                    <a:pt x="38" y="96"/>
                    <a:pt x="38" y="96"/>
                  </a:cubicBezTo>
                  <a:cubicBezTo>
                    <a:pt x="38" y="96"/>
                    <a:pt x="37" y="95"/>
                    <a:pt x="38" y="95"/>
                  </a:cubicBezTo>
                  <a:cubicBezTo>
                    <a:pt x="38" y="95"/>
                    <a:pt x="38" y="94"/>
                    <a:pt x="38" y="94"/>
                  </a:cubicBezTo>
                  <a:cubicBezTo>
                    <a:pt x="38" y="94"/>
                    <a:pt x="38" y="93"/>
                    <a:pt x="38" y="93"/>
                  </a:cubicBezTo>
                  <a:cubicBezTo>
                    <a:pt x="38" y="92"/>
                    <a:pt x="38" y="91"/>
                    <a:pt x="38" y="90"/>
                  </a:cubicBezTo>
                  <a:cubicBezTo>
                    <a:pt x="38" y="89"/>
                    <a:pt x="38" y="89"/>
                    <a:pt x="37" y="88"/>
                  </a:cubicBezTo>
                  <a:cubicBezTo>
                    <a:pt x="38" y="88"/>
                    <a:pt x="37" y="87"/>
                    <a:pt x="37" y="87"/>
                  </a:cubicBezTo>
                  <a:cubicBezTo>
                    <a:pt x="37" y="87"/>
                    <a:pt x="36" y="87"/>
                    <a:pt x="36" y="87"/>
                  </a:cubicBezTo>
                  <a:cubicBezTo>
                    <a:pt x="36" y="87"/>
                    <a:pt x="37" y="86"/>
                    <a:pt x="37" y="86"/>
                  </a:cubicBezTo>
                  <a:cubicBezTo>
                    <a:pt x="37" y="85"/>
                    <a:pt x="38" y="86"/>
                    <a:pt x="38" y="85"/>
                  </a:cubicBezTo>
                  <a:cubicBezTo>
                    <a:pt x="40" y="84"/>
                    <a:pt x="39" y="82"/>
                    <a:pt x="38" y="81"/>
                  </a:cubicBezTo>
                  <a:cubicBezTo>
                    <a:pt x="38" y="82"/>
                    <a:pt x="37" y="80"/>
                    <a:pt x="37" y="80"/>
                  </a:cubicBezTo>
                  <a:cubicBezTo>
                    <a:pt x="37" y="79"/>
                    <a:pt x="37" y="79"/>
                    <a:pt x="37" y="78"/>
                  </a:cubicBezTo>
                  <a:cubicBezTo>
                    <a:pt x="37" y="78"/>
                    <a:pt x="38" y="79"/>
                    <a:pt x="38" y="78"/>
                  </a:cubicBezTo>
                  <a:cubicBezTo>
                    <a:pt x="38" y="78"/>
                    <a:pt x="38" y="77"/>
                    <a:pt x="38" y="77"/>
                  </a:cubicBezTo>
                  <a:cubicBezTo>
                    <a:pt x="38" y="77"/>
                    <a:pt x="38" y="76"/>
                    <a:pt x="38" y="76"/>
                  </a:cubicBezTo>
                  <a:cubicBezTo>
                    <a:pt x="39" y="75"/>
                    <a:pt x="38" y="75"/>
                    <a:pt x="38" y="74"/>
                  </a:cubicBezTo>
                  <a:cubicBezTo>
                    <a:pt x="38" y="74"/>
                    <a:pt x="37" y="73"/>
                    <a:pt x="37" y="74"/>
                  </a:cubicBezTo>
                  <a:cubicBezTo>
                    <a:pt x="37" y="74"/>
                    <a:pt x="37" y="74"/>
                    <a:pt x="37" y="73"/>
                  </a:cubicBezTo>
                  <a:cubicBezTo>
                    <a:pt x="37" y="73"/>
                    <a:pt x="35" y="71"/>
                    <a:pt x="35" y="72"/>
                  </a:cubicBezTo>
                  <a:cubicBezTo>
                    <a:pt x="35" y="72"/>
                    <a:pt x="35" y="71"/>
                    <a:pt x="35" y="71"/>
                  </a:cubicBezTo>
                  <a:cubicBezTo>
                    <a:pt x="36" y="71"/>
                    <a:pt x="36" y="70"/>
                    <a:pt x="36" y="70"/>
                  </a:cubicBezTo>
                  <a:cubicBezTo>
                    <a:pt x="36" y="70"/>
                    <a:pt x="35" y="69"/>
                    <a:pt x="35" y="70"/>
                  </a:cubicBezTo>
                  <a:cubicBezTo>
                    <a:pt x="35" y="69"/>
                    <a:pt x="34" y="69"/>
                    <a:pt x="34" y="68"/>
                  </a:cubicBezTo>
                  <a:cubicBezTo>
                    <a:pt x="33" y="68"/>
                    <a:pt x="34" y="67"/>
                    <a:pt x="34" y="67"/>
                  </a:cubicBezTo>
                  <a:cubicBezTo>
                    <a:pt x="34" y="66"/>
                    <a:pt x="34" y="65"/>
                    <a:pt x="34" y="65"/>
                  </a:cubicBezTo>
                  <a:cubicBezTo>
                    <a:pt x="35" y="65"/>
                    <a:pt x="35" y="65"/>
                    <a:pt x="35" y="64"/>
                  </a:cubicBezTo>
                  <a:cubicBezTo>
                    <a:pt x="35" y="64"/>
                    <a:pt x="35" y="63"/>
                    <a:pt x="35" y="63"/>
                  </a:cubicBezTo>
                  <a:cubicBezTo>
                    <a:pt x="36" y="62"/>
                    <a:pt x="36" y="63"/>
                    <a:pt x="36" y="63"/>
                  </a:cubicBezTo>
                  <a:cubicBezTo>
                    <a:pt x="36" y="64"/>
                    <a:pt x="36" y="65"/>
                    <a:pt x="37" y="64"/>
                  </a:cubicBezTo>
                  <a:cubicBezTo>
                    <a:pt x="37" y="64"/>
                    <a:pt x="38" y="63"/>
                    <a:pt x="38" y="63"/>
                  </a:cubicBezTo>
                  <a:cubicBezTo>
                    <a:pt x="38" y="63"/>
                    <a:pt x="39" y="63"/>
                    <a:pt x="39" y="62"/>
                  </a:cubicBezTo>
                  <a:cubicBezTo>
                    <a:pt x="39" y="62"/>
                    <a:pt x="39" y="62"/>
                    <a:pt x="39" y="61"/>
                  </a:cubicBezTo>
                  <a:cubicBezTo>
                    <a:pt x="39" y="61"/>
                    <a:pt x="39" y="60"/>
                    <a:pt x="40" y="60"/>
                  </a:cubicBezTo>
                  <a:cubicBezTo>
                    <a:pt x="40" y="60"/>
                    <a:pt x="41" y="60"/>
                    <a:pt x="41" y="60"/>
                  </a:cubicBezTo>
                  <a:cubicBezTo>
                    <a:pt x="40" y="59"/>
                    <a:pt x="41" y="57"/>
                    <a:pt x="39" y="56"/>
                  </a:cubicBezTo>
                  <a:cubicBezTo>
                    <a:pt x="39" y="56"/>
                    <a:pt x="39" y="56"/>
                    <a:pt x="39" y="55"/>
                  </a:cubicBezTo>
                  <a:cubicBezTo>
                    <a:pt x="39" y="55"/>
                    <a:pt x="39" y="55"/>
                    <a:pt x="39" y="54"/>
                  </a:cubicBezTo>
                  <a:cubicBezTo>
                    <a:pt x="39" y="54"/>
                    <a:pt x="38" y="54"/>
                    <a:pt x="38" y="54"/>
                  </a:cubicBezTo>
                  <a:cubicBezTo>
                    <a:pt x="38" y="54"/>
                    <a:pt x="39" y="53"/>
                    <a:pt x="39" y="53"/>
                  </a:cubicBezTo>
                  <a:cubicBezTo>
                    <a:pt x="39" y="52"/>
                    <a:pt x="39" y="52"/>
                    <a:pt x="39" y="52"/>
                  </a:cubicBezTo>
                  <a:cubicBezTo>
                    <a:pt x="40" y="52"/>
                    <a:pt x="40" y="53"/>
                    <a:pt x="40" y="54"/>
                  </a:cubicBezTo>
                  <a:cubicBezTo>
                    <a:pt x="40" y="54"/>
                    <a:pt x="41" y="54"/>
                    <a:pt x="41" y="55"/>
                  </a:cubicBezTo>
                  <a:cubicBezTo>
                    <a:pt x="42" y="55"/>
                    <a:pt x="42" y="56"/>
                    <a:pt x="42" y="56"/>
                  </a:cubicBezTo>
                  <a:cubicBezTo>
                    <a:pt x="42" y="57"/>
                    <a:pt x="43" y="56"/>
                    <a:pt x="43" y="56"/>
                  </a:cubicBezTo>
                  <a:cubicBezTo>
                    <a:pt x="43" y="56"/>
                    <a:pt x="43" y="57"/>
                    <a:pt x="43" y="57"/>
                  </a:cubicBezTo>
                  <a:cubicBezTo>
                    <a:pt x="43" y="57"/>
                    <a:pt x="43" y="57"/>
                    <a:pt x="43" y="57"/>
                  </a:cubicBezTo>
                  <a:cubicBezTo>
                    <a:pt x="43" y="57"/>
                    <a:pt x="43" y="59"/>
                    <a:pt x="44" y="58"/>
                  </a:cubicBezTo>
                  <a:cubicBezTo>
                    <a:pt x="44" y="58"/>
                    <a:pt x="44" y="58"/>
                    <a:pt x="44" y="58"/>
                  </a:cubicBezTo>
                  <a:cubicBezTo>
                    <a:pt x="44" y="58"/>
                    <a:pt x="44" y="59"/>
                    <a:pt x="44" y="59"/>
                  </a:cubicBezTo>
                  <a:cubicBezTo>
                    <a:pt x="44" y="59"/>
                    <a:pt x="44" y="59"/>
                    <a:pt x="44" y="59"/>
                  </a:cubicBezTo>
                  <a:cubicBezTo>
                    <a:pt x="44" y="59"/>
                    <a:pt x="43" y="59"/>
                    <a:pt x="43" y="59"/>
                  </a:cubicBezTo>
                  <a:cubicBezTo>
                    <a:pt x="43" y="60"/>
                    <a:pt x="43" y="60"/>
                    <a:pt x="44" y="60"/>
                  </a:cubicBezTo>
                  <a:cubicBezTo>
                    <a:pt x="45" y="60"/>
                    <a:pt x="45" y="60"/>
                    <a:pt x="45" y="60"/>
                  </a:cubicBezTo>
                  <a:cubicBezTo>
                    <a:pt x="45" y="59"/>
                    <a:pt x="45" y="59"/>
                    <a:pt x="45" y="59"/>
                  </a:cubicBezTo>
                  <a:cubicBezTo>
                    <a:pt x="45" y="59"/>
                    <a:pt x="45" y="58"/>
                    <a:pt x="45" y="59"/>
                  </a:cubicBezTo>
                  <a:cubicBezTo>
                    <a:pt x="45" y="58"/>
                    <a:pt x="45" y="58"/>
                    <a:pt x="45" y="57"/>
                  </a:cubicBezTo>
                  <a:cubicBezTo>
                    <a:pt x="45" y="56"/>
                    <a:pt x="45" y="56"/>
                    <a:pt x="45" y="55"/>
                  </a:cubicBezTo>
                  <a:cubicBezTo>
                    <a:pt x="45" y="55"/>
                    <a:pt x="45" y="54"/>
                    <a:pt x="44" y="54"/>
                  </a:cubicBezTo>
                  <a:cubicBezTo>
                    <a:pt x="44" y="54"/>
                    <a:pt x="43" y="53"/>
                    <a:pt x="43" y="53"/>
                  </a:cubicBezTo>
                  <a:cubicBezTo>
                    <a:pt x="44" y="52"/>
                    <a:pt x="45" y="52"/>
                    <a:pt x="45" y="52"/>
                  </a:cubicBezTo>
                  <a:cubicBezTo>
                    <a:pt x="46" y="52"/>
                    <a:pt x="46" y="51"/>
                    <a:pt x="47" y="51"/>
                  </a:cubicBezTo>
                  <a:cubicBezTo>
                    <a:pt x="48" y="51"/>
                    <a:pt x="48" y="49"/>
                    <a:pt x="49" y="49"/>
                  </a:cubicBezTo>
                  <a:cubicBezTo>
                    <a:pt x="50" y="49"/>
                    <a:pt x="51" y="48"/>
                    <a:pt x="51" y="47"/>
                  </a:cubicBezTo>
                  <a:cubicBezTo>
                    <a:pt x="51" y="47"/>
                    <a:pt x="51" y="46"/>
                    <a:pt x="51" y="46"/>
                  </a:cubicBezTo>
                  <a:cubicBezTo>
                    <a:pt x="52" y="45"/>
                    <a:pt x="52" y="45"/>
                    <a:pt x="52" y="45"/>
                  </a:cubicBezTo>
                  <a:cubicBezTo>
                    <a:pt x="52" y="45"/>
                    <a:pt x="55" y="43"/>
                    <a:pt x="55" y="44"/>
                  </a:cubicBezTo>
                  <a:cubicBezTo>
                    <a:pt x="55" y="44"/>
                    <a:pt x="55" y="44"/>
                    <a:pt x="55" y="44"/>
                  </a:cubicBezTo>
                  <a:cubicBezTo>
                    <a:pt x="55" y="44"/>
                    <a:pt x="56" y="44"/>
                    <a:pt x="56" y="44"/>
                  </a:cubicBezTo>
                  <a:cubicBezTo>
                    <a:pt x="57" y="43"/>
                    <a:pt x="57" y="43"/>
                    <a:pt x="57" y="42"/>
                  </a:cubicBezTo>
                  <a:cubicBezTo>
                    <a:pt x="57" y="41"/>
                    <a:pt x="57" y="41"/>
                    <a:pt x="56" y="41"/>
                  </a:cubicBezTo>
                  <a:cubicBezTo>
                    <a:pt x="56" y="41"/>
                    <a:pt x="57" y="40"/>
                    <a:pt x="57" y="39"/>
                  </a:cubicBezTo>
                  <a:cubicBezTo>
                    <a:pt x="57" y="39"/>
                    <a:pt x="57" y="38"/>
                    <a:pt x="57" y="37"/>
                  </a:cubicBezTo>
                  <a:cubicBezTo>
                    <a:pt x="57" y="36"/>
                    <a:pt x="58" y="36"/>
                    <a:pt x="58" y="35"/>
                  </a:cubicBezTo>
                  <a:cubicBezTo>
                    <a:pt x="59" y="34"/>
                    <a:pt x="56" y="36"/>
                    <a:pt x="56" y="36"/>
                  </a:cubicBezTo>
                  <a:cubicBezTo>
                    <a:pt x="56" y="36"/>
                    <a:pt x="57" y="35"/>
                    <a:pt x="57" y="35"/>
                  </a:cubicBezTo>
                  <a:cubicBezTo>
                    <a:pt x="57" y="35"/>
                    <a:pt x="57" y="34"/>
                    <a:pt x="58" y="34"/>
                  </a:cubicBezTo>
                  <a:cubicBezTo>
                    <a:pt x="58" y="35"/>
                    <a:pt x="58" y="34"/>
                    <a:pt x="58" y="34"/>
                  </a:cubicBezTo>
                  <a:cubicBezTo>
                    <a:pt x="58" y="33"/>
                    <a:pt x="58" y="33"/>
                    <a:pt x="58" y="33"/>
                  </a:cubicBezTo>
                  <a:cubicBezTo>
                    <a:pt x="58" y="33"/>
                    <a:pt x="58" y="32"/>
                    <a:pt x="59" y="32"/>
                  </a:cubicBezTo>
                  <a:cubicBezTo>
                    <a:pt x="58" y="32"/>
                    <a:pt x="58" y="32"/>
                    <a:pt x="58" y="33"/>
                  </a:cubicBezTo>
                  <a:cubicBezTo>
                    <a:pt x="58" y="33"/>
                    <a:pt x="59" y="32"/>
                    <a:pt x="59" y="32"/>
                  </a:cubicBezTo>
                  <a:cubicBezTo>
                    <a:pt x="58" y="31"/>
                    <a:pt x="59" y="31"/>
                    <a:pt x="59" y="31"/>
                  </a:cubicBezTo>
                  <a:cubicBezTo>
                    <a:pt x="59" y="30"/>
                    <a:pt x="60" y="30"/>
                    <a:pt x="60" y="30"/>
                  </a:cubicBezTo>
                  <a:cubicBezTo>
                    <a:pt x="60" y="30"/>
                    <a:pt x="61" y="29"/>
                    <a:pt x="61" y="30"/>
                  </a:cubicBezTo>
                  <a:cubicBezTo>
                    <a:pt x="61" y="30"/>
                    <a:pt x="62" y="29"/>
                    <a:pt x="61" y="29"/>
                  </a:cubicBezTo>
                  <a:cubicBezTo>
                    <a:pt x="61" y="29"/>
                    <a:pt x="61" y="29"/>
                    <a:pt x="61" y="29"/>
                  </a:cubicBezTo>
                  <a:cubicBezTo>
                    <a:pt x="61" y="29"/>
                    <a:pt x="61" y="29"/>
                    <a:pt x="62" y="29"/>
                  </a:cubicBezTo>
                  <a:cubicBezTo>
                    <a:pt x="62" y="28"/>
                    <a:pt x="62" y="28"/>
                    <a:pt x="62" y="28"/>
                  </a:cubicBezTo>
                  <a:cubicBezTo>
                    <a:pt x="63" y="28"/>
                    <a:pt x="63" y="28"/>
                    <a:pt x="63" y="27"/>
                  </a:cubicBezTo>
                  <a:cubicBezTo>
                    <a:pt x="63" y="27"/>
                    <a:pt x="63" y="27"/>
                    <a:pt x="64" y="27"/>
                  </a:cubicBezTo>
                  <a:cubicBezTo>
                    <a:pt x="64" y="27"/>
                    <a:pt x="64" y="26"/>
                    <a:pt x="64" y="26"/>
                  </a:cubicBezTo>
                  <a:cubicBezTo>
                    <a:pt x="64" y="26"/>
                    <a:pt x="65" y="25"/>
                    <a:pt x="65" y="25"/>
                  </a:cubicBezTo>
                  <a:cubicBezTo>
                    <a:pt x="66" y="25"/>
                    <a:pt x="66" y="25"/>
                    <a:pt x="67" y="26"/>
                  </a:cubicBezTo>
                  <a:cubicBezTo>
                    <a:pt x="68" y="26"/>
                    <a:pt x="69" y="27"/>
                    <a:pt x="71" y="26"/>
                  </a:cubicBezTo>
                  <a:cubicBezTo>
                    <a:pt x="70" y="27"/>
                    <a:pt x="69" y="27"/>
                    <a:pt x="69" y="27"/>
                  </a:cubicBezTo>
                  <a:cubicBezTo>
                    <a:pt x="68" y="27"/>
                    <a:pt x="69" y="28"/>
                    <a:pt x="69" y="28"/>
                  </a:cubicBezTo>
                  <a:cubicBezTo>
                    <a:pt x="68" y="28"/>
                    <a:pt x="68" y="28"/>
                    <a:pt x="68" y="28"/>
                  </a:cubicBezTo>
                  <a:cubicBezTo>
                    <a:pt x="67" y="28"/>
                    <a:pt x="68" y="29"/>
                    <a:pt x="68" y="28"/>
                  </a:cubicBezTo>
                  <a:cubicBezTo>
                    <a:pt x="68" y="28"/>
                    <a:pt x="68" y="29"/>
                    <a:pt x="68" y="29"/>
                  </a:cubicBezTo>
                  <a:cubicBezTo>
                    <a:pt x="69" y="29"/>
                    <a:pt x="68" y="28"/>
                    <a:pt x="68" y="28"/>
                  </a:cubicBezTo>
                  <a:cubicBezTo>
                    <a:pt x="69" y="28"/>
                    <a:pt x="69" y="29"/>
                    <a:pt x="69" y="29"/>
                  </a:cubicBezTo>
                  <a:cubicBezTo>
                    <a:pt x="69" y="29"/>
                    <a:pt x="69" y="29"/>
                    <a:pt x="69" y="29"/>
                  </a:cubicBezTo>
                  <a:cubicBezTo>
                    <a:pt x="70" y="29"/>
                    <a:pt x="70" y="28"/>
                    <a:pt x="70" y="28"/>
                  </a:cubicBezTo>
                  <a:cubicBezTo>
                    <a:pt x="70" y="27"/>
                    <a:pt x="71" y="27"/>
                    <a:pt x="71" y="26"/>
                  </a:cubicBezTo>
                  <a:cubicBezTo>
                    <a:pt x="72" y="25"/>
                    <a:pt x="71" y="25"/>
                    <a:pt x="71" y="24"/>
                  </a:cubicBezTo>
                  <a:cubicBezTo>
                    <a:pt x="71" y="24"/>
                    <a:pt x="72" y="23"/>
                    <a:pt x="72" y="23"/>
                  </a:cubicBezTo>
                  <a:cubicBezTo>
                    <a:pt x="72" y="23"/>
                    <a:pt x="73" y="23"/>
                    <a:pt x="73" y="23"/>
                  </a:cubicBezTo>
                  <a:cubicBezTo>
                    <a:pt x="73" y="23"/>
                    <a:pt x="73" y="23"/>
                    <a:pt x="73" y="23"/>
                  </a:cubicBezTo>
                  <a:cubicBezTo>
                    <a:pt x="73" y="23"/>
                    <a:pt x="73" y="22"/>
                    <a:pt x="74" y="23"/>
                  </a:cubicBezTo>
                  <a:cubicBezTo>
                    <a:pt x="75" y="23"/>
                    <a:pt x="75" y="23"/>
                    <a:pt x="76" y="23"/>
                  </a:cubicBezTo>
                  <a:cubicBezTo>
                    <a:pt x="78" y="23"/>
                    <a:pt x="80" y="24"/>
                    <a:pt x="81" y="23"/>
                  </a:cubicBezTo>
                  <a:cubicBezTo>
                    <a:pt x="82" y="22"/>
                    <a:pt x="83" y="21"/>
                    <a:pt x="84" y="20"/>
                  </a:cubicBezTo>
                  <a:cubicBezTo>
                    <a:pt x="84" y="20"/>
                    <a:pt x="85" y="20"/>
                    <a:pt x="86" y="19"/>
                  </a:cubicBezTo>
                  <a:cubicBezTo>
                    <a:pt x="86" y="19"/>
                    <a:pt x="87" y="19"/>
                    <a:pt x="88" y="18"/>
                  </a:cubicBezTo>
                  <a:cubicBezTo>
                    <a:pt x="88" y="18"/>
                    <a:pt x="88" y="18"/>
                    <a:pt x="89" y="18"/>
                  </a:cubicBezTo>
                  <a:cubicBezTo>
                    <a:pt x="89" y="18"/>
                    <a:pt x="90" y="17"/>
                    <a:pt x="90" y="17"/>
                  </a:cubicBezTo>
                  <a:cubicBezTo>
                    <a:pt x="91" y="17"/>
                    <a:pt x="92" y="15"/>
                    <a:pt x="92" y="14"/>
                  </a:cubicBezTo>
                  <a:cubicBezTo>
                    <a:pt x="92" y="13"/>
                    <a:pt x="92" y="13"/>
                    <a:pt x="93" y="13"/>
                  </a:cubicBezTo>
                  <a:cubicBezTo>
                    <a:pt x="93" y="13"/>
                    <a:pt x="94" y="12"/>
                    <a:pt x="94" y="13"/>
                  </a:cubicBezTo>
                  <a:cubicBezTo>
                    <a:pt x="94" y="13"/>
                    <a:pt x="93" y="14"/>
                    <a:pt x="94" y="14"/>
                  </a:cubicBezTo>
                  <a:cubicBezTo>
                    <a:pt x="94" y="14"/>
                    <a:pt x="95" y="13"/>
                    <a:pt x="95" y="13"/>
                  </a:cubicBezTo>
                  <a:cubicBezTo>
                    <a:pt x="95" y="12"/>
                    <a:pt x="95" y="12"/>
                    <a:pt x="94" y="12"/>
                  </a:cubicBezTo>
                  <a:cubicBezTo>
                    <a:pt x="94" y="12"/>
                    <a:pt x="95" y="11"/>
                    <a:pt x="96" y="11"/>
                  </a:cubicBezTo>
                  <a:cubicBezTo>
                    <a:pt x="95" y="12"/>
                    <a:pt x="96" y="12"/>
                    <a:pt x="96" y="12"/>
                  </a:cubicBezTo>
                  <a:cubicBezTo>
                    <a:pt x="96" y="12"/>
                    <a:pt x="96" y="11"/>
                    <a:pt x="97" y="11"/>
                  </a:cubicBezTo>
                  <a:cubicBezTo>
                    <a:pt x="96" y="12"/>
                    <a:pt x="97" y="11"/>
                    <a:pt x="97" y="11"/>
                  </a:cubicBezTo>
                  <a:cubicBezTo>
                    <a:pt x="97" y="11"/>
                    <a:pt x="97" y="11"/>
                    <a:pt x="97" y="11"/>
                  </a:cubicBezTo>
                  <a:cubicBezTo>
                    <a:pt x="97" y="11"/>
                    <a:pt x="97" y="11"/>
                    <a:pt x="97" y="11"/>
                  </a:cubicBezTo>
                  <a:cubicBezTo>
                    <a:pt x="97" y="11"/>
                    <a:pt x="97" y="11"/>
                    <a:pt x="97" y="11"/>
                  </a:cubicBezTo>
                  <a:cubicBezTo>
                    <a:pt x="97" y="11"/>
                    <a:pt x="97" y="11"/>
                    <a:pt x="96" y="11"/>
                  </a:cubicBezTo>
                  <a:cubicBezTo>
                    <a:pt x="97" y="10"/>
                    <a:pt x="99" y="11"/>
                    <a:pt x="99" y="11"/>
                  </a:cubicBezTo>
                  <a:cubicBezTo>
                    <a:pt x="100" y="11"/>
                    <a:pt x="101" y="11"/>
                    <a:pt x="101" y="12"/>
                  </a:cubicBezTo>
                  <a:cubicBezTo>
                    <a:pt x="102" y="12"/>
                    <a:pt x="102" y="13"/>
                    <a:pt x="102" y="14"/>
                  </a:cubicBezTo>
                  <a:cubicBezTo>
                    <a:pt x="103" y="15"/>
                    <a:pt x="101" y="16"/>
                    <a:pt x="100" y="16"/>
                  </a:cubicBezTo>
                  <a:cubicBezTo>
                    <a:pt x="99" y="18"/>
                    <a:pt x="98" y="18"/>
                    <a:pt x="97" y="18"/>
                  </a:cubicBezTo>
                  <a:cubicBezTo>
                    <a:pt x="95" y="19"/>
                    <a:pt x="94" y="19"/>
                    <a:pt x="93" y="20"/>
                  </a:cubicBezTo>
                  <a:cubicBezTo>
                    <a:pt x="92" y="21"/>
                    <a:pt x="92" y="22"/>
                    <a:pt x="92" y="23"/>
                  </a:cubicBezTo>
                  <a:cubicBezTo>
                    <a:pt x="91" y="23"/>
                    <a:pt x="91" y="24"/>
                    <a:pt x="90" y="25"/>
                  </a:cubicBezTo>
                  <a:cubicBezTo>
                    <a:pt x="90" y="25"/>
                    <a:pt x="89" y="25"/>
                    <a:pt x="88" y="25"/>
                  </a:cubicBezTo>
                  <a:cubicBezTo>
                    <a:pt x="88" y="25"/>
                    <a:pt x="88" y="26"/>
                    <a:pt x="87" y="27"/>
                  </a:cubicBezTo>
                  <a:cubicBezTo>
                    <a:pt x="87" y="27"/>
                    <a:pt x="86" y="28"/>
                    <a:pt x="86" y="28"/>
                  </a:cubicBezTo>
                  <a:cubicBezTo>
                    <a:pt x="86" y="29"/>
                    <a:pt x="85" y="30"/>
                    <a:pt x="85" y="31"/>
                  </a:cubicBezTo>
                  <a:cubicBezTo>
                    <a:pt x="84" y="32"/>
                    <a:pt x="84" y="33"/>
                    <a:pt x="83" y="35"/>
                  </a:cubicBezTo>
                  <a:cubicBezTo>
                    <a:pt x="83" y="36"/>
                    <a:pt x="83" y="37"/>
                    <a:pt x="83" y="38"/>
                  </a:cubicBezTo>
                  <a:cubicBezTo>
                    <a:pt x="83" y="39"/>
                    <a:pt x="83" y="39"/>
                    <a:pt x="82" y="40"/>
                  </a:cubicBezTo>
                  <a:cubicBezTo>
                    <a:pt x="82" y="41"/>
                    <a:pt x="81" y="42"/>
                    <a:pt x="80" y="43"/>
                  </a:cubicBezTo>
                  <a:cubicBezTo>
                    <a:pt x="80" y="44"/>
                    <a:pt x="79" y="45"/>
                    <a:pt x="79" y="45"/>
                  </a:cubicBezTo>
                  <a:cubicBezTo>
                    <a:pt x="79" y="45"/>
                    <a:pt x="78" y="46"/>
                    <a:pt x="78" y="46"/>
                  </a:cubicBezTo>
                  <a:cubicBezTo>
                    <a:pt x="79" y="47"/>
                    <a:pt x="80" y="46"/>
                    <a:pt x="81" y="46"/>
                  </a:cubicBezTo>
                  <a:cubicBezTo>
                    <a:pt x="81" y="46"/>
                    <a:pt x="82" y="45"/>
                    <a:pt x="82" y="45"/>
                  </a:cubicBezTo>
                  <a:cubicBezTo>
                    <a:pt x="82" y="46"/>
                    <a:pt x="82" y="46"/>
                    <a:pt x="82" y="47"/>
                  </a:cubicBezTo>
                  <a:cubicBezTo>
                    <a:pt x="82" y="48"/>
                    <a:pt x="83" y="47"/>
                    <a:pt x="83" y="47"/>
                  </a:cubicBezTo>
                  <a:cubicBezTo>
                    <a:pt x="84" y="47"/>
                    <a:pt x="84" y="48"/>
                    <a:pt x="84" y="48"/>
                  </a:cubicBezTo>
                  <a:cubicBezTo>
                    <a:pt x="84" y="50"/>
                    <a:pt x="84" y="51"/>
                    <a:pt x="85" y="53"/>
                  </a:cubicBezTo>
                  <a:cubicBezTo>
                    <a:pt x="86" y="54"/>
                    <a:pt x="87" y="55"/>
                    <a:pt x="87" y="56"/>
                  </a:cubicBezTo>
                  <a:cubicBezTo>
                    <a:pt x="87" y="57"/>
                    <a:pt x="88" y="58"/>
                    <a:pt x="88" y="58"/>
                  </a:cubicBezTo>
                  <a:cubicBezTo>
                    <a:pt x="88" y="59"/>
                    <a:pt x="87" y="59"/>
                    <a:pt x="87" y="59"/>
                  </a:cubicBezTo>
                  <a:cubicBezTo>
                    <a:pt x="86" y="60"/>
                    <a:pt x="86" y="60"/>
                    <a:pt x="87" y="61"/>
                  </a:cubicBezTo>
                  <a:cubicBezTo>
                    <a:pt x="87" y="61"/>
                    <a:pt x="86" y="62"/>
                    <a:pt x="86" y="63"/>
                  </a:cubicBezTo>
                  <a:cubicBezTo>
                    <a:pt x="86" y="64"/>
                    <a:pt x="86" y="66"/>
                    <a:pt x="88" y="66"/>
                  </a:cubicBezTo>
                  <a:cubicBezTo>
                    <a:pt x="90" y="66"/>
                    <a:pt x="89" y="67"/>
                    <a:pt x="89" y="69"/>
                  </a:cubicBezTo>
                  <a:cubicBezTo>
                    <a:pt x="90" y="69"/>
                    <a:pt x="90" y="70"/>
                    <a:pt x="90" y="70"/>
                  </a:cubicBezTo>
                  <a:cubicBezTo>
                    <a:pt x="91" y="70"/>
                    <a:pt x="92" y="70"/>
                    <a:pt x="93" y="70"/>
                  </a:cubicBezTo>
                  <a:cubicBezTo>
                    <a:pt x="93" y="70"/>
                    <a:pt x="94" y="70"/>
                    <a:pt x="94" y="70"/>
                  </a:cubicBezTo>
                  <a:cubicBezTo>
                    <a:pt x="95" y="70"/>
                    <a:pt x="96" y="70"/>
                    <a:pt x="97" y="70"/>
                  </a:cubicBezTo>
                  <a:cubicBezTo>
                    <a:pt x="97" y="70"/>
                    <a:pt x="98" y="71"/>
                    <a:pt x="98" y="71"/>
                  </a:cubicBezTo>
                  <a:cubicBezTo>
                    <a:pt x="99" y="70"/>
                    <a:pt x="100" y="71"/>
                    <a:pt x="100" y="70"/>
                  </a:cubicBezTo>
                  <a:cubicBezTo>
                    <a:pt x="101" y="70"/>
                    <a:pt x="101" y="70"/>
                    <a:pt x="102" y="69"/>
                  </a:cubicBezTo>
                  <a:cubicBezTo>
                    <a:pt x="102" y="69"/>
                    <a:pt x="103" y="69"/>
                    <a:pt x="103" y="69"/>
                  </a:cubicBezTo>
                  <a:cubicBezTo>
                    <a:pt x="104" y="69"/>
                    <a:pt x="105" y="71"/>
                    <a:pt x="107" y="71"/>
                  </a:cubicBezTo>
                  <a:cubicBezTo>
                    <a:pt x="107" y="71"/>
                    <a:pt x="108" y="70"/>
                    <a:pt x="108" y="71"/>
                  </a:cubicBezTo>
                  <a:cubicBezTo>
                    <a:pt x="109" y="71"/>
                    <a:pt x="109" y="71"/>
                    <a:pt x="109" y="71"/>
                  </a:cubicBezTo>
                  <a:cubicBezTo>
                    <a:pt x="110" y="73"/>
                    <a:pt x="111" y="74"/>
                    <a:pt x="112" y="75"/>
                  </a:cubicBezTo>
                  <a:cubicBezTo>
                    <a:pt x="113" y="77"/>
                    <a:pt x="113" y="78"/>
                    <a:pt x="114" y="79"/>
                  </a:cubicBezTo>
                  <a:cubicBezTo>
                    <a:pt x="115" y="80"/>
                    <a:pt x="115" y="80"/>
                    <a:pt x="115" y="80"/>
                  </a:cubicBezTo>
                  <a:cubicBezTo>
                    <a:pt x="116" y="79"/>
                    <a:pt x="116" y="80"/>
                    <a:pt x="117" y="80"/>
                  </a:cubicBezTo>
                  <a:cubicBezTo>
                    <a:pt x="118" y="80"/>
                    <a:pt x="118" y="79"/>
                    <a:pt x="119" y="79"/>
                  </a:cubicBezTo>
                  <a:cubicBezTo>
                    <a:pt x="120" y="79"/>
                    <a:pt x="121" y="79"/>
                    <a:pt x="121" y="79"/>
                  </a:cubicBezTo>
                  <a:cubicBezTo>
                    <a:pt x="122" y="79"/>
                    <a:pt x="122" y="80"/>
                    <a:pt x="122" y="80"/>
                  </a:cubicBezTo>
                  <a:cubicBezTo>
                    <a:pt x="123" y="80"/>
                    <a:pt x="123" y="80"/>
                    <a:pt x="124" y="79"/>
                  </a:cubicBezTo>
                  <a:cubicBezTo>
                    <a:pt x="125" y="79"/>
                    <a:pt x="126" y="79"/>
                    <a:pt x="127" y="79"/>
                  </a:cubicBezTo>
                  <a:cubicBezTo>
                    <a:pt x="127" y="79"/>
                    <a:pt x="127" y="79"/>
                    <a:pt x="128" y="79"/>
                  </a:cubicBezTo>
                  <a:cubicBezTo>
                    <a:pt x="129" y="79"/>
                    <a:pt x="129" y="79"/>
                    <a:pt x="129" y="79"/>
                  </a:cubicBezTo>
                  <a:cubicBezTo>
                    <a:pt x="130" y="78"/>
                    <a:pt x="131" y="78"/>
                    <a:pt x="132" y="78"/>
                  </a:cubicBezTo>
                  <a:cubicBezTo>
                    <a:pt x="132" y="78"/>
                    <a:pt x="133" y="78"/>
                    <a:pt x="133" y="78"/>
                  </a:cubicBezTo>
                  <a:cubicBezTo>
                    <a:pt x="133" y="79"/>
                    <a:pt x="134" y="79"/>
                    <a:pt x="134" y="79"/>
                  </a:cubicBezTo>
                  <a:cubicBezTo>
                    <a:pt x="133" y="80"/>
                    <a:pt x="134" y="80"/>
                    <a:pt x="134" y="81"/>
                  </a:cubicBezTo>
                  <a:cubicBezTo>
                    <a:pt x="135" y="82"/>
                    <a:pt x="134" y="82"/>
                    <a:pt x="133" y="83"/>
                  </a:cubicBezTo>
                  <a:cubicBezTo>
                    <a:pt x="132" y="84"/>
                    <a:pt x="132" y="85"/>
                    <a:pt x="132" y="86"/>
                  </a:cubicBezTo>
                  <a:cubicBezTo>
                    <a:pt x="132" y="87"/>
                    <a:pt x="132" y="87"/>
                    <a:pt x="131" y="88"/>
                  </a:cubicBezTo>
                  <a:cubicBezTo>
                    <a:pt x="131" y="88"/>
                    <a:pt x="130" y="88"/>
                    <a:pt x="130" y="89"/>
                  </a:cubicBezTo>
                  <a:cubicBezTo>
                    <a:pt x="130" y="90"/>
                    <a:pt x="130" y="91"/>
                    <a:pt x="130" y="92"/>
                  </a:cubicBezTo>
                  <a:cubicBezTo>
                    <a:pt x="130" y="92"/>
                    <a:pt x="130" y="93"/>
                    <a:pt x="130" y="93"/>
                  </a:cubicBezTo>
                  <a:cubicBezTo>
                    <a:pt x="130" y="94"/>
                    <a:pt x="130" y="94"/>
                    <a:pt x="130" y="95"/>
                  </a:cubicBezTo>
                  <a:cubicBezTo>
                    <a:pt x="130" y="96"/>
                    <a:pt x="129" y="97"/>
                    <a:pt x="130" y="98"/>
                  </a:cubicBezTo>
                  <a:cubicBezTo>
                    <a:pt x="130" y="99"/>
                    <a:pt x="130" y="100"/>
                    <a:pt x="130" y="101"/>
                  </a:cubicBezTo>
                  <a:cubicBezTo>
                    <a:pt x="130" y="102"/>
                    <a:pt x="131" y="102"/>
                    <a:pt x="131" y="103"/>
                  </a:cubicBezTo>
                  <a:cubicBezTo>
                    <a:pt x="131" y="104"/>
                    <a:pt x="131" y="106"/>
                    <a:pt x="132" y="106"/>
                  </a:cubicBezTo>
                  <a:cubicBezTo>
                    <a:pt x="132" y="106"/>
                    <a:pt x="133" y="106"/>
                    <a:pt x="133" y="106"/>
                  </a:cubicBezTo>
                  <a:cubicBezTo>
                    <a:pt x="133" y="107"/>
                    <a:pt x="133" y="107"/>
                    <a:pt x="133" y="107"/>
                  </a:cubicBezTo>
                  <a:cubicBezTo>
                    <a:pt x="133" y="108"/>
                    <a:pt x="133" y="108"/>
                    <a:pt x="134" y="109"/>
                  </a:cubicBezTo>
                  <a:cubicBezTo>
                    <a:pt x="134" y="109"/>
                    <a:pt x="134" y="109"/>
                    <a:pt x="135" y="110"/>
                  </a:cubicBezTo>
                  <a:cubicBezTo>
                    <a:pt x="135" y="110"/>
                    <a:pt x="134" y="111"/>
                    <a:pt x="133" y="112"/>
                  </a:cubicBezTo>
                  <a:cubicBezTo>
                    <a:pt x="132" y="112"/>
                    <a:pt x="132" y="113"/>
                    <a:pt x="131" y="114"/>
                  </a:cubicBezTo>
                  <a:cubicBezTo>
                    <a:pt x="130" y="115"/>
                    <a:pt x="129" y="115"/>
                    <a:pt x="129" y="117"/>
                  </a:cubicBezTo>
                  <a:cubicBezTo>
                    <a:pt x="129" y="116"/>
                    <a:pt x="131" y="116"/>
                    <a:pt x="131" y="116"/>
                  </a:cubicBezTo>
                  <a:cubicBezTo>
                    <a:pt x="131" y="117"/>
                    <a:pt x="132" y="117"/>
                    <a:pt x="132" y="117"/>
                  </a:cubicBezTo>
                  <a:cubicBezTo>
                    <a:pt x="132" y="118"/>
                    <a:pt x="132" y="118"/>
                    <a:pt x="132" y="118"/>
                  </a:cubicBezTo>
                  <a:cubicBezTo>
                    <a:pt x="133" y="119"/>
                    <a:pt x="134" y="120"/>
                    <a:pt x="135" y="121"/>
                  </a:cubicBezTo>
                  <a:cubicBezTo>
                    <a:pt x="135" y="121"/>
                    <a:pt x="135" y="121"/>
                    <a:pt x="135" y="121"/>
                  </a:cubicBezTo>
                  <a:cubicBezTo>
                    <a:pt x="136" y="122"/>
                    <a:pt x="135" y="122"/>
                    <a:pt x="135" y="122"/>
                  </a:cubicBezTo>
                  <a:cubicBezTo>
                    <a:pt x="135" y="123"/>
                    <a:pt x="136" y="124"/>
                    <a:pt x="136" y="124"/>
                  </a:cubicBezTo>
                  <a:cubicBezTo>
                    <a:pt x="136" y="125"/>
                    <a:pt x="136" y="125"/>
                    <a:pt x="136" y="125"/>
                  </a:cubicBezTo>
                  <a:cubicBezTo>
                    <a:pt x="136" y="126"/>
                    <a:pt x="136" y="126"/>
                    <a:pt x="137" y="127"/>
                  </a:cubicBezTo>
                  <a:cubicBezTo>
                    <a:pt x="137" y="128"/>
                    <a:pt x="137" y="130"/>
                    <a:pt x="138" y="131"/>
                  </a:cubicBezTo>
                  <a:cubicBezTo>
                    <a:pt x="138" y="132"/>
                    <a:pt x="138" y="132"/>
                    <a:pt x="138" y="132"/>
                  </a:cubicBezTo>
                  <a:cubicBezTo>
                    <a:pt x="138" y="133"/>
                    <a:pt x="138" y="133"/>
                    <a:pt x="138" y="134"/>
                  </a:cubicBezTo>
                  <a:close/>
                  <a:moveTo>
                    <a:pt x="97" y="10"/>
                  </a:moveTo>
                  <a:cubicBezTo>
                    <a:pt x="97" y="11"/>
                    <a:pt x="97" y="11"/>
                    <a:pt x="97" y="11"/>
                  </a:cubicBezTo>
                  <a:cubicBezTo>
                    <a:pt x="97" y="11"/>
                    <a:pt x="97" y="10"/>
                    <a:pt x="97" y="10"/>
                  </a:cubicBezTo>
                  <a:close/>
                  <a:moveTo>
                    <a:pt x="4" y="1"/>
                  </a:moveTo>
                  <a:cubicBezTo>
                    <a:pt x="5" y="1"/>
                    <a:pt x="5" y="0"/>
                    <a:pt x="5" y="0"/>
                  </a:cubicBezTo>
                  <a:cubicBezTo>
                    <a:pt x="4" y="0"/>
                    <a:pt x="4" y="1"/>
                    <a:pt x="4"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18" name="Cocos (Keeling) Islands (Australia)">
              <a:extLst>
                <a:ext uri="{FF2B5EF4-FFF2-40B4-BE49-F238E27FC236}">
                  <a16:creationId xmlns:a16="http://schemas.microsoft.com/office/drawing/2014/main" id="{B32994F1-26F7-5184-F9D0-2929F811CC6E}"/>
                </a:ext>
              </a:extLst>
            </p:cNvPr>
            <p:cNvSpPr/>
            <p:nvPr/>
          </p:nvSpPr>
          <p:spPr>
            <a:xfrm>
              <a:off x="9002559" y="4518769"/>
              <a:ext cx="5099" cy="6257"/>
            </a:xfrm>
            <a:custGeom>
              <a:avLst/>
              <a:gdLst>
                <a:gd name="connsiteX0" fmla="*/ 1 w 5099"/>
                <a:gd name="connsiteY0" fmla="*/ 3215 h 6257"/>
                <a:gd name="connsiteX1" fmla="*/ 157 w 5099"/>
                <a:gd name="connsiteY1" fmla="*/ 2880 h 6257"/>
                <a:gd name="connsiteX2" fmla="*/ 416 w 5099"/>
                <a:gd name="connsiteY2" fmla="*/ 3123 h 6257"/>
                <a:gd name="connsiteX3" fmla="*/ 443 w 5099"/>
                <a:gd name="connsiteY3" fmla="*/ 3538 h 6257"/>
                <a:gd name="connsiteX4" fmla="*/ 729 w 5099"/>
                <a:gd name="connsiteY4" fmla="*/ 4417 h 6257"/>
                <a:gd name="connsiteX5" fmla="*/ 649 w 5099"/>
                <a:gd name="connsiteY5" fmla="*/ 4632 h 6257"/>
                <a:gd name="connsiteX6" fmla="*/ 385 w 5099"/>
                <a:gd name="connsiteY6" fmla="*/ 4561 h 6257"/>
                <a:gd name="connsiteX7" fmla="*/ 612 w 5099"/>
                <a:gd name="connsiteY7" fmla="*/ 5062 h 6257"/>
                <a:gd name="connsiteX8" fmla="*/ 935 w 5099"/>
                <a:gd name="connsiteY8" fmla="*/ 5477 h 6257"/>
                <a:gd name="connsiteX9" fmla="*/ 1070 w 5099"/>
                <a:gd name="connsiteY9" fmla="*/ 5864 h 6257"/>
                <a:gd name="connsiteX10" fmla="*/ 1670 w 5099"/>
                <a:gd name="connsiteY10" fmla="*/ 5864 h 6257"/>
                <a:gd name="connsiteX11" fmla="*/ 1719 w 5099"/>
                <a:gd name="connsiteY11" fmla="*/ 5671 h 6257"/>
                <a:gd name="connsiteX12" fmla="*/ 2026 w 5099"/>
                <a:gd name="connsiteY12" fmla="*/ 5671 h 6257"/>
                <a:gd name="connsiteX13" fmla="*/ 2134 w 5099"/>
                <a:gd name="connsiteY13" fmla="*/ 5907 h 6257"/>
                <a:gd name="connsiteX14" fmla="*/ 1568 w 5099"/>
                <a:gd name="connsiteY14" fmla="*/ 6080 h 6257"/>
                <a:gd name="connsiteX15" fmla="*/ 1353 w 5099"/>
                <a:gd name="connsiteY15" fmla="*/ 6224 h 6257"/>
                <a:gd name="connsiteX16" fmla="*/ 938 w 5099"/>
                <a:gd name="connsiteY16" fmla="*/ 6040 h 6257"/>
                <a:gd name="connsiteX17" fmla="*/ 446 w 5099"/>
                <a:gd name="connsiteY17" fmla="*/ 5339 h 6257"/>
                <a:gd name="connsiteX18" fmla="*/ 124 w 5099"/>
                <a:gd name="connsiteY18" fmla="*/ 5053 h 6257"/>
                <a:gd name="connsiteX19" fmla="*/ 16 w 5099"/>
                <a:gd name="connsiteY19" fmla="*/ 4835 h 6257"/>
                <a:gd name="connsiteX20" fmla="*/ 167 w 5099"/>
                <a:gd name="connsiteY20" fmla="*/ 4214 h 6257"/>
                <a:gd name="connsiteX21" fmla="*/ 90 w 5099"/>
                <a:gd name="connsiteY21" fmla="*/ 3575 h 6257"/>
                <a:gd name="connsiteX22" fmla="*/ 1 w 5099"/>
                <a:gd name="connsiteY22" fmla="*/ 3215 h 6257"/>
                <a:gd name="connsiteX23" fmla="*/ 2988 w 5099"/>
                <a:gd name="connsiteY23" fmla="*/ 5702 h 6257"/>
                <a:gd name="connsiteX24" fmla="*/ 3037 w 5099"/>
                <a:gd name="connsiteY24" fmla="*/ 5987 h 6257"/>
                <a:gd name="connsiteX25" fmla="*/ 3594 w 5099"/>
                <a:gd name="connsiteY25" fmla="*/ 6258 h 6257"/>
                <a:gd name="connsiteX26" fmla="*/ 4722 w 5099"/>
                <a:gd name="connsiteY26" fmla="*/ 5858 h 6257"/>
                <a:gd name="connsiteX27" fmla="*/ 5100 w 5099"/>
                <a:gd name="connsiteY27" fmla="*/ 4921 h 6257"/>
                <a:gd name="connsiteX28" fmla="*/ 4706 w 5099"/>
                <a:gd name="connsiteY28" fmla="*/ 4085 h 6257"/>
                <a:gd name="connsiteX29" fmla="*/ 4734 w 5099"/>
                <a:gd name="connsiteY29" fmla="*/ 3433 h 6257"/>
                <a:gd name="connsiteX30" fmla="*/ 4233 w 5099"/>
                <a:gd name="connsiteY30" fmla="*/ 2646 h 6257"/>
                <a:gd name="connsiteX31" fmla="*/ 3840 w 5099"/>
                <a:gd name="connsiteY31" fmla="*/ 2016 h 6257"/>
                <a:gd name="connsiteX32" fmla="*/ 3597 w 5099"/>
                <a:gd name="connsiteY32" fmla="*/ 1915 h 6257"/>
                <a:gd name="connsiteX33" fmla="*/ 3345 w 5099"/>
                <a:gd name="connsiteY33" fmla="*/ 1549 h 6257"/>
                <a:gd name="connsiteX34" fmla="*/ 3253 w 5099"/>
                <a:gd name="connsiteY34" fmla="*/ 977 h 6257"/>
                <a:gd name="connsiteX35" fmla="*/ 2982 w 5099"/>
                <a:gd name="connsiteY35" fmla="*/ 621 h 6257"/>
                <a:gd name="connsiteX36" fmla="*/ 2404 w 5099"/>
                <a:gd name="connsiteY36" fmla="*/ 685 h 6257"/>
                <a:gd name="connsiteX37" fmla="*/ 2576 w 5099"/>
                <a:gd name="connsiteY37" fmla="*/ 864 h 6257"/>
                <a:gd name="connsiteX38" fmla="*/ 2991 w 5099"/>
                <a:gd name="connsiteY38" fmla="*/ 891 h 6257"/>
                <a:gd name="connsiteX39" fmla="*/ 3170 w 5099"/>
                <a:gd name="connsiteY39" fmla="*/ 1279 h 6257"/>
                <a:gd name="connsiteX40" fmla="*/ 3127 w 5099"/>
                <a:gd name="connsiteY40" fmla="*/ 1780 h 6257"/>
                <a:gd name="connsiteX41" fmla="*/ 3406 w 5099"/>
                <a:gd name="connsiteY41" fmla="*/ 2022 h 6257"/>
                <a:gd name="connsiteX42" fmla="*/ 3474 w 5099"/>
                <a:gd name="connsiteY42" fmla="*/ 2348 h 6257"/>
                <a:gd name="connsiteX43" fmla="*/ 3953 w 5099"/>
                <a:gd name="connsiteY43" fmla="*/ 2493 h 6257"/>
                <a:gd name="connsiteX44" fmla="*/ 4396 w 5099"/>
                <a:gd name="connsiteY44" fmla="*/ 3765 h 6257"/>
                <a:gd name="connsiteX45" fmla="*/ 4752 w 5099"/>
                <a:gd name="connsiteY45" fmla="*/ 4709 h 6257"/>
                <a:gd name="connsiteX46" fmla="*/ 4937 w 5099"/>
                <a:gd name="connsiteY46" fmla="*/ 4988 h 6257"/>
                <a:gd name="connsiteX47" fmla="*/ 4722 w 5099"/>
                <a:gd name="connsiteY47" fmla="*/ 5081 h 6257"/>
                <a:gd name="connsiteX48" fmla="*/ 4611 w 5099"/>
                <a:gd name="connsiteY48" fmla="*/ 5634 h 6257"/>
                <a:gd name="connsiteX49" fmla="*/ 4476 w 5099"/>
                <a:gd name="connsiteY49" fmla="*/ 5778 h 6257"/>
                <a:gd name="connsiteX50" fmla="*/ 3910 w 5099"/>
                <a:gd name="connsiteY50" fmla="*/ 5634 h 6257"/>
                <a:gd name="connsiteX51" fmla="*/ 3754 w 5099"/>
                <a:gd name="connsiteY51" fmla="*/ 6043 h 6257"/>
                <a:gd name="connsiteX52" fmla="*/ 3489 w 5099"/>
                <a:gd name="connsiteY52" fmla="*/ 5849 h 6257"/>
                <a:gd name="connsiteX53" fmla="*/ 3010 w 5099"/>
                <a:gd name="connsiteY53" fmla="*/ 5622 h 6257"/>
                <a:gd name="connsiteX54" fmla="*/ 2988 w 5099"/>
                <a:gd name="connsiteY54" fmla="*/ 5702 h 6257"/>
                <a:gd name="connsiteX55" fmla="*/ 1024 w 5099"/>
                <a:gd name="connsiteY55" fmla="*/ 409 h 6257"/>
                <a:gd name="connsiteX56" fmla="*/ 1310 w 5099"/>
                <a:gd name="connsiteY56" fmla="*/ 489 h 6257"/>
                <a:gd name="connsiteX57" fmla="*/ 1347 w 5099"/>
                <a:gd name="connsiteY57" fmla="*/ 267 h 6257"/>
                <a:gd name="connsiteX58" fmla="*/ 1132 w 5099"/>
                <a:gd name="connsiteY58" fmla="*/ 18 h 6257"/>
                <a:gd name="connsiteX59" fmla="*/ 674 w 5099"/>
                <a:gd name="connsiteY59" fmla="*/ 120 h 6257"/>
                <a:gd name="connsiteX60" fmla="*/ 1024 w 5099"/>
                <a:gd name="connsiteY60" fmla="*/ 409 h 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099" h="6257">
                  <a:moveTo>
                    <a:pt x="1" y="3215"/>
                  </a:moveTo>
                  <a:cubicBezTo>
                    <a:pt x="10" y="3178"/>
                    <a:pt x="157" y="2880"/>
                    <a:pt x="157" y="2880"/>
                  </a:cubicBezTo>
                  <a:lnTo>
                    <a:pt x="416" y="3123"/>
                  </a:lnTo>
                  <a:lnTo>
                    <a:pt x="443" y="3538"/>
                  </a:lnTo>
                  <a:cubicBezTo>
                    <a:pt x="443" y="3538"/>
                    <a:pt x="708" y="4315"/>
                    <a:pt x="729" y="4417"/>
                  </a:cubicBezTo>
                  <a:cubicBezTo>
                    <a:pt x="751" y="4518"/>
                    <a:pt x="649" y="4632"/>
                    <a:pt x="649" y="4632"/>
                  </a:cubicBezTo>
                  <a:lnTo>
                    <a:pt x="385" y="4561"/>
                  </a:lnTo>
                  <a:cubicBezTo>
                    <a:pt x="385" y="4561"/>
                    <a:pt x="609" y="5025"/>
                    <a:pt x="612" y="5062"/>
                  </a:cubicBezTo>
                  <a:cubicBezTo>
                    <a:pt x="615" y="5099"/>
                    <a:pt x="935" y="5477"/>
                    <a:pt x="935" y="5477"/>
                  </a:cubicBezTo>
                  <a:cubicBezTo>
                    <a:pt x="935" y="5477"/>
                    <a:pt x="1015" y="5778"/>
                    <a:pt x="1070" y="5864"/>
                  </a:cubicBezTo>
                  <a:cubicBezTo>
                    <a:pt x="1129" y="5950"/>
                    <a:pt x="1491" y="5926"/>
                    <a:pt x="1670" y="5864"/>
                  </a:cubicBezTo>
                  <a:cubicBezTo>
                    <a:pt x="1848" y="5803"/>
                    <a:pt x="1719" y="5671"/>
                    <a:pt x="1719" y="5671"/>
                  </a:cubicBezTo>
                  <a:cubicBezTo>
                    <a:pt x="1719" y="5671"/>
                    <a:pt x="1919" y="5655"/>
                    <a:pt x="2026" y="5671"/>
                  </a:cubicBezTo>
                  <a:cubicBezTo>
                    <a:pt x="2134" y="5686"/>
                    <a:pt x="2134" y="5907"/>
                    <a:pt x="2134" y="5907"/>
                  </a:cubicBezTo>
                  <a:cubicBezTo>
                    <a:pt x="2134" y="5907"/>
                    <a:pt x="1894" y="6018"/>
                    <a:pt x="1568" y="6080"/>
                  </a:cubicBezTo>
                  <a:cubicBezTo>
                    <a:pt x="1242" y="6141"/>
                    <a:pt x="1353" y="6224"/>
                    <a:pt x="1353" y="6224"/>
                  </a:cubicBezTo>
                  <a:lnTo>
                    <a:pt x="938" y="6040"/>
                  </a:lnTo>
                  <a:cubicBezTo>
                    <a:pt x="938" y="6040"/>
                    <a:pt x="723" y="5637"/>
                    <a:pt x="446" y="5339"/>
                  </a:cubicBezTo>
                  <a:cubicBezTo>
                    <a:pt x="167" y="5044"/>
                    <a:pt x="142" y="5213"/>
                    <a:pt x="124" y="5053"/>
                  </a:cubicBezTo>
                  <a:cubicBezTo>
                    <a:pt x="105" y="4893"/>
                    <a:pt x="16" y="4835"/>
                    <a:pt x="16" y="4835"/>
                  </a:cubicBezTo>
                  <a:cubicBezTo>
                    <a:pt x="16" y="4835"/>
                    <a:pt x="102" y="4752"/>
                    <a:pt x="167" y="4214"/>
                  </a:cubicBezTo>
                  <a:cubicBezTo>
                    <a:pt x="231" y="3676"/>
                    <a:pt x="90" y="3575"/>
                    <a:pt x="90" y="3575"/>
                  </a:cubicBezTo>
                  <a:cubicBezTo>
                    <a:pt x="90" y="3575"/>
                    <a:pt x="-9" y="3249"/>
                    <a:pt x="1" y="3215"/>
                  </a:cubicBezTo>
                  <a:close/>
                  <a:moveTo>
                    <a:pt x="2988" y="5702"/>
                  </a:moveTo>
                  <a:cubicBezTo>
                    <a:pt x="2988" y="5702"/>
                    <a:pt x="2881" y="5947"/>
                    <a:pt x="3037" y="5987"/>
                  </a:cubicBezTo>
                  <a:cubicBezTo>
                    <a:pt x="3194" y="6027"/>
                    <a:pt x="3594" y="6258"/>
                    <a:pt x="3594" y="6258"/>
                  </a:cubicBezTo>
                  <a:cubicBezTo>
                    <a:pt x="3594" y="6258"/>
                    <a:pt x="4611" y="5963"/>
                    <a:pt x="4722" y="5858"/>
                  </a:cubicBezTo>
                  <a:cubicBezTo>
                    <a:pt x="4832" y="5754"/>
                    <a:pt x="5100" y="4921"/>
                    <a:pt x="5100" y="4921"/>
                  </a:cubicBezTo>
                  <a:lnTo>
                    <a:pt x="4706" y="4085"/>
                  </a:lnTo>
                  <a:lnTo>
                    <a:pt x="4734" y="3433"/>
                  </a:lnTo>
                  <a:cubicBezTo>
                    <a:pt x="4734" y="3433"/>
                    <a:pt x="4319" y="2880"/>
                    <a:pt x="4233" y="2646"/>
                  </a:cubicBezTo>
                  <a:cubicBezTo>
                    <a:pt x="4147" y="2413"/>
                    <a:pt x="3840" y="2016"/>
                    <a:pt x="3840" y="2016"/>
                  </a:cubicBezTo>
                  <a:lnTo>
                    <a:pt x="3597" y="1915"/>
                  </a:lnTo>
                  <a:lnTo>
                    <a:pt x="3345" y="1549"/>
                  </a:lnTo>
                  <a:lnTo>
                    <a:pt x="3253" y="977"/>
                  </a:lnTo>
                  <a:cubicBezTo>
                    <a:pt x="3253" y="977"/>
                    <a:pt x="3142" y="630"/>
                    <a:pt x="2982" y="621"/>
                  </a:cubicBezTo>
                  <a:cubicBezTo>
                    <a:pt x="2822" y="612"/>
                    <a:pt x="2404" y="685"/>
                    <a:pt x="2404" y="685"/>
                  </a:cubicBezTo>
                  <a:lnTo>
                    <a:pt x="2576" y="864"/>
                  </a:lnTo>
                  <a:lnTo>
                    <a:pt x="2991" y="891"/>
                  </a:lnTo>
                  <a:cubicBezTo>
                    <a:pt x="2991" y="891"/>
                    <a:pt x="3139" y="1030"/>
                    <a:pt x="3170" y="1279"/>
                  </a:cubicBezTo>
                  <a:cubicBezTo>
                    <a:pt x="3200" y="1527"/>
                    <a:pt x="3096" y="1647"/>
                    <a:pt x="3127" y="1780"/>
                  </a:cubicBezTo>
                  <a:cubicBezTo>
                    <a:pt x="3157" y="1912"/>
                    <a:pt x="3305" y="1872"/>
                    <a:pt x="3406" y="2022"/>
                  </a:cubicBezTo>
                  <a:cubicBezTo>
                    <a:pt x="3508" y="2173"/>
                    <a:pt x="3428" y="2287"/>
                    <a:pt x="3474" y="2348"/>
                  </a:cubicBezTo>
                  <a:cubicBezTo>
                    <a:pt x="3520" y="2410"/>
                    <a:pt x="3763" y="2204"/>
                    <a:pt x="3953" y="2493"/>
                  </a:cubicBezTo>
                  <a:cubicBezTo>
                    <a:pt x="4144" y="2782"/>
                    <a:pt x="4301" y="3390"/>
                    <a:pt x="4396" y="3765"/>
                  </a:cubicBezTo>
                  <a:cubicBezTo>
                    <a:pt x="4491" y="4140"/>
                    <a:pt x="4703" y="4613"/>
                    <a:pt x="4752" y="4709"/>
                  </a:cubicBezTo>
                  <a:cubicBezTo>
                    <a:pt x="4802" y="4804"/>
                    <a:pt x="4980" y="4912"/>
                    <a:pt x="4937" y="4988"/>
                  </a:cubicBezTo>
                  <a:cubicBezTo>
                    <a:pt x="4894" y="5062"/>
                    <a:pt x="4762" y="4970"/>
                    <a:pt x="4722" y="5081"/>
                  </a:cubicBezTo>
                  <a:cubicBezTo>
                    <a:pt x="4682" y="5191"/>
                    <a:pt x="4949" y="5480"/>
                    <a:pt x="4611" y="5634"/>
                  </a:cubicBezTo>
                  <a:cubicBezTo>
                    <a:pt x="4273" y="5788"/>
                    <a:pt x="4728" y="5797"/>
                    <a:pt x="4476" y="5778"/>
                  </a:cubicBezTo>
                  <a:cubicBezTo>
                    <a:pt x="4224" y="5760"/>
                    <a:pt x="3972" y="5511"/>
                    <a:pt x="3910" y="5634"/>
                  </a:cubicBezTo>
                  <a:cubicBezTo>
                    <a:pt x="3849" y="5760"/>
                    <a:pt x="3818" y="6095"/>
                    <a:pt x="3754" y="6043"/>
                  </a:cubicBezTo>
                  <a:cubicBezTo>
                    <a:pt x="3689" y="5990"/>
                    <a:pt x="3606" y="5846"/>
                    <a:pt x="3489" y="5849"/>
                  </a:cubicBezTo>
                  <a:cubicBezTo>
                    <a:pt x="3372" y="5852"/>
                    <a:pt x="3034" y="5539"/>
                    <a:pt x="3010" y="5622"/>
                  </a:cubicBezTo>
                  <a:cubicBezTo>
                    <a:pt x="2985" y="5705"/>
                    <a:pt x="2988" y="5702"/>
                    <a:pt x="2988" y="5702"/>
                  </a:cubicBezTo>
                  <a:close/>
                  <a:moveTo>
                    <a:pt x="1024" y="409"/>
                  </a:moveTo>
                  <a:cubicBezTo>
                    <a:pt x="1129" y="513"/>
                    <a:pt x="1199" y="535"/>
                    <a:pt x="1310" y="489"/>
                  </a:cubicBezTo>
                  <a:cubicBezTo>
                    <a:pt x="1421" y="442"/>
                    <a:pt x="1338" y="375"/>
                    <a:pt x="1347" y="267"/>
                  </a:cubicBezTo>
                  <a:cubicBezTo>
                    <a:pt x="1353" y="160"/>
                    <a:pt x="1242" y="67"/>
                    <a:pt x="1132" y="18"/>
                  </a:cubicBezTo>
                  <a:cubicBezTo>
                    <a:pt x="1021" y="-31"/>
                    <a:pt x="815" y="24"/>
                    <a:pt x="674" y="120"/>
                  </a:cubicBezTo>
                  <a:cubicBezTo>
                    <a:pt x="674" y="117"/>
                    <a:pt x="920" y="304"/>
                    <a:pt x="1024" y="409"/>
                  </a:cubicBezTo>
                  <a:close/>
                </a:path>
              </a:pathLst>
            </a:custGeom>
            <a:grpFill/>
            <a:ln w="1905" cap="flat">
              <a:noFill/>
              <a:prstDash val="solid"/>
              <a:miter/>
            </a:ln>
          </p:spPr>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801" b="0" i="0" u="none" strike="noStrike" kern="0" cap="none" spc="0" normalizeH="0" baseline="0" noProof="0">
                <a:ln>
                  <a:noFill/>
                </a:ln>
                <a:solidFill>
                  <a:srgbClr val="FFFFFF"/>
                </a:solidFill>
                <a:effectLst/>
                <a:uLnTx/>
                <a:uFillTx/>
                <a:latin typeface="Segoe UI"/>
                <a:ea typeface="+mn-ea"/>
                <a:cs typeface="+mn-cs"/>
              </a:endParaRPr>
            </a:p>
          </p:txBody>
        </p:sp>
        <p:sp>
          <p:nvSpPr>
            <p:cNvPr id="519" name="Christmas Island (Aus)">
              <a:extLst>
                <a:ext uri="{FF2B5EF4-FFF2-40B4-BE49-F238E27FC236}">
                  <a16:creationId xmlns:a16="http://schemas.microsoft.com/office/drawing/2014/main" id="{C81B1B14-A367-EE61-0E0B-A9F56DCD89CF}"/>
                </a:ext>
              </a:extLst>
            </p:cNvPr>
            <p:cNvSpPr/>
            <p:nvPr/>
          </p:nvSpPr>
          <p:spPr>
            <a:xfrm>
              <a:off x="9271277" y="4495202"/>
              <a:ext cx="5122" cy="4506"/>
            </a:xfrm>
            <a:custGeom>
              <a:avLst/>
              <a:gdLst>
                <a:gd name="connsiteX0" fmla="*/ 2382 w 5122"/>
                <a:gd name="connsiteY0" fmla="*/ 1408 h 4506"/>
                <a:gd name="connsiteX1" fmla="*/ 3638 w 5122"/>
                <a:gd name="connsiteY1" fmla="*/ 807 h 4506"/>
                <a:gd name="connsiteX2" fmla="*/ 4118 w 5122"/>
                <a:gd name="connsiteY2" fmla="*/ 20 h 4506"/>
                <a:gd name="connsiteX3" fmla="*/ 4834 w 5122"/>
                <a:gd name="connsiteY3" fmla="*/ 87 h 4506"/>
                <a:gd name="connsiteX4" fmla="*/ 4978 w 5122"/>
                <a:gd name="connsiteY4" fmla="*/ 947 h 4506"/>
                <a:gd name="connsiteX5" fmla="*/ 5122 w 5122"/>
                <a:gd name="connsiteY5" fmla="*/ 1541 h 4506"/>
                <a:gd name="connsiteX6" fmla="*/ 4539 w 5122"/>
                <a:gd name="connsiteY6" fmla="*/ 1859 h 4506"/>
                <a:gd name="connsiteX7" fmla="*/ 3841 w 5122"/>
                <a:gd name="connsiteY7" fmla="*/ 3572 h 4506"/>
                <a:gd name="connsiteX8" fmla="*/ 3830 w 5122"/>
                <a:gd name="connsiteY8" fmla="*/ 4425 h 4506"/>
                <a:gd name="connsiteX9" fmla="*/ 3091 w 5122"/>
                <a:gd name="connsiteY9" fmla="*/ 4377 h 4506"/>
                <a:gd name="connsiteX10" fmla="*/ 2803 w 5122"/>
                <a:gd name="connsiteY10" fmla="*/ 2982 h 4506"/>
                <a:gd name="connsiteX11" fmla="*/ 680 w 5122"/>
                <a:gd name="connsiteY11" fmla="*/ 2586 h 4506"/>
                <a:gd name="connsiteX12" fmla="*/ 104 w 5122"/>
                <a:gd name="connsiteY12" fmla="*/ 2904 h 4506"/>
                <a:gd name="connsiteX13" fmla="*/ 233 w 5122"/>
                <a:gd name="connsiteY13" fmla="*/ 2335 h 4506"/>
                <a:gd name="connsiteX14" fmla="*/ 724 w 5122"/>
                <a:gd name="connsiteY14" fmla="*/ 1696 h 4506"/>
                <a:gd name="connsiteX15" fmla="*/ 388 w 5122"/>
                <a:gd name="connsiteY15" fmla="*/ 1180 h 4506"/>
                <a:gd name="connsiteX16" fmla="*/ 532 w 5122"/>
                <a:gd name="connsiteY16" fmla="*/ 681 h 4506"/>
                <a:gd name="connsiteX17" fmla="*/ 924 w 5122"/>
                <a:gd name="connsiteY17" fmla="*/ 1091 h 4506"/>
                <a:gd name="connsiteX18" fmla="*/ 2382 w 5122"/>
                <a:gd name="connsiteY18" fmla="*/ 1408 h 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22" h="4506">
                  <a:moveTo>
                    <a:pt x="2382" y="1408"/>
                  </a:moveTo>
                  <a:cubicBezTo>
                    <a:pt x="2382" y="1408"/>
                    <a:pt x="3398" y="1139"/>
                    <a:pt x="3638" y="807"/>
                  </a:cubicBezTo>
                  <a:cubicBezTo>
                    <a:pt x="3878" y="471"/>
                    <a:pt x="3926" y="94"/>
                    <a:pt x="4118" y="20"/>
                  </a:cubicBezTo>
                  <a:cubicBezTo>
                    <a:pt x="4310" y="-50"/>
                    <a:pt x="4834" y="87"/>
                    <a:pt x="4834" y="87"/>
                  </a:cubicBezTo>
                  <a:cubicBezTo>
                    <a:pt x="4834" y="87"/>
                    <a:pt x="4986" y="674"/>
                    <a:pt x="4978" y="947"/>
                  </a:cubicBezTo>
                  <a:cubicBezTo>
                    <a:pt x="4967" y="1220"/>
                    <a:pt x="5122" y="1541"/>
                    <a:pt x="5122" y="1541"/>
                  </a:cubicBezTo>
                  <a:cubicBezTo>
                    <a:pt x="5122" y="1541"/>
                    <a:pt x="4724" y="1530"/>
                    <a:pt x="4539" y="1859"/>
                  </a:cubicBezTo>
                  <a:cubicBezTo>
                    <a:pt x="4354" y="2188"/>
                    <a:pt x="3848" y="3004"/>
                    <a:pt x="3841" y="3572"/>
                  </a:cubicBezTo>
                  <a:cubicBezTo>
                    <a:pt x="3834" y="4141"/>
                    <a:pt x="4048" y="4333"/>
                    <a:pt x="3830" y="4425"/>
                  </a:cubicBezTo>
                  <a:cubicBezTo>
                    <a:pt x="3616" y="4518"/>
                    <a:pt x="3184" y="4566"/>
                    <a:pt x="3091" y="4377"/>
                  </a:cubicBezTo>
                  <a:cubicBezTo>
                    <a:pt x="2999" y="4189"/>
                    <a:pt x="3224" y="3185"/>
                    <a:pt x="2803" y="2982"/>
                  </a:cubicBezTo>
                  <a:cubicBezTo>
                    <a:pt x="2382" y="2778"/>
                    <a:pt x="846" y="2476"/>
                    <a:pt x="680" y="2586"/>
                  </a:cubicBezTo>
                  <a:cubicBezTo>
                    <a:pt x="514" y="2697"/>
                    <a:pt x="277" y="3011"/>
                    <a:pt x="104" y="2904"/>
                  </a:cubicBezTo>
                  <a:cubicBezTo>
                    <a:pt x="-70" y="2793"/>
                    <a:pt x="-25" y="2431"/>
                    <a:pt x="233" y="2335"/>
                  </a:cubicBezTo>
                  <a:cubicBezTo>
                    <a:pt x="492" y="2239"/>
                    <a:pt x="739" y="1833"/>
                    <a:pt x="724" y="1696"/>
                  </a:cubicBezTo>
                  <a:cubicBezTo>
                    <a:pt x="710" y="1564"/>
                    <a:pt x="340" y="1342"/>
                    <a:pt x="388" y="1180"/>
                  </a:cubicBezTo>
                  <a:cubicBezTo>
                    <a:pt x="436" y="1017"/>
                    <a:pt x="451" y="692"/>
                    <a:pt x="532" y="681"/>
                  </a:cubicBezTo>
                  <a:cubicBezTo>
                    <a:pt x="614" y="670"/>
                    <a:pt x="399" y="843"/>
                    <a:pt x="924" y="1091"/>
                  </a:cubicBezTo>
                  <a:cubicBezTo>
                    <a:pt x="1448" y="1338"/>
                    <a:pt x="2135" y="1586"/>
                    <a:pt x="2382" y="1408"/>
                  </a:cubicBezTo>
                  <a:close/>
                </a:path>
              </a:pathLst>
            </a:custGeom>
            <a:grpFill/>
            <a:ln w="1905" cap="flat">
              <a:noFill/>
              <a:prstDash val="solid"/>
              <a:miter/>
            </a:ln>
          </p:spPr>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801" b="0" i="0" u="none" strike="noStrike" kern="0" cap="none" spc="0" normalizeH="0" baseline="0" noProof="0">
                <a:ln>
                  <a:noFill/>
                </a:ln>
                <a:solidFill>
                  <a:srgbClr val="FFFFFF"/>
                </a:solidFill>
                <a:effectLst/>
                <a:uLnTx/>
                <a:uFillTx/>
                <a:latin typeface="Segoe UI"/>
                <a:ea typeface="+mn-ea"/>
                <a:cs typeface="+mn-cs"/>
              </a:endParaRPr>
            </a:p>
          </p:txBody>
        </p:sp>
        <p:sp>
          <p:nvSpPr>
            <p:cNvPr id="520" name="China">
              <a:extLst>
                <a:ext uri="{FF2B5EF4-FFF2-40B4-BE49-F238E27FC236}">
                  <a16:creationId xmlns:a16="http://schemas.microsoft.com/office/drawing/2014/main" id="{C180EBB0-B081-90DC-C735-97BCD848E848}"/>
                </a:ext>
              </a:extLst>
            </p:cNvPr>
            <p:cNvSpPr>
              <a:spLocks noEditPoints="1"/>
            </p:cNvSpPr>
            <p:nvPr/>
          </p:nvSpPr>
          <p:spPr bwMode="auto">
            <a:xfrm>
              <a:off x="8062802" y="1970320"/>
              <a:ext cx="1766256" cy="1368310"/>
            </a:xfrm>
            <a:custGeom>
              <a:avLst/>
              <a:gdLst/>
              <a:ahLst/>
              <a:cxnLst>
                <a:cxn ang="0">
                  <a:pos x="383" y="355"/>
                </a:cxn>
                <a:cxn ang="0">
                  <a:pos x="378" y="366"/>
                </a:cxn>
                <a:cxn ang="0">
                  <a:pos x="382" y="383"/>
                </a:cxn>
                <a:cxn ang="0">
                  <a:pos x="430" y="334"/>
                </a:cxn>
                <a:cxn ang="0">
                  <a:pos x="490" y="117"/>
                </a:cxn>
                <a:cxn ang="0">
                  <a:pos x="478" y="124"/>
                </a:cxn>
                <a:cxn ang="0">
                  <a:pos x="458" y="137"/>
                </a:cxn>
                <a:cxn ang="0">
                  <a:pos x="435" y="156"/>
                </a:cxn>
                <a:cxn ang="0">
                  <a:pos x="428" y="151"/>
                </a:cxn>
                <a:cxn ang="0">
                  <a:pos x="415" y="144"/>
                </a:cxn>
                <a:cxn ang="0">
                  <a:pos x="410" y="166"/>
                </a:cxn>
                <a:cxn ang="0">
                  <a:pos x="447" y="174"/>
                </a:cxn>
                <a:cxn ang="0">
                  <a:pos x="441" y="181"/>
                </a:cxn>
                <a:cxn ang="0">
                  <a:pos x="429" y="197"/>
                </a:cxn>
                <a:cxn ang="0">
                  <a:pos x="458" y="231"/>
                </a:cxn>
                <a:cxn ang="0">
                  <a:pos x="467" y="246"/>
                </a:cxn>
                <a:cxn ang="0">
                  <a:pos x="469" y="261"/>
                </a:cxn>
                <a:cxn ang="0">
                  <a:pos x="472" y="267"/>
                </a:cxn>
                <a:cxn ang="0">
                  <a:pos x="468" y="278"/>
                </a:cxn>
                <a:cxn ang="0">
                  <a:pos x="463" y="290"/>
                </a:cxn>
                <a:cxn ang="0">
                  <a:pos x="463" y="296"/>
                </a:cxn>
                <a:cxn ang="0">
                  <a:pos x="459" y="307"/>
                </a:cxn>
                <a:cxn ang="0">
                  <a:pos x="456" y="314"/>
                </a:cxn>
                <a:cxn ang="0">
                  <a:pos x="446" y="323"/>
                </a:cxn>
                <a:cxn ang="0">
                  <a:pos x="435" y="334"/>
                </a:cxn>
                <a:cxn ang="0">
                  <a:pos x="423" y="337"/>
                </a:cxn>
                <a:cxn ang="0">
                  <a:pos x="411" y="333"/>
                </a:cxn>
                <a:cxn ang="0">
                  <a:pos x="404" y="346"/>
                </a:cxn>
                <a:cxn ang="0">
                  <a:pos x="389" y="349"/>
                </a:cxn>
                <a:cxn ang="0">
                  <a:pos x="385" y="362"/>
                </a:cxn>
                <a:cxn ang="0">
                  <a:pos x="376" y="347"/>
                </a:cxn>
                <a:cxn ang="0">
                  <a:pos x="366" y="345"/>
                </a:cxn>
                <a:cxn ang="0">
                  <a:pos x="351" y="345"/>
                </a:cxn>
                <a:cxn ang="0">
                  <a:pos x="320" y="338"/>
                </a:cxn>
                <a:cxn ang="0">
                  <a:pos x="301" y="347"/>
                </a:cxn>
                <a:cxn ang="0">
                  <a:pos x="277" y="336"/>
                </a:cxn>
                <a:cxn ang="0">
                  <a:pos x="256" y="314"/>
                </a:cxn>
                <a:cxn ang="0">
                  <a:pos x="254" y="276"/>
                </a:cxn>
                <a:cxn ang="0">
                  <a:pos x="235" y="267"/>
                </a:cxn>
                <a:cxn ang="0">
                  <a:pos x="202" y="279"/>
                </a:cxn>
                <a:cxn ang="0">
                  <a:pos x="165" y="277"/>
                </a:cxn>
                <a:cxn ang="0">
                  <a:pos x="132" y="271"/>
                </a:cxn>
                <a:cxn ang="0">
                  <a:pos x="93" y="254"/>
                </a:cxn>
                <a:cxn ang="0">
                  <a:pos x="63" y="227"/>
                </a:cxn>
                <a:cxn ang="0">
                  <a:pos x="71" y="199"/>
                </a:cxn>
                <a:cxn ang="0">
                  <a:pos x="29" y="189"/>
                </a:cxn>
                <a:cxn ang="0">
                  <a:pos x="13" y="163"/>
                </a:cxn>
                <a:cxn ang="0">
                  <a:pos x="16" y="142"/>
                </a:cxn>
                <a:cxn ang="0">
                  <a:pos x="49" y="120"/>
                </a:cxn>
                <a:cxn ang="0">
                  <a:pos x="54" y="90"/>
                </a:cxn>
                <a:cxn ang="0">
                  <a:pos x="79" y="54"/>
                </a:cxn>
                <a:cxn ang="0">
                  <a:pos x="121" y="69"/>
                </a:cxn>
                <a:cxn ang="0">
                  <a:pos x="183" y="109"/>
                </a:cxn>
                <a:cxn ang="0">
                  <a:pos x="304" y="119"/>
                </a:cxn>
                <a:cxn ang="0">
                  <a:pos x="336" y="87"/>
                </a:cxn>
                <a:cxn ang="0">
                  <a:pos x="363" y="64"/>
                </a:cxn>
                <a:cxn ang="0">
                  <a:pos x="345" y="34"/>
                </a:cxn>
                <a:cxn ang="0">
                  <a:pos x="353" y="1"/>
                </a:cxn>
                <a:cxn ang="0">
                  <a:pos x="396" y="17"/>
                </a:cxn>
                <a:cxn ang="0">
                  <a:pos x="438" y="45"/>
                </a:cxn>
                <a:cxn ang="0">
                  <a:pos x="483" y="58"/>
                </a:cxn>
                <a:cxn ang="0">
                  <a:pos x="499" y="85"/>
                </a:cxn>
                <a:cxn ang="0">
                  <a:pos x="474" y="258"/>
                </a:cxn>
              </a:cxnLst>
              <a:rect l="0" t="0" r="r" b="b"/>
              <a:pathLst>
                <a:path w="499" h="386">
                  <a:moveTo>
                    <a:pt x="454" y="316"/>
                  </a:moveTo>
                  <a:cubicBezTo>
                    <a:pt x="454" y="316"/>
                    <a:pt x="454" y="316"/>
                    <a:pt x="454" y="316"/>
                  </a:cubicBezTo>
                  <a:cubicBezTo>
                    <a:pt x="454" y="317"/>
                    <a:pt x="453" y="316"/>
                    <a:pt x="453" y="316"/>
                  </a:cubicBezTo>
                  <a:cubicBezTo>
                    <a:pt x="453" y="316"/>
                    <a:pt x="453" y="317"/>
                    <a:pt x="453" y="317"/>
                  </a:cubicBezTo>
                  <a:cubicBezTo>
                    <a:pt x="453" y="317"/>
                    <a:pt x="454" y="317"/>
                    <a:pt x="454" y="317"/>
                  </a:cubicBezTo>
                  <a:cubicBezTo>
                    <a:pt x="455" y="317"/>
                    <a:pt x="454" y="316"/>
                    <a:pt x="454" y="316"/>
                  </a:cubicBezTo>
                  <a:close/>
                  <a:moveTo>
                    <a:pt x="474" y="255"/>
                  </a:moveTo>
                  <a:cubicBezTo>
                    <a:pt x="474" y="254"/>
                    <a:pt x="471" y="254"/>
                    <a:pt x="472" y="254"/>
                  </a:cubicBezTo>
                  <a:cubicBezTo>
                    <a:pt x="472" y="254"/>
                    <a:pt x="472" y="255"/>
                    <a:pt x="472" y="256"/>
                  </a:cubicBezTo>
                  <a:cubicBezTo>
                    <a:pt x="473" y="256"/>
                    <a:pt x="473" y="255"/>
                    <a:pt x="473" y="255"/>
                  </a:cubicBezTo>
                  <a:cubicBezTo>
                    <a:pt x="473" y="255"/>
                    <a:pt x="473" y="255"/>
                    <a:pt x="473" y="256"/>
                  </a:cubicBezTo>
                  <a:cubicBezTo>
                    <a:pt x="474" y="256"/>
                    <a:pt x="475" y="256"/>
                    <a:pt x="475" y="256"/>
                  </a:cubicBezTo>
                  <a:cubicBezTo>
                    <a:pt x="475" y="255"/>
                    <a:pt x="475" y="255"/>
                    <a:pt x="474" y="255"/>
                  </a:cubicBezTo>
                  <a:close/>
                  <a:moveTo>
                    <a:pt x="464" y="305"/>
                  </a:moveTo>
                  <a:cubicBezTo>
                    <a:pt x="465" y="305"/>
                    <a:pt x="465" y="305"/>
                    <a:pt x="465" y="304"/>
                  </a:cubicBezTo>
                  <a:cubicBezTo>
                    <a:pt x="465" y="304"/>
                    <a:pt x="464" y="304"/>
                    <a:pt x="464" y="304"/>
                  </a:cubicBezTo>
                  <a:cubicBezTo>
                    <a:pt x="464" y="304"/>
                    <a:pt x="464" y="304"/>
                    <a:pt x="464" y="304"/>
                  </a:cubicBezTo>
                  <a:cubicBezTo>
                    <a:pt x="464" y="303"/>
                    <a:pt x="463" y="304"/>
                    <a:pt x="463" y="304"/>
                  </a:cubicBezTo>
                  <a:cubicBezTo>
                    <a:pt x="463" y="304"/>
                    <a:pt x="463" y="304"/>
                    <a:pt x="464" y="304"/>
                  </a:cubicBezTo>
                  <a:cubicBezTo>
                    <a:pt x="464" y="305"/>
                    <a:pt x="464" y="305"/>
                    <a:pt x="464" y="305"/>
                  </a:cubicBezTo>
                  <a:cubicBezTo>
                    <a:pt x="464" y="305"/>
                    <a:pt x="463" y="305"/>
                    <a:pt x="463" y="305"/>
                  </a:cubicBezTo>
                  <a:cubicBezTo>
                    <a:pt x="463" y="305"/>
                    <a:pt x="464" y="305"/>
                    <a:pt x="464" y="305"/>
                  </a:cubicBezTo>
                  <a:cubicBezTo>
                    <a:pt x="464" y="305"/>
                    <a:pt x="463" y="306"/>
                    <a:pt x="464" y="306"/>
                  </a:cubicBezTo>
                  <a:cubicBezTo>
                    <a:pt x="464" y="306"/>
                    <a:pt x="464" y="306"/>
                    <a:pt x="464" y="306"/>
                  </a:cubicBezTo>
                  <a:cubicBezTo>
                    <a:pt x="464" y="306"/>
                    <a:pt x="464" y="306"/>
                    <a:pt x="464" y="306"/>
                  </a:cubicBezTo>
                  <a:cubicBezTo>
                    <a:pt x="465" y="305"/>
                    <a:pt x="465" y="305"/>
                    <a:pt x="465" y="305"/>
                  </a:cubicBezTo>
                  <a:cubicBezTo>
                    <a:pt x="465" y="305"/>
                    <a:pt x="464" y="305"/>
                    <a:pt x="464" y="305"/>
                  </a:cubicBezTo>
                  <a:close/>
                  <a:moveTo>
                    <a:pt x="372" y="354"/>
                  </a:moveTo>
                  <a:cubicBezTo>
                    <a:pt x="372" y="354"/>
                    <a:pt x="372" y="354"/>
                    <a:pt x="372" y="354"/>
                  </a:cubicBezTo>
                  <a:cubicBezTo>
                    <a:pt x="371" y="354"/>
                    <a:pt x="372" y="354"/>
                    <a:pt x="372" y="354"/>
                  </a:cubicBezTo>
                  <a:close/>
                  <a:moveTo>
                    <a:pt x="383" y="354"/>
                  </a:moveTo>
                  <a:cubicBezTo>
                    <a:pt x="383" y="354"/>
                    <a:pt x="383" y="354"/>
                    <a:pt x="383" y="355"/>
                  </a:cubicBezTo>
                  <a:cubicBezTo>
                    <a:pt x="382" y="355"/>
                    <a:pt x="383" y="355"/>
                    <a:pt x="383" y="355"/>
                  </a:cubicBezTo>
                  <a:cubicBezTo>
                    <a:pt x="384" y="355"/>
                    <a:pt x="384" y="354"/>
                    <a:pt x="384" y="354"/>
                  </a:cubicBezTo>
                  <a:cubicBezTo>
                    <a:pt x="385" y="354"/>
                    <a:pt x="385" y="355"/>
                    <a:pt x="385" y="355"/>
                  </a:cubicBezTo>
                  <a:cubicBezTo>
                    <a:pt x="385" y="355"/>
                    <a:pt x="385" y="354"/>
                    <a:pt x="385" y="354"/>
                  </a:cubicBezTo>
                  <a:cubicBezTo>
                    <a:pt x="385" y="354"/>
                    <a:pt x="385" y="354"/>
                    <a:pt x="385" y="354"/>
                  </a:cubicBezTo>
                  <a:cubicBezTo>
                    <a:pt x="384" y="354"/>
                    <a:pt x="384" y="354"/>
                    <a:pt x="384" y="354"/>
                  </a:cubicBezTo>
                  <a:cubicBezTo>
                    <a:pt x="384" y="353"/>
                    <a:pt x="383" y="354"/>
                    <a:pt x="383" y="354"/>
                  </a:cubicBezTo>
                  <a:cubicBezTo>
                    <a:pt x="383" y="354"/>
                    <a:pt x="383" y="354"/>
                    <a:pt x="383" y="354"/>
                  </a:cubicBezTo>
                  <a:cubicBezTo>
                    <a:pt x="383" y="354"/>
                    <a:pt x="383" y="354"/>
                    <a:pt x="383" y="354"/>
                  </a:cubicBezTo>
                  <a:close/>
                  <a:moveTo>
                    <a:pt x="391" y="366"/>
                  </a:moveTo>
                  <a:cubicBezTo>
                    <a:pt x="391" y="365"/>
                    <a:pt x="390" y="366"/>
                    <a:pt x="389" y="365"/>
                  </a:cubicBezTo>
                  <a:cubicBezTo>
                    <a:pt x="389" y="365"/>
                    <a:pt x="389" y="365"/>
                    <a:pt x="388" y="364"/>
                  </a:cubicBezTo>
                  <a:cubicBezTo>
                    <a:pt x="388" y="364"/>
                    <a:pt x="388" y="364"/>
                    <a:pt x="388" y="364"/>
                  </a:cubicBezTo>
                  <a:cubicBezTo>
                    <a:pt x="387" y="365"/>
                    <a:pt x="388" y="366"/>
                    <a:pt x="388" y="366"/>
                  </a:cubicBezTo>
                  <a:cubicBezTo>
                    <a:pt x="388" y="366"/>
                    <a:pt x="388" y="366"/>
                    <a:pt x="387" y="366"/>
                  </a:cubicBezTo>
                  <a:cubicBezTo>
                    <a:pt x="387" y="365"/>
                    <a:pt x="387" y="366"/>
                    <a:pt x="387" y="366"/>
                  </a:cubicBezTo>
                  <a:cubicBezTo>
                    <a:pt x="387" y="365"/>
                    <a:pt x="386" y="365"/>
                    <a:pt x="386" y="365"/>
                  </a:cubicBezTo>
                  <a:cubicBezTo>
                    <a:pt x="385" y="364"/>
                    <a:pt x="386" y="366"/>
                    <a:pt x="386" y="366"/>
                  </a:cubicBezTo>
                  <a:cubicBezTo>
                    <a:pt x="386" y="366"/>
                    <a:pt x="386" y="366"/>
                    <a:pt x="385" y="365"/>
                  </a:cubicBezTo>
                  <a:cubicBezTo>
                    <a:pt x="386" y="365"/>
                    <a:pt x="385" y="365"/>
                    <a:pt x="384" y="365"/>
                  </a:cubicBezTo>
                  <a:cubicBezTo>
                    <a:pt x="384" y="365"/>
                    <a:pt x="383" y="365"/>
                    <a:pt x="383" y="365"/>
                  </a:cubicBezTo>
                  <a:cubicBezTo>
                    <a:pt x="383" y="365"/>
                    <a:pt x="383" y="366"/>
                    <a:pt x="383" y="366"/>
                  </a:cubicBezTo>
                  <a:cubicBezTo>
                    <a:pt x="383" y="366"/>
                    <a:pt x="383" y="366"/>
                    <a:pt x="383" y="365"/>
                  </a:cubicBezTo>
                  <a:cubicBezTo>
                    <a:pt x="383" y="366"/>
                    <a:pt x="382" y="365"/>
                    <a:pt x="382" y="366"/>
                  </a:cubicBezTo>
                  <a:cubicBezTo>
                    <a:pt x="382" y="367"/>
                    <a:pt x="382" y="366"/>
                    <a:pt x="382" y="366"/>
                  </a:cubicBezTo>
                  <a:cubicBezTo>
                    <a:pt x="382" y="366"/>
                    <a:pt x="381" y="366"/>
                    <a:pt x="381" y="366"/>
                  </a:cubicBezTo>
                  <a:cubicBezTo>
                    <a:pt x="381" y="366"/>
                    <a:pt x="381" y="366"/>
                    <a:pt x="381" y="366"/>
                  </a:cubicBezTo>
                  <a:cubicBezTo>
                    <a:pt x="380" y="367"/>
                    <a:pt x="380" y="366"/>
                    <a:pt x="380" y="366"/>
                  </a:cubicBezTo>
                  <a:cubicBezTo>
                    <a:pt x="380" y="366"/>
                    <a:pt x="380" y="366"/>
                    <a:pt x="380" y="366"/>
                  </a:cubicBezTo>
                  <a:cubicBezTo>
                    <a:pt x="380" y="366"/>
                    <a:pt x="380" y="365"/>
                    <a:pt x="379" y="366"/>
                  </a:cubicBezTo>
                  <a:cubicBezTo>
                    <a:pt x="379" y="365"/>
                    <a:pt x="378" y="365"/>
                    <a:pt x="378" y="366"/>
                  </a:cubicBezTo>
                  <a:cubicBezTo>
                    <a:pt x="377" y="366"/>
                    <a:pt x="378" y="366"/>
                    <a:pt x="378" y="366"/>
                  </a:cubicBezTo>
                  <a:cubicBezTo>
                    <a:pt x="377" y="366"/>
                    <a:pt x="378" y="367"/>
                    <a:pt x="378" y="367"/>
                  </a:cubicBezTo>
                  <a:cubicBezTo>
                    <a:pt x="378" y="367"/>
                    <a:pt x="377" y="367"/>
                    <a:pt x="377" y="367"/>
                  </a:cubicBezTo>
                  <a:cubicBezTo>
                    <a:pt x="377" y="367"/>
                    <a:pt x="376" y="367"/>
                    <a:pt x="376" y="367"/>
                  </a:cubicBezTo>
                  <a:cubicBezTo>
                    <a:pt x="375" y="366"/>
                    <a:pt x="375" y="367"/>
                    <a:pt x="375" y="367"/>
                  </a:cubicBezTo>
                  <a:cubicBezTo>
                    <a:pt x="374" y="368"/>
                    <a:pt x="374" y="368"/>
                    <a:pt x="374" y="368"/>
                  </a:cubicBezTo>
                  <a:cubicBezTo>
                    <a:pt x="375" y="368"/>
                    <a:pt x="376" y="368"/>
                    <a:pt x="376" y="368"/>
                  </a:cubicBezTo>
                  <a:cubicBezTo>
                    <a:pt x="376" y="368"/>
                    <a:pt x="375" y="368"/>
                    <a:pt x="376" y="369"/>
                  </a:cubicBezTo>
                  <a:cubicBezTo>
                    <a:pt x="375" y="368"/>
                    <a:pt x="375" y="369"/>
                    <a:pt x="374" y="370"/>
                  </a:cubicBezTo>
                  <a:cubicBezTo>
                    <a:pt x="373" y="370"/>
                    <a:pt x="372" y="370"/>
                    <a:pt x="373" y="371"/>
                  </a:cubicBezTo>
                  <a:cubicBezTo>
                    <a:pt x="372" y="371"/>
                    <a:pt x="372" y="372"/>
                    <a:pt x="371" y="372"/>
                  </a:cubicBezTo>
                  <a:cubicBezTo>
                    <a:pt x="371" y="372"/>
                    <a:pt x="370" y="372"/>
                    <a:pt x="370" y="373"/>
                  </a:cubicBezTo>
                  <a:cubicBezTo>
                    <a:pt x="370" y="373"/>
                    <a:pt x="370" y="374"/>
                    <a:pt x="370" y="374"/>
                  </a:cubicBezTo>
                  <a:cubicBezTo>
                    <a:pt x="370" y="374"/>
                    <a:pt x="370" y="374"/>
                    <a:pt x="370" y="374"/>
                  </a:cubicBezTo>
                  <a:cubicBezTo>
                    <a:pt x="371" y="374"/>
                    <a:pt x="371" y="375"/>
                    <a:pt x="371" y="375"/>
                  </a:cubicBezTo>
                  <a:cubicBezTo>
                    <a:pt x="370" y="375"/>
                    <a:pt x="371" y="377"/>
                    <a:pt x="371" y="377"/>
                  </a:cubicBezTo>
                  <a:cubicBezTo>
                    <a:pt x="371" y="378"/>
                    <a:pt x="372" y="379"/>
                    <a:pt x="372" y="380"/>
                  </a:cubicBezTo>
                  <a:cubicBezTo>
                    <a:pt x="372" y="381"/>
                    <a:pt x="371" y="382"/>
                    <a:pt x="372" y="382"/>
                  </a:cubicBezTo>
                  <a:cubicBezTo>
                    <a:pt x="373" y="382"/>
                    <a:pt x="373" y="382"/>
                    <a:pt x="374" y="383"/>
                  </a:cubicBezTo>
                  <a:cubicBezTo>
                    <a:pt x="374" y="383"/>
                    <a:pt x="374" y="383"/>
                    <a:pt x="375" y="383"/>
                  </a:cubicBezTo>
                  <a:cubicBezTo>
                    <a:pt x="375" y="384"/>
                    <a:pt x="376" y="383"/>
                    <a:pt x="376" y="384"/>
                  </a:cubicBezTo>
                  <a:cubicBezTo>
                    <a:pt x="376" y="384"/>
                    <a:pt x="376" y="384"/>
                    <a:pt x="377" y="384"/>
                  </a:cubicBezTo>
                  <a:cubicBezTo>
                    <a:pt x="377" y="384"/>
                    <a:pt x="378" y="384"/>
                    <a:pt x="379" y="384"/>
                  </a:cubicBezTo>
                  <a:cubicBezTo>
                    <a:pt x="379" y="384"/>
                    <a:pt x="379" y="384"/>
                    <a:pt x="380" y="384"/>
                  </a:cubicBezTo>
                  <a:cubicBezTo>
                    <a:pt x="380" y="384"/>
                    <a:pt x="380" y="385"/>
                    <a:pt x="380" y="385"/>
                  </a:cubicBezTo>
                  <a:cubicBezTo>
                    <a:pt x="380" y="385"/>
                    <a:pt x="380" y="385"/>
                    <a:pt x="380" y="385"/>
                  </a:cubicBezTo>
                  <a:cubicBezTo>
                    <a:pt x="380" y="385"/>
                    <a:pt x="380" y="385"/>
                    <a:pt x="381" y="385"/>
                  </a:cubicBezTo>
                  <a:cubicBezTo>
                    <a:pt x="381" y="385"/>
                    <a:pt x="381" y="386"/>
                    <a:pt x="381" y="386"/>
                  </a:cubicBezTo>
                  <a:cubicBezTo>
                    <a:pt x="381" y="385"/>
                    <a:pt x="381" y="385"/>
                    <a:pt x="382" y="385"/>
                  </a:cubicBezTo>
                  <a:cubicBezTo>
                    <a:pt x="382" y="385"/>
                    <a:pt x="382" y="385"/>
                    <a:pt x="382" y="385"/>
                  </a:cubicBezTo>
                  <a:cubicBezTo>
                    <a:pt x="383" y="385"/>
                    <a:pt x="382" y="385"/>
                    <a:pt x="382" y="384"/>
                  </a:cubicBezTo>
                  <a:cubicBezTo>
                    <a:pt x="382" y="384"/>
                    <a:pt x="382" y="384"/>
                    <a:pt x="382" y="384"/>
                  </a:cubicBezTo>
                  <a:cubicBezTo>
                    <a:pt x="382" y="384"/>
                    <a:pt x="382" y="383"/>
                    <a:pt x="382" y="383"/>
                  </a:cubicBezTo>
                  <a:cubicBezTo>
                    <a:pt x="383" y="383"/>
                    <a:pt x="384" y="383"/>
                    <a:pt x="385" y="383"/>
                  </a:cubicBezTo>
                  <a:cubicBezTo>
                    <a:pt x="385" y="383"/>
                    <a:pt x="384" y="383"/>
                    <a:pt x="384" y="383"/>
                  </a:cubicBezTo>
                  <a:cubicBezTo>
                    <a:pt x="384" y="383"/>
                    <a:pt x="385" y="383"/>
                    <a:pt x="385" y="383"/>
                  </a:cubicBezTo>
                  <a:cubicBezTo>
                    <a:pt x="385" y="383"/>
                    <a:pt x="385" y="383"/>
                    <a:pt x="385" y="383"/>
                  </a:cubicBezTo>
                  <a:cubicBezTo>
                    <a:pt x="385" y="383"/>
                    <a:pt x="385" y="383"/>
                    <a:pt x="385" y="383"/>
                  </a:cubicBezTo>
                  <a:cubicBezTo>
                    <a:pt x="385" y="382"/>
                    <a:pt x="385" y="382"/>
                    <a:pt x="385" y="382"/>
                  </a:cubicBezTo>
                  <a:cubicBezTo>
                    <a:pt x="385" y="382"/>
                    <a:pt x="386" y="381"/>
                    <a:pt x="386" y="381"/>
                  </a:cubicBezTo>
                  <a:cubicBezTo>
                    <a:pt x="386" y="380"/>
                    <a:pt x="387" y="380"/>
                    <a:pt x="387" y="380"/>
                  </a:cubicBezTo>
                  <a:cubicBezTo>
                    <a:pt x="387" y="380"/>
                    <a:pt x="388" y="380"/>
                    <a:pt x="388" y="380"/>
                  </a:cubicBezTo>
                  <a:cubicBezTo>
                    <a:pt x="388" y="380"/>
                    <a:pt x="387" y="380"/>
                    <a:pt x="387" y="380"/>
                  </a:cubicBezTo>
                  <a:cubicBezTo>
                    <a:pt x="387" y="380"/>
                    <a:pt x="388" y="380"/>
                    <a:pt x="388" y="380"/>
                  </a:cubicBezTo>
                  <a:cubicBezTo>
                    <a:pt x="388" y="380"/>
                    <a:pt x="388" y="379"/>
                    <a:pt x="388" y="379"/>
                  </a:cubicBezTo>
                  <a:cubicBezTo>
                    <a:pt x="389" y="379"/>
                    <a:pt x="389" y="379"/>
                    <a:pt x="389" y="379"/>
                  </a:cubicBezTo>
                  <a:cubicBezTo>
                    <a:pt x="389" y="378"/>
                    <a:pt x="389" y="378"/>
                    <a:pt x="389" y="378"/>
                  </a:cubicBezTo>
                  <a:cubicBezTo>
                    <a:pt x="388" y="378"/>
                    <a:pt x="389" y="379"/>
                    <a:pt x="388" y="379"/>
                  </a:cubicBezTo>
                  <a:cubicBezTo>
                    <a:pt x="388" y="379"/>
                    <a:pt x="388" y="378"/>
                    <a:pt x="388" y="378"/>
                  </a:cubicBezTo>
                  <a:cubicBezTo>
                    <a:pt x="389" y="377"/>
                    <a:pt x="389" y="377"/>
                    <a:pt x="389" y="377"/>
                  </a:cubicBezTo>
                  <a:cubicBezTo>
                    <a:pt x="389" y="376"/>
                    <a:pt x="389" y="375"/>
                    <a:pt x="389" y="375"/>
                  </a:cubicBezTo>
                  <a:cubicBezTo>
                    <a:pt x="389" y="375"/>
                    <a:pt x="389" y="375"/>
                    <a:pt x="389" y="375"/>
                  </a:cubicBezTo>
                  <a:cubicBezTo>
                    <a:pt x="389" y="375"/>
                    <a:pt x="388" y="375"/>
                    <a:pt x="388" y="375"/>
                  </a:cubicBezTo>
                  <a:cubicBezTo>
                    <a:pt x="389" y="375"/>
                    <a:pt x="389" y="374"/>
                    <a:pt x="389" y="373"/>
                  </a:cubicBezTo>
                  <a:cubicBezTo>
                    <a:pt x="389" y="373"/>
                    <a:pt x="389" y="373"/>
                    <a:pt x="389" y="373"/>
                  </a:cubicBezTo>
                  <a:cubicBezTo>
                    <a:pt x="390" y="373"/>
                    <a:pt x="389" y="372"/>
                    <a:pt x="389" y="372"/>
                  </a:cubicBezTo>
                  <a:cubicBezTo>
                    <a:pt x="390" y="372"/>
                    <a:pt x="390" y="371"/>
                    <a:pt x="390" y="371"/>
                  </a:cubicBezTo>
                  <a:cubicBezTo>
                    <a:pt x="390" y="370"/>
                    <a:pt x="390" y="370"/>
                    <a:pt x="390" y="370"/>
                  </a:cubicBezTo>
                  <a:cubicBezTo>
                    <a:pt x="390" y="370"/>
                    <a:pt x="391" y="370"/>
                    <a:pt x="391" y="370"/>
                  </a:cubicBezTo>
                  <a:cubicBezTo>
                    <a:pt x="390" y="370"/>
                    <a:pt x="390" y="370"/>
                    <a:pt x="391" y="371"/>
                  </a:cubicBezTo>
                  <a:cubicBezTo>
                    <a:pt x="391" y="371"/>
                    <a:pt x="391" y="370"/>
                    <a:pt x="391" y="370"/>
                  </a:cubicBezTo>
                  <a:cubicBezTo>
                    <a:pt x="391" y="370"/>
                    <a:pt x="392" y="369"/>
                    <a:pt x="392" y="369"/>
                  </a:cubicBezTo>
                  <a:cubicBezTo>
                    <a:pt x="392" y="369"/>
                    <a:pt x="392" y="369"/>
                    <a:pt x="392" y="368"/>
                  </a:cubicBezTo>
                  <a:cubicBezTo>
                    <a:pt x="392" y="368"/>
                    <a:pt x="391" y="367"/>
                    <a:pt x="391" y="366"/>
                  </a:cubicBezTo>
                  <a:close/>
                  <a:moveTo>
                    <a:pt x="430" y="334"/>
                  </a:moveTo>
                  <a:cubicBezTo>
                    <a:pt x="430" y="334"/>
                    <a:pt x="430" y="334"/>
                    <a:pt x="430" y="334"/>
                  </a:cubicBezTo>
                  <a:cubicBezTo>
                    <a:pt x="430" y="334"/>
                    <a:pt x="430" y="334"/>
                    <a:pt x="430" y="334"/>
                  </a:cubicBezTo>
                  <a:close/>
                  <a:moveTo>
                    <a:pt x="499" y="90"/>
                  </a:moveTo>
                  <a:cubicBezTo>
                    <a:pt x="499" y="92"/>
                    <a:pt x="497" y="91"/>
                    <a:pt x="496" y="91"/>
                  </a:cubicBezTo>
                  <a:cubicBezTo>
                    <a:pt x="494" y="90"/>
                    <a:pt x="492" y="90"/>
                    <a:pt x="490" y="89"/>
                  </a:cubicBezTo>
                  <a:cubicBezTo>
                    <a:pt x="490" y="89"/>
                    <a:pt x="488" y="89"/>
                    <a:pt x="488" y="89"/>
                  </a:cubicBezTo>
                  <a:cubicBezTo>
                    <a:pt x="487" y="88"/>
                    <a:pt x="487" y="88"/>
                    <a:pt x="486" y="88"/>
                  </a:cubicBezTo>
                  <a:cubicBezTo>
                    <a:pt x="486" y="88"/>
                    <a:pt x="487" y="89"/>
                    <a:pt x="486" y="89"/>
                  </a:cubicBezTo>
                  <a:cubicBezTo>
                    <a:pt x="486" y="89"/>
                    <a:pt x="485" y="89"/>
                    <a:pt x="486" y="90"/>
                  </a:cubicBezTo>
                  <a:cubicBezTo>
                    <a:pt x="486" y="90"/>
                    <a:pt x="486" y="91"/>
                    <a:pt x="486" y="91"/>
                  </a:cubicBezTo>
                  <a:cubicBezTo>
                    <a:pt x="485" y="92"/>
                    <a:pt x="485" y="91"/>
                    <a:pt x="484" y="92"/>
                  </a:cubicBezTo>
                  <a:cubicBezTo>
                    <a:pt x="483" y="93"/>
                    <a:pt x="483" y="92"/>
                    <a:pt x="483" y="92"/>
                  </a:cubicBezTo>
                  <a:cubicBezTo>
                    <a:pt x="482" y="92"/>
                    <a:pt x="483" y="93"/>
                    <a:pt x="482" y="93"/>
                  </a:cubicBezTo>
                  <a:cubicBezTo>
                    <a:pt x="481" y="93"/>
                    <a:pt x="482" y="94"/>
                    <a:pt x="483" y="94"/>
                  </a:cubicBezTo>
                  <a:cubicBezTo>
                    <a:pt x="483" y="94"/>
                    <a:pt x="484" y="95"/>
                    <a:pt x="484" y="95"/>
                  </a:cubicBezTo>
                  <a:cubicBezTo>
                    <a:pt x="486" y="97"/>
                    <a:pt x="487" y="98"/>
                    <a:pt x="488" y="99"/>
                  </a:cubicBezTo>
                  <a:cubicBezTo>
                    <a:pt x="488" y="100"/>
                    <a:pt x="489" y="101"/>
                    <a:pt x="489" y="101"/>
                  </a:cubicBezTo>
                  <a:cubicBezTo>
                    <a:pt x="490" y="102"/>
                    <a:pt x="490" y="102"/>
                    <a:pt x="490" y="103"/>
                  </a:cubicBezTo>
                  <a:cubicBezTo>
                    <a:pt x="490" y="104"/>
                    <a:pt x="490" y="105"/>
                    <a:pt x="491" y="105"/>
                  </a:cubicBezTo>
                  <a:cubicBezTo>
                    <a:pt x="491" y="106"/>
                    <a:pt x="492" y="107"/>
                    <a:pt x="492" y="107"/>
                  </a:cubicBezTo>
                  <a:cubicBezTo>
                    <a:pt x="492" y="108"/>
                    <a:pt x="493" y="108"/>
                    <a:pt x="494" y="109"/>
                  </a:cubicBezTo>
                  <a:cubicBezTo>
                    <a:pt x="494" y="109"/>
                    <a:pt x="494" y="109"/>
                    <a:pt x="494" y="110"/>
                  </a:cubicBezTo>
                  <a:cubicBezTo>
                    <a:pt x="494" y="110"/>
                    <a:pt x="494" y="110"/>
                    <a:pt x="494" y="110"/>
                  </a:cubicBezTo>
                  <a:cubicBezTo>
                    <a:pt x="494" y="111"/>
                    <a:pt x="494" y="111"/>
                    <a:pt x="495" y="112"/>
                  </a:cubicBezTo>
                  <a:cubicBezTo>
                    <a:pt x="495" y="112"/>
                    <a:pt x="494" y="113"/>
                    <a:pt x="495" y="113"/>
                  </a:cubicBezTo>
                  <a:cubicBezTo>
                    <a:pt x="495" y="114"/>
                    <a:pt x="495" y="114"/>
                    <a:pt x="495" y="114"/>
                  </a:cubicBezTo>
                  <a:cubicBezTo>
                    <a:pt x="495" y="114"/>
                    <a:pt x="495" y="114"/>
                    <a:pt x="495" y="114"/>
                  </a:cubicBezTo>
                  <a:cubicBezTo>
                    <a:pt x="495" y="114"/>
                    <a:pt x="495" y="115"/>
                    <a:pt x="495" y="115"/>
                  </a:cubicBezTo>
                  <a:cubicBezTo>
                    <a:pt x="494" y="115"/>
                    <a:pt x="494" y="115"/>
                    <a:pt x="494" y="115"/>
                  </a:cubicBezTo>
                  <a:cubicBezTo>
                    <a:pt x="494" y="115"/>
                    <a:pt x="492" y="114"/>
                    <a:pt x="493" y="115"/>
                  </a:cubicBezTo>
                  <a:cubicBezTo>
                    <a:pt x="493" y="115"/>
                    <a:pt x="491" y="115"/>
                    <a:pt x="491" y="115"/>
                  </a:cubicBezTo>
                  <a:cubicBezTo>
                    <a:pt x="491" y="115"/>
                    <a:pt x="490" y="116"/>
                    <a:pt x="490" y="117"/>
                  </a:cubicBezTo>
                  <a:cubicBezTo>
                    <a:pt x="491" y="117"/>
                    <a:pt x="491" y="117"/>
                    <a:pt x="492" y="117"/>
                  </a:cubicBezTo>
                  <a:cubicBezTo>
                    <a:pt x="492" y="117"/>
                    <a:pt x="493" y="117"/>
                    <a:pt x="493" y="118"/>
                  </a:cubicBezTo>
                  <a:cubicBezTo>
                    <a:pt x="493" y="119"/>
                    <a:pt x="493" y="119"/>
                    <a:pt x="494" y="119"/>
                  </a:cubicBezTo>
                  <a:cubicBezTo>
                    <a:pt x="493" y="119"/>
                    <a:pt x="492" y="118"/>
                    <a:pt x="492" y="118"/>
                  </a:cubicBezTo>
                  <a:cubicBezTo>
                    <a:pt x="492" y="118"/>
                    <a:pt x="492" y="117"/>
                    <a:pt x="491" y="117"/>
                  </a:cubicBezTo>
                  <a:cubicBezTo>
                    <a:pt x="491" y="118"/>
                    <a:pt x="492" y="118"/>
                    <a:pt x="492" y="118"/>
                  </a:cubicBezTo>
                  <a:cubicBezTo>
                    <a:pt x="492" y="118"/>
                    <a:pt x="491" y="118"/>
                    <a:pt x="491" y="118"/>
                  </a:cubicBezTo>
                  <a:cubicBezTo>
                    <a:pt x="490" y="117"/>
                    <a:pt x="490" y="117"/>
                    <a:pt x="489" y="117"/>
                  </a:cubicBezTo>
                  <a:cubicBezTo>
                    <a:pt x="489" y="116"/>
                    <a:pt x="488" y="116"/>
                    <a:pt x="488" y="115"/>
                  </a:cubicBezTo>
                  <a:cubicBezTo>
                    <a:pt x="488" y="115"/>
                    <a:pt x="488" y="114"/>
                    <a:pt x="487" y="114"/>
                  </a:cubicBezTo>
                  <a:cubicBezTo>
                    <a:pt x="487" y="114"/>
                    <a:pt x="486" y="114"/>
                    <a:pt x="486" y="114"/>
                  </a:cubicBezTo>
                  <a:cubicBezTo>
                    <a:pt x="486" y="114"/>
                    <a:pt x="486" y="113"/>
                    <a:pt x="486" y="114"/>
                  </a:cubicBezTo>
                  <a:cubicBezTo>
                    <a:pt x="485" y="114"/>
                    <a:pt x="485" y="113"/>
                    <a:pt x="484" y="113"/>
                  </a:cubicBezTo>
                  <a:cubicBezTo>
                    <a:pt x="484" y="113"/>
                    <a:pt x="484" y="113"/>
                    <a:pt x="484" y="113"/>
                  </a:cubicBezTo>
                  <a:cubicBezTo>
                    <a:pt x="484" y="113"/>
                    <a:pt x="484" y="115"/>
                    <a:pt x="484" y="115"/>
                  </a:cubicBezTo>
                  <a:cubicBezTo>
                    <a:pt x="484" y="115"/>
                    <a:pt x="484" y="116"/>
                    <a:pt x="484" y="116"/>
                  </a:cubicBezTo>
                  <a:cubicBezTo>
                    <a:pt x="485" y="117"/>
                    <a:pt x="485" y="117"/>
                    <a:pt x="485" y="117"/>
                  </a:cubicBezTo>
                  <a:cubicBezTo>
                    <a:pt x="485" y="117"/>
                    <a:pt x="485" y="118"/>
                    <a:pt x="485" y="119"/>
                  </a:cubicBezTo>
                  <a:cubicBezTo>
                    <a:pt x="486" y="119"/>
                    <a:pt x="485" y="119"/>
                    <a:pt x="485" y="119"/>
                  </a:cubicBezTo>
                  <a:cubicBezTo>
                    <a:pt x="485" y="119"/>
                    <a:pt x="485" y="120"/>
                    <a:pt x="484" y="120"/>
                  </a:cubicBezTo>
                  <a:cubicBezTo>
                    <a:pt x="484" y="120"/>
                    <a:pt x="484" y="120"/>
                    <a:pt x="484" y="120"/>
                  </a:cubicBezTo>
                  <a:cubicBezTo>
                    <a:pt x="484" y="120"/>
                    <a:pt x="484" y="119"/>
                    <a:pt x="483" y="119"/>
                  </a:cubicBezTo>
                  <a:cubicBezTo>
                    <a:pt x="483" y="119"/>
                    <a:pt x="483" y="119"/>
                    <a:pt x="482" y="119"/>
                  </a:cubicBezTo>
                  <a:cubicBezTo>
                    <a:pt x="483" y="119"/>
                    <a:pt x="482" y="120"/>
                    <a:pt x="482" y="120"/>
                  </a:cubicBezTo>
                  <a:cubicBezTo>
                    <a:pt x="482" y="120"/>
                    <a:pt x="482" y="120"/>
                    <a:pt x="482" y="121"/>
                  </a:cubicBezTo>
                  <a:cubicBezTo>
                    <a:pt x="482" y="121"/>
                    <a:pt x="482" y="121"/>
                    <a:pt x="482" y="121"/>
                  </a:cubicBezTo>
                  <a:cubicBezTo>
                    <a:pt x="482" y="122"/>
                    <a:pt x="482" y="121"/>
                    <a:pt x="482" y="122"/>
                  </a:cubicBezTo>
                  <a:cubicBezTo>
                    <a:pt x="483" y="122"/>
                    <a:pt x="482" y="122"/>
                    <a:pt x="482" y="123"/>
                  </a:cubicBezTo>
                  <a:cubicBezTo>
                    <a:pt x="482" y="123"/>
                    <a:pt x="481" y="123"/>
                    <a:pt x="481" y="123"/>
                  </a:cubicBezTo>
                  <a:cubicBezTo>
                    <a:pt x="481" y="123"/>
                    <a:pt x="481" y="124"/>
                    <a:pt x="481" y="124"/>
                  </a:cubicBezTo>
                  <a:cubicBezTo>
                    <a:pt x="480" y="124"/>
                    <a:pt x="480" y="124"/>
                    <a:pt x="480" y="124"/>
                  </a:cubicBezTo>
                  <a:cubicBezTo>
                    <a:pt x="479" y="124"/>
                    <a:pt x="479" y="124"/>
                    <a:pt x="478" y="124"/>
                  </a:cubicBezTo>
                  <a:cubicBezTo>
                    <a:pt x="477" y="124"/>
                    <a:pt x="476" y="124"/>
                    <a:pt x="475" y="124"/>
                  </a:cubicBezTo>
                  <a:cubicBezTo>
                    <a:pt x="474" y="124"/>
                    <a:pt x="473" y="124"/>
                    <a:pt x="474" y="125"/>
                  </a:cubicBezTo>
                  <a:cubicBezTo>
                    <a:pt x="475" y="126"/>
                    <a:pt x="475" y="126"/>
                    <a:pt x="476" y="127"/>
                  </a:cubicBezTo>
                  <a:cubicBezTo>
                    <a:pt x="477" y="128"/>
                    <a:pt x="478" y="128"/>
                    <a:pt x="478" y="129"/>
                  </a:cubicBezTo>
                  <a:cubicBezTo>
                    <a:pt x="478" y="129"/>
                    <a:pt x="478" y="131"/>
                    <a:pt x="478" y="131"/>
                  </a:cubicBezTo>
                  <a:cubicBezTo>
                    <a:pt x="477" y="131"/>
                    <a:pt x="477" y="130"/>
                    <a:pt x="476" y="130"/>
                  </a:cubicBezTo>
                  <a:cubicBezTo>
                    <a:pt x="476" y="130"/>
                    <a:pt x="475" y="130"/>
                    <a:pt x="475" y="130"/>
                  </a:cubicBezTo>
                  <a:cubicBezTo>
                    <a:pt x="475" y="131"/>
                    <a:pt x="474" y="130"/>
                    <a:pt x="474" y="130"/>
                  </a:cubicBezTo>
                  <a:cubicBezTo>
                    <a:pt x="473" y="130"/>
                    <a:pt x="473" y="130"/>
                    <a:pt x="472" y="130"/>
                  </a:cubicBezTo>
                  <a:cubicBezTo>
                    <a:pt x="471" y="130"/>
                    <a:pt x="470" y="130"/>
                    <a:pt x="470" y="130"/>
                  </a:cubicBezTo>
                  <a:cubicBezTo>
                    <a:pt x="470" y="129"/>
                    <a:pt x="467" y="129"/>
                    <a:pt x="468" y="129"/>
                  </a:cubicBezTo>
                  <a:cubicBezTo>
                    <a:pt x="468" y="128"/>
                    <a:pt x="468" y="129"/>
                    <a:pt x="467" y="128"/>
                  </a:cubicBezTo>
                  <a:cubicBezTo>
                    <a:pt x="467" y="128"/>
                    <a:pt x="466" y="128"/>
                    <a:pt x="467" y="128"/>
                  </a:cubicBezTo>
                  <a:cubicBezTo>
                    <a:pt x="466" y="127"/>
                    <a:pt x="466" y="127"/>
                    <a:pt x="466" y="127"/>
                  </a:cubicBezTo>
                  <a:cubicBezTo>
                    <a:pt x="465" y="127"/>
                    <a:pt x="465" y="127"/>
                    <a:pt x="465" y="126"/>
                  </a:cubicBezTo>
                  <a:cubicBezTo>
                    <a:pt x="464" y="126"/>
                    <a:pt x="465" y="127"/>
                    <a:pt x="464" y="127"/>
                  </a:cubicBezTo>
                  <a:cubicBezTo>
                    <a:pt x="464" y="128"/>
                    <a:pt x="463" y="127"/>
                    <a:pt x="463" y="127"/>
                  </a:cubicBezTo>
                  <a:cubicBezTo>
                    <a:pt x="463" y="127"/>
                    <a:pt x="464" y="127"/>
                    <a:pt x="463" y="128"/>
                  </a:cubicBezTo>
                  <a:cubicBezTo>
                    <a:pt x="463" y="128"/>
                    <a:pt x="463" y="128"/>
                    <a:pt x="463" y="128"/>
                  </a:cubicBezTo>
                  <a:cubicBezTo>
                    <a:pt x="463" y="128"/>
                    <a:pt x="463" y="128"/>
                    <a:pt x="463" y="129"/>
                  </a:cubicBezTo>
                  <a:cubicBezTo>
                    <a:pt x="463" y="129"/>
                    <a:pt x="463" y="129"/>
                    <a:pt x="463" y="130"/>
                  </a:cubicBezTo>
                  <a:cubicBezTo>
                    <a:pt x="463" y="130"/>
                    <a:pt x="463" y="131"/>
                    <a:pt x="463" y="131"/>
                  </a:cubicBezTo>
                  <a:cubicBezTo>
                    <a:pt x="463" y="131"/>
                    <a:pt x="464" y="131"/>
                    <a:pt x="463" y="131"/>
                  </a:cubicBezTo>
                  <a:cubicBezTo>
                    <a:pt x="463" y="131"/>
                    <a:pt x="463" y="132"/>
                    <a:pt x="463" y="132"/>
                  </a:cubicBezTo>
                  <a:cubicBezTo>
                    <a:pt x="463" y="133"/>
                    <a:pt x="463" y="133"/>
                    <a:pt x="462" y="134"/>
                  </a:cubicBezTo>
                  <a:cubicBezTo>
                    <a:pt x="462" y="134"/>
                    <a:pt x="462" y="134"/>
                    <a:pt x="462" y="135"/>
                  </a:cubicBezTo>
                  <a:cubicBezTo>
                    <a:pt x="462" y="135"/>
                    <a:pt x="461" y="136"/>
                    <a:pt x="462" y="136"/>
                  </a:cubicBezTo>
                  <a:cubicBezTo>
                    <a:pt x="461" y="136"/>
                    <a:pt x="461" y="136"/>
                    <a:pt x="461" y="136"/>
                  </a:cubicBezTo>
                  <a:cubicBezTo>
                    <a:pt x="460" y="136"/>
                    <a:pt x="460" y="136"/>
                    <a:pt x="460" y="136"/>
                  </a:cubicBezTo>
                  <a:cubicBezTo>
                    <a:pt x="459" y="136"/>
                    <a:pt x="459" y="136"/>
                    <a:pt x="459" y="137"/>
                  </a:cubicBezTo>
                  <a:cubicBezTo>
                    <a:pt x="459" y="137"/>
                    <a:pt x="459" y="137"/>
                    <a:pt x="459" y="137"/>
                  </a:cubicBezTo>
                  <a:cubicBezTo>
                    <a:pt x="459" y="138"/>
                    <a:pt x="459" y="137"/>
                    <a:pt x="458" y="137"/>
                  </a:cubicBezTo>
                  <a:cubicBezTo>
                    <a:pt x="458" y="137"/>
                    <a:pt x="459" y="138"/>
                    <a:pt x="458" y="138"/>
                  </a:cubicBezTo>
                  <a:cubicBezTo>
                    <a:pt x="458" y="138"/>
                    <a:pt x="458" y="139"/>
                    <a:pt x="458" y="139"/>
                  </a:cubicBezTo>
                  <a:cubicBezTo>
                    <a:pt x="457" y="139"/>
                    <a:pt x="457" y="139"/>
                    <a:pt x="457" y="139"/>
                  </a:cubicBezTo>
                  <a:cubicBezTo>
                    <a:pt x="456" y="139"/>
                    <a:pt x="456" y="139"/>
                    <a:pt x="456" y="139"/>
                  </a:cubicBezTo>
                  <a:cubicBezTo>
                    <a:pt x="456" y="139"/>
                    <a:pt x="456" y="139"/>
                    <a:pt x="455" y="139"/>
                  </a:cubicBezTo>
                  <a:cubicBezTo>
                    <a:pt x="455" y="140"/>
                    <a:pt x="455" y="140"/>
                    <a:pt x="455" y="141"/>
                  </a:cubicBezTo>
                  <a:cubicBezTo>
                    <a:pt x="455" y="141"/>
                    <a:pt x="454" y="141"/>
                    <a:pt x="454" y="141"/>
                  </a:cubicBezTo>
                  <a:cubicBezTo>
                    <a:pt x="454" y="141"/>
                    <a:pt x="453" y="142"/>
                    <a:pt x="453" y="142"/>
                  </a:cubicBezTo>
                  <a:cubicBezTo>
                    <a:pt x="453" y="143"/>
                    <a:pt x="451" y="144"/>
                    <a:pt x="451" y="145"/>
                  </a:cubicBezTo>
                  <a:cubicBezTo>
                    <a:pt x="452" y="146"/>
                    <a:pt x="451" y="147"/>
                    <a:pt x="451" y="147"/>
                  </a:cubicBezTo>
                  <a:cubicBezTo>
                    <a:pt x="450" y="148"/>
                    <a:pt x="450" y="148"/>
                    <a:pt x="449" y="148"/>
                  </a:cubicBezTo>
                  <a:cubicBezTo>
                    <a:pt x="448" y="148"/>
                    <a:pt x="448" y="148"/>
                    <a:pt x="447" y="148"/>
                  </a:cubicBezTo>
                  <a:cubicBezTo>
                    <a:pt x="447" y="148"/>
                    <a:pt x="446" y="147"/>
                    <a:pt x="446" y="147"/>
                  </a:cubicBezTo>
                  <a:cubicBezTo>
                    <a:pt x="446" y="147"/>
                    <a:pt x="446" y="148"/>
                    <a:pt x="446" y="148"/>
                  </a:cubicBezTo>
                  <a:cubicBezTo>
                    <a:pt x="446" y="149"/>
                    <a:pt x="445" y="148"/>
                    <a:pt x="445" y="148"/>
                  </a:cubicBezTo>
                  <a:cubicBezTo>
                    <a:pt x="445" y="148"/>
                    <a:pt x="445" y="149"/>
                    <a:pt x="445" y="149"/>
                  </a:cubicBezTo>
                  <a:cubicBezTo>
                    <a:pt x="444" y="149"/>
                    <a:pt x="444" y="148"/>
                    <a:pt x="444" y="148"/>
                  </a:cubicBezTo>
                  <a:cubicBezTo>
                    <a:pt x="444" y="149"/>
                    <a:pt x="443" y="148"/>
                    <a:pt x="443" y="148"/>
                  </a:cubicBezTo>
                  <a:cubicBezTo>
                    <a:pt x="443" y="148"/>
                    <a:pt x="443" y="148"/>
                    <a:pt x="443" y="149"/>
                  </a:cubicBezTo>
                  <a:cubicBezTo>
                    <a:pt x="443" y="149"/>
                    <a:pt x="443" y="149"/>
                    <a:pt x="443" y="149"/>
                  </a:cubicBezTo>
                  <a:cubicBezTo>
                    <a:pt x="443" y="149"/>
                    <a:pt x="444" y="149"/>
                    <a:pt x="443" y="150"/>
                  </a:cubicBezTo>
                  <a:cubicBezTo>
                    <a:pt x="442" y="150"/>
                    <a:pt x="442" y="149"/>
                    <a:pt x="442" y="149"/>
                  </a:cubicBezTo>
                  <a:cubicBezTo>
                    <a:pt x="442" y="149"/>
                    <a:pt x="441" y="149"/>
                    <a:pt x="441" y="150"/>
                  </a:cubicBezTo>
                  <a:cubicBezTo>
                    <a:pt x="442" y="150"/>
                    <a:pt x="441" y="150"/>
                    <a:pt x="440" y="150"/>
                  </a:cubicBezTo>
                  <a:cubicBezTo>
                    <a:pt x="440" y="150"/>
                    <a:pt x="440" y="150"/>
                    <a:pt x="440" y="151"/>
                  </a:cubicBezTo>
                  <a:cubicBezTo>
                    <a:pt x="439" y="151"/>
                    <a:pt x="439" y="151"/>
                    <a:pt x="439" y="151"/>
                  </a:cubicBezTo>
                  <a:cubicBezTo>
                    <a:pt x="439" y="152"/>
                    <a:pt x="438" y="152"/>
                    <a:pt x="438" y="152"/>
                  </a:cubicBezTo>
                  <a:cubicBezTo>
                    <a:pt x="438" y="152"/>
                    <a:pt x="437" y="153"/>
                    <a:pt x="436" y="153"/>
                  </a:cubicBezTo>
                  <a:cubicBezTo>
                    <a:pt x="436" y="153"/>
                    <a:pt x="436" y="154"/>
                    <a:pt x="436" y="154"/>
                  </a:cubicBezTo>
                  <a:cubicBezTo>
                    <a:pt x="436" y="154"/>
                    <a:pt x="436" y="154"/>
                    <a:pt x="436" y="154"/>
                  </a:cubicBezTo>
                  <a:cubicBezTo>
                    <a:pt x="435" y="155"/>
                    <a:pt x="436" y="155"/>
                    <a:pt x="436" y="155"/>
                  </a:cubicBezTo>
                  <a:cubicBezTo>
                    <a:pt x="436" y="155"/>
                    <a:pt x="436" y="156"/>
                    <a:pt x="435" y="156"/>
                  </a:cubicBezTo>
                  <a:cubicBezTo>
                    <a:pt x="435" y="156"/>
                    <a:pt x="435" y="156"/>
                    <a:pt x="434" y="156"/>
                  </a:cubicBezTo>
                  <a:cubicBezTo>
                    <a:pt x="434" y="156"/>
                    <a:pt x="435" y="157"/>
                    <a:pt x="435" y="157"/>
                  </a:cubicBezTo>
                  <a:cubicBezTo>
                    <a:pt x="435" y="157"/>
                    <a:pt x="434" y="157"/>
                    <a:pt x="434" y="157"/>
                  </a:cubicBezTo>
                  <a:cubicBezTo>
                    <a:pt x="434" y="157"/>
                    <a:pt x="435" y="157"/>
                    <a:pt x="435" y="157"/>
                  </a:cubicBezTo>
                  <a:cubicBezTo>
                    <a:pt x="434" y="158"/>
                    <a:pt x="433" y="156"/>
                    <a:pt x="433" y="157"/>
                  </a:cubicBezTo>
                  <a:cubicBezTo>
                    <a:pt x="433" y="157"/>
                    <a:pt x="433" y="157"/>
                    <a:pt x="433" y="157"/>
                  </a:cubicBezTo>
                  <a:cubicBezTo>
                    <a:pt x="432" y="157"/>
                    <a:pt x="433" y="157"/>
                    <a:pt x="432" y="157"/>
                  </a:cubicBezTo>
                  <a:cubicBezTo>
                    <a:pt x="432" y="158"/>
                    <a:pt x="433" y="158"/>
                    <a:pt x="433" y="158"/>
                  </a:cubicBezTo>
                  <a:cubicBezTo>
                    <a:pt x="434" y="159"/>
                    <a:pt x="433" y="158"/>
                    <a:pt x="432" y="158"/>
                  </a:cubicBezTo>
                  <a:cubicBezTo>
                    <a:pt x="432" y="158"/>
                    <a:pt x="432" y="159"/>
                    <a:pt x="432" y="159"/>
                  </a:cubicBezTo>
                  <a:cubicBezTo>
                    <a:pt x="431" y="159"/>
                    <a:pt x="431" y="159"/>
                    <a:pt x="431" y="159"/>
                  </a:cubicBezTo>
                  <a:cubicBezTo>
                    <a:pt x="431" y="159"/>
                    <a:pt x="430" y="159"/>
                    <a:pt x="430" y="159"/>
                  </a:cubicBezTo>
                  <a:cubicBezTo>
                    <a:pt x="430" y="159"/>
                    <a:pt x="430" y="159"/>
                    <a:pt x="430" y="159"/>
                  </a:cubicBezTo>
                  <a:cubicBezTo>
                    <a:pt x="430" y="159"/>
                    <a:pt x="429" y="161"/>
                    <a:pt x="429" y="160"/>
                  </a:cubicBezTo>
                  <a:cubicBezTo>
                    <a:pt x="429" y="159"/>
                    <a:pt x="429" y="159"/>
                    <a:pt x="428" y="159"/>
                  </a:cubicBezTo>
                  <a:cubicBezTo>
                    <a:pt x="428" y="158"/>
                    <a:pt x="428" y="158"/>
                    <a:pt x="428" y="158"/>
                  </a:cubicBezTo>
                  <a:cubicBezTo>
                    <a:pt x="428" y="158"/>
                    <a:pt x="428" y="158"/>
                    <a:pt x="428" y="158"/>
                  </a:cubicBezTo>
                  <a:cubicBezTo>
                    <a:pt x="428" y="157"/>
                    <a:pt x="428" y="157"/>
                    <a:pt x="428" y="157"/>
                  </a:cubicBezTo>
                  <a:cubicBezTo>
                    <a:pt x="429" y="157"/>
                    <a:pt x="429" y="157"/>
                    <a:pt x="429" y="157"/>
                  </a:cubicBezTo>
                  <a:cubicBezTo>
                    <a:pt x="430" y="157"/>
                    <a:pt x="429" y="156"/>
                    <a:pt x="430" y="156"/>
                  </a:cubicBezTo>
                  <a:cubicBezTo>
                    <a:pt x="430" y="156"/>
                    <a:pt x="430" y="157"/>
                    <a:pt x="431" y="157"/>
                  </a:cubicBezTo>
                  <a:cubicBezTo>
                    <a:pt x="431" y="157"/>
                    <a:pt x="431" y="156"/>
                    <a:pt x="431" y="156"/>
                  </a:cubicBezTo>
                  <a:cubicBezTo>
                    <a:pt x="432" y="156"/>
                    <a:pt x="432" y="155"/>
                    <a:pt x="431" y="155"/>
                  </a:cubicBezTo>
                  <a:cubicBezTo>
                    <a:pt x="431" y="155"/>
                    <a:pt x="431" y="154"/>
                    <a:pt x="431" y="154"/>
                  </a:cubicBezTo>
                  <a:cubicBezTo>
                    <a:pt x="431" y="154"/>
                    <a:pt x="431" y="154"/>
                    <a:pt x="432" y="153"/>
                  </a:cubicBezTo>
                  <a:cubicBezTo>
                    <a:pt x="432" y="153"/>
                    <a:pt x="431" y="153"/>
                    <a:pt x="432" y="153"/>
                  </a:cubicBezTo>
                  <a:cubicBezTo>
                    <a:pt x="432" y="153"/>
                    <a:pt x="433" y="153"/>
                    <a:pt x="433" y="152"/>
                  </a:cubicBezTo>
                  <a:cubicBezTo>
                    <a:pt x="433" y="152"/>
                    <a:pt x="432" y="152"/>
                    <a:pt x="432" y="152"/>
                  </a:cubicBezTo>
                  <a:cubicBezTo>
                    <a:pt x="432" y="153"/>
                    <a:pt x="431" y="152"/>
                    <a:pt x="431" y="152"/>
                  </a:cubicBezTo>
                  <a:cubicBezTo>
                    <a:pt x="431" y="152"/>
                    <a:pt x="431" y="153"/>
                    <a:pt x="431" y="153"/>
                  </a:cubicBezTo>
                  <a:cubicBezTo>
                    <a:pt x="430" y="153"/>
                    <a:pt x="430" y="153"/>
                    <a:pt x="430" y="153"/>
                  </a:cubicBezTo>
                  <a:cubicBezTo>
                    <a:pt x="429" y="153"/>
                    <a:pt x="429" y="152"/>
                    <a:pt x="428" y="151"/>
                  </a:cubicBezTo>
                  <a:cubicBezTo>
                    <a:pt x="427" y="151"/>
                    <a:pt x="427" y="151"/>
                    <a:pt x="427" y="151"/>
                  </a:cubicBezTo>
                  <a:cubicBezTo>
                    <a:pt x="427" y="151"/>
                    <a:pt x="426" y="151"/>
                    <a:pt x="426" y="151"/>
                  </a:cubicBezTo>
                  <a:cubicBezTo>
                    <a:pt x="426" y="150"/>
                    <a:pt x="428" y="150"/>
                    <a:pt x="428" y="150"/>
                  </a:cubicBezTo>
                  <a:cubicBezTo>
                    <a:pt x="428" y="150"/>
                    <a:pt x="428" y="150"/>
                    <a:pt x="428" y="149"/>
                  </a:cubicBezTo>
                  <a:cubicBezTo>
                    <a:pt x="427" y="149"/>
                    <a:pt x="426" y="148"/>
                    <a:pt x="427" y="147"/>
                  </a:cubicBezTo>
                  <a:cubicBezTo>
                    <a:pt x="428" y="147"/>
                    <a:pt x="428" y="147"/>
                    <a:pt x="428" y="147"/>
                  </a:cubicBezTo>
                  <a:cubicBezTo>
                    <a:pt x="429" y="147"/>
                    <a:pt x="429" y="147"/>
                    <a:pt x="429" y="147"/>
                  </a:cubicBezTo>
                  <a:cubicBezTo>
                    <a:pt x="429" y="146"/>
                    <a:pt x="429" y="146"/>
                    <a:pt x="429" y="146"/>
                  </a:cubicBezTo>
                  <a:cubicBezTo>
                    <a:pt x="429" y="145"/>
                    <a:pt x="430" y="144"/>
                    <a:pt x="429" y="144"/>
                  </a:cubicBezTo>
                  <a:cubicBezTo>
                    <a:pt x="430" y="144"/>
                    <a:pt x="430" y="143"/>
                    <a:pt x="430" y="142"/>
                  </a:cubicBezTo>
                  <a:cubicBezTo>
                    <a:pt x="430" y="142"/>
                    <a:pt x="430" y="142"/>
                    <a:pt x="430" y="142"/>
                  </a:cubicBezTo>
                  <a:cubicBezTo>
                    <a:pt x="430" y="142"/>
                    <a:pt x="430" y="141"/>
                    <a:pt x="430" y="141"/>
                  </a:cubicBezTo>
                  <a:cubicBezTo>
                    <a:pt x="431" y="140"/>
                    <a:pt x="429" y="140"/>
                    <a:pt x="429" y="139"/>
                  </a:cubicBezTo>
                  <a:cubicBezTo>
                    <a:pt x="429" y="139"/>
                    <a:pt x="429" y="138"/>
                    <a:pt x="428" y="138"/>
                  </a:cubicBezTo>
                  <a:cubicBezTo>
                    <a:pt x="428" y="138"/>
                    <a:pt x="428" y="138"/>
                    <a:pt x="428" y="138"/>
                  </a:cubicBezTo>
                  <a:cubicBezTo>
                    <a:pt x="427" y="138"/>
                    <a:pt x="426" y="138"/>
                    <a:pt x="426" y="137"/>
                  </a:cubicBezTo>
                  <a:cubicBezTo>
                    <a:pt x="425" y="137"/>
                    <a:pt x="425" y="137"/>
                    <a:pt x="424" y="136"/>
                  </a:cubicBezTo>
                  <a:cubicBezTo>
                    <a:pt x="424" y="136"/>
                    <a:pt x="424" y="135"/>
                    <a:pt x="424" y="135"/>
                  </a:cubicBezTo>
                  <a:cubicBezTo>
                    <a:pt x="424" y="135"/>
                    <a:pt x="424" y="136"/>
                    <a:pt x="424" y="137"/>
                  </a:cubicBezTo>
                  <a:cubicBezTo>
                    <a:pt x="424" y="137"/>
                    <a:pt x="423" y="137"/>
                    <a:pt x="423" y="137"/>
                  </a:cubicBezTo>
                  <a:cubicBezTo>
                    <a:pt x="422" y="137"/>
                    <a:pt x="420" y="135"/>
                    <a:pt x="420" y="136"/>
                  </a:cubicBezTo>
                  <a:cubicBezTo>
                    <a:pt x="420" y="136"/>
                    <a:pt x="419" y="136"/>
                    <a:pt x="418" y="136"/>
                  </a:cubicBezTo>
                  <a:cubicBezTo>
                    <a:pt x="418" y="136"/>
                    <a:pt x="418" y="137"/>
                    <a:pt x="418" y="137"/>
                  </a:cubicBezTo>
                  <a:cubicBezTo>
                    <a:pt x="418" y="137"/>
                    <a:pt x="417" y="137"/>
                    <a:pt x="417" y="137"/>
                  </a:cubicBezTo>
                  <a:cubicBezTo>
                    <a:pt x="417" y="138"/>
                    <a:pt x="418" y="138"/>
                    <a:pt x="418" y="138"/>
                  </a:cubicBezTo>
                  <a:cubicBezTo>
                    <a:pt x="417" y="138"/>
                    <a:pt x="417" y="139"/>
                    <a:pt x="416" y="140"/>
                  </a:cubicBezTo>
                  <a:cubicBezTo>
                    <a:pt x="416" y="140"/>
                    <a:pt x="416" y="141"/>
                    <a:pt x="416" y="141"/>
                  </a:cubicBezTo>
                  <a:cubicBezTo>
                    <a:pt x="416" y="141"/>
                    <a:pt x="416" y="141"/>
                    <a:pt x="416" y="141"/>
                  </a:cubicBezTo>
                  <a:cubicBezTo>
                    <a:pt x="416" y="141"/>
                    <a:pt x="416" y="141"/>
                    <a:pt x="416" y="141"/>
                  </a:cubicBezTo>
                  <a:cubicBezTo>
                    <a:pt x="415" y="142"/>
                    <a:pt x="417" y="142"/>
                    <a:pt x="416" y="142"/>
                  </a:cubicBezTo>
                  <a:cubicBezTo>
                    <a:pt x="415" y="142"/>
                    <a:pt x="416" y="143"/>
                    <a:pt x="416" y="143"/>
                  </a:cubicBezTo>
                  <a:cubicBezTo>
                    <a:pt x="416" y="144"/>
                    <a:pt x="415" y="144"/>
                    <a:pt x="415" y="144"/>
                  </a:cubicBezTo>
                  <a:cubicBezTo>
                    <a:pt x="414" y="145"/>
                    <a:pt x="413" y="145"/>
                    <a:pt x="412" y="146"/>
                  </a:cubicBezTo>
                  <a:cubicBezTo>
                    <a:pt x="411" y="146"/>
                    <a:pt x="409" y="146"/>
                    <a:pt x="409" y="147"/>
                  </a:cubicBezTo>
                  <a:cubicBezTo>
                    <a:pt x="409" y="148"/>
                    <a:pt x="409" y="148"/>
                    <a:pt x="409" y="148"/>
                  </a:cubicBezTo>
                  <a:cubicBezTo>
                    <a:pt x="409" y="148"/>
                    <a:pt x="408" y="149"/>
                    <a:pt x="408" y="149"/>
                  </a:cubicBezTo>
                  <a:cubicBezTo>
                    <a:pt x="408" y="149"/>
                    <a:pt x="408" y="150"/>
                    <a:pt x="408" y="150"/>
                  </a:cubicBezTo>
                  <a:cubicBezTo>
                    <a:pt x="408" y="150"/>
                    <a:pt x="408" y="150"/>
                    <a:pt x="408" y="151"/>
                  </a:cubicBezTo>
                  <a:cubicBezTo>
                    <a:pt x="408" y="151"/>
                    <a:pt x="408" y="151"/>
                    <a:pt x="408" y="151"/>
                  </a:cubicBezTo>
                  <a:cubicBezTo>
                    <a:pt x="408" y="151"/>
                    <a:pt x="408" y="151"/>
                    <a:pt x="408" y="151"/>
                  </a:cubicBezTo>
                  <a:cubicBezTo>
                    <a:pt x="408" y="151"/>
                    <a:pt x="409" y="152"/>
                    <a:pt x="409" y="152"/>
                  </a:cubicBezTo>
                  <a:cubicBezTo>
                    <a:pt x="409" y="153"/>
                    <a:pt x="408" y="153"/>
                    <a:pt x="408" y="154"/>
                  </a:cubicBezTo>
                  <a:cubicBezTo>
                    <a:pt x="408" y="154"/>
                    <a:pt x="408" y="154"/>
                    <a:pt x="408" y="155"/>
                  </a:cubicBezTo>
                  <a:cubicBezTo>
                    <a:pt x="408" y="155"/>
                    <a:pt x="407" y="156"/>
                    <a:pt x="407" y="155"/>
                  </a:cubicBezTo>
                  <a:cubicBezTo>
                    <a:pt x="407" y="155"/>
                    <a:pt x="407" y="155"/>
                    <a:pt x="407" y="155"/>
                  </a:cubicBezTo>
                  <a:cubicBezTo>
                    <a:pt x="407" y="155"/>
                    <a:pt x="407" y="155"/>
                    <a:pt x="406" y="154"/>
                  </a:cubicBezTo>
                  <a:cubicBezTo>
                    <a:pt x="406" y="156"/>
                    <a:pt x="404" y="154"/>
                    <a:pt x="404" y="155"/>
                  </a:cubicBezTo>
                  <a:cubicBezTo>
                    <a:pt x="403" y="155"/>
                    <a:pt x="403" y="157"/>
                    <a:pt x="401" y="156"/>
                  </a:cubicBezTo>
                  <a:cubicBezTo>
                    <a:pt x="400" y="155"/>
                    <a:pt x="399" y="154"/>
                    <a:pt x="398" y="154"/>
                  </a:cubicBezTo>
                  <a:cubicBezTo>
                    <a:pt x="397" y="155"/>
                    <a:pt x="396" y="156"/>
                    <a:pt x="397" y="157"/>
                  </a:cubicBezTo>
                  <a:cubicBezTo>
                    <a:pt x="397" y="157"/>
                    <a:pt x="397" y="157"/>
                    <a:pt x="397" y="157"/>
                  </a:cubicBezTo>
                  <a:cubicBezTo>
                    <a:pt x="397" y="158"/>
                    <a:pt x="397" y="158"/>
                    <a:pt x="397" y="159"/>
                  </a:cubicBezTo>
                  <a:cubicBezTo>
                    <a:pt x="397" y="160"/>
                    <a:pt x="397" y="161"/>
                    <a:pt x="398" y="162"/>
                  </a:cubicBezTo>
                  <a:cubicBezTo>
                    <a:pt x="399" y="163"/>
                    <a:pt x="400" y="164"/>
                    <a:pt x="402" y="165"/>
                  </a:cubicBezTo>
                  <a:cubicBezTo>
                    <a:pt x="402" y="165"/>
                    <a:pt x="403" y="166"/>
                    <a:pt x="404" y="166"/>
                  </a:cubicBezTo>
                  <a:cubicBezTo>
                    <a:pt x="404" y="166"/>
                    <a:pt x="405" y="166"/>
                    <a:pt x="406" y="166"/>
                  </a:cubicBezTo>
                  <a:cubicBezTo>
                    <a:pt x="406" y="167"/>
                    <a:pt x="407" y="167"/>
                    <a:pt x="407" y="167"/>
                  </a:cubicBezTo>
                  <a:cubicBezTo>
                    <a:pt x="407" y="167"/>
                    <a:pt x="407" y="167"/>
                    <a:pt x="407" y="166"/>
                  </a:cubicBezTo>
                  <a:cubicBezTo>
                    <a:pt x="407" y="166"/>
                    <a:pt x="407" y="167"/>
                    <a:pt x="407" y="167"/>
                  </a:cubicBezTo>
                  <a:cubicBezTo>
                    <a:pt x="407" y="166"/>
                    <a:pt x="408" y="166"/>
                    <a:pt x="408" y="166"/>
                  </a:cubicBezTo>
                  <a:cubicBezTo>
                    <a:pt x="408" y="167"/>
                    <a:pt x="408" y="167"/>
                    <a:pt x="408" y="167"/>
                  </a:cubicBezTo>
                  <a:cubicBezTo>
                    <a:pt x="408" y="167"/>
                    <a:pt x="409" y="168"/>
                    <a:pt x="409" y="168"/>
                  </a:cubicBezTo>
                  <a:cubicBezTo>
                    <a:pt x="409" y="167"/>
                    <a:pt x="410" y="167"/>
                    <a:pt x="409" y="166"/>
                  </a:cubicBezTo>
                  <a:cubicBezTo>
                    <a:pt x="409" y="166"/>
                    <a:pt x="410" y="166"/>
                    <a:pt x="410" y="166"/>
                  </a:cubicBezTo>
                  <a:cubicBezTo>
                    <a:pt x="411" y="166"/>
                    <a:pt x="412" y="166"/>
                    <a:pt x="412" y="167"/>
                  </a:cubicBezTo>
                  <a:cubicBezTo>
                    <a:pt x="413" y="168"/>
                    <a:pt x="413" y="168"/>
                    <a:pt x="414" y="169"/>
                  </a:cubicBezTo>
                  <a:cubicBezTo>
                    <a:pt x="415" y="169"/>
                    <a:pt x="415" y="170"/>
                    <a:pt x="415" y="170"/>
                  </a:cubicBezTo>
                  <a:cubicBezTo>
                    <a:pt x="415" y="171"/>
                    <a:pt x="415" y="171"/>
                    <a:pt x="415" y="171"/>
                  </a:cubicBezTo>
                  <a:cubicBezTo>
                    <a:pt x="414" y="172"/>
                    <a:pt x="415" y="172"/>
                    <a:pt x="415" y="173"/>
                  </a:cubicBezTo>
                  <a:cubicBezTo>
                    <a:pt x="415" y="173"/>
                    <a:pt x="415" y="175"/>
                    <a:pt x="416" y="175"/>
                  </a:cubicBezTo>
                  <a:cubicBezTo>
                    <a:pt x="416" y="176"/>
                    <a:pt x="417" y="176"/>
                    <a:pt x="418" y="177"/>
                  </a:cubicBezTo>
                  <a:cubicBezTo>
                    <a:pt x="419" y="177"/>
                    <a:pt x="420" y="177"/>
                    <a:pt x="421" y="177"/>
                  </a:cubicBezTo>
                  <a:cubicBezTo>
                    <a:pt x="422" y="177"/>
                    <a:pt x="423" y="178"/>
                    <a:pt x="424" y="177"/>
                  </a:cubicBezTo>
                  <a:cubicBezTo>
                    <a:pt x="425" y="176"/>
                    <a:pt x="424" y="176"/>
                    <a:pt x="424" y="175"/>
                  </a:cubicBezTo>
                  <a:cubicBezTo>
                    <a:pt x="424" y="175"/>
                    <a:pt x="425" y="174"/>
                    <a:pt x="425" y="174"/>
                  </a:cubicBezTo>
                  <a:cubicBezTo>
                    <a:pt x="426" y="173"/>
                    <a:pt x="426" y="173"/>
                    <a:pt x="427" y="172"/>
                  </a:cubicBezTo>
                  <a:cubicBezTo>
                    <a:pt x="427" y="171"/>
                    <a:pt x="426" y="171"/>
                    <a:pt x="426" y="171"/>
                  </a:cubicBezTo>
                  <a:cubicBezTo>
                    <a:pt x="426" y="171"/>
                    <a:pt x="427" y="171"/>
                    <a:pt x="427" y="171"/>
                  </a:cubicBezTo>
                  <a:cubicBezTo>
                    <a:pt x="428" y="170"/>
                    <a:pt x="428" y="170"/>
                    <a:pt x="429" y="170"/>
                  </a:cubicBezTo>
                  <a:cubicBezTo>
                    <a:pt x="430" y="170"/>
                    <a:pt x="430" y="169"/>
                    <a:pt x="430" y="170"/>
                  </a:cubicBezTo>
                  <a:cubicBezTo>
                    <a:pt x="431" y="170"/>
                    <a:pt x="431" y="170"/>
                    <a:pt x="432" y="170"/>
                  </a:cubicBezTo>
                  <a:cubicBezTo>
                    <a:pt x="432" y="171"/>
                    <a:pt x="433" y="171"/>
                    <a:pt x="434" y="171"/>
                  </a:cubicBezTo>
                  <a:cubicBezTo>
                    <a:pt x="434" y="171"/>
                    <a:pt x="434" y="172"/>
                    <a:pt x="434" y="172"/>
                  </a:cubicBezTo>
                  <a:cubicBezTo>
                    <a:pt x="435" y="173"/>
                    <a:pt x="437" y="172"/>
                    <a:pt x="436" y="172"/>
                  </a:cubicBezTo>
                  <a:cubicBezTo>
                    <a:pt x="436" y="172"/>
                    <a:pt x="437" y="172"/>
                    <a:pt x="437" y="172"/>
                  </a:cubicBezTo>
                  <a:cubicBezTo>
                    <a:pt x="436" y="172"/>
                    <a:pt x="437" y="173"/>
                    <a:pt x="438" y="173"/>
                  </a:cubicBezTo>
                  <a:cubicBezTo>
                    <a:pt x="438" y="174"/>
                    <a:pt x="439" y="174"/>
                    <a:pt x="440" y="174"/>
                  </a:cubicBezTo>
                  <a:cubicBezTo>
                    <a:pt x="440" y="174"/>
                    <a:pt x="439" y="174"/>
                    <a:pt x="439" y="174"/>
                  </a:cubicBezTo>
                  <a:cubicBezTo>
                    <a:pt x="439" y="173"/>
                    <a:pt x="440" y="174"/>
                    <a:pt x="441" y="174"/>
                  </a:cubicBezTo>
                  <a:cubicBezTo>
                    <a:pt x="441" y="174"/>
                    <a:pt x="442" y="173"/>
                    <a:pt x="442" y="174"/>
                  </a:cubicBezTo>
                  <a:cubicBezTo>
                    <a:pt x="443" y="175"/>
                    <a:pt x="443" y="174"/>
                    <a:pt x="442" y="173"/>
                  </a:cubicBezTo>
                  <a:cubicBezTo>
                    <a:pt x="442" y="173"/>
                    <a:pt x="443" y="173"/>
                    <a:pt x="443" y="173"/>
                  </a:cubicBezTo>
                  <a:cubicBezTo>
                    <a:pt x="444" y="173"/>
                    <a:pt x="444" y="173"/>
                    <a:pt x="444" y="174"/>
                  </a:cubicBezTo>
                  <a:cubicBezTo>
                    <a:pt x="444" y="174"/>
                    <a:pt x="445" y="174"/>
                    <a:pt x="445" y="174"/>
                  </a:cubicBezTo>
                  <a:cubicBezTo>
                    <a:pt x="445" y="173"/>
                    <a:pt x="445" y="174"/>
                    <a:pt x="445" y="174"/>
                  </a:cubicBezTo>
                  <a:cubicBezTo>
                    <a:pt x="446" y="174"/>
                    <a:pt x="447" y="174"/>
                    <a:pt x="447" y="174"/>
                  </a:cubicBezTo>
                  <a:cubicBezTo>
                    <a:pt x="448" y="174"/>
                    <a:pt x="449" y="174"/>
                    <a:pt x="449" y="174"/>
                  </a:cubicBezTo>
                  <a:cubicBezTo>
                    <a:pt x="449" y="175"/>
                    <a:pt x="449" y="175"/>
                    <a:pt x="449" y="175"/>
                  </a:cubicBezTo>
                  <a:cubicBezTo>
                    <a:pt x="448" y="175"/>
                    <a:pt x="449" y="175"/>
                    <a:pt x="449" y="175"/>
                  </a:cubicBezTo>
                  <a:cubicBezTo>
                    <a:pt x="449" y="175"/>
                    <a:pt x="449" y="175"/>
                    <a:pt x="448" y="175"/>
                  </a:cubicBezTo>
                  <a:cubicBezTo>
                    <a:pt x="449" y="176"/>
                    <a:pt x="449" y="176"/>
                    <a:pt x="449" y="176"/>
                  </a:cubicBezTo>
                  <a:cubicBezTo>
                    <a:pt x="450" y="177"/>
                    <a:pt x="449" y="177"/>
                    <a:pt x="449" y="177"/>
                  </a:cubicBezTo>
                  <a:cubicBezTo>
                    <a:pt x="449" y="177"/>
                    <a:pt x="449" y="177"/>
                    <a:pt x="449" y="177"/>
                  </a:cubicBezTo>
                  <a:cubicBezTo>
                    <a:pt x="448" y="177"/>
                    <a:pt x="448" y="177"/>
                    <a:pt x="448" y="177"/>
                  </a:cubicBezTo>
                  <a:cubicBezTo>
                    <a:pt x="448" y="177"/>
                    <a:pt x="449" y="178"/>
                    <a:pt x="449" y="178"/>
                  </a:cubicBezTo>
                  <a:cubicBezTo>
                    <a:pt x="449" y="178"/>
                    <a:pt x="448" y="179"/>
                    <a:pt x="449" y="179"/>
                  </a:cubicBezTo>
                  <a:cubicBezTo>
                    <a:pt x="449" y="179"/>
                    <a:pt x="449" y="178"/>
                    <a:pt x="450" y="179"/>
                  </a:cubicBezTo>
                  <a:cubicBezTo>
                    <a:pt x="450" y="179"/>
                    <a:pt x="450" y="180"/>
                    <a:pt x="450" y="180"/>
                  </a:cubicBezTo>
                  <a:cubicBezTo>
                    <a:pt x="450" y="180"/>
                    <a:pt x="450" y="180"/>
                    <a:pt x="450" y="180"/>
                  </a:cubicBezTo>
                  <a:cubicBezTo>
                    <a:pt x="450" y="179"/>
                    <a:pt x="449" y="180"/>
                    <a:pt x="449" y="180"/>
                  </a:cubicBezTo>
                  <a:cubicBezTo>
                    <a:pt x="449" y="180"/>
                    <a:pt x="450" y="180"/>
                    <a:pt x="449" y="180"/>
                  </a:cubicBezTo>
                  <a:cubicBezTo>
                    <a:pt x="449" y="180"/>
                    <a:pt x="449" y="180"/>
                    <a:pt x="449" y="181"/>
                  </a:cubicBezTo>
                  <a:cubicBezTo>
                    <a:pt x="448" y="181"/>
                    <a:pt x="446" y="180"/>
                    <a:pt x="448" y="180"/>
                  </a:cubicBezTo>
                  <a:cubicBezTo>
                    <a:pt x="447" y="180"/>
                    <a:pt x="447" y="180"/>
                    <a:pt x="447" y="179"/>
                  </a:cubicBezTo>
                  <a:cubicBezTo>
                    <a:pt x="447" y="179"/>
                    <a:pt x="447" y="179"/>
                    <a:pt x="446" y="179"/>
                  </a:cubicBezTo>
                  <a:cubicBezTo>
                    <a:pt x="446" y="179"/>
                    <a:pt x="446" y="180"/>
                    <a:pt x="445" y="180"/>
                  </a:cubicBezTo>
                  <a:cubicBezTo>
                    <a:pt x="445" y="179"/>
                    <a:pt x="446" y="179"/>
                    <a:pt x="445" y="179"/>
                  </a:cubicBezTo>
                  <a:cubicBezTo>
                    <a:pt x="445" y="179"/>
                    <a:pt x="444" y="179"/>
                    <a:pt x="444" y="179"/>
                  </a:cubicBezTo>
                  <a:cubicBezTo>
                    <a:pt x="444" y="179"/>
                    <a:pt x="445" y="179"/>
                    <a:pt x="445" y="179"/>
                  </a:cubicBezTo>
                  <a:cubicBezTo>
                    <a:pt x="444" y="180"/>
                    <a:pt x="444" y="180"/>
                    <a:pt x="444" y="180"/>
                  </a:cubicBezTo>
                  <a:cubicBezTo>
                    <a:pt x="444" y="180"/>
                    <a:pt x="443" y="180"/>
                    <a:pt x="443" y="180"/>
                  </a:cubicBezTo>
                  <a:cubicBezTo>
                    <a:pt x="443" y="181"/>
                    <a:pt x="442" y="181"/>
                    <a:pt x="443" y="180"/>
                  </a:cubicBezTo>
                  <a:cubicBezTo>
                    <a:pt x="442" y="180"/>
                    <a:pt x="442" y="181"/>
                    <a:pt x="443" y="181"/>
                  </a:cubicBezTo>
                  <a:cubicBezTo>
                    <a:pt x="442" y="181"/>
                    <a:pt x="441" y="181"/>
                    <a:pt x="442" y="181"/>
                  </a:cubicBezTo>
                  <a:cubicBezTo>
                    <a:pt x="442" y="180"/>
                    <a:pt x="442" y="180"/>
                    <a:pt x="441" y="181"/>
                  </a:cubicBezTo>
                  <a:cubicBezTo>
                    <a:pt x="441" y="181"/>
                    <a:pt x="441" y="181"/>
                    <a:pt x="441" y="181"/>
                  </a:cubicBezTo>
                  <a:cubicBezTo>
                    <a:pt x="441" y="181"/>
                    <a:pt x="441" y="181"/>
                    <a:pt x="441" y="181"/>
                  </a:cubicBezTo>
                  <a:cubicBezTo>
                    <a:pt x="441" y="181"/>
                    <a:pt x="441" y="181"/>
                    <a:pt x="441" y="181"/>
                  </a:cubicBezTo>
                  <a:cubicBezTo>
                    <a:pt x="441" y="182"/>
                    <a:pt x="440" y="182"/>
                    <a:pt x="441" y="182"/>
                  </a:cubicBezTo>
                  <a:cubicBezTo>
                    <a:pt x="440" y="182"/>
                    <a:pt x="439" y="182"/>
                    <a:pt x="438" y="183"/>
                  </a:cubicBezTo>
                  <a:cubicBezTo>
                    <a:pt x="438" y="183"/>
                    <a:pt x="438" y="183"/>
                    <a:pt x="438" y="183"/>
                  </a:cubicBezTo>
                  <a:cubicBezTo>
                    <a:pt x="438" y="183"/>
                    <a:pt x="438" y="183"/>
                    <a:pt x="438" y="183"/>
                  </a:cubicBezTo>
                  <a:cubicBezTo>
                    <a:pt x="437" y="183"/>
                    <a:pt x="437" y="183"/>
                    <a:pt x="437" y="183"/>
                  </a:cubicBezTo>
                  <a:cubicBezTo>
                    <a:pt x="436" y="182"/>
                    <a:pt x="435" y="183"/>
                    <a:pt x="435" y="183"/>
                  </a:cubicBezTo>
                  <a:cubicBezTo>
                    <a:pt x="435" y="184"/>
                    <a:pt x="435" y="184"/>
                    <a:pt x="436" y="184"/>
                  </a:cubicBezTo>
                  <a:cubicBezTo>
                    <a:pt x="436" y="184"/>
                    <a:pt x="436" y="183"/>
                    <a:pt x="436" y="183"/>
                  </a:cubicBezTo>
                  <a:cubicBezTo>
                    <a:pt x="436" y="183"/>
                    <a:pt x="437" y="184"/>
                    <a:pt x="437" y="184"/>
                  </a:cubicBezTo>
                  <a:cubicBezTo>
                    <a:pt x="437" y="184"/>
                    <a:pt x="437" y="185"/>
                    <a:pt x="437" y="185"/>
                  </a:cubicBezTo>
                  <a:cubicBezTo>
                    <a:pt x="438" y="186"/>
                    <a:pt x="436" y="185"/>
                    <a:pt x="436" y="185"/>
                  </a:cubicBezTo>
                  <a:cubicBezTo>
                    <a:pt x="436" y="184"/>
                    <a:pt x="435" y="185"/>
                    <a:pt x="436" y="186"/>
                  </a:cubicBezTo>
                  <a:cubicBezTo>
                    <a:pt x="436" y="186"/>
                    <a:pt x="436" y="186"/>
                    <a:pt x="435" y="186"/>
                  </a:cubicBezTo>
                  <a:cubicBezTo>
                    <a:pt x="436" y="187"/>
                    <a:pt x="436" y="187"/>
                    <a:pt x="437" y="188"/>
                  </a:cubicBezTo>
                  <a:cubicBezTo>
                    <a:pt x="437" y="188"/>
                    <a:pt x="435" y="189"/>
                    <a:pt x="434" y="189"/>
                  </a:cubicBezTo>
                  <a:cubicBezTo>
                    <a:pt x="433" y="190"/>
                    <a:pt x="434" y="188"/>
                    <a:pt x="433" y="187"/>
                  </a:cubicBezTo>
                  <a:cubicBezTo>
                    <a:pt x="433" y="186"/>
                    <a:pt x="432" y="187"/>
                    <a:pt x="433" y="188"/>
                  </a:cubicBezTo>
                  <a:cubicBezTo>
                    <a:pt x="433" y="188"/>
                    <a:pt x="431" y="187"/>
                    <a:pt x="431" y="187"/>
                  </a:cubicBezTo>
                  <a:cubicBezTo>
                    <a:pt x="431" y="187"/>
                    <a:pt x="431" y="188"/>
                    <a:pt x="431" y="188"/>
                  </a:cubicBezTo>
                  <a:cubicBezTo>
                    <a:pt x="432" y="189"/>
                    <a:pt x="432" y="189"/>
                    <a:pt x="433" y="190"/>
                  </a:cubicBezTo>
                  <a:cubicBezTo>
                    <a:pt x="433" y="190"/>
                    <a:pt x="433" y="190"/>
                    <a:pt x="433" y="190"/>
                  </a:cubicBezTo>
                  <a:cubicBezTo>
                    <a:pt x="433" y="190"/>
                    <a:pt x="434" y="190"/>
                    <a:pt x="434" y="190"/>
                  </a:cubicBezTo>
                  <a:cubicBezTo>
                    <a:pt x="434" y="190"/>
                    <a:pt x="433" y="190"/>
                    <a:pt x="433" y="191"/>
                  </a:cubicBezTo>
                  <a:cubicBezTo>
                    <a:pt x="433" y="191"/>
                    <a:pt x="433" y="190"/>
                    <a:pt x="433" y="190"/>
                  </a:cubicBezTo>
                  <a:cubicBezTo>
                    <a:pt x="432" y="191"/>
                    <a:pt x="432" y="191"/>
                    <a:pt x="432" y="192"/>
                  </a:cubicBezTo>
                  <a:cubicBezTo>
                    <a:pt x="433" y="193"/>
                    <a:pt x="431" y="192"/>
                    <a:pt x="431" y="192"/>
                  </a:cubicBezTo>
                  <a:cubicBezTo>
                    <a:pt x="431" y="192"/>
                    <a:pt x="432" y="193"/>
                    <a:pt x="432" y="194"/>
                  </a:cubicBezTo>
                  <a:cubicBezTo>
                    <a:pt x="432" y="194"/>
                    <a:pt x="431" y="194"/>
                    <a:pt x="431" y="194"/>
                  </a:cubicBezTo>
                  <a:cubicBezTo>
                    <a:pt x="431" y="194"/>
                    <a:pt x="431" y="194"/>
                    <a:pt x="430" y="194"/>
                  </a:cubicBezTo>
                  <a:cubicBezTo>
                    <a:pt x="430" y="194"/>
                    <a:pt x="430" y="194"/>
                    <a:pt x="430" y="194"/>
                  </a:cubicBezTo>
                  <a:cubicBezTo>
                    <a:pt x="429" y="194"/>
                    <a:pt x="430" y="195"/>
                    <a:pt x="430" y="195"/>
                  </a:cubicBezTo>
                  <a:cubicBezTo>
                    <a:pt x="430" y="196"/>
                    <a:pt x="430" y="196"/>
                    <a:pt x="429" y="197"/>
                  </a:cubicBezTo>
                  <a:cubicBezTo>
                    <a:pt x="429" y="197"/>
                    <a:pt x="429" y="197"/>
                    <a:pt x="429" y="197"/>
                  </a:cubicBezTo>
                  <a:cubicBezTo>
                    <a:pt x="428" y="198"/>
                    <a:pt x="429" y="199"/>
                    <a:pt x="429" y="200"/>
                  </a:cubicBezTo>
                  <a:cubicBezTo>
                    <a:pt x="428" y="200"/>
                    <a:pt x="428" y="200"/>
                    <a:pt x="428" y="200"/>
                  </a:cubicBezTo>
                  <a:cubicBezTo>
                    <a:pt x="428" y="200"/>
                    <a:pt x="428" y="201"/>
                    <a:pt x="428" y="201"/>
                  </a:cubicBezTo>
                  <a:cubicBezTo>
                    <a:pt x="428" y="201"/>
                    <a:pt x="428" y="202"/>
                    <a:pt x="428" y="202"/>
                  </a:cubicBezTo>
                  <a:cubicBezTo>
                    <a:pt x="428" y="202"/>
                    <a:pt x="429" y="204"/>
                    <a:pt x="429" y="204"/>
                  </a:cubicBezTo>
                  <a:cubicBezTo>
                    <a:pt x="429" y="204"/>
                    <a:pt x="429" y="203"/>
                    <a:pt x="429" y="203"/>
                  </a:cubicBezTo>
                  <a:cubicBezTo>
                    <a:pt x="429" y="203"/>
                    <a:pt x="430" y="203"/>
                    <a:pt x="430" y="203"/>
                  </a:cubicBezTo>
                  <a:cubicBezTo>
                    <a:pt x="430" y="203"/>
                    <a:pt x="431" y="203"/>
                    <a:pt x="431" y="204"/>
                  </a:cubicBezTo>
                  <a:cubicBezTo>
                    <a:pt x="432" y="204"/>
                    <a:pt x="431" y="204"/>
                    <a:pt x="431" y="204"/>
                  </a:cubicBezTo>
                  <a:cubicBezTo>
                    <a:pt x="432" y="205"/>
                    <a:pt x="433" y="205"/>
                    <a:pt x="433" y="205"/>
                  </a:cubicBezTo>
                  <a:cubicBezTo>
                    <a:pt x="434" y="206"/>
                    <a:pt x="435" y="206"/>
                    <a:pt x="435" y="206"/>
                  </a:cubicBezTo>
                  <a:cubicBezTo>
                    <a:pt x="436" y="207"/>
                    <a:pt x="437" y="207"/>
                    <a:pt x="437" y="207"/>
                  </a:cubicBezTo>
                  <a:cubicBezTo>
                    <a:pt x="438" y="207"/>
                    <a:pt x="438" y="207"/>
                    <a:pt x="438" y="207"/>
                  </a:cubicBezTo>
                  <a:cubicBezTo>
                    <a:pt x="439" y="208"/>
                    <a:pt x="440" y="208"/>
                    <a:pt x="440" y="209"/>
                  </a:cubicBezTo>
                  <a:cubicBezTo>
                    <a:pt x="441" y="210"/>
                    <a:pt x="443" y="211"/>
                    <a:pt x="443" y="213"/>
                  </a:cubicBezTo>
                  <a:cubicBezTo>
                    <a:pt x="443" y="214"/>
                    <a:pt x="445" y="214"/>
                    <a:pt x="445" y="215"/>
                  </a:cubicBezTo>
                  <a:cubicBezTo>
                    <a:pt x="445" y="215"/>
                    <a:pt x="445" y="216"/>
                    <a:pt x="446" y="216"/>
                  </a:cubicBezTo>
                  <a:cubicBezTo>
                    <a:pt x="446" y="217"/>
                    <a:pt x="447" y="217"/>
                    <a:pt x="447" y="218"/>
                  </a:cubicBezTo>
                  <a:cubicBezTo>
                    <a:pt x="448" y="219"/>
                    <a:pt x="448" y="219"/>
                    <a:pt x="449" y="220"/>
                  </a:cubicBezTo>
                  <a:cubicBezTo>
                    <a:pt x="449" y="220"/>
                    <a:pt x="449" y="220"/>
                    <a:pt x="449" y="220"/>
                  </a:cubicBezTo>
                  <a:cubicBezTo>
                    <a:pt x="449" y="221"/>
                    <a:pt x="450" y="221"/>
                    <a:pt x="450" y="221"/>
                  </a:cubicBezTo>
                  <a:cubicBezTo>
                    <a:pt x="450" y="221"/>
                    <a:pt x="450" y="222"/>
                    <a:pt x="451" y="222"/>
                  </a:cubicBezTo>
                  <a:cubicBezTo>
                    <a:pt x="451" y="222"/>
                    <a:pt x="451" y="222"/>
                    <a:pt x="451" y="223"/>
                  </a:cubicBezTo>
                  <a:cubicBezTo>
                    <a:pt x="452" y="223"/>
                    <a:pt x="452" y="224"/>
                    <a:pt x="452" y="225"/>
                  </a:cubicBezTo>
                  <a:cubicBezTo>
                    <a:pt x="452" y="225"/>
                    <a:pt x="452" y="225"/>
                    <a:pt x="452" y="225"/>
                  </a:cubicBezTo>
                  <a:cubicBezTo>
                    <a:pt x="452" y="225"/>
                    <a:pt x="452" y="226"/>
                    <a:pt x="452" y="226"/>
                  </a:cubicBezTo>
                  <a:cubicBezTo>
                    <a:pt x="452" y="225"/>
                    <a:pt x="452" y="226"/>
                    <a:pt x="452" y="226"/>
                  </a:cubicBezTo>
                  <a:cubicBezTo>
                    <a:pt x="452" y="227"/>
                    <a:pt x="453" y="227"/>
                    <a:pt x="453" y="227"/>
                  </a:cubicBezTo>
                  <a:cubicBezTo>
                    <a:pt x="454" y="227"/>
                    <a:pt x="455" y="228"/>
                    <a:pt x="456" y="228"/>
                  </a:cubicBezTo>
                  <a:cubicBezTo>
                    <a:pt x="457" y="229"/>
                    <a:pt x="458" y="229"/>
                    <a:pt x="458" y="229"/>
                  </a:cubicBezTo>
                  <a:cubicBezTo>
                    <a:pt x="458" y="230"/>
                    <a:pt x="459" y="231"/>
                    <a:pt x="458" y="231"/>
                  </a:cubicBezTo>
                  <a:cubicBezTo>
                    <a:pt x="459" y="231"/>
                    <a:pt x="459" y="232"/>
                    <a:pt x="460" y="232"/>
                  </a:cubicBezTo>
                  <a:cubicBezTo>
                    <a:pt x="460" y="232"/>
                    <a:pt x="460" y="232"/>
                    <a:pt x="461" y="232"/>
                  </a:cubicBezTo>
                  <a:cubicBezTo>
                    <a:pt x="462" y="233"/>
                    <a:pt x="463" y="233"/>
                    <a:pt x="464" y="234"/>
                  </a:cubicBezTo>
                  <a:cubicBezTo>
                    <a:pt x="464" y="235"/>
                    <a:pt x="466" y="237"/>
                    <a:pt x="465" y="237"/>
                  </a:cubicBezTo>
                  <a:cubicBezTo>
                    <a:pt x="464" y="238"/>
                    <a:pt x="462" y="236"/>
                    <a:pt x="462" y="236"/>
                  </a:cubicBezTo>
                  <a:cubicBezTo>
                    <a:pt x="461" y="236"/>
                    <a:pt x="461" y="235"/>
                    <a:pt x="460" y="235"/>
                  </a:cubicBezTo>
                  <a:cubicBezTo>
                    <a:pt x="459" y="235"/>
                    <a:pt x="459" y="235"/>
                    <a:pt x="458" y="235"/>
                  </a:cubicBezTo>
                  <a:cubicBezTo>
                    <a:pt x="457" y="235"/>
                    <a:pt x="456" y="236"/>
                    <a:pt x="456" y="235"/>
                  </a:cubicBezTo>
                  <a:cubicBezTo>
                    <a:pt x="455" y="234"/>
                    <a:pt x="454" y="233"/>
                    <a:pt x="454" y="233"/>
                  </a:cubicBezTo>
                  <a:cubicBezTo>
                    <a:pt x="453" y="233"/>
                    <a:pt x="452" y="232"/>
                    <a:pt x="451" y="233"/>
                  </a:cubicBezTo>
                  <a:cubicBezTo>
                    <a:pt x="450" y="233"/>
                    <a:pt x="450" y="234"/>
                    <a:pt x="449" y="234"/>
                  </a:cubicBezTo>
                  <a:cubicBezTo>
                    <a:pt x="448" y="235"/>
                    <a:pt x="446" y="233"/>
                    <a:pt x="445" y="232"/>
                  </a:cubicBezTo>
                  <a:cubicBezTo>
                    <a:pt x="445" y="231"/>
                    <a:pt x="445" y="231"/>
                    <a:pt x="444" y="230"/>
                  </a:cubicBezTo>
                  <a:cubicBezTo>
                    <a:pt x="444" y="230"/>
                    <a:pt x="443" y="230"/>
                    <a:pt x="443" y="230"/>
                  </a:cubicBezTo>
                  <a:cubicBezTo>
                    <a:pt x="443" y="230"/>
                    <a:pt x="442" y="230"/>
                    <a:pt x="442" y="230"/>
                  </a:cubicBezTo>
                  <a:cubicBezTo>
                    <a:pt x="442" y="230"/>
                    <a:pt x="443" y="230"/>
                    <a:pt x="443" y="231"/>
                  </a:cubicBezTo>
                  <a:cubicBezTo>
                    <a:pt x="443" y="231"/>
                    <a:pt x="442" y="232"/>
                    <a:pt x="443" y="232"/>
                  </a:cubicBezTo>
                  <a:cubicBezTo>
                    <a:pt x="443" y="231"/>
                    <a:pt x="443" y="231"/>
                    <a:pt x="443" y="231"/>
                  </a:cubicBezTo>
                  <a:cubicBezTo>
                    <a:pt x="443" y="231"/>
                    <a:pt x="444" y="231"/>
                    <a:pt x="444" y="231"/>
                  </a:cubicBezTo>
                  <a:cubicBezTo>
                    <a:pt x="444" y="231"/>
                    <a:pt x="444" y="232"/>
                    <a:pt x="444" y="232"/>
                  </a:cubicBezTo>
                  <a:cubicBezTo>
                    <a:pt x="444" y="232"/>
                    <a:pt x="445" y="232"/>
                    <a:pt x="445" y="233"/>
                  </a:cubicBezTo>
                  <a:cubicBezTo>
                    <a:pt x="446" y="233"/>
                    <a:pt x="445" y="234"/>
                    <a:pt x="446" y="234"/>
                  </a:cubicBezTo>
                  <a:cubicBezTo>
                    <a:pt x="447" y="234"/>
                    <a:pt x="447" y="234"/>
                    <a:pt x="447" y="234"/>
                  </a:cubicBezTo>
                  <a:cubicBezTo>
                    <a:pt x="448" y="235"/>
                    <a:pt x="449" y="235"/>
                    <a:pt x="450" y="234"/>
                  </a:cubicBezTo>
                  <a:cubicBezTo>
                    <a:pt x="451" y="234"/>
                    <a:pt x="451" y="234"/>
                    <a:pt x="451" y="233"/>
                  </a:cubicBezTo>
                  <a:cubicBezTo>
                    <a:pt x="451" y="233"/>
                    <a:pt x="453" y="234"/>
                    <a:pt x="454" y="234"/>
                  </a:cubicBezTo>
                  <a:cubicBezTo>
                    <a:pt x="454" y="234"/>
                    <a:pt x="455" y="236"/>
                    <a:pt x="454" y="235"/>
                  </a:cubicBezTo>
                  <a:cubicBezTo>
                    <a:pt x="454" y="236"/>
                    <a:pt x="456" y="236"/>
                    <a:pt x="457" y="236"/>
                  </a:cubicBezTo>
                  <a:cubicBezTo>
                    <a:pt x="458" y="237"/>
                    <a:pt x="459" y="237"/>
                    <a:pt x="460" y="238"/>
                  </a:cubicBezTo>
                  <a:cubicBezTo>
                    <a:pt x="460" y="239"/>
                    <a:pt x="461" y="239"/>
                    <a:pt x="462" y="240"/>
                  </a:cubicBezTo>
                  <a:cubicBezTo>
                    <a:pt x="463" y="241"/>
                    <a:pt x="465" y="241"/>
                    <a:pt x="466" y="243"/>
                  </a:cubicBezTo>
                  <a:cubicBezTo>
                    <a:pt x="467" y="244"/>
                    <a:pt x="469" y="246"/>
                    <a:pt x="467" y="246"/>
                  </a:cubicBezTo>
                  <a:cubicBezTo>
                    <a:pt x="466" y="246"/>
                    <a:pt x="465" y="246"/>
                    <a:pt x="464" y="247"/>
                  </a:cubicBezTo>
                  <a:cubicBezTo>
                    <a:pt x="464" y="247"/>
                    <a:pt x="464" y="248"/>
                    <a:pt x="463" y="248"/>
                  </a:cubicBezTo>
                  <a:cubicBezTo>
                    <a:pt x="463" y="248"/>
                    <a:pt x="463" y="248"/>
                    <a:pt x="463" y="248"/>
                  </a:cubicBezTo>
                  <a:cubicBezTo>
                    <a:pt x="462" y="249"/>
                    <a:pt x="462" y="249"/>
                    <a:pt x="462" y="249"/>
                  </a:cubicBezTo>
                  <a:cubicBezTo>
                    <a:pt x="461" y="249"/>
                    <a:pt x="461" y="249"/>
                    <a:pt x="461" y="250"/>
                  </a:cubicBezTo>
                  <a:cubicBezTo>
                    <a:pt x="461" y="250"/>
                    <a:pt x="461" y="251"/>
                    <a:pt x="461" y="251"/>
                  </a:cubicBezTo>
                  <a:cubicBezTo>
                    <a:pt x="461" y="252"/>
                    <a:pt x="460" y="252"/>
                    <a:pt x="459" y="252"/>
                  </a:cubicBezTo>
                  <a:cubicBezTo>
                    <a:pt x="458" y="251"/>
                    <a:pt x="458" y="251"/>
                    <a:pt x="457" y="251"/>
                  </a:cubicBezTo>
                  <a:cubicBezTo>
                    <a:pt x="457" y="251"/>
                    <a:pt x="456" y="251"/>
                    <a:pt x="456" y="252"/>
                  </a:cubicBezTo>
                  <a:cubicBezTo>
                    <a:pt x="456" y="252"/>
                    <a:pt x="456" y="252"/>
                    <a:pt x="456" y="252"/>
                  </a:cubicBezTo>
                  <a:cubicBezTo>
                    <a:pt x="456" y="253"/>
                    <a:pt x="455" y="252"/>
                    <a:pt x="455" y="253"/>
                  </a:cubicBezTo>
                  <a:cubicBezTo>
                    <a:pt x="455" y="253"/>
                    <a:pt x="455" y="253"/>
                    <a:pt x="454" y="253"/>
                  </a:cubicBezTo>
                  <a:cubicBezTo>
                    <a:pt x="455" y="253"/>
                    <a:pt x="455" y="253"/>
                    <a:pt x="455" y="253"/>
                  </a:cubicBezTo>
                  <a:cubicBezTo>
                    <a:pt x="455" y="252"/>
                    <a:pt x="456" y="253"/>
                    <a:pt x="456" y="253"/>
                  </a:cubicBezTo>
                  <a:cubicBezTo>
                    <a:pt x="457" y="253"/>
                    <a:pt x="456" y="252"/>
                    <a:pt x="457" y="252"/>
                  </a:cubicBezTo>
                  <a:cubicBezTo>
                    <a:pt x="458" y="251"/>
                    <a:pt x="459" y="253"/>
                    <a:pt x="459" y="253"/>
                  </a:cubicBezTo>
                  <a:cubicBezTo>
                    <a:pt x="459" y="254"/>
                    <a:pt x="459" y="254"/>
                    <a:pt x="459" y="254"/>
                  </a:cubicBezTo>
                  <a:cubicBezTo>
                    <a:pt x="460" y="255"/>
                    <a:pt x="460" y="254"/>
                    <a:pt x="461" y="255"/>
                  </a:cubicBezTo>
                  <a:cubicBezTo>
                    <a:pt x="461" y="254"/>
                    <a:pt x="459" y="255"/>
                    <a:pt x="459" y="254"/>
                  </a:cubicBezTo>
                  <a:cubicBezTo>
                    <a:pt x="459" y="254"/>
                    <a:pt x="461" y="254"/>
                    <a:pt x="461" y="254"/>
                  </a:cubicBezTo>
                  <a:cubicBezTo>
                    <a:pt x="461" y="254"/>
                    <a:pt x="462" y="254"/>
                    <a:pt x="462" y="253"/>
                  </a:cubicBezTo>
                  <a:cubicBezTo>
                    <a:pt x="464" y="252"/>
                    <a:pt x="465" y="252"/>
                    <a:pt x="466" y="253"/>
                  </a:cubicBezTo>
                  <a:cubicBezTo>
                    <a:pt x="467" y="254"/>
                    <a:pt x="467" y="254"/>
                    <a:pt x="468" y="255"/>
                  </a:cubicBezTo>
                  <a:cubicBezTo>
                    <a:pt x="468" y="255"/>
                    <a:pt x="469" y="256"/>
                    <a:pt x="470" y="256"/>
                  </a:cubicBezTo>
                  <a:cubicBezTo>
                    <a:pt x="471" y="256"/>
                    <a:pt x="472" y="257"/>
                    <a:pt x="473" y="257"/>
                  </a:cubicBezTo>
                  <a:cubicBezTo>
                    <a:pt x="473" y="257"/>
                    <a:pt x="474" y="257"/>
                    <a:pt x="473" y="257"/>
                  </a:cubicBezTo>
                  <a:cubicBezTo>
                    <a:pt x="473" y="258"/>
                    <a:pt x="472" y="258"/>
                    <a:pt x="472" y="259"/>
                  </a:cubicBezTo>
                  <a:cubicBezTo>
                    <a:pt x="471" y="259"/>
                    <a:pt x="471" y="260"/>
                    <a:pt x="471" y="260"/>
                  </a:cubicBezTo>
                  <a:cubicBezTo>
                    <a:pt x="470" y="261"/>
                    <a:pt x="470" y="260"/>
                    <a:pt x="469" y="261"/>
                  </a:cubicBezTo>
                  <a:cubicBezTo>
                    <a:pt x="469" y="261"/>
                    <a:pt x="469" y="260"/>
                    <a:pt x="469" y="261"/>
                  </a:cubicBezTo>
                  <a:cubicBezTo>
                    <a:pt x="469" y="261"/>
                    <a:pt x="469" y="262"/>
                    <a:pt x="469" y="262"/>
                  </a:cubicBezTo>
                  <a:cubicBezTo>
                    <a:pt x="469" y="262"/>
                    <a:pt x="469" y="261"/>
                    <a:pt x="469" y="261"/>
                  </a:cubicBezTo>
                  <a:cubicBezTo>
                    <a:pt x="469" y="261"/>
                    <a:pt x="469" y="262"/>
                    <a:pt x="469" y="262"/>
                  </a:cubicBezTo>
                  <a:cubicBezTo>
                    <a:pt x="470" y="262"/>
                    <a:pt x="470" y="261"/>
                    <a:pt x="470" y="261"/>
                  </a:cubicBezTo>
                  <a:cubicBezTo>
                    <a:pt x="470" y="261"/>
                    <a:pt x="471" y="261"/>
                    <a:pt x="471" y="261"/>
                  </a:cubicBezTo>
                  <a:cubicBezTo>
                    <a:pt x="471" y="261"/>
                    <a:pt x="471" y="261"/>
                    <a:pt x="471" y="261"/>
                  </a:cubicBezTo>
                  <a:cubicBezTo>
                    <a:pt x="472" y="261"/>
                    <a:pt x="471" y="262"/>
                    <a:pt x="472" y="261"/>
                  </a:cubicBezTo>
                  <a:cubicBezTo>
                    <a:pt x="472" y="261"/>
                    <a:pt x="472" y="261"/>
                    <a:pt x="472" y="261"/>
                  </a:cubicBezTo>
                  <a:cubicBezTo>
                    <a:pt x="472" y="261"/>
                    <a:pt x="471" y="261"/>
                    <a:pt x="471" y="260"/>
                  </a:cubicBezTo>
                  <a:cubicBezTo>
                    <a:pt x="472" y="260"/>
                    <a:pt x="472" y="260"/>
                    <a:pt x="473" y="260"/>
                  </a:cubicBezTo>
                  <a:cubicBezTo>
                    <a:pt x="474" y="260"/>
                    <a:pt x="473" y="260"/>
                    <a:pt x="473" y="261"/>
                  </a:cubicBezTo>
                  <a:cubicBezTo>
                    <a:pt x="473" y="261"/>
                    <a:pt x="474" y="261"/>
                    <a:pt x="474" y="262"/>
                  </a:cubicBezTo>
                  <a:cubicBezTo>
                    <a:pt x="473" y="262"/>
                    <a:pt x="473" y="262"/>
                    <a:pt x="473" y="262"/>
                  </a:cubicBezTo>
                  <a:cubicBezTo>
                    <a:pt x="473" y="263"/>
                    <a:pt x="474" y="263"/>
                    <a:pt x="474" y="263"/>
                  </a:cubicBezTo>
                  <a:cubicBezTo>
                    <a:pt x="474" y="263"/>
                    <a:pt x="474" y="264"/>
                    <a:pt x="474" y="264"/>
                  </a:cubicBezTo>
                  <a:cubicBezTo>
                    <a:pt x="475" y="263"/>
                    <a:pt x="474" y="264"/>
                    <a:pt x="474" y="264"/>
                  </a:cubicBezTo>
                  <a:cubicBezTo>
                    <a:pt x="473" y="266"/>
                    <a:pt x="473" y="264"/>
                    <a:pt x="473" y="263"/>
                  </a:cubicBezTo>
                  <a:cubicBezTo>
                    <a:pt x="473" y="263"/>
                    <a:pt x="473" y="263"/>
                    <a:pt x="473" y="263"/>
                  </a:cubicBezTo>
                  <a:cubicBezTo>
                    <a:pt x="473" y="263"/>
                    <a:pt x="473" y="263"/>
                    <a:pt x="473" y="263"/>
                  </a:cubicBezTo>
                  <a:cubicBezTo>
                    <a:pt x="473" y="263"/>
                    <a:pt x="472" y="262"/>
                    <a:pt x="472" y="262"/>
                  </a:cubicBezTo>
                  <a:cubicBezTo>
                    <a:pt x="472" y="263"/>
                    <a:pt x="473" y="264"/>
                    <a:pt x="472" y="264"/>
                  </a:cubicBezTo>
                  <a:cubicBezTo>
                    <a:pt x="471" y="265"/>
                    <a:pt x="472" y="263"/>
                    <a:pt x="471" y="263"/>
                  </a:cubicBezTo>
                  <a:cubicBezTo>
                    <a:pt x="471" y="263"/>
                    <a:pt x="471" y="264"/>
                    <a:pt x="471" y="264"/>
                  </a:cubicBezTo>
                  <a:cubicBezTo>
                    <a:pt x="471" y="264"/>
                    <a:pt x="471" y="263"/>
                    <a:pt x="470" y="263"/>
                  </a:cubicBezTo>
                  <a:cubicBezTo>
                    <a:pt x="471" y="264"/>
                    <a:pt x="470" y="264"/>
                    <a:pt x="470" y="264"/>
                  </a:cubicBezTo>
                  <a:cubicBezTo>
                    <a:pt x="471" y="264"/>
                    <a:pt x="469" y="265"/>
                    <a:pt x="470" y="265"/>
                  </a:cubicBezTo>
                  <a:cubicBezTo>
                    <a:pt x="470" y="265"/>
                    <a:pt x="470" y="265"/>
                    <a:pt x="470" y="265"/>
                  </a:cubicBezTo>
                  <a:cubicBezTo>
                    <a:pt x="470" y="265"/>
                    <a:pt x="471" y="265"/>
                    <a:pt x="472" y="265"/>
                  </a:cubicBezTo>
                  <a:cubicBezTo>
                    <a:pt x="472" y="266"/>
                    <a:pt x="471" y="266"/>
                    <a:pt x="471" y="266"/>
                  </a:cubicBezTo>
                  <a:cubicBezTo>
                    <a:pt x="471" y="266"/>
                    <a:pt x="471" y="266"/>
                    <a:pt x="471" y="266"/>
                  </a:cubicBezTo>
                  <a:cubicBezTo>
                    <a:pt x="471" y="266"/>
                    <a:pt x="471" y="266"/>
                    <a:pt x="471" y="266"/>
                  </a:cubicBezTo>
                  <a:cubicBezTo>
                    <a:pt x="472" y="266"/>
                    <a:pt x="472" y="266"/>
                    <a:pt x="472" y="266"/>
                  </a:cubicBezTo>
                  <a:cubicBezTo>
                    <a:pt x="472" y="267"/>
                    <a:pt x="473" y="267"/>
                    <a:pt x="473" y="267"/>
                  </a:cubicBezTo>
                  <a:cubicBezTo>
                    <a:pt x="473" y="268"/>
                    <a:pt x="472" y="267"/>
                    <a:pt x="472" y="267"/>
                  </a:cubicBezTo>
                  <a:cubicBezTo>
                    <a:pt x="472" y="268"/>
                    <a:pt x="471" y="267"/>
                    <a:pt x="471" y="267"/>
                  </a:cubicBezTo>
                  <a:cubicBezTo>
                    <a:pt x="471" y="267"/>
                    <a:pt x="471" y="267"/>
                    <a:pt x="471" y="268"/>
                  </a:cubicBezTo>
                  <a:cubicBezTo>
                    <a:pt x="472" y="268"/>
                    <a:pt x="472" y="268"/>
                    <a:pt x="472" y="268"/>
                  </a:cubicBezTo>
                  <a:cubicBezTo>
                    <a:pt x="472" y="268"/>
                    <a:pt x="473" y="268"/>
                    <a:pt x="473" y="269"/>
                  </a:cubicBezTo>
                  <a:cubicBezTo>
                    <a:pt x="473" y="269"/>
                    <a:pt x="473" y="270"/>
                    <a:pt x="471" y="270"/>
                  </a:cubicBezTo>
                  <a:cubicBezTo>
                    <a:pt x="471" y="270"/>
                    <a:pt x="470" y="270"/>
                    <a:pt x="470" y="270"/>
                  </a:cubicBezTo>
                  <a:cubicBezTo>
                    <a:pt x="470" y="269"/>
                    <a:pt x="470" y="269"/>
                    <a:pt x="469" y="269"/>
                  </a:cubicBezTo>
                  <a:cubicBezTo>
                    <a:pt x="470" y="269"/>
                    <a:pt x="469" y="270"/>
                    <a:pt x="470" y="270"/>
                  </a:cubicBezTo>
                  <a:cubicBezTo>
                    <a:pt x="470" y="270"/>
                    <a:pt x="470" y="270"/>
                    <a:pt x="471" y="270"/>
                  </a:cubicBezTo>
                  <a:cubicBezTo>
                    <a:pt x="471" y="270"/>
                    <a:pt x="472" y="270"/>
                    <a:pt x="472" y="271"/>
                  </a:cubicBezTo>
                  <a:cubicBezTo>
                    <a:pt x="472" y="271"/>
                    <a:pt x="473" y="272"/>
                    <a:pt x="473" y="272"/>
                  </a:cubicBezTo>
                  <a:cubicBezTo>
                    <a:pt x="473" y="272"/>
                    <a:pt x="475" y="275"/>
                    <a:pt x="474" y="275"/>
                  </a:cubicBezTo>
                  <a:cubicBezTo>
                    <a:pt x="474" y="275"/>
                    <a:pt x="473" y="274"/>
                    <a:pt x="473" y="274"/>
                  </a:cubicBezTo>
                  <a:cubicBezTo>
                    <a:pt x="473" y="274"/>
                    <a:pt x="472" y="274"/>
                    <a:pt x="472" y="274"/>
                  </a:cubicBezTo>
                  <a:cubicBezTo>
                    <a:pt x="472" y="274"/>
                    <a:pt x="473" y="275"/>
                    <a:pt x="472" y="275"/>
                  </a:cubicBezTo>
                  <a:cubicBezTo>
                    <a:pt x="472" y="275"/>
                    <a:pt x="472" y="275"/>
                    <a:pt x="472" y="276"/>
                  </a:cubicBezTo>
                  <a:cubicBezTo>
                    <a:pt x="472" y="276"/>
                    <a:pt x="472" y="276"/>
                    <a:pt x="472" y="276"/>
                  </a:cubicBezTo>
                  <a:cubicBezTo>
                    <a:pt x="471" y="276"/>
                    <a:pt x="471" y="275"/>
                    <a:pt x="471" y="275"/>
                  </a:cubicBezTo>
                  <a:cubicBezTo>
                    <a:pt x="471" y="275"/>
                    <a:pt x="470" y="274"/>
                    <a:pt x="470" y="274"/>
                  </a:cubicBezTo>
                  <a:cubicBezTo>
                    <a:pt x="470" y="274"/>
                    <a:pt x="470" y="273"/>
                    <a:pt x="470" y="274"/>
                  </a:cubicBezTo>
                  <a:cubicBezTo>
                    <a:pt x="469" y="274"/>
                    <a:pt x="469" y="275"/>
                    <a:pt x="469" y="274"/>
                  </a:cubicBezTo>
                  <a:cubicBezTo>
                    <a:pt x="469" y="274"/>
                    <a:pt x="468" y="274"/>
                    <a:pt x="469" y="274"/>
                  </a:cubicBezTo>
                  <a:cubicBezTo>
                    <a:pt x="469" y="275"/>
                    <a:pt x="469" y="275"/>
                    <a:pt x="469" y="275"/>
                  </a:cubicBezTo>
                  <a:cubicBezTo>
                    <a:pt x="470" y="275"/>
                    <a:pt x="470" y="275"/>
                    <a:pt x="469" y="275"/>
                  </a:cubicBezTo>
                  <a:cubicBezTo>
                    <a:pt x="469" y="276"/>
                    <a:pt x="469" y="276"/>
                    <a:pt x="469" y="277"/>
                  </a:cubicBezTo>
                  <a:cubicBezTo>
                    <a:pt x="469" y="278"/>
                    <a:pt x="468" y="278"/>
                    <a:pt x="468" y="278"/>
                  </a:cubicBezTo>
                  <a:cubicBezTo>
                    <a:pt x="467" y="278"/>
                    <a:pt x="467" y="277"/>
                    <a:pt x="466" y="277"/>
                  </a:cubicBezTo>
                  <a:cubicBezTo>
                    <a:pt x="466" y="277"/>
                    <a:pt x="466" y="277"/>
                    <a:pt x="465" y="277"/>
                  </a:cubicBezTo>
                  <a:cubicBezTo>
                    <a:pt x="465" y="277"/>
                    <a:pt x="465" y="276"/>
                    <a:pt x="465" y="276"/>
                  </a:cubicBezTo>
                  <a:cubicBezTo>
                    <a:pt x="465" y="277"/>
                    <a:pt x="465" y="277"/>
                    <a:pt x="465" y="277"/>
                  </a:cubicBezTo>
                  <a:cubicBezTo>
                    <a:pt x="466" y="277"/>
                    <a:pt x="466" y="277"/>
                    <a:pt x="466" y="277"/>
                  </a:cubicBezTo>
                  <a:cubicBezTo>
                    <a:pt x="467" y="278"/>
                    <a:pt x="468" y="278"/>
                    <a:pt x="468" y="278"/>
                  </a:cubicBezTo>
                  <a:cubicBezTo>
                    <a:pt x="468" y="279"/>
                    <a:pt x="468" y="280"/>
                    <a:pt x="467" y="280"/>
                  </a:cubicBezTo>
                  <a:cubicBezTo>
                    <a:pt x="467" y="281"/>
                    <a:pt x="467" y="280"/>
                    <a:pt x="466" y="280"/>
                  </a:cubicBezTo>
                  <a:cubicBezTo>
                    <a:pt x="467" y="281"/>
                    <a:pt x="467" y="282"/>
                    <a:pt x="466" y="282"/>
                  </a:cubicBezTo>
                  <a:cubicBezTo>
                    <a:pt x="466" y="282"/>
                    <a:pt x="467" y="283"/>
                    <a:pt x="467" y="283"/>
                  </a:cubicBezTo>
                  <a:cubicBezTo>
                    <a:pt x="468" y="283"/>
                    <a:pt x="467" y="284"/>
                    <a:pt x="467" y="284"/>
                  </a:cubicBezTo>
                  <a:cubicBezTo>
                    <a:pt x="468" y="285"/>
                    <a:pt x="467" y="284"/>
                    <a:pt x="467" y="284"/>
                  </a:cubicBezTo>
                  <a:cubicBezTo>
                    <a:pt x="466" y="284"/>
                    <a:pt x="467" y="285"/>
                    <a:pt x="466" y="285"/>
                  </a:cubicBezTo>
                  <a:cubicBezTo>
                    <a:pt x="467" y="285"/>
                    <a:pt x="467" y="286"/>
                    <a:pt x="467" y="286"/>
                  </a:cubicBezTo>
                  <a:cubicBezTo>
                    <a:pt x="467" y="287"/>
                    <a:pt x="466" y="286"/>
                    <a:pt x="466" y="286"/>
                  </a:cubicBezTo>
                  <a:cubicBezTo>
                    <a:pt x="466" y="286"/>
                    <a:pt x="466" y="286"/>
                    <a:pt x="466" y="287"/>
                  </a:cubicBezTo>
                  <a:cubicBezTo>
                    <a:pt x="466" y="286"/>
                    <a:pt x="466" y="286"/>
                    <a:pt x="465" y="286"/>
                  </a:cubicBezTo>
                  <a:cubicBezTo>
                    <a:pt x="465" y="286"/>
                    <a:pt x="465" y="286"/>
                    <a:pt x="465" y="286"/>
                  </a:cubicBezTo>
                  <a:cubicBezTo>
                    <a:pt x="464" y="286"/>
                    <a:pt x="465" y="285"/>
                    <a:pt x="465" y="285"/>
                  </a:cubicBezTo>
                  <a:cubicBezTo>
                    <a:pt x="464" y="285"/>
                    <a:pt x="464" y="285"/>
                    <a:pt x="464" y="285"/>
                  </a:cubicBezTo>
                  <a:cubicBezTo>
                    <a:pt x="464" y="286"/>
                    <a:pt x="464" y="286"/>
                    <a:pt x="464" y="285"/>
                  </a:cubicBezTo>
                  <a:cubicBezTo>
                    <a:pt x="464" y="286"/>
                    <a:pt x="464" y="286"/>
                    <a:pt x="464" y="286"/>
                  </a:cubicBezTo>
                  <a:cubicBezTo>
                    <a:pt x="464" y="286"/>
                    <a:pt x="464" y="286"/>
                    <a:pt x="465" y="286"/>
                  </a:cubicBezTo>
                  <a:cubicBezTo>
                    <a:pt x="465" y="286"/>
                    <a:pt x="465" y="286"/>
                    <a:pt x="465" y="286"/>
                  </a:cubicBezTo>
                  <a:cubicBezTo>
                    <a:pt x="465" y="286"/>
                    <a:pt x="465" y="287"/>
                    <a:pt x="465" y="287"/>
                  </a:cubicBezTo>
                  <a:cubicBezTo>
                    <a:pt x="466" y="287"/>
                    <a:pt x="467" y="287"/>
                    <a:pt x="466" y="287"/>
                  </a:cubicBezTo>
                  <a:cubicBezTo>
                    <a:pt x="466" y="287"/>
                    <a:pt x="466" y="287"/>
                    <a:pt x="466" y="287"/>
                  </a:cubicBezTo>
                  <a:cubicBezTo>
                    <a:pt x="466" y="287"/>
                    <a:pt x="466" y="287"/>
                    <a:pt x="466" y="287"/>
                  </a:cubicBezTo>
                  <a:cubicBezTo>
                    <a:pt x="465" y="288"/>
                    <a:pt x="465" y="287"/>
                    <a:pt x="465" y="287"/>
                  </a:cubicBezTo>
                  <a:cubicBezTo>
                    <a:pt x="465" y="287"/>
                    <a:pt x="465" y="288"/>
                    <a:pt x="465" y="288"/>
                  </a:cubicBezTo>
                  <a:cubicBezTo>
                    <a:pt x="465" y="288"/>
                    <a:pt x="465" y="288"/>
                    <a:pt x="464" y="288"/>
                  </a:cubicBezTo>
                  <a:cubicBezTo>
                    <a:pt x="465" y="288"/>
                    <a:pt x="465" y="288"/>
                    <a:pt x="465" y="288"/>
                  </a:cubicBezTo>
                  <a:cubicBezTo>
                    <a:pt x="465" y="289"/>
                    <a:pt x="464" y="289"/>
                    <a:pt x="464" y="289"/>
                  </a:cubicBezTo>
                  <a:cubicBezTo>
                    <a:pt x="464" y="289"/>
                    <a:pt x="465" y="289"/>
                    <a:pt x="465" y="289"/>
                  </a:cubicBezTo>
                  <a:cubicBezTo>
                    <a:pt x="465" y="289"/>
                    <a:pt x="465" y="289"/>
                    <a:pt x="464" y="289"/>
                  </a:cubicBezTo>
                  <a:cubicBezTo>
                    <a:pt x="464" y="289"/>
                    <a:pt x="464" y="289"/>
                    <a:pt x="464" y="290"/>
                  </a:cubicBezTo>
                  <a:cubicBezTo>
                    <a:pt x="464" y="290"/>
                    <a:pt x="463" y="290"/>
                    <a:pt x="463" y="290"/>
                  </a:cubicBezTo>
                  <a:cubicBezTo>
                    <a:pt x="463" y="290"/>
                    <a:pt x="463" y="290"/>
                    <a:pt x="463" y="290"/>
                  </a:cubicBezTo>
                  <a:cubicBezTo>
                    <a:pt x="463" y="291"/>
                    <a:pt x="464" y="291"/>
                    <a:pt x="464" y="291"/>
                  </a:cubicBezTo>
                  <a:cubicBezTo>
                    <a:pt x="464" y="291"/>
                    <a:pt x="464" y="291"/>
                    <a:pt x="464" y="291"/>
                  </a:cubicBezTo>
                  <a:cubicBezTo>
                    <a:pt x="464" y="292"/>
                    <a:pt x="465" y="291"/>
                    <a:pt x="465" y="292"/>
                  </a:cubicBezTo>
                  <a:cubicBezTo>
                    <a:pt x="465" y="292"/>
                    <a:pt x="464" y="292"/>
                    <a:pt x="465" y="292"/>
                  </a:cubicBezTo>
                  <a:cubicBezTo>
                    <a:pt x="464" y="293"/>
                    <a:pt x="464" y="292"/>
                    <a:pt x="464" y="293"/>
                  </a:cubicBezTo>
                  <a:cubicBezTo>
                    <a:pt x="464" y="293"/>
                    <a:pt x="463" y="293"/>
                    <a:pt x="463" y="293"/>
                  </a:cubicBezTo>
                  <a:cubicBezTo>
                    <a:pt x="463" y="293"/>
                    <a:pt x="462" y="295"/>
                    <a:pt x="462" y="293"/>
                  </a:cubicBezTo>
                  <a:cubicBezTo>
                    <a:pt x="462" y="293"/>
                    <a:pt x="463" y="293"/>
                    <a:pt x="463" y="292"/>
                  </a:cubicBezTo>
                  <a:cubicBezTo>
                    <a:pt x="463" y="292"/>
                    <a:pt x="464" y="291"/>
                    <a:pt x="464" y="291"/>
                  </a:cubicBezTo>
                  <a:cubicBezTo>
                    <a:pt x="463" y="291"/>
                    <a:pt x="463" y="291"/>
                    <a:pt x="463" y="291"/>
                  </a:cubicBezTo>
                  <a:cubicBezTo>
                    <a:pt x="462" y="291"/>
                    <a:pt x="463" y="292"/>
                    <a:pt x="462" y="292"/>
                  </a:cubicBezTo>
                  <a:cubicBezTo>
                    <a:pt x="462" y="292"/>
                    <a:pt x="461" y="292"/>
                    <a:pt x="461" y="292"/>
                  </a:cubicBezTo>
                  <a:cubicBezTo>
                    <a:pt x="461" y="291"/>
                    <a:pt x="461" y="291"/>
                    <a:pt x="461" y="291"/>
                  </a:cubicBezTo>
                  <a:cubicBezTo>
                    <a:pt x="461" y="291"/>
                    <a:pt x="461" y="291"/>
                    <a:pt x="461" y="291"/>
                  </a:cubicBezTo>
                  <a:cubicBezTo>
                    <a:pt x="461" y="291"/>
                    <a:pt x="461" y="290"/>
                    <a:pt x="461" y="290"/>
                  </a:cubicBezTo>
                  <a:cubicBezTo>
                    <a:pt x="461" y="290"/>
                    <a:pt x="461" y="291"/>
                    <a:pt x="461" y="291"/>
                  </a:cubicBezTo>
                  <a:cubicBezTo>
                    <a:pt x="461" y="291"/>
                    <a:pt x="460" y="291"/>
                    <a:pt x="460" y="291"/>
                  </a:cubicBezTo>
                  <a:cubicBezTo>
                    <a:pt x="460" y="291"/>
                    <a:pt x="461" y="291"/>
                    <a:pt x="460" y="292"/>
                  </a:cubicBezTo>
                  <a:cubicBezTo>
                    <a:pt x="460" y="292"/>
                    <a:pt x="459" y="291"/>
                    <a:pt x="459" y="291"/>
                  </a:cubicBezTo>
                  <a:cubicBezTo>
                    <a:pt x="459" y="291"/>
                    <a:pt x="459" y="291"/>
                    <a:pt x="459" y="291"/>
                  </a:cubicBezTo>
                  <a:cubicBezTo>
                    <a:pt x="459" y="291"/>
                    <a:pt x="459" y="291"/>
                    <a:pt x="459" y="292"/>
                  </a:cubicBezTo>
                  <a:cubicBezTo>
                    <a:pt x="459" y="292"/>
                    <a:pt x="459" y="291"/>
                    <a:pt x="460" y="292"/>
                  </a:cubicBezTo>
                  <a:cubicBezTo>
                    <a:pt x="460" y="292"/>
                    <a:pt x="459" y="293"/>
                    <a:pt x="460" y="293"/>
                  </a:cubicBezTo>
                  <a:cubicBezTo>
                    <a:pt x="460" y="293"/>
                    <a:pt x="460" y="293"/>
                    <a:pt x="461" y="293"/>
                  </a:cubicBezTo>
                  <a:cubicBezTo>
                    <a:pt x="461" y="293"/>
                    <a:pt x="462" y="293"/>
                    <a:pt x="461" y="293"/>
                  </a:cubicBezTo>
                  <a:cubicBezTo>
                    <a:pt x="462" y="294"/>
                    <a:pt x="462" y="294"/>
                    <a:pt x="462" y="295"/>
                  </a:cubicBezTo>
                  <a:cubicBezTo>
                    <a:pt x="462" y="295"/>
                    <a:pt x="461" y="294"/>
                    <a:pt x="460" y="294"/>
                  </a:cubicBezTo>
                  <a:cubicBezTo>
                    <a:pt x="461" y="294"/>
                    <a:pt x="460" y="294"/>
                    <a:pt x="460" y="294"/>
                  </a:cubicBezTo>
                  <a:cubicBezTo>
                    <a:pt x="460" y="295"/>
                    <a:pt x="461" y="295"/>
                    <a:pt x="461" y="295"/>
                  </a:cubicBezTo>
                  <a:cubicBezTo>
                    <a:pt x="461" y="295"/>
                    <a:pt x="461" y="296"/>
                    <a:pt x="462" y="296"/>
                  </a:cubicBezTo>
                  <a:cubicBezTo>
                    <a:pt x="462" y="296"/>
                    <a:pt x="462" y="295"/>
                    <a:pt x="462" y="295"/>
                  </a:cubicBezTo>
                  <a:cubicBezTo>
                    <a:pt x="463" y="295"/>
                    <a:pt x="463" y="295"/>
                    <a:pt x="463" y="296"/>
                  </a:cubicBezTo>
                  <a:cubicBezTo>
                    <a:pt x="463" y="296"/>
                    <a:pt x="464" y="296"/>
                    <a:pt x="464" y="296"/>
                  </a:cubicBezTo>
                  <a:cubicBezTo>
                    <a:pt x="464" y="296"/>
                    <a:pt x="463" y="296"/>
                    <a:pt x="463" y="296"/>
                  </a:cubicBezTo>
                  <a:cubicBezTo>
                    <a:pt x="463" y="296"/>
                    <a:pt x="462" y="296"/>
                    <a:pt x="462" y="296"/>
                  </a:cubicBezTo>
                  <a:cubicBezTo>
                    <a:pt x="462" y="296"/>
                    <a:pt x="461" y="296"/>
                    <a:pt x="461" y="297"/>
                  </a:cubicBezTo>
                  <a:cubicBezTo>
                    <a:pt x="461" y="297"/>
                    <a:pt x="461" y="298"/>
                    <a:pt x="461" y="298"/>
                  </a:cubicBezTo>
                  <a:cubicBezTo>
                    <a:pt x="460" y="299"/>
                    <a:pt x="460" y="300"/>
                    <a:pt x="459" y="299"/>
                  </a:cubicBezTo>
                  <a:cubicBezTo>
                    <a:pt x="459" y="299"/>
                    <a:pt x="458" y="299"/>
                    <a:pt x="457" y="299"/>
                  </a:cubicBezTo>
                  <a:cubicBezTo>
                    <a:pt x="457" y="298"/>
                    <a:pt x="457" y="298"/>
                    <a:pt x="456" y="298"/>
                  </a:cubicBezTo>
                  <a:cubicBezTo>
                    <a:pt x="457" y="298"/>
                    <a:pt x="457" y="298"/>
                    <a:pt x="458" y="299"/>
                  </a:cubicBezTo>
                  <a:cubicBezTo>
                    <a:pt x="458" y="299"/>
                    <a:pt x="458" y="300"/>
                    <a:pt x="458" y="300"/>
                  </a:cubicBezTo>
                  <a:cubicBezTo>
                    <a:pt x="459" y="300"/>
                    <a:pt x="460" y="300"/>
                    <a:pt x="460" y="299"/>
                  </a:cubicBezTo>
                  <a:cubicBezTo>
                    <a:pt x="461" y="299"/>
                    <a:pt x="462" y="299"/>
                    <a:pt x="462" y="299"/>
                  </a:cubicBezTo>
                  <a:cubicBezTo>
                    <a:pt x="463" y="300"/>
                    <a:pt x="462" y="301"/>
                    <a:pt x="461" y="301"/>
                  </a:cubicBezTo>
                  <a:cubicBezTo>
                    <a:pt x="462" y="301"/>
                    <a:pt x="462" y="302"/>
                    <a:pt x="462" y="303"/>
                  </a:cubicBezTo>
                  <a:cubicBezTo>
                    <a:pt x="462" y="303"/>
                    <a:pt x="461" y="303"/>
                    <a:pt x="461" y="303"/>
                  </a:cubicBezTo>
                  <a:cubicBezTo>
                    <a:pt x="460" y="303"/>
                    <a:pt x="461" y="304"/>
                    <a:pt x="461" y="304"/>
                  </a:cubicBezTo>
                  <a:cubicBezTo>
                    <a:pt x="461" y="304"/>
                    <a:pt x="461" y="304"/>
                    <a:pt x="462" y="304"/>
                  </a:cubicBezTo>
                  <a:cubicBezTo>
                    <a:pt x="462" y="305"/>
                    <a:pt x="462" y="305"/>
                    <a:pt x="462" y="305"/>
                  </a:cubicBezTo>
                  <a:cubicBezTo>
                    <a:pt x="462" y="305"/>
                    <a:pt x="463" y="306"/>
                    <a:pt x="463" y="306"/>
                  </a:cubicBezTo>
                  <a:cubicBezTo>
                    <a:pt x="463" y="306"/>
                    <a:pt x="463" y="307"/>
                    <a:pt x="463" y="307"/>
                  </a:cubicBezTo>
                  <a:cubicBezTo>
                    <a:pt x="463" y="307"/>
                    <a:pt x="463" y="306"/>
                    <a:pt x="463" y="306"/>
                  </a:cubicBezTo>
                  <a:cubicBezTo>
                    <a:pt x="463" y="306"/>
                    <a:pt x="463" y="306"/>
                    <a:pt x="462" y="305"/>
                  </a:cubicBezTo>
                  <a:cubicBezTo>
                    <a:pt x="462" y="305"/>
                    <a:pt x="462" y="306"/>
                    <a:pt x="462" y="306"/>
                  </a:cubicBezTo>
                  <a:cubicBezTo>
                    <a:pt x="462" y="306"/>
                    <a:pt x="463" y="306"/>
                    <a:pt x="462" y="306"/>
                  </a:cubicBezTo>
                  <a:cubicBezTo>
                    <a:pt x="462" y="306"/>
                    <a:pt x="462" y="307"/>
                    <a:pt x="462" y="306"/>
                  </a:cubicBezTo>
                  <a:cubicBezTo>
                    <a:pt x="462" y="306"/>
                    <a:pt x="462" y="305"/>
                    <a:pt x="461" y="306"/>
                  </a:cubicBezTo>
                  <a:cubicBezTo>
                    <a:pt x="461" y="305"/>
                    <a:pt x="461" y="305"/>
                    <a:pt x="461" y="305"/>
                  </a:cubicBezTo>
                  <a:cubicBezTo>
                    <a:pt x="461" y="305"/>
                    <a:pt x="460" y="305"/>
                    <a:pt x="460" y="305"/>
                  </a:cubicBezTo>
                  <a:cubicBezTo>
                    <a:pt x="460" y="304"/>
                    <a:pt x="460" y="304"/>
                    <a:pt x="460" y="304"/>
                  </a:cubicBezTo>
                  <a:cubicBezTo>
                    <a:pt x="460" y="304"/>
                    <a:pt x="460" y="304"/>
                    <a:pt x="460" y="304"/>
                  </a:cubicBezTo>
                  <a:cubicBezTo>
                    <a:pt x="460" y="305"/>
                    <a:pt x="459" y="305"/>
                    <a:pt x="459" y="305"/>
                  </a:cubicBezTo>
                  <a:cubicBezTo>
                    <a:pt x="458" y="306"/>
                    <a:pt x="459" y="306"/>
                    <a:pt x="459" y="307"/>
                  </a:cubicBezTo>
                  <a:cubicBezTo>
                    <a:pt x="459" y="307"/>
                    <a:pt x="459" y="307"/>
                    <a:pt x="459" y="307"/>
                  </a:cubicBezTo>
                  <a:cubicBezTo>
                    <a:pt x="459" y="307"/>
                    <a:pt x="459" y="308"/>
                    <a:pt x="460" y="307"/>
                  </a:cubicBezTo>
                  <a:cubicBezTo>
                    <a:pt x="460" y="307"/>
                    <a:pt x="461" y="308"/>
                    <a:pt x="461" y="308"/>
                  </a:cubicBezTo>
                  <a:cubicBezTo>
                    <a:pt x="461" y="308"/>
                    <a:pt x="460" y="308"/>
                    <a:pt x="460" y="308"/>
                  </a:cubicBezTo>
                  <a:cubicBezTo>
                    <a:pt x="460" y="309"/>
                    <a:pt x="460" y="309"/>
                    <a:pt x="460" y="309"/>
                  </a:cubicBezTo>
                  <a:cubicBezTo>
                    <a:pt x="460" y="308"/>
                    <a:pt x="459" y="309"/>
                    <a:pt x="459" y="308"/>
                  </a:cubicBezTo>
                  <a:cubicBezTo>
                    <a:pt x="459" y="308"/>
                    <a:pt x="459" y="308"/>
                    <a:pt x="459" y="308"/>
                  </a:cubicBezTo>
                  <a:cubicBezTo>
                    <a:pt x="458" y="308"/>
                    <a:pt x="459" y="309"/>
                    <a:pt x="459" y="309"/>
                  </a:cubicBezTo>
                  <a:cubicBezTo>
                    <a:pt x="459" y="309"/>
                    <a:pt x="458" y="309"/>
                    <a:pt x="459" y="309"/>
                  </a:cubicBezTo>
                  <a:cubicBezTo>
                    <a:pt x="458" y="309"/>
                    <a:pt x="458" y="309"/>
                    <a:pt x="458" y="309"/>
                  </a:cubicBezTo>
                  <a:cubicBezTo>
                    <a:pt x="458" y="309"/>
                    <a:pt x="458" y="309"/>
                    <a:pt x="458" y="309"/>
                  </a:cubicBezTo>
                  <a:cubicBezTo>
                    <a:pt x="458" y="309"/>
                    <a:pt x="459" y="308"/>
                    <a:pt x="458" y="308"/>
                  </a:cubicBezTo>
                  <a:cubicBezTo>
                    <a:pt x="457" y="308"/>
                    <a:pt x="458" y="307"/>
                    <a:pt x="458" y="308"/>
                  </a:cubicBezTo>
                  <a:cubicBezTo>
                    <a:pt x="458" y="307"/>
                    <a:pt x="457" y="308"/>
                    <a:pt x="456" y="308"/>
                  </a:cubicBezTo>
                  <a:cubicBezTo>
                    <a:pt x="456" y="308"/>
                    <a:pt x="457" y="308"/>
                    <a:pt x="457" y="309"/>
                  </a:cubicBezTo>
                  <a:cubicBezTo>
                    <a:pt x="457" y="309"/>
                    <a:pt x="457" y="308"/>
                    <a:pt x="457" y="309"/>
                  </a:cubicBezTo>
                  <a:cubicBezTo>
                    <a:pt x="457" y="309"/>
                    <a:pt x="457" y="309"/>
                    <a:pt x="457" y="309"/>
                  </a:cubicBezTo>
                  <a:cubicBezTo>
                    <a:pt x="457" y="309"/>
                    <a:pt x="456" y="309"/>
                    <a:pt x="457" y="310"/>
                  </a:cubicBezTo>
                  <a:cubicBezTo>
                    <a:pt x="457" y="310"/>
                    <a:pt x="457" y="310"/>
                    <a:pt x="458" y="310"/>
                  </a:cubicBezTo>
                  <a:cubicBezTo>
                    <a:pt x="458" y="311"/>
                    <a:pt x="458" y="310"/>
                    <a:pt x="458" y="310"/>
                  </a:cubicBezTo>
                  <a:cubicBezTo>
                    <a:pt x="458" y="310"/>
                    <a:pt x="458" y="311"/>
                    <a:pt x="458" y="311"/>
                  </a:cubicBezTo>
                  <a:cubicBezTo>
                    <a:pt x="458" y="311"/>
                    <a:pt x="457" y="311"/>
                    <a:pt x="457" y="311"/>
                  </a:cubicBezTo>
                  <a:cubicBezTo>
                    <a:pt x="458" y="312"/>
                    <a:pt x="458" y="312"/>
                    <a:pt x="458" y="312"/>
                  </a:cubicBezTo>
                  <a:cubicBezTo>
                    <a:pt x="458" y="312"/>
                    <a:pt x="457" y="312"/>
                    <a:pt x="457" y="312"/>
                  </a:cubicBezTo>
                  <a:cubicBezTo>
                    <a:pt x="456" y="312"/>
                    <a:pt x="456" y="312"/>
                    <a:pt x="456" y="312"/>
                  </a:cubicBezTo>
                  <a:cubicBezTo>
                    <a:pt x="455" y="312"/>
                    <a:pt x="456" y="312"/>
                    <a:pt x="456" y="312"/>
                  </a:cubicBezTo>
                  <a:cubicBezTo>
                    <a:pt x="456" y="312"/>
                    <a:pt x="456" y="311"/>
                    <a:pt x="455" y="311"/>
                  </a:cubicBezTo>
                  <a:cubicBezTo>
                    <a:pt x="455" y="311"/>
                    <a:pt x="455" y="312"/>
                    <a:pt x="455" y="312"/>
                  </a:cubicBezTo>
                  <a:cubicBezTo>
                    <a:pt x="455" y="312"/>
                    <a:pt x="455" y="311"/>
                    <a:pt x="455" y="311"/>
                  </a:cubicBezTo>
                  <a:cubicBezTo>
                    <a:pt x="455" y="311"/>
                    <a:pt x="455" y="312"/>
                    <a:pt x="455" y="312"/>
                  </a:cubicBezTo>
                  <a:cubicBezTo>
                    <a:pt x="455" y="312"/>
                    <a:pt x="455" y="312"/>
                    <a:pt x="455" y="312"/>
                  </a:cubicBezTo>
                  <a:cubicBezTo>
                    <a:pt x="455" y="313"/>
                    <a:pt x="457" y="312"/>
                    <a:pt x="456" y="314"/>
                  </a:cubicBezTo>
                  <a:cubicBezTo>
                    <a:pt x="456" y="314"/>
                    <a:pt x="455" y="314"/>
                    <a:pt x="456" y="315"/>
                  </a:cubicBezTo>
                  <a:cubicBezTo>
                    <a:pt x="456" y="315"/>
                    <a:pt x="456" y="316"/>
                    <a:pt x="455" y="316"/>
                  </a:cubicBezTo>
                  <a:cubicBezTo>
                    <a:pt x="455" y="316"/>
                    <a:pt x="455" y="315"/>
                    <a:pt x="454" y="315"/>
                  </a:cubicBezTo>
                  <a:cubicBezTo>
                    <a:pt x="454" y="315"/>
                    <a:pt x="454" y="314"/>
                    <a:pt x="454" y="314"/>
                  </a:cubicBezTo>
                  <a:cubicBezTo>
                    <a:pt x="453" y="314"/>
                    <a:pt x="454" y="315"/>
                    <a:pt x="453" y="315"/>
                  </a:cubicBezTo>
                  <a:cubicBezTo>
                    <a:pt x="453" y="315"/>
                    <a:pt x="453" y="315"/>
                    <a:pt x="452" y="316"/>
                  </a:cubicBezTo>
                  <a:cubicBezTo>
                    <a:pt x="452" y="316"/>
                    <a:pt x="451" y="315"/>
                    <a:pt x="451" y="314"/>
                  </a:cubicBezTo>
                  <a:cubicBezTo>
                    <a:pt x="451" y="315"/>
                    <a:pt x="451" y="315"/>
                    <a:pt x="450" y="315"/>
                  </a:cubicBezTo>
                  <a:cubicBezTo>
                    <a:pt x="450" y="315"/>
                    <a:pt x="450" y="315"/>
                    <a:pt x="450" y="315"/>
                  </a:cubicBezTo>
                  <a:cubicBezTo>
                    <a:pt x="450" y="316"/>
                    <a:pt x="450" y="316"/>
                    <a:pt x="449" y="316"/>
                  </a:cubicBezTo>
                  <a:cubicBezTo>
                    <a:pt x="450" y="316"/>
                    <a:pt x="450" y="316"/>
                    <a:pt x="450" y="316"/>
                  </a:cubicBezTo>
                  <a:cubicBezTo>
                    <a:pt x="450" y="317"/>
                    <a:pt x="450" y="316"/>
                    <a:pt x="450" y="317"/>
                  </a:cubicBezTo>
                  <a:cubicBezTo>
                    <a:pt x="450" y="317"/>
                    <a:pt x="449" y="316"/>
                    <a:pt x="449" y="316"/>
                  </a:cubicBezTo>
                  <a:cubicBezTo>
                    <a:pt x="449" y="316"/>
                    <a:pt x="447" y="316"/>
                    <a:pt x="448" y="317"/>
                  </a:cubicBezTo>
                  <a:cubicBezTo>
                    <a:pt x="449" y="317"/>
                    <a:pt x="450" y="317"/>
                    <a:pt x="450" y="317"/>
                  </a:cubicBezTo>
                  <a:cubicBezTo>
                    <a:pt x="451" y="317"/>
                    <a:pt x="450" y="318"/>
                    <a:pt x="450" y="318"/>
                  </a:cubicBezTo>
                  <a:cubicBezTo>
                    <a:pt x="450" y="318"/>
                    <a:pt x="451" y="318"/>
                    <a:pt x="451" y="318"/>
                  </a:cubicBezTo>
                  <a:cubicBezTo>
                    <a:pt x="451" y="318"/>
                    <a:pt x="451" y="318"/>
                    <a:pt x="451" y="319"/>
                  </a:cubicBezTo>
                  <a:cubicBezTo>
                    <a:pt x="451" y="319"/>
                    <a:pt x="450" y="320"/>
                    <a:pt x="450" y="320"/>
                  </a:cubicBezTo>
                  <a:cubicBezTo>
                    <a:pt x="450" y="319"/>
                    <a:pt x="450" y="319"/>
                    <a:pt x="450" y="319"/>
                  </a:cubicBezTo>
                  <a:cubicBezTo>
                    <a:pt x="450" y="320"/>
                    <a:pt x="450" y="320"/>
                    <a:pt x="450" y="320"/>
                  </a:cubicBezTo>
                  <a:cubicBezTo>
                    <a:pt x="450" y="320"/>
                    <a:pt x="450" y="320"/>
                    <a:pt x="450" y="320"/>
                  </a:cubicBezTo>
                  <a:cubicBezTo>
                    <a:pt x="450" y="321"/>
                    <a:pt x="450" y="321"/>
                    <a:pt x="449" y="321"/>
                  </a:cubicBezTo>
                  <a:cubicBezTo>
                    <a:pt x="449" y="322"/>
                    <a:pt x="449" y="323"/>
                    <a:pt x="448" y="323"/>
                  </a:cubicBezTo>
                  <a:cubicBezTo>
                    <a:pt x="448" y="322"/>
                    <a:pt x="449" y="321"/>
                    <a:pt x="448" y="321"/>
                  </a:cubicBezTo>
                  <a:cubicBezTo>
                    <a:pt x="449" y="321"/>
                    <a:pt x="449" y="321"/>
                    <a:pt x="448" y="321"/>
                  </a:cubicBezTo>
                  <a:cubicBezTo>
                    <a:pt x="449" y="321"/>
                    <a:pt x="448" y="321"/>
                    <a:pt x="447" y="321"/>
                  </a:cubicBezTo>
                  <a:cubicBezTo>
                    <a:pt x="448" y="321"/>
                    <a:pt x="448" y="322"/>
                    <a:pt x="448" y="323"/>
                  </a:cubicBezTo>
                  <a:cubicBezTo>
                    <a:pt x="447" y="323"/>
                    <a:pt x="448" y="324"/>
                    <a:pt x="447" y="325"/>
                  </a:cubicBezTo>
                  <a:cubicBezTo>
                    <a:pt x="447" y="324"/>
                    <a:pt x="448" y="323"/>
                    <a:pt x="447" y="323"/>
                  </a:cubicBezTo>
                  <a:cubicBezTo>
                    <a:pt x="446" y="322"/>
                    <a:pt x="445" y="322"/>
                    <a:pt x="445" y="322"/>
                  </a:cubicBezTo>
                  <a:cubicBezTo>
                    <a:pt x="446" y="323"/>
                    <a:pt x="446" y="322"/>
                    <a:pt x="446" y="323"/>
                  </a:cubicBezTo>
                  <a:cubicBezTo>
                    <a:pt x="446" y="323"/>
                    <a:pt x="446" y="324"/>
                    <a:pt x="446" y="324"/>
                  </a:cubicBezTo>
                  <a:cubicBezTo>
                    <a:pt x="446" y="324"/>
                    <a:pt x="445" y="324"/>
                    <a:pt x="445" y="324"/>
                  </a:cubicBezTo>
                  <a:cubicBezTo>
                    <a:pt x="445" y="324"/>
                    <a:pt x="445" y="324"/>
                    <a:pt x="445" y="324"/>
                  </a:cubicBezTo>
                  <a:cubicBezTo>
                    <a:pt x="445" y="324"/>
                    <a:pt x="444" y="325"/>
                    <a:pt x="444" y="326"/>
                  </a:cubicBezTo>
                  <a:cubicBezTo>
                    <a:pt x="444" y="326"/>
                    <a:pt x="444" y="325"/>
                    <a:pt x="444" y="325"/>
                  </a:cubicBezTo>
                  <a:cubicBezTo>
                    <a:pt x="444" y="325"/>
                    <a:pt x="443" y="326"/>
                    <a:pt x="443" y="326"/>
                  </a:cubicBezTo>
                  <a:cubicBezTo>
                    <a:pt x="443" y="326"/>
                    <a:pt x="443" y="326"/>
                    <a:pt x="443" y="326"/>
                  </a:cubicBezTo>
                  <a:cubicBezTo>
                    <a:pt x="442" y="325"/>
                    <a:pt x="442" y="325"/>
                    <a:pt x="442" y="326"/>
                  </a:cubicBezTo>
                  <a:cubicBezTo>
                    <a:pt x="442" y="325"/>
                    <a:pt x="442" y="325"/>
                    <a:pt x="442" y="326"/>
                  </a:cubicBezTo>
                  <a:cubicBezTo>
                    <a:pt x="441" y="326"/>
                    <a:pt x="441" y="326"/>
                    <a:pt x="441" y="325"/>
                  </a:cubicBezTo>
                  <a:cubicBezTo>
                    <a:pt x="441" y="325"/>
                    <a:pt x="441" y="326"/>
                    <a:pt x="441" y="326"/>
                  </a:cubicBezTo>
                  <a:cubicBezTo>
                    <a:pt x="441" y="326"/>
                    <a:pt x="441" y="326"/>
                    <a:pt x="441" y="327"/>
                  </a:cubicBezTo>
                  <a:cubicBezTo>
                    <a:pt x="441" y="327"/>
                    <a:pt x="441" y="328"/>
                    <a:pt x="441" y="328"/>
                  </a:cubicBezTo>
                  <a:cubicBezTo>
                    <a:pt x="440" y="329"/>
                    <a:pt x="440" y="329"/>
                    <a:pt x="439" y="328"/>
                  </a:cubicBezTo>
                  <a:cubicBezTo>
                    <a:pt x="439" y="328"/>
                    <a:pt x="438" y="328"/>
                    <a:pt x="438" y="328"/>
                  </a:cubicBezTo>
                  <a:cubicBezTo>
                    <a:pt x="438" y="328"/>
                    <a:pt x="439" y="329"/>
                    <a:pt x="439" y="329"/>
                  </a:cubicBezTo>
                  <a:cubicBezTo>
                    <a:pt x="439" y="329"/>
                    <a:pt x="439" y="329"/>
                    <a:pt x="439" y="329"/>
                  </a:cubicBezTo>
                  <a:cubicBezTo>
                    <a:pt x="439" y="329"/>
                    <a:pt x="439" y="329"/>
                    <a:pt x="440" y="329"/>
                  </a:cubicBezTo>
                  <a:cubicBezTo>
                    <a:pt x="440" y="329"/>
                    <a:pt x="440" y="329"/>
                    <a:pt x="440" y="329"/>
                  </a:cubicBezTo>
                  <a:cubicBezTo>
                    <a:pt x="440" y="329"/>
                    <a:pt x="441" y="330"/>
                    <a:pt x="441" y="330"/>
                  </a:cubicBezTo>
                  <a:cubicBezTo>
                    <a:pt x="440" y="330"/>
                    <a:pt x="440" y="329"/>
                    <a:pt x="440" y="329"/>
                  </a:cubicBezTo>
                  <a:cubicBezTo>
                    <a:pt x="440" y="330"/>
                    <a:pt x="440" y="330"/>
                    <a:pt x="440" y="330"/>
                  </a:cubicBezTo>
                  <a:cubicBezTo>
                    <a:pt x="440" y="330"/>
                    <a:pt x="439" y="331"/>
                    <a:pt x="439" y="330"/>
                  </a:cubicBezTo>
                  <a:cubicBezTo>
                    <a:pt x="439" y="330"/>
                    <a:pt x="438" y="329"/>
                    <a:pt x="438" y="330"/>
                  </a:cubicBezTo>
                  <a:cubicBezTo>
                    <a:pt x="438" y="330"/>
                    <a:pt x="439" y="330"/>
                    <a:pt x="439" y="331"/>
                  </a:cubicBezTo>
                  <a:cubicBezTo>
                    <a:pt x="438" y="331"/>
                    <a:pt x="439" y="332"/>
                    <a:pt x="439" y="332"/>
                  </a:cubicBezTo>
                  <a:cubicBezTo>
                    <a:pt x="439" y="333"/>
                    <a:pt x="438" y="333"/>
                    <a:pt x="437" y="333"/>
                  </a:cubicBezTo>
                  <a:cubicBezTo>
                    <a:pt x="437" y="333"/>
                    <a:pt x="437" y="333"/>
                    <a:pt x="437" y="333"/>
                  </a:cubicBezTo>
                  <a:cubicBezTo>
                    <a:pt x="436" y="333"/>
                    <a:pt x="436" y="333"/>
                    <a:pt x="436" y="333"/>
                  </a:cubicBezTo>
                  <a:cubicBezTo>
                    <a:pt x="436" y="333"/>
                    <a:pt x="436" y="333"/>
                    <a:pt x="436" y="333"/>
                  </a:cubicBezTo>
                  <a:cubicBezTo>
                    <a:pt x="436" y="333"/>
                    <a:pt x="436" y="334"/>
                    <a:pt x="435" y="334"/>
                  </a:cubicBezTo>
                  <a:cubicBezTo>
                    <a:pt x="435" y="335"/>
                    <a:pt x="435" y="334"/>
                    <a:pt x="435" y="334"/>
                  </a:cubicBezTo>
                  <a:cubicBezTo>
                    <a:pt x="435" y="333"/>
                    <a:pt x="434" y="333"/>
                    <a:pt x="434" y="333"/>
                  </a:cubicBezTo>
                  <a:cubicBezTo>
                    <a:pt x="434" y="334"/>
                    <a:pt x="435" y="334"/>
                    <a:pt x="434" y="334"/>
                  </a:cubicBezTo>
                  <a:cubicBezTo>
                    <a:pt x="434" y="334"/>
                    <a:pt x="434" y="335"/>
                    <a:pt x="434" y="334"/>
                  </a:cubicBezTo>
                  <a:cubicBezTo>
                    <a:pt x="433" y="335"/>
                    <a:pt x="433" y="335"/>
                    <a:pt x="433" y="335"/>
                  </a:cubicBezTo>
                  <a:cubicBezTo>
                    <a:pt x="432" y="336"/>
                    <a:pt x="432" y="335"/>
                    <a:pt x="432" y="335"/>
                  </a:cubicBezTo>
                  <a:cubicBezTo>
                    <a:pt x="433" y="335"/>
                    <a:pt x="432" y="335"/>
                    <a:pt x="432" y="334"/>
                  </a:cubicBezTo>
                  <a:cubicBezTo>
                    <a:pt x="432" y="334"/>
                    <a:pt x="432" y="334"/>
                    <a:pt x="431" y="334"/>
                  </a:cubicBezTo>
                  <a:cubicBezTo>
                    <a:pt x="430" y="334"/>
                    <a:pt x="432" y="333"/>
                    <a:pt x="431" y="333"/>
                  </a:cubicBezTo>
                  <a:cubicBezTo>
                    <a:pt x="431" y="333"/>
                    <a:pt x="430" y="334"/>
                    <a:pt x="430" y="334"/>
                  </a:cubicBezTo>
                  <a:cubicBezTo>
                    <a:pt x="430" y="334"/>
                    <a:pt x="430" y="334"/>
                    <a:pt x="429" y="334"/>
                  </a:cubicBezTo>
                  <a:cubicBezTo>
                    <a:pt x="429" y="333"/>
                    <a:pt x="429" y="333"/>
                    <a:pt x="428" y="333"/>
                  </a:cubicBezTo>
                  <a:cubicBezTo>
                    <a:pt x="428" y="334"/>
                    <a:pt x="430" y="334"/>
                    <a:pt x="429" y="334"/>
                  </a:cubicBezTo>
                  <a:cubicBezTo>
                    <a:pt x="429" y="334"/>
                    <a:pt x="430" y="334"/>
                    <a:pt x="430" y="334"/>
                  </a:cubicBezTo>
                  <a:cubicBezTo>
                    <a:pt x="430" y="334"/>
                    <a:pt x="430" y="335"/>
                    <a:pt x="430" y="335"/>
                  </a:cubicBezTo>
                  <a:cubicBezTo>
                    <a:pt x="430" y="335"/>
                    <a:pt x="430" y="336"/>
                    <a:pt x="430" y="335"/>
                  </a:cubicBezTo>
                  <a:cubicBezTo>
                    <a:pt x="430" y="335"/>
                    <a:pt x="430" y="335"/>
                    <a:pt x="430" y="336"/>
                  </a:cubicBezTo>
                  <a:cubicBezTo>
                    <a:pt x="430" y="336"/>
                    <a:pt x="430" y="336"/>
                    <a:pt x="430" y="336"/>
                  </a:cubicBezTo>
                  <a:cubicBezTo>
                    <a:pt x="430" y="336"/>
                    <a:pt x="428" y="336"/>
                    <a:pt x="428" y="336"/>
                  </a:cubicBezTo>
                  <a:cubicBezTo>
                    <a:pt x="428" y="336"/>
                    <a:pt x="429" y="335"/>
                    <a:pt x="429" y="335"/>
                  </a:cubicBezTo>
                  <a:cubicBezTo>
                    <a:pt x="428" y="335"/>
                    <a:pt x="428" y="335"/>
                    <a:pt x="428" y="335"/>
                  </a:cubicBezTo>
                  <a:cubicBezTo>
                    <a:pt x="428" y="335"/>
                    <a:pt x="427" y="335"/>
                    <a:pt x="427" y="335"/>
                  </a:cubicBezTo>
                  <a:cubicBezTo>
                    <a:pt x="427" y="335"/>
                    <a:pt x="427" y="334"/>
                    <a:pt x="427" y="334"/>
                  </a:cubicBezTo>
                  <a:cubicBezTo>
                    <a:pt x="428" y="334"/>
                    <a:pt x="427" y="334"/>
                    <a:pt x="427" y="334"/>
                  </a:cubicBezTo>
                  <a:cubicBezTo>
                    <a:pt x="427" y="334"/>
                    <a:pt x="427" y="334"/>
                    <a:pt x="427" y="334"/>
                  </a:cubicBezTo>
                  <a:cubicBezTo>
                    <a:pt x="426" y="335"/>
                    <a:pt x="426" y="335"/>
                    <a:pt x="426" y="335"/>
                  </a:cubicBezTo>
                  <a:cubicBezTo>
                    <a:pt x="425" y="334"/>
                    <a:pt x="425" y="336"/>
                    <a:pt x="425" y="336"/>
                  </a:cubicBezTo>
                  <a:cubicBezTo>
                    <a:pt x="424" y="336"/>
                    <a:pt x="424" y="335"/>
                    <a:pt x="424" y="335"/>
                  </a:cubicBezTo>
                  <a:cubicBezTo>
                    <a:pt x="424" y="335"/>
                    <a:pt x="423" y="335"/>
                    <a:pt x="423" y="335"/>
                  </a:cubicBezTo>
                  <a:cubicBezTo>
                    <a:pt x="424" y="336"/>
                    <a:pt x="425" y="336"/>
                    <a:pt x="424" y="336"/>
                  </a:cubicBezTo>
                  <a:cubicBezTo>
                    <a:pt x="424" y="336"/>
                    <a:pt x="424" y="338"/>
                    <a:pt x="424" y="337"/>
                  </a:cubicBezTo>
                  <a:cubicBezTo>
                    <a:pt x="424" y="337"/>
                    <a:pt x="424" y="337"/>
                    <a:pt x="423" y="337"/>
                  </a:cubicBezTo>
                  <a:cubicBezTo>
                    <a:pt x="423" y="337"/>
                    <a:pt x="423" y="337"/>
                    <a:pt x="423" y="337"/>
                  </a:cubicBezTo>
                  <a:cubicBezTo>
                    <a:pt x="422" y="336"/>
                    <a:pt x="422" y="336"/>
                    <a:pt x="422" y="335"/>
                  </a:cubicBezTo>
                  <a:cubicBezTo>
                    <a:pt x="423" y="335"/>
                    <a:pt x="423" y="335"/>
                    <a:pt x="423" y="335"/>
                  </a:cubicBezTo>
                  <a:cubicBezTo>
                    <a:pt x="423" y="335"/>
                    <a:pt x="423" y="335"/>
                    <a:pt x="423" y="335"/>
                  </a:cubicBezTo>
                  <a:cubicBezTo>
                    <a:pt x="423" y="335"/>
                    <a:pt x="422" y="335"/>
                    <a:pt x="422" y="335"/>
                  </a:cubicBezTo>
                  <a:cubicBezTo>
                    <a:pt x="422" y="335"/>
                    <a:pt x="422" y="335"/>
                    <a:pt x="421" y="335"/>
                  </a:cubicBezTo>
                  <a:cubicBezTo>
                    <a:pt x="421" y="335"/>
                    <a:pt x="420" y="336"/>
                    <a:pt x="420" y="336"/>
                  </a:cubicBezTo>
                  <a:cubicBezTo>
                    <a:pt x="420" y="337"/>
                    <a:pt x="421" y="336"/>
                    <a:pt x="421" y="336"/>
                  </a:cubicBezTo>
                  <a:cubicBezTo>
                    <a:pt x="421" y="336"/>
                    <a:pt x="420" y="337"/>
                    <a:pt x="420" y="337"/>
                  </a:cubicBezTo>
                  <a:cubicBezTo>
                    <a:pt x="420" y="337"/>
                    <a:pt x="421" y="337"/>
                    <a:pt x="421" y="337"/>
                  </a:cubicBezTo>
                  <a:cubicBezTo>
                    <a:pt x="422" y="338"/>
                    <a:pt x="421" y="338"/>
                    <a:pt x="421" y="339"/>
                  </a:cubicBezTo>
                  <a:cubicBezTo>
                    <a:pt x="420" y="338"/>
                    <a:pt x="420" y="336"/>
                    <a:pt x="419" y="337"/>
                  </a:cubicBezTo>
                  <a:cubicBezTo>
                    <a:pt x="418" y="337"/>
                    <a:pt x="418" y="338"/>
                    <a:pt x="419" y="338"/>
                  </a:cubicBezTo>
                  <a:cubicBezTo>
                    <a:pt x="419" y="338"/>
                    <a:pt x="418" y="338"/>
                    <a:pt x="417" y="338"/>
                  </a:cubicBezTo>
                  <a:cubicBezTo>
                    <a:pt x="418" y="339"/>
                    <a:pt x="418" y="339"/>
                    <a:pt x="418" y="339"/>
                  </a:cubicBezTo>
                  <a:cubicBezTo>
                    <a:pt x="418" y="339"/>
                    <a:pt x="419" y="338"/>
                    <a:pt x="419" y="339"/>
                  </a:cubicBezTo>
                  <a:cubicBezTo>
                    <a:pt x="419" y="339"/>
                    <a:pt x="420" y="339"/>
                    <a:pt x="420" y="339"/>
                  </a:cubicBezTo>
                  <a:cubicBezTo>
                    <a:pt x="420" y="339"/>
                    <a:pt x="420" y="340"/>
                    <a:pt x="419" y="340"/>
                  </a:cubicBezTo>
                  <a:cubicBezTo>
                    <a:pt x="419" y="339"/>
                    <a:pt x="418" y="339"/>
                    <a:pt x="419" y="340"/>
                  </a:cubicBezTo>
                  <a:cubicBezTo>
                    <a:pt x="419" y="340"/>
                    <a:pt x="419" y="340"/>
                    <a:pt x="419" y="341"/>
                  </a:cubicBezTo>
                  <a:cubicBezTo>
                    <a:pt x="419" y="341"/>
                    <a:pt x="419" y="340"/>
                    <a:pt x="418" y="340"/>
                  </a:cubicBezTo>
                  <a:cubicBezTo>
                    <a:pt x="418" y="340"/>
                    <a:pt x="417" y="340"/>
                    <a:pt x="416" y="339"/>
                  </a:cubicBezTo>
                  <a:cubicBezTo>
                    <a:pt x="416" y="339"/>
                    <a:pt x="415" y="339"/>
                    <a:pt x="415" y="339"/>
                  </a:cubicBezTo>
                  <a:cubicBezTo>
                    <a:pt x="415" y="339"/>
                    <a:pt x="416" y="338"/>
                    <a:pt x="416" y="338"/>
                  </a:cubicBezTo>
                  <a:cubicBezTo>
                    <a:pt x="415" y="337"/>
                    <a:pt x="415" y="338"/>
                    <a:pt x="414" y="338"/>
                  </a:cubicBezTo>
                  <a:cubicBezTo>
                    <a:pt x="415" y="337"/>
                    <a:pt x="414" y="336"/>
                    <a:pt x="413" y="335"/>
                  </a:cubicBezTo>
                  <a:cubicBezTo>
                    <a:pt x="413" y="335"/>
                    <a:pt x="412" y="335"/>
                    <a:pt x="412" y="335"/>
                  </a:cubicBezTo>
                  <a:cubicBezTo>
                    <a:pt x="412" y="335"/>
                    <a:pt x="411" y="334"/>
                    <a:pt x="411" y="334"/>
                  </a:cubicBezTo>
                  <a:cubicBezTo>
                    <a:pt x="411" y="334"/>
                    <a:pt x="411" y="334"/>
                    <a:pt x="411" y="334"/>
                  </a:cubicBezTo>
                  <a:cubicBezTo>
                    <a:pt x="411" y="334"/>
                    <a:pt x="411" y="334"/>
                    <a:pt x="411" y="334"/>
                  </a:cubicBezTo>
                  <a:cubicBezTo>
                    <a:pt x="411" y="334"/>
                    <a:pt x="411" y="333"/>
                    <a:pt x="411" y="333"/>
                  </a:cubicBezTo>
                  <a:cubicBezTo>
                    <a:pt x="411" y="333"/>
                    <a:pt x="411" y="333"/>
                    <a:pt x="411" y="332"/>
                  </a:cubicBezTo>
                  <a:cubicBezTo>
                    <a:pt x="411" y="332"/>
                    <a:pt x="411" y="333"/>
                    <a:pt x="411" y="333"/>
                  </a:cubicBezTo>
                  <a:cubicBezTo>
                    <a:pt x="411" y="333"/>
                    <a:pt x="411" y="333"/>
                    <a:pt x="411" y="332"/>
                  </a:cubicBezTo>
                  <a:cubicBezTo>
                    <a:pt x="411" y="332"/>
                    <a:pt x="411" y="333"/>
                    <a:pt x="411" y="333"/>
                  </a:cubicBezTo>
                  <a:cubicBezTo>
                    <a:pt x="411" y="333"/>
                    <a:pt x="411" y="333"/>
                    <a:pt x="411" y="332"/>
                  </a:cubicBezTo>
                  <a:cubicBezTo>
                    <a:pt x="411" y="333"/>
                    <a:pt x="410" y="332"/>
                    <a:pt x="411" y="331"/>
                  </a:cubicBezTo>
                  <a:cubicBezTo>
                    <a:pt x="411" y="331"/>
                    <a:pt x="412" y="331"/>
                    <a:pt x="413" y="331"/>
                  </a:cubicBezTo>
                  <a:cubicBezTo>
                    <a:pt x="412" y="331"/>
                    <a:pt x="411" y="331"/>
                    <a:pt x="411" y="331"/>
                  </a:cubicBezTo>
                  <a:cubicBezTo>
                    <a:pt x="410" y="332"/>
                    <a:pt x="410" y="332"/>
                    <a:pt x="410" y="332"/>
                  </a:cubicBezTo>
                  <a:cubicBezTo>
                    <a:pt x="410" y="332"/>
                    <a:pt x="409" y="332"/>
                    <a:pt x="409" y="332"/>
                  </a:cubicBezTo>
                  <a:cubicBezTo>
                    <a:pt x="409" y="332"/>
                    <a:pt x="410" y="332"/>
                    <a:pt x="410" y="332"/>
                  </a:cubicBezTo>
                  <a:cubicBezTo>
                    <a:pt x="410" y="333"/>
                    <a:pt x="410" y="333"/>
                    <a:pt x="410" y="333"/>
                  </a:cubicBezTo>
                  <a:cubicBezTo>
                    <a:pt x="409" y="334"/>
                    <a:pt x="408" y="333"/>
                    <a:pt x="408" y="333"/>
                  </a:cubicBezTo>
                  <a:cubicBezTo>
                    <a:pt x="408" y="334"/>
                    <a:pt x="409" y="334"/>
                    <a:pt x="409" y="334"/>
                  </a:cubicBezTo>
                  <a:cubicBezTo>
                    <a:pt x="409" y="334"/>
                    <a:pt x="410" y="334"/>
                    <a:pt x="410" y="335"/>
                  </a:cubicBezTo>
                  <a:cubicBezTo>
                    <a:pt x="411" y="335"/>
                    <a:pt x="410" y="335"/>
                    <a:pt x="409" y="335"/>
                  </a:cubicBezTo>
                  <a:cubicBezTo>
                    <a:pt x="410" y="336"/>
                    <a:pt x="411" y="336"/>
                    <a:pt x="411" y="336"/>
                  </a:cubicBezTo>
                  <a:cubicBezTo>
                    <a:pt x="411" y="337"/>
                    <a:pt x="412" y="338"/>
                    <a:pt x="412" y="338"/>
                  </a:cubicBezTo>
                  <a:cubicBezTo>
                    <a:pt x="412" y="339"/>
                    <a:pt x="411" y="339"/>
                    <a:pt x="412" y="339"/>
                  </a:cubicBezTo>
                  <a:cubicBezTo>
                    <a:pt x="412" y="339"/>
                    <a:pt x="412" y="340"/>
                    <a:pt x="412" y="340"/>
                  </a:cubicBezTo>
                  <a:cubicBezTo>
                    <a:pt x="412" y="341"/>
                    <a:pt x="412" y="341"/>
                    <a:pt x="412" y="342"/>
                  </a:cubicBezTo>
                  <a:cubicBezTo>
                    <a:pt x="411" y="342"/>
                    <a:pt x="411" y="341"/>
                    <a:pt x="410" y="341"/>
                  </a:cubicBezTo>
                  <a:cubicBezTo>
                    <a:pt x="410" y="340"/>
                    <a:pt x="409" y="339"/>
                    <a:pt x="409" y="339"/>
                  </a:cubicBezTo>
                  <a:cubicBezTo>
                    <a:pt x="409" y="338"/>
                    <a:pt x="408" y="338"/>
                    <a:pt x="408" y="337"/>
                  </a:cubicBezTo>
                  <a:cubicBezTo>
                    <a:pt x="408" y="338"/>
                    <a:pt x="408" y="338"/>
                    <a:pt x="408" y="338"/>
                  </a:cubicBezTo>
                  <a:cubicBezTo>
                    <a:pt x="408" y="339"/>
                    <a:pt x="409" y="339"/>
                    <a:pt x="409" y="339"/>
                  </a:cubicBezTo>
                  <a:cubicBezTo>
                    <a:pt x="409" y="340"/>
                    <a:pt x="410" y="341"/>
                    <a:pt x="410" y="341"/>
                  </a:cubicBezTo>
                  <a:cubicBezTo>
                    <a:pt x="411" y="342"/>
                    <a:pt x="410" y="341"/>
                    <a:pt x="410" y="342"/>
                  </a:cubicBezTo>
                  <a:cubicBezTo>
                    <a:pt x="410" y="342"/>
                    <a:pt x="409" y="344"/>
                    <a:pt x="409" y="343"/>
                  </a:cubicBezTo>
                  <a:cubicBezTo>
                    <a:pt x="409" y="343"/>
                    <a:pt x="408" y="342"/>
                    <a:pt x="408" y="342"/>
                  </a:cubicBezTo>
                  <a:cubicBezTo>
                    <a:pt x="408" y="341"/>
                    <a:pt x="407" y="342"/>
                    <a:pt x="407" y="342"/>
                  </a:cubicBezTo>
                  <a:cubicBezTo>
                    <a:pt x="407" y="343"/>
                    <a:pt x="408" y="344"/>
                    <a:pt x="407" y="344"/>
                  </a:cubicBezTo>
                  <a:cubicBezTo>
                    <a:pt x="407" y="345"/>
                    <a:pt x="406" y="345"/>
                    <a:pt x="406" y="345"/>
                  </a:cubicBezTo>
                  <a:cubicBezTo>
                    <a:pt x="405" y="343"/>
                    <a:pt x="404" y="346"/>
                    <a:pt x="404" y="346"/>
                  </a:cubicBezTo>
                  <a:cubicBezTo>
                    <a:pt x="403" y="346"/>
                    <a:pt x="402" y="346"/>
                    <a:pt x="402" y="345"/>
                  </a:cubicBezTo>
                  <a:cubicBezTo>
                    <a:pt x="401" y="345"/>
                    <a:pt x="402" y="344"/>
                    <a:pt x="402" y="344"/>
                  </a:cubicBezTo>
                  <a:cubicBezTo>
                    <a:pt x="402" y="344"/>
                    <a:pt x="402" y="344"/>
                    <a:pt x="401" y="344"/>
                  </a:cubicBezTo>
                  <a:cubicBezTo>
                    <a:pt x="401" y="344"/>
                    <a:pt x="401" y="343"/>
                    <a:pt x="401" y="343"/>
                  </a:cubicBezTo>
                  <a:cubicBezTo>
                    <a:pt x="401" y="343"/>
                    <a:pt x="401" y="344"/>
                    <a:pt x="401" y="344"/>
                  </a:cubicBezTo>
                  <a:cubicBezTo>
                    <a:pt x="402" y="345"/>
                    <a:pt x="402" y="345"/>
                    <a:pt x="402" y="346"/>
                  </a:cubicBezTo>
                  <a:cubicBezTo>
                    <a:pt x="402" y="347"/>
                    <a:pt x="401" y="347"/>
                    <a:pt x="400" y="346"/>
                  </a:cubicBezTo>
                  <a:cubicBezTo>
                    <a:pt x="400" y="346"/>
                    <a:pt x="400" y="346"/>
                    <a:pt x="400" y="345"/>
                  </a:cubicBezTo>
                  <a:cubicBezTo>
                    <a:pt x="400" y="346"/>
                    <a:pt x="399" y="346"/>
                    <a:pt x="398" y="346"/>
                  </a:cubicBezTo>
                  <a:cubicBezTo>
                    <a:pt x="398" y="345"/>
                    <a:pt x="398" y="345"/>
                    <a:pt x="398" y="345"/>
                  </a:cubicBezTo>
                  <a:cubicBezTo>
                    <a:pt x="398" y="346"/>
                    <a:pt x="398" y="345"/>
                    <a:pt x="397" y="344"/>
                  </a:cubicBezTo>
                  <a:cubicBezTo>
                    <a:pt x="397" y="344"/>
                    <a:pt x="397" y="345"/>
                    <a:pt x="397" y="345"/>
                  </a:cubicBezTo>
                  <a:cubicBezTo>
                    <a:pt x="397" y="346"/>
                    <a:pt x="398" y="346"/>
                    <a:pt x="398" y="346"/>
                  </a:cubicBezTo>
                  <a:cubicBezTo>
                    <a:pt x="398" y="346"/>
                    <a:pt x="398" y="347"/>
                    <a:pt x="397" y="347"/>
                  </a:cubicBezTo>
                  <a:cubicBezTo>
                    <a:pt x="397" y="347"/>
                    <a:pt x="396" y="347"/>
                    <a:pt x="397" y="347"/>
                  </a:cubicBezTo>
                  <a:cubicBezTo>
                    <a:pt x="397" y="346"/>
                    <a:pt x="396" y="347"/>
                    <a:pt x="396" y="346"/>
                  </a:cubicBezTo>
                  <a:cubicBezTo>
                    <a:pt x="396" y="347"/>
                    <a:pt x="395" y="346"/>
                    <a:pt x="395" y="346"/>
                  </a:cubicBezTo>
                  <a:cubicBezTo>
                    <a:pt x="395" y="346"/>
                    <a:pt x="396" y="346"/>
                    <a:pt x="396" y="347"/>
                  </a:cubicBezTo>
                  <a:cubicBezTo>
                    <a:pt x="396" y="347"/>
                    <a:pt x="396" y="347"/>
                    <a:pt x="396" y="348"/>
                  </a:cubicBezTo>
                  <a:cubicBezTo>
                    <a:pt x="396" y="348"/>
                    <a:pt x="395" y="348"/>
                    <a:pt x="395" y="348"/>
                  </a:cubicBezTo>
                  <a:cubicBezTo>
                    <a:pt x="395" y="349"/>
                    <a:pt x="395" y="348"/>
                    <a:pt x="394" y="348"/>
                  </a:cubicBezTo>
                  <a:cubicBezTo>
                    <a:pt x="395" y="349"/>
                    <a:pt x="395" y="349"/>
                    <a:pt x="394" y="349"/>
                  </a:cubicBezTo>
                  <a:cubicBezTo>
                    <a:pt x="394" y="349"/>
                    <a:pt x="393" y="349"/>
                    <a:pt x="393" y="348"/>
                  </a:cubicBezTo>
                  <a:cubicBezTo>
                    <a:pt x="393" y="348"/>
                    <a:pt x="393" y="348"/>
                    <a:pt x="393" y="349"/>
                  </a:cubicBezTo>
                  <a:cubicBezTo>
                    <a:pt x="393" y="349"/>
                    <a:pt x="393" y="349"/>
                    <a:pt x="392" y="349"/>
                  </a:cubicBezTo>
                  <a:cubicBezTo>
                    <a:pt x="392" y="349"/>
                    <a:pt x="393" y="349"/>
                    <a:pt x="393" y="349"/>
                  </a:cubicBezTo>
                  <a:cubicBezTo>
                    <a:pt x="392" y="349"/>
                    <a:pt x="392" y="350"/>
                    <a:pt x="392" y="350"/>
                  </a:cubicBezTo>
                  <a:cubicBezTo>
                    <a:pt x="392" y="349"/>
                    <a:pt x="392" y="349"/>
                    <a:pt x="391" y="349"/>
                  </a:cubicBezTo>
                  <a:cubicBezTo>
                    <a:pt x="391" y="349"/>
                    <a:pt x="390" y="349"/>
                    <a:pt x="391" y="349"/>
                  </a:cubicBezTo>
                  <a:cubicBezTo>
                    <a:pt x="391" y="349"/>
                    <a:pt x="390" y="349"/>
                    <a:pt x="390" y="349"/>
                  </a:cubicBezTo>
                  <a:cubicBezTo>
                    <a:pt x="390" y="349"/>
                    <a:pt x="390" y="349"/>
                    <a:pt x="390" y="349"/>
                  </a:cubicBezTo>
                  <a:cubicBezTo>
                    <a:pt x="390" y="349"/>
                    <a:pt x="389" y="348"/>
                    <a:pt x="389" y="349"/>
                  </a:cubicBezTo>
                  <a:cubicBezTo>
                    <a:pt x="389" y="349"/>
                    <a:pt x="389" y="349"/>
                    <a:pt x="389" y="350"/>
                  </a:cubicBezTo>
                  <a:cubicBezTo>
                    <a:pt x="389" y="350"/>
                    <a:pt x="389" y="349"/>
                    <a:pt x="390" y="349"/>
                  </a:cubicBezTo>
                  <a:cubicBezTo>
                    <a:pt x="390" y="349"/>
                    <a:pt x="388" y="350"/>
                    <a:pt x="388" y="350"/>
                  </a:cubicBezTo>
                  <a:cubicBezTo>
                    <a:pt x="387" y="350"/>
                    <a:pt x="386" y="351"/>
                    <a:pt x="386" y="352"/>
                  </a:cubicBezTo>
                  <a:cubicBezTo>
                    <a:pt x="386" y="351"/>
                    <a:pt x="386" y="351"/>
                    <a:pt x="386" y="351"/>
                  </a:cubicBezTo>
                  <a:cubicBezTo>
                    <a:pt x="386" y="351"/>
                    <a:pt x="386" y="351"/>
                    <a:pt x="386" y="351"/>
                  </a:cubicBezTo>
                  <a:cubicBezTo>
                    <a:pt x="385" y="350"/>
                    <a:pt x="387" y="350"/>
                    <a:pt x="387" y="350"/>
                  </a:cubicBezTo>
                  <a:cubicBezTo>
                    <a:pt x="387" y="350"/>
                    <a:pt x="386" y="350"/>
                    <a:pt x="386" y="351"/>
                  </a:cubicBezTo>
                  <a:cubicBezTo>
                    <a:pt x="386" y="351"/>
                    <a:pt x="386" y="352"/>
                    <a:pt x="385" y="352"/>
                  </a:cubicBezTo>
                  <a:cubicBezTo>
                    <a:pt x="386" y="352"/>
                    <a:pt x="384" y="352"/>
                    <a:pt x="384" y="352"/>
                  </a:cubicBezTo>
                  <a:cubicBezTo>
                    <a:pt x="384" y="352"/>
                    <a:pt x="384" y="352"/>
                    <a:pt x="384" y="351"/>
                  </a:cubicBezTo>
                  <a:cubicBezTo>
                    <a:pt x="384" y="351"/>
                    <a:pt x="384" y="351"/>
                    <a:pt x="384" y="351"/>
                  </a:cubicBezTo>
                  <a:cubicBezTo>
                    <a:pt x="384" y="351"/>
                    <a:pt x="384" y="351"/>
                    <a:pt x="384" y="351"/>
                  </a:cubicBezTo>
                  <a:cubicBezTo>
                    <a:pt x="384" y="351"/>
                    <a:pt x="384" y="351"/>
                    <a:pt x="384" y="351"/>
                  </a:cubicBezTo>
                  <a:cubicBezTo>
                    <a:pt x="384" y="351"/>
                    <a:pt x="384" y="351"/>
                    <a:pt x="384" y="351"/>
                  </a:cubicBezTo>
                  <a:cubicBezTo>
                    <a:pt x="384" y="351"/>
                    <a:pt x="384" y="350"/>
                    <a:pt x="384" y="350"/>
                  </a:cubicBezTo>
                  <a:cubicBezTo>
                    <a:pt x="384" y="351"/>
                    <a:pt x="383" y="350"/>
                    <a:pt x="383" y="350"/>
                  </a:cubicBezTo>
                  <a:cubicBezTo>
                    <a:pt x="383" y="350"/>
                    <a:pt x="384" y="351"/>
                    <a:pt x="383" y="351"/>
                  </a:cubicBezTo>
                  <a:cubicBezTo>
                    <a:pt x="384" y="351"/>
                    <a:pt x="384" y="352"/>
                    <a:pt x="384" y="353"/>
                  </a:cubicBezTo>
                  <a:cubicBezTo>
                    <a:pt x="383" y="353"/>
                    <a:pt x="383" y="354"/>
                    <a:pt x="382" y="354"/>
                  </a:cubicBezTo>
                  <a:cubicBezTo>
                    <a:pt x="382" y="354"/>
                    <a:pt x="382" y="354"/>
                    <a:pt x="382" y="354"/>
                  </a:cubicBezTo>
                  <a:cubicBezTo>
                    <a:pt x="382" y="354"/>
                    <a:pt x="382" y="355"/>
                    <a:pt x="382" y="356"/>
                  </a:cubicBezTo>
                  <a:cubicBezTo>
                    <a:pt x="382" y="356"/>
                    <a:pt x="383" y="356"/>
                    <a:pt x="383" y="356"/>
                  </a:cubicBezTo>
                  <a:cubicBezTo>
                    <a:pt x="384" y="356"/>
                    <a:pt x="385" y="357"/>
                    <a:pt x="385" y="357"/>
                  </a:cubicBezTo>
                  <a:cubicBezTo>
                    <a:pt x="385" y="358"/>
                    <a:pt x="384" y="357"/>
                    <a:pt x="384" y="357"/>
                  </a:cubicBezTo>
                  <a:cubicBezTo>
                    <a:pt x="384" y="357"/>
                    <a:pt x="384" y="357"/>
                    <a:pt x="384" y="357"/>
                  </a:cubicBezTo>
                  <a:cubicBezTo>
                    <a:pt x="384" y="358"/>
                    <a:pt x="384" y="358"/>
                    <a:pt x="384" y="358"/>
                  </a:cubicBezTo>
                  <a:cubicBezTo>
                    <a:pt x="384" y="358"/>
                    <a:pt x="384" y="358"/>
                    <a:pt x="384" y="358"/>
                  </a:cubicBezTo>
                  <a:cubicBezTo>
                    <a:pt x="384" y="358"/>
                    <a:pt x="384" y="359"/>
                    <a:pt x="384" y="359"/>
                  </a:cubicBezTo>
                  <a:cubicBezTo>
                    <a:pt x="385" y="358"/>
                    <a:pt x="385" y="359"/>
                    <a:pt x="385" y="359"/>
                  </a:cubicBezTo>
                  <a:cubicBezTo>
                    <a:pt x="386" y="359"/>
                    <a:pt x="386" y="361"/>
                    <a:pt x="386" y="361"/>
                  </a:cubicBezTo>
                  <a:cubicBezTo>
                    <a:pt x="385" y="362"/>
                    <a:pt x="385" y="362"/>
                    <a:pt x="385" y="362"/>
                  </a:cubicBezTo>
                  <a:cubicBezTo>
                    <a:pt x="384" y="363"/>
                    <a:pt x="384" y="362"/>
                    <a:pt x="384" y="363"/>
                  </a:cubicBezTo>
                  <a:cubicBezTo>
                    <a:pt x="383" y="363"/>
                    <a:pt x="381" y="362"/>
                    <a:pt x="381" y="363"/>
                  </a:cubicBezTo>
                  <a:cubicBezTo>
                    <a:pt x="381" y="362"/>
                    <a:pt x="380" y="362"/>
                    <a:pt x="380" y="361"/>
                  </a:cubicBezTo>
                  <a:cubicBezTo>
                    <a:pt x="381" y="361"/>
                    <a:pt x="381" y="361"/>
                    <a:pt x="381" y="362"/>
                  </a:cubicBezTo>
                  <a:cubicBezTo>
                    <a:pt x="381" y="361"/>
                    <a:pt x="381" y="361"/>
                    <a:pt x="381" y="361"/>
                  </a:cubicBezTo>
                  <a:cubicBezTo>
                    <a:pt x="381" y="360"/>
                    <a:pt x="381" y="360"/>
                    <a:pt x="381" y="360"/>
                  </a:cubicBezTo>
                  <a:cubicBezTo>
                    <a:pt x="381" y="360"/>
                    <a:pt x="381" y="360"/>
                    <a:pt x="380" y="360"/>
                  </a:cubicBezTo>
                  <a:cubicBezTo>
                    <a:pt x="380" y="360"/>
                    <a:pt x="381" y="360"/>
                    <a:pt x="381" y="360"/>
                  </a:cubicBezTo>
                  <a:cubicBezTo>
                    <a:pt x="380" y="361"/>
                    <a:pt x="380" y="360"/>
                    <a:pt x="380" y="360"/>
                  </a:cubicBezTo>
                  <a:cubicBezTo>
                    <a:pt x="379" y="360"/>
                    <a:pt x="380" y="359"/>
                    <a:pt x="379" y="359"/>
                  </a:cubicBezTo>
                  <a:cubicBezTo>
                    <a:pt x="379" y="359"/>
                    <a:pt x="379" y="359"/>
                    <a:pt x="379" y="359"/>
                  </a:cubicBezTo>
                  <a:cubicBezTo>
                    <a:pt x="379" y="359"/>
                    <a:pt x="378" y="359"/>
                    <a:pt x="378" y="358"/>
                  </a:cubicBezTo>
                  <a:cubicBezTo>
                    <a:pt x="378" y="358"/>
                    <a:pt x="379" y="358"/>
                    <a:pt x="379" y="358"/>
                  </a:cubicBezTo>
                  <a:cubicBezTo>
                    <a:pt x="379" y="358"/>
                    <a:pt x="379" y="358"/>
                    <a:pt x="378" y="357"/>
                  </a:cubicBezTo>
                  <a:cubicBezTo>
                    <a:pt x="378" y="357"/>
                    <a:pt x="378" y="356"/>
                    <a:pt x="378" y="356"/>
                  </a:cubicBezTo>
                  <a:cubicBezTo>
                    <a:pt x="378" y="356"/>
                    <a:pt x="378" y="356"/>
                    <a:pt x="378" y="357"/>
                  </a:cubicBezTo>
                  <a:cubicBezTo>
                    <a:pt x="378" y="356"/>
                    <a:pt x="378" y="356"/>
                    <a:pt x="378" y="356"/>
                  </a:cubicBezTo>
                  <a:cubicBezTo>
                    <a:pt x="377" y="356"/>
                    <a:pt x="377" y="355"/>
                    <a:pt x="377" y="354"/>
                  </a:cubicBezTo>
                  <a:cubicBezTo>
                    <a:pt x="378" y="354"/>
                    <a:pt x="377" y="354"/>
                    <a:pt x="377" y="353"/>
                  </a:cubicBezTo>
                  <a:cubicBezTo>
                    <a:pt x="377" y="353"/>
                    <a:pt x="377" y="352"/>
                    <a:pt x="378" y="353"/>
                  </a:cubicBezTo>
                  <a:cubicBezTo>
                    <a:pt x="378" y="352"/>
                    <a:pt x="378" y="351"/>
                    <a:pt x="378" y="351"/>
                  </a:cubicBezTo>
                  <a:cubicBezTo>
                    <a:pt x="378" y="351"/>
                    <a:pt x="379" y="351"/>
                    <a:pt x="379" y="350"/>
                  </a:cubicBezTo>
                  <a:cubicBezTo>
                    <a:pt x="379" y="350"/>
                    <a:pt x="379" y="350"/>
                    <a:pt x="379" y="349"/>
                  </a:cubicBezTo>
                  <a:cubicBezTo>
                    <a:pt x="379" y="350"/>
                    <a:pt x="379" y="349"/>
                    <a:pt x="379" y="349"/>
                  </a:cubicBezTo>
                  <a:cubicBezTo>
                    <a:pt x="378" y="349"/>
                    <a:pt x="378" y="349"/>
                    <a:pt x="378" y="349"/>
                  </a:cubicBezTo>
                  <a:cubicBezTo>
                    <a:pt x="378" y="349"/>
                    <a:pt x="378" y="349"/>
                    <a:pt x="378" y="349"/>
                  </a:cubicBezTo>
                  <a:cubicBezTo>
                    <a:pt x="378" y="350"/>
                    <a:pt x="377" y="348"/>
                    <a:pt x="377" y="348"/>
                  </a:cubicBezTo>
                  <a:cubicBezTo>
                    <a:pt x="377" y="349"/>
                    <a:pt x="377" y="348"/>
                    <a:pt x="377" y="348"/>
                  </a:cubicBezTo>
                  <a:cubicBezTo>
                    <a:pt x="377" y="349"/>
                    <a:pt x="378" y="350"/>
                    <a:pt x="376" y="349"/>
                  </a:cubicBezTo>
                  <a:cubicBezTo>
                    <a:pt x="376" y="349"/>
                    <a:pt x="376" y="348"/>
                    <a:pt x="376" y="348"/>
                  </a:cubicBezTo>
                  <a:cubicBezTo>
                    <a:pt x="376" y="348"/>
                    <a:pt x="376" y="348"/>
                    <a:pt x="376" y="348"/>
                  </a:cubicBezTo>
                  <a:cubicBezTo>
                    <a:pt x="376" y="348"/>
                    <a:pt x="375" y="348"/>
                    <a:pt x="376" y="347"/>
                  </a:cubicBezTo>
                  <a:cubicBezTo>
                    <a:pt x="375" y="348"/>
                    <a:pt x="375" y="346"/>
                    <a:pt x="375" y="346"/>
                  </a:cubicBezTo>
                  <a:cubicBezTo>
                    <a:pt x="375" y="346"/>
                    <a:pt x="375" y="347"/>
                    <a:pt x="374" y="347"/>
                  </a:cubicBezTo>
                  <a:cubicBezTo>
                    <a:pt x="374" y="347"/>
                    <a:pt x="374" y="347"/>
                    <a:pt x="375" y="347"/>
                  </a:cubicBezTo>
                  <a:cubicBezTo>
                    <a:pt x="375" y="347"/>
                    <a:pt x="374" y="347"/>
                    <a:pt x="374" y="347"/>
                  </a:cubicBezTo>
                  <a:cubicBezTo>
                    <a:pt x="375" y="348"/>
                    <a:pt x="375" y="348"/>
                    <a:pt x="375" y="349"/>
                  </a:cubicBezTo>
                  <a:cubicBezTo>
                    <a:pt x="375" y="349"/>
                    <a:pt x="374" y="350"/>
                    <a:pt x="374" y="349"/>
                  </a:cubicBezTo>
                  <a:cubicBezTo>
                    <a:pt x="374" y="350"/>
                    <a:pt x="373" y="350"/>
                    <a:pt x="373" y="349"/>
                  </a:cubicBezTo>
                  <a:cubicBezTo>
                    <a:pt x="373" y="350"/>
                    <a:pt x="372" y="350"/>
                    <a:pt x="372" y="349"/>
                  </a:cubicBezTo>
                  <a:cubicBezTo>
                    <a:pt x="372" y="350"/>
                    <a:pt x="372" y="350"/>
                    <a:pt x="372" y="350"/>
                  </a:cubicBezTo>
                  <a:cubicBezTo>
                    <a:pt x="372" y="350"/>
                    <a:pt x="371" y="350"/>
                    <a:pt x="371" y="350"/>
                  </a:cubicBezTo>
                  <a:cubicBezTo>
                    <a:pt x="370" y="349"/>
                    <a:pt x="371" y="349"/>
                    <a:pt x="371" y="349"/>
                  </a:cubicBezTo>
                  <a:cubicBezTo>
                    <a:pt x="371" y="349"/>
                    <a:pt x="371" y="348"/>
                    <a:pt x="371" y="348"/>
                  </a:cubicBezTo>
                  <a:cubicBezTo>
                    <a:pt x="371" y="348"/>
                    <a:pt x="370" y="348"/>
                    <a:pt x="370" y="347"/>
                  </a:cubicBezTo>
                  <a:cubicBezTo>
                    <a:pt x="370" y="348"/>
                    <a:pt x="370" y="348"/>
                    <a:pt x="369" y="348"/>
                  </a:cubicBezTo>
                  <a:cubicBezTo>
                    <a:pt x="369" y="348"/>
                    <a:pt x="369" y="347"/>
                    <a:pt x="369" y="347"/>
                  </a:cubicBezTo>
                  <a:cubicBezTo>
                    <a:pt x="369" y="347"/>
                    <a:pt x="368" y="347"/>
                    <a:pt x="368" y="347"/>
                  </a:cubicBezTo>
                  <a:cubicBezTo>
                    <a:pt x="368" y="346"/>
                    <a:pt x="369" y="346"/>
                    <a:pt x="369" y="346"/>
                  </a:cubicBezTo>
                  <a:cubicBezTo>
                    <a:pt x="369" y="346"/>
                    <a:pt x="368" y="346"/>
                    <a:pt x="368" y="346"/>
                  </a:cubicBezTo>
                  <a:cubicBezTo>
                    <a:pt x="368" y="346"/>
                    <a:pt x="368" y="346"/>
                    <a:pt x="368" y="346"/>
                  </a:cubicBezTo>
                  <a:cubicBezTo>
                    <a:pt x="368" y="346"/>
                    <a:pt x="368" y="346"/>
                    <a:pt x="367" y="346"/>
                  </a:cubicBezTo>
                  <a:cubicBezTo>
                    <a:pt x="368" y="346"/>
                    <a:pt x="368" y="346"/>
                    <a:pt x="368" y="347"/>
                  </a:cubicBezTo>
                  <a:cubicBezTo>
                    <a:pt x="368" y="347"/>
                    <a:pt x="368" y="346"/>
                    <a:pt x="368" y="346"/>
                  </a:cubicBezTo>
                  <a:cubicBezTo>
                    <a:pt x="367" y="347"/>
                    <a:pt x="368" y="347"/>
                    <a:pt x="368" y="348"/>
                  </a:cubicBezTo>
                  <a:cubicBezTo>
                    <a:pt x="368" y="347"/>
                    <a:pt x="368" y="347"/>
                    <a:pt x="367" y="348"/>
                  </a:cubicBezTo>
                  <a:cubicBezTo>
                    <a:pt x="367" y="348"/>
                    <a:pt x="367" y="347"/>
                    <a:pt x="367" y="347"/>
                  </a:cubicBezTo>
                  <a:cubicBezTo>
                    <a:pt x="367" y="347"/>
                    <a:pt x="367" y="347"/>
                    <a:pt x="367" y="347"/>
                  </a:cubicBezTo>
                  <a:cubicBezTo>
                    <a:pt x="367" y="347"/>
                    <a:pt x="367" y="347"/>
                    <a:pt x="367" y="347"/>
                  </a:cubicBezTo>
                  <a:cubicBezTo>
                    <a:pt x="367" y="347"/>
                    <a:pt x="367" y="347"/>
                    <a:pt x="367" y="347"/>
                  </a:cubicBezTo>
                  <a:cubicBezTo>
                    <a:pt x="367" y="347"/>
                    <a:pt x="367" y="346"/>
                    <a:pt x="367" y="346"/>
                  </a:cubicBezTo>
                  <a:cubicBezTo>
                    <a:pt x="367" y="346"/>
                    <a:pt x="367" y="347"/>
                    <a:pt x="367" y="347"/>
                  </a:cubicBezTo>
                  <a:cubicBezTo>
                    <a:pt x="366" y="347"/>
                    <a:pt x="366" y="346"/>
                    <a:pt x="366" y="346"/>
                  </a:cubicBezTo>
                  <a:cubicBezTo>
                    <a:pt x="366" y="346"/>
                    <a:pt x="366" y="346"/>
                    <a:pt x="366" y="345"/>
                  </a:cubicBezTo>
                  <a:cubicBezTo>
                    <a:pt x="366" y="346"/>
                    <a:pt x="366" y="346"/>
                    <a:pt x="366" y="346"/>
                  </a:cubicBezTo>
                  <a:cubicBezTo>
                    <a:pt x="366" y="346"/>
                    <a:pt x="366" y="346"/>
                    <a:pt x="366" y="346"/>
                  </a:cubicBezTo>
                  <a:cubicBezTo>
                    <a:pt x="366" y="346"/>
                    <a:pt x="366" y="346"/>
                    <a:pt x="366" y="346"/>
                  </a:cubicBezTo>
                  <a:cubicBezTo>
                    <a:pt x="366" y="346"/>
                    <a:pt x="365" y="346"/>
                    <a:pt x="365" y="346"/>
                  </a:cubicBezTo>
                  <a:cubicBezTo>
                    <a:pt x="365" y="345"/>
                    <a:pt x="366" y="345"/>
                    <a:pt x="366" y="345"/>
                  </a:cubicBezTo>
                  <a:cubicBezTo>
                    <a:pt x="366" y="344"/>
                    <a:pt x="365" y="344"/>
                    <a:pt x="365" y="345"/>
                  </a:cubicBezTo>
                  <a:cubicBezTo>
                    <a:pt x="365" y="345"/>
                    <a:pt x="365" y="344"/>
                    <a:pt x="365" y="344"/>
                  </a:cubicBezTo>
                  <a:cubicBezTo>
                    <a:pt x="365" y="344"/>
                    <a:pt x="364" y="345"/>
                    <a:pt x="364" y="345"/>
                  </a:cubicBezTo>
                  <a:cubicBezTo>
                    <a:pt x="364" y="345"/>
                    <a:pt x="364" y="344"/>
                    <a:pt x="364" y="344"/>
                  </a:cubicBezTo>
                  <a:cubicBezTo>
                    <a:pt x="364" y="345"/>
                    <a:pt x="365" y="346"/>
                    <a:pt x="365" y="346"/>
                  </a:cubicBezTo>
                  <a:cubicBezTo>
                    <a:pt x="365" y="347"/>
                    <a:pt x="365" y="347"/>
                    <a:pt x="365" y="347"/>
                  </a:cubicBezTo>
                  <a:cubicBezTo>
                    <a:pt x="365" y="347"/>
                    <a:pt x="365" y="347"/>
                    <a:pt x="365" y="347"/>
                  </a:cubicBezTo>
                  <a:cubicBezTo>
                    <a:pt x="365" y="347"/>
                    <a:pt x="365" y="347"/>
                    <a:pt x="365" y="347"/>
                  </a:cubicBezTo>
                  <a:cubicBezTo>
                    <a:pt x="366" y="347"/>
                    <a:pt x="366" y="347"/>
                    <a:pt x="365" y="347"/>
                  </a:cubicBezTo>
                  <a:cubicBezTo>
                    <a:pt x="366" y="348"/>
                    <a:pt x="365" y="348"/>
                    <a:pt x="365" y="348"/>
                  </a:cubicBezTo>
                  <a:cubicBezTo>
                    <a:pt x="365" y="347"/>
                    <a:pt x="365" y="348"/>
                    <a:pt x="365" y="348"/>
                  </a:cubicBezTo>
                  <a:cubicBezTo>
                    <a:pt x="364" y="348"/>
                    <a:pt x="364" y="348"/>
                    <a:pt x="364" y="348"/>
                  </a:cubicBezTo>
                  <a:cubicBezTo>
                    <a:pt x="364" y="348"/>
                    <a:pt x="364" y="348"/>
                    <a:pt x="364" y="348"/>
                  </a:cubicBezTo>
                  <a:cubicBezTo>
                    <a:pt x="365" y="348"/>
                    <a:pt x="364" y="347"/>
                    <a:pt x="365" y="347"/>
                  </a:cubicBezTo>
                  <a:cubicBezTo>
                    <a:pt x="364" y="347"/>
                    <a:pt x="364" y="347"/>
                    <a:pt x="364" y="347"/>
                  </a:cubicBezTo>
                  <a:cubicBezTo>
                    <a:pt x="364" y="347"/>
                    <a:pt x="363" y="347"/>
                    <a:pt x="363" y="347"/>
                  </a:cubicBezTo>
                  <a:cubicBezTo>
                    <a:pt x="363" y="347"/>
                    <a:pt x="364" y="348"/>
                    <a:pt x="363" y="349"/>
                  </a:cubicBezTo>
                  <a:cubicBezTo>
                    <a:pt x="362" y="349"/>
                    <a:pt x="363" y="348"/>
                    <a:pt x="363" y="348"/>
                  </a:cubicBezTo>
                  <a:cubicBezTo>
                    <a:pt x="363" y="348"/>
                    <a:pt x="363" y="347"/>
                    <a:pt x="362" y="347"/>
                  </a:cubicBezTo>
                  <a:cubicBezTo>
                    <a:pt x="363" y="348"/>
                    <a:pt x="361" y="348"/>
                    <a:pt x="361" y="349"/>
                  </a:cubicBezTo>
                  <a:cubicBezTo>
                    <a:pt x="360" y="349"/>
                    <a:pt x="360" y="348"/>
                    <a:pt x="359" y="348"/>
                  </a:cubicBezTo>
                  <a:cubicBezTo>
                    <a:pt x="359" y="347"/>
                    <a:pt x="358" y="347"/>
                    <a:pt x="357" y="348"/>
                  </a:cubicBezTo>
                  <a:cubicBezTo>
                    <a:pt x="357" y="348"/>
                    <a:pt x="356" y="348"/>
                    <a:pt x="355" y="348"/>
                  </a:cubicBezTo>
                  <a:cubicBezTo>
                    <a:pt x="355" y="347"/>
                    <a:pt x="355" y="347"/>
                    <a:pt x="355" y="348"/>
                  </a:cubicBezTo>
                  <a:cubicBezTo>
                    <a:pt x="354" y="348"/>
                    <a:pt x="354" y="346"/>
                    <a:pt x="353" y="347"/>
                  </a:cubicBezTo>
                  <a:cubicBezTo>
                    <a:pt x="353" y="347"/>
                    <a:pt x="352" y="346"/>
                    <a:pt x="351" y="346"/>
                  </a:cubicBezTo>
                  <a:cubicBezTo>
                    <a:pt x="351" y="346"/>
                    <a:pt x="350" y="345"/>
                    <a:pt x="351" y="345"/>
                  </a:cubicBezTo>
                  <a:cubicBezTo>
                    <a:pt x="351" y="345"/>
                    <a:pt x="351" y="345"/>
                    <a:pt x="351" y="344"/>
                  </a:cubicBezTo>
                  <a:cubicBezTo>
                    <a:pt x="350" y="344"/>
                    <a:pt x="350" y="345"/>
                    <a:pt x="350" y="344"/>
                  </a:cubicBezTo>
                  <a:cubicBezTo>
                    <a:pt x="349" y="344"/>
                    <a:pt x="348" y="343"/>
                    <a:pt x="348" y="343"/>
                  </a:cubicBezTo>
                  <a:cubicBezTo>
                    <a:pt x="348" y="344"/>
                    <a:pt x="347" y="344"/>
                    <a:pt x="347" y="343"/>
                  </a:cubicBezTo>
                  <a:cubicBezTo>
                    <a:pt x="347" y="342"/>
                    <a:pt x="347" y="342"/>
                    <a:pt x="347" y="341"/>
                  </a:cubicBezTo>
                  <a:cubicBezTo>
                    <a:pt x="347" y="340"/>
                    <a:pt x="346" y="340"/>
                    <a:pt x="346" y="340"/>
                  </a:cubicBezTo>
                  <a:cubicBezTo>
                    <a:pt x="345" y="340"/>
                    <a:pt x="345" y="338"/>
                    <a:pt x="345" y="338"/>
                  </a:cubicBezTo>
                  <a:cubicBezTo>
                    <a:pt x="345" y="337"/>
                    <a:pt x="346" y="336"/>
                    <a:pt x="346" y="337"/>
                  </a:cubicBezTo>
                  <a:cubicBezTo>
                    <a:pt x="346" y="338"/>
                    <a:pt x="347" y="335"/>
                    <a:pt x="347" y="335"/>
                  </a:cubicBezTo>
                  <a:cubicBezTo>
                    <a:pt x="347" y="335"/>
                    <a:pt x="346" y="334"/>
                    <a:pt x="346" y="334"/>
                  </a:cubicBezTo>
                  <a:cubicBezTo>
                    <a:pt x="346" y="334"/>
                    <a:pt x="345" y="334"/>
                    <a:pt x="345" y="334"/>
                  </a:cubicBezTo>
                  <a:cubicBezTo>
                    <a:pt x="345" y="334"/>
                    <a:pt x="345" y="334"/>
                    <a:pt x="345" y="333"/>
                  </a:cubicBezTo>
                  <a:cubicBezTo>
                    <a:pt x="344" y="333"/>
                    <a:pt x="342" y="335"/>
                    <a:pt x="341" y="334"/>
                  </a:cubicBezTo>
                  <a:cubicBezTo>
                    <a:pt x="341" y="333"/>
                    <a:pt x="340" y="333"/>
                    <a:pt x="340" y="333"/>
                  </a:cubicBezTo>
                  <a:cubicBezTo>
                    <a:pt x="339" y="333"/>
                    <a:pt x="339" y="333"/>
                    <a:pt x="339" y="333"/>
                  </a:cubicBezTo>
                  <a:cubicBezTo>
                    <a:pt x="339" y="333"/>
                    <a:pt x="338" y="333"/>
                    <a:pt x="338" y="333"/>
                  </a:cubicBezTo>
                  <a:cubicBezTo>
                    <a:pt x="338" y="333"/>
                    <a:pt x="338" y="333"/>
                    <a:pt x="337" y="333"/>
                  </a:cubicBezTo>
                  <a:cubicBezTo>
                    <a:pt x="336" y="332"/>
                    <a:pt x="336" y="332"/>
                    <a:pt x="335" y="332"/>
                  </a:cubicBezTo>
                  <a:cubicBezTo>
                    <a:pt x="335" y="332"/>
                    <a:pt x="335" y="331"/>
                    <a:pt x="334" y="331"/>
                  </a:cubicBezTo>
                  <a:cubicBezTo>
                    <a:pt x="334" y="331"/>
                    <a:pt x="334" y="330"/>
                    <a:pt x="334" y="330"/>
                  </a:cubicBezTo>
                  <a:cubicBezTo>
                    <a:pt x="333" y="329"/>
                    <a:pt x="332" y="329"/>
                    <a:pt x="332" y="328"/>
                  </a:cubicBezTo>
                  <a:cubicBezTo>
                    <a:pt x="332" y="328"/>
                    <a:pt x="331" y="329"/>
                    <a:pt x="331" y="330"/>
                  </a:cubicBezTo>
                  <a:cubicBezTo>
                    <a:pt x="331" y="330"/>
                    <a:pt x="330" y="330"/>
                    <a:pt x="330" y="330"/>
                  </a:cubicBezTo>
                  <a:cubicBezTo>
                    <a:pt x="329" y="330"/>
                    <a:pt x="329" y="331"/>
                    <a:pt x="328" y="331"/>
                  </a:cubicBezTo>
                  <a:cubicBezTo>
                    <a:pt x="328" y="331"/>
                    <a:pt x="328" y="331"/>
                    <a:pt x="328" y="331"/>
                  </a:cubicBezTo>
                  <a:cubicBezTo>
                    <a:pt x="327" y="332"/>
                    <a:pt x="328" y="332"/>
                    <a:pt x="328" y="332"/>
                  </a:cubicBezTo>
                  <a:cubicBezTo>
                    <a:pt x="328" y="333"/>
                    <a:pt x="328" y="334"/>
                    <a:pt x="327" y="334"/>
                  </a:cubicBezTo>
                  <a:cubicBezTo>
                    <a:pt x="327" y="335"/>
                    <a:pt x="326" y="335"/>
                    <a:pt x="326" y="334"/>
                  </a:cubicBezTo>
                  <a:cubicBezTo>
                    <a:pt x="325" y="335"/>
                    <a:pt x="324" y="336"/>
                    <a:pt x="323" y="336"/>
                  </a:cubicBezTo>
                  <a:cubicBezTo>
                    <a:pt x="322" y="335"/>
                    <a:pt x="323" y="334"/>
                    <a:pt x="322" y="335"/>
                  </a:cubicBezTo>
                  <a:cubicBezTo>
                    <a:pt x="321" y="335"/>
                    <a:pt x="321" y="336"/>
                    <a:pt x="321" y="337"/>
                  </a:cubicBezTo>
                  <a:cubicBezTo>
                    <a:pt x="321" y="337"/>
                    <a:pt x="321" y="338"/>
                    <a:pt x="320" y="338"/>
                  </a:cubicBezTo>
                  <a:cubicBezTo>
                    <a:pt x="319" y="337"/>
                    <a:pt x="319" y="336"/>
                    <a:pt x="318" y="335"/>
                  </a:cubicBezTo>
                  <a:cubicBezTo>
                    <a:pt x="317" y="335"/>
                    <a:pt x="317" y="335"/>
                    <a:pt x="317" y="335"/>
                  </a:cubicBezTo>
                  <a:cubicBezTo>
                    <a:pt x="316" y="336"/>
                    <a:pt x="317" y="336"/>
                    <a:pt x="317" y="336"/>
                  </a:cubicBezTo>
                  <a:cubicBezTo>
                    <a:pt x="317" y="337"/>
                    <a:pt x="316" y="337"/>
                    <a:pt x="315" y="336"/>
                  </a:cubicBezTo>
                  <a:cubicBezTo>
                    <a:pt x="315" y="336"/>
                    <a:pt x="315" y="335"/>
                    <a:pt x="314" y="335"/>
                  </a:cubicBezTo>
                  <a:cubicBezTo>
                    <a:pt x="314" y="335"/>
                    <a:pt x="314" y="336"/>
                    <a:pt x="313" y="336"/>
                  </a:cubicBezTo>
                  <a:cubicBezTo>
                    <a:pt x="313" y="337"/>
                    <a:pt x="313" y="337"/>
                    <a:pt x="313" y="337"/>
                  </a:cubicBezTo>
                  <a:cubicBezTo>
                    <a:pt x="313" y="338"/>
                    <a:pt x="312" y="338"/>
                    <a:pt x="312" y="338"/>
                  </a:cubicBezTo>
                  <a:cubicBezTo>
                    <a:pt x="312" y="338"/>
                    <a:pt x="312" y="339"/>
                    <a:pt x="312" y="339"/>
                  </a:cubicBezTo>
                  <a:cubicBezTo>
                    <a:pt x="312" y="339"/>
                    <a:pt x="311" y="338"/>
                    <a:pt x="311" y="338"/>
                  </a:cubicBezTo>
                  <a:cubicBezTo>
                    <a:pt x="311" y="338"/>
                    <a:pt x="310" y="338"/>
                    <a:pt x="310" y="337"/>
                  </a:cubicBezTo>
                  <a:cubicBezTo>
                    <a:pt x="310" y="337"/>
                    <a:pt x="310" y="337"/>
                    <a:pt x="309" y="337"/>
                  </a:cubicBezTo>
                  <a:cubicBezTo>
                    <a:pt x="309" y="336"/>
                    <a:pt x="308" y="336"/>
                    <a:pt x="308" y="336"/>
                  </a:cubicBezTo>
                  <a:cubicBezTo>
                    <a:pt x="307" y="336"/>
                    <a:pt x="307" y="335"/>
                    <a:pt x="307" y="336"/>
                  </a:cubicBezTo>
                  <a:cubicBezTo>
                    <a:pt x="307" y="336"/>
                    <a:pt x="307" y="336"/>
                    <a:pt x="307" y="336"/>
                  </a:cubicBezTo>
                  <a:cubicBezTo>
                    <a:pt x="306" y="336"/>
                    <a:pt x="307" y="335"/>
                    <a:pt x="306" y="335"/>
                  </a:cubicBezTo>
                  <a:cubicBezTo>
                    <a:pt x="306" y="335"/>
                    <a:pt x="306" y="336"/>
                    <a:pt x="305" y="336"/>
                  </a:cubicBezTo>
                  <a:cubicBezTo>
                    <a:pt x="305" y="336"/>
                    <a:pt x="306" y="336"/>
                    <a:pt x="305" y="337"/>
                  </a:cubicBezTo>
                  <a:cubicBezTo>
                    <a:pt x="305" y="337"/>
                    <a:pt x="305" y="337"/>
                    <a:pt x="305" y="338"/>
                  </a:cubicBezTo>
                  <a:cubicBezTo>
                    <a:pt x="304" y="338"/>
                    <a:pt x="304" y="339"/>
                    <a:pt x="304" y="339"/>
                  </a:cubicBezTo>
                  <a:cubicBezTo>
                    <a:pt x="304" y="339"/>
                    <a:pt x="304" y="339"/>
                    <a:pt x="303" y="339"/>
                  </a:cubicBezTo>
                  <a:cubicBezTo>
                    <a:pt x="303" y="339"/>
                    <a:pt x="302" y="338"/>
                    <a:pt x="302" y="339"/>
                  </a:cubicBezTo>
                  <a:cubicBezTo>
                    <a:pt x="301" y="339"/>
                    <a:pt x="301" y="339"/>
                    <a:pt x="301" y="339"/>
                  </a:cubicBezTo>
                  <a:cubicBezTo>
                    <a:pt x="301" y="339"/>
                    <a:pt x="300" y="338"/>
                    <a:pt x="299" y="338"/>
                  </a:cubicBezTo>
                  <a:cubicBezTo>
                    <a:pt x="299" y="339"/>
                    <a:pt x="299" y="339"/>
                    <a:pt x="299" y="339"/>
                  </a:cubicBezTo>
                  <a:cubicBezTo>
                    <a:pt x="299" y="339"/>
                    <a:pt x="299" y="340"/>
                    <a:pt x="299" y="340"/>
                  </a:cubicBezTo>
                  <a:cubicBezTo>
                    <a:pt x="298" y="341"/>
                    <a:pt x="297" y="341"/>
                    <a:pt x="298" y="341"/>
                  </a:cubicBezTo>
                  <a:cubicBezTo>
                    <a:pt x="299" y="342"/>
                    <a:pt x="298" y="342"/>
                    <a:pt x="299" y="342"/>
                  </a:cubicBezTo>
                  <a:cubicBezTo>
                    <a:pt x="299" y="343"/>
                    <a:pt x="299" y="343"/>
                    <a:pt x="299" y="344"/>
                  </a:cubicBezTo>
                  <a:cubicBezTo>
                    <a:pt x="299" y="344"/>
                    <a:pt x="300" y="344"/>
                    <a:pt x="300" y="344"/>
                  </a:cubicBezTo>
                  <a:cubicBezTo>
                    <a:pt x="300" y="344"/>
                    <a:pt x="300" y="345"/>
                    <a:pt x="301" y="345"/>
                  </a:cubicBezTo>
                  <a:cubicBezTo>
                    <a:pt x="301" y="346"/>
                    <a:pt x="301" y="347"/>
                    <a:pt x="301" y="347"/>
                  </a:cubicBezTo>
                  <a:cubicBezTo>
                    <a:pt x="301" y="348"/>
                    <a:pt x="302" y="348"/>
                    <a:pt x="301" y="348"/>
                  </a:cubicBezTo>
                  <a:cubicBezTo>
                    <a:pt x="301" y="348"/>
                    <a:pt x="301" y="350"/>
                    <a:pt x="301" y="350"/>
                  </a:cubicBezTo>
                  <a:cubicBezTo>
                    <a:pt x="301" y="351"/>
                    <a:pt x="302" y="351"/>
                    <a:pt x="302" y="352"/>
                  </a:cubicBezTo>
                  <a:cubicBezTo>
                    <a:pt x="303" y="352"/>
                    <a:pt x="302" y="352"/>
                    <a:pt x="302" y="352"/>
                  </a:cubicBezTo>
                  <a:cubicBezTo>
                    <a:pt x="302" y="352"/>
                    <a:pt x="302" y="353"/>
                    <a:pt x="302" y="353"/>
                  </a:cubicBezTo>
                  <a:cubicBezTo>
                    <a:pt x="301" y="353"/>
                    <a:pt x="301" y="352"/>
                    <a:pt x="300" y="352"/>
                  </a:cubicBezTo>
                  <a:cubicBezTo>
                    <a:pt x="300" y="353"/>
                    <a:pt x="300" y="352"/>
                    <a:pt x="300" y="352"/>
                  </a:cubicBezTo>
                  <a:cubicBezTo>
                    <a:pt x="300" y="352"/>
                    <a:pt x="299" y="352"/>
                    <a:pt x="299" y="352"/>
                  </a:cubicBezTo>
                  <a:cubicBezTo>
                    <a:pt x="298" y="352"/>
                    <a:pt x="297" y="353"/>
                    <a:pt x="297" y="352"/>
                  </a:cubicBezTo>
                  <a:cubicBezTo>
                    <a:pt x="297" y="351"/>
                    <a:pt x="296" y="351"/>
                    <a:pt x="296" y="351"/>
                  </a:cubicBezTo>
                  <a:cubicBezTo>
                    <a:pt x="296" y="351"/>
                    <a:pt x="297" y="351"/>
                    <a:pt x="297" y="351"/>
                  </a:cubicBezTo>
                  <a:cubicBezTo>
                    <a:pt x="296" y="350"/>
                    <a:pt x="296" y="350"/>
                    <a:pt x="296" y="350"/>
                  </a:cubicBezTo>
                  <a:cubicBezTo>
                    <a:pt x="296" y="349"/>
                    <a:pt x="296" y="348"/>
                    <a:pt x="295" y="348"/>
                  </a:cubicBezTo>
                  <a:cubicBezTo>
                    <a:pt x="296" y="348"/>
                    <a:pt x="295" y="347"/>
                    <a:pt x="295" y="347"/>
                  </a:cubicBezTo>
                  <a:cubicBezTo>
                    <a:pt x="295" y="347"/>
                    <a:pt x="295" y="346"/>
                    <a:pt x="295" y="346"/>
                  </a:cubicBezTo>
                  <a:cubicBezTo>
                    <a:pt x="294" y="346"/>
                    <a:pt x="292" y="347"/>
                    <a:pt x="292" y="347"/>
                  </a:cubicBezTo>
                  <a:cubicBezTo>
                    <a:pt x="292" y="348"/>
                    <a:pt x="291" y="349"/>
                    <a:pt x="290" y="349"/>
                  </a:cubicBezTo>
                  <a:cubicBezTo>
                    <a:pt x="289" y="350"/>
                    <a:pt x="289" y="348"/>
                    <a:pt x="288" y="349"/>
                  </a:cubicBezTo>
                  <a:cubicBezTo>
                    <a:pt x="287" y="349"/>
                    <a:pt x="286" y="350"/>
                    <a:pt x="286" y="349"/>
                  </a:cubicBezTo>
                  <a:cubicBezTo>
                    <a:pt x="285" y="348"/>
                    <a:pt x="286" y="347"/>
                    <a:pt x="285" y="347"/>
                  </a:cubicBezTo>
                  <a:cubicBezTo>
                    <a:pt x="284" y="347"/>
                    <a:pt x="284" y="347"/>
                    <a:pt x="283" y="346"/>
                  </a:cubicBezTo>
                  <a:cubicBezTo>
                    <a:pt x="283" y="345"/>
                    <a:pt x="284" y="344"/>
                    <a:pt x="284" y="344"/>
                  </a:cubicBezTo>
                  <a:cubicBezTo>
                    <a:pt x="284" y="344"/>
                    <a:pt x="283" y="343"/>
                    <a:pt x="283" y="343"/>
                  </a:cubicBezTo>
                  <a:cubicBezTo>
                    <a:pt x="283" y="343"/>
                    <a:pt x="282" y="343"/>
                    <a:pt x="282" y="343"/>
                  </a:cubicBezTo>
                  <a:cubicBezTo>
                    <a:pt x="282" y="343"/>
                    <a:pt x="281" y="343"/>
                    <a:pt x="281" y="343"/>
                  </a:cubicBezTo>
                  <a:cubicBezTo>
                    <a:pt x="281" y="343"/>
                    <a:pt x="281" y="343"/>
                    <a:pt x="281" y="343"/>
                  </a:cubicBezTo>
                  <a:cubicBezTo>
                    <a:pt x="280" y="343"/>
                    <a:pt x="279" y="342"/>
                    <a:pt x="278" y="342"/>
                  </a:cubicBezTo>
                  <a:cubicBezTo>
                    <a:pt x="277" y="342"/>
                    <a:pt x="277" y="342"/>
                    <a:pt x="276" y="342"/>
                  </a:cubicBezTo>
                  <a:cubicBezTo>
                    <a:pt x="275" y="342"/>
                    <a:pt x="276" y="342"/>
                    <a:pt x="276" y="341"/>
                  </a:cubicBezTo>
                  <a:cubicBezTo>
                    <a:pt x="276" y="341"/>
                    <a:pt x="276" y="340"/>
                    <a:pt x="276" y="340"/>
                  </a:cubicBezTo>
                  <a:cubicBezTo>
                    <a:pt x="276" y="339"/>
                    <a:pt x="276" y="339"/>
                    <a:pt x="277" y="339"/>
                  </a:cubicBezTo>
                  <a:cubicBezTo>
                    <a:pt x="277" y="338"/>
                    <a:pt x="277" y="337"/>
                    <a:pt x="277" y="336"/>
                  </a:cubicBezTo>
                  <a:cubicBezTo>
                    <a:pt x="277" y="336"/>
                    <a:pt x="276" y="335"/>
                    <a:pt x="276" y="335"/>
                  </a:cubicBezTo>
                  <a:cubicBezTo>
                    <a:pt x="277" y="335"/>
                    <a:pt x="277" y="334"/>
                    <a:pt x="277" y="333"/>
                  </a:cubicBezTo>
                  <a:cubicBezTo>
                    <a:pt x="277" y="333"/>
                    <a:pt x="277" y="333"/>
                    <a:pt x="278" y="333"/>
                  </a:cubicBezTo>
                  <a:cubicBezTo>
                    <a:pt x="278" y="333"/>
                    <a:pt x="278" y="333"/>
                    <a:pt x="278" y="333"/>
                  </a:cubicBezTo>
                  <a:cubicBezTo>
                    <a:pt x="277" y="332"/>
                    <a:pt x="278" y="332"/>
                    <a:pt x="277" y="332"/>
                  </a:cubicBezTo>
                  <a:cubicBezTo>
                    <a:pt x="276" y="332"/>
                    <a:pt x="276" y="331"/>
                    <a:pt x="275" y="331"/>
                  </a:cubicBezTo>
                  <a:cubicBezTo>
                    <a:pt x="275" y="331"/>
                    <a:pt x="275" y="332"/>
                    <a:pt x="275" y="332"/>
                  </a:cubicBezTo>
                  <a:cubicBezTo>
                    <a:pt x="275" y="331"/>
                    <a:pt x="274" y="332"/>
                    <a:pt x="273" y="331"/>
                  </a:cubicBezTo>
                  <a:cubicBezTo>
                    <a:pt x="273" y="331"/>
                    <a:pt x="273" y="331"/>
                    <a:pt x="272" y="331"/>
                  </a:cubicBezTo>
                  <a:cubicBezTo>
                    <a:pt x="272" y="331"/>
                    <a:pt x="271" y="330"/>
                    <a:pt x="271" y="330"/>
                  </a:cubicBezTo>
                  <a:cubicBezTo>
                    <a:pt x="271" y="329"/>
                    <a:pt x="271" y="329"/>
                    <a:pt x="271" y="329"/>
                  </a:cubicBezTo>
                  <a:cubicBezTo>
                    <a:pt x="271" y="329"/>
                    <a:pt x="271" y="329"/>
                    <a:pt x="271" y="329"/>
                  </a:cubicBezTo>
                  <a:cubicBezTo>
                    <a:pt x="271" y="328"/>
                    <a:pt x="271" y="328"/>
                    <a:pt x="271" y="327"/>
                  </a:cubicBezTo>
                  <a:cubicBezTo>
                    <a:pt x="270" y="327"/>
                    <a:pt x="270" y="327"/>
                    <a:pt x="270" y="327"/>
                  </a:cubicBezTo>
                  <a:cubicBezTo>
                    <a:pt x="270" y="326"/>
                    <a:pt x="271" y="326"/>
                    <a:pt x="270" y="325"/>
                  </a:cubicBezTo>
                  <a:cubicBezTo>
                    <a:pt x="270" y="325"/>
                    <a:pt x="270" y="324"/>
                    <a:pt x="269" y="324"/>
                  </a:cubicBezTo>
                  <a:cubicBezTo>
                    <a:pt x="269" y="324"/>
                    <a:pt x="269" y="324"/>
                    <a:pt x="268" y="323"/>
                  </a:cubicBezTo>
                  <a:cubicBezTo>
                    <a:pt x="268" y="323"/>
                    <a:pt x="268" y="322"/>
                    <a:pt x="268" y="322"/>
                  </a:cubicBezTo>
                  <a:cubicBezTo>
                    <a:pt x="268" y="321"/>
                    <a:pt x="270" y="321"/>
                    <a:pt x="270" y="320"/>
                  </a:cubicBezTo>
                  <a:cubicBezTo>
                    <a:pt x="269" y="320"/>
                    <a:pt x="269" y="320"/>
                    <a:pt x="268" y="320"/>
                  </a:cubicBezTo>
                  <a:cubicBezTo>
                    <a:pt x="268" y="320"/>
                    <a:pt x="267" y="321"/>
                    <a:pt x="267" y="320"/>
                  </a:cubicBezTo>
                  <a:cubicBezTo>
                    <a:pt x="267" y="320"/>
                    <a:pt x="266" y="320"/>
                    <a:pt x="266" y="320"/>
                  </a:cubicBezTo>
                  <a:cubicBezTo>
                    <a:pt x="265" y="320"/>
                    <a:pt x="265" y="320"/>
                    <a:pt x="264" y="320"/>
                  </a:cubicBezTo>
                  <a:cubicBezTo>
                    <a:pt x="263" y="320"/>
                    <a:pt x="261" y="320"/>
                    <a:pt x="260" y="321"/>
                  </a:cubicBezTo>
                  <a:cubicBezTo>
                    <a:pt x="260" y="322"/>
                    <a:pt x="259" y="322"/>
                    <a:pt x="258" y="323"/>
                  </a:cubicBezTo>
                  <a:cubicBezTo>
                    <a:pt x="258" y="323"/>
                    <a:pt x="257" y="322"/>
                    <a:pt x="257" y="322"/>
                  </a:cubicBezTo>
                  <a:cubicBezTo>
                    <a:pt x="257" y="322"/>
                    <a:pt x="258" y="321"/>
                    <a:pt x="258" y="321"/>
                  </a:cubicBezTo>
                  <a:cubicBezTo>
                    <a:pt x="259" y="320"/>
                    <a:pt x="259" y="320"/>
                    <a:pt x="259" y="319"/>
                  </a:cubicBezTo>
                  <a:cubicBezTo>
                    <a:pt x="259" y="318"/>
                    <a:pt x="258" y="318"/>
                    <a:pt x="258" y="318"/>
                  </a:cubicBezTo>
                  <a:cubicBezTo>
                    <a:pt x="258" y="318"/>
                    <a:pt x="258" y="317"/>
                    <a:pt x="258" y="317"/>
                  </a:cubicBezTo>
                  <a:cubicBezTo>
                    <a:pt x="257" y="316"/>
                    <a:pt x="257" y="317"/>
                    <a:pt x="256" y="317"/>
                  </a:cubicBezTo>
                  <a:cubicBezTo>
                    <a:pt x="256" y="316"/>
                    <a:pt x="256" y="315"/>
                    <a:pt x="256" y="314"/>
                  </a:cubicBezTo>
                  <a:cubicBezTo>
                    <a:pt x="256" y="314"/>
                    <a:pt x="256" y="313"/>
                    <a:pt x="257" y="313"/>
                  </a:cubicBezTo>
                  <a:cubicBezTo>
                    <a:pt x="257" y="313"/>
                    <a:pt x="258" y="312"/>
                    <a:pt x="258" y="312"/>
                  </a:cubicBezTo>
                  <a:cubicBezTo>
                    <a:pt x="257" y="311"/>
                    <a:pt x="257" y="311"/>
                    <a:pt x="257" y="310"/>
                  </a:cubicBezTo>
                  <a:cubicBezTo>
                    <a:pt x="257" y="310"/>
                    <a:pt x="257" y="309"/>
                    <a:pt x="258" y="309"/>
                  </a:cubicBezTo>
                  <a:cubicBezTo>
                    <a:pt x="258" y="308"/>
                    <a:pt x="258" y="307"/>
                    <a:pt x="258" y="308"/>
                  </a:cubicBezTo>
                  <a:cubicBezTo>
                    <a:pt x="259" y="309"/>
                    <a:pt x="259" y="308"/>
                    <a:pt x="259" y="307"/>
                  </a:cubicBezTo>
                  <a:cubicBezTo>
                    <a:pt x="260" y="307"/>
                    <a:pt x="260" y="307"/>
                    <a:pt x="260" y="307"/>
                  </a:cubicBezTo>
                  <a:cubicBezTo>
                    <a:pt x="260" y="307"/>
                    <a:pt x="260" y="306"/>
                    <a:pt x="260" y="306"/>
                  </a:cubicBezTo>
                  <a:cubicBezTo>
                    <a:pt x="260" y="306"/>
                    <a:pt x="260" y="305"/>
                    <a:pt x="260" y="305"/>
                  </a:cubicBezTo>
                  <a:cubicBezTo>
                    <a:pt x="260" y="305"/>
                    <a:pt x="260" y="304"/>
                    <a:pt x="260" y="304"/>
                  </a:cubicBezTo>
                  <a:cubicBezTo>
                    <a:pt x="261" y="303"/>
                    <a:pt x="261" y="305"/>
                    <a:pt x="262" y="304"/>
                  </a:cubicBezTo>
                  <a:cubicBezTo>
                    <a:pt x="262" y="304"/>
                    <a:pt x="262" y="304"/>
                    <a:pt x="262" y="303"/>
                  </a:cubicBezTo>
                  <a:cubicBezTo>
                    <a:pt x="262" y="303"/>
                    <a:pt x="263" y="303"/>
                    <a:pt x="262" y="303"/>
                  </a:cubicBezTo>
                  <a:cubicBezTo>
                    <a:pt x="262" y="302"/>
                    <a:pt x="263" y="301"/>
                    <a:pt x="263" y="301"/>
                  </a:cubicBezTo>
                  <a:cubicBezTo>
                    <a:pt x="264" y="302"/>
                    <a:pt x="265" y="302"/>
                    <a:pt x="265" y="301"/>
                  </a:cubicBezTo>
                  <a:cubicBezTo>
                    <a:pt x="265" y="300"/>
                    <a:pt x="262" y="299"/>
                    <a:pt x="263" y="298"/>
                  </a:cubicBezTo>
                  <a:cubicBezTo>
                    <a:pt x="264" y="298"/>
                    <a:pt x="264" y="299"/>
                    <a:pt x="264" y="298"/>
                  </a:cubicBezTo>
                  <a:cubicBezTo>
                    <a:pt x="264" y="298"/>
                    <a:pt x="264" y="297"/>
                    <a:pt x="264" y="297"/>
                  </a:cubicBezTo>
                  <a:cubicBezTo>
                    <a:pt x="263" y="296"/>
                    <a:pt x="264" y="296"/>
                    <a:pt x="264" y="295"/>
                  </a:cubicBezTo>
                  <a:cubicBezTo>
                    <a:pt x="264" y="294"/>
                    <a:pt x="264" y="293"/>
                    <a:pt x="264" y="293"/>
                  </a:cubicBezTo>
                  <a:cubicBezTo>
                    <a:pt x="264" y="291"/>
                    <a:pt x="263" y="290"/>
                    <a:pt x="263" y="288"/>
                  </a:cubicBezTo>
                  <a:cubicBezTo>
                    <a:pt x="263" y="288"/>
                    <a:pt x="262" y="288"/>
                    <a:pt x="262" y="287"/>
                  </a:cubicBezTo>
                  <a:cubicBezTo>
                    <a:pt x="262" y="287"/>
                    <a:pt x="262" y="287"/>
                    <a:pt x="262" y="286"/>
                  </a:cubicBezTo>
                  <a:cubicBezTo>
                    <a:pt x="262" y="286"/>
                    <a:pt x="262" y="285"/>
                    <a:pt x="262" y="284"/>
                  </a:cubicBezTo>
                  <a:cubicBezTo>
                    <a:pt x="261" y="284"/>
                    <a:pt x="261" y="283"/>
                    <a:pt x="261" y="282"/>
                  </a:cubicBezTo>
                  <a:cubicBezTo>
                    <a:pt x="261" y="282"/>
                    <a:pt x="261" y="282"/>
                    <a:pt x="260" y="282"/>
                  </a:cubicBezTo>
                  <a:cubicBezTo>
                    <a:pt x="260" y="282"/>
                    <a:pt x="258" y="280"/>
                    <a:pt x="258" y="281"/>
                  </a:cubicBezTo>
                  <a:cubicBezTo>
                    <a:pt x="258" y="283"/>
                    <a:pt x="258" y="283"/>
                    <a:pt x="257" y="282"/>
                  </a:cubicBezTo>
                  <a:cubicBezTo>
                    <a:pt x="257" y="281"/>
                    <a:pt x="256" y="280"/>
                    <a:pt x="256" y="280"/>
                  </a:cubicBezTo>
                  <a:cubicBezTo>
                    <a:pt x="256" y="279"/>
                    <a:pt x="255" y="279"/>
                    <a:pt x="256" y="279"/>
                  </a:cubicBezTo>
                  <a:cubicBezTo>
                    <a:pt x="256" y="278"/>
                    <a:pt x="255" y="278"/>
                    <a:pt x="255" y="278"/>
                  </a:cubicBezTo>
                  <a:cubicBezTo>
                    <a:pt x="255" y="277"/>
                    <a:pt x="255" y="276"/>
                    <a:pt x="254" y="276"/>
                  </a:cubicBezTo>
                  <a:cubicBezTo>
                    <a:pt x="254" y="275"/>
                    <a:pt x="253" y="275"/>
                    <a:pt x="253" y="275"/>
                  </a:cubicBezTo>
                  <a:cubicBezTo>
                    <a:pt x="253" y="275"/>
                    <a:pt x="253" y="275"/>
                    <a:pt x="253" y="274"/>
                  </a:cubicBezTo>
                  <a:cubicBezTo>
                    <a:pt x="253" y="274"/>
                    <a:pt x="253" y="274"/>
                    <a:pt x="252" y="274"/>
                  </a:cubicBezTo>
                  <a:cubicBezTo>
                    <a:pt x="252" y="274"/>
                    <a:pt x="252" y="273"/>
                    <a:pt x="251" y="273"/>
                  </a:cubicBezTo>
                  <a:cubicBezTo>
                    <a:pt x="251" y="274"/>
                    <a:pt x="250" y="273"/>
                    <a:pt x="250" y="273"/>
                  </a:cubicBezTo>
                  <a:cubicBezTo>
                    <a:pt x="250" y="273"/>
                    <a:pt x="250" y="271"/>
                    <a:pt x="249" y="272"/>
                  </a:cubicBezTo>
                  <a:cubicBezTo>
                    <a:pt x="249" y="272"/>
                    <a:pt x="248" y="272"/>
                    <a:pt x="248" y="272"/>
                  </a:cubicBezTo>
                  <a:cubicBezTo>
                    <a:pt x="248" y="272"/>
                    <a:pt x="248" y="273"/>
                    <a:pt x="248" y="273"/>
                  </a:cubicBezTo>
                  <a:cubicBezTo>
                    <a:pt x="248" y="273"/>
                    <a:pt x="248" y="274"/>
                    <a:pt x="248" y="274"/>
                  </a:cubicBezTo>
                  <a:cubicBezTo>
                    <a:pt x="248" y="275"/>
                    <a:pt x="248" y="274"/>
                    <a:pt x="247" y="274"/>
                  </a:cubicBezTo>
                  <a:cubicBezTo>
                    <a:pt x="247" y="274"/>
                    <a:pt x="247" y="275"/>
                    <a:pt x="247" y="275"/>
                  </a:cubicBezTo>
                  <a:cubicBezTo>
                    <a:pt x="247" y="275"/>
                    <a:pt x="246" y="275"/>
                    <a:pt x="246" y="275"/>
                  </a:cubicBezTo>
                  <a:cubicBezTo>
                    <a:pt x="246" y="274"/>
                    <a:pt x="245" y="274"/>
                    <a:pt x="245" y="273"/>
                  </a:cubicBezTo>
                  <a:cubicBezTo>
                    <a:pt x="244" y="273"/>
                    <a:pt x="244" y="274"/>
                    <a:pt x="243" y="274"/>
                  </a:cubicBezTo>
                  <a:cubicBezTo>
                    <a:pt x="243" y="274"/>
                    <a:pt x="243" y="274"/>
                    <a:pt x="243" y="274"/>
                  </a:cubicBezTo>
                  <a:cubicBezTo>
                    <a:pt x="242" y="273"/>
                    <a:pt x="242" y="274"/>
                    <a:pt x="242" y="273"/>
                  </a:cubicBezTo>
                  <a:cubicBezTo>
                    <a:pt x="241" y="273"/>
                    <a:pt x="240" y="272"/>
                    <a:pt x="240" y="272"/>
                  </a:cubicBezTo>
                  <a:cubicBezTo>
                    <a:pt x="239" y="272"/>
                    <a:pt x="239" y="273"/>
                    <a:pt x="239" y="273"/>
                  </a:cubicBezTo>
                  <a:cubicBezTo>
                    <a:pt x="239" y="273"/>
                    <a:pt x="238" y="273"/>
                    <a:pt x="238" y="273"/>
                  </a:cubicBezTo>
                  <a:cubicBezTo>
                    <a:pt x="238" y="273"/>
                    <a:pt x="238" y="274"/>
                    <a:pt x="237" y="273"/>
                  </a:cubicBezTo>
                  <a:cubicBezTo>
                    <a:pt x="237" y="273"/>
                    <a:pt x="237" y="273"/>
                    <a:pt x="236" y="273"/>
                  </a:cubicBezTo>
                  <a:cubicBezTo>
                    <a:pt x="237" y="273"/>
                    <a:pt x="237" y="273"/>
                    <a:pt x="237" y="272"/>
                  </a:cubicBezTo>
                  <a:cubicBezTo>
                    <a:pt x="237" y="272"/>
                    <a:pt x="236" y="272"/>
                    <a:pt x="237" y="271"/>
                  </a:cubicBezTo>
                  <a:cubicBezTo>
                    <a:pt x="237" y="271"/>
                    <a:pt x="237" y="271"/>
                    <a:pt x="237" y="271"/>
                  </a:cubicBezTo>
                  <a:cubicBezTo>
                    <a:pt x="237" y="271"/>
                    <a:pt x="238" y="271"/>
                    <a:pt x="238" y="271"/>
                  </a:cubicBezTo>
                  <a:cubicBezTo>
                    <a:pt x="238" y="271"/>
                    <a:pt x="238" y="270"/>
                    <a:pt x="238" y="270"/>
                  </a:cubicBezTo>
                  <a:cubicBezTo>
                    <a:pt x="238" y="270"/>
                    <a:pt x="238" y="270"/>
                    <a:pt x="239" y="270"/>
                  </a:cubicBezTo>
                  <a:cubicBezTo>
                    <a:pt x="239" y="269"/>
                    <a:pt x="238" y="268"/>
                    <a:pt x="238" y="268"/>
                  </a:cubicBezTo>
                  <a:cubicBezTo>
                    <a:pt x="238" y="268"/>
                    <a:pt x="237" y="267"/>
                    <a:pt x="237" y="267"/>
                  </a:cubicBezTo>
                  <a:cubicBezTo>
                    <a:pt x="237" y="266"/>
                    <a:pt x="237" y="266"/>
                    <a:pt x="237" y="266"/>
                  </a:cubicBezTo>
                  <a:cubicBezTo>
                    <a:pt x="237" y="266"/>
                    <a:pt x="236" y="266"/>
                    <a:pt x="235" y="266"/>
                  </a:cubicBezTo>
                  <a:cubicBezTo>
                    <a:pt x="235" y="267"/>
                    <a:pt x="235" y="267"/>
                    <a:pt x="235" y="267"/>
                  </a:cubicBezTo>
                  <a:cubicBezTo>
                    <a:pt x="234" y="268"/>
                    <a:pt x="234" y="267"/>
                    <a:pt x="234" y="267"/>
                  </a:cubicBezTo>
                  <a:cubicBezTo>
                    <a:pt x="234" y="267"/>
                    <a:pt x="234" y="266"/>
                    <a:pt x="233" y="266"/>
                  </a:cubicBezTo>
                  <a:cubicBezTo>
                    <a:pt x="234" y="266"/>
                    <a:pt x="234" y="265"/>
                    <a:pt x="235" y="265"/>
                  </a:cubicBezTo>
                  <a:cubicBezTo>
                    <a:pt x="235" y="265"/>
                    <a:pt x="236" y="264"/>
                    <a:pt x="235" y="263"/>
                  </a:cubicBezTo>
                  <a:cubicBezTo>
                    <a:pt x="235" y="263"/>
                    <a:pt x="234" y="264"/>
                    <a:pt x="234" y="264"/>
                  </a:cubicBezTo>
                  <a:cubicBezTo>
                    <a:pt x="233" y="263"/>
                    <a:pt x="233" y="262"/>
                    <a:pt x="233" y="262"/>
                  </a:cubicBezTo>
                  <a:cubicBezTo>
                    <a:pt x="232" y="261"/>
                    <a:pt x="229" y="263"/>
                    <a:pt x="229" y="264"/>
                  </a:cubicBezTo>
                  <a:cubicBezTo>
                    <a:pt x="228" y="264"/>
                    <a:pt x="228" y="264"/>
                    <a:pt x="228" y="264"/>
                  </a:cubicBezTo>
                  <a:cubicBezTo>
                    <a:pt x="228" y="265"/>
                    <a:pt x="228" y="265"/>
                    <a:pt x="228" y="265"/>
                  </a:cubicBezTo>
                  <a:cubicBezTo>
                    <a:pt x="228" y="265"/>
                    <a:pt x="227" y="265"/>
                    <a:pt x="227" y="265"/>
                  </a:cubicBezTo>
                  <a:cubicBezTo>
                    <a:pt x="227" y="265"/>
                    <a:pt x="227" y="266"/>
                    <a:pt x="227" y="266"/>
                  </a:cubicBezTo>
                  <a:cubicBezTo>
                    <a:pt x="227" y="266"/>
                    <a:pt x="226" y="266"/>
                    <a:pt x="226" y="266"/>
                  </a:cubicBezTo>
                  <a:cubicBezTo>
                    <a:pt x="225" y="265"/>
                    <a:pt x="223" y="265"/>
                    <a:pt x="222" y="265"/>
                  </a:cubicBezTo>
                  <a:cubicBezTo>
                    <a:pt x="223" y="265"/>
                    <a:pt x="223" y="265"/>
                    <a:pt x="223" y="265"/>
                  </a:cubicBezTo>
                  <a:cubicBezTo>
                    <a:pt x="223" y="265"/>
                    <a:pt x="221" y="265"/>
                    <a:pt x="221" y="264"/>
                  </a:cubicBezTo>
                  <a:cubicBezTo>
                    <a:pt x="220" y="264"/>
                    <a:pt x="220" y="263"/>
                    <a:pt x="219" y="263"/>
                  </a:cubicBezTo>
                  <a:cubicBezTo>
                    <a:pt x="219" y="263"/>
                    <a:pt x="218" y="264"/>
                    <a:pt x="218" y="264"/>
                  </a:cubicBezTo>
                  <a:cubicBezTo>
                    <a:pt x="218" y="264"/>
                    <a:pt x="218" y="264"/>
                    <a:pt x="217" y="264"/>
                  </a:cubicBezTo>
                  <a:cubicBezTo>
                    <a:pt x="217" y="264"/>
                    <a:pt x="217" y="265"/>
                    <a:pt x="216" y="265"/>
                  </a:cubicBezTo>
                  <a:cubicBezTo>
                    <a:pt x="216" y="265"/>
                    <a:pt x="216" y="265"/>
                    <a:pt x="216" y="266"/>
                  </a:cubicBezTo>
                  <a:cubicBezTo>
                    <a:pt x="215" y="266"/>
                    <a:pt x="215" y="267"/>
                    <a:pt x="215" y="267"/>
                  </a:cubicBezTo>
                  <a:cubicBezTo>
                    <a:pt x="215" y="267"/>
                    <a:pt x="214" y="267"/>
                    <a:pt x="214" y="267"/>
                  </a:cubicBezTo>
                  <a:cubicBezTo>
                    <a:pt x="214" y="267"/>
                    <a:pt x="215" y="268"/>
                    <a:pt x="214" y="268"/>
                  </a:cubicBezTo>
                  <a:cubicBezTo>
                    <a:pt x="214" y="268"/>
                    <a:pt x="214" y="268"/>
                    <a:pt x="214" y="268"/>
                  </a:cubicBezTo>
                  <a:cubicBezTo>
                    <a:pt x="214" y="269"/>
                    <a:pt x="213" y="269"/>
                    <a:pt x="213" y="269"/>
                  </a:cubicBezTo>
                  <a:cubicBezTo>
                    <a:pt x="212" y="270"/>
                    <a:pt x="212" y="270"/>
                    <a:pt x="211" y="270"/>
                  </a:cubicBezTo>
                  <a:cubicBezTo>
                    <a:pt x="210" y="270"/>
                    <a:pt x="207" y="270"/>
                    <a:pt x="207" y="272"/>
                  </a:cubicBezTo>
                  <a:cubicBezTo>
                    <a:pt x="207" y="273"/>
                    <a:pt x="207" y="273"/>
                    <a:pt x="206" y="274"/>
                  </a:cubicBezTo>
                  <a:cubicBezTo>
                    <a:pt x="206" y="274"/>
                    <a:pt x="205" y="275"/>
                    <a:pt x="205" y="275"/>
                  </a:cubicBezTo>
                  <a:cubicBezTo>
                    <a:pt x="204" y="276"/>
                    <a:pt x="203" y="276"/>
                    <a:pt x="203" y="276"/>
                  </a:cubicBezTo>
                  <a:cubicBezTo>
                    <a:pt x="203" y="277"/>
                    <a:pt x="204" y="277"/>
                    <a:pt x="204" y="278"/>
                  </a:cubicBezTo>
                  <a:cubicBezTo>
                    <a:pt x="204" y="278"/>
                    <a:pt x="203" y="279"/>
                    <a:pt x="202" y="279"/>
                  </a:cubicBezTo>
                  <a:cubicBezTo>
                    <a:pt x="202" y="279"/>
                    <a:pt x="202" y="279"/>
                    <a:pt x="202" y="279"/>
                  </a:cubicBezTo>
                  <a:cubicBezTo>
                    <a:pt x="201" y="279"/>
                    <a:pt x="201" y="280"/>
                    <a:pt x="201" y="280"/>
                  </a:cubicBezTo>
                  <a:cubicBezTo>
                    <a:pt x="201" y="280"/>
                    <a:pt x="201" y="279"/>
                    <a:pt x="201" y="279"/>
                  </a:cubicBezTo>
                  <a:cubicBezTo>
                    <a:pt x="201" y="279"/>
                    <a:pt x="201" y="280"/>
                    <a:pt x="201" y="280"/>
                  </a:cubicBezTo>
                  <a:cubicBezTo>
                    <a:pt x="201" y="280"/>
                    <a:pt x="200" y="279"/>
                    <a:pt x="200" y="279"/>
                  </a:cubicBezTo>
                  <a:cubicBezTo>
                    <a:pt x="200" y="279"/>
                    <a:pt x="200" y="280"/>
                    <a:pt x="200" y="280"/>
                  </a:cubicBezTo>
                  <a:cubicBezTo>
                    <a:pt x="199" y="280"/>
                    <a:pt x="199" y="280"/>
                    <a:pt x="199" y="280"/>
                  </a:cubicBezTo>
                  <a:cubicBezTo>
                    <a:pt x="198" y="280"/>
                    <a:pt x="198" y="280"/>
                    <a:pt x="198" y="280"/>
                  </a:cubicBezTo>
                  <a:cubicBezTo>
                    <a:pt x="197" y="281"/>
                    <a:pt x="196" y="280"/>
                    <a:pt x="196" y="280"/>
                  </a:cubicBezTo>
                  <a:cubicBezTo>
                    <a:pt x="195" y="280"/>
                    <a:pt x="194" y="280"/>
                    <a:pt x="194" y="280"/>
                  </a:cubicBezTo>
                  <a:cubicBezTo>
                    <a:pt x="194" y="279"/>
                    <a:pt x="194" y="278"/>
                    <a:pt x="193" y="278"/>
                  </a:cubicBezTo>
                  <a:cubicBezTo>
                    <a:pt x="192" y="278"/>
                    <a:pt x="191" y="278"/>
                    <a:pt x="191" y="277"/>
                  </a:cubicBezTo>
                  <a:cubicBezTo>
                    <a:pt x="190" y="277"/>
                    <a:pt x="190" y="277"/>
                    <a:pt x="189" y="277"/>
                  </a:cubicBezTo>
                  <a:cubicBezTo>
                    <a:pt x="189" y="278"/>
                    <a:pt x="189" y="278"/>
                    <a:pt x="188" y="278"/>
                  </a:cubicBezTo>
                  <a:cubicBezTo>
                    <a:pt x="187" y="277"/>
                    <a:pt x="186" y="277"/>
                    <a:pt x="185" y="277"/>
                  </a:cubicBezTo>
                  <a:cubicBezTo>
                    <a:pt x="185" y="277"/>
                    <a:pt x="185" y="277"/>
                    <a:pt x="184" y="277"/>
                  </a:cubicBezTo>
                  <a:cubicBezTo>
                    <a:pt x="183" y="277"/>
                    <a:pt x="183" y="277"/>
                    <a:pt x="182" y="277"/>
                  </a:cubicBezTo>
                  <a:cubicBezTo>
                    <a:pt x="181" y="277"/>
                    <a:pt x="182" y="276"/>
                    <a:pt x="182" y="275"/>
                  </a:cubicBezTo>
                  <a:cubicBezTo>
                    <a:pt x="182" y="274"/>
                    <a:pt x="179" y="274"/>
                    <a:pt x="178" y="274"/>
                  </a:cubicBezTo>
                  <a:cubicBezTo>
                    <a:pt x="178" y="274"/>
                    <a:pt x="177" y="274"/>
                    <a:pt x="177" y="275"/>
                  </a:cubicBezTo>
                  <a:cubicBezTo>
                    <a:pt x="176" y="275"/>
                    <a:pt x="176" y="275"/>
                    <a:pt x="176" y="276"/>
                  </a:cubicBezTo>
                  <a:cubicBezTo>
                    <a:pt x="174" y="276"/>
                    <a:pt x="174" y="277"/>
                    <a:pt x="173" y="278"/>
                  </a:cubicBezTo>
                  <a:cubicBezTo>
                    <a:pt x="172" y="279"/>
                    <a:pt x="171" y="280"/>
                    <a:pt x="171" y="282"/>
                  </a:cubicBezTo>
                  <a:cubicBezTo>
                    <a:pt x="171" y="283"/>
                    <a:pt x="171" y="283"/>
                    <a:pt x="170" y="283"/>
                  </a:cubicBezTo>
                  <a:cubicBezTo>
                    <a:pt x="170" y="284"/>
                    <a:pt x="170" y="284"/>
                    <a:pt x="170" y="285"/>
                  </a:cubicBezTo>
                  <a:cubicBezTo>
                    <a:pt x="169" y="284"/>
                    <a:pt x="168" y="284"/>
                    <a:pt x="168" y="283"/>
                  </a:cubicBezTo>
                  <a:cubicBezTo>
                    <a:pt x="168" y="282"/>
                    <a:pt x="168" y="281"/>
                    <a:pt x="168" y="280"/>
                  </a:cubicBezTo>
                  <a:cubicBezTo>
                    <a:pt x="168" y="280"/>
                    <a:pt x="168" y="279"/>
                    <a:pt x="168" y="279"/>
                  </a:cubicBezTo>
                  <a:cubicBezTo>
                    <a:pt x="168" y="279"/>
                    <a:pt x="168" y="278"/>
                    <a:pt x="168" y="278"/>
                  </a:cubicBezTo>
                  <a:cubicBezTo>
                    <a:pt x="168" y="277"/>
                    <a:pt x="167" y="277"/>
                    <a:pt x="166" y="277"/>
                  </a:cubicBezTo>
                  <a:cubicBezTo>
                    <a:pt x="166" y="277"/>
                    <a:pt x="165" y="276"/>
                    <a:pt x="165" y="276"/>
                  </a:cubicBezTo>
                  <a:cubicBezTo>
                    <a:pt x="165" y="277"/>
                    <a:pt x="165" y="277"/>
                    <a:pt x="165" y="277"/>
                  </a:cubicBezTo>
                  <a:cubicBezTo>
                    <a:pt x="164" y="277"/>
                    <a:pt x="164" y="277"/>
                    <a:pt x="164" y="277"/>
                  </a:cubicBezTo>
                  <a:cubicBezTo>
                    <a:pt x="164" y="277"/>
                    <a:pt x="164" y="277"/>
                    <a:pt x="164" y="278"/>
                  </a:cubicBezTo>
                  <a:cubicBezTo>
                    <a:pt x="164" y="278"/>
                    <a:pt x="163" y="278"/>
                    <a:pt x="163" y="278"/>
                  </a:cubicBezTo>
                  <a:cubicBezTo>
                    <a:pt x="162" y="278"/>
                    <a:pt x="160" y="278"/>
                    <a:pt x="161" y="279"/>
                  </a:cubicBezTo>
                  <a:cubicBezTo>
                    <a:pt x="161" y="279"/>
                    <a:pt x="159" y="278"/>
                    <a:pt x="159" y="279"/>
                  </a:cubicBezTo>
                  <a:cubicBezTo>
                    <a:pt x="158" y="279"/>
                    <a:pt x="158" y="279"/>
                    <a:pt x="158" y="279"/>
                  </a:cubicBezTo>
                  <a:cubicBezTo>
                    <a:pt x="158" y="280"/>
                    <a:pt x="157" y="280"/>
                    <a:pt x="157" y="280"/>
                  </a:cubicBezTo>
                  <a:cubicBezTo>
                    <a:pt x="156" y="279"/>
                    <a:pt x="156" y="279"/>
                    <a:pt x="156" y="279"/>
                  </a:cubicBezTo>
                  <a:cubicBezTo>
                    <a:pt x="155" y="279"/>
                    <a:pt x="155" y="280"/>
                    <a:pt x="155" y="280"/>
                  </a:cubicBezTo>
                  <a:cubicBezTo>
                    <a:pt x="154" y="280"/>
                    <a:pt x="155" y="279"/>
                    <a:pt x="154" y="279"/>
                  </a:cubicBezTo>
                  <a:cubicBezTo>
                    <a:pt x="154" y="279"/>
                    <a:pt x="154" y="279"/>
                    <a:pt x="153" y="279"/>
                  </a:cubicBezTo>
                  <a:cubicBezTo>
                    <a:pt x="152" y="280"/>
                    <a:pt x="152" y="279"/>
                    <a:pt x="151" y="279"/>
                  </a:cubicBezTo>
                  <a:cubicBezTo>
                    <a:pt x="151" y="278"/>
                    <a:pt x="150" y="278"/>
                    <a:pt x="149" y="278"/>
                  </a:cubicBezTo>
                  <a:cubicBezTo>
                    <a:pt x="149" y="277"/>
                    <a:pt x="149" y="277"/>
                    <a:pt x="148" y="277"/>
                  </a:cubicBezTo>
                  <a:cubicBezTo>
                    <a:pt x="148" y="277"/>
                    <a:pt x="148" y="277"/>
                    <a:pt x="148" y="277"/>
                  </a:cubicBezTo>
                  <a:cubicBezTo>
                    <a:pt x="148" y="276"/>
                    <a:pt x="147" y="277"/>
                    <a:pt x="147" y="277"/>
                  </a:cubicBezTo>
                  <a:cubicBezTo>
                    <a:pt x="147" y="277"/>
                    <a:pt x="146" y="276"/>
                    <a:pt x="146" y="276"/>
                  </a:cubicBezTo>
                  <a:cubicBezTo>
                    <a:pt x="146" y="277"/>
                    <a:pt x="146" y="278"/>
                    <a:pt x="146" y="278"/>
                  </a:cubicBezTo>
                  <a:cubicBezTo>
                    <a:pt x="146" y="279"/>
                    <a:pt x="145" y="278"/>
                    <a:pt x="145" y="278"/>
                  </a:cubicBezTo>
                  <a:cubicBezTo>
                    <a:pt x="144" y="278"/>
                    <a:pt x="144" y="278"/>
                    <a:pt x="143" y="278"/>
                  </a:cubicBezTo>
                  <a:cubicBezTo>
                    <a:pt x="143" y="277"/>
                    <a:pt x="143" y="276"/>
                    <a:pt x="142" y="276"/>
                  </a:cubicBezTo>
                  <a:cubicBezTo>
                    <a:pt x="142" y="277"/>
                    <a:pt x="142" y="277"/>
                    <a:pt x="142" y="278"/>
                  </a:cubicBezTo>
                  <a:cubicBezTo>
                    <a:pt x="143" y="279"/>
                    <a:pt x="141" y="279"/>
                    <a:pt x="141" y="278"/>
                  </a:cubicBezTo>
                  <a:cubicBezTo>
                    <a:pt x="141" y="278"/>
                    <a:pt x="140" y="277"/>
                    <a:pt x="140" y="277"/>
                  </a:cubicBezTo>
                  <a:cubicBezTo>
                    <a:pt x="140" y="277"/>
                    <a:pt x="140" y="276"/>
                    <a:pt x="140" y="276"/>
                  </a:cubicBezTo>
                  <a:cubicBezTo>
                    <a:pt x="139" y="276"/>
                    <a:pt x="139" y="275"/>
                    <a:pt x="138" y="275"/>
                  </a:cubicBezTo>
                  <a:cubicBezTo>
                    <a:pt x="138" y="275"/>
                    <a:pt x="138" y="274"/>
                    <a:pt x="138" y="274"/>
                  </a:cubicBezTo>
                  <a:cubicBezTo>
                    <a:pt x="137" y="274"/>
                    <a:pt x="137" y="275"/>
                    <a:pt x="137" y="275"/>
                  </a:cubicBezTo>
                  <a:cubicBezTo>
                    <a:pt x="136" y="274"/>
                    <a:pt x="135" y="275"/>
                    <a:pt x="134" y="275"/>
                  </a:cubicBezTo>
                  <a:cubicBezTo>
                    <a:pt x="134" y="275"/>
                    <a:pt x="133" y="274"/>
                    <a:pt x="132" y="274"/>
                  </a:cubicBezTo>
                  <a:cubicBezTo>
                    <a:pt x="132" y="274"/>
                    <a:pt x="132" y="274"/>
                    <a:pt x="132" y="273"/>
                  </a:cubicBezTo>
                  <a:cubicBezTo>
                    <a:pt x="132" y="273"/>
                    <a:pt x="132" y="271"/>
                    <a:pt x="132" y="271"/>
                  </a:cubicBezTo>
                  <a:cubicBezTo>
                    <a:pt x="132" y="271"/>
                    <a:pt x="131" y="270"/>
                    <a:pt x="131" y="271"/>
                  </a:cubicBezTo>
                  <a:cubicBezTo>
                    <a:pt x="130" y="271"/>
                    <a:pt x="130" y="272"/>
                    <a:pt x="130" y="272"/>
                  </a:cubicBezTo>
                  <a:cubicBezTo>
                    <a:pt x="129" y="272"/>
                    <a:pt x="128" y="271"/>
                    <a:pt x="128" y="271"/>
                  </a:cubicBezTo>
                  <a:cubicBezTo>
                    <a:pt x="127" y="271"/>
                    <a:pt x="127" y="270"/>
                    <a:pt x="127" y="270"/>
                  </a:cubicBezTo>
                  <a:cubicBezTo>
                    <a:pt x="127" y="270"/>
                    <a:pt x="127" y="270"/>
                    <a:pt x="126" y="270"/>
                  </a:cubicBezTo>
                  <a:cubicBezTo>
                    <a:pt x="126" y="269"/>
                    <a:pt x="125" y="269"/>
                    <a:pt x="125" y="269"/>
                  </a:cubicBezTo>
                  <a:cubicBezTo>
                    <a:pt x="124" y="268"/>
                    <a:pt x="123" y="268"/>
                    <a:pt x="122" y="267"/>
                  </a:cubicBezTo>
                  <a:cubicBezTo>
                    <a:pt x="122" y="266"/>
                    <a:pt x="122" y="266"/>
                    <a:pt x="122" y="265"/>
                  </a:cubicBezTo>
                  <a:cubicBezTo>
                    <a:pt x="121" y="265"/>
                    <a:pt x="122" y="265"/>
                    <a:pt x="121" y="264"/>
                  </a:cubicBezTo>
                  <a:cubicBezTo>
                    <a:pt x="121" y="264"/>
                    <a:pt x="121" y="264"/>
                    <a:pt x="121" y="264"/>
                  </a:cubicBezTo>
                  <a:cubicBezTo>
                    <a:pt x="120" y="263"/>
                    <a:pt x="119" y="263"/>
                    <a:pt x="119" y="263"/>
                  </a:cubicBezTo>
                  <a:cubicBezTo>
                    <a:pt x="118" y="264"/>
                    <a:pt x="117" y="264"/>
                    <a:pt x="117" y="264"/>
                  </a:cubicBezTo>
                  <a:cubicBezTo>
                    <a:pt x="117" y="265"/>
                    <a:pt x="117" y="265"/>
                    <a:pt x="116" y="265"/>
                  </a:cubicBezTo>
                  <a:cubicBezTo>
                    <a:pt x="115" y="264"/>
                    <a:pt x="114" y="263"/>
                    <a:pt x="113" y="261"/>
                  </a:cubicBezTo>
                  <a:cubicBezTo>
                    <a:pt x="113" y="261"/>
                    <a:pt x="113" y="261"/>
                    <a:pt x="113" y="261"/>
                  </a:cubicBezTo>
                  <a:cubicBezTo>
                    <a:pt x="112" y="261"/>
                    <a:pt x="113" y="261"/>
                    <a:pt x="112" y="261"/>
                  </a:cubicBezTo>
                  <a:cubicBezTo>
                    <a:pt x="112" y="260"/>
                    <a:pt x="112" y="260"/>
                    <a:pt x="111" y="260"/>
                  </a:cubicBezTo>
                  <a:cubicBezTo>
                    <a:pt x="111" y="260"/>
                    <a:pt x="111" y="260"/>
                    <a:pt x="110" y="260"/>
                  </a:cubicBezTo>
                  <a:cubicBezTo>
                    <a:pt x="110" y="259"/>
                    <a:pt x="109" y="259"/>
                    <a:pt x="109" y="259"/>
                  </a:cubicBezTo>
                  <a:cubicBezTo>
                    <a:pt x="108" y="259"/>
                    <a:pt x="107" y="258"/>
                    <a:pt x="107" y="258"/>
                  </a:cubicBezTo>
                  <a:cubicBezTo>
                    <a:pt x="107" y="258"/>
                    <a:pt x="107" y="257"/>
                    <a:pt x="106" y="257"/>
                  </a:cubicBezTo>
                  <a:cubicBezTo>
                    <a:pt x="106" y="257"/>
                    <a:pt x="106" y="257"/>
                    <a:pt x="105" y="257"/>
                  </a:cubicBezTo>
                  <a:cubicBezTo>
                    <a:pt x="104" y="256"/>
                    <a:pt x="103" y="256"/>
                    <a:pt x="102" y="255"/>
                  </a:cubicBezTo>
                  <a:cubicBezTo>
                    <a:pt x="101" y="255"/>
                    <a:pt x="101" y="255"/>
                    <a:pt x="101" y="254"/>
                  </a:cubicBezTo>
                  <a:cubicBezTo>
                    <a:pt x="101" y="254"/>
                    <a:pt x="101" y="254"/>
                    <a:pt x="101" y="254"/>
                  </a:cubicBezTo>
                  <a:cubicBezTo>
                    <a:pt x="100" y="253"/>
                    <a:pt x="100" y="253"/>
                    <a:pt x="100" y="252"/>
                  </a:cubicBezTo>
                  <a:cubicBezTo>
                    <a:pt x="100" y="252"/>
                    <a:pt x="98" y="252"/>
                    <a:pt x="98" y="251"/>
                  </a:cubicBezTo>
                  <a:cubicBezTo>
                    <a:pt x="97" y="251"/>
                    <a:pt x="96" y="251"/>
                    <a:pt x="95" y="251"/>
                  </a:cubicBezTo>
                  <a:cubicBezTo>
                    <a:pt x="95" y="251"/>
                    <a:pt x="95" y="252"/>
                    <a:pt x="94" y="252"/>
                  </a:cubicBezTo>
                  <a:cubicBezTo>
                    <a:pt x="94" y="252"/>
                    <a:pt x="93" y="251"/>
                    <a:pt x="93" y="252"/>
                  </a:cubicBezTo>
                  <a:cubicBezTo>
                    <a:pt x="93" y="252"/>
                    <a:pt x="93" y="253"/>
                    <a:pt x="93" y="253"/>
                  </a:cubicBezTo>
                  <a:cubicBezTo>
                    <a:pt x="93" y="254"/>
                    <a:pt x="93" y="254"/>
                    <a:pt x="93" y="254"/>
                  </a:cubicBezTo>
                  <a:cubicBezTo>
                    <a:pt x="93" y="254"/>
                    <a:pt x="93" y="255"/>
                    <a:pt x="93" y="255"/>
                  </a:cubicBezTo>
                  <a:cubicBezTo>
                    <a:pt x="92" y="257"/>
                    <a:pt x="90" y="253"/>
                    <a:pt x="90" y="253"/>
                  </a:cubicBezTo>
                  <a:cubicBezTo>
                    <a:pt x="89" y="252"/>
                    <a:pt x="89" y="252"/>
                    <a:pt x="88" y="252"/>
                  </a:cubicBezTo>
                  <a:cubicBezTo>
                    <a:pt x="87" y="252"/>
                    <a:pt x="87" y="251"/>
                    <a:pt x="86" y="251"/>
                  </a:cubicBezTo>
                  <a:cubicBezTo>
                    <a:pt x="85" y="250"/>
                    <a:pt x="85" y="250"/>
                    <a:pt x="84" y="250"/>
                  </a:cubicBezTo>
                  <a:cubicBezTo>
                    <a:pt x="83" y="250"/>
                    <a:pt x="82" y="249"/>
                    <a:pt x="82" y="249"/>
                  </a:cubicBezTo>
                  <a:cubicBezTo>
                    <a:pt x="81" y="249"/>
                    <a:pt x="82" y="249"/>
                    <a:pt x="81" y="248"/>
                  </a:cubicBezTo>
                  <a:cubicBezTo>
                    <a:pt x="81" y="248"/>
                    <a:pt x="82" y="248"/>
                    <a:pt x="82" y="248"/>
                  </a:cubicBezTo>
                  <a:cubicBezTo>
                    <a:pt x="81" y="247"/>
                    <a:pt x="80" y="247"/>
                    <a:pt x="80" y="247"/>
                  </a:cubicBezTo>
                  <a:cubicBezTo>
                    <a:pt x="79" y="246"/>
                    <a:pt x="79" y="246"/>
                    <a:pt x="78" y="246"/>
                  </a:cubicBezTo>
                  <a:cubicBezTo>
                    <a:pt x="78" y="245"/>
                    <a:pt x="77" y="245"/>
                    <a:pt x="77" y="245"/>
                  </a:cubicBezTo>
                  <a:cubicBezTo>
                    <a:pt x="76" y="244"/>
                    <a:pt x="76" y="245"/>
                    <a:pt x="75" y="245"/>
                  </a:cubicBezTo>
                  <a:cubicBezTo>
                    <a:pt x="74" y="245"/>
                    <a:pt x="74" y="244"/>
                    <a:pt x="73" y="244"/>
                  </a:cubicBezTo>
                  <a:cubicBezTo>
                    <a:pt x="73" y="244"/>
                    <a:pt x="73" y="243"/>
                    <a:pt x="73" y="243"/>
                  </a:cubicBezTo>
                  <a:cubicBezTo>
                    <a:pt x="72" y="243"/>
                    <a:pt x="71" y="242"/>
                    <a:pt x="71" y="241"/>
                  </a:cubicBezTo>
                  <a:cubicBezTo>
                    <a:pt x="70" y="241"/>
                    <a:pt x="70" y="240"/>
                    <a:pt x="69" y="240"/>
                  </a:cubicBezTo>
                  <a:cubicBezTo>
                    <a:pt x="69" y="240"/>
                    <a:pt x="69" y="240"/>
                    <a:pt x="69" y="241"/>
                  </a:cubicBezTo>
                  <a:cubicBezTo>
                    <a:pt x="69" y="241"/>
                    <a:pt x="69" y="241"/>
                    <a:pt x="69" y="241"/>
                  </a:cubicBezTo>
                  <a:cubicBezTo>
                    <a:pt x="69" y="241"/>
                    <a:pt x="68" y="241"/>
                    <a:pt x="68" y="241"/>
                  </a:cubicBezTo>
                  <a:cubicBezTo>
                    <a:pt x="68" y="241"/>
                    <a:pt x="68" y="241"/>
                    <a:pt x="67" y="241"/>
                  </a:cubicBezTo>
                  <a:cubicBezTo>
                    <a:pt x="66" y="241"/>
                    <a:pt x="66" y="240"/>
                    <a:pt x="66" y="240"/>
                  </a:cubicBezTo>
                  <a:cubicBezTo>
                    <a:pt x="66" y="239"/>
                    <a:pt x="66" y="239"/>
                    <a:pt x="66" y="239"/>
                  </a:cubicBezTo>
                  <a:cubicBezTo>
                    <a:pt x="66" y="239"/>
                    <a:pt x="66" y="238"/>
                    <a:pt x="66" y="238"/>
                  </a:cubicBezTo>
                  <a:cubicBezTo>
                    <a:pt x="67" y="238"/>
                    <a:pt x="66" y="237"/>
                    <a:pt x="66" y="237"/>
                  </a:cubicBezTo>
                  <a:cubicBezTo>
                    <a:pt x="65" y="237"/>
                    <a:pt x="65" y="236"/>
                    <a:pt x="65" y="235"/>
                  </a:cubicBezTo>
                  <a:cubicBezTo>
                    <a:pt x="65" y="235"/>
                    <a:pt x="65" y="234"/>
                    <a:pt x="65" y="234"/>
                  </a:cubicBezTo>
                  <a:cubicBezTo>
                    <a:pt x="64" y="233"/>
                    <a:pt x="64" y="233"/>
                    <a:pt x="63" y="232"/>
                  </a:cubicBezTo>
                  <a:cubicBezTo>
                    <a:pt x="63" y="232"/>
                    <a:pt x="63" y="231"/>
                    <a:pt x="62" y="231"/>
                  </a:cubicBezTo>
                  <a:cubicBezTo>
                    <a:pt x="62" y="231"/>
                    <a:pt x="62" y="230"/>
                    <a:pt x="61" y="229"/>
                  </a:cubicBezTo>
                  <a:cubicBezTo>
                    <a:pt x="61" y="229"/>
                    <a:pt x="61" y="228"/>
                    <a:pt x="61" y="228"/>
                  </a:cubicBezTo>
                  <a:cubicBezTo>
                    <a:pt x="60" y="227"/>
                    <a:pt x="61" y="227"/>
                    <a:pt x="61" y="227"/>
                  </a:cubicBezTo>
                  <a:cubicBezTo>
                    <a:pt x="62" y="227"/>
                    <a:pt x="63" y="227"/>
                    <a:pt x="63" y="227"/>
                  </a:cubicBezTo>
                  <a:cubicBezTo>
                    <a:pt x="64" y="226"/>
                    <a:pt x="64" y="227"/>
                    <a:pt x="64" y="228"/>
                  </a:cubicBezTo>
                  <a:cubicBezTo>
                    <a:pt x="64" y="228"/>
                    <a:pt x="65" y="229"/>
                    <a:pt x="65" y="229"/>
                  </a:cubicBezTo>
                  <a:cubicBezTo>
                    <a:pt x="66" y="230"/>
                    <a:pt x="66" y="230"/>
                    <a:pt x="67" y="230"/>
                  </a:cubicBezTo>
                  <a:cubicBezTo>
                    <a:pt x="68" y="229"/>
                    <a:pt x="67" y="229"/>
                    <a:pt x="67" y="228"/>
                  </a:cubicBezTo>
                  <a:cubicBezTo>
                    <a:pt x="68" y="228"/>
                    <a:pt x="69" y="228"/>
                    <a:pt x="69" y="228"/>
                  </a:cubicBezTo>
                  <a:cubicBezTo>
                    <a:pt x="69" y="228"/>
                    <a:pt x="70" y="227"/>
                    <a:pt x="70" y="227"/>
                  </a:cubicBezTo>
                  <a:cubicBezTo>
                    <a:pt x="71" y="226"/>
                    <a:pt x="70" y="225"/>
                    <a:pt x="70" y="225"/>
                  </a:cubicBezTo>
                  <a:cubicBezTo>
                    <a:pt x="69" y="225"/>
                    <a:pt x="69" y="224"/>
                    <a:pt x="69" y="224"/>
                  </a:cubicBezTo>
                  <a:cubicBezTo>
                    <a:pt x="68" y="223"/>
                    <a:pt x="68" y="222"/>
                    <a:pt x="68" y="221"/>
                  </a:cubicBezTo>
                  <a:cubicBezTo>
                    <a:pt x="68" y="221"/>
                    <a:pt x="68" y="221"/>
                    <a:pt x="67" y="221"/>
                  </a:cubicBezTo>
                  <a:cubicBezTo>
                    <a:pt x="67" y="221"/>
                    <a:pt x="66" y="220"/>
                    <a:pt x="66" y="220"/>
                  </a:cubicBezTo>
                  <a:cubicBezTo>
                    <a:pt x="65" y="220"/>
                    <a:pt x="66" y="220"/>
                    <a:pt x="65" y="220"/>
                  </a:cubicBezTo>
                  <a:cubicBezTo>
                    <a:pt x="65" y="219"/>
                    <a:pt x="64" y="219"/>
                    <a:pt x="63" y="218"/>
                  </a:cubicBezTo>
                  <a:cubicBezTo>
                    <a:pt x="63" y="218"/>
                    <a:pt x="63" y="217"/>
                    <a:pt x="63" y="216"/>
                  </a:cubicBezTo>
                  <a:cubicBezTo>
                    <a:pt x="62" y="216"/>
                    <a:pt x="63" y="215"/>
                    <a:pt x="63" y="216"/>
                  </a:cubicBezTo>
                  <a:cubicBezTo>
                    <a:pt x="64" y="216"/>
                    <a:pt x="64" y="215"/>
                    <a:pt x="63" y="215"/>
                  </a:cubicBezTo>
                  <a:cubicBezTo>
                    <a:pt x="63" y="214"/>
                    <a:pt x="62" y="213"/>
                    <a:pt x="62" y="212"/>
                  </a:cubicBezTo>
                  <a:cubicBezTo>
                    <a:pt x="62" y="211"/>
                    <a:pt x="63" y="212"/>
                    <a:pt x="63" y="212"/>
                  </a:cubicBezTo>
                  <a:cubicBezTo>
                    <a:pt x="64" y="211"/>
                    <a:pt x="64" y="211"/>
                    <a:pt x="65" y="211"/>
                  </a:cubicBezTo>
                  <a:cubicBezTo>
                    <a:pt x="65" y="211"/>
                    <a:pt x="66" y="212"/>
                    <a:pt x="66" y="211"/>
                  </a:cubicBezTo>
                  <a:cubicBezTo>
                    <a:pt x="66" y="211"/>
                    <a:pt x="67" y="210"/>
                    <a:pt x="67" y="210"/>
                  </a:cubicBezTo>
                  <a:cubicBezTo>
                    <a:pt x="66" y="209"/>
                    <a:pt x="67" y="210"/>
                    <a:pt x="67" y="209"/>
                  </a:cubicBezTo>
                  <a:cubicBezTo>
                    <a:pt x="67" y="209"/>
                    <a:pt x="67" y="208"/>
                    <a:pt x="67" y="208"/>
                  </a:cubicBezTo>
                  <a:cubicBezTo>
                    <a:pt x="66" y="207"/>
                    <a:pt x="67" y="207"/>
                    <a:pt x="68" y="207"/>
                  </a:cubicBezTo>
                  <a:cubicBezTo>
                    <a:pt x="68" y="207"/>
                    <a:pt x="68" y="207"/>
                    <a:pt x="68" y="206"/>
                  </a:cubicBezTo>
                  <a:cubicBezTo>
                    <a:pt x="68" y="206"/>
                    <a:pt x="68" y="206"/>
                    <a:pt x="68" y="205"/>
                  </a:cubicBezTo>
                  <a:cubicBezTo>
                    <a:pt x="69" y="205"/>
                    <a:pt x="69" y="204"/>
                    <a:pt x="69" y="204"/>
                  </a:cubicBezTo>
                  <a:cubicBezTo>
                    <a:pt x="69" y="204"/>
                    <a:pt x="70" y="205"/>
                    <a:pt x="70" y="204"/>
                  </a:cubicBezTo>
                  <a:cubicBezTo>
                    <a:pt x="71" y="204"/>
                    <a:pt x="71" y="203"/>
                    <a:pt x="71" y="203"/>
                  </a:cubicBezTo>
                  <a:cubicBezTo>
                    <a:pt x="71" y="202"/>
                    <a:pt x="71" y="201"/>
                    <a:pt x="71" y="201"/>
                  </a:cubicBezTo>
                  <a:cubicBezTo>
                    <a:pt x="71" y="201"/>
                    <a:pt x="71" y="201"/>
                    <a:pt x="72" y="201"/>
                  </a:cubicBezTo>
                  <a:cubicBezTo>
                    <a:pt x="71" y="201"/>
                    <a:pt x="70" y="200"/>
                    <a:pt x="71" y="199"/>
                  </a:cubicBezTo>
                  <a:cubicBezTo>
                    <a:pt x="71" y="199"/>
                    <a:pt x="71" y="199"/>
                    <a:pt x="71" y="198"/>
                  </a:cubicBezTo>
                  <a:cubicBezTo>
                    <a:pt x="71" y="198"/>
                    <a:pt x="71" y="197"/>
                    <a:pt x="71" y="197"/>
                  </a:cubicBezTo>
                  <a:cubicBezTo>
                    <a:pt x="71" y="197"/>
                    <a:pt x="72" y="195"/>
                    <a:pt x="71" y="195"/>
                  </a:cubicBezTo>
                  <a:cubicBezTo>
                    <a:pt x="70" y="195"/>
                    <a:pt x="70" y="194"/>
                    <a:pt x="69" y="195"/>
                  </a:cubicBezTo>
                  <a:cubicBezTo>
                    <a:pt x="69" y="195"/>
                    <a:pt x="69" y="196"/>
                    <a:pt x="68" y="196"/>
                  </a:cubicBezTo>
                  <a:cubicBezTo>
                    <a:pt x="68" y="196"/>
                    <a:pt x="67" y="193"/>
                    <a:pt x="67" y="194"/>
                  </a:cubicBezTo>
                  <a:cubicBezTo>
                    <a:pt x="66" y="195"/>
                    <a:pt x="66" y="194"/>
                    <a:pt x="66" y="194"/>
                  </a:cubicBezTo>
                  <a:cubicBezTo>
                    <a:pt x="65" y="193"/>
                    <a:pt x="65" y="194"/>
                    <a:pt x="64" y="193"/>
                  </a:cubicBezTo>
                  <a:cubicBezTo>
                    <a:pt x="64" y="192"/>
                    <a:pt x="64" y="191"/>
                    <a:pt x="63" y="191"/>
                  </a:cubicBezTo>
                  <a:cubicBezTo>
                    <a:pt x="62" y="191"/>
                    <a:pt x="62" y="191"/>
                    <a:pt x="62" y="191"/>
                  </a:cubicBezTo>
                  <a:cubicBezTo>
                    <a:pt x="62" y="191"/>
                    <a:pt x="62" y="191"/>
                    <a:pt x="62" y="190"/>
                  </a:cubicBezTo>
                  <a:cubicBezTo>
                    <a:pt x="61" y="190"/>
                    <a:pt x="61" y="190"/>
                    <a:pt x="60" y="190"/>
                  </a:cubicBezTo>
                  <a:cubicBezTo>
                    <a:pt x="59" y="190"/>
                    <a:pt x="59" y="190"/>
                    <a:pt x="58" y="190"/>
                  </a:cubicBezTo>
                  <a:cubicBezTo>
                    <a:pt x="57" y="191"/>
                    <a:pt x="57" y="191"/>
                    <a:pt x="56" y="191"/>
                  </a:cubicBezTo>
                  <a:cubicBezTo>
                    <a:pt x="55" y="190"/>
                    <a:pt x="55" y="191"/>
                    <a:pt x="55" y="191"/>
                  </a:cubicBezTo>
                  <a:cubicBezTo>
                    <a:pt x="54" y="192"/>
                    <a:pt x="53" y="192"/>
                    <a:pt x="53" y="192"/>
                  </a:cubicBezTo>
                  <a:cubicBezTo>
                    <a:pt x="52" y="193"/>
                    <a:pt x="52" y="193"/>
                    <a:pt x="52" y="193"/>
                  </a:cubicBezTo>
                  <a:cubicBezTo>
                    <a:pt x="51" y="193"/>
                    <a:pt x="51" y="193"/>
                    <a:pt x="51" y="194"/>
                  </a:cubicBezTo>
                  <a:cubicBezTo>
                    <a:pt x="51" y="194"/>
                    <a:pt x="51" y="194"/>
                    <a:pt x="51" y="195"/>
                  </a:cubicBezTo>
                  <a:cubicBezTo>
                    <a:pt x="50" y="195"/>
                    <a:pt x="49" y="194"/>
                    <a:pt x="49" y="195"/>
                  </a:cubicBezTo>
                  <a:cubicBezTo>
                    <a:pt x="49" y="195"/>
                    <a:pt x="49" y="195"/>
                    <a:pt x="48" y="195"/>
                  </a:cubicBezTo>
                  <a:cubicBezTo>
                    <a:pt x="47" y="195"/>
                    <a:pt x="47" y="196"/>
                    <a:pt x="46" y="195"/>
                  </a:cubicBezTo>
                  <a:cubicBezTo>
                    <a:pt x="46" y="195"/>
                    <a:pt x="45" y="196"/>
                    <a:pt x="44" y="195"/>
                  </a:cubicBezTo>
                  <a:cubicBezTo>
                    <a:pt x="44" y="195"/>
                    <a:pt x="43" y="195"/>
                    <a:pt x="43" y="195"/>
                  </a:cubicBezTo>
                  <a:cubicBezTo>
                    <a:pt x="43" y="195"/>
                    <a:pt x="42" y="195"/>
                    <a:pt x="42" y="195"/>
                  </a:cubicBezTo>
                  <a:cubicBezTo>
                    <a:pt x="41" y="195"/>
                    <a:pt x="41" y="194"/>
                    <a:pt x="40" y="194"/>
                  </a:cubicBezTo>
                  <a:cubicBezTo>
                    <a:pt x="39" y="194"/>
                    <a:pt x="39" y="194"/>
                    <a:pt x="38" y="193"/>
                  </a:cubicBezTo>
                  <a:cubicBezTo>
                    <a:pt x="38" y="193"/>
                    <a:pt x="37" y="193"/>
                    <a:pt x="37" y="193"/>
                  </a:cubicBezTo>
                  <a:cubicBezTo>
                    <a:pt x="36" y="192"/>
                    <a:pt x="36" y="192"/>
                    <a:pt x="36" y="191"/>
                  </a:cubicBezTo>
                  <a:cubicBezTo>
                    <a:pt x="36" y="190"/>
                    <a:pt x="35" y="191"/>
                    <a:pt x="35" y="191"/>
                  </a:cubicBezTo>
                  <a:cubicBezTo>
                    <a:pt x="34" y="192"/>
                    <a:pt x="32" y="192"/>
                    <a:pt x="32" y="191"/>
                  </a:cubicBezTo>
                  <a:cubicBezTo>
                    <a:pt x="31" y="189"/>
                    <a:pt x="30" y="190"/>
                    <a:pt x="29" y="189"/>
                  </a:cubicBezTo>
                  <a:cubicBezTo>
                    <a:pt x="29" y="188"/>
                    <a:pt x="30" y="188"/>
                    <a:pt x="29" y="188"/>
                  </a:cubicBezTo>
                  <a:cubicBezTo>
                    <a:pt x="29" y="187"/>
                    <a:pt x="30" y="187"/>
                    <a:pt x="30" y="187"/>
                  </a:cubicBezTo>
                  <a:cubicBezTo>
                    <a:pt x="30" y="187"/>
                    <a:pt x="29" y="186"/>
                    <a:pt x="29" y="186"/>
                  </a:cubicBezTo>
                  <a:cubicBezTo>
                    <a:pt x="29" y="186"/>
                    <a:pt x="29" y="185"/>
                    <a:pt x="29" y="185"/>
                  </a:cubicBezTo>
                  <a:cubicBezTo>
                    <a:pt x="29" y="184"/>
                    <a:pt x="28" y="184"/>
                    <a:pt x="28" y="183"/>
                  </a:cubicBezTo>
                  <a:cubicBezTo>
                    <a:pt x="27" y="183"/>
                    <a:pt x="27" y="182"/>
                    <a:pt x="26" y="182"/>
                  </a:cubicBezTo>
                  <a:cubicBezTo>
                    <a:pt x="26" y="182"/>
                    <a:pt x="24" y="181"/>
                    <a:pt x="24" y="181"/>
                  </a:cubicBezTo>
                  <a:cubicBezTo>
                    <a:pt x="24" y="182"/>
                    <a:pt x="23" y="181"/>
                    <a:pt x="23" y="181"/>
                  </a:cubicBezTo>
                  <a:cubicBezTo>
                    <a:pt x="22" y="180"/>
                    <a:pt x="22" y="180"/>
                    <a:pt x="21" y="179"/>
                  </a:cubicBezTo>
                  <a:cubicBezTo>
                    <a:pt x="21" y="179"/>
                    <a:pt x="20" y="179"/>
                    <a:pt x="19" y="179"/>
                  </a:cubicBezTo>
                  <a:cubicBezTo>
                    <a:pt x="19" y="179"/>
                    <a:pt x="17" y="179"/>
                    <a:pt x="18" y="180"/>
                  </a:cubicBezTo>
                  <a:cubicBezTo>
                    <a:pt x="17" y="179"/>
                    <a:pt x="17" y="179"/>
                    <a:pt x="17" y="179"/>
                  </a:cubicBezTo>
                  <a:cubicBezTo>
                    <a:pt x="17" y="178"/>
                    <a:pt x="16" y="178"/>
                    <a:pt x="16" y="178"/>
                  </a:cubicBezTo>
                  <a:cubicBezTo>
                    <a:pt x="15" y="178"/>
                    <a:pt x="15" y="178"/>
                    <a:pt x="15" y="178"/>
                  </a:cubicBezTo>
                  <a:cubicBezTo>
                    <a:pt x="15" y="178"/>
                    <a:pt x="14" y="178"/>
                    <a:pt x="14" y="178"/>
                  </a:cubicBezTo>
                  <a:cubicBezTo>
                    <a:pt x="14" y="178"/>
                    <a:pt x="12" y="177"/>
                    <a:pt x="12" y="177"/>
                  </a:cubicBezTo>
                  <a:cubicBezTo>
                    <a:pt x="13" y="177"/>
                    <a:pt x="13" y="177"/>
                    <a:pt x="13" y="177"/>
                  </a:cubicBezTo>
                  <a:cubicBezTo>
                    <a:pt x="13" y="176"/>
                    <a:pt x="13" y="176"/>
                    <a:pt x="13" y="176"/>
                  </a:cubicBezTo>
                  <a:cubicBezTo>
                    <a:pt x="14" y="176"/>
                    <a:pt x="14" y="176"/>
                    <a:pt x="15" y="175"/>
                  </a:cubicBezTo>
                  <a:cubicBezTo>
                    <a:pt x="15" y="175"/>
                    <a:pt x="16" y="176"/>
                    <a:pt x="16" y="176"/>
                  </a:cubicBezTo>
                  <a:cubicBezTo>
                    <a:pt x="17" y="176"/>
                    <a:pt x="17" y="176"/>
                    <a:pt x="17" y="176"/>
                  </a:cubicBezTo>
                  <a:cubicBezTo>
                    <a:pt x="17" y="175"/>
                    <a:pt x="18" y="175"/>
                    <a:pt x="18" y="175"/>
                  </a:cubicBezTo>
                  <a:cubicBezTo>
                    <a:pt x="18" y="175"/>
                    <a:pt x="18" y="175"/>
                    <a:pt x="19" y="174"/>
                  </a:cubicBezTo>
                  <a:cubicBezTo>
                    <a:pt x="19" y="174"/>
                    <a:pt x="17" y="173"/>
                    <a:pt x="17" y="173"/>
                  </a:cubicBezTo>
                  <a:cubicBezTo>
                    <a:pt x="17" y="173"/>
                    <a:pt x="16" y="172"/>
                    <a:pt x="16" y="172"/>
                  </a:cubicBezTo>
                  <a:cubicBezTo>
                    <a:pt x="16" y="171"/>
                    <a:pt x="16" y="171"/>
                    <a:pt x="16" y="170"/>
                  </a:cubicBezTo>
                  <a:cubicBezTo>
                    <a:pt x="16" y="170"/>
                    <a:pt x="15" y="170"/>
                    <a:pt x="15" y="169"/>
                  </a:cubicBezTo>
                  <a:cubicBezTo>
                    <a:pt x="15" y="169"/>
                    <a:pt x="15" y="169"/>
                    <a:pt x="15" y="168"/>
                  </a:cubicBezTo>
                  <a:cubicBezTo>
                    <a:pt x="15" y="168"/>
                    <a:pt x="15" y="167"/>
                    <a:pt x="14" y="167"/>
                  </a:cubicBezTo>
                  <a:cubicBezTo>
                    <a:pt x="14" y="167"/>
                    <a:pt x="14" y="167"/>
                    <a:pt x="14" y="166"/>
                  </a:cubicBezTo>
                  <a:cubicBezTo>
                    <a:pt x="13" y="166"/>
                    <a:pt x="13" y="165"/>
                    <a:pt x="13" y="164"/>
                  </a:cubicBezTo>
                  <a:cubicBezTo>
                    <a:pt x="13" y="164"/>
                    <a:pt x="13" y="163"/>
                    <a:pt x="13" y="163"/>
                  </a:cubicBezTo>
                  <a:cubicBezTo>
                    <a:pt x="13" y="162"/>
                    <a:pt x="11" y="161"/>
                    <a:pt x="9" y="161"/>
                  </a:cubicBezTo>
                  <a:cubicBezTo>
                    <a:pt x="9" y="161"/>
                    <a:pt x="8" y="160"/>
                    <a:pt x="8" y="160"/>
                  </a:cubicBezTo>
                  <a:cubicBezTo>
                    <a:pt x="7" y="161"/>
                    <a:pt x="6" y="160"/>
                    <a:pt x="6" y="160"/>
                  </a:cubicBezTo>
                  <a:cubicBezTo>
                    <a:pt x="6" y="160"/>
                    <a:pt x="6" y="161"/>
                    <a:pt x="6" y="161"/>
                  </a:cubicBezTo>
                  <a:cubicBezTo>
                    <a:pt x="6" y="161"/>
                    <a:pt x="6" y="161"/>
                    <a:pt x="6" y="162"/>
                  </a:cubicBezTo>
                  <a:cubicBezTo>
                    <a:pt x="6" y="162"/>
                    <a:pt x="5" y="162"/>
                    <a:pt x="5" y="162"/>
                  </a:cubicBezTo>
                  <a:cubicBezTo>
                    <a:pt x="5" y="162"/>
                    <a:pt x="4" y="162"/>
                    <a:pt x="4" y="161"/>
                  </a:cubicBezTo>
                  <a:cubicBezTo>
                    <a:pt x="3" y="161"/>
                    <a:pt x="3" y="160"/>
                    <a:pt x="3" y="160"/>
                  </a:cubicBezTo>
                  <a:cubicBezTo>
                    <a:pt x="2" y="159"/>
                    <a:pt x="2" y="159"/>
                    <a:pt x="2" y="158"/>
                  </a:cubicBezTo>
                  <a:cubicBezTo>
                    <a:pt x="1" y="158"/>
                    <a:pt x="2" y="158"/>
                    <a:pt x="2" y="157"/>
                  </a:cubicBezTo>
                  <a:cubicBezTo>
                    <a:pt x="3" y="157"/>
                    <a:pt x="1" y="156"/>
                    <a:pt x="1" y="155"/>
                  </a:cubicBezTo>
                  <a:cubicBezTo>
                    <a:pt x="0" y="155"/>
                    <a:pt x="0" y="154"/>
                    <a:pt x="0" y="154"/>
                  </a:cubicBezTo>
                  <a:cubicBezTo>
                    <a:pt x="0" y="154"/>
                    <a:pt x="0" y="153"/>
                    <a:pt x="0" y="153"/>
                  </a:cubicBezTo>
                  <a:cubicBezTo>
                    <a:pt x="0" y="153"/>
                    <a:pt x="0" y="152"/>
                    <a:pt x="0" y="152"/>
                  </a:cubicBezTo>
                  <a:cubicBezTo>
                    <a:pt x="1" y="152"/>
                    <a:pt x="1" y="152"/>
                    <a:pt x="2" y="151"/>
                  </a:cubicBezTo>
                  <a:cubicBezTo>
                    <a:pt x="2" y="150"/>
                    <a:pt x="1" y="149"/>
                    <a:pt x="1" y="149"/>
                  </a:cubicBezTo>
                  <a:cubicBezTo>
                    <a:pt x="0" y="148"/>
                    <a:pt x="1" y="147"/>
                    <a:pt x="1" y="146"/>
                  </a:cubicBezTo>
                  <a:cubicBezTo>
                    <a:pt x="1" y="145"/>
                    <a:pt x="1" y="145"/>
                    <a:pt x="2" y="145"/>
                  </a:cubicBezTo>
                  <a:cubicBezTo>
                    <a:pt x="3" y="144"/>
                    <a:pt x="4" y="145"/>
                    <a:pt x="4" y="144"/>
                  </a:cubicBezTo>
                  <a:cubicBezTo>
                    <a:pt x="5" y="144"/>
                    <a:pt x="5" y="143"/>
                    <a:pt x="6" y="143"/>
                  </a:cubicBezTo>
                  <a:cubicBezTo>
                    <a:pt x="6" y="143"/>
                    <a:pt x="6" y="142"/>
                    <a:pt x="7" y="142"/>
                  </a:cubicBezTo>
                  <a:cubicBezTo>
                    <a:pt x="7" y="142"/>
                    <a:pt x="8" y="142"/>
                    <a:pt x="8" y="142"/>
                  </a:cubicBezTo>
                  <a:cubicBezTo>
                    <a:pt x="8" y="142"/>
                    <a:pt x="7" y="141"/>
                    <a:pt x="7" y="141"/>
                  </a:cubicBezTo>
                  <a:cubicBezTo>
                    <a:pt x="7" y="140"/>
                    <a:pt x="7" y="140"/>
                    <a:pt x="8" y="140"/>
                  </a:cubicBezTo>
                  <a:cubicBezTo>
                    <a:pt x="9" y="141"/>
                    <a:pt x="9" y="141"/>
                    <a:pt x="10" y="141"/>
                  </a:cubicBezTo>
                  <a:cubicBezTo>
                    <a:pt x="10" y="141"/>
                    <a:pt x="11" y="141"/>
                    <a:pt x="11" y="141"/>
                  </a:cubicBezTo>
                  <a:cubicBezTo>
                    <a:pt x="11" y="141"/>
                    <a:pt x="11" y="140"/>
                    <a:pt x="11" y="140"/>
                  </a:cubicBezTo>
                  <a:cubicBezTo>
                    <a:pt x="12" y="140"/>
                    <a:pt x="13" y="139"/>
                    <a:pt x="13" y="139"/>
                  </a:cubicBezTo>
                  <a:cubicBezTo>
                    <a:pt x="14" y="139"/>
                    <a:pt x="14" y="140"/>
                    <a:pt x="14" y="140"/>
                  </a:cubicBezTo>
                  <a:cubicBezTo>
                    <a:pt x="14" y="141"/>
                    <a:pt x="15" y="141"/>
                    <a:pt x="15" y="141"/>
                  </a:cubicBezTo>
                  <a:cubicBezTo>
                    <a:pt x="15" y="141"/>
                    <a:pt x="15" y="141"/>
                    <a:pt x="15" y="142"/>
                  </a:cubicBezTo>
                  <a:cubicBezTo>
                    <a:pt x="15" y="142"/>
                    <a:pt x="15" y="143"/>
                    <a:pt x="16" y="142"/>
                  </a:cubicBezTo>
                  <a:cubicBezTo>
                    <a:pt x="16" y="142"/>
                    <a:pt x="17" y="143"/>
                    <a:pt x="17" y="142"/>
                  </a:cubicBezTo>
                  <a:cubicBezTo>
                    <a:pt x="18" y="142"/>
                    <a:pt x="18" y="141"/>
                    <a:pt x="19" y="142"/>
                  </a:cubicBezTo>
                  <a:cubicBezTo>
                    <a:pt x="19" y="142"/>
                    <a:pt x="20" y="142"/>
                    <a:pt x="20" y="141"/>
                  </a:cubicBezTo>
                  <a:cubicBezTo>
                    <a:pt x="20" y="141"/>
                    <a:pt x="20" y="141"/>
                    <a:pt x="21" y="141"/>
                  </a:cubicBezTo>
                  <a:cubicBezTo>
                    <a:pt x="21" y="142"/>
                    <a:pt x="21" y="142"/>
                    <a:pt x="22" y="142"/>
                  </a:cubicBezTo>
                  <a:cubicBezTo>
                    <a:pt x="22" y="141"/>
                    <a:pt x="22" y="141"/>
                    <a:pt x="22" y="140"/>
                  </a:cubicBezTo>
                  <a:cubicBezTo>
                    <a:pt x="22" y="139"/>
                    <a:pt x="23" y="139"/>
                    <a:pt x="23" y="138"/>
                  </a:cubicBezTo>
                  <a:cubicBezTo>
                    <a:pt x="22" y="137"/>
                    <a:pt x="23" y="137"/>
                    <a:pt x="23" y="137"/>
                  </a:cubicBezTo>
                  <a:cubicBezTo>
                    <a:pt x="24" y="136"/>
                    <a:pt x="23" y="136"/>
                    <a:pt x="23" y="135"/>
                  </a:cubicBezTo>
                  <a:cubicBezTo>
                    <a:pt x="24" y="135"/>
                    <a:pt x="25" y="134"/>
                    <a:pt x="25" y="134"/>
                  </a:cubicBezTo>
                  <a:cubicBezTo>
                    <a:pt x="26" y="135"/>
                    <a:pt x="26" y="135"/>
                    <a:pt x="27" y="135"/>
                  </a:cubicBezTo>
                  <a:cubicBezTo>
                    <a:pt x="28" y="135"/>
                    <a:pt x="28" y="135"/>
                    <a:pt x="28" y="135"/>
                  </a:cubicBezTo>
                  <a:cubicBezTo>
                    <a:pt x="29" y="135"/>
                    <a:pt x="29" y="135"/>
                    <a:pt x="29" y="135"/>
                  </a:cubicBezTo>
                  <a:cubicBezTo>
                    <a:pt x="30" y="135"/>
                    <a:pt x="31" y="135"/>
                    <a:pt x="32" y="134"/>
                  </a:cubicBezTo>
                  <a:cubicBezTo>
                    <a:pt x="33" y="134"/>
                    <a:pt x="33" y="134"/>
                    <a:pt x="34" y="134"/>
                  </a:cubicBezTo>
                  <a:cubicBezTo>
                    <a:pt x="35" y="134"/>
                    <a:pt x="35" y="134"/>
                    <a:pt x="35" y="133"/>
                  </a:cubicBezTo>
                  <a:cubicBezTo>
                    <a:pt x="35" y="133"/>
                    <a:pt x="36" y="132"/>
                    <a:pt x="36" y="132"/>
                  </a:cubicBezTo>
                  <a:cubicBezTo>
                    <a:pt x="36" y="131"/>
                    <a:pt x="35" y="131"/>
                    <a:pt x="36" y="131"/>
                  </a:cubicBezTo>
                  <a:cubicBezTo>
                    <a:pt x="36" y="130"/>
                    <a:pt x="37" y="130"/>
                    <a:pt x="37" y="130"/>
                  </a:cubicBezTo>
                  <a:cubicBezTo>
                    <a:pt x="37" y="130"/>
                    <a:pt x="37" y="130"/>
                    <a:pt x="38" y="130"/>
                  </a:cubicBezTo>
                  <a:cubicBezTo>
                    <a:pt x="38" y="130"/>
                    <a:pt x="38" y="129"/>
                    <a:pt x="38" y="129"/>
                  </a:cubicBezTo>
                  <a:cubicBezTo>
                    <a:pt x="38" y="129"/>
                    <a:pt x="39" y="129"/>
                    <a:pt x="39" y="128"/>
                  </a:cubicBezTo>
                  <a:cubicBezTo>
                    <a:pt x="40" y="128"/>
                    <a:pt x="40" y="128"/>
                    <a:pt x="41" y="127"/>
                  </a:cubicBezTo>
                  <a:cubicBezTo>
                    <a:pt x="42" y="127"/>
                    <a:pt x="42" y="127"/>
                    <a:pt x="42" y="127"/>
                  </a:cubicBezTo>
                  <a:cubicBezTo>
                    <a:pt x="43" y="126"/>
                    <a:pt x="43" y="126"/>
                    <a:pt x="43" y="126"/>
                  </a:cubicBezTo>
                  <a:cubicBezTo>
                    <a:pt x="44" y="127"/>
                    <a:pt x="44" y="126"/>
                    <a:pt x="45" y="126"/>
                  </a:cubicBezTo>
                  <a:cubicBezTo>
                    <a:pt x="45" y="125"/>
                    <a:pt x="46" y="125"/>
                    <a:pt x="46" y="125"/>
                  </a:cubicBezTo>
                  <a:cubicBezTo>
                    <a:pt x="47" y="125"/>
                    <a:pt x="47" y="124"/>
                    <a:pt x="47" y="124"/>
                  </a:cubicBezTo>
                  <a:cubicBezTo>
                    <a:pt x="48" y="123"/>
                    <a:pt x="49" y="124"/>
                    <a:pt x="50" y="124"/>
                  </a:cubicBezTo>
                  <a:cubicBezTo>
                    <a:pt x="51" y="123"/>
                    <a:pt x="50" y="122"/>
                    <a:pt x="50" y="122"/>
                  </a:cubicBezTo>
                  <a:cubicBezTo>
                    <a:pt x="50" y="122"/>
                    <a:pt x="50" y="122"/>
                    <a:pt x="50" y="121"/>
                  </a:cubicBezTo>
                  <a:cubicBezTo>
                    <a:pt x="50" y="121"/>
                    <a:pt x="49" y="121"/>
                    <a:pt x="49" y="120"/>
                  </a:cubicBezTo>
                  <a:cubicBezTo>
                    <a:pt x="49" y="120"/>
                    <a:pt x="49" y="119"/>
                    <a:pt x="48" y="118"/>
                  </a:cubicBezTo>
                  <a:cubicBezTo>
                    <a:pt x="48" y="118"/>
                    <a:pt x="47" y="117"/>
                    <a:pt x="47" y="116"/>
                  </a:cubicBezTo>
                  <a:cubicBezTo>
                    <a:pt x="48" y="116"/>
                    <a:pt x="47" y="115"/>
                    <a:pt x="48" y="115"/>
                  </a:cubicBezTo>
                  <a:cubicBezTo>
                    <a:pt x="48" y="115"/>
                    <a:pt x="51" y="115"/>
                    <a:pt x="50" y="114"/>
                  </a:cubicBezTo>
                  <a:cubicBezTo>
                    <a:pt x="49" y="114"/>
                    <a:pt x="48" y="114"/>
                    <a:pt x="48" y="113"/>
                  </a:cubicBezTo>
                  <a:cubicBezTo>
                    <a:pt x="48" y="113"/>
                    <a:pt x="49" y="112"/>
                    <a:pt x="49" y="112"/>
                  </a:cubicBezTo>
                  <a:cubicBezTo>
                    <a:pt x="50" y="112"/>
                    <a:pt x="50" y="112"/>
                    <a:pt x="51" y="112"/>
                  </a:cubicBezTo>
                  <a:cubicBezTo>
                    <a:pt x="52" y="112"/>
                    <a:pt x="51" y="111"/>
                    <a:pt x="51" y="110"/>
                  </a:cubicBezTo>
                  <a:cubicBezTo>
                    <a:pt x="50" y="110"/>
                    <a:pt x="50" y="110"/>
                    <a:pt x="49" y="110"/>
                  </a:cubicBezTo>
                  <a:cubicBezTo>
                    <a:pt x="49" y="109"/>
                    <a:pt x="50" y="109"/>
                    <a:pt x="49" y="108"/>
                  </a:cubicBezTo>
                  <a:cubicBezTo>
                    <a:pt x="49" y="107"/>
                    <a:pt x="48" y="107"/>
                    <a:pt x="48" y="106"/>
                  </a:cubicBezTo>
                  <a:cubicBezTo>
                    <a:pt x="47" y="105"/>
                    <a:pt x="47" y="105"/>
                    <a:pt x="46" y="104"/>
                  </a:cubicBezTo>
                  <a:cubicBezTo>
                    <a:pt x="45" y="103"/>
                    <a:pt x="44" y="102"/>
                    <a:pt x="44" y="100"/>
                  </a:cubicBezTo>
                  <a:cubicBezTo>
                    <a:pt x="44" y="99"/>
                    <a:pt x="43" y="99"/>
                    <a:pt x="43" y="98"/>
                  </a:cubicBezTo>
                  <a:cubicBezTo>
                    <a:pt x="42" y="97"/>
                    <a:pt x="43" y="97"/>
                    <a:pt x="42" y="96"/>
                  </a:cubicBezTo>
                  <a:cubicBezTo>
                    <a:pt x="42" y="95"/>
                    <a:pt x="42" y="95"/>
                    <a:pt x="43" y="95"/>
                  </a:cubicBezTo>
                  <a:cubicBezTo>
                    <a:pt x="44" y="95"/>
                    <a:pt x="42" y="94"/>
                    <a:pt x="42" y="94"/>
                  </a:cubicBezTo>
                  <a:cubicBezTo>
                    <a:pt x="41" y="94"/>
                    <a:pt x="40" y="93"/>
                    <a:pt x="39" y="94"/>
                  </a:cubicBezTo>
                  <a:cubicBezTo>
                    <a:pt x="39" y="94"/>
                    <a:pt x="38" y="94"/>
                    <a:pt x="37" y="93"/>
                  </a:cubicBezTo>
                  <a:cubicBezTo>
                    <a:pt x="36" y="93"/>
                    <a:pt x="37" y="92"/>
                    <a:pt x="38" y="92"/>
                  </a:cubicBezTo>
                  <a:cubicBezTo>
                    <a:pt x="38" y="91"/>
                    <a:pt x="38" y="91"/>
                    <a:pt x="39" y="91"/>
                  </a:cubicBezTo>
                  <a:cubicBezTo>
                    <a:pt x="39" y="91"/>
                    <a:pt x="40" y="91"/>
                    <a:pt x="40" y="91"/>
                  </a:cubicBezTo>
                  <a:cubicBezTo>
                    <a:pt x="40" y="91"/>
                    <a:pt x="41" y="91"/>
                    <a:pt x="41" y="91"/>
                  </a:cubicBezTo>
                  <a:cubicBezTo>
                    <a:pt x="41" y="91"/>
                    <a:pt x="41" y="90"/>
                    <a:pt x="41" y="90"/>
                  </a:cubicBezTo>
                  <a:cubicBezTo>
                    <a:pt x="42" y="90"/>
                    <a:pt x="42" y="90"/>
                    <a:pt x="42" y="90"/>
                  </a:cubicBezTo>
                  <a:cubicBezTo>
                    <a:pt x="43" y="90"/>
                    <a:pt x="43" y="90"/>
                    <a:pt x="44" y="90"/>
                  </a:cubicBezTo>
                  <a:cubicBezTo>
                    <a:pt x="44" y="90"/>
                    <a:pt x="44" y="90"/>
                    <a:pt x="45" y="90"/>
                  </a:cubicBezTo>
                  <a:cubicBezTo>
                    <a:pt x="46" y="90"/>
                    <a:pt x="46" y="89"/>
                    <a:pt x="47" y="89"/>
                  </a:cubicBezTo>
                  <a:cubicBezTo>
                    <a:pt x="48" y="89"/>
                    <a:pt x="49" y="89"/>
                    <a:pt x="50" y="88"/>
                  </a:cubicBezTo>
                  <a:cubicBezTo>
                    <a:pt x="50" y="88"/>
                    <a:pt x="51" y="88"/>
                    <a:pt x="51" y="88"/>
                  </a:cubicBezTo>
                  <a:cubicBezTo>
                    <a:pt x="52" y="88"/>
                    <a:pt x="52" y="89"/>
                    <a:pt x="53" y="89"/>
                  </a:cubicBezTo>
                  <a:cubicBezTo>
                    <a:pt x="53" y="89"/>
                    <a:pt x="54" y="90"/>
                    <a:pt x="54" y="90"/>
                  </a:cubicBezTo>
                  <a:cubicBezTo>
                    <a:pt x="55" y="90"/>
                    <a:pt x="56" y="89"/>
                    <a:pt x="56" y="89"/>
                  </a:cubicBezTo>
                  <a:cubicBezTo>
                    <a:pt x="57" y="89"/>
                    <a:pt x="57" y="89"/>
                    <a:pt x="58" y="90"/>
                  </a:cubicBezTo>
                  <a:cubicBezTo>
                    <a:pt x="59" y="90"/>
                    <a:pt x="60" y="91"/>
                    <a:pt x="60" y="89"/>
                  </a:cubicBezTo>
                  <a:cubicBezTo>
                    <a:pt x="59" y="88"/>
                    <a:pt x="59" y="87"/>
                    <a:pt x="58" y="86"/>
                  </a:cubicBezTo>
                  <a:cubicBezTo>
                    <a:pt x="56" y="86"/>
                    <a:pt x="55" y="86"/>
                    <a:pt x="55" y="84"/>
                  </a:cubicBezTo>
                  <a:cubicBezTo>
                    <a:pt x="56" y="83"/>
                    <a:pt x="56" y="82"/>
                    <a:pt x="56" y="80"/>
                  </a:cubicBezTo>
                  <a:cubicBezTo>
                    <a:pt x="55" y="78"/>
                    <a:pt x="56" y="77"/>
                    <a:pt x="56" y="75"/>
                  </a:cubicBezTo>
                  <a:cubicBezTo>
                    <a:pt x="56" y="74"/>
                    <a:pt x="56" y="73"/>
                    <a:pt x="56" y="72"/>
                  </a:cubicBezTo>
                  <a:cubicBezTo>
                    <a:pt x="56" y="71"/>
                    <a:pt x="56" y="70"/>
                    <a:pt x="56" y="70"/>
                  </a:cubicBezTo>
                  <a:cubicBezTo>
                    <a:pt x="56" y="69"/>
                    <a:pt x="55" y="68"/>
                    <a:pt x="55" y="68"/>
                  </a:cubicBezTo>
                  <a:cubicBezTo>
                    <a:pt x="56" y="67"/>
                    <a:pt x="57" y="68"/>
                    <a:pt x="57" y="68"/>
                  </a:cubicBezTo>
                  <a:cubicBezTo>
                    <a:pt x="58" y="69"/>
                    <a:pt x="60" y="69"/>
                    <a:pt x="62" y="69"/>
                  </a:cubicBezTo>
                  <a:cubicBezTo>
                    <a:pt x="63" y="70"/>
                    <a:pt x="63" y="70"/>
                    <a:pt x="64" y="70"/>
                  </a:cubicBezTo>
                  <a:cubicBezTo>
                    <a:pt x="65" y="70"/>
                    <a:pt x="66" y="70"/>
                    <a:pt x="66" y="70"/>
                  </a:cubicBezTo>
                  <a:cubicBezTo>
                    <a:pt x="67" y="70"/>
                    <a:pt x="68" y="70"/>
                    <a:pt x="69" y="70"/>
                  </a:cubicBezTo>
                  <a:cubicBezTo>
                    <a:pt x="69" y="70"/>
                    <a:pt x="70" y="70"/>
                    <a:pt x="71" y="70"/>
                  </a:cubicBezTo>
                  <a:cubicBezTo>
                    <a:pt x="72" y="71"/>
                    <a:pt x="71" y="71"/>
                    <a:pt x="72" y="72"/>
                  </a:cubicBezTo>
                  <a:cubicBezTo>
                    <a:pt x="72" y="72"/>
                    <a:pt x="73" y="72"/>
                    <a:pt x="73" y="72"/>
                  </a:cubicBezTo>
                  <a:cubicBezTo>
                    <a:pt x="73" y="71"/>
                    <a:pt x="73" y="71"/>
                    <a:pt x="74" y="71"/>
                  </a:cubicBezTo>
                  <a:cubicBezTo>
                    <a:pt x="74" y="71"/>
                    <a:pt x="75" y="70"/>
                    <a:pt x="75" y="69"/>
                  </a:cubicBezTo>
                  <a:cubicBezTo>
                    <a:pt x="76" y="69"/>
                    <a:pt x="77" y="70"/>
                    <a:pt x="77" y="69"/>
                  </a:cubicBezTo>
                  <a:cubicBezTo>
                    <a:pt x="78" y="69"/>
                    <a:pt x="77" y="68"/>
                    <a:pt x="78" y="68"/>
                  </a:cubicBezTo>
                  <a:cubicBezTo>
                    <a:pt x="79" y="67"/>
                    <a:pt x="77" y="66"/>
                    <a:pt x="77" y="65"/>
                  </a:cubicBezTo>
                  <a:cubicBezTo>
                    <a:pt x="76" y="64"/>
                    <a:pt x="76" y="64"/>
                    <a:pt x="76" y="63"/>
                  </a:cubicBezTo>
                  <a:cubicBezTo>
                    <a:pt x="75" y="62"/>
                    <a:pt x="75" y="61"/>
                    <a:pt x="74" y="61"/>
                  </a:cubicBezTo>
                  <a:cubicBezTo>
                    <a:pt x="74" y="60"/>
                    <a:pt x="74" y="60"/>
                    <a:pt x="74" y="59"/>
                  </a:cubicBezTo>
                  <a:cubicBezTo>
                    <a:pt x="74" y="58"/>
                    <a:pt x="73" y="58"/>
                    <a:pt x="74" y="57"/>
                  </a:cubicBezTo>
                  <a:cubicBezTo>
                    <a:pt x="74" y="56"/>
                    <a:pt x="74" y="55"/>
                    <a:pt x="74" y="55"/>
                  </a:cubicBezTo>
                  <a:cubicBezTo>
                    <a:pt x="74" y="54"/>
                    <a:pt x="75" y="55"/>
                    <a:pt x="76" y="55"/>
                  </a:cubicBezTo>
                  <a:cubicBezTo>
                    <a:pt x="77" y="55"/>
                    <a:pt x="77" y="55"/>
                    <a:pt x="78" y="55"/>
                  </a:cubicBezTo>
                  <a:cubicBezTo>
                    <a:pt x="78" y="54"/>
                    <a:pt x="78" y="54"/>
                    <a:pt x="78" y="54"/>
                  </a:cubicBezTo>
                  <a:cubicBezTo>
                    <a:pt x="79" y="54"/>
                    <a:pt x="79" y="54"/>
                    <a:pt x="79" y="54"/>
                  </a:cubicBezTo>
                  <a:cubicBezTo>
                    <a:pt x="80" y="54"/>
                    <a:pt x="80" y="53"/>
                    <a:pt x="80" y="53"/>
                  </a:cubicBezTo>
                  <a:cubicBezTo>
                    <a:pt x="80" y="52"/>
                    <a:pt x="81" y="52"/>
                    <a:pt x="81" y="51"/>
                  </a:cubicBezTo>
                  <a:cubicBezTo>
                    <a:pt x="81" y="51"/>
                    <a:pt x="81" y="51"/>
                    <a:pt x="81" y="51"/>
                  </a:cubicBezTo>
                  <a:cubicBezTo>
                    <a:pt x="81" y="50"/>
                    <a:pt x="81" y="50"/>
                    <a:pt x="81" y="50"/>
                  </a:cubicBezTo>
                  <a:cubicBezTo>
                    <a:pt x="81" y="50"/>
                    <a:pt x="80" y="50"/>
                    <a:pt x="80" y="49"/>
                  </a:cubicBezTo>
                  <a:cubicBezTo>
                    <a:pt x="80" y="48"/>
                    <a:pt x="80" y="48"/>
                    <a:pt x="80" y="47"/>
                  </a:cubicBezTo>
                  <a:cubicBezTo>
                    <a:pt x="80" y="47"/>
                    <a:pt x="81" y="47"/>
                    <a:pt x="82" y="47"/>
                  </a:cubicBezTo>
                  <a:cubicBezTo>
                    <a:pt x="83" y="47"/>
                    <a:pt x="85" y="48"/>
                    <a:pt x="86" y="47"/>
                  </a:cubicBezTo>
                  <a:cubicBezTo>
                    <a:pt x="86" y="47"/>
                    <a:pt x="87" y="47"/>
                    <a:pt x="88" y="47"/>
                  </a:cubicBezTo>
                  <a:cubicBezTo>
                    <a:pt x="89" y="47"/>
                    <a:pt x="88" y="47"/>
                    <a:pt x="89" y="48"/>
                  </a:cubicBezTo>
                  <a:cubicBezTo>
                    <a:pt x="89" y="48"/>
                    <a:pt x="90" y="49"/>
                    <a:pt x="89" y="49"/>
                  </a:cubicBezTo>
                  <a:cubicBezTo>
                    <a:pt x="89" y="49"/>
                    <a:pt x="89" y="49"/>
                    <a:pt x="89" y="50"/>
                  </a:cubicBezTo>
                  <a:cubicBezTo>
                    <a:pt x="89" y="51"/>
                    <a:pt x="90" y="51"/>
                    <a:pt x="91" y="51"/>
                  </a:cubicBezTo>
                  <a:cubicBezTo>
                    <a:pt x="92" y="51"/>
                    <a:pt x="92" y="51"/>
                    <a:pt x="92" y="52"/>
                  </a:cubicBezTo>
                  <a:cubicBezTo>
                    <a:pt x="92" y="52"/>
                    <a:pt x="91" y="52"/>
                    <a:pt x="92" y="53"/>
                  </a:cubicBezTo>
                  <a:cubicBezTo>
                    <a:pt x="92" y="53"/>
                    <a:pt x="93" y="53"/>
                    <a:pt x="93" y="54"/>
                  </a:cubicBezTo>
                  <a:cubicBezTo>
                    <a:pt x="94" y="54"/>
                    <a:pt x="95" y="54"/>
                    <a:pt x="95" y="54"/>
                  </a:cubicBezTo>
                  <a:cubicBezTo>
                    <a:pt x="96" y="55"/>
                    <a:pt x="98" y="55"/>
                    <a:pt x="98" y="56"/>
                  </a:cubicBezTo>
                  <a:cubicBezTo>
                    <a:pt x="99" y="57"/>
                    <a:pt x="99" y="57"/>
                    <a:pt x="100" y="57"/>
                  </a:cubicBezTo>
                  <a:cubicBezTo>
                    <a:pt x="100" y="58"/>
                    <a:pt x="101" y="58"/>
                    <a:pt x="102" y="58"/>
                  </a:cubicBezTo>
                  <a:cubicBezTo>
                    <a:pt x="103" y="58"/>
                    <a:pt x="104" y="60"/>
                    <a:pt x="106" y="59"/>
                  </a:cubicBezTo>
                  <a:cubicBezTo>
                    <a:pt x="107" y="58"/>
                    <a:pt x="108" y="59"/>
                    <a:pt x="109" y="60"/>
                  </a:cubicBezTo>
                  <a:cubicBezTo>
                    <a:pt x="110" y="60"/>
                    <a:pt x="111" y="61"/>
                    <a:pt x="112" y="61"/>
                  </a:cubicBezTo>
                  <a:cubicBezTo>
                    <a:pt x="112" y="61"/>
                    <a:pt x="112" y="60"/>
                    <a:pt x="113" y="61"/>
                  </a:cubicBezTo>
                  <a:cubicBezTo>
                    <a:pt x="113" y="61"/>
                    <a:pt x="113" y="62"/>
                    <a:pt x="114" y="62"/>
                  </a:cubicBezTo>
                  <a:cubicBezTo>
                    <a:pt x="115" y="62"/>
                    <a:pt x="115" y="62"/>
                    <a:pt x="116" y="63"/>
                  </a:cubicBezTo>
                  <a:cubicBezTo>
                    <a:pt x="116" y="63"/>
                    <a:pt x="116" y="63"/>
                    <a:pt x="116" y="63"/>
                  </a:cubicBezTo>
                  <a:cubicBezTo>
                    <a:pt x="116" y="63"/>
                    <a:pt x="117" y="64"/>
                    <a:pt x="117" y="64"/>
                  </a:cubicBezTo>
                  <a:cubicBezTo>
                    <a:pt x="117" y="64"/>
                    <a:pt x="118" y="64"/>
                    <a:pt x="118" y="65"/>
                  </a:cubicBezTo>
                  <a:cubicBezTo>
                    <a:pt x="118" y="65"/>
                    <a:pt x="118" y="65"/>
                    <a:pt x="118" y="66"/>
                  </a:cubicBezTo>
                  <a:cubicBezTo>
                    <a:pt x="119" y="66"/>
                    <a:pt x="119" y="67"/>
                    <a:pt x="119" y="67"/>
                  </a:cubicBezTo>
                  <a:cubicBezTo>
                    <a:pt x="120" y="68"/>
                    <a:pt x="120" y="68"/>
                    <a:pt x="121" y="69"/>
                  </a:cubicBezTo>
                  <a:cubicBezTo>
                    <a:pt x="121" y="69"/>
                    <a:pt x="122" y="70"/>
                    <a:pt x="122" y="70"/>
                  </a:cubicBezTo>
                  <a:cubicBezTo>
                    <a:pt x="123" y="70"/>
                    <a:pt x="124" y="70"/>
                    <a:pt x="124" y="71"/>
                  </a:cubicBezTo>
                  <a:cubicBezTo>
                    <a:pt x="125" y="71"/>
                    <a:pt x="125" y="72"/>
                    <a:pt x="125" y="72"/>
                  </a:cubicBezTo>
                  <a:cubicBezTo>
                    <a:pt x="126" y="73"/>
                    <a:pt x="126" y="73"/>
                    <a:pt x="126" y="74"/>
                  </a:cubicBezTo>
                  <a:cubicBezTo>
                    <a:pt x="127" y="74"/>
                    <a:pt x="127" y="75"/>
                    <a:pt x="127" y="75"/>
                  </a:cubicBezTo>
                  <a:cubicBezTo>
                    <a:pt x="127" y="76"/>
                    <a:pt x="127" y="77"/>
                    <a:pt x="127" y="78"/>
                  </a:cubicBezTo>
                  <a:cubicBezTo>
                    <a:pt x="127" y="78"/>
                    <a:pt x="128" y="79"/>
                    <a:pt x="128" y="79"/>
                  </a:cubicBezTo>
                  <a:cubicBezTo>
                    <a:pt x="129" y="80"/>
                    <a:pt x="129" y="80"/>
                    <a:pt x="129" y="81"/>
                  </a:cubicBezTo>
                  <a:cubicBezTo>
                    <a:pt x="129" y="81"/>
                    <a:pt x="128" y="82"/>
                    <a:pt x="128" y="82"/>
                  </a:cubicBezTo>
                  <a:cubicBezTo>
                    <a:pt x="128" y="84"/>
                    <a:pt x="128" y="85"/>
                    <a:pt x="128" y="86"/>
                  </a:cubicBezTo>
                  <a:cubicBezTo>
                    <a:pt x="129" y="87"/>
                    <a:pt x="130" y="87"/>
                    <a:pt x="130" y="88"/>
                  </a:cubicBezTo>
                  <a:cubicBezTo>
                    <a:pt x="130" y="88"/>
                    <a:pt x="131" y="88"/>
                    <a:pt x="131" y="89"/>
                  </a:cubicBezTo>
                  <a:cubicBezTo>
                    <a:pt x="131" y="89"/>
                    <a:pt x="131" y="90"/>
                    <a:pt x="132" y="89"/>
                  </a:cubicBezTo>
                  <a:cubicBezTo>
                    <a:pt x="133" y="89"/>
                    <a:pt x="134" y="89"/>
                    <a:pt x="134" y="90"/>
                  </a:cubicBezTo>
                  <a:cubicBezTo>
                    <a:pt x="135" y="90"/>
                    <a:pt x="136" y="90"/>
                    <a:pt x="136" y="90"/>
                  </a:cubicBezTo>
                  <a:cubicBezTo>
                    <a:pt x="137" y="90"/>
                    <a:pt x="137" y="90"/>
                    <a:pt x="138" y="91"/>
                  </a:cubicBezTo>
                  <a:cubicBezTo>
                    <a:pt x="139" y="91"/>
                    <a:pt x="141" y="90"/>
                    <a:pt x="143" y="91"/>
                  </a:cubicBezTo>
                  <a:cubicBezTo>
                    <a:pt x="144" y="91"/>
                    <a:pt x="146" y="91"/>
                    <a:pt x="147" y="91"/>
                  </a:cubicBezTo>
                  <a:cubicBezTo>
                    <a:pt x="149" y="91"/>
                    <a:pt x="149" y="91"/>
                    <a:pt x="150" y="91"/>
                  </a:cubicBezTo>
                  <a:cubicBezTo>
                    <a:pt x="151" y="91"/>
                    <a:pt x="152" y="91"/>
                    <a:pt x="153" y="92"/>
                  </a:cubicBezTo>
                  <a:cubicBezTo>
                    <a:pt x="155" y="92"/>
                    <a:pt x="156" y="92"/>
                    <a:pt x="158" y="93"/>
                  </a:cubicBezTo>
                  <a:cubicBezTo>
                    <a:pt x="159" y="94"/>
                    <a:pt x="160" y="95"/>
                    <a:pt x="161" y="95"/>
                  </a:cubicBezTo>
                  <a:cubicBezTo>
                    <a:pt x="162" y="95"/>
                    <a:pt x="163" y="95"/>
                    <a:pt x="163" y="96"/>
                  </a:cubicBezTo>
                  <a:cubicBezTo>
                    <a:pt x="164" y="96"/>
                    <a:pt x="165" y="97"/>
                    <a:pt x="165" y="97"/>
                  </a:cubicBezTo>
                  <a:cubicBezTo>
                    <a:pt x="166" y="97"/>
                    <a:pt x="167" y="98"/>
                    <a:pt x="168" y="98"/>
                  </a:cubicBezTo>
                  <a:cubicBezTo>
                    <a:pt x="169" y="99"/>
                    <a:pt x="170" y="99"/>
                    <a:pt x="170" y="99"/>
                  </a:cubicBezTo>
                  <a:cubicBezTo>
                    <a:pt x="171" y="99"/>
                    <a:pt x="171" y="100"/>
                    <a:pt x="172" y="99"/>
                  </a:cubicBezTo>
                  <a:cubicBezTo>
                    <a:pt x="173" y="99"/>
                    <a:pt x="174" y="99"/>
                    <a:pt x="174" y="99"/>
                  </a:cubicBezTo>
                  <a:cubicBezTo>
                    <a:pt x="175" y="99"/>
                    <a:pt x="175" y="102"/>
                    <a:pt x="176" y="102"/>
                  </a:cubicBezTo>
                  <a:cubicBezTo>
                    <a:pt x="176" y="102"/>
                    <a:pt x="177" y="102"/>
                    <a:pt x="177" y="103"/>
                  </a:cubicBezTo>
                  <a:cubicBezTo>
                    <a:pt x="178" y="103"/>
                    <a:pt x="178" y="104"/>
                    <a:pt x="179" y="105"/>
                  </a:cubicBezTo>
                  <a:cubicBezTo>
                    <a:pt x="180" y="106"/>
                    <a:pt x="182" y="107"/>
                    <a:pt x="183" y="109"/>
                  </a:cubicBezTo>
                  <a:cubicBezTo>
                    <a:pt x="183" y="110"/>
                    <a:pt x="184" y="111"/>
                    <a:pt x="186" y="112"/>
                  </a:cubicBezTo>
                  <a:cubicBezTo>
                    <a:pt x="187" y="113"/>
                    <a:pt x="189" y="114"/>
                    <a:pt x="189" y="115"/>
                  </a:cubicBezTo>
                  <a:cubicBezTo>
                    <a:pt x="190" y="115"/>
                    <a:pt x="190" y="116"/>
                    <a:pt x="190" y="116"/>
                  </a:cubicBezTo>
                  <a:cubicBezTo>
                    <a:pt x="191" y="116"/>
                    <a:pt x="192" y="116"/>
                    <a:pt x="192" y="116"/>
                  </a:cubicBezTo>
                  <a:cubicBezTo>
                    <a:pt x="193" y="116"/>
                    <a:pt x="194" y="116"/>
                    <a:pt x="195" y="116"/>
                  </a:cubicBezTo>
                  <a:cubicBezTo>
                    <a:pt x="196" y="116"/>
                    <a:pt x="197" y="115"/>
                    <a:pt x="198" y="115"/>
                  </a:cubicBezTo>
                  <a:cubicBezTo>
                    <a:pt x="200" y="116"/>
                    <a:pt x="201" y="116"/>
                    <a:pt x="203" y="116"/>
                  </a:cubicBezTo>
                  <a:cubicBezTo>
                    <a:pt x="207" y="117"/>
                    <a:pt x="211" y="117"/>
                    <a:pt x="215" y="118"/>
                  </a:cubicBezTo>
                  <a:cubicBezTo>
                    <a:pt x="216" y="118"/>
                    <a:pt x="217" y="118"/>
                    <a:pt x="218" y="118"/>
                  </a:cubicBezTo>
                  <a:cubicBezTo>
                    <a:pt x="219" y="118"/>
                    <a:pt x="220" y="117"/>
                    <a:pt x="221" y="117"/>
                  </a:cubicBezTo>
                  <a:cubicBezTo>
                    <a:pt x="223" y="116"/>
                    <a:pt x="224" y="117"/>
                    <a:pt x="226" y="117"/>
                  </a:cubicBezTo>
                  <a:cubicBezTo>
                    <a:pt x="228" y="117"/>
                    <a:pt x="230" y="118"/>
                    <a:pt x="232" y="118"/>
                  </a:cubicBezTo>
                  <a:cubicBezTo>
                    <a:pt x="234" y="118"/>
                    <a:pt x="235" y="118"/>
                    <a:pt x="237" y="118"/>
                  </a:cubicBezTo>
                  <a:cubicBezTo>
                    <a:pt x="239" y="119"/>
                    <a:pt x="240" y="120"/>
                    <a:pt x="241" y="121"/>
                  </a:cubicBezTo>
                  <a:cubicBezTo>
                    <a:pt x="243" y="122"/>
                    <a:pt x="245" y="123"/>
                    <a:pt x="246" y="123"/>
                  </a:cubicBezTo>
                  <a:cubicBezTo>
                    <a:pt x="248" y="123"/>
                    <a:pt x="250" y="123"/>
                    <a:pt x="252" y="124"/>
                  </a:cubicBezTo>
                  <a:cubicBezTo>
                    <a:pt x="254" y="124"/>
                    <a:pt x="256" y="125"/>
                    <a:pt x="258" y="126"/>
                  </a:cubicBezTo>
                  <a:cubicBezTo>
                    <a:pt x="260" y="127"/>
                    <a:pt x="261" y="126"/>
                    <a:pt x="263" y="126"/>
                  </a:cubicBezTo>
                  <a:cubicBezTo>
                    <a:pt x="264" y="126"/>
                    <a:pt x="266" y="125"/>
                    <a:pt x="266" y="126"/>
                  </a:cubicBezTo>
                  <a:cubicBezTo>
                    <a:pt x="267" y="127"/>
                    <a:pt x="267" y="128"/>
                    <a:pt x="268" y="128"/>
                  </a:cubicBezTo>
                  <a:cubicBezTo>
                    <a:pt x="270" y="128"/>
                    <a:pt x="271" y="127"/>
                    <a:pt x="272" y="129"/>
                  </a:cubicBezTo>
                  <a:cubicBezTo>
                    <a:pt x="271" y="128"/>
                    <a:pt x="272" y="128"/>
                    <a:pt x="272" y="128"/>
                  </a:cubicBezTo>
                  <a:cubicBezTo>
                    <a:pt x="272" y="127"/>
                    <a:pt x="272" y="127"/>
                    <a:pt x="273" y="127"/>
                  </a:cubicBezTo>
                  <a:cubicBezTo>
                    <a:pt x="274" y="126"/>
                    <a:pt x="276" y="125"/>
                    <a:pt x="277" y="124"/>
                  </a:cubicBezTo>
                  <a:cubicBezTo>
                    <a:pt x="278" y="124"/>
                    <a:pt x="279" y="123"/>
                    <a:pt x="280" y="123"/>
                  </a:cubicBezTo>
                  <a:cubicBezTo>
                    <a:pt x="282" y="122"/>
                    <a:pt x="284" y="121"/>
                    <a:pt x="286" y="120"/>
                  </a:cubicBezTo>
                  <a:cubicBezTo>
                    <a:pt x="288" y="120"/>
                    <a:pt x="289" y="120"/>
                    <a:pt x="291" y="120"/>
                  </a:cubicBezTo>
                  <a:cubicBezTo>
                    <a:pt x="292" y="120"/>
                    <a:pt x="293" y="120"/>
                    <a:pt x="294" y="119"/>
                  </a:cubicBezTo>
                  <a:cubicBezTo>
                    <a:pt x="294" y="119"/>
                    <a:pt x="295" y="119"/>
                    <a:pt x="296" y="119"/>
                  </a:cubicBezTo>
                  <a:cubicBezTo>
                    <a:pt x="297" y="119"/>
                    <a:pt x="299" y="119"/>
                    <a:pt x="301" y="120"/>
                  </a:cubicBezTo>
                  <a:cubicBezTo>
                    <a:pt x="301" y="120"/>
                    <a:pt x="302" y="119"/>
                    <a:pt x="303" y="119"/>
                  </a:cubicBezTo>
                  <a:cubicBezTo>
                    <a:pt x="303" y="119"/>
                    <a:pt x="304" y="119"/>
                    <a:pt x="304" y="119"/>
                  </a:cubicBezTo>
                  <a:cubicBezTo>
                    <a:pt x="306" y="119"/>
                    <a:pt x="307" y="119"/>
                    <a:pt x="309" y="118"/>
                  </a:cubicBezTo>
                  <a:cubicBezTo>
                    <a:pt x="310" y="117"/>
                    <a:pt x="311" y="117"/>
                    <a:pt x="313" y="116"/>
                  </a:cubicBezTo>
                  <a:cubicBezTo>
                    <a:pt x="313" y="116"/>
                    <a:pt x="313" y="116"/>
                    <a:pt x="314" y="115"/>
                  </a:cubicBezTo>
                  <a:cubicBezTo>
                    <a:pt x="314" y="114"/>
                    <a:pt x="314" y="114"/>
                    <a:pt x="315" y="114"/>
                  </a:cubicBezTo>
                  <a:cubicBezTo>
                    <a:pt x="315" y="113"/>
                    <a:pt x="315" y="113"/>
                    <a:pt x="315" y="112"/>
                  </a:cubicBezTo>
                  <a:cubicBezTo>
                    <a:pt x="315" y="111"/>
                    <a:pt x="315" y="111"/>
                    <a:pt x="316" y="110"/>
                  </a:cubicBezTo>
                  <a:cubicBezTo>
                    <a:pt x="316" y="109"/>
                    <a:pt x="317" y="109"/>
                    <a:pt x="318" y="109"/>
                  </a:cubicBezTo>
                  <a:cubicBezTo>
                    <a:pt x="318" y="109"/>
                    <a:pt x="318" y="108"/>
                    <a:pt x="319" y="108"/>
                  </a:cubicBezTo>
                  <a:cubicBezTo>
                    <a:pt x="319" y="108"/>
                    <a:pt x="319" y="108"/>
                    <a:pt x="319" y="108"/>
                  </a:cubicBezTo>
                  <a:cubicBezTo>
                    <a:pt x="320" y="108"/>
                    <a:pt x="320" y="108"/>
                    <a:pt x="320" y="107"/>
                  </a:cubicBezTo>
                  <a:cubicBezTo>
                    <a:pt x="321" y="107"/>
                    <a:pt x="321" y="106"/>
                    <a:pt x="321" y="106"/>
                  </a:cubicBezTo>
                  <a:cubicBezTo>
                    <a:pt x="322" y="106"/>
                    <a:pt x="322" y="106"/>
                    <a:pt x="322" y="105"/>
                  </a:cubicBezTo>
                  <a:cubicBezTo>
                    <a:pt x="322" y="105"/>
                    <a:pt x="322" y="104"/>
                    <a:pt x="321" y="104"/>
                  </a:cubicBezTo>
                  <a:cubicBezTo>
                    <a:pt x="321" y="103"/>
                    <a:pt x="320" y="103"/>
                    <a:pt x="319" y="102"/>
                  </a:cubicBezTo>
                  <a:cubicBezTo>
                    <a:pt x="319" y="102"/>
                    <a:pt x="318" y="102"/>
                    <a:pt x="317" y="101"/>
                  </a:cubicBezTo>
                  <a:cubicBezTo>
                    <a:pt x="317" y="101"/>
                    <a:pt x="316" y="100"/>
                    <a:pt x="316" y="99"/>
                  </a:cubicBezTo>
                  <a:cubicBezTo>
                    <a:pt x="315" y="99"/>
                    <a:pt x="315" y="99"/>
                    <a:pt x="314" y="98"/>
                  </a:cubicBezTo>
                  <a:cubicBezTo>
                    <a:pt x="314" y="98"/>
                    <a:pt x="314" y="97"/>
                    <a:pt x="314" y="97"/>
                  </a:cubicBezTo>
                  <a:cubicBezTo>
                    <a:pt x="314" y="96"/>
                    <a:pt x="314" y="95"/>
                    <a:pt x="314" y="94"/>
                  </a:cubicBezTo>
                  <a:cubicBezTo>
                    <a:pt x="314" y="93"/>
                    <a:pt x="314" y="91"/>
                    <a:pt x="316" y="90"/>
                  </a:cubicBezTo>
                  <a:cubicBezTo>
                    <a:pt x="316" y="90"/>
                    <a:pt x="317" y="91"/>
                    <a:pt x="318" y="91"/>
                  </a:cubicBezTo>
                  <a:cubicBezTo>
                    <a:pt x="319" y="91"/>
                    <a:pt x="319" y="91"/>
                    <a:pt x="320" y="91"/>
                  </a:cubicBezTo>
                  <a:cubicBezTo>
                    <a:pt x="321" y="92"/>
                    <a:pt x="322" y="92"/>
                    <a:pt x="322" y="93"/>
                  </a:cubicBezTo>
                  <a:cubicBezTo>
                    <a:pt x="323" y="93"/>
                    <a:pt x="324" y="93"/>
                    <a:pt x="325" y="93"/>
                  </a:cubicBezTo>
                  <a:cubicBezTo>
                    <a:pt x="326" y="93"/>
                    <a:pt x="327" y="94"/>
                    <a:pt x="328" y="94"/>
                  </a:cubicBezTo>
                  <a:cubicBezTo>
                    <a:pt x="328" y="94"/>
                    <a:pt x="329" y="94"/>
                    <a:pt x="330" y="94"/>
                  </a:cubicBezTo>
                  <a:cubicBezTo>
                    <a:pt x="331" y="94"/>
                    <a:pt x="331" y="94"/>
                    <a:pt x="332" y="94"/>
                  </a:cubicBezTo>
                  <a:cubicBezTo>
                    <a:pt x="332" y="94"/>
                    <a:pt x="333" y="93"/>
                    <a:pt x="333" y="93"/>
                  </a:cubicBezTo>
                  <a:cubicBezTo>
                    <a:pt x="333" y="92"/>
                    <a:pt x="334" y="92"/>
                    <a:pt x="334" y="92"/>
                  </a:cubicBezTo>
                  <a:cubicBezTo>
                    <a:pt x="335" y="92"/>
                    <a:pt x="335" y="91"/>
                    <a:pt x="335" y="91"/>
                  </a:cubicBezTo>
                  <a:cubicBezTo>
                    <a:pt x="335" y="90"/>
                    <a:pt x="336" y="90"/>
                    <a:pt x="336" y="89"/>
                  </a:cubicBezTo>
                  <a:cubicBezTo>
                    <a:pt x="336" y="89"/>
                    <a:pt x="336" y="88"/>
                    <a:pt x="336" y="87"/>
                  </a:cubicBezTo>
                  <a:cubicBezTo>
                    <a:pt x="336" y="86"/>
                    <a:pt x="339" y="87"/>
                    <a:pt x="339" y="87"/>
                  </a:cubicBezTo>
                  <a:cubicBezTo>
                    <a:pt x="341" y="87"/>
                    <a:pt x="343" y="87"/>
                    <a:pt x="345" y="87"/>
                  </a:cubicBezTo>
                  <a:cubicBezTo>
                    <a:pt x="346" y="86"/>
                    <a:pt x="346" y="84"/>
                    <a:pt x="348" y="84"/>
                  </a:cubicBezTo>
                  <a:cubicBezTo>
                    <a:pt x="348" y="84"/>
                    <a:pt x="349" y="83"/>
                    <a:pt x="348" y="83"/>
                  </a:cubicBezTo>
                  <a:cubicBezTo>
                    <a:pt x="348" y="82"/>
                    <a:pt x="348" y="82"/>
                    <a:pt x="348" y="81"/>
                  </a:cubicBezTo>
                  <a:cubicBezTo>
                    <a:pt x="348" y="81"/>
                    <a:pt x="348" y="80"/>
                    <a:pt x="348" y="80"/>
                  </a:cubicBezTo>
                  <a:cubicBezTo>
                    <a:pt x="348" y="79"/>
                    <a:pt x="348" y="79"/>
                    <a:pt x="349" y="78"/>
                  </a:cubicBezTo>
                  <a:cubicBezTo>
                    <a:pt x="349" y="77"/>
                    <a:pt x="349" y="77"/>
                    <a:pt x="350" y="77"/>
                  </a:cubicBezTo>
                  <a:cubicBezTo>
                    <a:pt x="350" y="77"/>
                    <a:pt x="350" y="77"/>
                    <a:pt x="351" y="77"/>
                  </a:cubicBezTo>
                  <a:cubicBezTo>
                    <a:pt x="351" y="77"/>
                    <a:pt x="355" y="77"/>
                    <a:pt x="355" y="76"/>
                  </a:cubicBezTo>
                  <a:cubicBezTo>
                    <a:pt x="355" y="76"/>
                    <a:pt x="355" y="75"/>
                    <a:pt x="354" y="75"/>
                  </a:cubicBezTo>
                  <a:cubicBezTo>
                    <a:pt x="354" y="74"/>
                    <a:pt x="355" y="74"/>
                    <a:pt x="356" y="74"/>
                  </a:cubicBezTo>
                  <a:cubicBezTo>
                    <a:pt x="356" y="75"/>
                    <a:pt x="356" y="75"/>
                    <a:pt x="357" y="75"/>
                  </a:cubicBezTo>
                  <a:cubicBezTo>
                    <a:pt x="358" y="75"/>
                    <a:pt x="358" y="75"/>
                    <a:pt x="358" y="74"/>
                  </a:cubicBezTo>
                  <a:cubicBezTo>
                    <a:pt x="358" y="74"/>
                    <a:pt x="359" y="74"/>
                    <a:pt x="359" y="74"/>
                  </a:cubicBezTo>
                  <a:cubicBezTo>
                    <a:pt x="360" y="74"/>
                    <a:pt x="360" y="73"/>
                    <a:pt x="360" y="73"/>
                  </a:cubicBezTo>
                  <a:cubicBezTo>
                    <a:pt x="361" y="72"/>
                    <a:pt x="362" y="73"/>
                    <a:pt x="363" y="73"/>
                  </a:cubicBezTo>
                  <a:cubicBezTo>
                    <a:pt x="363" y="73"/>
                    <a:pt x="364" y="73"/>
                    <a:pt x="365" y="73"/>
                  </a:cubicBezTo>
                  <a:cubicBezTo>
                    <a:pt x="365" y="73"/>
                    <a:pt x="365" y="72"/>
                    <a:pt x="366" y="72"/>
                  </a:cubicBezTo>
                  <a:cubicBezTo>
                    <a:pt x="366" y="72"/>
                    <a:pt x="366" y="73"/>
                    <a:pt x="367" y="73"/>
                  </a:cubicBezTo>
                  <a:cubicBezTo>
                    <a:pt x="367" y="73"/>
                    <a:pt x="368" y="73"/>
                    <a:pt x="368" y="74"/>
                  </a:cubicBezTo>
                  <a:cubicBezTo>
                    <a:pt x="370" y="74"/>
                    <a:pt x="371" y="74"/>
                    <a:pt x="373" y="74"/>
                  </a:cubicBezTo>
                  <a:cubicBezTo>
                    <a:pt x="373" y="74"/>
                    <a:pt x="374" y="74"/>
                    <a:pt x="374" y="74"/>
                  </a:cubicBezTo>
                  <a:cubicBezTo>
                    <a:pt x="374" y="74"/>
                    <a:pt x="374" y="74"/>
                    <a:pt x="374" y="74"/>
                  </a:cubicBezTo>
                  <a:cubicBezTo>
                    <a:pt x="374" y="73"/>
                    <a:pt x="375" y="74"/>
                    <a:pt x="375" y="73"/>
                  </a:cubicBezTo>
                  <a:cubicBezTo>
                    <a:pt x="375" y="73"/>
                    <a:pt x="375" y="73"/>
                    <a:pt x="375" y="73"/>
                  </a:cubicBezTo>
                  <a:cubicBezTo>
                    <a:pt x="374" y="71"/>
                    <a:pt x="373" y="71"/>
                    <a:pt x="372" y="70"/>
                  </a:cubicBezTo>
                  <a:cubicBezTo>
                    <a:pt x="371" y="69"/>
                    <a:pt x="371" y="68"/>
                    <a:pt x="370" y="68"/>
                  </a:cubicBezTo>
                  <a:cubicBezTo>
                    <a:pt x="369" y="67"/>
                    <a:pt x="368" y="67"/>
                    <a:pt x="368" y="67"/>
                  </a:cubicBezTo>
                  <a:cubicBezTo>
                    <a:pt x="367" y="66"/>
                    <a:pt x="366" y="66"/>
                    <a:pt x="366" y="65"/>
                  </a:cubicBezTo>
                  <a:cubicBezTo>
                    <a:pt x="365" y="65"/>
                    <a:pt x="365" y="65"/>
                    <a:pt x="365" y="65"/>
                  </a:cubicBezTo>
                  <a:cubicBezTo>
                    <a:pt x="364" y="64"/>
                    <a:pt x="363" y="64"/>
                    <a:pt x="363" y="64"/>
                  </a:cubicBezTo>
                  <a:cubicBezTo>
                    <a:pt x="363" y="63"/>
                    <a:pt x="362" y="63"/>
                    <a:pt x="361" y="62"/>
                  </a:cubicBezTo>
                  <a:cubicBezTo>
                    <a:pt x="360" y="62"/>
                    <a:pt x="359" y="62"/>
                    <a:pt x="357" y="61"/>
                  </a:cubicBezTo>
                  <a:cubicBezTo>
                    <a:pt x="356" y="60"/>
                    <a:pt x="355" y="59"/>
                    <a:pt x="353" y="59"/>
                  </a:cubicBezTo>
                  <a:cubicBezTo>
                    <a:pt x="352" y="59"/>
                    <a:pt x="350" y="59"/>
                    <a:pt x="349" y="60"/>
                  </a:cubicBezTo>
                  <a:cubicBezTo>
                    <a:pt x="348" y="60"/>
                    <a:pt x="348" y="61"/>
                    <a:pt x="348" y="62"/>
                  </a:cubicBezTo>
                  <a:cubicBezTo>
                    <a:pt x="348" y="62"/>
                    <a:pt x="348" y="63"/>
                    <a:pt x="348" y="63"/>
                  </a:cubicBezTo>
                  <a:cubicBezTo>
                    <a:pt x="347" y="63"/>
                    <a:pt x="345" y="62"/>
                    <a:pt x="345" y="62"/>
                  </a:cubicBezTo>
                  <a:cubicBezTo>
                    <a:pt x="343" y="61"/>
                    <a:pt x="341" y="60"/>
                    <a:pt x="339" y="61"/>
                  </a:cubicBezTo>
                  <a:cubicBezTo>
                    <a:pt x="338" y="61"/>
                    <a:pt x="336" y="60"/>
                    <a:pt x="335" y="62"/>
                  </a:cubicBezTo>
                  <a:cubicBezTo>
                    <a:pt x="335" y="63"/>
                    <a:pt x="333" y="61"/>
                    <a:pt x="332" y="61"/>
                  </a:cubicBezTo>
                  <a:cubicBezTo>
                    <a:pt x="331" y="61"/>
                    <a:pt x="331" y="60"/>
                    <a:pt x="330" y="60"/>
                  </a:cubicBezTo>
                  <a:cubicBezTo>
                    <a:pt x="330" y="59"/>
                    <a:pt x="329" y="58"/>
                    <a:pt x="329" y="58"/>
                  </a:cubicBezTo>
                  <a:cubicBezTo>
                    <a:pt x="329" y="57"/>
                    <a:pt x="330" y="57"/>
                    <a:pt x="330" y="57"/>
                  </a:cubicBezTo>
                  <a:cubicBezTo>
                    <a:pt x="331" y="56"/>
                    <a:pt x="330" y="55"/>
                    <a:pt x="330" y="55"/>
                  </a:cubicBezTo>
                  <a:cubicBezTo>
                    <a:pt x="329" y="54"/>
                    <a:pt x="329" y="53"/>
                    <a:pt x="329" y="51"/>
                  </a:cubicBezTo>
                  <a:cubicBezTo>
                    <a:pt x="330" y="50"/>
                    <a:pt x="329" y="50"/>
                    <a:pt x="329" y="50"/>
                  </a:cubicBezTo>
                  <a:cubicBezTo>
                    <a:pt x="329" y="49"/>
                    <a:pt x="329" y="49"/>
                    <a:pt x="329" y="48"/>
                  </a:cubicBezTo>
                  <a:cubicBezTo>
                    <a:pt x="329" y="47"/>
                    <a:pt x="329" y="46"/>
                    <a:pt x="329" y="45"/>
                  </a:cubicBezTo>
                  <a:cubicBezTo>
                    <a:pt x="329" y="44"/>
                    <a:pt x="329" y="42"/>
                    <a:pt x="329" y="40"/>
                  </a:cubicBezTo>
                  <a:cubicBezTo>
                    <a:pt x="331" y="41"/>
                    <a:pt x="333" y="42"/>
                    <a:pt x="335" y="42"/>
                  </a:cubicBezTo>
                  <a:cubicBezTo>
                    <a:pt x="336" y="42"/>
                    <a:pt x="337" y="42"/>
                    <a:pt x="338" y="42"/>
                  </a:cubicBezTo>
                  <a:cubicBezTo>
                    <a:pt x="339" y="43"/>
                    <a:pt x="339" y="43"/>
                    <a:pt x="340" y="43"/>
                  </a:cubicBezTo>
                  <a:cubicBezTo>
                    <a:pt x="341" y="43"/>
                    <a:pt x="341" y="42"/>
                    <a:pt x="342" y="42"/>
                  </a:cubicBezTo>
                  <a:cubicBezTo>
                    <a:pt x="342" y="41"/>
                    <a:pt x="342" y="41"/>
                    <a:pt x="343" y="40"/>
                  </a:cubicBezTo>
                  <a:cubicBezTo>
                    <a:pt x="343" y="40"/>
                    <a:pt x="343" y="40"/>
                    <a:pt x="343" y="40"/>
                  </a:cubicBezTo>
                  <a:cubicBezTo>
                    <a:pt x="343" y="40"/>
                    <a:pt x="343" y="40"/>
                    <a:pt x="343" y="39"/>
                  </a:cubicBezTo>
                  <a:cubicBezTo>
                    <a:pt x="344" y="39"/>
                    <a:pt x="344" y="39"/>
                    <a:pt x="344" y="38"/>
                  </a:cubicBezTo>
                  <a:cubicBezTo>
                    <a:pt x="345" y="38"/>
                    <a:pt x="346" y="38"/>
                    <a:pt x="347" y="38"/>
                  </a:cubicBezTo>
                  <a:cubicBezTo>
                    <a:pt x="348" y="38"/>
                    <a:pt x="349" y="38"/>
                    <a:pt x="349" y="37"/>
                  </a:cubicBezTo>
                  <a:cubicBezTo>
                    <a:pt x="349" y="36"/>
                    <a:pt x="348" y="36"/>
                    <a:pt x="348" y="35"/>
                  </a:cubicBezTo>
                  <a:cubicBezTo>
                    <a:pt x="348" y="34"/>
                    <a:pt x="347" y="34"/>
                    <a:pt x="346" y="34"/>
                  </a:cubicBezTo>
                  <a:cubicBezTo>
                    <a:pt x="346" y="34"/>
                    <a:pt x="346" y="34"/>
                    <a:pt x="345" y="34"/>
                  </a:cubicBezTo>
                  <a:cubicBezTo>
                    <a:pt x="345" y="34"/>
                    <a:pt x="346" y="34"/>
                    <a:pt x="346" y="34"/>
                  </a:cubicBezTo>
                  <a:cubicBezTo>
                    <a:pt x="346" y="33"/>
                    <a:pt x="345" y="32"/>
                    <a:pt x="346" y="31"/>
                  </a:cubicBezTo>
                  <a:cubicBezTo>
                    <a:pt x="346" y="30"/>
                    <a:pt x="346" y="30"/>
                    <a:pt x="346" y="29"/>
                  </a:cubicBezTo>
                  <a:cubicBezTo>
                    <a:pt x="345" y="28"/>
                    <a:pt x="346" y="27"/>
                    <a:pt x="346" y="26"/>
                  </a:cubicBezTo>
                  <a:cubicBezTo>
                    <a:pt x="346" y="26"/>
                    <a:pt x="345" y="25"/>
                    <a:pt x="346" y="25"/>
                  </a:cubicBezTo>
                  <a:cubicBezTo>
                    <a:pt x="345" y="24"/>
                    <a:pt x="346" y="24"/>
                    <a:pt x="346" y="24"/>
                  </a:cubicBezTo>
                  <a:cubicBezTo>
                    <a:pt x="345" y="23"/>
                    <a:pt x="345" y="23"/>
                    <a:pt x="345" y="23"/>
                  </a:cubicBezTo>
                  <a:cubicBezTo>
                    <a:pt x="346" y="23"/>
                    <a:pt x="346" y="23"/>
                    <a:pt x="345" y="23"/>
                  </a:cubicBezTo>
                  <a:cubicBezTo>
                    <a:pt x="345" y="22"/>
                    <a:pt x="345" y="22"/>
                    <a:pt x="345" y="21"/>
                  </a:cubicBezTo>
                  <a:cubicBezTo>
                    <a:pt x="345" y="20"/>
                    <a:pt x="345" y="20"/>
                    <a:pt x="346" y="20"/>
                  </a:cubicBezTo>
                  <a:cubicBezTo>
                    <a:pt x="346" y="19"/>
                    <a:pt x="346" y="18"/>
                    <a:pt x="347" y="18"/>
                  </a:cubicBezTo>
                  <a:cubicBezTo>
                    <a:pt x="348" y="17"/>
                    <a:pt x="348" y="17"/>
                    <a:pt x="347" y="16"/>
                  </a:cubicBezTo>
                  <a:cubicBezTo>
                    <a:pt x="347" y="16"/>
                    <a:pt x="347" y="16"/>
                    <a:pt x="347" y="15"/>
                  </a:cubicBezTo>
                  <a:cubicBezTo>
                    <a:pt x="347" y="14"/>
                    <a:pt x="345" y="14"/>
                    <a:pt x="345" y="13"/>
                  </a:cubicBezTo>
                  <a:cubicBezTo>
                    <a:pt x="344" y="12"/>
                    <a:pt x="344" y="11"/>
                    <a:pt x="343" y="11"/>
                  </a:cubicBezTo>
                  <a:cubicBezTo>
                    <a:pt x="342" y="10"/>
                    <a:pt x="341" y="10"/>
                    <a:pt x="340" y="10"/>
                  </a:cubicBezTo>
                  <a:cubicBezTo>
                    <a:pt x="339" y="11"/>
                    <a:pt x="339" y="11"/>
                    <a:pt x="338" y="10"/>
                  </a:cubicBezTo>
                  <a:cubicBezTo>
                    <a:pt x="338" y="10"/>
                    <a:pt x="337" y="10"/>
                    <a:pt x="337" y="9"/>
                  </a:cubicBezTo>
                  <a:cubicBezTo>
                    <a:pt x="337" y="9"/>
                    <a:pt x="337" y="8"/>
                    <a:pt x="337" y="8"/>
                  </a:cubicBezTo>
                  <a:cubicBezTo>
                    <a:pt x="338" y="8"/>
                    <a:pt x="338" y="7"/>
                    <a:pt x="338" y="7"/>
                  </a:cubicBezTo>
                  <a:cubicBezTo>
                    <a:pt x="339" y="6"/>
                    <a:pt x="339" y="6"/>
                    <a:pt x="339" y="5"/>
                  </a:cubicBezTo>
                  <a:cubicBezTo>
                    <a:pt x="339" y="5"/>
                    <a:pt x="339" y="4"/>
                    <a:pt x="339" y="4"/>
                  </a:cubicBezTo>
                  <a:cubicBezTo>
                    <a:pt x="339" y="4"/>
                    <a:pt x="340" y="4"/>
                    <a:pt x="340" y="4"/>
                  </a:cubicBezTo>
                  <a:cubicBezTo>
                    <a:pt x="340" y="3"/>
                    <a:pt x="342" y="4"/>
                    <a:pt x="343" y="3"/>
                  </a:cubicBezTo>
                  <a:cubicBezTo>
                    <a:pt x="343" y="3"/>
                    <a:pt x="344" y="3"/>
                    <a:pt x="345" y="3"/>
                  </a:cubicBezTo>
                  <a:cubicBezTo>
                    <a:pt x="345" y="3"/>
                    <a:pt x="346" y="2"/>
                    <a:pt x="346" y="2"/>
                  </a:cubicBezTo>
                  <a:cubicBezTo>
                    <a:pt x="347" y="2"/>
                    <a:pt x="348" y="2"/>
                    <a:pt x="349" y="2"/>
                  </a:cubicBezTo>
                  <a:cubicBezTo>
                    <a:pt x="349" y="2"/>
                    <a:pt x="349" y="2"/>
                    <a:pt x="349" y="2"/>
                  </a:cubicBezTo>
                  <a:cubicBezTo>
                    <a:pt x="349" y="1"/>
                    <a:pt x="350" y="1"/>
                    <a:pt x="350" y="1"/>
                  </a:cubicBezTo>
                  <a:cubicBezTo>
                    <a:pt x="350" y="1"/>
                    <a:pt x="350" y="1"/>
                    <a:pt x="350" y="1"/>
                  </a:cubicBezTo>
                  <a:cubicBezTo>
                    <a:pt x="350" y="1"/>
                    <a:pt x="351" y="1"/>
                    <a:pt x="351" y="1"/>
                  </a:cubicBezTo>
                  <a:cubicBezTo>
                    <a:pt x="352" y="2"/>
                    <a:pt x="352" y="2"/>
                    <a:pt x="353" y="1"/>
                  </a:cubicBezTo>
                  <a:cubicBezTo>
                    <a:pt x="354" y="1"/>
                    <a:pt x="354" y="2"/>
                    <a:pt x="355" y="1"/>
                  </a:cubicBezTo>
                  <a:cubicBezTo>
                    <a:pt x="356" y="1"/>
                    <a:pt x="357" y="1"/>
                    <a:pt x="357" y="1"/>
                  </a:cubicBezTo>
                  <a:cubicBezTo>
                    <a:pt x="358" y="0"/>
                    <a:pt x="358" y="0"/>
                    <a:pt x="359" y="1"/>
                  </a:cubicBezTo>
                  <a:cubicBezTo>
                    <a:pt x="359" y="1"/>
                    <a:pt x="360" y="1"/>
                    <a:pt x="360" y="1"/>
                  </a:cubicBezTo>
                  <a:cubicBezTo>
                    <a:pt x="360" y="1"/>
                    <a:pt x="359" y="1"/>
                    <a:pt x="360" y="0"/>
                  </a:cubicBezTo>
                  <a:cubicBezTo>
                    <a:pt x="360" y="0"/>
                    <a:pt x="360" y="1"/>
                    <a:pt x="360" y="1"/>
                  </a:cubicBezTo>
                  <a:cubicBezTo>
                    <a:pt x="360" y="0"/>
                    <a:pt x="361" y="1"/>
                    <a:pt x="361" y="1"/>
                  </a:cubicBezTo>
                  <a:cubicBezTo>
                    <a:pt x="363" y="1"/>
                    <a:pt x="364" y="1"/>
                    <a:pt x="365" y="2"/>
                  </a:cubicBezTo>
                  <a:cubicBezTo>
                    <a:pt x="365" y="2"/>
                    <a:pt x="366" y="2"/>
                    <a:pt x="367" y="2"/>
                  </a:cubicBezTo>
                  <a:cubicBezTo>
                    <a:pt x="368" y="3"/>
                    <a:pt x="368" y="3"/>
                    <a:pt x="369" y="4"/>
                  </a:cubicBezTo>
                  <a:cubicBezTo>
                    <a:pt x="369" y="4"/>
                    <a:pt x="370" y="4"/>
                    <a:pt x="371" y="4"/>
                  </a:cubicBezTo>
                  <a:cubicBezTo>
                    <a:pt x="372" y="4"/>
                    <a:pt x="373" y="5"/>
                    <a:pt x="373" y="5"/>
                  </a:cubicBezTo>
                  <a:cubicBezTo>
                    <a:pt x="374" y="5"/>
                    <a:pt x="375" y="5"/>
                    <a:pt x="374" y="5"/>
                  </a:cubicBezTo>
                  <a:cubicBezTo>
                    <a:pt x="373" y="4"/>
                    <a:pt x="374" y="4"/>
                    <a:pt x="375" y="4"/>
                  </a:cubicBezTo>
                  <a:cubicBezTo>
                    <a:pt x="376" y="4"/>
                    <a:pt x="377" y="4"/>
                    <a:pt x="377" y="5"/>
                  </a:cubicBezTo>
                  <a:cubicBezTo>
                    <a:pt x="379" y="5"/>
                    <a:pt x="380" y="6"/>
                    <a:pt x="382" y="6"/>
                  </a:cubicBezTo>
                  <a:cubicBezTo>
                    <a:pt x="383" y="7"/>
                    <a:pt x="381" y="7"/>
                    <a:pt x="382" y="7"/>
                  </a:cubicBezTo>
                  <a:cubicBezTo>
                    <a:pt x="383" y="8"/>
                    <a:pt x="383" y="7"/>
                    <a:pt x="384" y="7"/>
                  </a:cubicBezTo>
                  <a:cubicBezTo>
                    <a:pt x="384" y="8"/>
                    <a:pt x="385" y="8"/>
                    <a:pt x="386" y="9"/>
                  </a:cubicBezTo>
                  <a:cubicBezTo>
                    <a:pt x="386" y="9"/>
                    <a:pt x="386" y="8"/>
                    <a:pt x="387" y="9"/>
                  </a:cubicBezTo>
                  <a:cubicBezTo>
                    <a:pt x="387" y="9"/>
                    <a:pt x="387" y="9"/>
                    <a:pt x="387" y="9"/>
                  </a:cubicBezTo>
                  <a:cubicBezTo>
                    <a:pt x="387" y="9"/>
                    <a:pt x="387" y="9"/>
                    <a:pt x="387" y="10"/>
                  </a:cubicBezTo>
                  <a:cubicBezTo>
                    <a:pt x="387" y="10"/>
                    <a:pt x="387" y="10"/>
                    <a:pt x="387" y="10"/>
                  </a:cubicBezTo>
                  <a:cubicBezTo>
                    <a:pt x="387" y="10"/>
                    <a:pt x="387" y="11"/>
                    <a:pt x="388" y="11"/>
                  </a:cubicBezTo>
                  <a:cubicBezTo>
                    <a:pt x="388" y="10"/>
                    <a:pt x="389" y="11"/>
                    <a:pt x="389" y="11"/>
                  </a:cubicBezTo>
                  <a:cubicBezTo>
                    <a:pt x="390" y="11"/>
                    <a:pt x="390" y="12"/>
                    <a:pt x="390" y="12"/>
                  </a:cubicBezTo>
                  <a:cubicBezTo>
                    <a:pt x="390" y="12"/>
                    <a:pt x="390" y="12"/>
                    <a:pt x="391" y="12"/>
                  </a:cubicBezTo>
                  <a:cubicBezTo>
                    <a:pt x="391" y="12"/>
                    <a:pt x="392" y="13"/>
                    <a:pt x="392" y="13"/>
                  </a:cubicBezTo>
                  <a:cubicBezTo>
                    <a:pt x="392" y="14"/>
                    <a:pt x="393" y="14"/>
                    <a:pt x="393" y="14"/>
                  </a:cubicBezTo>
                  <a:cubicBezTo>
                    <a:pt x="392" y="15"/>
                    <a:pt x="394" y="15"/>
                    <a:pt x="395" y="15"/>
                  </a:cubicBezTo>
                  <a:cubicBezTo>
                    <a:pt x="395" y="15"/>
                    <a:pt x="396" y="16"/>
                    <a:pt x="395" y="16"/>
                  </a:cubicBezTo>
                  <a:cubicBezTo>
                    <a:pt x="395" y="17"/>
                    <a:pt x="396" y="17"/>
                    <a:pt x="396" y="17"/>
                  </a:cubicBezTo>
                  <a:cubicBezTo>
                    <a:pt x="397" y="18"/>
                    <a:pt x="399" y="19"/>
                    <a:pt x="400" y="20"/>
                  </a:cubicBezTo>
                  <a:cubicBezTo>
                    <a:pt x="400" y="20"/>
                    <a:pt x="400" y="20"/>
                    <a:pt x="400" y="21"/>
                  </a:cubicBezTo>
                  <a:cubicBezTo>
                    <a:pt x="400" y="21"/>
                    <a:pt x="400" y="21"/>
                    <a:pt x="400" y="21"/>
                  </a:cubicBezTo>
                  <a:cubicBezTo>
                    <a:pt x="401" y="22"/>
                    <a:pt x="402" y="21"/>
                    <a:pt x="402" y="22"/>
                  </a:cubicBezTo>
                  <a:cubicBezTo>
                    <a:pt x="402" y="22"/>
                    <a:pt x="402" y="23"/>
                    <a:pt x="403" y="23"/>
                  </a:cubicBezTo>
                  <a:cubicBezTo>
                    <a:pt x="403" y="23"/>
                    <a:pt x="403" y="23"/>
                    <a:pt x="404" y="23"/>
                  </a:cubicBezTo>
                  <a:cubicBezTo>
                    <a:pt x="404" y="23"/>
                    <a:pt x="404" y="24"/>
                    <a:pt x="404" y="24"/>
                  </a:cubicBezTo>
                  <a:cubicBezTo>
                    <a:pt x="403" y="24"/>
                    <a:pt x="404" y="25"/>
                    <a:pt x="404" y="25"/>
                  </a:cubicBezTo>
                  <a:cubicBezTo>
                    <a:pt x="404" y="25"/>
                    <a:pt x="404" y="25"/>
                    <a:pt x="404" y="25"/>
                  </a:cubicBezTo>
                  <a:cubicBezTo>
                    <a:pt x="404" y="24"/>
                    <a:pt x="404" y="24"/>
                    <a:pt x="404" y="24"/>
                  </a:cubicBezTo>
                  <a:cubicBezTo>
                    <a:pt x="405" y="24"/>
                    <a:pt x="405" y="25"/>
                    <a:pt x="405" y="25"/>
                  </a:cubicBezTo>
                  <a:cubicBezTo>
                    <a:pt x="405" y="26"/>
                    <a:pt x="407" y="27"/>
                    <a:pt x="408" y="28"/>
                  </a:cubicBezTo>
                  <a:cubicBezTo>
                    <a:pt x="410" y="29"/>
                    <a:pt x="411" y="30"/>
                    <a:pt x="412" y="31"/>
                  </a:cubicBezTo>
                  <a:cubicBezTo>
                    <a:pt x="413" y="31"/>
                    <a:pt x="413" y="32"/>
                    <a:pt x="413" y="32"/>
                  </a:cubicBezTo>
                  <a:cubicBezTo>
                    <a:pt x="413" y="33"/>
                    <a:pt x="414" y="33"/>
                    <a:pt x="414" y="33"/>
                  </a:cubicBezTo>
                  <a:cubicBezTo>
                    <a:pt x="415" y="34"/>
                    <a:pt x="415" y="35"/>
                    <a:pt x="416" y="35"/>
                  </a:cubicBezTo>
                  <a:cubicBezTo>
                    <a:pt x="416" y="35"/>
                    <a:pt x="417" y="35"/>
                    <a:pt x="418" y="36"/>
                  </a:cubicBezTo>
                  <a:cubicBezTo>
                    <a:pt x="418" y="36"/>
                    <a:pt x="418" y="37"/>
                    <a:pt x="418" y="37"/>
                  </a:cubicBezTo>
                  <a:cubicBezTo>
                    <a:pt x="418" y="38"/>
                    <a:pt x="419" y="38"/>
                    <a:pt x="419" y="39"/>
                  </a:cubicBezTo>
                  <a:cubicBezTo>
                    <a:pt x="420" y="40"/>
                    <a:pt x="420" y="40"/>
                    <a:pt x="421" y="40"/>
                  </a:cubicBezTo>
                  <a:cubicBezTo>
                    <a:pt x="422" y="40"/>
                    <a:pt x="422" y="41"/>
                    <a:pt x="422" y="41"/>
                  </a:cubicBezTo>
                  <a:cubicBezTo>
                    <a:pt x="423" y="42"/>
                    <a:pt x="424" y="42"/>
                    <a:pt x="424" y="42"/>
                  </a:cubicBezTo>
                  <a:cubicBezTo>
                    <a:pt x="425" y="42"/>
                    <a:pt x="425" y="42"/>
                    <a:pt x="426" y="43"/>
                  </a:cubicBezTo>
                  <a:cubicBezTo>
                    <a:pt x="427" y="43"/>
                    <a:pt x="428" y="43"/>
                    <a:pt x="429" y="43"/>
                  </a:cubicBezTo>
                  <a:cubicBezTo>
                    <a:pt x="429" y="43"/>
                    <a:pt x="429" y="43"/>
                    <a:pt x="429" y="42"/>
                  </a:cubicBezTo>
                  <a:cubicBezTo>
                    <a:pt x="429" y="42"/>
                    <a:pt x="430" y="42"/>
                    <a:pt x="430" y="42"/>
                  </a:cubicBezTo>
                  <a:cubicBezTo>
                    <a:pt x="430" y="42"/>
                    <a:pt x="431" y="42"/>
                    <a:pt x="431" y="42"/>
                  </a:cubicBezTo>
                  <a:cubicBezTo>
                    <a:pt x="431" y="42"/>
                    <a:pt x="431" y="42"/>
                    <a:pt x="431" y="42"/>
                  </a:cubicBezTo>
                  <a:cubicBezTo>
                    <a:pt x="431" y="42"/>
                    <a:pt x="433" y="42"/>
                    <a:pt x="433" y="43"/>
                  </a:cubicBezTo>
                  <a:cubicBezTo>
                    <a:pt x="432" y="44"/>
                    <a:pt x="433" y="43"/>
                    <a:pt x="434" y="44"/>
                  </a:cubicBezTo>
                  <a:cubicBezTo>
                    <a:pt x="434" y="44"/>
                    <a:pt x="435" y="44"/>
                    <a:pt x="435" y="44"/>
                  </a:cubicBezTo>
                  <a:cubicBezTo>
                    <a:pt x="436" y="45"/>
                    <a:pt x="437" y="44"/>
                    <a:pt x="438" y="45"/>
                  </a:cubicBezTo>
                  <a:cubicBezTo>
                    <a:pt x="439" y="45"/>
                    <a:pt x="438" y="43"/>
                    <a:pt x="439" y="44"/>
                  </a:cubicBezTo>
                  <a:cubicBezTo>
                    <a:pt x="440" y="44"/>
                    <a:pt x="440" y="45"/>
                    <a:pt x="441" y="45"/>
                  </a:cubicBezTo>
                  <a:cubicBezTo>
                    <a:pt x="441" y="46"/>
                    <a:pt x="442" y="45"/>
                    <a:pt x="443" y="46"/>
                  </a:cubicBezTo>
                  <a:cubicBezTo>
                    <a:pt x="443" y="47"/>
                    <a:pt x="444" y="47"/>
                    <a:pt x="445" y="47"/>
                  </a:cubicBezTo>
                  <a:cubicBezTo>
                    <a:pt x="445" y="48"/>
                    <a:pt x="446" y="48"/>
                    <a:pt x="447" y="49"/>
                  </a:cubicBezTo>
                  <a:cubicBezTo>
                    <a:pt x="448" y="49"/>
                    <a:pt x="449" y="50"/>
                    <a:pt x="450" y="50"/>
                  </a:cubicBezTo>
                  <a:cubicBezTo>
                    <a:pt x="451" y="50"/>
                    <a:pt x="452" y="50"/>
                    <a:pt x="452" y="50"/>
                  </a:cubicBezTo>
                  <a:cubicBezTo>
                    <a:pt x="453" y="50"/>
                    <a:pt x="453" y="50"/>
                    <a:pt x="453" y="50"/>
                  </a:cubicBezTo>
                  <a:cubicBezTo>
                    <a:pt x="453" y="51"/>
                    <a:pt x="453" y="53"/>
                    <a:pt x="454" y="53"/>
                  </a:cubicBezTo>
                  <a:cubicBezTo>
                    <a:pt x="455" y="53"/>
                    <a:pt x="455" y="54"/>
                    <a:pt x="456" y="54"/>
                  </a:cubicBezTo>
                  <a:cubicBezTo>
                    <a:pt x="456" y="54"/>
                    <a:pt x="456" y="54"/>
                    <a:pt x="457" y="55"/>
                  </a:cubicBezTo>
                  <a:cubicBezTo>
                    <a:pt x="457" y="55"/>
                    <a:pt x="458" y="55"/>
                    <a:pt x="458" y="56"/>
                  </a:cubicBezTo>
                  <a:cubicBezTo>
                    <a:pt x="458" y="56"/>
                    <a:pt x="458" y="56"/>
                    <a:pt x="458" y="56"/>
                  </a:cubicBezTo>
                  <a:cubicBezTo>
                    <a:pt x="458" y="57"/>
                    <a:pt x="458" y="57"/>
                    <a:pt x="458" y="57"/>
                  </a:cubicBezTo>
                  <a:cubicBezTo>
                    <a:pt x="458" y="58"/>
                    <a:pt x="458" y="58"/>
                    <a:pt x="458" y="58"/>
                  </a:cubicBezTo>
                  <a:cubicBezTo>
                    <a:pt x="458" y="59"/>
                    <a:pt x="459" y="59"/>
                    <a:pt x="459" y="59"/>
                  </a:cubicBezTo>
                  <a:cubicBezTo>
                    <a:pt x="460" y="59"/>
                    <a:pt x="460" y="60"/>
                    <a:pt x="461" y="60"/>
                  </a:cubicBezTo>
                  <a:cubicBezTo>
                    <a:pt x="462" y="61"/>
                    <a:pt x="463" y="62"/>
                    <a:pt x="464" y="63"/>
                  </a:cubicBezTo>
                  <a:cubicBezTo>
                    <a:pt x="465" y="63"/>
                    <a:pt x="467" y="61"/>
                    <a:pt x="468" y="62"/>
                  </a:cubicBezTo>
                  <a:cubicBezTo>
                    <a:pt x="469" y="63"/>
                    <a:pt x="469" y="63"/>
                    <a:pt x="470" y="63"/>
                  </a:cubicBezTo>
                  <a:cubicBezTo>
                    <a:pt x="470" y="62"/>
                    <a:pt x="471" y="63"/>
                    <a:pt x="471" y="63"/>
                  </a:cubicBezTo>
                  <a:cubicBezTo>
                    <a:pt x="472" y="63"/>
                    <a:pt x="472" y="62"/>
                    <a:pt x="473" y="62"/>
                  </a:cubicBezTo>
                  <a:cubicBezTo>
                    <a:pt x="474" y="62"/>
                    <a:pt x="475" y="62"/>
                    <a:pt x="475" y="62"/>
                  </a:cubicBezTo>
                  <a:cubicBezTo>
                    <a:pt x="476" y="62"/>
                    <a:pt x="477" y="63"/>
                    <a:pt x="477" y="62"/>
                  </a:cubicBezTo>
                  <a:cubicBezTo>
                    <a:pt x="477" y="62"/>
                    <a:pt x="477" y="62"/>
                    <a:pt x="477" y="62"/>
                  </a:cubicBezTo>
                  <a:cubicBezTo>
                    <a:pt x="477" y="61"/>
                    <a:pt x="477" y="61"/>
                    <a:pt x="477" y="61"/>
                  </a:cubicBezTo>
                  <a:cubicBezTo>
                    <a:pt x="477" y="60"/>
                    <a:pt x="476" y="60"/>
                    <a:pt x="477" y="60"/>
                  </a:cubicBezTo>
                  <a:cubicBezTo>
                    <a:pt x="478" y="60"/>
                    <a:pt x="478" y="60"/>
                    <a:pt x="478" y="59"/>
                  </a:cubicBezTo>
                  <a:cubicBezTo>
                    <a:pt x="478" y="59"/>
                    <a:pt x="478" y="59"/>
                    <a:pt x="479" y="59"/>
                  </a:cubicBezTo>
                  <a:cubicBezTo>
                    <a:pt x="479" y="59"/>
                    <a:pt x="479" y="58"/>
                    <a:pt x="479" y="58"/>
                  </a:cubicBezTo>
                  <a:cubicBezTo>
                    <a:pt x="479" y="58"/>
                    <a:pt x="481" y="58"/>
                    <a:pt x="481" y="58"/>
                  </a:cubicBezTo>
                  <a:cubicBezTo>
                    <a:pt x="481" y="58"/>
                    <a:pt x="482" y="59"/>
                    <a:pt x="483" y="58"/>
                  </a:cubicBezTo>
                  <a:cubicBezTo>
                    <a:pt x="483" y="58"/>
                    <a:pt x="483" y="58"/>
                    <a:pt x="483" y="58"/>
                  </a:cubicBezTo>
                  <a:cubicBezTo>
                    <a:pt x="483" y="57"/>
                    <a:pt x="483" y="57"/>
                    <a:pt x="483" y="57"/>
                  </a:cubicBezTo>
                  <a:cubicBezTo>
                    <a:pt x="484" y="57"/>
                    <a:pt x="483" y="57"/>
                    <a:pt x="484" y="57"/>
                  </a:cubicBezTo>
                  <a:cubicBezTo>
                    <a:pt x="484" y="56"/>
                    <a:pt x="484" y="57"/>
                    <a:pt x="484" y="57"/>
                  </a:cubicBezTo>
                  <a:cubicBezTo>
                    <a:pt x="484" y="57"/>
                    <a:pt x="485" y="57"/>
                    <a:pt x="485" y="56"/>
                  </a:cubicBezTo>
                  <a:cubicBezTo>
                    <a:pt x="485" y="55"/>
                    <a:pt x="486" y="56"/>
                    <a:pt x="487" y="56"/>
                  </a:cubicBezTo>
                  <a:cubicBezTo>
                    <a:pt x="487" y="55"/>
                    <a:pt x="488" y="55"/>
                    <a:pt x="488" y="55"/>
                  </a:cubicBezTo>
                  <a:cubicBezTo>
                    <a:pt x="489" y="55"/>
                    <a:pt x="490" y="55"/>
                    <a:pt x="490" y="56"/>
                  </a:cubicBezTo>
                  <a:cubicBezTo>
                    <a:pt x="490" y="56"/>
                    <a:pt x="491" y="56"/>
                    <a:pt x="492" y="56"/>
                  </a:cubicBezTo>
                  <a:cubicBezTo>
                    <a:pt x="491" y="57"/>
                    <a:pt x="492" y="57"/>
                    <a:pt x="492" y="58"/>
                  </a:cubicBezTo>
                  <a:cubicBezTo>
                    <a:pt x="492" y="58"/>
                    <a:pt x="492" y="58"/>
                    <a:pt x="492" y="59"/>
                  </a:cubicBezTo>
                  <a:cubicBezTo>
                    <a:pt x="492" y="59"/>
                    <a:pt x="492" y="59"/>
                    <a:pt x="492" y="60"/>
                  </a:cubicBezTo>
                  <a:cubicBezTo>
                    <a:pt x="493" y="60"/>
                    <a:pt x="494" y="60"/>
                    <a:pt x="494" y="61"/>
                  </a:cubicBezTo>
                  <a:cubicBezTo>
                    <a:pt x="495" y="62"/>
                    <a:pt x="496" y="62"/>
                    <a:pt x="496" y="63"/>
                  </a:cubicBezTo>
                  <a:cubicBezTo>
                    <a:pt x="496" y="63"/>
                    <a:pt x="496" y="64"/>
                    <a:pt x="496" y="65"/>
                  </a:cubicBezTo>
                  <a:cubicBezTo>
                    <a:pt x="495" y="66"/>
                    <a:pt x="495" y="65"/>
                    <a:pt x="494" y="66"/>
                  </a:cubicBezTo>
                  <a:cubicBezTo>
                    <a:pt x="493" y="67"/>
                    <a:pt x="495" y="68"/>
                    <a:pt x="495" y="69"/>
                  </a:cubicBezTo>
                  <a:cubicBezTo>
                    <a:pt x="495" y="69"/>
                    <a:pt x="495" y="69"/>
                    <a:pt x="495" y="69"/>
                  </a:cubicBezTo>
                  <a:cubicBezTo>
                    <a:pt x="495" y="69"/>
                    <a:pt x="495" y="70"/>
                    <a:pt x="495" y="70"/>
                  </a:cubicBezTo>
                  <a:cubicBezTo>
                    <a:pt x="495" y="71"/>
                    <a:pt x="495" y="72"/>
                    <a:pt x="496" y="73"/>
                  </a:cubicBezTo>
                  <a:cubicBezTo>
                    <a:pt x="497" y="73"/>
                    <a:pt x="496" y="74"/>
                    <a:pt x="496" y="75"/>
                  </a:cubicBezTo>
                  <a:cubicBezTo>
                    <a:pt x="496" y="76"/>
                    <a:pt x="497" y="76"/>
                    <a:pt x="497" y="76"/>
                  </a:cubicBezTo>
                  <a:cubicBezTo>
                    <a:pt x="498" y="76"/>
                    <a:pt x="497" y="77"/>
                    <a:pt x="498" y="77"/>
                  </a:cubicBezTo>
                  <a:cubicBezTo>
                    <a:pt x="498" y="77"/>
                    <a:pt x="498" y="77"/>
                    <a:pt x="498" y="77"/>
                  </a:cubicBezTo>
                  <a:cubicBezTo>
                    <a:pt x="498" y="78"/>
                    <a:pt x="498" y="79"/>
                    <a:pt x="498" y="78"/>
                  </a:cubicBezTo>
                  <a:cubicBezTo>
                    <a:pt x="498" y="78"/>
                    <a:pt x="497" y="79"/>
                    <a:pt x="497" y="79"/>
                  </a:cubicBezTo>
                  <a:cubicBezTo>
                    <a:pt x="498" y="80"/>
                    <a:pt x="498" y="80"/>
                    <a:pt x="498" y="81"/>
                  </a:cubicBezTo>
                  <a:cubicBezTo>
                    <a:pt x="498" y="81"/>
                    <a:pt x="498" y="82"/>
                    <a:pt x="498" y="82"/>
                  </a:cubicBezTo>
                  <a:cubicBezTo>
                    <a:pt x="498" y="82"/>
                    <a:pt x="497" y="82"/>
                    <a:pt x="497" y="82"/>
                  </a:cubicBezTo>
                  <a:cubicBezTo>
                    <a:pt x="497" y="83"/>
                    <a:pt x="498" y="83"/>
                    <a:pt x="498" y="83"/>
                  </a:cubicBezTo>
                  <a:cubicBezTo>
                    <a:pt x="498" y="84"/>
                    <a:pt x="498" y="84"/>
                    <a:pt x="498" y="84"/>
                  </a:cubicBezTo>
                  <a:cubicBezTo>
                    <a:pt x="498" y="85"/>
                    <a:pt x="499" y="85"/>
                    <a:pt x="499" y="85"/>
                  </a:cubicBezTo>
                  <a:cubicBezTo>
                    <a:pt x="498" y="85"/>
                    <a:pt x="498" y="85"/>
                    <a:pt x="498" y="85"/>
                  </a:cubicBezTo>
                  <a:cubicBezTo>
                    <a:pt x="499" y="86"/>
                    <a:pt x="497" y="86"/>
                    <a:pt x="497" y="87"/>
                  </a:cubicBezTo>
                  <a:cubicBezTo>
                    <a:pt x="497" y="88"/>
                    <a:pt x="498" y="89"/>
                    <a:pt x="498" y="89"/>
                  </a:cubicBezTo>
                  <a:cubicBezTo>
                    <a:pt x="499" y="90"/>
                    <a:pt x="499" y="90"/>
                    <a:pt x="499" y="90"/>
                  </a:cubicBezTo>
                  <a:close/>
                  <a:moveTo>
                    <a:pt x="468" y="268"/>
                  </a:moveTo>
                  <a:cubicBezTo>
                    <a:pt x="468" y="269"/>
                    <a:pt x="469" y="269"/>
                    <a:pt x="469" y="269"/>
                  </a:cubicBezTo>
                  <a:cubicBezTo>
                    <a:pt x="469" y="269"/>
                    <a:pt x="469" y="269"/>
                    <a:pt x="469" y="269"/>
                  </a:cubicBezTo>
                  <a:cubicBezTo>
                    <a:pt x="468" y="268"/>
                    <a:pt x="468" y="269"/>
                    <a:pt x="468" y="268"/>
                  </a:cubicBezTo>
                  <a:close/>
                  <a:moveTo>
                    <a:pt x="378" y="357"/>
                  </a:moveTo>
                  <a:cubicBezTo>
                    <a:pt x="378" y="356"/>
                    <a:pt x="378" y="356"/>
                    <a:pt x="378" y="356"/>
                  </a:cubicBezTo>
                  <a:cubicBezTo>
                    <a:pt x="378" y="356"/>
                    <a:pt x="378" y="356"/>
                    <a:pt x="378" y="357"/>
                  </a:cubicBezTo>
                  <a:close/>
                  <a:moveTo>
                    <a:pt x="445" y="357"/>
                  </a:moveTo>
                  <a:cubicBezTo>
                    <a:pt x="445" y="357"/>
                    <a:pt x="445" y="357"/>
                    <a:pt x="445" y="357"/>
                  </a:cubicBezTo>
                  <a:cubicBezTo>
                    <a:pt x="445" y="357"/>
                    <a:pt x="445" y="357"/>
                    <a:pt x="445" y="357"/>
                  </a:cubicBezTo>
                  <a:close/>
                  <a:moveTo>
                    <a:pt x="474" y="265"/>
                  </a:moveTo>
                  <a:cubicBezTo>
                    <a:pt x="474" y="265"/>
                    <a:pt x="474" y="265"/>
                    <a:pt x="474" y="266"/>
                  </a:cubicBezTo>
                  <a:cubicBezTo>
                    <a:pt x="474" y="266"/>
                    <a:pt x="475" y="265"/>
                    <a:pt x="474" y="265"/>
                  </a:cubicBezTo>
                  <a:cubicBezTo>
                    <a:pt x="474" y="265"/>
                    <a:pt x="474" y="265"/>
                    <a:pt x="474" y="265"/>
                  </a:cubicBezTo>
                  <a:close/>
                  <a:moveTo>
                    <a:pt x="385" y="353"/>
                  </a:moveTo>
                  <a:cubicBezTo>
                    <a:pt x="385" y="352"/>
                    <a:pt x="385" y="352"/>
                    <a:pt x="385" y="352"/>
                  </a:cubicBezTo>
                  <a:cubicBezTo>
                    <a:pt x="385" y="352"/>
                    <a:pt x="385" y="353"/>
                    <a:pt x="385" y="352"/>
                  </a:cubicBezTo>
                  <a:cubicBezTo>
                    <a:pt x="384" y="352"/>
                    <a:pt x="385" y="352"/>
                    <a:pt x="385" y="352"/>
                  </a:cubicBezTo>
                  <a:cubicBezTo>
                    <a:pt x="384" y="352"/>
                    <a:pt x="384" y="352"/>
                    <a:pt x="384" y="352"/>
                  </a:cubicBezTo>
                  <a:cubicBezTo>
                    <a:pt x="384" y="352"/>
                    <a:pt x="384" y="353"/>
                    <a:pt x="384" y="353"/>
                  </a:cubicBezTo>
                  <a:cubicBezTo>
                    <a:pt x="385" y="353"/>
                    <a:pt x="385" y="353"/>
                    <a:pt x="385" y="353"/>
                  </a:cubicBezTo>
                  <a:cubicBezTo>
                    <a:pt x="385" y="353"/>
                    <a:pt x="385" y="353"/>
                    <a:pt x="385" y="353"/>
                  </a:cubicBezTo>
                  <a:cubicBezTo>
                    <a:pt x="385" y="353"/>
                    <a:pt x="386" y="353"/>
                    <a:pt x="386" y="353"/>
                  </a:cubicBezTo>
                  <a:cubicBezTo>
                    <a:pt x="386" y="352"/>
                    <a:pt x="385" y="352"/>
                    <a:pt x="385" y="353"/>
                  </a:cubicBezTo>
                  <a:close/>
                  <a:moveTo>
                    <a:pt x="474" y="259"/>
                  </a:moveTo>
                  <a:cubicBezTo>
                    <a:pt x="474" y="259"/>
                    <a:pt x="474" y="259"/>
                    <a:pt x="474" y="259"/>
                  </a:cubicBezTo>
                  <a:cubicBezTo>
                    <a:pt x="475" y="259"/>
                    <a:pt x="475" y="259"/>
                    <a:pt x="475" y="259"/>
                  </a:cubicBezTo>
                  <a:cubicBezTo>
                    <a:pt x="475" y="259"/>
                    <a:pt x="474" y="258"/>
                    <a:pt x="474" y="258"/>
                  </a:cubicBezTo>
                  <a:cubicBezTo>
                    <a:pt x="473" y="258"/>
                    <a:pt x="473" y="259"/>
                    <a:pt x="474" y="259"/>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21" name="Chile">
              <a:extLst>
                <a:ext uri="{FF2B5EF4-FFF2-40B4-BE49-F238E27FC236}">
                  <a16:creationId xmlns:a16="http://schemas.microsoft.com/office/drawing/2014/main" id="{A166B507-F516-E0E4-DA2A-9FC3BBABCFB2}"/>
                </a:ext>
              </a:extLst>
            </p:cNvPr>
            <p:cNvSpPr>
              <a:spLocks noEditPoints="1"/>
            </p:cNvSpPr>
            <p:nvPr/>
          </p:nvSpPr>
          <p:spPr bwMode="auto">
            <a:xfrm>
              <a:off x="2064197" y="4728505"/>
              <a:ext cx="1784880" cy="1478087"/>
            </a:xfrm>
            <a:custGeom>
              <a:avLst/>
              <a:gdLst/>
              <a:ahLst/>
              <a:cxnLst>
                <a:cxn ang="0">
                  <a:pos x="421" y="379"/>
                </a:cxn>
                <a:cxn ang="0">
                  <a:pos x="394" y="334"/>
                </a:cxn>
                <a:cxn ang="0">
                  <a:pos x="392" y="309"/>
                </a:cxn>
                <a:cxn ang="0">
                  <a:pos x="399" y="344"/>
                </a:cxn>
                <a:cxn ang="0">
                  <a:pos x="383" y="267"/>
                </a:cxn>
                <a:cxn ang="0">
                  <a:pos x="400" y="297"/>
                </a:cxn>
                <a:cxn ang="0">
                  <a:pos x="439" y="392"/>
                </a:cxn>
                <a:cxn ang="0">
                  <a:pos x="450" y="397"/>
                </a:cxn>
                <a:cxn ang="0">
                  <a:pos x="428" y="386"/>
                </a:cxn>
                <a:cxn ang="0">
                  <a:pos x="409" y="354"/>
                </a:cxn>
                <a:cxn ang="0">
                  <a:pos x="402" y="346"/>
                </a:cxn>
                <a:cxn ang="0">
                  <a:pos x="407" y="351"/>
                </a:cxn>
                <a:cxn ang="0">
                  <a:pos x="407" y="358"/>
                </a:cxn>
                <a:cxn ang="0">
                  <a:pos x="415" y="361"/>
                </a:cxn>
                <a:cxn ang="0">
                  <a:pos x="451" y="399"/>
                </a:cxn>
                <a:cxn ang="0">
                  <a:pos x="455" y="398"/>
                </a:cxn>
                <a:cxn ang="0">
                  <a:pos x="458" y="398"/>
                </a:cxn>
                <a:cxn ang="0">
                  <a:pos x="404" y="354"/>
                </a:cxn>
                <a:cxn ang="0">
                  <a:pos x="482" y="407"/>
                </a:cxn>
                <a:cxn ang="0">
                  <a:pos x="482" y="409"/>
                </a:cxn>
                <a:cxn ang="0">
                  <a:pos x="476" y="407"/>
                </a:cxn>
                <a:cxn ang="0">
                  <a:pos x="493" y="406"/>
                </a:cxn>
                <a:cxn ang="0">
                  <a:pos x="397" y="336"/>
                </a:cxn>
                <a:cxn ang="0">
                  <a:pos x="415" y="373"/>
                </a:cxn>
                <a:cxn ang="0">
                  <a:pos x="497" y="416"/>
                </a:cxn>
                <a:cxn ang="0">
                  <a:pos x="0" y="106"/>
                </a:cxn>
                <a:cxn ang="0">
                  <a:pos x="424" y="373"/>
                </a:cxn>
                <a:cxn ang="0">
                  <a:pos x="393" y="298"/>
                </a:cxn>
                <a:cxn ang="0">
                  <a:pos x="412" y="358"/>
                </a:cxn>
                <a:cxn ang="0">
                  <a:pos x="414" y="351"/>
                </a:cxn>
                <a:cxn ang="0">
                  <a:pos x="408" y="338"/>
                </a:cxn>
                <a:cxn ang="0">
                  <a:pos x="406" y="330"/>
                </a:cxn>
                <a:cxn ang="0">
                  <a:pos x="398" y="321"/>
                </a:cxn>
                <a:cxn ang="0">
                  <a:pos x="388" y="314"/>
                </a:cxn>
                <a:cxn ang="0">
                  <a:pos x="397" y="313"/>
                </a:cxn>
                <a:cxn ang="0">
                  <a:pos x="397" y="301"/>
                </a:cxn>
                <a:cxn ang="0">
                  <a:pos x="392" y="274"/>
                </a:cxn>
                <a:cxn ang="0">
                  <a:pos x="381" y="263"/>
                </a:cxn>
                <a:cxn ang="0">
                  <a:pos x="368" y="214"/>
                </a:cxn>
                <a:cxn ang="0">
                  <a:pos x="368" y="161"/>
                </a:cxn>
                <a:cxn ang="0">
                  <a:pos x="363" y="96"/>
                </a:cxn>
                <a:cxn ang="0">
                  <a:pos x="360" y="38"/>
                </a:cxn>
                <a:cxn ang="0">
                  <a:pos x="373" y="22"/>
                </a:cxn>
                <a:cxn ang="0">
                  <a:pos x="381" y="81"/>
                </a:cxn>
                <a:cxn ang="0">
                  <a:pos x="377" y="133"/>
                </a:cxn>
                <a:cxn ang="0">
                  <a:pos x="388" y="177"/>
                </a:cxn>
                <a:cxn ang="0">
                  <a:pos x="388" y="220"/>
                </a:cxn>
                <a:cxn ang="0">
                  <a:pos x="397" y="271"/>
                </a:cxn>
                <a:cxn ang="0">
                  <a:pos x="416" y="305"/>
                </a:cxn>
                <a:cxn ang="0">
                  <a:pos x="416" y="350"/>
                </a:cxn>
                <a:cxn ang="0">
                  <a:pos x="464" y="380"/>
                </a:cxn>
                <a:cxn ang="0">
                  <a:pos x="441" y="388"/>
                </a:cxn>
                <a:cxn ang="0">
                  <a:pos x="437" y="382"/>
                </a:cxn>
                <a:cxn ang="0">
                  <a:pos x="433" y="383"/>
                </a:cxn>
                <a:cxn ang="0">
                  <a:pos x="438" y="379"/>
                </a:cxn>
                <a:cxn ang="0">
                  <a:pos x="432" y="374"/>
                </a:cxn>
                <a:cxn ang="0">
                  <a:pos x="420" y="367"/>
                </a:cxn>
                <a:cxn ang="0">
                  <a:pos x="453" y="386"/>
                </a:cxn>
                <a:cxn ang="0">
                  <a:pos x="462" y="386"/>
                </a:cxn>
                <a:cxn ang="0">
                  <a:pos x="468" y="400"/>
                </a:cxn>
                <a:cxn ang="0">
                  <a:pos x="455" y="402"/>
                </a:cxn>
                <a:cxn ang="0">
                  <a:pos x="470" y="405"/>
                </a:cxn>
              </a:cxnLst>
              <a:rect l="0" t="0" r="r" b="b"/>
              <a:pathLst>
                <a:path w="504" h="417">
                  <a:moveTo>
                    <a:pt x="379" y="285"/>
                  </a:moveTo>
                  <a:cubicBezTo>
                    <a:pt x="379" y="285"/>
                    <a:pt x="380" y="286"/>
                    <a:pt x="380" y="286"/>
                  </a:cubicBezTo>
                  <a:cubicBezTo>
                    <a:pt x="380" y="286"/>
                    <a:pt x="379" y="286"/>
                    <a:pt x="379" y="286"/>
                  </a:cubicBezTo>
                  <a:cubicBezTo>
                    <a:pt x="379" y="286"/>
                    <a:pt x="378" y="286"/>
                    <a:pt x="378" y="285"/>
                  </a:cubicBezTo>
                  <a:cubicBezTo>
                    <a:pt x="378" y="285"/>
                    <a:pt x="379" y="285"/>
                    <a:pt x="379" y="285"/>
                  </a:cubicBezTo>
                  <a:close/>
                  <a:moveTo>
                    <a:pt x="390" y="309"/>
                  </a:moveTo>
                  <a:cubicBezTo>
                    <a:pt x="390" y="309"/>
                    <a:pt x="390" y="308"/>
                    <a:pt x="390" y="308"/>
                  </a:cubicBezTo>
                  <a:cubicBezTo>
                    <a:pt x="389" y="307"/>
                    <a:pt x="389" y="307"/>
                    <a:pt x="389" y="308"/>
                  </a:cubicBezTo>
                  <a:cubicBezTo>
                    <a:pt x="388" y="308"/>
                    <a:pt x="389" y="309"/>
                    <a:pt x="389" y="309"/>
                  </a:cubicBezTo>
                  <a:cubicBezTo>
                    <a:pt x="389" y="309"/>
                    <a:pt x="390" y="309"/>
                    <a:pt x="390" y="309"/>
                  </a:cubicBezTo>
                  <a:close/>
                  <a:moveTo>
                    <a:pt x="412" y="369"/>
                  </a:moveTo>
                  <a:cubicBezTo>
                    <a:pt x="412" y="369"/>
                    <a:pt x="412" y="368"/>
                    <a:pt x="412" y="368"/>
                  </a:cubicBezTo>
                  <a:cubicBezTo>
                    <a:pt x="411" y="368"/>
                    <a:pt x="412" y="369"/>
                    <a:pt x="412" y="369"/>
                  </a:cubicBezTo>
                  <a:cubicBezTo>
                    <a:pt x="412" y="369"/>
                    <a:pt x="412" y="370"/>
                    <a:pt x="412" y="370"/>
                  </a:cubicBezTo>
                  <a:cubicBezTo>
                    <a:pt x="412" y="371"/>
                    <a:pt x="412" y="371"/>
                    <a:pt x="412" y="371"/>
                  </a:cubicBezTo>
                  <a:cubicBezTo>
                    <a:pt x="412" y="371"/>
                    <a:pt x="412" y="372"/>
                    <a:pt x="412" y="372"/>
                  </a:cubicBezTo>
                  <a:cubicBezTo>
                    <a:pt x="413" y="372"/>
                    <a:pt x="413" y="372"/>
                    <a:pt x="413" y="371"/>
                  </a:cubicBezTo>
                  <a:cubicBezTo>
                    <a:pt x="414" y="372"/>
                    <a:pt x="413" y="370"/>
                    <a:pt x="412" y="370"/>
                  </a:cubicBezTo>
                  <a:cubicBezTo>
                    <a:pt x="413" y="370"/>
                    <a:pt x="413" y="370"/>
                    <a:pt x="413" y="370"/>
                  </a:cubicBezTo>
                  <a:cubicBezTo>
                    <a:pt x="413" y="370"/>
                    <a:pt x="413" y="370"/>
                    <a:pt x="413" y="370"/>
                  </a:cubicBezTo>
                  <a:cubicBezTo>
                    <a:pt x="413" y="369"/>
                    <a:pt x="413" y="370"/>
                    <a:pt x="413" y="370"/>
                  </a:cubicBezTo>
                  <a:cubicBezTo>
                    <a:pt x="414" y="369"/>
                    <a:pt x="413" y="369"/>
                    <a:pt x="412" y="368"/>
                  </a:cubicBezTo>
                  <a:cubicBezTo>
                    <a:pt x="412" y="368"/>
                    <a:pt x="412" y="369"/>
                    <a:pt x="412" y="369"/>
                  </a:cubicBezTo>
                  <a:close/>
                  <a:moveTo>
                    <a:pt x="427" y="377"/>
                  </a:moveTo>
                  <a:cubicBezTo>
                    <a:pt x="428" y="377"/>
                    <a:pt x="428" y="378"/>
                    <a:pt x="429" y="378"/>
                  </a:cubicBezTo>
                  <a:cubicBezTo>
                    <a:pt x="429" y="378"/>
                    <a:pt x="428" y="378"/>
                    <a:pt x="428" y="378"/>
                  </a:cubicBezTo>
                  <a:cubicBezTo>
                    <a:pt x="428" y="377"/>
                    <a:pt x="427" y="376"/>
                    <a:pt x="426" y="376"/>
                  </a:cubicBezTo>
                  <a:cubicBezTo>
                    <a:pt x="426" y="376"/>
                    <a:pt x="425" y="375"/>
                    <a:pt x="425" y="375"/>
                  </a:cubicBezTo>
                  <a:cubicBezTo>
                    <a:pt x="425" y="375"/>
                    <a:pt x="424" y="375"/>
                    <a:pt x="424" y="375"/>
                  </a:cubicBezTo>
                  <a:cubicBezTo>
                    <a:pt x="424" y="375"/>
                    <a:pt x="424" y="375"/>
                    <a:pt x="424" y="375"/>
                  </a:cubicBezTo>
                  <a:cubicBezTo>
                    <a:pt x="424" y="376"/>
                    <a:pt x="425" y="376"/>
                    <a:pt x="425" y="376"/>
                  </a:cubicBezTo>
                  <a:cubicBezTo>
                    <a:pt x="424" y="376"/>
                    <a:pt x="424" y="376"/>
                    <a:pt x="424" y="376"/>
                  </a:cubicBezTo>
                  <a:cubicBezTo>
                    <a:pt x="425" y="376"/>
                    <a:pt x="426" y="377"/>
                    <a:pt x="427" y="377"/>
                  </a:cubicBezTo>
                  <a:close/>
                  <a:moveTo>
                    <a:pt x="421" y="378"/>
                  </a:moveTo>
                  <a:cubicBezTo>
                    <a:pt x="420" y="378"/>
                    <a:pt x="420" y="378"/>
                    <a:pt x="419" y="378"/>
                  </a:cubicBezTo>
                  <a:cubicBezTo>
                    <a:pt x="419" y="378"/>
                    <a:pt x="418" y="378"/>
                    <a:pt x="419" y="378"/>
                  </a:cubicBezTo>
                  <a:cubicBezTo>
                    <a:pt x="419" y="379"/>
                    <a:pt x="420" y="379"/>
                    <a:pt x="421" y="379"/>
                  </a:cubicBezTo>
                  <a:cubicBezTo>
                    <a:pt x="421" y="379"/>
                    <a:pt x="421" y="378"/>
                    <a:pt x="421" y="378"/>
                  </a:cubicBezTo>
                  <a:close/>
                  <a:moveTo>
                    <a:pt x="304" y="177"/>
                  </a:moveTo>
                  <a:cubicBezTo>
                    <a:pt x="304" y="177"/>
                    <a:pt x="305" y="177"/>
                    <a:pt x="306" y="177"/>
                  </a:cubicBezTo>
                  <a:cubicBezTo>
                    <a:pt x="305" y="176"/>
                    <a:pt x="303" y="177"/>
                    <a:pt x="304" y="177"/>
                  </a:cubicBezTo>
                  <a:close/>
                  <a:moveTo>
                    <a:pt x="388" y="295"/>
                  </a:moveTo>
                  <a:cubicBezTo>
                    <a:pt x="388" y="296"/>
                    <a:pt x="390" y="295"/>
                    <a:pt x="389" y="296"/>
                  </a:cubicBezTo>
                  <a:cubicBezTo>
                    <a:pt x="388" y="296"/>
                    <a:pt x="390" y="296"/>
                    <a:pt x="390" y="296"/>
                  </a:cubicBezTo>
                  <a:cubicBezTo>
                    <a:pt x="390" y="296"/>
                    <a:pt x="390" y="296"/>
                    <a:pt x="390" y="295"/>
                  </a:cubicBezTo>
                  <a:cubicBezTo>
                    <a:pt x="389" y="295"/>
                    <a:pt x="388" y="295"/>
                    <a:pt x="388" y="295"/>
                  </a:cubicBezTo>
                  <a:close/>
                  <a:moveTo>
                    <a:pt x="396" y="339"/>
                  </a:moveTo>
                  <a:cubicBezTo>
                    <a:pt x="396" y="339"/>
                    <a:pt x="396" y="338"/>
                    <a:pt x="396" y="338"/>
                  </a:cubicBezTo>
                  <a:cubicBezTo>
                    <a:pt x="396" y="338"/>
                    <a:pt x="396" y="338"/>
                    <a:pt x="396" y="338"/>
                  </a:cubicBezTo>
                  <a:cubicBezTo>
                    <a:pt x="396" y="338"/>
                    <a:pt x="395" y="338"/>
                    <a:pt x="395" y="338"/>
                  </a:cubicBezTo>
                  <a:cubicBezTo>
                    <a:pt x="394" y="339"/>
                    <a:pt x="394" y="338"/>
                    <a:pt x="393" y="338"/>
                  </a:cubicBezTo>
                  <a:cubicBezTo>
                    <a:pt x="393" y="339"/>
                    <a:pt x="394" y="340"/>
                    <a:pt x="394" y="340"/>
                  </a:cubicBezTo>
                  <a:cubicBezTo>
                    <a:pt x="394" y="340"/>
                    <a:pt x="396" y="339"/>
                    <a:pt x="395" y="340"/>
                  </a:cubicBezTo>
                  <a:cubicBezTo>
                    <a:pt x="395" y="340"/>
                    <a:pt x="396" y="340"/>
                    <a:pt x="396" y="340"/>
                  </a:cubicBezTo>
                  <a:cubicBezTo>
                    <a:pt x="396" y="340"/>
                    <a:pt x="395" y="340"/>
                    <a:pt x="395" y="340"/>
                  </a:cubicBezTo>
                  <a:cubicBezTo>
                    <a:pt x="394" y="340"/>
                    <a:pt x="395" y="341"/>
                    <a:pt x="395" y="341"/>
                  </a:cubicBezTo>
                  <a:cubicBezTo>
                    <a:pt x="396" y="341"/>
                    <a:pt x="397" y="340"/>
                    <a:pt x="396" y="339"/>
                  </a:cubicBezTo>
                  <a:close/>
                  <a:moveTo>
                    <a:pt x="393" y="337"/>
                  </a:moveTo>
                  <a:cubicBezTo>
                    <a:pt x="394" y="337"/>
                    <a:pt x="394" y="337"/>
                    <a:pt x="395" y="336"/>
                  </a:cubicBezTo>
                  <a:cubicBezTo>
                    <a:pt x="395" y="337"/>
                    <a:pt x="396" y="337"/>
                    <a:pt x="395" y="337"/>
                  </a:cubicBezTo>
                  <a:cubicBezTo>
                    <a:pt x="395" y="337"/>
                    <a:pt x="394" y="337"/>
                    <a:pt x="394" y="337"/>
                  </a:cubicBezTo>
                  <a:cubicBezTo>
                    <a:pt x="394" y="338"/>
                    <a:pt x="396" y="338"/>
                    <a:pt x="395" y="337"/>
                  </a:cubicBezTo>
                  <a:cubicBezTo>
                    <a:pt x="396" y="337"/>
                    <a:pt x="396" y="338"/>
                    <a:pt x="396" y="338"/>
                  </a:cubicBezTo>
                  <a:cubicBezTo>
                    <a:pt x="396" y="338"/>
                    <a:pt x="396" y="339"/>
                    <a:pt x="397" y="339"/>
                  </a:cubicBezTo>
                  <a:cubicBezTo>
                    <a:pt x="397" y="339"/>
                    <a:pt x="397" y="340"/>
                    <a:pt x="397" y="340"/>
                  </a:cubicBezTo>
                  <a:cubicBezTo>
                    <a:pt x="398" y="340"/>
                    <a:pt x="398" y="340"/>
                    <a:pt x="398" y="340"/>
                  </a:cubicBezTo>
                  <a:cubicBezTo>
                    <a:pt x="398" y="341"/>
                    <a:pt x="398" y="341"/>
                    <a:pt x="398" y="341"/>
                  </a:cubicBezTo>
                  <a:cubicBezTo>
                    <a:pt x="399" y="341"/>
                    <a:pt x="399" y="340"/>
                    <a:pt x="399" y="339"/>
                  </a:cubicBezTo>
                  <a:cubicBezTo>
                    <a:pt x="398" y="339"/>
                    <a:pt x="398" y="339"/>
                    <a:pt x="398" y="338"/>
                  </a:cubicBezTo>
                  <a:cubicBezTo>
                    <a:pt x="398" y="339"/>
                    <a:pt x="398" y="338"/>
                    <a:pt x="398" y="338"/>
                  </a:cubicBezTo>
                  <a:cubicBezTo>
                    <a:pt x="398" y="338"/>
                    <a:pt x="397" y="338"/>
                    <a:pt x="397" y="337"/>
                  </a:cubicBezTo>
                  <a:cubicBezTo>
                    <a:pt x="397" y="337"/>
                    <a:pt x="396" y="336"/>
                    <a:pt x="395" y="336"/>
                  </a:cubicBezTo>
                  <a:cubicBezTo>
                    <a:pt x="395" y="336"/>
                    <a:pt x="395" y="335"/>
                    <a:pt x="395" y="335"/>
                  </a:cubicBezTo>
                  <a:cubicBezTo>
                    <a:pt x="395" y="334"/>
                    <a:pt x="394" y="334"/>
                    <a:pt x="394" y="334"/>
                  </a:cubicBezTo>
                  <a:cubicBezTo>
                    <a:pt x="394" y="333"/>
                    <a:pt x="393" y="333"/>
                    <a:pt x="393" y="334"/>
                  </a:cubicBezTo>
                  <a:cubicBezTo>
                    <a:pt x="392" y="333"/>
                    <a:pt x="392" y="334"/>
                    <a:pt x="393" y="335"/>
                  </a:cubicBezTo>
                  <a:cubicBezTo>
                    <a:pt x="393" y="336"/>
                    <a:pt x="393" y="336"/>
                    <a:pt x="394" y="335"/>
                  </a:cubicBezTo>
                  <a:cubicBezTo>
                    <a:pt x="394" y="335"/>
                    <a:pt x="393" y="336"/>
                    <a:pt x="393" y="337"/>
                  </a:cubicBezTo>
                  <a:close/>
                  <a:moveTo>
                    <a:pt x="383" y="296"/>
                  </a:moveTo>
                  <a:cubicBezTo>
                    <a:pt x="382" y="296"/>
                    <a:pt x="383" y="297"/>
                    <a:pt x="383" y="298"/>
                  </a:cubicBezTo>
                  <a:cubicBezTo>
                    <a:pt x="384" y="298"/>
                    <a:pt x="384" y="297"/>
                    <a:pt x="384" y="297"/>
                  </a:cubicBezTo>
                  <a:cubicBezTo>
                    <a:pt x="383" y="296"/>
                    <a:pt x="383" y="296"/>
                    <a:pt x="383" y="296"/>
                  </a:cubicBezTo>
                  <a:close/>
                  <a:moveTo>
                    <a:pt x="401" y="332"/>
                  </a:moveTo>
                  <a:cubicBezTo>
                    <a:pt x="400" y="333"/>
                    <a:pt x="402" y="333"/>
                    <a:pt x="402" y="333"/>
                  </a:cubicBezTo>
                  <a:cubicBezTo>
                    <a:pt x="403" y="333"/>
                    <a:pt x="404" y="333"/>
                    <a:pt x="404" y="333"/>
                  </a:cubicBezTo>
                  <a:cubicBezTo>
                    <a:pt x="405" y="333"/>
                    <a:pt x="405" y="333"/>
                    <a:pt x="405" y="333"/>
                  </a:cubicBezTo>
                  <a:cubicBezTo>
                    <a:pt x="406" y="333"/>
                    <a:pt x="406" y="333"/>
                    <a:pt x="406" y="333"/>
                  </a:cubicBezTo>
                  <a:cubicBezTo>
                    <a:pt x="407" y="332"/>
                    <a:pt x="406" y="332"/>
                    <a:pt x="406" y="332"/>
                  </a:cubicBezTo>
                  <a:cubicBezTo>
                    <a:pt x="405" y="332"/>
                    <a:pt x="404" y="332"/>
                    <a:pt x="404" y="332"/>
                  </a:cubicBezTo>
                  <a:cubicBezTo>
                    <a:pt x="403" y="332"/>
                    <a:pt x="403" y="331"/>
                    <a:pt x="402" y="331"/>
                  </a:cubicBezTo>
                  <a:cubicBezTo>
                    <a:pt x="402" y="331"/>
                    <a:pt x="401" y="331"/>
                    <a:pt x="402" y="331"/>
                  </a:cubicBezTo>
                  <a:cubicBezTo>
                    <a:pt x="402" y="332"/>
                    <a:pt x="402" y="332"/>
                    <a:pt x="402" y="332"/>
                  </a:cubicBezTo>
                  <a:cubicBezTo>
                    <a:pt x="402" y="332"/>
                    <a:pt x="401" y="331"/>
                    <a:pt x="401" y="332"/>
                  </a:cubicBezTo>
                  <a:close/>
                  <a:moveTo>
                    <a:pt x="276" y="97"/>
                  </a:moveTo>
                  <a:cubicBezTo>
                    <a:pt x="276" y="97"/>
                    <a:pt x="276" y="97"/>
                    <a:pt x="276" y="97"/>
                  </a:cubicBezTo>
                  <a:cubicBezTo>
                    <a:pt x="276" y="97"/>
                    <a:pt x="276" y="97"/>
                    <a:pt x="276" y="97"/>
                  </a:cubicBezTo>
                  <a:close/>
                  <a:moveTo>
                    <a:pt x="388" y="288"/>
                  </a:moveTo>
                  <a:cubicBezTo>
                    <a:pt x="388" y="289"/>
                    <a:pt x="386" y="288"/>
                    <a:pt x="385" y="288"/>
                  </a:cubicBezTo>
                  <a:cubicBezTo>
                    <a:pt x="385" y="289"/>
                    <a:pt x="386" y="289"/>
                    <a:pt x="386" y="289"/>
                  </a:cubicBezTo>
                  <a:cubicBezTo>
                    <a:pt x="387" y="289"/>
                    <a:pt x="387" y="289"/>
                    <a:pt x="387" y="290"/>
                  </a:cubicBezTo>
                  <a:cubicBezTo>
                    <a:pt x="387" y="289"/>
                    <a:pt x="388" y="289"/>
                    <a:pt x="388" y="289"/>
                  </a:cubicBezTo>
                  <a:cubicBezTo>
                    <a:pt x="388" y="289"/>
                    <a:pt x="387" y="289"/>
                    <a:pt x="387" y="289"/>
                  </a:cubicBezTo>
                  <a:cubicBezTo>
                    <a:pt x="387" y="288"/>
                    <a:pt x="388" y="288"/>
                    <a:pt x="388" y="289"/>
                  </a:cubicBezTo>
                  <a:cubicBezTo>
                    <a:pt x="387" y="289"/>
                    <a:pt x="389" y="289"/>
                    <a:pt x="389" y="289"/>
                  </a:cubicBezTo>
                  <a:cubicBezTo>
                    <a:pt x="389" y="288"/>
                    <a:pt x="388" y="288"/>
                    <a:pt x="388" y="288"/>
                  </a:cubicBezTo>
                  <a:close/>
                  <a:moveTo>
                    <a:pt x="393" y="308"/>
                  </a:moveTo>
                  <a:cubicBezTo>
                    <a:pt x="393" y="308"/>
                    <a:pt x="392" y="308"/>
                    <a:pt x="392" y="308"/>
                  </a:cubicBezTo>
                  <a:cubicBezTo>
                    <a:pt x="393" y="308"/>
                    <a:pt x="392" y="307"/>
                    <a:pt x="392" y="307"/>
                  </a:cubicBezTo>
                  <a:cubicBezTo>
                    <a:pt x="392" y="307"/>
                    <a:pt x="391" y="306"/>
                    <a:pt x="390" y="306"/>
                  </a:cubicBezTo>
                  <a:cubicBezTo>
                    <a:pt x="390" y="306"/>
                    <a:pt x="390" y="308"/>
                    <a:pt x="390" y="308"/>
                  </a:cubicBezTo>
                  <a:cubicBezTo>
                    <a:pt x="391" y="308"/>
                    <a:pt x="391" y="310"/>
                    <a:pt x="392" y="309"/>
                  </a:cubicBezTo>
                  <a:cubicBezTo>
                    <a:pt x="392" y="309"/>
                    <a:pt x="392" y="309"/>
                    <a:pt x="392" y="309"/>
                  </a:cubicBezTo>
                  <a:cubicBezTo>
                    <a:pt x="392" y="308"/>
                    <a:pt x="393" y="309"/>
                    <a:pt x="393" y="308"/>
                  </a:cubicBezTo>
                  <a:close/>
                  <a:moveTo>
                    <a:pt x="390" y="297"/>
                  </a:moveTo>
                  <a:cubicBezTo>
                    <a:pt x="389" y="297"/>
                    <a:pt x="388" y="297"/>
                    <a:pt x="387" y="297"/>
                  </a:cubicBezTo>
                  <a:cubicBezTo>
                    <a:pt x="386" y="297"/>
                    <a:pt x="387" y="298"/>
                    <a:pt x="388" y="298"/>
                  </a:cubicBezTo>
                  <a:cubicBezTo>
                    <a:pt x="387" y="298"/>
                    <a:pt x="388" y="299"/>
                    <a:pt x="389" y="299"/>
                  </a:cubicBezTo>
                  <a:cubicBezTo>
                    <a:pt x="389" y="299"/>
                    <a:pt x="390" y="298"/>
                    <a:pt x="390" y="298"/>
                  </a:cubicBezTo>
                  <a:cubicBezTo>
                    <a:pt x="390" y="298"/>
                    <a:pt x="391" y="298"/>
                    <a:pt x="391" y="298"/>
                  </a:cubicBezTo>
                  <a:cubicBezTo>
                    <a:pt x="392" y="298"/>
                    <a:pt x="390" y="297"/>
                    <a:pt x="390" y="297"/>
                  </a:cubicBezTo>
                  <a:close/>
                  <a:moveTo>
                    <a:pt x="402" y="337"/>
                  </a:moveTo>
                  <a:cubicBezTo>
                    <a:pt x="402" y="337"/>
                    <a:pt x="401" y="337"/>
                    <a:pt x="401" y="337"/>
                  </a:cubicBezTo>
                  <a:cubicBezTo>
                    <a:pt x="401" y="336"/>
                    <a:pt x="401" y="336"/>
                    <a:pt x="400" y="336"/>
                  </a:cubicBezTo>
                  <a:cubicBezTo>
                    <a:pt x="400" y="336"/>
                    <a:pt x="400" y="336"/>
                    <a:pt x="400" y="336"/>
                  </a:cubicBezTo>
                  <a:cubicBezTo>
                    <a:pt x="400" y="335"/>
                    <a:pt x="400" y="335"/>
                    <a:pt x="400" y="335"/>
                  </a:cubicBezTo>
                  <a:cubicBezTo>
                    <a:pt x="399" y="334"/>
                    <a:pt x="400" y="336"/>
                    <a:pt x="400" y="336"/>
                  </a:cubicBezTo>
                  <a:cubicBezTo>
                    <a:pt x="400" y="336"/>
                    <a:pt x="400" y="336"/>
                    <a:pt x="400" y="337"/>
                  </a:cubicBezTo>
                  <a:cubicBezTo>
                    <a:pt x="400" y="337"/>
                    <a:pt x="401" y="338"/>
                    <a:pt x="401" y="338"/>
                  </a:cubicBezTo>
                  <a:cubicBezTo>
                    <a:pt x="401" y="339"/>
                    <a:pt x="400" y="337"/>
                    <a:pt x="399" y="338"/>
                  </a:cubicBezTo>
                  <a:cubicBezTo>
                    <a:pt x="398" y="338"/>
                    <a:pt x="399" y="339"/>
                    <a:pt x="400" y="340"/>
                  </a:cubicBezTo>
                  <a:cubicBezTo>
                    <a:pt x="401" y="340"/>
                    <a:pt x="402" y="340"/>
                    <a:pt x="403" y="341"/>
                  </a:cubicBezTo>
                  <a:cubicBezTo>
                    <a:pt x="404" y="341"/>
                    <a:pt x="404" y="340"/>
                    <a:pt x="403" y="340"/>
                  </a:cubicBezTo>
                  <a:cubicBezTo>
                    <a:pt x="403" y="340"/>
                    <a:pt x="404" y="340"/>
                    <a:pt x="403" y="340"/>
                  </a:cubicBezTo>
                  <a:cubicBezTo>
                    <a:pt x="403" y="340"/>
                    <a:pt x="402" y="338"/>
                    <a:pt x="402" y="338"/>
                  </a:cubicBezTo>
                  <a:cubicBezTo>
                    <a:pt x="402" y="338"/>
                    <a:pt x="401" y="338"/>
                    <a:pt x="401" y="338"/>
                  </a:cubicBezTo>
                  <a:cubicBezTo>
                    <a:pt x="401" y="338"/>
                    <a:pt x="402" y="338"/>
                    <a:pt x="402" y="337"/>
                  </a:cubicBezTo>
                  <a:close/>
                  <a:moveTo>
                    <a:pt x="390" y="305"/>
                  </a:moveTo>
                  <a:cubicBezTo>
                    <a:pt x="390" y="305"/>
                    <a:pt x="391" y="305"/>
                    <a:pt x="391" y="305"/>
                  </a:cubicBezTo>
                  <a:cubicBezTo>
                    <a:pt x="391" y="305"/>
                    <a:pt x="390" y="305"/>
                    <a:pt x="390" y="305"/>
                  </a:cubicBezTo>
                  <a:cubicBezTo>
                    <a:pt x="390" y="304"/>
                    <a:pt x="389" y="304"/>
                    <a:pt x="389" y="304"/>
                  </a:cubicBezTo>
                  <a:cubicBezTo>
                    <a:pt x="388" y="304"/>
                    <a:pt x="390" y="305"/>
                    <a:pt x="390" y="305"/>
                  </a:cubicBezTo>
                  <a:close/>
                  <a:moveTo>
                    <a:pt x="388" y="292"/>
                  </a:moveTo>
                  <a:cubicBezTo>
                    <a:pt x="388" y="292"/>
                    <a:pt x="389" y="292"/>
                    <a:pt x="389" y="292"/>
                  </a:cubicBezTo>
                  <a:cubicBezTo>
                    <a:pt x="390" y="292"/>
                    <a:pt x="388" y="291"/>
                    <a:pt x="388" y="292"/>
                  </a:cubicBezTo>
                  <a:close/>
                  <a:moveTo>
                    <a:pt x="397" y="344"/>
                  </a:moveTo>
                  <a:cubicBezTo>
                    <a:pt x="398" y="344"/>
                    <a:pt x="398" y="344"/>
                    <a:pt x="398" y="344"/>
                  </a:cubicBezTo>
                  <a:cubicBezTo>
                    <a:pt x="399" y="343"/>
                    <a:pt x="399" y="344"/>
                    <a:pt x="399" y="345"/>
                  </a:cubicBezTo>
                  <a:cubicBezTo>
                    <a:pt x="400" y="345"/>
                    <a:pt x="400" y="344"/>
                    <a:pt x="399" y="344"/>
                  </a:cubicBezTo>
                  <a:cubicBezTo>
                    <a:pt x="399" y="344"/>
                    <a:pt x="399" y="343"/>
                    <a:pt x="398" y="343"/>
                  </a:cubicBezTo>
                  <a:cubicBezTo>
                    <a:pt x="397" y="342"/>
                    <a:pt x="398" y="343"/>
                    <a:pt x="398" y="343"/>
                  </a:cubicBezTo>
                  <a:cubicBezTo>
                    <a:pt x="397" y="343"/>
                    <a:pt x="397" y="342"/>
                    <a:pt x="397" y="342"/>
                  </a:cubicBezTo>
                  <a:cubicBezTo>
                    <a:pt x="397" y="342"/>
                    <a:pt x="397" y="343"/>
                    <a:pt x="396" y="343"/>
                  </a:cubicBezTo>
                  <a:cubicBezTo>
                    <a:pt x="396" y="343"/>
                    <a:pt x="397" y="343"/>
                    <a:pt x="397" y="343"/>
                  </a:cubicBezTo>
                  <a:cubicBezTo>
                    <a:pt x="397" y="342"/>
                    <a:pt x="396" y="342"/>
                    <a:pt x="396" y="342"/>
                  </a:cubicBezTo>
                  <a:cubicBezTo>
                    <a:pt x="396" y="343"/>
                    <a:pt x="396" y="342"/>
                    <a:pt x="396" y="343"/>
                  </a:cubicBezTo>
                  <a:cubicBezTo>
                    <a:pt x="395" y="342"/>
                    <a:pt x="395" y="343"/>
                    <a:pt x="396" y="344"/>
                  </a:cubicBezTo>
                  <a:cubicBezTo>
                    <a:pt x="396" y="344"/>
                    <a:pt x="397" y="344"/>
                    <a:pt x="397" y="343"/>
                  </a:cubicBezTo>
                  <a:cubicBezTo>
                    <a:pt x="397" y="344"/>
                    <a:pt x="397" y="344"/>
                    <a:pt x="397" y="344"/>
                  </a:cubicBezTo>
                  <a:close/>
                  <a:moveTo>
                    <a:pt x="386" y="283"/>
                  </a:moveTo>
                  <a:cubicBezTo>
                    <a:pt x="386" y="283"/>
                    <a:pt x="386" y="283"/>
                    <a:pt x="387" y="283"/>
                  </a:cubicBezTo>
                  <a:cubicBezTo>
                    <a:pt x="387" y="283"/>
                    <a:pt x="387" y="283"/>
                    <a:pt x="387" y="283"/>
                  </a:cubicBezTo>
                  <a:cubicBezTo>
                    <a:pt x="387" y="282"/>
                    <a:pt x="386" y="282"/>
                    <a:pt x="386" y="281"/>
                  </a:cubicBezTo>
                  <a:cubicBezTo>
                    <a:pt x="386" y="281"/>
                    <a:pt x="385" y="280"/>
                    <a:pt x="386" y="281"/>
                  </a:cubicBezTo>
                  <a:cubicBezTo>
                    <a:pt x="386" y="281"/>
                    <a:pt x="386" y="281"/>
                    <a:pt x="386" y="281"/>
                  </a:cubicBezTo>
                  <a:cubicBezTo>
                    <a:pt x="387" y="281"/>
                    <a:pt x="387" y="280"/>
                    <a:pt x="387" y="281"/>
                  </a:cubicBezTo>
                  <a:cubicBezTo>
                    <a:pt x="388" y="281"/>
                    <a:pt x="388" y="281"/>
                    <a:pt x="388" y="281"/>
                  </a:cubicBezTo>
                  <a:cubicBezTo>
                    <a:pt x="388" y="280"/>
                    <a:pt x="387" y="280"/>
                    <a:pt x="387" y="280"/>
                  </a:cubicBezTo>
                  <a:cubicBezTo>
                    <a:pt x="387" y="280"/>
                    <a:pt x="387" y="280"/>
                    <a:pt x="387" y="280"/>
                  </a:cubicBezTo>
                  <a:cubicBezTo>
                    <a:pt x="387" y="279"/>
                    <a:pt x="386" y="278"/>
                    <a:pt x="385" y="278"/>
                  </a:cubicBezTo>
                  <a:cubicBezTo>
                    <a:pt x="386" y="278"/>
                    <a:pt x="387" y="278"/>
                    <a:pt x="387" y="278"/>
                  </a:cubicBezTo>
                  <a:cubicBezTo>
                    <a:pt x="387" y="277"/>
                    <a:pt x="385" y="277"/>
                    <a:pt x="385" y="276"/>
                  </a:cubicBezTo>
                  <a:cubicBezTo>
                    <a:pt x="385" y="276"/>
                    <a:pt x="384" y="276"/>
                    <a:pt x="384" y="276"/>
                  </a:cubicBezTo>
                  <a:cubicBezTo>
                    <a:pt x="383" y="275"/>
                    <a:pt x="383" y="275"/>
                    <a:pt x="383" y="275"/>
                  </a:cubicBezTo>
                  <a:cubicBezTo>
                    <a:pt x="383" y="275"/>
                    <a:pt x="382" y="273"/>
                    <a:pt x="383" y="274"/>
                  </a:cubicBezTo>
                  <a:cubicBezTo>
                    <a:pt x="383" y="274"/>
                    <a:pt x="383" y="274"/>
                    <a:pt x="384" y="274"/>
                  </a:cubicBezTo>
                  <a:cubicBezTo>
                    <a:pt x="384" y="274"/>
                    <a:pt x="385" y="274"/>
                    <a:pt x="384" y="274"/>
                  </a:cubicBezTo>
                  <a:cubicBezTo>
                    <a:pt x="384" y="274"/>
                    <a:pt x="383" y="273"/>
                    <a:pt x="383" y="272"/>
                  </a:cubicBezTo>
                  <a:cubicBezTo>
                    <a:pt x="384" y="272"/>
                    <a:pt x="385" y="272"/>
                    <a:pt x="385" y="272"/>
                  </a:cubicBezTo>
                  <a:cubicBezTo>
                    <a:pt x="385" y="272"/>
                    <a:pt x="386" y="272"/>
                    <a:pt x="386" y="271"/>
                  </a:cubicBezTo>
                  <a:cubicBezTo>
                    <a:pt x="385" y="271"/>
                    <a:pt x="385" y="271"/>
                    <a:pt x="385" y="271"/>
                  </a:cubicBezTo>
                  <a:cubicBezTo>
                    <a:pt x="385" y="270"/>
                    <a:pt x="384" y="270"/>
                    <a:pt x="384" y="270"/>
                  </a:cubicBezTo>
                  <a:cubicBezTo>
                    <a:pt x="384" y="269"/>
                    <a:pt x="384" y="269"/>
                    <a:pt x="383" y="268"/>
                  </a:cubicBezTo>
                  <a:cubicBezTo>
                    <a:pt x="383" y="268"/>
                    <a:pt x="382" y="268"/>
                    <a:pt x="382" y="268"/>
                  </a:cubicBezTo>
                  <a:cubicBezTo>
                    <a:pt x="382" y="268"/>
                    <a:pt x="383" y="268"/>
                    <a:pt x="383" y="268"/>
                  </a:cubicBezTo>
                  <a:cubicBezTo>
                    <a:pt x="382" y="267"/>
                    <a:pt x="382" y="267"/>
                    <a:pt x="383" y="267"/>
                  </a:cubicBezTo>
                  <a:cubicBezTo>
                    <a:pt x="383" y="267"/>
                    <a:pt x="382" y="266"/>
                    <a:pt x="382" y="266"/>
                  </a:cubicBezTo>
                  <a:cubicBezTo>
                    <a:pt x="381" y="266"/>
                    <a:pt x="382" y="267"/>
                    <a:pt x="381" y="266"/>
                  </a:cubicBezTo>
                  <a:cubicBezTo>
                    <a:pt x="380" y="266"/>
                    <a:pt x="380" y="267"/>
                    <a:pt x="381" y="267"/>
                  </a:cubicBezTo>
                  <a:cubicBezTo>
                    <a:pt x="380" y="267"/>
                    <a:pt x="380" y="267"/>
                    <a:pt x="380" y="267"/>
                  </a:cubicBezTo>
                  <a:cubicBezTo>
                    <a:pt x="380" y="267"/>
                    <a:pt x="380" y="267"/>
                    <a:pt x="380" y="267"/>
                  </a:cubicBezTo>
                  <a:cubicBezTo>
                    <a:pt x="379" y="267"/>
                    <a:pt x="378" y="267"/>
                    <a:pt x="378" y="267"/>
                  </a:cubicBezTo>
                  <a:cubicBezTo>
                    <a:pt x="378" y="267"/>
                    <a:pt x="379" y="267"/>
                    <a:pt x="379" y="267"/>
                  </a:cubicBezTo>
                  <a:cubicBezTo>
                    <a:pt x="379" y="266"/>
                    <a:pt x="379" y="266"/>
                    <a:pt x="378" y="266"/>
                  </a:cubicBezTo>
                  <a:cubicBezTo>
                    <a:pt x="378" y="266"/>
                    <a:pt x="377" y="266"/>
                    <a:pt x="378" y="266"/>
                  </a:cubicBezTo>
                  <a:cubicBezTo>
                    <a:pt x="378" y="267"/>
                    <a:pt x="378" y="267"/>
                    <a:pt x="378" y="267"/>
                  </a:cubicBezTo>
                  <a:cubicBezTo>
                    <a:pt x="378" y="268"/>
                    <a:pt x="379" y="269"/>
                    <a:pt x="379" y="269"/>
                  </a:cubicBezTo>
                  <a:cubicBezTo>
                    <a:pt x="379" y="270"/>
                    <a:pt x="378" y="270"/>
                    <a:pt x="378" y="271"/>
                  </a:cubicBezTo>
                  <a:cubicBezTo>
                    <a:pt x="378" y="271"/>
                    <a:pt x="379" y="272"/>
                    <a:pt x="379" y="273"/>
                  </a:cubicBezTo>
                  <a:cubicBezTo>
                    <a:pt x="379" y="273"/>
                    <a:pt x="379" y="274"/>
                    <a:pt x="379" y="274"/>
                  </a:cubicBezTo>
                  <a:cubicBezTo>
                    <a:pt x="380" y="275"/>
                    <a:pt x="380" y="275"/>
                    <a:pt x="380" y="276"/>
                  </a:cubicBezTo>
                  <a:cubicBezTo>
                    <a:pt x="380" y="277"/>
                    <a:pt x="381" y="277"/>
                    <a:pt x="381" y="278"/>
                  </a:cubicBezTo>
                  <a:cubicBezTo>
                    <a:pt x="381" y="278"/>
                    <a:pt x="381" y="279"/>
                    <a:pt x="381" y="279"/>
                  </a:cubicBezTo>
                  <a:cubicBezTo>
                    <a:pt x="381" y="279"/>
                    <a:pt x="381" y="280"/>
                    <a:pt x="381" y="280"/>
                  </a:cubicBezTo>
                  <a:cubicBezTo>
                    <a:pt x="380" y="280"/>
                    <a:pt x="381" y="280"/>
                    <a:pt x="381" y="281"/>
                  </a:cubicBezTo>
                  <a:cubicBezTo>
                    <a:pt x="381" y="281"/>
                    <a:pt x="381" y="282"/>
                    <a:pt x="381" y="282"/>
                  </a:cubicBezTo>
                  <a:cubicBezTo>
                    <a:pt x="381" y="282"/>
                    <a:pt x="381" y="283"/>
                    <a:pt x="382" y="283"/>
                  </a:cubicBezTo>
                  <a:cubicBezTo>
                    <a:pt x="383" y="283"/>
                    <a:pt x="383" y="283"/>
                    <a:pt x="384" y="283"/>
                  </a:cubicBezTo>
                  <a:cubicBezTo>
                    <a:pt x="385" y="283"/>
                    <a:pt x="385" y="283"/>
                    <a:pt x="386" y="284"/>
                  </a:cubicBezTo>
                  <a:cubicBezTo>
                    <a:pt x="386" y="284"/>
                    <a:pt x="386" y="283"/>
                    <a:pt x="386" y="283"/>
                  </a:cubicBezTo>
                  <a:close/>
                  <a:moveTo>
                    <a:pt x="381" y="299"/>
                  </a:moveTo>
                  <a:cubicBezTo>
                    <a:pt x="381" y="299"/>
                    <a:pt x="382" y="300"/>
                    <a:pt x="382" y="300"/>
                  </a:cubicBezTo>
                  <a:cubicBezTo>
                    <a:pt x="383" y="300"/>
                    <a:pt x="381" y="298"/>
                    <a:pt x="381" y="299"/>
                  </a:cubicBezTo>
                  <a:close/>
                  <a:moveTo>
                    <a:pt x="395" y="297"/>
                  </a:moveTo>
                  <a:cubicBezTo>
                    <a:pt x="394" y="297"/>
                    <a:pt x="396" y="298"/>
                    <a:pt x="396" y="299"/>
                  </a:cubicBezTo>
                  <a:cubicBezTo>
                    <a:pt x="396" y="299"/>
                    <a:pt x="397" y="298"/>
                    <a:pt x="397" y="299"/>
                  </a:cubicBezTo>
                  <a:cubicBezTo>
                    <a:pt x="397" y="299"/>
                    <a:pt x="398" y="299"/>
                    <a:pt x="397" y="299"/>
                  </a:cubicBezTo>
                  <a:cubicBezTo>
                    <a:pt x="397" y="299"/>
                    <a:pt x="397" y="299"/>
                    <a:pt x="397" y="299"/>
                  </a:cubicBezTo>
                  <a:cubicBezTo>
                    <a:pt x="397" y="299"/>
                    <a:pt x="396" y="299"/>
                    <a:pt x="396" y="299"/>
                  </a:cubicBezTo>
                  <a:cubicBezTo>
                    <a:pt x="396" y="299"/>
                    <a:pt x="398" y="300"/>
                    <a:pt x="398" y="300"/>
                  </a:cubicBezTo>
                  <a:cubicBezTo>
                    <a:pt x="399" y="300"/>
                    <a:pt x="399" y="299"/>
                    <a:pt x="400" y="298"/>
                  </a:cubicBezTo>
                  <a:cubicBezTo>
                    <a:pt x="401" y="297"/>
                    <a:pt x="399" y="297"/>
                    <a:pt x="399" y="297"/>
                  </a:cubicBezTo>
                  <a:cubicBezTo>
                    <a:pt x="399" y="297"/>
                    <a:pt x="400" y="298"/>
                    <a:pt x="400" y="297"/>
                  </a:cubicBezTo>
                  <a:cubicBezTo>
                    <a:pt x="401" y="297"/>
                    <a:pt x="401" y="296"/>
                    <a:pt x="401" y="296"/>
                  </a:cubicBezTo>
                  <a:cubicBezTo>
                    <a:pt x="400" y="295"/>
                    <a:pt x="400" y="295"/>
                    <a:pt x="399" y="295"/>
                  </a:cubicBezTo>
                  <a:cubicBezTo>
                    <a:pt x="399" y="295"/>
                    <a:pt x="399" y="295"/>
                    <a:pt x="398" y="296"/>
                  </a:cubicBezTo>
                  <a:cubicBezTo>
                    <a:pt x="398" y="295"/>
                    <a:pt x="399" y="294"/>
                    <a:pt x="398" y="294"/>
                  </a:cubicBezTo>
                  <a:cubicBezTo>
                    <a:pt x="396" y="294"/>
                    <a:pt x="398" y="295"/>
                    <a:pt x="398" y="295"/>
                  </a:cubicBezTo>
                  <a:cubicBezTo>
                    <a:pt x="397" y="295"/>
                    <a:pt x="396" y="294"/>
                    <a:pt x="396" y="295"/>
                  </a:cubicBezTo>
                  <a:cubicBezTo>
                    <a:pt x="396" y="295"/>
                    <a:pt x="397" y="296"/>
                    <a:pt x="397" y="296"/>
                  </a:cubicBezTo>
                  <a:cubicBezTo>
                    <a:pt x="397" y="296"/>
                    <a:pt x="397" y="297"/>
                    <a:pt x="397" y="296"/>
                  </a:cubicBezTo>
                  <a:cubicBezTo>
                    <a:pt x="397" y="296"/>
                    <a:pt x="396" y="296"/>
                    <a:pt x="396" y="296"/>
                  </a:cubicBezTo>
                  <a:cubicBezTo>
                    <a:pt x="396" y="296"/>
                    <a:pt x="397" y="297"/>
                    <a:pt x="397" y="297"/>
                  </a:cubicBezTo>
                  <a:cubicBezTo>
                    <a:pt x="397" y="297"/>
                    <a:pt x="395" y="296"/>
                    <a:pt x="395" y="297"/>
                  </a:cubicBezTo>
                  <a:close/>
                  <a:moveTo>
                    <a:pt x="449" y="396"/>
                  </a:moveTo>
                  <a:cubicBezTo>
                    <a:pt x="449" y="396"/>
                    <a:pt x="448" y="396"/>
                    <a:pt x="448" y="396"/>
                  </a:cubicBezTo>
                  <a:cubicBezTo>
                    <a:pt x="449" y="396"/>
                    <a:pt x="449" y="396"/>
                    <a:pt x="449" y="396"/>
                  </a:cubicBezTo>
                  <a:cubicBezTo>
                    <a:pt x="449" y="396"/>
                    <a:pt x="448" y="395"/>
                    <a:pt x="448" y="395"/>
                  </a:cubicBezTo>
                  <a:cubicBezTo>
                    <a:pt x="448" y="395"/>
                    <a:pt x="450" y="396"/>
                    <a:pt x="450" y="395"/>
                  </a:cubicBezTo>
                  <a:cubicBezTo>
                    <a:pt x="450" y="396"/>
                    <a:pt x="450" y="394"/>
                    <a:pt x="450" y="395"/>
                  </a:cubicBezTo>
                  <a:cubicBezTo>
                    <a:pt x="450" y="394"/>
                    <a:pt x="448" y="394"/>
                    <a:pt x="449" y="394"/>
                  </a:cubicBezTo>
                  <a:cubicBezTo>
                    <a:pt x="449" y="394"/>
                    <a:pt x="448" y="394"/>
                    <a:pt x="448" y="394"/>
                  </a:cubicBezTo>
                  <a:cubicBezTo>
                    <a:pt x="447" y="394"/>
                    <a:pt x="448" y="394"/>
                    <a:pt x="447" y="394"/>
                  </a:cubicBezTo>
                  <a:cubicBezTo>
                    <a:pt x="447" y="394"/>
                    <a:pt x="447" y="394"/>
                    <a:pt x="447" y="393"/>
                  </a:cubicBezTo>
                  <a:cubicBezTo>
                    <a:pt x="446" y="393"/>
                    <a:pt x="447" y="393"/>
                    <a:pt x="447" y="393"/>
                  </a:cubicBezTo>
                  <a:cubicBezTo>
                    <a:pt x="447" y="393"/>
                    <a:pt x="446" y="392"/>
                    <a:pt x="446" y="392"/>
                  </a:cubicBezTo>
                  <a:cubicBezTo>
                    <a:pt x="445" y="393"/>
                    <a:pt x="445" y="392"/>
                    <a:pt x="444" y="392"/>
                  </a:cubicBezTo>
                  <a:cubicBezTo>
                    <a:pt x="445" y="392"/>
                    <a:pt x="445" y="393"/>
                    <a:pt x="445" y="393"/>
                  </a:cubicBezTo>
                  <a:cubicBezTo>
                    <a:pt x="445" y="394"/>
                    <a:pt x="445" y="393"/>
                    <a:pt x="445" y="393"/>
                  </a:cubicBezTo>
                  <a:cubicBezTo>
                    <a:pt x="444" y="392"/>
                    <a:pt x="443" y="391"/>
                    <a:pt x="442" y="391"/>
                  </a:cubicBezTo>
                  <a:cubicBezTo>
                    <a:pt x="443" y="391"/>
                    <a:pt x="443" y="392"/>
                    <a:pt x="443" y="392"/>
                  </a:cubicBezTo>
                  <a:cubicBezTo>
                    <a:pt x="443" y="393"/>
                    <a:pt x="443" y="393"/>
                    <a:pt x="443" y="393"/>
                  </a:cubicBezTo>
                  <a:cubicBezTo>
                    <a:pt x="443" y="393"/>
                    <a:pt x="442" y="391"/>
                    <a:pt x="442" y="392"/>
                  </a:cubicBezTo>
                  <a:cubicBezTo>
                    <a:pt x="442" y="391"/>
                    <a:pt x="442" y="391"/>
                    <a:pt x="441" y="391"/>
                  </a:cubicBezTo>
                  <a:cubicBezTo>
                    <a:pt x="441" y="391"/>
                    <a:pt x="441" y="391"/>
                    <a:pt x="441" y="392"/>
                  </a:cubicBezTo>
                  <a:cubicBezTo>
                    <a:pt x="441" y="391"/>
                    <a:pt x="440" y="390"/>
                    <a:pt x="440" y="391"/>
                  </a:cubicBezTo>
                  <a:cubicBezTo>
                    <a:pt x="439" y="391"/>
                    <a:pt x="441" y="392"/>
                    <a:pt x="441" y="392"/>
                  </a:cubicBezTo>
                  <a:cubicBezTo>
                    <a:pt x="440" y="392"/>
                    <a:pt x="440" y="392"/>
                    <a:pt x="439" y="392"/>
                  </a:cubicBezTo>
                  <a:cubicBezTo>
                    <a:pt x="439" y="391"/>
                    <a:pt x="438" y="391"/>
                    <a:pt x="438" y="391"/>
                  </a:cubicBezTo>
                  <a:cubicBezTo>
                    <a:pt x="438" y="392"/>
                    <a:pt x="439" y="392"/>
                    <a:pt x="439" y="392"/>
                  </a:cubicBezTo>
                  <a:cubicBezTo>
                    <a:pt x="439" y="392"/>
                    <a:pt x="440" y="393"/>
                    <a:pt x="440" y="393"/>
                  </a:cubicBezTo>
                  <a:cubicBezTo>
                    <a:pt x="440" y="393"/>
                    <a:pt x="441" y="393"/>
                    <a:pt x="441" y="393"/>
                  </a:cubicBezTo>
                  <a:cubicBezTo>
                    <a:pt x="441" y="393"/>
                    <a:pt x="441" y="393"/>
                    <a:pt x="442" y="393"/>
                  </a:cubicBezTo>
                  <a:cubicBezTo>
                    <a:pt x="441" y="393"/>
                    <a:pt x="443" y="393"/>
                    <a:pt x="443" y="393"/>
                  </a:cubicBezTo>
                  <a:cubicBezTo>
                    <a:pt x="442" y="394"/>
                    <a:pt x="441" y="393"/>
                    <a:pt x="441" y="393"/>
                  </a:cubicBezTo>
                  <a:cubicBezTo>
                    <a:pt x="440" y="393"/>
                    <a:pt x="440" y="393"/>
                    <a:pt x="439" y="392"/>
                  </a:cubicBezTo>
                  <a:cubicBezTo>
                    <a:pt x="439" y="392"/>
                    <a:pt x="438" y="392"/>
                    <a:pt x="438" y="392"/>
                  </a:cubicBezTo>
                  <a:cubicBezTo>
                    <a:pt x="438" y="393"/>
                    <a:pt x="438" y="392"/>
                    <a:pt x="437" y="392"/>
                  </a:cubicBezTo>
                  <a:cubicBezTo>
                    <a:pt x="436" y="392"/>
                    <a:pt x="437" y="393"/>
                    <a:pt x="437" y="393"/>
                  </a:cubicBezTo>
                  <a:cubicBezTo>
                    <a:pt x="438" y="393"/>
                    <a:pt x="439" y="393"/>
                    <a:pt x="439" y="394"/>
                  </a:cubicBezTo>
                  <a:cubicBezTo>
                    <a:pt x="439" y="394"/>
                    <a:pt x="437" y="394"/>
                    <a:pt x="438" y="394"/>
                  </a:cubicBezTo>
                  <a:cubicBezTo>
                    <a:pt x="439" y="394"/>
                    <a:pt x="441" y="393"/>
                    <a:pt x="440" y="394"/>
                  </a:cubicBezTo>
                  <a:cubicBezTo>
                    <a:pt x="440" y="394"/>
                    <a:pt x="441" y="394"/>
                    <a:pt x="441" y="395"/>
                  </a:cubicBezTo>
                  <a:cubicBezTo>
                    <a:pt x="441" y="395"/>
                    <a:pt x="441" y="395"/>
                    <a:pt x="441" y="395"/>
                  </a:cubicBezTo>
                  <a:cubicBezTo>
                    <a:pt x="441" y="395"/>
                    <a:pt x="442" y="396"/>
                    <a:pt x="441" y="396"/>
                  </a:cubicBezTo>
                  <a:cubicBezTo>
                    <a:pt x="441" y="397"/>
                    <a:pt x="444" y="397"/>
                    <a:pt x="444" y="397"/>
                  </a:cubicBezTo>
                  <a:cubicBezTo>
                    <a:pt x="444" y="396"/>
                    <a:pt x="443" y="396"/>
                    <a:pt x="443" y="396"/>
                  </a:cubicBezTo>
                  <a:cubicBezTo>
                    <a:pt x="443" y="396"/>
                    <a:pt x="443" y="395"/>
                    <a:pt x="443" y="395"/>
                  </a:cubicBezTo>
                  <a:cubicBezTo>
                    <a:pt x="443" y="395"/>
                    <a:pt x="443" y="396"/>
                    <a:pt x="443" y="395"/>
                  </a:cubicBezTo>
                  <a:cubicBezTo>
                    <a:pt x="444" y="395"/>
                    <a:pt x="444" y="396"/>
                    <a:pt x="444" y="395"/>
                  </a:cubicBezTo>
                  <a:cubicBezTo>
                    <a:pt x="445" y="395"/>
                    <a:pt x="446" y="395"/>
                    <a:pt x="445" y="395"/>
                  </a:cubicBezTo>
                  <a:cubicBezTo>
                    <a:pt x="445" y="395"/>
                    <a:pt x="446" y="395"/>
                    <a:pt x="446" y="395"/>
                  </a:cubicBezTo>
                  <a:cubicBezTo>
                    <a:pt x="446" y="396"/>
                    <a:pt x="445" y="396"/>
                    <a:pt x="445" y="396"/>
                  </a:cubicBezTo>
                  <a:cubicBezTo>
                    <a:pt x="446" y="397"/>
                    <a:pt x="446" y="397"/>
                    <a:pt x="446" y="397"/>
                  </a:cubicBezTo>
                  <a:cubicBezTo>
                    <a:pt x="446" y="397"/>
                    <a:pt x="446" y="397"/>
                    <a:pt x="445" y="397"/>
                  </a:cubicBezTo>
                  <a:cubicBezTo>
                    <a:pt x="445" y="397"/>
                    <a:pt x="446" y="397"/>
                    <a:pt x="446" y="397"/>
                  </a:cubicBezTo>
                  <a:cubicBezTo>
                    <a:pt x="446" y="398"/>
                    <a:pt x="445" y="397"/>
                    <a:pt x="445" y="397"/>
                  </a:cubicBezTo>
                  <a:cubicBezTo>
                    <a:pt x="445" y="397"/>
                    <a:pt x="444" y="398"/>
                    <a:pt x="444" y="398"/>
                  </a:cubicBezTo>
                  <a:cubicBezTo>
                    <a:pt x="445" y="398"/>
                    <a:pt x="446" y="398"/>
                    <a:pt x="445" y="398"/>
                  </a:cubicBezTo>
                  <a:cubicBezTo>
                    <a:pt x="446" y="398"/>
                    <a:pt x="446" y="398"/>
                    <a:pt x="446" y="398"/>
                  </a:cubicBezTo>
                  <a:cubicBezTo>
                    <a:pt x="446" y="398"/>
                    <a:pt x="447" y="398"/>
                    <a:pt x="447" y="398"/>
                  </a:cubicBezTo>
                  <a:cubicBezTo>
                    <a:pt x="447" y="398"/>
                    <a:pt x="447" y="397"/>
                    <a:pt x="447" y="397"/>
                  </a:cubicBezTo>
                  <a:cubicBezTo>
                    <a:pt x="447" y="397"/>
                    <a:pt x="448" y="398"/>
                    <a:pt x="448" y="398"/>
                  </a:cubicBezTo>
                  <a:cubicBezTo>
                    <a:pt x="449" y="398"/>
                    <a:pt x="448" y="397"/>
                    <a:pt x="448" y="397"/>
                  </a:cubicBezTo>
                  <a:cubicBezTo>
                    <a:pt x="448" y="397"/>
                    <a:pt x="448" y="397"/>
                    <a:pt x="449" y="397"/>
                  </a:cubicBezTo>
                  <a:cubicBezTo>
                    <a:pt x="449" y="397"/>
                    <a:pt x="449" y="397"/>
                    <a:pt x="449" y="397"/>
                  </a:cubicBezTo>
                  <a:cubicBezTo>
                    <a:pt x="449" y="397"/>
                    <a:pt x="450" y="397"/>
                    <a:pt x="450" y="397"/>
                  </a:cubicBezTo>
                  <a:cubicBezTo>
                    <a:pt x="450" y="397"/>
                    <a:pt x="449" y="396"/>
                    <a:pt x="449" y="396"/>
                  </a:cubicBezTo>
                  <a:close/>
                  <a:moveTo>
                    <a:pt x="463" y="395"/>
                  </a:moveTo>
                  <a:cubicBezTo>
                    <a:pt x="462" y="395"/>
                    <a:pt x="460" y="395"/>
                    <a:pt x="461" y="396"/>
                  </a:cubicBezTo>
                  <a:cubicBezTo>
                    <a:pt x="461" y="396"/>
                    <a:pt x="461" y="396"/>
                    <a:pt x="461" y="397"/>
                  </a:cubicBezTo>
                  <a:cubicBezTo>
                    <a:pt x="462" y="397"/>
                    <a:pt x="462" y="397"/>
                    <a:pt x="462" y="398"/>
                  </a:cubicBezTo>
                  <a:cubicBezTo>
                    <a:pt x="463" y="398"/>
                    <a:pt x="464" y="399"/>
                    <a:pt x="466" y="399"/>
                  </a:cubicBezTo>
                  <a:cubicBezTo>
                    <a:pt x="466" y="399"/>
                    <a:pt x="465" y="398"/>
                    <a:pt x="465" y="398"/>
                  </a:cubicBezTo>
                  <a:cubicBezTo>
                    <a:pt x="465" y="398"/>
                    <a:pt x="465" y="398"/>
                    <a:pt x="464" y="397"/>
                  </a:cubicBezTo>
                  <a:cubicBezTo>
                    <a:pt x="464" y="397"/>
                    <a:pt x="463" y="397"/>
                    <a:pt x="463" y="396"/>
                  </a:cubicBezTo>
                  <a:cubicBezTo>
                    <a:pt x="463" y="396"/>
                    <a:pt x="466" y="398"/>
                    <a:pt x="466" y="397"/>
                  </a:cubicBezTo>
                  <a:cubicBezTo>
                    <a:pt x="466" y="396"/>
                    <a:pt x="465" y="396"/>
                    <a:pt x="465" y="396"/>
                  </a:cubicBezTo>
                  <a:cubicBezTo>
                    <a:pt x="464" y="395"/>
                    <a:pt x="464" y="395"/>
                    <a:pt x="463" y="394"/>
                  </a:cubicBezTo>
                  <a:cubicBezTo>
                    <a:pt x="463" y="394"/>
                    <a:pt x="463" y="392"/>
                    <a:pt x="462" y="392"/>
                  </a:cubicBezTo>
                  <a:cubicBezTo>
                    <a:pt x="462" y="392"/>
                    <a:pt x="462" y="393"/>
                    <a:pt x="462" y="393"/>
                  </a:cubicBezTo>
                  <a:cubicBezTo>
                    <a:pt x="461" y="394"/>
                    <a:pt x="461" y="394"/>
                    <a:pt x="462" y="394"/>
                  </a:cubicBezTo>
                  <a:cubicBezTo>
                    <a:pt x="462" y="394"/>
                    <a:pt x="463" y="395"/>
                    <a:pt x="463" y="395"/>
                  </a:cubicBezTo>
                  <a:close/>
                  <a:moveTo>
                    <a:pt x="430" y="390"/>
                  </a:moveTo>
                  <a:cubicBezTo>
                    <a:pt x="431" y="390"/>
                    <a:pt x="431" y="389"/>
                    <a:pt x="431" y="389"/>
                  </a:cubicBezTo>
                  <a:cubicBezTo>
                    <a:pt x="431" y="388"/>
                    <a:pt x="430" y="389"/>
                    <a:pt x="430" y="390"/>
                  </a:cubicBezTo>
                  <a:close/>
                  <a:moveTo>
                    <a:pt x="440" y="390"/>
                  </a:moveTo>
                  <a:cubicBezTo>
                    <a:pt x="440" y="390"/>
                    <a:pt x="439" y="390"/>
                    <a:pt x="439" y="389"/>
                  </a:cubicBezTo>
                  <a:cubicBezTo>
                    <a:pt x="438" y="389"/>
                    <a:pt x="437" y="389"/>
                    <a:pt x="437" y="389"/>
                  </a:cubicBezTo>
                  <a:cubicBezTo>
                    <a:pt x="437" y="389"/>
                    <a:pt x="437" y="389"/>
                    <a:pt x="437" y="389"/>
                  </a:cubicBezTo>
                  <a:cubicBezTo>
                    <a:pt x="437" y="388"/>
                    <a:pt x="436" y="388"/>
                    <a:pt x="435" y="388"/>
                  </a:cubicBezTo>
                  <a:cubicBezTo>
                    <a:pt x="436" y="388"/>
                    <a:pt x="436" y="389"/>
                    <a:pt x="436" y="389"/>
                  </a:cubicBezTo>
                  <a:cubicBezTo>
                    <a:pt x="435" y="389"/>
                    <a:pt x="435" y="388"/>
                    <a:pt x="435" y="388"/>
                  </a:cubicBezTo>
                  <a:cubicBezTo>
                    <a:pt x="435" y="387"/>
                    <a:pt x="434" y="387"/>
                    <a:pt x="434" y="387"/>
                  </a:cubicBezTo>
                  <a:cubicBezTo>
                    <a:pt x="434" y="387"/>
                    <a:pt x="434" y="388"/>
                    <a:pt x="434" y="388"/>
                  </a:cubicBezTo>
                  <a:cubicBezTo>
                    <a:pt x="434" y="388"/>
                    <a:pt x="433" y="387"/>
                    <a:pt x="432" y="387"/>
                  </a:cubicBezTo>
                  <a:cubicBezTo>
                    <a:pt x="432" y="387"/>
                    <a:pt x="432" y="386"/>
                    <a:pt x="431" y="386"/>
                  </a:cubicBezTo>
                  <a:cubicBezTo>
                    <a:pt x="431" y="386"/>
                    <a:pt x="431" y="387"/>
                    <a:pt x="431" y="387"/>
                  </a:cubicBezTo>
                  <a:cubicBezTo>
                    <a:pt x="431" y="387"/>
                    <a:pt x="431" y="387"/>
                    <a:pt x="431" y="386"/>
                  </a:cubicBezTo>
                  <a:cubicBezTo>
                    <a:pt x="431" y="386"/>
                    <a:pt x="430" y="386"/>
                    <a:pt x="430" y="386"/>
                  </a:cubicBezTo>
                  <a:cubicBezTo>
                    <a:pt x="430" y="386"/>
                    <a:pt x="429" y="386"/>
                    <a:pt x="429" y="386"/>
                  </a:cubicBezTo>
                  <a:cubicBezTo>
                    <a:pt x="429" y="386"/>
                    <a:pt x="430" y="386"/>
                    <a:pt x="429" y="386"/>
                  </a:cubicBezTo>
                  <a:cubicBezTo>
                    <a:pt x="429" y="386"/>
                    <a:pt x="429" y="386"/>
                    <a:pt x="429" y="386"/>
                  </a:cubicBezTo>
                  <a:cubicBezTo>
                    <a:pt x="428" y="386"/>
                    <a:pt x="428" y="386"/>
                    <a:pt x="428" y="386"/>
                  </a:cubicBezTo>
                  <a:cubicBezTo>
                    <a:pt x="428" y="386"/>
                    <a:pt x="427" y="385"/>
                    <a:pt x="427" y="386"/>
                  </a:cubicBezTo>
                  <a:cubicBezTo>
                    <a:pt x="427" y="386"/>
                    <a:pt x="427" y="385"/>
                    <a:pt x="426" y="385"/>
                  </a:cubicBezTo>
                  <a:cubicBezTo>
                    <a:pt x="426" y="385"/>
                    <a:pt x="426" y="385"/>
                    <a:pt x="426" y="385"/>
                  </a:cubicBezTo>
                  <a:cubicBezTo>
                    <a:pt x="425" y="384"/>
                    <a:pt x="424" y="383"/>
                    <a:pt x="423" y="383"/>
                  </a:cubicBezTo>
                  <a:cubicBezTo>
                    <a:pt x="423" y="384"/>
                    <a:pt x="424" y="384"/>
                    <a:pt x="425" y="385"/>
                  </a:cubicBezTo>
                  <a:cubicBezTo>
                    <a:pt x="425" y="385"/>
                    <a:pt x="425" y="385"/>
                    <a:pt x="425" y="386"/>
                  </a:cubicBezTo>
                  <a:cubicBezTo>
                    <a:pt x="425" y="386"/>
                    <a:pt x="426" y="386"/>
                    <a:pt x="426" y="386"/>
                  </a:cubicBezTo>
                  <a:cubicBezTo>
                    <a:pt x="426" y="386"/>
                    <a:pt x="427" y="386"/>
                    <a:pt x="427" y="386"/>
                  </a:cubicBezTo>
                  <a:cubicBezTo>
                    <a:pt x="427" y="387"/>
                    <a:pt x="428" y="387"/>
                    <a:pt x="428" y="387"/>
                  </a:cubicBezTo>
                  <a:cubicBezTo>
                    <a:pt x="428" y="387"/>
                    <a:pt x="428" y="387"/>
                    <a:pt x="429" y="387"/>
                  </a:cubicBezTo>
                  <a:cubicBezTo>
                    <a:pt x="429" y="387"/>
                    <a:pt x="429" y="387"/>
                    <a:pt x="429" y="387"/>
                  </a:cubicBezTo>
                  <a:cubicBezTo>
                    <a:pt x="429" y="387"/>
                    <a:pt x="430" y="388"/>
                    <a:pt x="431" y="387"/>
                  </a:cubicBezTo>
                  <a:cubicBezTo>
                    <a:pt x="431" y="387"/>
                    <a:pt x="430" y="387"/>
                    <a:pt x="430" y="387"/>
                  </a:cubicBezTo>
                  <a:cubicBezTo>
                    <a:pt x="431" y="387"/>
                    <a:pt x="432" y="387"/>
                    <a:pt x="432" y="387"/>
                  </a:cubicBezTo>
                  <a:cubicBezTo>
                    <a:pt x="432" y="387"/>
                    <a:pt x="433" y="387"/>
                    <a:pt x="433" y="388"/>
                  </a:cubicBezTo>
                  <a:cubicBezTo>
                    <a:pt x="433" y="388"/>
                    <a:pt x="433" y="388"/>
                    <a:pt x="434" y="388"/>
                  </a:cubicBezTo>
                  <a:cubicBezTo>
                    <a:pt x="434" y="388"/>
                    <a:pt x="434" y="388"/>
                    <a:pt x="433" y="388"/>
                  </a:cubicBezTo>
                  <a:cubicBezTo>
                    <a:pt x="434" y="388"/>
                    <a:pt x="434" y="388"/>
                    <a:pt x="434" y="388"/>
                  </a:cubicBezTo>
                  <a:cubicBezTo>
                    <a:pt x="435" y="389"/>
                    <a:pt x="434" y="388"/>
                    <a:pt x="435" y="388"/>
                  </a:cubicBezTo>
                  <a:cubicBezTo>
                    <a:pt x="435" y="389"/>
                    <a:pt x="435" y="389"/>
                    <a:pt x="435" y="389"/>
                  </a:cubicBezTo>
                  <a:cubicBezTo>
                    <a:pt x="435" y="389"/>
                    <a:pt x="436" y="389"/>
                    <a:pt x="436" y="389"/>
                  </a:cubicBezTo>
                  <a:cubicBezTo>
                    <a:pt x="436" y="389"/>
                    <a:pt x="436" y="389"/>
                    <a:pt x="435" y="389"/>
                  </a:cubicBezTo>
                  <a:cubicBezTo>
                    <a:pt x="435" y="389"/>
                    <a:pt x="436" y="390"/>
                    <a:pt x="436" y="390"/>
                  </a:cubicBezTo>
                  <a:cubicBezTo>
                    <a:pt x="436" y="390"/>
                    <a:pt x="437" y="390"/>
                    <a:pt x="437" y="390"/>
                  </a:cubicBezTo>
                  <a:cubicBezTo>
                    <a:pt x="437" y="389"/>
                    <a:pt x="437" y="389"/>
                    <a:pt x="437" y="389"/>
                  </a:cubicBezTo>
                  <a:cubicBezTo>
                    <a:pt x="437" y="389"/>
                    <a:pt x="438" y="390"/>
                    <a:pt x="438" y="390"/>
                  </a:cubicBezTo>
                  <a:cubicBezTo>
                    <a:pt x="439" y="390"/>
                    <a:pt x="439" y="390"/>
                    <a:pt x="440" y="390"/>
                  </a:cubicBezTo>
                  <a:close/>
                  <a:moveTo>
                    <a:pt x="400" y="346"/>
                  </a:moveTo>
                  <a:cubicBezTo>
                    <a:pt x="400" y="346"/>
                    <a:pt x="401" y="345"/>
                    <a:pt x="401" y="345"/>
                  </a:cubicBezTo>
                  <a:cubicBezTo>
                    <a:pt x="400" y="345"/>
                    <a:pt x="401" y="346"/>
                    <a:pt x="401" y="346"/>
                  </a:cubicBezTo>
                  <a:cubicBezTo>
                    <a:pt x="401" y="346"/>
                    <a:pt x="401" y="346"/>
                    <a:pt x="402" y="346"/>
                  </a:cubicBezTo>
                  <a:cubicBezTo>
                    <a:pt x="402" y="346"/>
                    <a:pt x="403" y="347"/>
                    <a:pt x="403" y="347"/>
                  </a:cubicBezTo>
                  <a:cubicBezTo>
                    <a:pt x="403" y="346"/>
                    <a:pt x="403" y="345"/>
                    <a:pt x="402" y="344"/>
                  </a:cubicBezTo>
                  <a:cubicBezTo>
                    <a:pt x="402" y="344"/>
                    <a:pt x="402" y="345"/>
                    <a:pt x="402" y="345"/>
                  </a:cubicBezTo>
                  <a:cubicBezTo>
                    <a:pt x="401" y="345"/>
                    <a:pt x="401" y="344"/>
                    <a:pt x="401" y="344"/>
                  </a:cubicBezTo>
                  <a:cubicBezTo>
                    <a:pt x="401" y="345"/>
                    <a:pt x="400" y="345"/>
                    <a:pt x="400" y="346"/>
                  </a:cubicBezTo>
                  <a:close/>
                  <a:moveTo>
                    <a:pt x="409" y="354"/>
                  </a:moveTo>
                  <a:cubicBezTo>
                    <a:pt x="409" y="354"/>
                    <a:pt x="410" y="355"/>
                    <a:pt x="410" y="354"/>
                  </a:cubicBezTo>
                  <a:cubicBezTo>
                    <a:pt x="411" y="354"/>
                    <a:pt x="410" y="353"/>
                    <a:pt x="410" y="353"/>
                  </a:cubicBezTo>
                  <a:cubicBezTo>
                    <a:pt x="410" y="353"/>
                    <a:pt x="410" y="353"/>
                    <a:pt x="410" y="353"/>
                  </a:cubicBezTo>
                  <a:cubicBezTo>
                    <a:pt x="410" y="353"/>
                    <a:pt x="410" y="353"/>
                    <a:pt x="410" y="353"/>
                  </a:cubicBezTo>
                  <a:cubicBezTo>
                    <a:pt x="410" y="353"/>
                    <a:pt x="410" y="352"/>
                    <a:pt x="409" y="352"/>
                  </a:cubicBezTo>
                  <a:cubicBezTo>
                    <a:pt x="409" y="352"/>
                    <a:pt x="410" y="352"/>
                    <a:pt x="410" y="352"/>
                  </a:cubicBezTo>
                  <a:cubicBezTo>
                    <a:pt x="410" y="352"/>
                    <a:pt x="409" y="351"/>
                    <a:pt x="409" y="351"/>
                  </a:cubicBezTo>
                  <a:cubicBezTo>
                    <a:pt x="408" y="350"/>
                    <a:pt x="409" y="351"/>
                    <a:pt x="408" y="352"/>
                  </a:cubicBezTo>
                  <a:cubicBezTo>
                    <a:pt x="408" y="352"/>
                    <a:pt x="408" y="350"/>
                    <a:pt x="408" y="350"/>
                  </a:cubicBezTo>
                  <a:cubicBezTo>
                    <a:pt x="408" y="349"/>
                    <a:pt x="408" y="350"/>
                    <a:pt x="408" y="349"/>
                  </a:cubicBezTo>
                  <a:cubicBezTo>
                    <a:pt x="408" y="348"/>
                    <a:pt x="408" y="347"/>
                    <a:pt x="407" y="346"/>
                  </a:cubicBezTo>
                  <a:cubicBezTo>
                    <a:pt x="407" y="346"/>
                    <a:pt x="407" y="346"/>
                    <a:pt x="407" y="345"/>
                  </a:cubicBezTo>
                  <a:cubicBezTo>
                    <a:pt x="406" y="345"/>
                    <a:pt x="406" y="345"/>
                    <a:pt x="406" y="345"/>
                  </a:cubicBezTo>
                  <a:cubicBezTo>
                    <a:pt x="406" y="344"/>
                    <a:pt x="406" y="344"/>
                    <a:pt x="406" y="344"/>
                  </a:cubicBezTo>
                  <a:cubicBezTo>
                    <a:pt x="406" y="344"/>
                    <a:pt x="406" y="344"/>
                    <a:pt x="406" y="344"/>
                  </a:cubicBezTo>
                  <a:cubicBezTo>
                    <a:pt x="406" y="344"/>
                    <a:pt x="406" y="343"/>
                    <a:pt x="405" y="343"/>
                  </a:cubicBezTo>
                  <a:cubicBezTo>
                    <a:pt x="405" y="343"/>
                    <a:pt x="405" y="343"/>
                    <a:pt x="405" y="343"/>
                  </a:cubicBezTo>
                  <a:cubicBezTo>
                    <a:pt x="405" y="342"/>
                    <a:pt x="405" y="342"/>
                    <a:pt x="404" y="342"/>
                  </a:cubicBezTo>
                  <a:cubicBezTo>
                    <a:pt x="404" y="342"/>
                    <a:pt x="404" y="340"/>
                    <a:pt x="404" y="341"/>
                  </a:cubicBezTo>
                  <a:cubicBezTo>
                    <a:pt x="403" y="341"/>
                    <a:pt x="404" y="342"/>
                    <a:pt x="404" y="342"/>
                  </a:cubicBezTo>
                  <a:cubicBezTo>
                    <a:pt x="404" y="342"/>
                    <a:pt x="403" y="341"/>
                    <a:pt x="403" y="341"/>
                  </a:cubicBezTo>
                  <a:cubicBezTo>
                    <a:pt x="403" y="341"/>
                    <a:pt x="403" y="341"/>
                    <a:pt x="402" y="341"/>
                  </a:cubicBezTo>
                  <a:cubicBezTo>
                    <a:pt x="402" y="340"/>
                    <a:pt x="402" y="341"/>
                    <a:pt x="402" y="341"/>
                  </a:cubicBezTo>
                  <a:cubicBezTo>
                    <a:pt x="401" y="341"/>
                    <a:pt x="401" y="341"/>
                    <a:pt x="401" y="341"/>
                  </a:cubicBezTo>
                  <a:cubicBezTo>
                    <a:pt x="400" y="342"/>
                    <a:pt x="401" y="342"/>
                    <a:pt x="401" y="342"/>
                  </a:cubicBezTo>
                  <a:cubicBezTo>
                    <a:pt x="401" y="342"/>
                    <a:pt x="399" y="342"/>
                    <a:pt x="400" y="343"/>
                  </a:cubicBezTo>
                  <a:cubicBezTo>
                    <a:pt x="401" y="343"/>
                    <a:pt x="401" y="342"/>
                    <a:pt x="402" y="342"/>
                  </a:cubicBezTo>
                  <a:cubicBezTo>
                    <a:pt x="402" y="342"/>
                    <a:pt x="401" y="343"/>
                    <a:pt x="401" y="343"/>
                  </a:cubicBezTo>
                  <a:cubicBezTo>
                    <a:pt x="401" y="343"/>
                    <a:pt x="401" y="343"/>
                    <a:pt x="401" y="343"/>
                  </a:cubicBezTo>
                  <a:cubicBezTo>
                    <a:pt x="402" y="344"/>
                    <a:pt x="402" y="344"/>
                    <a:pt x="402" y="344"/>
                  </a:cubicBezTo>
                  <a:cubicBezTo>
                    <a:pt x="403" y="343"/>
                    <a:pt x="403" y="344"/>
                    <a:pt x="403" y="344"/>
                  </a:cubicBezTo>
                  <a:cubicBezTo>
                    <a:pt x="403" y="344"/>
                    <a:pt x="402" y="344"/>
                    <a:pt x="402" y="344"/>
                  </a:cubicBezTo>
                  <a:cubicBezTo>
                    <a:pt x="403" y="345"/>
                    <a:pt x="403" y="345"/>
                    <a:pt x="404" y="345"/>
                  </a:cubicBezTo>
                  <a:cubicBezTo>
                    <a:pt x="403" y="345"/>
                    <a:pt x="404" y="346"/>
                    <a:pt x="404" y="347"/>
                  </a:cubicBezTo>
                  <a:cubicBezTo>
                    <a:pt x="403" y="347"/>
                    <a:pt x="404" y="348"/>
                    <a:pt x="404" y="348"/>
                  </a:cubicBezTo>
                  <a:cubicBezTo>
                    <a:pt x="404" y="348"/>
                    <a:pt x="403" y="347"/>
                    <a:pt x="403" y="347"/>
                  </a:cubicBezTo>
                  <a:cubicBezTo>
                    <a:pt x="403" y="347"/>
                    <a:pt x="402" y="346"/>
                    <a:pt x="402" y="346"/>
                  </a:cubicBezTo>
                  <a:cubicBezTo>
                    <a:pt x="402" y="346"/>
                    <a:pt x="402" y="347"/>
                    <a:pt x="402" y="347"/>
                  </a:cubicBezTo>
                  <a:cubicBezTo>
                    <a:pt x="402" y="347"/>
                    <a:pt x="402" y="347"/>
                    <a:pt x="402" y="347"/>
                  </a:cubicBezTo>
                  <a:cubicBezTo>
                    <a:pt x="402" y="347"/>
                    <a:pt x="402" y="347"/>
                    <a:pt x="401" y="347"/>
                  </a:cubicBezTo>
                  <a:cubicBezTo>
                    <a:pt x="401" y="347"/>
                    <a:pt x="403" y="348"/>
                    <a:pt x="402" y="348"/>
                  </a:cubicBezTo>
                  <a:cubicBezTo>
                    <a:pt x="401" y="348"/>
                    <a:pt x="401" y="347"/>
                    <a:pt x="401" y="347"/>
                  </a:cubicBezTo>
                  <a:cubicBezTo>
                    <a:pt x="400" y="346"/>
                    <a:pt x="400" y="347"/>
                    <a:pt x="401" y="348"/>
                  </a:cubicBezTo>
                  <a:cubicBezTo>
                    <a:pt x="401" y="348"/>
                    <a:pt x="402" y="349"/>
                    <a:pt x="402" y="349"/>
                  </a:cubicBezTo>
                  <a:cubicBezTo>
                    <a:pt x="402" y="349"/>
                    <a:pt x="401" y="348"/>
                    <a:pt x="400" y="348"/>
                  </a:cubicBezTo>
                  <a:cubicBezTo>
                    <a:pt x="400" y="348"/>
                    <a:pt x="400" y="347"/>
                    <a:pt x="399" y="347"/>
                  </a:cubicBezTo>
                  <a:cubicBezTo>
                    <a:pt x="399" y="347"/>
                    <a:pt x="399" y="348"/>
                    <a:pt x="400" y="348"/>
                  </a:cubicBezTo>
                  <a:cubicBezTo>
                    <a:pt x="400" y="349"/>
                    <a:pt x="400" y="349"/>
                    <a:pt x="400" y="349"/>
                  </a:cubicBezTo>
                  <a:cubicBezTo>
                    <a:pt x="400" y="349"/>
                    <a:pt x="401" y="349"/>
                    <a:pt x="401" y="349"/>
                  </a:cubicBezTo>
                  <a:cubicBezTo>
                    <a:pt x="401" y="349"/>
                    <a:pt x="401" y="349"/>
                    <a:pt x="401" y="349"/>
                  </a:cubicBezTo>
                  <a:cubicBezTo>
                    <a:pt x="401" y="349"/>
                    <a:pt x="401" y="349"/>
                    <a:pt x="401" y="349"/>
                  </a:cubicBezTo>
                  <a:cubicBezTo>
                    <a:pt x="402" y="349"/>
                    <a:pt x="401" y="350"/>
                    <a:pt x="402" y="350"/>
                  </a:cubicBezTo>
                  <a:cubicBezTo>
                    <a:pt x="402" y="350"/>
                    <a:pt x="402" y="351"/>
                    <a:pt x="402" y="351"/>
                  </a:cubicBezTo>
                  <a:cubicBezTo>
                    <a:pt x="402" y="351"/>
                    <a:pt x="403" y="351"/>
                    <a:pt x="403" y="352"/>
                  </a:cubicBezTo>
                  <a:cubicBezTo>
                    <a:pt x="404" y="353"/>
                    <a:pt x="405" y="354"/>
                    <a:pt x="406" y="354"/>
                  </a:cubicBezTo>
                  <a:cubicBezTo>
                    <a:pt x="406" y="353"/>
                    <a:pt x="405" y="353"/>
                    <a:pt x="405" y="353"/>
                  </a:cubicBezTo>
                  <a:cubicBezTo>
                    <a:pt x="405" y="352"/>
                    <a:pt x="405" y="353"/>
                    <a:pt x="405" y="353"/>
                  </a:cubicBezTo>
                  <a:cubicBezTo>
                    <a:pt x="405" y="352"/>
                    <a:pt x="405" y="352"/>
                    <a:pt x="405" y="352"/>
                  </a:cubicBezTo>
                  <a:cubicBezTo>
                    <a:pt x="405" y="352"/>
                    <a:pt x="405" y="351"/>
                    <a:pt x="405" y="351"/>
                  </a:cubicBezTo>
                  <a:cubicBezTo>
                    <a:pt x="405" y="351"/>
                    <a:pt x="405" y="351"/>
                    <a:pt x="405" y="351"/>
                  </a:cubicBezTo>
                  <a:cubicBezTo>
                    <a:pt x="404" y="351"/>
                    <a:pt x="404" y="351"/>
                    <a:pt x="404" y="350"/>
                  </a:cubicBezTo>
                  <a:cubicBezTo>
                    <a:pt x="404" y="350"/>
                    <a:pt x="404" y="350"/>
                    <a:pt x="404" y="350"/>
                  </a:cubicBezTo>
                  <a:cubicBezTo>
                    <a:pt x="404" y="350"/>
                    <a:pt x="404" y="349"/>
                    <a:pt x="404" y="349"/>
                  </a:cubicBezTo>
                  <a:cubicBezTo>
                    <a:pt x="404" y="349"/>
                    <a:pt x="404" y="350"/>
                    <a:pt x="404" y="350"/>
                  </a:cubicBezTo>
                  <a:cubicBezTo>
                    <a:pt x="405" y="350"/>
                    <a:pt x="405" y="349"/>
                    <a:pt x="405" y="349"/>
                  </a:cubicBezTo>
                  <a:cubicBezTo>
                    <a:pt x="405" y="350"/>
                    <a:pt x="405" y="349"/>
                    <a:pt x="405" y="349"/>
                  </a:cubicBezTo>
                  <a:cubicBezTo>
                    <a:pt x="406" y="348"/>
                    <a:pt x="405" y="348"/>
                    <a:pt x="405" y="348"/>
                  </a:cubicBezTo>
                  <a:cubicBezTo>
                    <a:pt x="405" y="348"/>
                    <a:pt x="406" y="348"/>
                    <a:pt x="406" y="348"/>
                  </a:cubicBezTo>
                  <a:cubicBezTo>
                    <a:pt x="406" y="348"/>
                    <a:pt x="406" y="348"/>
                    <a:pt x="406" y="348"/>
                  </a:cubicBezTo>
                  <a:cubicBezTo>
                    <a:pt x="406" y="348"/>
                    <a:pt x="405" y="349"/>
                    <a:pt x="406" y="349"/>
                  </a:cubicBezTo>
                  <a:cubicBezTo>
                    <a:pt x="406" y="349"/>
                    <a:pt x="406" y="349"/>
                    <a:pt x="406" y="349"/>
                  </a:cubicBezTo>
                  <a:cubicBezTo>
                    <a:pt x="406" y="349"/>
                    <a:pt x="405" y="349"/>
                    <a:pt x="405" y="350"/>
                  </a:cubicBezTo>
                  <a:cubicBezTo>
                    <a:pt x="405" y="350"/>
                    <a:pt x="406" y="351"/>
                    <a:pt x="406" y="350"/>
                  </a:cubicBezTo>
                  <a:cubicBezTo>
                    <a:pt x="406" y="351"/>
                    <a:pt x="407" y="351"/>
                    <a:pt x="407" y="351"/>
                  </a:cubicBezTo>
                  <a:cubicBezTo>
                    <a:pt x="407" y="351"/>
                    <a:pt x="405" y="350"/>
                    <a:pt x="405" y="351"/>
                  </a:cubicBezTo>
                  <a:cubicBezTo>
                    <a:pt x="405" y="351"/>
                    <a:pt x="406" y="351"/>
                    <a:pt x="406" y="351"/>
                  </a:cubicBezTo>
                  <a:cubicBezTo>
                    <a:pt x="406" y="351"/>
                    <a:pt x="406" y="351"/>
                    <a:pt x="405" y="351"/>
                  </a:cubicBezTo>
                  <a:cubicBezTo>
                    <a:pt x="406" y="351"/>
                    <a:pt x="406" y="352"/>
                    <a:pt x="406" y="352"/>
                  </a:cubicBezTo>
                  <a:cubicBezTo>
                    <a:pt x="406" y="352"/>
                    <a:pt x="406" y="352"/>
                    <a:pt x="406" y="352"/>
                  </a:cubicBezTo>
                  <a:cubicBezTo>
                    <a:pt x="406" y="352"/>
                    <a:pt x="407" y="353"/>
                    <a:pt x="407" y="352"/>
                  </a:cubicBezTo>
                  <a:cubicBezTo>
                    <a:pt x="407" y="352"/>
                    <a:pt x="407" y="352"/>
                    <a:pt x="407" y="352"/>
                  </a:cubicBezTo>
                  <a:cubicBezTo>
                    <a:pt x="407" y="352"/>
                    <a:pt x="407" y="353"/>
                    <a:pt x="407" y="353"/>
                  </a:cubicBezTo>
                  <a:cubicBezTo>
                    <a:pt x="407" y="353"/>
                    <a:pt x="407" y="353"/>
                    <a:pt x="408" y="353"/>
                  </a:cubicBezTo>
                  <a:cubicBezTo>
                    <a:pt x="408" y="353"/>
                    <a:pt x="407" y="353"/>
                    <a:pt x="407" y="353"/>
                  </a:cubicBezTo>
                  <a:cubicBezTo>
                    <a:pt x="407" y="353"/>
                    <a:pt x="406" y="353"/>
                    <a:pt x="407" y="354"/>
                  </a:cubicBezTo>
                  <a:cubicBezTo>
                    <a:pt x="407" y="355"/>
                    <a:pt x="408" y="353"/>
                    <a:pt x="409" y="354"/>
                  </a:cubicBezTo>
                  <a:cubicBezTo>
                    <a:pt x="408" y="354"/>
                    <a:pt x="408" y="354"/>
                    <a:pt x="408" y="354"/>
                  </a:cubicBezTo>
                  <a:cubicBezTo>
                    <a:pt x="407" y="355"/>
                    <a:pt x="408" y="355"/>
                    <a:pt x="408" y="355"/>
                  </a:cubicBezTo>
                  <a:cubicBezTo>
                    <a:pt x="408" y="355"/>
                    <a:pt x="408" y="355"/>
                    <a:pt x="409" y="355"/>
                  </a:cubicBezTo>
                  <a:cubicBezTo>
                    <a:pt x="409" y="354"/>
                    <a:pt x="409" y="355"/>
                    <a:pt x="409" y="355"/>
                  </a:cubicBezTo>
                  <a:cubicBezTo>
                    <a:pt x="411" y="355"/>
                    <a:pt x="409" y="354"/>
                    <a:pt x="409" y="354"/>
                  </a:cubicBezTo>
                  <a:close/>
                  <a:moveTo>
                    <a:pt x="408" y="356"/>
                  </a:moveTo>
                  <a:cubicBezTo>
                    <a:pt x="409" y="356"/>
                    <a:pt x="407" y="357"/>
                    <a:pt x="407" y="356"/>
                  </a:cubicBezTo>
                  <a:cubicBezTo>
                    <a:pt x="407" y="356"/>
                    <a:pt x="408" y="355"/>
                    <a:pt x="407" y="356"/>
                  </a:cubicBezTo>
                  <a:cubicBezTo>
                    <a:pt x="406" y="356"/>
                    <a:pt x="406" y="356"/>
                    <a:pt x="406" y="356"/>
                  </a:cubicBezTo>
                  <a:cubicBezTo>
                    <a:pt x="405" y="355"/>
                    <a:pt x="406" y="355"/>
                    <a:pt x="405" y="355"/>
                  </a:cubicBezTo>
                  <a:cubicBezTo>
                    <a:pt x="405" y="355"/>
                    <a:pt x="404" y="355"/>
                    <a:pt x="404" y="355"/>
                  </a:cubicBezTo>
                  <a:cubicBezTo>
                    <a:pt x="404" y="355"/>
                    <a:pt x="404" y="355"/>
                    <a:pt x="404" y="355"/>
                  </a:cubicBezTo>
                  <a:cubicBezTo>
                    <a:pt x="403" y="355"/>
                    <a:pt x="404" y="355"/>
                    <a:pt x="403" y="355"/>
                  </a:cubicBezTo>
                  <a:cubicBezTo>
                    <a:pt x="403" y="356"/>
                    <a:pt x="406" y="357"/>
                    <a:pt x="406" y="356"/>
                  </a:cubicBezTo>
                  <a:cubicBezTo>
                    <a:pt x="407" y="358"/>
                    <a:pt x="404" y="357"/>
                    <a:pt x="404" y="357"/>
                  </a:cubicBezTo>
                  <a:cubicBezTo>
                    <a:pt x="404" y="357"/>
                    <a:pt x="406" y="356"/>
                    <a:pt x="404" y="356"/>
                  </a:cubicBezTo>
                  <a:cubicBezTo>
                    <a:pt x="404" y="356"/>
                    <a:pt x="404" y="357"/>
                    <a:pt x="404" y="357"/>
                  </a:cubicBezTo>
                  <a:cubicBezTo>
                    <a:pt x="404" y="357"/>
                    <a:pt x="404" y="359"/>
                    <a:pt x="405" y="358"/>
                  </a:cubicBezTo>
                  <a:cubicBezTo>
                    <a:pt x="405" y="358"/>
                    <a:pt x="405" y="358"/>
                    <a:pt x="405" y="358"/>
                  </a:cubicBezTo>
                  <a:cubicBezTo>
                    <a:pt x="405" y="358"/>
                    <a:pt x="405" y="358"/>
                    <a:pt x="405" y="358"/>
                  </a:cubicBezTo>
                  <a:cubicBezTo>
                    <a:pt x="406" y="358"/>
                    <a:pt x="405" y="358"/>
                    <a:pt x="406" y="358"/>
                  </a:cubicBezTo>
                  <a:cubicBezTo>
                    <a:pt x="406" y="358"/>
                    <a:pt x="406" y="358"/>
                    <a:pt x="406" y="358"/>
                  </a:cubicBezTo>
                  <a:cubicBezTo>
                    <a:pt x="406" y="358"/>
                    <a:pt x="406" y="359"/>
                    <a:pt x="406" y="359"/>
                  </a:cubicBezTo>
                  <a:cubicBezTo>
                    <a:pt x="406" y="359"/>
                    <a:pt x="406" y="359"/>
                    <a:pt x="407" y="359"/>
                  </a:cubicBezTo>
                  <a:cubicBezTo>
                    <a:pt x="407" y="359"/>
                    <a:pt x="407" y="358"/>
                    <a:pt x="407" y="358"/>
                  </a:cubicBezTo>
                  <a:cubicBezTo>
                    <a:pt x="407" y="358"/>
                    <a:pt x="408" y="358"/>
                    <a:pt x="408" y="357"/>
                  </a:cubicBezTo>
                  <a:cubicBezTo>
                    <a:pt x="408" y="357"/>
                    <a:pt x="408" y="357"/>
                    <a:pt x="408" y="357"/>
                  </a:cubicBezTo>
                  <a:cubicBezTo>
                    <a:pt x="408" y="357"/>
                    <a:pt x="409" y="357"/>
                    <a:pt x="409" y="357"/>
                  </a:cubicBezTo>
                  <a:cubicBezTo>
                    <a:pt x="409" y="356"/>
                    <a:pt x="409" y="356"/>
                    <a:pt x="408" y="356"/>
                  </a:cubicBezTo>
                  <a:close/>
                  <a:moveTo>
                    <a:pt x="407" y="360"/>
                  </a:moveTo>
                  <a:cubicBezTo>
                    <a:pt x="407" y="360"/>
                    <a:pt x="406" y="359"/>
                    <a:pt x="406" y="360"/>
                  </a:cubicBezTo>
                  <a:cubicBezTo>
                    <a:pt x="406" y="360"/>
                    <a:pt x="405" y="359"/>
                    <a:pt x="405" y="360"/>
                  </a:cubicBezTo>
                  <a:cubicBezTo>
                    <a:pt x="405" y="360"/>
                    <a:pt x="406" y="361"/>
                    <a:pt x="406" y="361"/>
                  </a:cubicBezTo>
                  <a:cubicBezTo>
                    <a:pt x="406" y="361"/>
                    <a:pt x="406" y="361"/>
                    <a:pt x="406" y="361"/>
                  </a:cubicBezTo>
                  <a:cubicBezTo>
                    <a:pt x="406" y="361"/>
                    <a:pt x="406" y="362"/>
                    <a:pt x="405" y="362"/>
                  </a:cubicBezTo>
                  <a:cubicBezTo>
                    <a:pt x="406" y="362"/>
                    <a:pt x="406" y="362"/>
                    <a:pt x="406" y="362"/>
                  </a:cubicBezTo>
                  <a:cubicBezTo>
                    <a:pt x="406" y="362"/>
                    <a:pt x="406" y="362"/>
                    <a:pt x="406" y="362"/>
                  </a:cubicBezTo>
                  <a:cubicBezTo>
                    <a:pt x="406" y="362"/>
                    <a:pt x="406" y="363"/>
                    <a:pt x="407" y="363"/>
                  </a:cubicBezTo>
                  <a:cubicBezTo>
                    <a:pt x="407" y="363"/>
                    <a:pt x="407" y="363"/>
                    <a:pt x="407" y="363"/>
                  </a:cubicBezTo>
                  <a:cubicBezTo>
                    <a:pt x="407" y="363"/>
                    <a:pt x="408" y="363"/>
                    <a:pt x="408" y="363"/>
                  </a:cubicBezTo>
                  <a:cubicBezTo>
                    <a:pt x="408" y="363"/>
                    <a:pt x="408" y="362"/>
                    <a:pt x="407" y="362"/>
                  </a:cubicBezTo>
                  <a:cubicBezTo>
                    <a:pt x="408" y="362"/>
                    <a:pt x="407" y="362"/>
                    <a:pt x="407" y="361"/>
                  </a:cubicBezTo>
                  <a:cubicBezTo>
                    <a:pt x="408" y="361"/>
                    <a:pt x="406" y="361"/>
                    <a:pt x="406" y="360"/>
                  </a:cubicBezTo>
                  <a:cubicBezTo>
                    <a:pt x="406" y="360"/>
                    <a:pt x="407" y="361"/>
                    <a:pt x="408" y="361"/>
                  </a:cubicBezTo>
                  <a:cubicBezTo>
                    <a:pt x="408" y="361"/>
                    <a:pt x="408" y="361"/>
                    <a:pt x="407" y="361"/>
                  </a:cubicBezTo>
                  <a:cubicBezTo>
                    <a:pt x="408" y="361"/>
                    <a:pt x="407" y="361"/>
                    <a:pt x="408" y="360"/>
                  </a:cubicBezTo>
                  <a:cubicBezTo>
                    <a:pt x="408" y="361"/>
                    <a:pt x="408" y="360"/>
                    <a:pt x="408" y="360"/>
                  </a:cubicBezTo>
                  <a:cubicBezTo>
                    <a:pt x="408" y="360"/>
                    <a:pt x="407" y="360"/>
                    <a:pt x="407" y="360"/>
                  </a:cubicBezTo>
                  <a:close/>
                  <a:moveTo>
                    <a:pt x="415" y="361"/>
                  </a:moveTo>
                  <a:cubicBezTo>
                    <a:pt x="415" y="360"/>
                    <a:pt x="414" y="360"/>
                    <a:pt x="414" y="360"/>
                  </a:cubicBezTo>
                  <a:cubicBezTo>
                    <a:pt x="414" y="359"/>
                    <a:pt x="413" y="360"/>
                    <a:pt x="413" y="360"/>
                  </a:cubicBezTo>
                  <a:cubicBezTo>
                    <a:pt x="413" y="359"/>
                    <a:pt x="411" y="359"/>
                    <a:pt x="412" y="360"/>
                  </a:cubicBezTo>
                  <a:cubicBezTo>
                    <a:pt x="412" y="360"/>
                    <a:pt x="414" y="360"/>
                    <a:pt x="414" y="360"/>
                  </a:cubicBezTo>
                  <a:cubicBezTo>
                    <a:pt x="414" y="360"/>
                    <a:pt x="413" y="361"/>
                    <a:pt x="413" y="361"/>
                  </a:cubicBezTo>
                  <a:cubicBezTo>
                    <a:pt x="413" y="362"/>
                    <a:pt x="415" y="362"/>
                    <a:pt x="415" y="363"/>
                  </a:cubicBezTo>
                  <a:cubicBezTo>
                    <a:pt x="415" y="363"/>
                    <a:pt x="416" y="364"/>
                    <a:pt x="416" y="363"/>
                  </a:cubicBezTo>
                  <a:cubicBezTo>
                    <a:pt x="416" y="362"/>
                    <a:pt x="417" y="364"/>
                    <a:pt x="417" y="364"/>
                  </a:cubicBezTo>
                  <a:cubicBezTo>
                    <a:pt x="418" y="364"/>
                    <a:pt x="417" y="363"/>
                    <a:pt x="417" y="363"/>
                  </a:cubicBezTo>
                  <a:cubicBezTo>
                    <a:pt x="416" y="362"/>
                    <a:pt x="416" y="362"/>
                    <a:pt x="415" y="362"/>
                  </a:cubicBezTo>
                  <a:cubicBezTo>
                    <a:pt x="415" y="362"/>
                    <a:pt x="415" y="362"/>
                    <a:pt x="414" y="362"/>
                  </a:cubicBezTo>
                  <a:cubicBezTo>
                    <a:pt x="415" y="362"/>
                    <a:pt x="415" y="362"/>
                    <a:pt x="416" y="362"/>
                  </a:cubicBezTo>
                  <a:cubicBezTo>
                    <a:pt x="416" y="362"/>
                    <a:pt x="415" y="361"/>
                    <a:pt x="415" y="361"/>
                  </a:cubicBezTo>
                  <a:close/>
                  <a:moveTo>
                    <a:pt x="414" y="366"/>
                  </a:moveTo>
                  <a:cubicBezTo>
                    <a:pt x="414" y="366"/>
                    <a:pt x="414" y="366"/>
                    <a:pt x="414" y="366"/>
                  </a:cubicBezTo>
                  <a:cubicBezTo>
                    <a:pt x="414" y="366"/>
                    <a:pt x="415" y="366"/>
                    <a:pt x="415" y="366"/>
                  </a:cubicBezTo>
                  <a:cubicBezTo>
                    <a:pt x="415" y="366"/>
                    <a:pt x="415" y="366"/>
                    <a:pt x="415" y="366"/>
                  </a:cubicBezTo>
                  <a:cubicBezTo>
                    <a:pt x="415" y="366"/>
                    <a:pt x="415" y="365"/>
                    <a:pt x="416" y="365"/>
                  </a:cubicBezTo>
                  <a:cubicBezTo>
                    <a:pt x="416" y="365"/>
                    <a:pt x="417" y="366"/>
                    <a:pt x="417" y="366"/>
                  </a:cubicBezTo>
                  <a:cubicBezTo>
                    <a:pt x="417" y="366"/>
                    <a:pt x="417" y="366"/>
                    <a:pt x="417" y="366"/>
                  </a:cubicBezTo>
                  <a:cubicBezTo>
                    <a:pt x="417" y="366"/>
                    <a:pt x="416" y="365"/>
                    <a:pt x="416" y="364"/>
                  </a:cubicBezTo>
                  <a:cubicBezTo>
                    <a:pt x="416" y="364"/>
                    <a:pt x="416" y="363"/>
                    <a:pt x="415" y="363"/>
                  </a:cubicBezTo>
                  <a:cubicBezTo>
                    <a:pt x="415" y="363"/>
                    <a:pt x="415" y="363"/>
                    <a:pt x="415" y="363"/>
                  </a:cubicBezTo>
                  <a:cubicBezTo>
                    <a:pt x="414" y="363"/>
                    <a:pt x="413" y="362"/>
                    <a:pt x="413" y="362"/>
                  </a:cubicBezTo>
                  <a:cubicBezTo>
                    <a:pt x="413" y="363"/>
                    <a:pt x="414" y="363"/>
                    <a:pt x="414" y="363"/>
                  </a:cubicBezTo>
                  <a:cubicBezTo>
                    <a:pt x="414" y="364"/>
                    <a:pt x="413" y="363"/>
                    <a:pt x="414" y="364"/>
                  </a:cubicBezTo>
                  <a:cubicBezTo>
                    <a:pt x="414" y="364"/>
                    <a:pt x="414" y="364"/>
                    <a:pt x="414" y="364"/>
                  </a:cubicBezTo>
                  <a:cubicBezTo>
                    <a:pt x="414" y="365"/>
                    <a:pt x="413" y="364"/>
                    <a:pt x="413" y="364"/>
                  </a:cubicBezTo>
                  <a:cubicBezTo>
                    <a:pt x="412" y="364"/>
                    <a:pt x="411" y="364"/>
                    <a:pt x="411" y="364"/>
                  </a:cubicBezTo>
                  <a:cubicBezTo>
                    <a:pt x="412" y="364"/>
                    <a:pt x="412" y="364"/>
                    <a:pt x="412" y="364"/>
                  </a:cubicBezTo>
                  <a:cubicBezTo>
                    <a:pt x="411" y="364"/>
                    <a:pt x="412" y="365"/>
                    <a:pt x="412" y="365"/>
                  </a:cubicBezTo>
                  <a:cubicBezTo>
                    <a:pt x="412" y="365"/>
                    <a:pt x="412" y="365"/>
                    <a:pt x="413" y="365"/>
                  </a:cubicBezTo>
                  <a:cubicBezTo>
                    <a:pt x="413" y="366"/>
                    <a:pt x="414" y="366"/>
                    <a:pt x="413" y="365"/>
                  </a:cubicBezTo>
                  <a:cubicBezTo>
                    <a:pt x="413" y="365"/>
                    <a:pt x="414" y="365"/>
                    <a:pt x="414" y="366"/>
                  </a:cubicBezTo>
                  <a:close/>
                  <a:moveTo>
                    <a:pt x="417" y="372"/>
                  </a:moveTo>
                  <a:cubicBezTo>
                    <a:pt x="416" y="372"/>
                    <a:pt x="415" y="372"/>
                    <a:pt x="416" y="372"/>
                  </a:cubicBezTo>
                  <a:cubicBezTo>
                    <a:pt x="416" y="372"/>
                    <a:pt x="417" y="373"/>
                    <a:pt x="416" y="373"/>
                  </a:cubicBezTo>
                  <a:cubicBezTo>
                    <a:pt x="417" y="374"/>
                    <a:pt x="417" y="374"/>
                    <a:pt x="417" y="374"/>
                  </a:cubicBezTo>
                  <a:cubicBezTo>
                    <a:pt x="417" y="375"/>
                    <a:pt x="417" y="374"/>
                    <a:pt x="417" y="374"/>
                  </a:cubicBezTo>
                  <a:cubicBezTo>
                    <a:pt x="416" y="374"/>
                    <a:pt x="416" y="374"/>
                    <a:pt x="416" y="374"/>
                  </a:cubicBezTo>
                  <a:cubicBezTo>
                    <a:pt x="416" y="375"/>
                    <a:pt x="416" y="375"/>
                    <a:pt x="417" y="375"/>
                  </a:cubicBezTo>
                  <a:cubicBezTo>
                    <a:pt x="416" y="376"/>
                    <a:pt x="416" y="376"/>
                    <a:pt x="417" y="376"/>
                  </a:cubicBezTo>
                  <a:cubicBezTo>
                    <a:pt x="417" y="376"/>
                    <a:pt x="417" y="376"/>
                    <a:pt x="417" y="376"/>
                  </a:cubicBezTo>
                  <a:cubicBezTo>
                    <a:pt x="417" y="377"/>
                    <a:pt x="417" y="377"/>
                    <a:pt x="417" y="377"/>
                  </a:cubicBezTo>
                  <a:cubicBezTo>
                    <a:pt x="417" y="377"/>
                    <a:pt x="417" y="377"/>
                    <a:pt x="417" y="376"/>
                  </a:cubicBezTo>
                  <a:cubicBezTo>
                    <a:pt x="417" y="377"/>
                    <a:pt x="418" y="377"/>
                    <a:pt x="418" y="377"/>
                  </a:cubicBezTo>
                  <a:cubicBezTo>
                    <a:pt x="418" y="377"/>
                    <a:pt x="418" y="375"/>
                    <a:pt x="418" y="375"/>
                  </a:cubicBezTo>
                  <a:cubicBezTo>
                    <a:pt x="418" y="374"/>
                    <a:pt x="417" y="373"/>
                    <a:pt x="417" y="372"/>
                  </a:cubicBezTo>
                  <a:close/>
                  <a:moveTo>
                    <a:pt x="450" y="399"/>
                  </a:moveTo>
                  <a:cubicBezTo>
                    <a:pt x="450" y="399"/>
                    <a:pt x="451" y="399"/>
                    <a:pt x="451" y="399"/>
                  </a:cubicBezTo>
                  <a:cubicBezTo>
                    <a:pt x="451" y="400"/>
                    <a:pt x="451" y="399"/>
                    <a:pt x="451" y="399"/>
                  </a:cubicBezTo>
                  <a:cubicBezTo>
                    <a:pt x="451" y="399"/>
                    <a:pt x="451" y="399"/>
                    <a:pt x="451" y="399"/>
                  </a:cubicBezTo>
                  <a:cubicBezTo>
                    <a:pt x="451" y="399"/>
                    <a:pt x="451" y="398"/>
                    <a:pt x="451" y="398"/>
                  </a:cubicBezTo>
                  <a:cubicBezTo>
                    <a:pt x="451" y="398"/>
                    <a:pt x="450" y="397"/>
                    <a:pt x="450" y="398"/>
                  </a:cubicBezTo>
                  <a:cubicBezTo>
                    <a:pt x="450" y="398"/>
                    <a:pt x="450" y="398"/>
                    <a:pt x="450" y="398"/>
                  </a:cubicBezTo>
                  <a:cubicBezTo>
                    <a:pt x="450" y="398"/>
                    <a:pt x="450" y="398"/>
                    <a:pt x="450" y="398"/>
                  </a:cubicBezTo>
                  <a:cubicBezTo>
                    <a:pt x="450" y="398"/>
                    <a:pt x="450" y="398"/>
                    <a:pt x="450" y="398"/>
                  </a:cubicBezTo>
                  <a:cubicBezTo>
                    <a:pt x="450" y="399"/>
                    <a:pt x="450" y="399"/>
                    <a:pt x="450" y="399"/>
                  </a:cubicBezTo>
                  <a:cubicBezTo>
                    <a:pt x="449" y="399"/>
                    <a:pt x="450" y="400"/>
                    <a:pt x="450" y="399"/>
                  </a:cubicBezTo>
                  <a:close/>
                  <a:moveTo>
                    <a:pt x="393" y="301"/>
                  </a:moveTo>
                  <a:cubicBezTo>
                    <a:pt x="393" y="301"/>
                    <a:pt x="392" y="301"/>
                    <a:pt x="391" y="301"/>
                  </a:cubicBezTo>
                  <a:cubicBezTo>
                    <a:pt x="391" y="301"/>
                    <a:pt x="390" y="301"/>
                    <a:pt x="390" y="302"/>
                  </a:cubicBezTo>
                  <a:cubicBezTo>
                    <a:pt x="390" y="302"/>
                    <a:pt x="390" y="303"/>
                    <a:pt x="391" y="303"/>
                  </a:cubicBezTo>
                  <a:cubicBezTo>
                    <a:pt x="391" y="302"/>
                    <a:pt x="392" y="303"/>
                    <a:pt x="392" y="303"/>
                  </a:cubicBezTo>
                  <a:cubicBezTo>
                    <a:pt x="392" y="303"/>
                    <a:pt x="393" y="304"/>
                    <a:pt x="393" y="304"/>
                  </a:cubicBezTo>
                  <a:cubicBezTo>
                    <a:pt x="394" y="304"/>
                    <a:pt x="394" y="304"/>
                    <a:pt x="394" y="304"/>
                  </a:cubicBezTo>
                  <a:cubicBezTo>
                    <a:pt x="394" y="304"/>
                    <a:pt x="393" y="304"/>
                    <a:pt x="393" y="304"/>
                  </a:cubicBezTo>
                  <a:cubicBezTo>
                    <a:pt x="393" y="304"/>
                    <a:pt x="392" y="303"/>
                    <a:pt x="392" y="303"/>
                  </a:cubicBezTo>
                  <a:cubicBezTo>
                    <a:pt x="391" y="303"/>
                    <a:pt x="391" y="304"/>
                    <a:pt x="391" y="304"/>
                  </a:cubicBezTo>
                  <a:cubicBezTo>
                    <a:pt x="392" y="305"/>
                    <a:pt x="393" y="305"/>
                    <a:pt x="393" y="305"/>
                  </a:cubicBezTo>
                  <a:cubicBezTo>
                    <a:pt x="394" y="305"/>
                    <a:pt x="395" y="305"/>
                    <a:pt x="395" y="304"/>
                  </a:cubicBezTo>
                  <a:cubicBezTo>
                    <a:pt x="395" y="304"/>
                    <a:pt x="395" y="304"/>
                    <a:pt x="395" y="304"/>
                  </a:cubicBezTo>
                  <a:cubicBezTo>
                    <a:pt x="395" y="304"/>
                    <a:pt x="395" y="304"/>
                    <a:pt x="395" y="304"/>
                  </a:cubicBezTo>
                  <a:cubicBezTo>
                    <a:pt x="395" y="304"/>
                    <a:pt x="395" y="304"/>
                    <a:pt x="395" y="303"/>
                  </a:cubicBezTo>
                  <a:cubicBezTo>
                    <a:pt x="395" y="303"/>
                    <a:pt x="395" y="303"/>
                    <a:pt x="395" y="302"/>
                  </a:cubicBezTo>
                  <a:cubicBezTo>
                    <a:pt x="394" y="302"/>
                    <a:pt x="394" y="301"/>
                    <a:pt x="393" y="301"/>
                  </a:cubicBezTo>
                  <a:close/>
                  <a:moveTo>
                    <a:pt x="390" y="303"/>
                  </a:moveTo>
                  <a:cubicBezTo>
                    <a:pt x="390" y="303"/>
                    <a:pt x="390" y="303"/>
                    <a:pt x="389" y="303"/>
                  </a:cubicBezTo>
                  <a:cubicBezTo>
                    <a:pt x="389" y="303"/>
                    <a:pt x="389" y="303"/>
                    <a:pt x="389" y="304"/>
                  </a:cubicBezTo>
                  <a:cubicBezTo>
                    <a:pt x="389" y="304"/>
                    <a:pt x="390" y="304"/>
                    <a:pt x="390" y="304"/>
                  </a:cubicBezTo>
                  <a:cubicBezTo>
                    <a:pt x="391" y="304"/>
                    <a:pt x="390" y="304"/>
                    <a:pt x="390" y="303"/>
                  </a:cubicBezTo>
                  <a:close/>
                  <a:moveTo>
                    <a:pt x="455" y="400"/>
                  </a:moveTo>
                  <a:cubicBezTo>
                    <a:pt x="455" y="400"/>
                    <a:pt x="455" y="400"/>
                    <a:pt x="455" y="399"/>
                  </a:cubicBezTo>
                  <a:cubicBezTo>
                    <a:pt x="455" y="400"/>
                    <a:pt x="456" y="400"/>
                    <a:pt x="456" y="399"/>
                  </a:cubicBezTo>
                  <a:cubicBezTo>
                    <a:pt x="455" y="399"/>
                    <a:pt x="455" y="399"/>
                    <a:pt x="454" y="398"/>
                  </a:cubicBezTo>
                  <a:cubicBezTo>
                    <a:pt x="454" y="398"/>
                    <a:pt x="453" y="397"/>
                    <a:pt x="453" y="397"/>
                  </a:cubicBezTo>
                  <a:cubicBezTo>
                    <a:pt x="453" y="397"/>
                    <a:pt x="455" y="398"/>
                    <a:pt x="455" y="398"/>
                  </a:cubicBezTo>
                  <a:cubicBezTo>
                    <a:pt x="455" y="399"/>
                    <a:pt x="456" y="398"/>
                    <a:pt x="455" y="398"/>
                  </a:cubicBezTo>
                  <a:cubicBezTo>
                    <a:pt x="455" y="397"/>
                    <a:pt x="455" y="398"/>
                    <a:pt x="455" y="398"/>
                  </a:cubicBezTo>
                  <a:cubicBezTo>
                    <a:pt x="455" y="398"/>
                    <a:pt x="455" y="397"/>
                    <a:pt x="455" y="397"/>
                  </a:cubicBezTo>
                  <a:cubicBezTo>
                    <a:pt x="455" y="397"/>
                    <a:pt x="455" y="397"/>
                    <a:pt x="455" y="397"/>
                  </a:cubicBezTo>
                  <a:cubicBezTo>
                    <a:pt x="454" y="397"/>
                    <a:pt x="454" y="397"/>
                    <a:pt x="454" y="397"/>
                  </a:cubicBezTo>
                  <a:cubicBezTo>
                    <a:pt x="454" y="397"/>
                    <a:pt x="455" y="396"/>
                    <a:pt x="455" y="396"/>
                  </a:cubicBezTo>
                  <a:cubicBezTo>
                    <a:pt x="455" y="396"/>
                    <a:pt x="454" y="396"/>
                    <a:pt x="453" y="396"/>
                  </a:cubicBezTo>
                  <a:cubicBezTo>
                    <a:pt x="453" y="397"/>
                    <a:pt x="453" y="396"/>
                    <a:pt x="453" y="396"/>
                  </a:cubicBezTo>
                  <a:cubicBezTo>
                    <a:pt x="453" y="395"/>
                    <a:pt x="452" y="395"/>
                    <a:pt x="452" y="395"/>
                  </a:cubicBezTo>
                  <a:cubicBezTo>
                    <a:pt x="451" y="395"/>
                    <a:pt x="452" y="396"/>
                    <a:pt x="452" y="396"/>
                  </a:cubicBezTo>
                  <a:cubicBezTo>
                    <a:pt x="452" y="395"/>
                    <a:pt x="452" y="396"/>
                    <a:pt x="452" y="396"/>
                  </a:cubicBezTo>
                  <a:cubicBezTo>
                    <a:pt x="452" y="396"/>
                    <a:pt x="451" y="396"/>
                    <a:pt x="451" y="396"/>
                  </a:cubicBezTo>
                  <a:cubicBezTo>
                    <a:pt x="451" y="396"/>
                    <a:pt x="452" y="397"/>
                    <a:pt x="452" y="397"/>
                  </a:cubicBezTo>
                  <a:cubicBezTo>
                    <a:pt x="451" y="397"/>
                    <a:pt x="451" y="396"/>
                    <a:pt x="450" y="396"/>
                  </a:cubicBezTo>
                  <a:cubicBezTo>
                    <a:pt x="450" y="396"/>
                    <a:pt x="450" y="397"/>
                    <a:pt x="450" y="397"/>
                  </a:cubicBezTo>
                  <a:cubicBezTo>
                    <a:pt x="451" y="397"/>
                    <a:pt x="451" y="397"/>
                    <a:pt x="451" y="398"/>
                  </a:cubicBezTo>
                  <a:cubicBezTo>
                    <a:pt x="451" y="398"/>
                    <a:pt x="452" y="398"/>
                    <a:pt x="452" y="397"/>
                  </a:cubicBezTo>
                  <a:cubicBezTo>
                    <a:pt x="452" y="398"/>
                    <a:pt x="452" y="398"/>
                    <a:pt x="452" y="398"/>
                  </a:cubicBezTo>
                  <a:cubicBezTo>
                    <a:pt x="452" y="398"/>
                    <a:pt x="452" y="398"/>
                    <a:pt x="452" y="398"/>
                  </a:cubicBezTo>
                  <a:cubicBezTo>
                    <a:pt x="452" y="398"/>
                    <a:pt x="453" y="398"/>
                    <a:pt x="453" y="398"/>
                  </a:cubicBezTo>
                  <a:cubicBezTo>
                    <a:pt x="453" y="398"/>
                    <a:pt x="452" y="398"/>
                    <a:pt x="452" y="398"/>
                  </a:cubicBezTo>
                  <a:cubicBezTo>
                    <a:pt x="453" y="399"/>
                    <a:pt x="454" y="399"/>
                    <a:pt x="454" y="399"/>
                  </a:cubicBezTo>
                  <a:cubicBezTo>
                    <a:pt x="454" y="399"/>
                    <a:pt x="454" y="400"/>
                    <a:pt x="454" y="400"/>
                  </a:cubicBezTo>
                  <a:cubicBezTo>
                    <a:pt x="455" y="400"/>
                    <a:pt x="455" y="400"/>
                    <a:pt x="455" y="400"/>
                  </a:cubicBezTo>
                  <a:close/>
                  <a:moveTo>
                    <a:pt x="457" y="396"/>
                  </a:moveTo>
                  <a:cubicBezTo>
                    <a:pt x="457" y="397"/>
                    <a:pt x="458" y="397"/>
                    <a:pt x="458" y="397"/>
                  </a:cubicBezTo>
                  <a:cubicBezTo>
                    <a:pt x="457" y="397"/>
                    <a:pt x="457" y="397"/>
                    <a:pt x="456" y="396"/>
                  </a:cubicBezTo>
                  <a:cubicBezTo>
                    <a:pt x="456" y="396"/>
                    <a:pt x="456" y="397"/>
                    <a:pt x="456" y="397"/>
                  </a:cubicBezTo>
                  <a:cubicBezTo>
                    <a:pt x="456" y="397"/>
                    <a:pt x="456" y="396"/>
                    <a:pt x="455" y="396"/>
                  </a:cubicBezTo>
                  <a:cubicBezTo>
                    <a:pt x="454" y="396"/>
                    <a:pt x="456" y="398"/>
                    <a:pt x="456" y="398"/>
                  </a:cubicBezTo>
                  <a:cubicBezTo>
                    <a:pt x="456" y="398"/>
                    <a:pt x="456" y="398"/>
                    <a:pt x="456" y="398"/>
                  </a:cubicBezTo>
                  <a:cubicBezTo>
                    <a:pt x="456" y="399"/>
                    <a:pt x="456" y="399"/>
                    <a:pt x="456" y="399"/>
                  </a:cubicBezTo>
                  <a:cubicBezTo>
                    <a:pt x="457" y="399"/>
                    <a:pt x="457" y="399"/>
                    <a:pt x="457" y="399"/>
                  </a:cubicBezTo>
                  <a:cubicBezTo>
                    <a:pt x="457" y="399"/>
                    <a:pt x="457" y="399"/>
                    <a:pt x="457" y="399"/>
                  </a:cubicBezTo>
                  <a:cubicBezTo>
                    <a:pt x="457" y="399"/>
                    <a:pt x="457" y="399"/>
                    <a:pt x="457" y="400"/>
                  </a:cubicBezTo>
                  <a:cubicBezTo>
                    <a:pt x="457" y="399"/>
                    <a:pt x="458" y="398"/>
                    <a:pt x="457" y="398"/>
                  </a:cubicBezTo>
                  <a:cubicBezTo>
                    <a:pt x="457" y="398"/>
                    <a:pt x="458" y="398"/>
                    <a:pt x="458" y="398"/>
                  </a:cubicBezTo>
                  <a:cubicBezTo>
                    <a:pt x="458" y="398"/>
                    <a:pt x="458" y="399"/>
                    <a:pt x="458" y="398"/>
                  </a:cubicBezTo>
                  <a:cubicBezTo>
                    <a:pt x="458" y="399"/>
                    <a:pt x="457" y="399"/>
                    <a:pt x="458" y="399"/>
                  </a:cubicBezTo>
                  <a:cubicBezTo>
                    <a:pt x="458" y="399"/>
                    <a:pt x="459" y="400"/>
                    <a:pt x="459" y="399"/>
                  </a:cubicBezTo>
                  <a:cubicBezTo>
                    <a:pt x="459" y="399"/>
                    <a:pt x="459" y="399"/>
                    <a:pt x="460" y="399"/>
                  </a:cubicBezTo>
                  <a:cubicBezTo>
                    <a:pt x="460" y="399"/>
                    <a:pt x="460" y="399"/>
                    <a:pt x="460" y="399"/>
                  </a:cubicBezTo>
                  <a:cubicBezTo>
                    <a:pt x="460" y="399"/>
                    <a:pt x="459" y="400"/>
                    <a:pt x="459" y="400"/>
                  </a:cubicBezTo>
                  <a:cubicBezTo>
                    <a:pt x="459" y="400"/>
                    <a:pt x="461" y="401"/>
                    <a:pt x="461" y="400"/>
                  </a:cubicBezTo>
                  <a:cubicBezTo>
                    <a:pt x="461" y="400"/>
                    <a:pt x="461" y="401"/>
                    <a:pt x="462" y="401"/>
                  </a:cubicBezTo>
                  <a:cubicBezTo>
                    <a:pt x="462" y="400"/>
                    <a:pt x="461" y="400"/>
                    <a:pt x="461" y="400"/>
                  </a:cubicBezTo>
                  <a:cubicBezTo>
                    <a:pt x="461" y="400"/>
                    <a:pt x="462" y="400"/>
                    <a:pt x="462" y="400"/>
                  </a:cubicBezTo>
                  <a:cubicBezTo>
                    <a:pt x="462" y="400"/>
                    <a:pt x="462" y="400"/>
                    <a:pt x="462" y="400"/>
                  </a:cubicBezTo>
                  <a:cubicBezTo>
                    <a:pt x="462" y="400"/>
                    <a:pt x="462" y="400"/>
                    <a:pt x="462" y="400"/>
                  </a:cubicBezTo>
                  <a:cubicBezTo>
                    <a:pt x="462" y="399"/>
                    <a:pt x="462" y="399"/>
                    <a:pt x="462" y="399"/>
                  </a:cubicBezTo>
                  <a:cubicBezTo>
                    <a:pt x="462" y="399"/>
                    <a:pt x="461" y="399"/>
                    <a:pt x="461" y="399"/>
                  </a:cubicBezTo>
                  <a:cubicBezTo>
                    <a:pt x="461" y="399"/>
                    <a:pt x="461" y="399"/>
                    <a:pt x="461" y="399"/>
                  </a:cubicBezTo>
                  <a:cubicBezTo>
                    <a:pt x="461" y="399"/>
                    <a:pt x="461" y="398"/>
                    <a:pt x="461" y="398"/>
                  </a:cubicBezTo>
                  <a:cubicBezTo>
                    <a:pt x="460" y="397"/>
                    <a:pt x="460" y="398"/>
                    <a:pt x="460" y="398"/>
                  </a:cubicBezTo>
                  <a:cubicBezTo>
                    <a:pt x="460" y="398"/>
                    <a:pt x="460" y="398"/>
                    <a:pt x="459" y="398"/>
                  </a:cubicBezTo>
                  <a:cubicBezTo>
                    <a:pt x="459" y="398"/>
                    <a:pt x="460" y="399"/>
                    <a:pt x="460" y="399"/>
                  </a:cubicBezTo>
                  <a:cubicBezTo>
                    <a:pt x="458" y="398"/>
                    <a:pt x="459" y="396"/>
                    <a:pt x="457" y="396"/>
                  </a:cubicBezTo>
                  <a:close/>
                  <a:moveTo>
                    <a:pt x="424" y="378"/>
                  </a:moveTo>
                  <a:cubicBezTo>
                    <a:pt x="424" y="378"/>
                    <a:pt x="425" y="378"/>
                    <a:pt x="425" y="378"/>
                  </a:cubicBezTo>
                  <a:cubicBezTo>
                    <a:pt x="425" y="378"/>
                    <a:pt x="424" y="378"/>
                    <a:pt x="424" y="378"/>
                  </a:cubicBezTo>
                  <a:cubicBezTo>
                    <a:pt x="425" y="378"/>
                    <a:pt x="425" y="378"/>
                    <a:pt x="425" y="378"/>
                  </a:cubicBezTo>
                  <a:cubicBezTo>
                    <a:pt x="425" y="378"/>
                    <a:pt x="424" y="378"/>
                    <a:pt x="425" y="379"/>
                  </a:cubicBezTo>
                  <a:cubicBezTo>
                    <a:pt x="425" y="379"/>
                    <a:pt x="425" y="379"/>
                    <a:pt x="425" y="379"/>
                  </a:cubicBezTo>
                  <a:cubicBezTo>
                    <a:pt x="425" y="379"/>
                    <a:pt x="425" y="379"/>
                    <a:pt x="425" y="379"/>
                  </a:cubicBezTo>
                  <a:cubicBezTo>
                    <a:pt x="426" y="380"/>
                    <a:pt x="426" y="380"/>
                    <a:pt x="426" y="380"/>
                  </a:cubicBezTo>
                  <a:cubicBezTo>
                    <a:pt x="426" y="380"/>
                    <a:pt x="427" y="380"/>
                    <a:pt x="427" y="379"/>
                  </a:cubicBezTo>
                  <a:cubicBezTo>
                    <a:pt x="427" y="379"/>
                    <a:pt x="427" y="380"/>
                    <a:pt x="427" y="379"/>
                  </a:cubicBezTo>
                  <a:cubicBezTo>
                    <a:pt x="427" y="379"/>
                    <a:pt x="427" y="379"/>
                    <a:pt x="427" y="379"/>
                  </a:cubicBezTo>
                  <a:cubicBezTo>
                    <a:pt x="427" y="379"/>
                    <a:pt x="426" y="378"/>
                    <a:pt x="426" y="378"/>
                  </a:cubicBezTo>
                  <a:cubicBezTo>
                    <a:pt x="425" y="378"/>
                    <a:pt x="424" y="377"/>
                    <a:pt x="423" y="377"/>
                  </a:cubicBezTo>
                  <a:cubicBezTo>
                    <a:pt x="423" y="377"/>
                    <a:pt x="422" y="377"/>
                    <a:pt x="423" y="378"/>
                  </a:cubicBezTo>
                  <a:cubicBezTo>
                    <a:pt x="423" y="378"/>
                    <a:pt x="423" y="377"/>
                    <a:pt x="423" y="377"/>
                  </a:cubicBezTo>
                  <a:cubicBezTo>
                    <a:pt x="424" y="377"/>
                    <a:pt x="424" y="377"/>
                    <a:pt x="424" y="378"/>
                  </a:cubicBezTo>
                  <a:close/>
                  <a:moveTo>
                    <a:pt x="404" y="354"/>
                  </a:moveTo>
                  <a:cubicBezTo>
                    <a:pt x="404" y="353"/>
                    <a:pt x="403" y="353"/>
                    <a:pt x="403" y="353"/>
                  </a:cubicBezTo>
                  <a:cubicBezTo>
                    <a:pt x="404" y="353"/>
                    <a:pt x="404" y="353"/>
                    <a:pt x="404" y="354"/>
                  </a:cubicBezTo>
                  <a:cubicBezTo>
                    <a:pt x="404" y="353"/>
                    <a:pt x="402" y="351"/>
                    <a:pt x="401" y="351"/>
                  </a:cubicBezTo>
                  <a:cubicBezTo>
                    <a:pt x="401" y="351"/>
                    <a:pt x="401" y="351"/>
                    <a:pt x="401" y="351"/>
                  </a:cubicBezTo>
                  <a:cubicBezTo>
                    <a:pt x="401" y="351"/>
                    <a:pt x="399" y="350"/>
                    <a:pt x="400" y="351"/>
                  </a:cubicBezTo>
                  <a:cubicBezTo>
                    <a:pt x="400" y="351"/>
                    <a:pt x="401" y="352"/>
                    <a:pt x="401" y="352"/>
                  </a:cubicBezTo>
                  <a:cubicBezTo>
                    <a:pt x="401" y="352"/>
                    <a:pt x="400" y="352"/>
                    <a:pt x="400" y="352"/>
                  </a:cubicBezTo>
                  <a:cubicBezTo>
                    <a:pt x="400" y="353"/>
                    <a:pt x="401" y="353"/>
                    <a:pt x="401" y="353"/>
                  </a:cubicBezTo>
                  <a:cubicBezTo>
                    <a:pt x="401" y="353"/>
                    <a:pt x="402" y="352"/>
                    <a:pt x="402" y="352"/>
                  </a:cubicBezTo>
                  <a:cubicBezTo>
                    <a:pt x="402" y="352"/>
                    <a:pt x="403" y="354"/>
                    <a:pt x="404" y="354"/>
                  </a:cubicBezTo>
                  <a:close/>
                  <a:moveTo>
                    <a:pt x="500" y="411"/>
                  </a:moveTo>
                  <a:cubicBezTo>
                    <a:pt x="501" y="411"/>
                    <a:pt x="502" y="410"/>
                    <a:pt x="501" y="410"/>
                  </a:cubicBezTo>
                  <a:cubicBezTo>
                    <a:pt x="499" y="409"/>
                    <a:pt x="499" y="410"/>
                    <a:pt x="500" y="411"/>
                  </a:cubicBezTo>
                  <a:close/>
                  <a:moveTo>
                    <a:pt x="494" y="413"/>
                  </a:moveTo>
                  <a:cubicBezTo>
                    <a:pt x="493" y="413"/>
                    <a:pt x="492" y="413"/>
                    <a:pt x="492" y="412"/>
                  </a:cubicBezTo>
                  <a:cubicBezTo>
                    <a:pt x="492" y="412"/>
                    <a:pt x="492" y="412"/>
                    <a:pt x="492" y="412"/>
                  </a:cubicBezTo>
                  <a:cubicBezTo>
                    <a:pt x="492" y="412"/>
                    <a:pt x="492" y="412"/>
                    <a:pt x="492" y="412"/>
                  </a:cubicBezTo>
                  <a:cubicBezTo>
                    <a:pt x="491" y="412"/>
                    <a:pt x="490" y="411"/>
                    <a:pt x="490" y="411"/>
                  </a:cubicBezTo>
                  <a:cubicBezTo>
                    <a:pt x="490" y="411"/>
                    <a:pt x="489" y="411"/>
                    <a:pt x="489" y="411"/>
                  </a:cubicBezTo>
                  <a:cubicBezTo>
                    <a:pt x="488" y="411"/>
                    <a:pt x="487" y="411"/>
                    <a:pt x="487" y="411"/>
                  </a:cubicBezTo>
                  <a:cubicBezTo>
                    <a:pt x="487" y="411"/>
                    <a:pt x="487" y="411"/>
                    <a:pt x="486" y="410"/>
                  </a:cubicBezTo>
                  <a:cubicBezTo>
                    <a:pt x="486" y="410"/>
                    <a:pt x="486" y="410"/>
                    <a:pt x="486" y="410"/>
                  </a:cubicBezTo>
                  <a:cubicBezTo>
                    <a:pt x="486" y="410"/>
                    <a:pt x="486" y="410"/>
                    <a:pt x="486" y="410"/>
                  </a:cubicBezTo>
                  <a:cubicBezTo>
                    <a:pt x="485" y="410"/>
                    <a:pt x="486" y="410"/>
                    <a:pt x="486" y="410"/>
                  </a:cubicBezTo>
                  <a:cubicBezTo>
                    <a:pt x="487" y="410"/>
                    <a:pt x="487" y="410"/>
                    <a:pt x="488" y="410"/>
                  </a:cubicBezTo>
                  <a:cubicBezTo>
                    <a:pt x="488" y="410"/>
                    <a:pt x="490" y="410"/>
                    <a:pt x="490" y="410"/>
                  </a:cubicBezTo>
                  <a:cubicBezTo>
                    <a:pt x="490" y="410"/>
                    <a:pt x="489" y="410"/>
                    <a:pt x="489" y="410"/>
                  </a:cubicBezTo>
                  <a:cubicBezTo>
                    <a:pt x="489" y="410"/>
                    <a:pt x="489" y="410"/>
                    <a:pt x="489" y="410"/>
                  </a:cubicBezTo>
                  <a:cubicBezTo>
                    <a:pt x="488" y="409"/>
                    <a:pt x="486" y="409"/>
                    <a:pt x="485" y="409"/>
                  </a:cubicBezTo>
                  <a:cubicBezTo>
                    <a:pt x="485" y="409"/>
                    <a:pt x="482" y="408"/>
                    <a:pt x="482" y="408"/>
                  </a:cubicBezTo>
                  <a:cubicBezTo>
                    <a:pt x="482" y="407"/>
                    <a:pt x="484" y="409"/>
                    <a:pt x="485" y="409"/>
                  </a:cubicBezTo>
                  <a:cubicBezTo>
                    <a:pt x="486" y="409"/>
                    <a:pt x="487" y="409"/>
                    <a:pt x="486" y="408"/>
                  </a:cubicBezTo>
                  <a:cubicBezTo>
                    <a:pt x="486" y="408"/>
                    <a:pt x="488" y="409"/>
                    <a:pt x="487" y="408"/>
                  </a:cubicBezTo>
                  <a:cubicBezTo>
                    <a:pt x="488" y="408"/>
                    <a:pt x="488" y="408"/>
                    <a:pt x="487" y="407"/>
                  </a:cubicBezTo>
                  <a:cubicBezTo>
                    <a:pt x="486" y="406"/>
                    <a:pt x="485" y="406"/>
                    <a:pt x="485" y="407"/>
                  </a:cubicBezTo>
                  <a:cubicBezTo>
                    <a:pt x="484" y="407"/>
                    <a:pt x="483" y="407"/>
                    <a:pt x="483" y="407"/>
                  </a:cubicBezTo>
                  <a:cubicBezTo>
                    <a:pt x="482" y="407"/>
                    <a:pt x="482" y="407"/>
                    <a:pt x="482" y="407"/>
                  </a:cubicBezTo>
                  <a:cubicBezTo>
                    <a:pt x="481" y="407"/>
                    <a:pt x="480" y="407"/>
                    <a:pt x="481" y="407"/>
                  </a:cubicBezTo>
                  <a:cubicBezTo>
                    <a:pt x="480" y="407"/>
                    <a:pt x="480" y="407"/>
                    <a:pt x="479" y="407"/>
                  </a:cubicBezTo>
                  <a:cubicBezTo>
                    <a:pt x="479" y="407"/>
                    <a:pt x="480" y="408"/>
                    <a:pt x="480" y="408"/>
                  </a:cubicBezTo>
                  <a:cubicBezTo>
                    <a:pt x="479" y="408"/>
                    <a:pt x="479" y="407"/>
                    <a:pt x="478" y="407"/>
                  </a:cubicBezTo>
                  <a:cubicBezTo>
                    <a:pt x="478" y="408"/>
                    <a:pt x="479" y="409"/>
                    <a:pt x="478" y="409"/>
                  </a:cubicBezTo>
                  <a:cubicBezTo>
                    <a:pt x="478" y="408"/>
                    <a:pt x="478" y="408"/>
                    <a:pt x="477" y="408"/>
                  </a:cubicBezTo>
                  <a:cubicBezTo>
                    <a:pt x="476" y="408"/>
                    <a:pt x="475" y="408"/>
                    <a:pt x="475" y="409"/>
                  </a:cubicBezTo>
                  <a:cubicBezTo>
                    <a:pt x="475" y="408"/>
                    <a:pt x="475" y="409"/>
                    <a:pt x="475" y="409"/>
                  </a:cubicBezTo>
                  <a:cubicBezTo>
                    <a:pt x="475" y="409"/>
                    <a:pt x="476" y="409"/>
                    <a:pt x="476" y="409"/>
                  </a:cubicBezTo>
                  <a:cubicBezTo>
                    <a:pt x="476" y="409"/>
                    <a:pt x="476" y="409"/>
                    <a:pt x="476" y="409"/>
                  </a:cubicBezTo>
                  <a:cubicBezTo>
                    <a:pt x="476" y="409"/>
                    <a:pt x="476" y="409"/>
                    <a:pt x="476" y="409"/>
                  </a:cubicBezTo>
                  <a:cubicBezTo>
                    <a:pt x="476" y="409"/>
                    <a:pt x="476" y="409"/>
                    <a:pt x="476" y="410"/>
                  </a:cubicBezTo>
                  <a:cubicBezTo>
                    <a:pt x="477" y="410"/>
                    <a:pt x="477" y="410"/>
                    <a:pt x="478" y="410"/>
                  </a:cubicBezTo>
                  <a:cubicBezTo>
                    <a:pt x="478" y="409"/>
                    <a:pt x="479" y="409"/>
                    <a:pt x="479" y="409"/>
                  </a:cubicBezTo>
                  <a:cubicBezTo>
                    <a:pt x="479" y="409"/>
                    <a:pt x="478" y="410"/>
                    <a:pt x="478" y="410"/>
                  </a:cubicBezTo>
                  <a:cubicBezTo>
                    <a:pt x="478" y="410"/>
                    <a:pt x="479" y="410"/>
                    <a:pt x="479" y="410"/>
                  </a:cubicBezTo>
                  <a:cubicBezTo>
                    <a:pt x="478" y="410"/>
                    <a:pt x="478" y="410"/>
                    <a:pt x="477" y="410"/>
                  </a:cubicBezTo>
                  <a:cubicBezTo>
                    <a:pt x="478" y="410"/>
                    <a:pt x="478" y="410"/>
                    <a:pt x="479" y="411"/>
                  </a:cubicBezTo>
                  <a:cubicBezTo>
                    <a:pt x="479" y="411"/>
                    <a:pt x="479" y="411"/>
                    <a:pt x="479" y="411"/>
                  </a:cubicBezTo>
                  <a:cubicBezTo>
                    <a:pt x="480" y="411"/>
                    <a:pt x="480" y="410"/>
                    <a:pt x="480" y="411"/>
                  </a:cubicBezTo>
                  <a:cubicBezTo>
                    <a:pt x="480" y="411"/>
                    <a:pt x="480" y="411"/>
                    <a:pt x="481" y="411"/>
                  </a:cubicBezTo>
                  <a:cubicBezTo>
                    <a:pt x="481" y="411"/>
                    <a:pt x="480" y="411"/>
                    <a:pt x="480" y="411"/>
                  </a:cubicBezTo>
                  <a:cubicBezTo>
                    <a:pt x="480" y="412"/>
                    <a:pt x="481" y="411"/>
                    <a:pt x="481" y="412"/>
                  </a:cubicBezTo>
                  <a:cubicBezTo>
                    <a:pt x="481" y="412"/>
                    <a:pt x="481" y="413"/>
                    <a:pt x="481" y="412"/>
                  </a:cubicBezTo>
                  <a:cubicBezTo>
                    <a:pt x="482" y="412"/>
                    <a:pt x="481" y="412"/>
                    <a:pt x="481" y="411"/>
                  </a:cubicBezTo>
                  <a:cubicBezTo>
                    <a:pt x="482" y="411"/>
                    <a:pt x="482" y="412"/>
                    <a:pt x="482" y="412"/>
                  </a:cubicBezTo>
                  <a:cubicBezTo>
                    <a:pt x="482" y="412"/>
                    <a:pt x="482" y="412"/>
                    <a:pt x="483" y="412"/>
                  </a:cubicBezTo>
                  <a:cubicBezTo>
                    <a:pt x="483" y="412"/>
                    <a:pt x="484" y="413"/>
                    <a:pt x="483" y="412"/>
                  </a:cubicBezTo>
                  <a:cubicBezTo>
                    <a:pt x="483" y="412"/>
                    <a:pt x="482" y="412"/>
                    <a:pt x="482" y="411"/>
                  </a:cubicBezTo>
                  <a:cubicBezTo>
                    <a:pt x="482" y="411"/>
                    <a:pt x="481" y="411"/>
                    <a:pt x="482" y="411"/>
                  </a:cubicBezTo>
                  <a:cubicBezTo>
                    <a:pt x="481" y="410"/>
                    <a:pt x="480" y="410"/>
                    <a:pt x="480" y="410"/>
                  </a:cubicBezTo>
                  <a:cubicBezTo>
                    <a:pt x="480" y="410"/>
                    <a:pt x="480" y="410"/>
                    <a:pt x="480" y="410"/>
                  </a:cubicBezTo>
                  <a:cubicBezTo>
                    <a:pt x="480" y="410"/>
                    <a:pt x="480" y="410"/>
                    <a:pt x="481" y="410"/>
                  </a:cubicBezTo>
                  <a:cubicBezTo>
                    <a:pt x="481" y="410"/>
                    <a:pt x="481" y="409"/>
                    <a:pt x="481" y="410"/>
                  </a:cubicBezTo>
                  <a:cubicBezTo>
                    <a:pt x="481" y="409"/>
                    <a:pt x="480" y="409"/>
                    <a:pt x="480" y="409"/>
                  </a:cubicBezTo>
                  <a:cubicBezTo>
                    <a:pt x="481" y="408"/>
                    <a:pt x="481" y="410"/>
                    <a:pt x="482" y="410"/>
                  </a:cubicBezTo>
                  <a:cubicBezTo>
                    <a:pt x="482" y="410"/>
                    <a:pt x="482" y="409"/>
                    <a:pt x="482" y="409"/>
                  </a:cubicBezTo>
                  <a:cubicBezTo>
                    <a:pt x="482" y="409"/>
                    <a:pt x="483" y="410"/>
                    <a:pt x="483" y="410"/>
                  </a:cubicBezTo>
                  <a:cubicBezTo>
                    <a:pt x="483" y="410"/>
                    <a:pt x="483" y="410"/>
                    <a:pt x="483" y="410"/>
                  </a:cubicBezTo>
                  <a:cubicBezTo>
                    <a:pt x="484" y="410"/>
                    <a:pt x="483" y="410"/>
                    <a:pt x="484" y="410"/>
                  </a:cubicBezTo>
                  <a:cubicBezTo>
                    <a:pt x="484" y="410"/>
                    <a:pt x="484" y="409"/>
                    <a:pt x="485" y="409"/>
                  </a:cubicBezTo>
                  <a:cubicBezTo>
                    <a:pt x="484" y="409"/>
                    <a:pt x="485" y="411"/>
                    <a:pt x="484" y="411"/>
                  </a:cubicBezTo>
                  <a:cubicBezTo>
                    <a:pt x="485" y="411"/>
                    <a:pt x="485" y="411"/>
                    <a:pt x="486" y="411"/>
                  </a:cubicBezTo>
                  <a:cubicBezTo>
                    <a:pt x="486" y="411"/>
                    <a:pt x="486" y="411"/>
                    <a:pt x="486" y="411"/>
                  </a:cubicBezTo>
                  <a:cubicBezTo>
                    <a:pt x="486" y="411"/>
                    <a:pt x="485" y="411"/>
                    <a:pt x="485" y="411"/>
                  </a:cubicBezTo>
                  <a:cubicBezTo>
                    <a:pt x="485" y="412"/>
                    <a:pt x="486" y="413"/>
                    <a:pt x="487" y="412"/>
                  </a:cubicBezTo>
                  <a:cubicBezTo>
                    <a:pt x="486" y="412"/>
                    <a:pt x="486" y="412"/>
                    <a:pt x="486" y="412"/>
                  </a:cubicBezTo>
                  <a:cubicBezTo>
                    <a:pt x="487" y="412"/>
                    <a:pt x="486" y="412"/>
                    <a:pt x="486" y="412"/>
                  </a:cubicBezTo>
                  <a:cubicBezTo>
                    <a:pt x="486" y="412"/>
                    <a:pt x="486" y="412"/>
                    <a:pt x="487" y="412"/>
                  </a:cubicBezTo>
                  <a:cubicBezTo>
                    <a:pt x="487" y="412"/>
                    <a:pt x="487" y="412"/>
                    <a:pt x="488" y="412"/>
                  </a:cubicBezTo>
                  <a:cubicBezTo>
                    <a:pt x="488" y="412"/>
                    <a:pt x="488" y="412"/>
                    <a:pt x="487" y="411"/>
                  </a:cubicBezTo>
                  <a:cubicBezTo>
                    <a:pt x="488" y="412"/>
                    <a:pt x="488" y="412"/>
                    <a:pt x="488" y="412"/>
                  </a:cubicBezTo>
                  <a:cubicBezTo>
                    <a:pt x="489" y="412"/>
                    <a:pt x="489" y="412"/>
                    <a:pt x="489" y="412"/>
                  </a:cubicBezTo>
                  <a:cubicBezTo>
                    <a:pt x="490" y="412"/>
                    <a:pt x="490" y="412"/>
                    <a:pt x="490" y="412"/>
                  </a:cubicBezTo>
                  <a:cubicBezTo>
                    <a:pt x="490" y="412"/>
                    <a:pt x="491" y="412"/>
                    <a:pt x="491" y="413"/>
                  </a:cubicBezTo>
                  <a:cubicBezTo>
                    <a:pt x="491" y="413"/>
                    <a:pt x="491" y="413"/>
                    <a:pt x="491" y="413"/>
                  </a:cubicBezTo>
                  <a:cubicBezTo>
                    <a:pt x="492" y="414"/>
                    <a:pt x="492" y="413"/>
                    <a:pt x="492" y="413"/>
                  </a:cubicBezTo>
                  <a:cubicBezTo>
                    <a:pt x="492" y="414"/>
                    <a:pt x="493" y="414"/>
                    <a:pt x="493" y="415"/>
                  </a:cubicBezTo>
                  <a:cubicBezTo>
                    <a:pt x="494" y="415"/>
                    <a:pt x="494" y="414"/>
                    <a:pt x="494" y="414"/>
                  </a:cubicBezTo>
                  <a:cubicBezTo>
                    <a:pt x="493" y="414"/>
                    <a:pt x="494" y="414"/>
                    <a:pt x="494" y="413"/>
                  </a:cubicBezTo>
                  <a:close/>
                  <a:moveTo>
                    <a:pt x="475" y="408"/>
                  </a:moveTo>
                  <a:cubicBezTo>
                    <a:pt x="475" y="408"/>
                    <a:pt x="476" y="407"/>
                    <a:pt x="476" y="407"/>
                  </a:cubicBezTo>
                  <a:cubicBezTo>
                    <a:pt x="476" y="407"/>
                    <a:pt x="477" y="407"/>
                    <a:pt x="477" y="407"/>
                  </a:cubicBezTo>
                  <a:cubicBezTo>
                    <a:pt x="477" y="407"/>
                    <a:pt x="478" y="407"/>
                    <a:pt x="478" y="407"/>
                  </a:cubicBezTo>
                  <a:cubicBezTo>
                    <a:pt x="478" y="407"/>
                    <a:pt x="480" y="407"/>
                    <a:pt x="479" y="407"/>
                  </a:cubicBezTo>
                  <a:cubicBezTo>
                    <a:pt x="479" y="407"/>
                    <a:pt x="480" y="407"/>
                    <a:pt x="480" y="407"/>
                  </a:cubicBezTo>
                  <a:cubicBezTo>
                    <a:pt x="480" y="406"/>
                    <a:pt x="479" y="406"/>
                    <a:pt x="479" y="406"/>
                  </a:cubicBezTo>
                  <a:cubicBezTo>
                    <a:pt x="478" y="406"/>
                    <a:pt x="478" y="406"/>
                    <a:pt x="478" y="406"/>
                  </a:cubicBezTo>
                  <a:cubicBezTo>
                    <a:pt x="478" y="406"/>
                    <a:pt x="478" y="407"/>
                    <a:pt x="478" y="407"/>
                  </a:cubicBezTo>
                  <a:cubicBezTo>
                    <a:pt x="477" y="407"/>
                    <a:pt x="478" y="406"/>
                    <a:pt x="477" y="406"/>
                  </a:cubicBezTo>
                  <a:cubicBezTo>
                    <a:pt x="477" y="406"/>
                    <a:pt x="477" y="406"/>
                    <a:pt x="476" y="406"/>
                  </a:cubicBezTo>
                  <a:cubicBezTo>
                    <a:pt x="476" y="406"/>
                    <a:pt x="475" y="406"/>
                    <a:pt x="475" y="406"/>
                  </a:cubicBezTo>
                  <a:cubicBezTo>
                    <a:pt x="475" y="406"/>
                    <a:pt x="476" y="406"/>
                    <a:pt x="476" y="406"/>
                  </a:cubicBezTo>
                  <a:cubicBezTo>
                    <a:pt x="476" y="406"/>
                    <a:pt x="476" y="406"/>
                    <a:pt x="476" y="407"/>
                  </a:cubicBezTo>
                  <a:cubicBezTo>
                    <a:pt x="475" y="407"/>
                    <a:pt x="475" y="406"/>
                    <a:pt x="474" y="406"/>
                  </a:cubicBezTo>
                  <a:cubicBezTo>
                    <a:pt x="474" y="406"/>
                    <a:pt x="475" y="407"/>
                    <a:pt x="475" y="407"/>
                  </a:cubicBezTo>
                  <a:cubicBezTo>
                    <a:pt x="475" y="407"/>
                    <a:pt x="474" y="407"/>
                    <a:pt x="474" y="407"/>
                  </a:cubicBezTo>
                  <a:cubicBezTo>
                    <a:pt x="475" y="407"/>
                    <a:pt x="475" y="407"/>
                    <a:pt x="475" y="408"/>
                  </a:cubicBezTo>
                  <a:close/>
                  <a:moveTo>
                    <a:pt x="472" y="408"/>
                  </a:moveTo>
                  <a:cubicBezTo>
                    <a:pt x="472" y="407"/>
                    <a:pt x="471" y="408"/>
                    <a:pt x="471" y="408"/>
                  </a:cubicBezTo>
                  <a:cubicBezTo>
                    <a:pt x="470" y="408"/>
                    <a:pt x="470" y="407"/>
                    <a:pt x="470" y="407"/>
                  </a:cubicBezTo>
                  <a:cubicBezTo>
                    <a:pt x="470" y="407"/>
                    <a:pt x="470" y="407"/>
                    <a:pt x="470" y="408"/>
                  </a:cubicBezTo>
                  <a:cubicBezTo>
                    <a:pt x="469" y="408"/>
                    <a:pt x="468" y="407"/>
                    <a:pt x="468" y="407"/>
                  </a:cubicBezTo>
                  <a:cubicBezTo>
                    <a:pt x="468" y="407"/>
                    <a:pt x="470" y="408"/>
                    <a:pt x="470" y="407"/>
                  </a:cubicBezTo>
                  <a:cubicBezTo>
                    <a:pt x="470" y="406"/>
                    <a:pt x="471" y="406"/>
                    <a:pt x="471" y="406"/>
                  </a:cubicBezTo>
                  <a:cubicBezTo>
                    <a:pt x="471" y="406"/>
                    <a:pt x="468" y="407"/>
                    <a:pt x="469" y="407"/>
                  </a:cubicBezTo>
                  <a:cubicBezTo>
                    <a:pt x="469" y="407"/>
                    <a:pt x="468" y="407"/>
                    <a:pt x="467" y="407"/>
                  </a:cubicBezTo>
                  <a:cubicBezTo>
                    <a:pt x="467" y="407"/>
                    <a:pt x="467" y="407"/>
                    <a:pt x="467" y="407"/>
                  </a:cubicBezTo>
                  <a:cubicBezTo>
                    <a:pt x="467" y="407"/>
                    <a:pt x="466" y="406"/>
                    <a:pt x="466" y="407"/>
                  </a:cubicBezTo>
                  <a:cubicBezTo>
                    <a:pt x="466" y="407"/>
                    <a:pt x="466" y="407"/>
                    <a:pt x="467" y="407"/>
                  </a:cubicBezTo>
                  <a:cubicBezTo>
                    <a:pt x="465" y="407"/>
                    <a:pt x="466" y="408"/>
                    <a:pt x="467" y="408"/>
                  </a:cubicBezTo>
                  <a:cubicBezTo>
                    <a:pt x="467" y="408"/>
                    <a:pt x="468" y="408"/>
                    <a:pt x="468" y="408"/>
                  </a:cubicBezTo>
                  <a:cubicBezTo>
                    <a:pt x="468" y="407"/>
                    <a:pt x="469" y="408"/>
                    <a:pt x="469" y="408"/>
                  </a:cubicBezTo>
                  <a:cubicBezTo>
                    <a:pt x="469" y="408"/>
                    <a:pt x="470" y="408"/>
                    <a:pt x="469" y="408"/>
                  </a:cubicBezTo>
                  <a:cubicBezTo>
                    <a:pt x="470" y="408"/>
                    <a:pt x="470" y="408"/>
                    <a:pt x="470" y="408"/>
                  </a:cubicBezTo>
                  <a:cubicBezTo>
                    <a:pt x="470" y="408"/>
                    <a:pt x="470" y="410"/>
                    <a:pt x="471" y="409"/>
                  </a:cubicBezTo>
                  <a:cubicBezTo>
                    <a:pt x="471" y="409"/>
                    <a:pt x="471" y="409"/>
                    <a:pt x="470" y="409"/>
                  </a:cubicBezTo>
                  <a:cubicBezTo>
                    <a:pt x="471" y="409"/>
                    <a:pt x="471" y="409"/>
                    <a:pt x="471" y="409"/>
                  </a:cubicBezTo>
                  <a:cubicBezTo>
                    <a:pt x="471" y="409"/>
                    <a:pt x="472" y="409"/>
                    <a:pt x="472" y="409"/>
                  </a:cubicBezTo>
                  <a:cubicBezTo>
                    <a:pt x="472" y="409"/>
                    <a:pt x="471" y="409"/>
                    <a:pt x="471" y="408"/>
                  </a:cubicBezTo>
                  <a:cubicBezTo>
                    <a:pt x="471" y="408"/>
                    <a:pt x="472" y="409"/>
                    <a:pt x="471" y="408"/>
                  </a:cubicBezTo>
                  <a:cubicBezTo>
                    <a:pt x="471" y="408"/>
                    <a:pt x="472" y="409"/>
                    <a:pt x="472" y="409"/>
                  </a:cubicBezTo>
                  <a:cubicBezTo>
                    <a:pt x="473" y="408"/>
                    <a:pt x="472" y="408"/>
                    <a:pt x="472" y="408"/>
                  </a:cubicBezTo>
                  <a:cubicBezTo>
                    <a:pt x="472" y="408"/>
                    <a:pt x="472" y="408"/>
                    <a:pt x="472" y="408"/>
                  </a:cubicBezTo>
                  <a:close/>
                  <a:moveTo>
                    <a:pt x="36" y="98"/>
                  </a:moveTo>
                  <a:cubicBezTo>
                    <a:pt x="36" y="98"/>
                    <a:pt x="36" y="98"/>
                    <a:pt x="36" y="98"/>
                  </a:cubicBezTo>
                  <a:cubicBezTo>
                    <a:pt x="36" y="98"/>
                    <a:pt x="35" y="98"/>
                    <a:pt x="36" y="98"/>
                  </a:cubicBezTo>
                  <a:close/>
                  <a:moveTo>
                    <a:pt x="497" y="410"/>
                  </a:moveTo>
                  <a:cubicBezTo>
                    <a:pt x="497" y="410"/>
                    <a:pt x="498" y="410"/>
                    <a:pt x="498" y="410"/>
                  </a:cubicBezTo>
                  <a:cubicBezTo>
                    <a:pt x="499" y="409"/>
                    <a:pt x="498" y="408"/>
                    <a:pt x="497" y="407"/>
                  </a:cubicBezTo>
                  <a:cubicBezTo>
                    <a:pt x="496" y="406"/>
                    <a:pt x="494" y="406"/>
                    <a:pt x="493" y="406"/>
                  </a:cubicBezTo>
                  <a:cubicBezTo>
                    <a:pt x="493" y="406"/>
                    <a:pt x="492" y="407"/>
                    <a:pt x="492" y="406"/>
                  </a:cubicBezTo>
                  <a:cubicBezTo>
                    <a:pt x="492" y="406"/>
                    <a:pt x="491" y="406"/>
                    <a:pt x="491" y="406"/>
                  </a:cubicBezTo>
                  <a:cubicBezTo>
                    <a:pt x="490" y="406"/>
                    <a:pt x="489" y="406"/>
                    <a:pt x="489" y="406"/>
                  </a:cubicBezTo>
                  <a:cubicBezTo>
                    <a:pt x="488" y="406"/>
                    <a:pt x="487" y="406"/>
                    <a:pt x="487" y="407"/>
                  </a:cubicBezTo>
                  <a:cubicBezTo>
                    <a:pt x="487" y="407"/>
                    <a:pt x="488" y="407"/>
                    <a:pt x="489" y="407"/>
                  </a:cubicBezTo>
                  <a:cubicBezTo>
                    <a:pt x="489" y="407"/>
                    <a:pt x="489" y="408"/>
                    <a:pt x="489" y="408"/>
                  </a:cubicBezTo>
                  <a:cubicBezTo>
                    <a:pt x="489" y="409"/>
                    <a:pt x="490" y="409"/>
                    <a:pt x="490" y="409"/>
                  </a:cubicBezTo>
                  <a:cubicBezTo>
                    <a:pt x="490" y="409"/>
                    <a:pt x="490" y="409"/>
                    <a:pt x="491" y="410"/>
                  </a:cubicBezTo>
                  <a:cubicBezTo>
                    <a:pt x="491" y="410"/>
                    <a:pt x="491" y="410"/>
                    <a:pt x="492" y="409"/>
                  </a:cubicBezTo>
                  <a:cubicBezTo>
                    <a:pt x="492" y="409"/>
                    <a:pt x="493" y="409"/>
                    <a:pt x="494" y="410"/>
                  </a:cubicBezTo>
                  <a:cubicBezTo>
                    <a:pt x="493" y="410"/>
                    <a:pt x="493" y="409"/>
                    <a:pt x="493" y="410"/>
                  </a:cubicBezTo>
                  <a:cubicBezTo>
                    <a:pt x="493" y="410"/>
                    <a:pt x="494" y="410"/>
                    <a:pt x="494" y="410"/>
                  </a:cubicBezTo>
                  <a:cubicBezTo>
                    <a:pt x="495" y="410"/>
                    <a:pt x="494" y="409"/>
                    <a:pt x="495" y="409"/>
                  </a:cubicBezTo>
                  <a:cubicBezTo>
                    <a:pt x="495" y="409"/>
                    <a:pt x="496" y="409"/>
                    <a:pt x="496" y="409"/>
                  </a:cubicBezTo>
                  <a:cubicBezTo>
                    <a:pt x="496" y="410"/>
                    <a:pt x="496" y="410"/>
                    <a:pt x="497" y="410"/>
                  </a:cubicBezTo>
                  <a:close/>
                  <a:moveTo>
                    <a:pt x="387" y="293"/>
                  </a:moveTo>
                  <a:cubicBezTo>
                    <a:pt x="388" y="293"/>
                    <a:pt x="388" y="294"/>
                    <a:pt x="389" y="294"/>
                  </a:cubicBezTo>
                  <a:cubicBezTo>
                    <a:pt x="389" y="293"/>
                    <a:pt x="388" y="293"/>
                    <a:pt x="388" y="293"/>
                  </a:cubicBezTo>
                  <a:cubicBezTo>
                    <a:pt x="389" y="293"/>
                    <a:pt x="389" y="293"/>
                    <a:pt x="389" y="293"/>
                  </a:cubicBezTo>
                  <a:cubicBezTo>
                    <a:pt x="389" y="293"/>
                    <a:pt x="387" y="292"/>
                    <a:pt x="387" y="292"/>
                  </a:cubicBezTo>
                  <a:cubicBezTo>
                    <a:pt x="387" y="292"/>
                    <a:pt x="388" y="292"/>
                    <a:pt x="388" y="292"/>
                  </a:cubicBezTo>
                  <a:cubicBezTo>
                    <a:pt x="387" y="292"/>
                    <a:pt x="387" y="292"/>
                    <a:pt x="387" y="293"/>
                  </a:cubicBezTo>
                  <a:close/>
                  <a:moveTo>
                    <a:pt x="456" y="404"/>
                  </a:moveTo>
                  <a:cubicBezTo>
                    <a:pt x="456" y="404"/>
                    <a:pt x="456" y="403"/>
                    <a:pt x="455" y="403"/>
                  </a:cubicBezTo>
                  <a:cubicBezTo>
                    <a:pt x="455" y="403"/>
                    <a:pt x="455" y="404"/>
                    <a:pt x="455" y="404"/>
                  </a:cubicBezTo>
                  <a:cubicBezTo>
                    <a:pt x="455" y="404"/>
                    <a:pt x="455" y="404"/>
                    <a:pt x="455" y="404"/>
                  </a:cubicBezTo>
                  <a:cubicBezTo>
                    <a:pt x="456" y="404"/>
                    <a:pt x="456" y="404"/>
                    <a:pt x="456" y="404"/>
                  </a:cubicBezTo>
                  <a:cubicBezTo>
                    <a:pt x="456" y="404"/>
                    <a:pt x="456" y="404"/>
                    <a:pt x="457" y="405"/>
                  </a:cubicBezTo>
                  <a:cubicBezTo>
                    <a:pt x="457" y="405"/>
                    <a:pt x="456" y="404"/>
                    <a:pt x="456" y="404"/>
                  </a:cubicBezTo>
                  <a:close/>
                  <a:moveTo>
                    <a:pt x="395" y="309"/>
                  </a:moveTo>
                  <a:cubicBezTo>
                    <a:pt x="396" y="308"/>
                    <a:pt x="394" y="306"/>
                    <a:pt x="394" y="307"/>
                  </a:cubicBezTo>
                  <a:cubicBezTo>
                    <a:pt x="393" y="308"/>
                    <a:pt x="395" y="309"/>
                    <a:pt x="395" y="309"/>
                  </a:cubicBezTo>
                  <a:close/>
                  <a:moveTo>
                    <a:pt x="398" y="336"/>
                  </a:moveTo>
                  <a:cubicBezTo>
                    <a:pt x="399" y="335"/>
                    <a:pt x="397" y="334"/>
                    <a:pt x="396" y="334"/>
                  </a:cubicBezTo>
                  <a:cubicBezTo>
                    <a:pt x="396" y="334"/>
                    <a:pt x="396" y="334"/>
                    <a:pt x="397" y="334"/>
                  </a:cubicBezTo>
                  <a:cubicBezTo>
                    <a:pt x="396" y="334"/>
                    <a:pt x="394" y="334"/>
                    <a:pt x="395" y="335"/>
                  </a:cubicBezTo>
                  <a:cubicBezTo>
                    <a:pt x="396" y="335"/>
                    <a:pt x="396" y="336"/>
                    <a:pt x="397" y="336"/>
                  </a:cubicBezTo>
                  <a:cubicBezTo>
                    <a:pt x="397" y="336"/>
                    <a:pt x="397" y="337"/>
                    <a:pt x="397" y="337"/>
                  </a:cubicBezTo>
                  <a:cubicBezTo>
                    <a:pt x="397" y="337"/>
                    <a:pt x="398" y="337"/>
                    <a:pt x="398" y="338"/>
                  </a:cubicBezTo>
                  <a:cubicBezTo>
                    <a:pt x="398" y="338"/>
                    <a:pt x="399" y="338"/>
                    <a:pt x="399" y="338"/>
                  </a:cubicBezTo>
                  <a:cubicBezTo>
                    <a:pt x="399" y="337"/>
                    <a:pt x="400" y="337"/>
                    <a:pt x="399" y="337"/>
                  </a:cubicBezTo>
                  <a:cubicBezTo>
                    <a:pt x="399" y="336"/>
                    <a:pt x="399" y="336"/>
                    <a:pt x="399" y="335"/>
                  </a:cubicBezTo>
                  <a:cubicBezTo>
                    <a:pt x="399" y="335"/>
                    <a:pt x="399" y="336"/>
                    <a:pt x="398" y="336"/>
                  </a:cubicBezTo>
                  <a:close/>
                  <a:moveTo>
                    <a:pt x="398" y="307"/>
                  </a:moveTo>
                  <a:cubicBezTo>
                    <a:pt x="397" y="306"/>
                    <a:pt x="397" y="306"/>
                    <a:pt x="397" y="306"/>
                  </a:cubicBezTo>
                  <a:cubicBezTo>
                    <a:pt x="396" y="306"/>
                    <a:pt x="396" y="306"/>
                    <a:pt x="396" y="307"/>
                  </a:cubicBezTo>
                  <a:cubicBezTo>
                    <a:pt x="396" y="307"/>
                    <a:pt x="396" y="307"/>
                    <a:pt x="396" y="307"/>
                  </a:cubicBezTo>
                  <a:cubicBezTo>
                    <a:pt x="397" y="308"/>
                    <a:pt x="396" y="308"/>
                    <a:pt x="397" y="308"/>
                  </a:cubicBezTo>
                  <a:cubicBezTo>
                    <a:pt x="397" y="309"/>
                    <a:pt x="398" y="309"/>
                    <a:pt x="398" y="309"/>
                  </a:cubicBezTo>
                  <a:cubicBezTo>
                    <a:pt x="398" y="309"/>
                    <a:pt x="397" y="308"/>
                    <a:pt x="397" y="308"/>
                  </a:cubicBezTo>
                  <a:cubicBezTo>
                    <a:pt x="398" y="308"/>
                    <a:pt x="398" y="307"/>
                    <a:pt x="398" y="307"/>
                  </a:cubicBezTo>
                  <a:close/>
                  <a:moveTo>
                    <a:pt x="421" y="374"/>
                  </a:moveTo>
                  <a:cubicBezTo>
                    <a:pt x="421" y="373"/>
                    <a:pt x="420" y="373"/>
                    <a:pt x="419" y="373"/>
                  </a:cubicBezTo>
                  <a:cubicBezTo>
                    <a:pt x="420" y="373"/>
                    <a:pt x="420" y="373"/>
                    <a:pt x="420" y="374"/>
                  </a:cubicBezTo>
                  <a:cubicBezTo>
                    <a:pt x="421" y="374"/>
                    <a:pt x="421" y="374"/>
                    <a:pt x="421" y="374"/>
                  </a:cubicBezTo>
                  <a:cubicBezTo>
                    <a:pt x="422" y="375"/>
                    <a:pt x="423" y="375"/>
                    <a:pt x="423" y="375"/>
                  </a:cubicBezTo>
                  <a:cubicBezTo>
                    <a:pt x="424" y="375"/>
                    <a:pt x="424" y="375"/>
                    <a:pt x="424" y="375"/>
                  </a:cubicBezTo>
                  <a:cubicBezTo>
                    <a:pt x="423" y="374"/>
                    <a:pt x="423" y="375"/>
                    <a:pt x="423" y="374"/>
                  </a:cubicBezTo>
                  <a:cubicBezTo>
                    <a:pt x="423" y="375"/>
                    <a:pt x="423" y="374"/>
                    <a:pt x="423" y="374"/>
                  </a:cubicBezTo>
                  <a:cubicBezTo>
                    <a:pt x="423" y="374"/>
                    <a:pt x="421" y="374"/>
                    <a:pt x="421" y="374"/>
                  </a:cubicBezTo>
                  <a:close/>
                  <a:moveTo>
                    <a:pt x="499" y="415"/>
                  </a:moveTo>
                  <a:cubicBezTo>
                    <a:pt x="499" y="415"/>
                    <a:pt x="499" y="413"/>
                    <a:pt x="498" y="413"/>
                  </a:cubicBezTo>
                  <a:cubicBezTo>
                    <a:pt x="498" y="414"/>
                    <a:pt x="499" y="414"/>
                    <a:pt x="499" y="414"/>
                  </a:cubicBezTo>
                  <a:cubicBezTo>
                    <a:pt x="498" y="414"/>
                    <a:pt x="498" y="414"/>
                    <a:pt x="498" y="414"/>
                  </a:cubicBezTo>
                  <a:cubicBezTo>
                    <a:pt x="497" y="414"/>
                    <a:pt x="497" y="415"/>
                    <a:pt x="498" y="415"/>
                  </a:cubicBezTo>
                  <a:cubicBezTo>
                    <a:pt x="498" y="415"/>
                    <a:pt x="499" y="415"/>
                    <a:pt x="500" y="415"/>
                  </a:cubicBezTo>
                  <a:cubicBezTo>
                    <a:pt x="500" y="416"/>
                    <a:pt x="500" y="415"/>
                    <a:pt x="500" y="415"/>
                  </a:cubicBezTo>
                  <a:cubicBezTo>
                    <a:pt x="500" y="415"/>
                    <a:pt x="500" y="415"/>
                    <a:pt x="499" y="415"/>
                  </a:cubicBezTo>
                  <a:close/>
                  <a:moveTo>
                    <a:pt x="388" y="299"/>
                  </a:moveTo>
                  <a:cubicBezTo>
                    <a:pt x="389" y="299"/>
                    <a:pt x="388" y="299"/>
                    <a:pt x="387" y="299"/>
                  </a:cubicBezTo>
                  <a:cubicBezTo>
                    <a:pt x="387" y="299"/>
                    <a:pt x="387" y="298"/>
                    <a:pt x="386" y="298"/>
                  </a:cubicBezTo>
                  <a:cubicBezTo>
                    <a:pt x="386" y="298"/>
                    <a:pt x="386" y="299"/>
                    <a:pt x="386" y="299"/>
                  </a:cubicBezTo>
                  <a:cubicBezTo>
                    <a:pt x="387" y="299"/>
                    <a:pt x="387" y="299"/>
                    <a:pt x="388" y="299"/>
                  </a:cubicBezTo>
                  <a:close/>
                  <a:moveTo>
                    <a:pt x="415" y="373"/>
                  </a:moveTo>
                  <a:cubicBezTo>
                    <a:pt x="414" y="373"/>
                    <a:pt x="415" y="375"/>
                    <a:pt x="415" y="375"/>
                  </a:cubicBezTo>
                  <a:cubicBezTo>
                    <a:pt x="416" y="375"/>
                    <a:pt x="416" y="373"/>
                    <a:pt x="415" y="373"/>
                  </a:cubicBezTo>
                  <a:close/>
                  <a:moveTo>
                    <a:pt x="501" y="416"/>
                  </a:moveTo>
                  <a:cubicBezTo>
                    <a:pt x="502" y="416"/>
                    <a:pt x="502" y="417"/>
                    <a:pt x="502" y="417"/>
                  </a:cubicBezTo>
                  <a:cubicBezTo>
                    <a:pt x="503" y="417"/>
                    <a:pt x="502" y="416"/>
                    <a:pt x="502" y="416"/>
                  </a:cubicBezTo>
                  <a:cubicBezTo>
                    <a:pt x="502" y="415"/>
                    <a:pt x="501" y="416"/>
                    <a:pt x="501" y="416"/>
                  </a:cubicBezTo>
                  <a:close/>
                  <a:moveTo>
                    <a:pt x="451" y="400"/>
                  </a:moveTo>
                  <a:cubicBezTo>
                    <a:pt x="451" y="401"/>
                    <a:pt x="450" y="400"/>
                    <a:pt x="450" y="400"/>
                  </a:cubicBezTo>
                  <a:cubicBezTo>
                    <a:pt x="450" y="400"/>
                    <a:pt x="450" y="400"/>
                    <a:pt x="450" y="400"/>
                  </a:cubicBezTo>
                  <a:cubicBezTo>
                    <a:pt x="450" y="401"/>
                    <a:pt x="450" y="401"/>
                    <a:pt x="451" y="401"/>
                  </a:cubicBezTo>
                  <a:cubicBezTo>
                    <a:pt x="451" y="400"/>
                    <a:pt x="451" y="401"/>
                    <a:pt x="451" y="401"/>
                  </a:cubicBezTo>
                  <a:cubicBezTo>
                    <a:pt x="451" y="401"/>
                    <a:pt x="451" y="400"/>
                    <a:pt x="451" y="400"/>
                  </a:cubicBezTo>
                  <a:cubicBezTo>
                    <a:pt x="451" y="400"/>
                    <a:pt x="452" y="401"/>
                    <a:pt x="452" y="400"/>
                  </a:cubicBezTo>
                  <a:cubicBezTo>
                    <a:pt x="452" y="400"/>
                    <a:pt x="451" y="400"/>
                    <a:pt x="451" y="400"/>
                  </a:cubicBezTo>
                  <a:close/>
                  <a:moveTo>
                    <a:pt x="389" y="301"/>
                  </a:moveTo>
                  <a:cubicBezTo>
                    <a:pt x="388" y="301"/>
                    <a:pt x="389" y="301"/>
                    <a:pt x="389" y="301"/>
                  </a:cubicBezTo>
                  <a:cubicBezTo>
                    <a:pt x="390" y="301"/>
                    <a:pt x="390" y="301"/>
                    <a:pt x="391" y="301"/>
                  </a:cubicBezTo>
                  <a:cubicBezTo>
                    <a:pt x="391" y="301"/>
                    <a:pt x="392" y="301"/>
                    <a:pt x="391" y="301"/>
                  </a:cubicBezTo>
                  <a:cubicBezTo>
                    <a:pt x="391" y="301"/>
                    <a:pt x="392" y="301"/>
                    <a:pt x="392" y="300"/>
                  </a:cubicBezTo>
                  <a:cubicBezTo>
                    <a:pt x="392" y="300"/>
                    <a:pt x="391" y="300"/>
                    <a:pt x="390" y="300"/>
                  </a:cubicBezTo>
                  <a:cubicBezTo>
                    <a:pt x="389" y="299"/>
                    <a:pt x="389" y="300"/>
                    <a:pt x="389" y="301"/>
                  </a:cubicBezTo>
                  <a:close/>
                  <a:moveTo>
                    <a:pt x="399" y="345"/>
                  </a:moveTo>
                  <a:cubicBezTo>
                    <a:pt x="400" y="345"/>
                    <a:pt x="399" y="345"/>
                    <a:pt x="399" y="344"/>
                  </a:cubicBezTo>
                  <a:cubicBezTo>
                    <a:pt x="398" y="344"/>
                    <a:pt x="399" y="344"/>
                    <a:pt x="398" y="344"/>
                  </a:cubicBezTo>
                  <a:cubicBezTo>
                    <a:pt x="398" y="344"/>
                    <a:pt x="398" y="344"/>
                    <a:pt x="398" y="345"/>
                  </a:cubicBezTo>
                  <a:cubicBezTo>
                    <a:pt x="398" y="345"/>
                    <a:pt x="397" y="345"/>
                    <a:pt x="398" y="345"/>
                  </a:cubicBezTo>
                  <a:cubicBezTo>
                    <a:pt x="398" y="345"/>
                    <a:pt x="398" y="345"/>
                    <a:pt x="397" y="346"/>
                  </a:cubicBezTo>
                  <a:cubicBezTo>
                    <a:pt x="397" y="345"/>
                    <a:pt x="397" y="345"/>
                    <a:pt x="397" y="345"/>
                  </a:cubicBezTo>
                  <a:cubicBezTo>
                    <a:pt x="397" y="346"/>
                    <a:pt x="397" y="346"/>
                    <a:pt x="397" y="346"/>
                  </a:cubicBezTo>
                  <a:cubicBezTo>
                    <a:pt x="397" y="346"/>
                    <a:pt x="398" y="347"/>
                    <a:pt x="398" y="347"/>
                  </a:cubicBezTo>
                  <a:cubicBezTo>
                    <a:pt x="399" y="347"/>
                    <a:pt x="399" y="346"/>
                    <a:pt x="399" y="345"/>
                  </a:cubicBezTo>
                  <a:cubicBezTo>
                    <a:pt x="399" y="346"/>
                    <a:pt x="399" y="346"/>
                    <a:pt x="399" y="346"/>
                  </a:cubicBezTo>
                  <a:cubicBezTo>
                    <a:pt x="399" y="346"/>
                    <a:pt x="399" y="346"/>
                    <a:pt x="399" y="345"/>
                  </a:cubicBezTo>
                  <a:cubicBezTo>
                    <a:pt x="399" y="345"/>
                    <a:pt x="399" y="345"/>
                    <a:pt x="399" y="345"/>
                  </a:cubicBezTo>
                  <a:close/>
                  <a:moveTo>
                    <a:pt x="497" y="416"/>
                  </a:moveTo>
                  <a:cubicBezTo>
                    <a:pt x="497" y="416"/>
                    <a:pt x="496" y="416"/>
                    <a:pt x="496" y="416"/>
                  </a:cubicBezTo>
                  <a:cubicBezTo>
                    <a:pt x="496" y="416"/>
                    <a:pt x="497" y="416"/>
                    <a:pt x="497" y="416"/>
                  </a:cubicBezTo>
                  <a:cubicBezTo>
                    <a:pt x="498" y="416"/>
                    <a:pt x="499" y="417"/>
                    <a:pt x="499" y="416"/>
                  </a:cubicBezTo>
                  <a:cubicBezTo>
                    <a:pt x="498" y="416"/>
                    <a:pt x="498" y="416"/>
                    <a:pt x="498" y="416"/>
                  </a:cubicBezTo>
                  <a:cubicBezTo>
                    <a:pt x="498" y="416"/>
                    <a:pt x="497" y="416"/>
                    <a:pt x="497" y="416"/>
                  </a:cubicBezTo>
                  <a:close/>
                  <a:moveTo>
                    <a:pt x="413" y="364"/>
                  </a:moveTo>
                  <a:cubicBezTo>
                    <a:pt x="414" y="364"/>
                    <a:pt x="413" y="363"/>
                    <a:pt x="413" y="363"/>
                  </a:cubicBezTo>
                  <a:cubicBezTo>
                    <a:pt x="413" y="363"/>
                    <a:pt x="413" y="364"/>
                    <a:pt x="413" y="364"/>
                  </a:cubicBezTo>
                  <a:cubicBezTo>
                    <a:pt x="413" y="364"/>
                    <a:pt x="413" y="363"/>
                    <a:pt x="412" y="363"/>
                  </a:cubicBezTo>
                  <a:cubicBezTo>
                    <a:pt x="412" y="363"/>
                    <a:pt x="413" y="363"/>
                    <a:pt x="413" y="363"/>
                  </a:cubicBezTo>
                  <a:cubicBezTo>
                    <a:pt x="412" y="363"/>
                    <a:pt x="412" y="362"/>
                    <a:pt x="411" y="362"/>
                  </a:cubicBezTo>
                  <a:cubicBezTo>
                    <a:pt x="411" y="362"/>
                    <a:pt x="411" y="362"/>
                    <a:pt x="411" y="362"/>
                  </a:cubicBezTo>
                  <a:cubicBezTo>
                    <a:pt x="411" y="362"/>
                    <a:pt x="411" y="362"/>
                    <a:pt x="411" y="362"/>
                  </a:cubicBezTo>
                  <a:cubicBezTo>
                    <a:pt x="411" y="362"/>
                    <a:pt x="411" y="362"/>
                    <a:pt x="411" y="363"/>
                  </a:cubicBezTo>
                  <a:cubicBezTo>
                    <a:pt x="410" y="362"/>
                    <a:pt x="411" y="363"/>
                    <a:pt x="411" y="363"/>
                  </a:cubicBezTo>
                  <a:cubicBezTo>
                    <a:pt x="411" y="363"/>
                    <a:pt x="411" y="363"/>
                    <a:pt x="412" y="363"/>
                  </a:cubicBezTo>
                  <a:cubicBezTo>
                    <a:pt x="411" y="363"/>
                    <a:pt x="411" y="363"/>
                    <a:pt x="411" y="363"/>
                  </a:cubicBezTo>
                  <a:cubicBezTo>
                    <a:pt x="411" y="364"/>
                    <a:pt x="413" y="364"/>
                    <a:pt x="413" y="364"/>
                  </a:cubicBezTo>
                  <a:close/>
                  <a:moveTo>
                    <a:pt x="395" y="307"/>
                  </a:moveTo>
                  <a:cubicBezTo>
                    <a:pt x="396" y="306"/>
                    <a:pt x="395" y="306"/>
                    <a:pt x="394" y="306"/>
                  </a:cubicBezTo>
                  <a:cubicBezTo>
                    <a:pt x="393" y="305"/>
                    <a:pt x="392" y="307"/>
                    <a:pt x="393" y="307"/>
                  </a:cubicBezTo>
                  <a:cubicBezTo>
                    <a:pt x="393" y="307"/>
                    <a:pt x="394" y="307"/>
                    <a:pt x="394" y="307"/>
                  </a:cubicBezTo>
                  <a:cubicBezTo>
                    <a:pt x="394" y="307"/>
                    <a:pt x="395" y="307"/>
                    <a:pt x="395" y="307"/>
                  </a:cubicBezTo>
                  <a:close/>
                  <a:moveTo>
                    <a:pt x="385" y="298"/>
                  </a:moveTo>
                  <a:cubicBezTo>
                    <a:pt x="385" y="298"/>
                    <a:pt x="386" y="298"/>
                    <a:pt x="386" y="298"/>
                  </a:cubicBezTo>
                  <a:cubicBezTo>
                    <a:pt x="387" y="297"/>
                    <a:pt x="385" y="297"/>
                    <a:pt x="385" y="297"/>
                  </a:cubicBezTo>
                  <a:cubicBezTo>
                    <a:pt x="384" y="297"/>
                    <a:pt x="385" y="298"/>
                    <a:pt x="385" y="298"/>
                  </a:cubicBezTo>
                  <a:close/>
                  <a:moveTo>
                    <a:pt x="443" y="397"/>
                  </a:moveTo>
                  <a:cubicBezTo>
                    <a:pt x="442" y="397"/>
                    <a:pt x="442" y="397"/>
                    <a:pt x="442" y="397"/>
                  </a:cubicBezTo>
                  <a:cubicBezTo>
                    <a:pt x="441" y="397"/>
                    <a:pt x="441" y="397"/>
                    <a:pt x="441" y="398"/>
                  </a:cubicBezTo>
                  <a:cubicBezTo>
                    <a:pt x="441" y="398"/>
                    <a:pt x="442" y="397"/>
                    <a:pt x="442" y="398"/>
                  </a:cubicBezTo>
                  <a:cubicBezTo>
                    <a:pt x="442" y="398"/>
                    <a:pt x="443" y="398"/>
                    <a:pt x="443" y="398"/>
                  </a:cubicBezTo>
                  <a:cubicBezTo>
                    <a:pt x="443" y="398"/>
                    <a:pt x="443" y="398"/>
                    <a:pt x="443" y="398"/>
                  </a:cubicBezTo>
                  <a:cubicBezTo>
                    <a:pt x="443" y="398"/>
                    <a:pt x="443" y="398"/>
                    <a:pt x="443" y="398"/>
                  </a:cubicBezTo>
                  <a:cubicBezTo>
                    <a:pt x="443" y="397"/>
                    <a:pt x="443" y="398"/>
                    <a:pt x="443" y="397"/>
                  </a:cubicBezTo>
                  <a:close/>
                  <a:moveTo>
                    <a:pt x="0" y="106"/>
                  </a:moveTo>
                  <a:cubicBezTo>
                    <a:pt x="0" y="106"/>
                    <a:pt x="0" y="106"/>
                    <a:pt x="1" y="106"/>
                  </a:cubicBezTo>
                  <a:cubicBezTo>
                    <a:pt x="1" y="106"/>
                    <a:pt x="2" y="106"/>
                    <a:pt x="2" y="105"/>
                  </a:cubicBezTo>
                  <a:cubicBezTo>
                    <a:pt x="2" y="105"/>
                    <a:pt x="0" y="104"/>
                    <a:pt x="0" y="106"/>
                  </a:cubicBezTo>
                  <a:close/>
                  <a:moveTo>
                    <a:pt x="503" y="409"/>
                  </a:moveTo>
                  <a:cubicBezTo>
                    <a:pt x="502" y="409"/>
                    <a:pt x="502" y="410"/>
                    <a:pt x="503" y="410"/>
                  </a:cubicBezTo>
                  <a:cubicBezTo>
                    <a:pt x="504" y="410"/>
                    <a:pt x="504" y="409"/>
                    <a:pt x="503" y="409"/>
                  </a:cubicBezTo>
                  <a:close/>
                  <a:moveTo>
                    <a:pt x="434" y="391"/>
                  </a:moveTo>
                  <a:cubicBezTo>
                    <a:pt x="434" y="391"/>
                    <a:pt x="435" y="392"/>
                    <a:pt x="434" y="392"/>
                  </a:cubicBezTo>
                  <a:cubicBezTo>
                    <a:pt x="434" y="392"/>
                    <a:pt x="435" y="392"/>
                    <a:pt x="435" y="392"/>
                  </a:cubicBezTo>
                  <a:cubicBezTo>
                    <a:pt x="435" y="392"/>
                    <a:pt x="435" y="392"/>
                    <a:pt x="435" y="393"/>
                  </a:cubicBezTo>
                  <a:cubicBezTo>
                    <a:pt x="435" y="392"/>
                    <a:pt x="435" y="392"/>
                    <a:pt x="435" y="392"/>
                  </a:cubicBezTo>
                  <a:cubicBezTo>
                    <a:pt x="436" y="392"/>
                    <a:pt x="436" y="392"/>
                    <a:pt x="436" y="392"/>
                  </a:cubicBezTo>
                  <a:cubicBezTo>
                    <a:pt x="435" y="391"/>
                    <a:pt x="435" y="391"/>
                    <a:pt x="434" y="391"/>
                  </a:cubicBezTo>
                  <a:close/>
                  <a:moveTo>
                    <a:pt x="395" y="333"/>
                  </a:moveTo>
                  <a:cubicBezTo>
                    <a:pt x="395" y="333"/>
                    <a:pt x="394" y="334"/>
                    <a:pt x="395" y="334"/>
                  </a:cubicBezTo>
                  <a:cubicBezTo>
                    <a:pt x="395" y="334"/>
                    <a:pt x="395" y="334"/>
                    <a:pt x="396" y="333"/>
                  </a:cubicBezTo>
                  <a:cubicBezTo>
                    <a:pt x="396" y="333"/>
                    <a:pt x="396" y="333"/>
                    <a:pt x="396" y="333"/>
                  </a:cubicBezTo>
                  <a:cubicBezTo>
                    <a:pt x="396" y="334"/>
                    <a:pt x="397" y="334"/>
                    <a:pt x="397" y="334"/>
                  </a:cubicBezTo>
                  <a:cubicBezTo>
                    <a:pt x="398" y="334"/>
                    <a:pt x="399" y="334"/>
                    <a:pt x="398" y="333"/>
                  </a:cubicBezTo>
                  <a:cubicBezTo>
                    <a:pt x="398" y="333"/>
                    <a:pt x="397" y="330"/>
                    <a:pt x="397" y="332"/>
                  </a:cubicBezTo>
                  <a:cubicBezTo>
                    <a:pt x="397" y="332"/>
                    <a:pt x="397" y="332"/>
                    <a:pt x="397" y="332"/>
                  </a:cubicBezTo>
                  <a:cubicBezTo>
                    <a:pt x="396" y="332"/>
                    <a:pt x="397" y="332"/>
                    <a:pt x="397" y="333"/>
                  </a:cubicBezTo>
                  <a:cubicBezTo>
                    <a:pt x="396" y="333"/>
                    <a:pt x="397" y="333"/>
                    <a:pt x="397" y="333"/>
                  </a:cubicBezTo>
                  <a:cubicBezTo>
                    <a:pt x="397" y="333"/>
                    <a:pt x="396" y="333"/>
                    <a:pt x="396" y="333"/>
                  </a:cubicBezTo>
                  <a:cubicBezTo>
                    <a:pt x="395" y="333"/>
                    <a:pt x="395" y="333"/>
                    <a:pt x="395" y="333"/>
                  </a:cubicBezTo>
                  <a:close/>
                  <a:moveTo>
                    <a:pt x="398" y="323"/>
                  </a:moveTo>
                  <a:cubicBezTo>
                    <a:pt x="397" y="323"/>
                    <a:pt x="397" y="323"/>
                    <a:pt x="397" y="323"/>
                  </a:cubicBezTo>
                  <a:cubicBezTo>
                    <a:pt x="397" y="324"/>
                    <a:pt x="397" y="324"/>
                    <a:pt x="397" y="324"/>
                  </a:cubicBezTo>
                  <a:cubicBezTo>
                    <a:pt x="397" y="325"/>
                    <a:pt x="399" y="323"/>
                    <a:pt x="398" y="323"/>
                  </a:cubicBezTo>
                  <a:close/>
                  <a:moveTo>
                    <a:pt x="394" y="330"/>
                  </a:moveTo>
                  <a:cubicBezTo>
                    <a:pt x="394" y="330"/>
                    <a:pt x="393" y="331"/>
                    <a:pt x="393" y="331"/>
                  </a:cubicBezTo>
                  <a:cubicBezTo>
                    <a:pt x="393" y="331"/>
                    <a:pt x="394" y="331"/>
                    <a:pt x="394" y="332"/>
                  </a:cubicBezTo>
                  <a:cubicBezTo>
                    <a:pt x="395" y="332"/>
                    <a:pt x="396" y="331"/>
                    <a:pt x="395" y="331"/>
                  </a:cubicBezTo>
                  <a:cubicBezTo>
                    <a:pt x="395" y="331"/>
                    <a:pt x="394" y="330"/>
                    <a:pt x="394" y="330"/>
                  </a:cubicBezTo>
                  <a:close/>
                  <a:moveTo>
                    <a:pt x="386" y="295"/>
                  </a:moveTo>
                  <a:cubicBezTo>
                    <a:pt x="386" y="296"/>
                    <a:pt x="385" y="295"/>
                    <a:pt x="385" y="295"/>
                  </a:cubicBezTo>
                  <a:cubicBezTo>
                    <a:pt x="384" y="296"/>
                    <a:pt x="387" y="296"/>
                    <a:pt x="386" y="296"/>
                  </a:cubicBezTo>
                  <a:cubicBezTo>
                    <a:pt x="386" y="296"/>
                    <a:pt x="387" y="295"/>
                    <a:pt x="387" y="295"/>
                  </a:cubicBezTo>
                  <a:cubicBezTo>
                    <a:pt x="387" y="295"/>
                    <a:pt x="386" y="294"/>
                    <a:pt x="386" y="295"/>
                  </a:cubicBezTo>
                  <a:close/>
                  <a:moveTo>
                    <a:pt x="424" y="373"/>
                  </a:moveTo>
                  <a:cubicBezTo>
                    <a:pt x="424" y="373"/>
                    <a:pt x="424" y="373"/>
                    <a:pt x="423" y="373"/>
                  </a:cubicBezTo>
                  <a:cubicBezTo>
                    <a:pt x="423" y="372"/>
                    <a:pt x="423" y="372"/>
                    <a:pt x="422" y="371"/>
                  </a:cubicBezTo>
                  <a:cubicBezTo>
                    <a:pt x="422" y="371"/>
                    <a:pt x="422" y="371"/>
                    <a:pt x="422" y="371"/>
                  </a:cubicBezTo>
                  <a:cubicBezTo>
                    <a:pt x="422" y="371"/>
                    <a:pt x="422" y="371"/>
                    <a:pt x="422" y="372"/>
                  </a:cubicBezTo>
                  <a:cubicBezTo>
                    <a:pt x="422" y="372"/>
                    <a:pt x="422" y="372"/>
                    <a:pt x="422" y="372"/>
                  </a:cubicBezTo>
                  <a:cubicBezTo>
                    <a:pt x="422" y="372"/>
                    <a:pt x="422" y="372"/>
                    <a:pt x="422" y="372"/>
                  </a:cubicBezTo>
                  <a:cubicBezTo>
                    <a:pt x="422" y="372"/>
                    <a:pt x="422" y="372"/>
                    <a:pt x="422" y="372"/>
                  </a:cubicBezTo>
                  <a:cubicBezTo>
                    <a:pt x="422" y="372"/>
                    <a:pt x="422" y="372"/>
                    <a:pt x="422" y="372"/>
                  </a:cubicBezTo>
                  <a:cubicBezTo>
                    <a:pt x="421" y="373"/>
                    <a:pt x="423" y="373"/>
                    <a:pt x="423" y="373"/>
                  </a:cubicBezTo>
                  <a:cubicBezTo>
                    <a:pt x="423" y="373"/>
                    <a:pt x="425" y="374"/>
                    <a:pt x="424" y="373"/>
                  </a:cubicBezTo>
                  <a:close/>
                  <a:moveTo>
                    <a:pt x="391" y="299"/>
                  </a:moveTo>
                  <a:cubicBezTo>
                    <a:pt x="391" y="299"/>
                    <a:pt x="392" y="299"/>
                    <a:pt x="392" y="300"/>
                  </a:cubicBezTo>
                  <a:cubicBezTo>
                    <a:pt x="392" y="300"/>
                    <a:pt x="392" y="300"/>
                    <a:pt x="392" y="300"/>
                  </a:cubicBezTo>
                  <a:cubicBezTo>
                    <a:pt x="392" y="300"/>
                    <a:pt x="393" y="301"/>
                    <a:pt x="393" y="301"/>
                  </a:cubicBezTo>
                  <a:cubicBezTo>
                    <a:pt x="394" y="300"/>
                    <a:pt x="392" y="299"/>
                    <a:pt x="392" y="299"/>
                  </a:cubicBezTo>
                  <a:cubicBezTo>
                    <a:pt x="392" y="299"/>
                    <a:pt x="391" y="298"/>
                    <a:pt x="391" y="299"/>
                  </a:cubicBezTo>
                  <a:close/>
                  <a:moveTo>
                    <a:pt x="430" y="383"/>
                  </a:moveTo>
                  <a:cubicBezTo>
                    <a:pt x="430" y="383"/>
                    <a:pt x="431" y="383"/>
                    <a:pt x="431" y="383"/>
                  </a:cubicBezTo>
                  <a:cubicBezTo>
                    <a:pt x="431" y="382"/>
                    <a:pt x="430" y="382"/>
                    <a:pt x="430" y="382"/>
                  </a:cubicBezTo>
                  <a:cubicBezTo>
                    <a:pt x="430" y="381"/>
                    <a:pt x="430" y="380"/>
                    <a:pt x="430" y="380"/>
                  </a:cubicBezTo>
                  <a:cubicBezTo>
                    <a:pt x="429" y="380"/>
                    <a:pt x="428" y="381"/>
                    <a:pt x="428" y="382"/>
                  </a:cubicBezTo>
                  <a:cubicBezTo>
                    <a:pt x="428" y="383"/>
                    <a:pt x="429" y="382"/>
                    <a:pt x="429" y="382"/>
                  </a:cubicBezTo>
                  <a:cubicBezTo>
                    <a:pt x="429" y="382"/>
                    <a:pt x="428" y="383"/>
                    <a:pt x="429" y="382"/>
                  </a:cubicBezTo>
                  <a:cubicBezTo>
                    <a:pt x="429" y="383"/>
                    <a:pt x="429" y="383"/>
                    <a:pt x="430" y="383"/>
                  </a:cubicBezTo>
                  <a:close/>
                  <a:moveTo>
                    <a:pt x="415" y="370"/>
                  </a:moveTo>
                  <a:cubicBezTo>
                    <a:pt x="415" y="369"/>
                    <a:pt x="415" y="369"/>
                    <a:pt x="415" y="368"/>
                  </a:cubicBezTo>
                  <a:cubicBezTo>
                    <a:pt x="415" y="369"/>
                    <a:pt x="416" y="369"/>
                    <a:pt x="415" y="368"/>
                  </a:cubicBezTo>
                  <a:cubicBezTo>
                    <a:pt x="416" y="368"/>
                    <a:pt x="417" y="370"/>
                    <a:pt x="417" y="369"/>
                  </a:cubicBezTo>
                  <a:cubicBezTo>
                    <a:pt x="417" y="369"/>
                    <a:pt x="416" y="368"/>
                    <a:pt x="416" y="368"/>
                  </a:cubicBezTo>
                  <a:cubicBezTo>
                    <a:pt x="417" y="368"/>
                    <a:pt x="417" y="368"/>
                    <a:pt x="416" y="368"/>
                  </a:cubicBezTo>
                  <a:cubicBezTo>
                    <a:pt x="416" y="367"/>
                    <a:pt x="414" y="367"/>
                    <a:pt x="414" y="368"/>
                  </a:cubicBezTo>
                  <a:cubicBezTo>
                    <a:pt x="414" y="368"/>
                    <a:pt x="414" y="368"/>
                    <a:pt x="414" y="368"/>
                  </a:cubicBezTo>
                  <a:cubicBezTo>
                    <a:pt x="414" y="368"/>
                    <a:pt x="413" y="368"/>
                    <a:pt x="414" y="369"/>
                  </a:cubicBezTo>
                  <a:cubicBezTo>
                    <a:pt x="414" y="369"/>
                    <a:pt x="414" y="369"/>
                    <a:pt x="415" y="369"/>
                  </a:cubicBezTo>
                  <a:cubicBezTo>
                    <a:pt x="415" y="369"/>
                    <a:pt x="413" y="370"/>
                    <a:pt x="414" y="370"/>
                  </a:cubicBezTo>
                  <a:cubicBezTo>
                    <a:pt x="414" y="370"/>
                    <a:pt x="415" y="370"/>
                    <a:pt x="415" y="370"/>
                  </a:cubicBezTo>
                  <a:close/>
                  <a:moveTo>
                    <a:pt x="393" y="298"/>
                  </a:moveTo>
                  <a:cubicBezTo>
                    <a:pt x="393" y="297"/>
                    <a:pt x="393" y="296"/>
                    <a:pt x="392" y="296"/>
                  </a:cubicBezTo>
                  <a:cubicBezTo>
                    <a:pt x="391" y="296"/>
                    <a:pt x="392" y="297"/>
                    <a:pt x="392" y="297"/>
                  </a:cubicBezTo>
                  <a:cubicBezTo>
                    <a:pt x="392" y="298"/>
                    <a:pt x="393" y="298"/>
                    <a:pt x="393" y="298"/>
                  </a:cubicBezTo>
                  <a:cubicBezTo>
                    <a:pt x="393" y="298"/>
                    <a:pt x="394" y="298"/>
                    <a:pt x="394" y="298"/>
                  </a:cubicBezTo>
                  <a:cubicBezTo>
                    <a:pt x="394" y="298"/>
                    <a:pt x="394" y="297"/>
                    <a:pt x="393" y="298"/>
                  </a:cubicBezTo>
                  <a:close/>
                  <a:moveTo>
                    <a:pt x="418" y="365"/>
                  </a:moveTo>
                  <a:cubicBezTo>
                    <a:pt x="418" y="365"/>
                    <a:pt x="417" y="364"/>
                    <a:pt x="418" y="364"/>
                  </a:cubicBezTo>
                  <a:cubicBezTo>
                    <a:pt x="419" y="364"/>
                    <a:pt x="420" y="364"/>
                    <a:pt x="420" y="364"/>
                  </a:cubicBezTo>
                  <a:cubicBezTo>
                    <a:pt x="420" y="364"/>
                    <a:pt x="421" y="365"/>
                    <a:pt x="421" y="365"/>
                  </a:cubicBezTo>
                  <a:cubicBezTo>
                    <a:pt x="421" y="364"/>
                    <a:pt x="420" y="364"/>
                    <a:pt x="420" y="363"/>
                  </a:cubicBezTo>
                  <a:cubicBezTo>
                    <a:pt x="420" y="363"/>
                    <a:pt x="421" y="364"/>
                    <a:pt x="421" y="363"/>
                  </a:cubicBezTo>
                  <a:cubicBezTo>
                    <a:pt x="421" y="363"/>
                    <a:pt x="421" y="363"/>
                    <a:pt x="420" y="363"/>
                  </a:cubicBezTo>
                  <a:cubicBezTo>
                    <a:pt x="420" y="362"/>
                    <a:pt x="420" y="362"/>
                    <a:pt x="420" y="362"/>
                  </a:cubicBezTo>
                  <a:cubicBezTo>
                    <a:pt x="420" y="361"/>
                    <a:pt x="422" y="362"/>
                    <a:pt x="422" y="362"/>
                  </a:cubicBezTo>
                  <a:cubicBezTo>
                    <a:pt x="422" y="362"/>
                    <a:pt x="422" y="362"/>
                    <a:pt x="422" y="362"/>
                  </a:cubicBezTo>
                  <a:cubicBezTo>
                    <a:pt x="422" y="361"/>
                    <a:pt x="420" y="361"/>
                    <a:pt x="420" y="360"/>
                  </a:cubicBezTo>
                  <a:cubicBezTo>
                    <a:pt x="420" y="360"/>
                    <a:pt x="421" y="360"/>
                    <a:pt x="420" y="359"/>
                  </a:cubicBezTo>
                  <a:cubicBezTo>
                    <a:pt x="421" y="359"/>
                    <a:pt x="419" y="360"/>
                    <a:pt x="419" y="360"/>
                  </a:cubicBezTo>
                  <a:cubicBezTo>
                    <a:pt x="419" y="361"/>
                    <a:pt x="420" y="361"/>
                    <a:pt x="420" y="361"/>
                  </a:cubicBezTo>
                  <a:cubicBezTo>
                    <a:pt x="420" y="362"/>
                    <a:pt x="420" y="363"/>
                    <a:pt x="420" y="363"/>
                  </a:cubicBezTo>
                  <a:cubicBezTo>
                    <a:pt x="420" y="364"/>
                    <a:pt x="419" y="363"/>
                    <a:pt x="418" y="363"/>
                  </a:cubicBezTo>
                  <a:cubicBezTo>
                    <a:pt x="417" y="363"/>
                    <a:pt x="418" y="362"/>
                    <a:pt x="417" y="362"/>
                  </a:cubicBezTo>
                  <a:cubicBezTo>
                    <a:pt x="417" y="362"/>
                    <a:pt x="417" y="362"/>
                    <a:pt x="417" y="362"/>
                  </a:cubicBezTo>
                  <a:cubicBezTo>
                    <a:pt x="417" y="362"/>
                    <a:pt x="417" y="362"/>
                    <a:pt x="416" y="362"/>
                  </a:cubicBezTo>
                  <a:cubicBezTo>
                    <a:pt x="416" y="361"/>
                    <a:pt x="416" y="361"/>
                    <a:pt x="415" y="360"/>
                  </a:cubicBezTo>
                  <a:cubicBezTo>
                    <a:pt x="415" y="360"/>
                    <a:pt x="415" y="359"/>
                    <a:pt x="415" y="360"/>
                  </a:cubicBezTo>
                  <a:cubicBezTo>
                    <a:pt x="416" y="360"/>
                    <a:pt x="416" y="361"/>
                    <a:pt x="417" y="361"/>
                  </a:cubicBezTo>
                  <a:cubicBezTo>
                    <a:pt x="417" y="361"/>
                    <a:pt x="416" y="360"/>
                    <a:pt x="416" y="360"/>
                  </a:cubicBezTo>
                  <a:cubicBezTo>
                    <a:pt x="416" y="360"/>
                    <a:pt x="418" y="360"/>
                    <a:pt x="418" y="360"/>
                  </a:cubicBezTo>
                  <a:cubicBezTo>
                    <a:pt x="418" y="360"/>
                    <a:pt x="418" y="360"/>
                    <a:pt x="417" y="360"/>
                  </a:cubicBezTo>
                  <a:cubicBezTo>
                    <a:pt x="417" y="360"/>
                    <a:pt x="417" y="359"/>
                    <a:pt x="417" y="360"/>
                  </a:cubicBezTo>
                  <a:cubicBezTo>
                    <a:pt x="416" y="360"/>
                    <a:pt x="416" y="359"/>
                    <a:pt x="416" y="359"/>
                  </a:cubicBezTo>
                  <a:cubicBezTo>
                    <a:pt x="416" y="358"/>
                    <a:pt x="415" y="359"/>
                    <a:pt x="415" y="359"/>
                  </a:cubicBezTo>
                  <a:cubicBezTo>
                    <a:pt x="415" y="360"/>
                    <a:pt x="414" y="359"/>
                    <a:pt x="414" y="359"/>
                  </a:cubicBezTo>
                  <a:cubicBezTo>
                    <a:pt x="414" y="358"/>
                    <a:pt x="414" y="357"/>
                    <a:pt x="414" y="357"/>
                  </a:cubicBezTo>
                  <a:cubicBezTo>
                    <a:pt x="413" y="357"/>
                    <a:pt x="414" y="359"/>
                    <a:pt x="413" y="359"/>
                  </a:cubicBezTo>
                  <a:cubicBezTo>
                    <a:pt x="413" y="358"/>
                    <a:pt x="413" y="358"/>
                    <a:pt x="412" y="358"/>
                  </a:cubicBezTo>
                  <a:cubicBezTo>
                    <a:pt x="412" y="358"/>
                    <a:pt x="412" y="358"/>
                    <a:pt x="412" y="358"/>
                  </a:cubicBezTo>
                  <a:cubicBezTo>
                    <a:pt x="412" y="358"/>
                    <a:pt x="412" y="357"/>
                    <a:pt x="412" y="357"/>
                  </a:cubicBezTo>
                  <a:cubicBezTo>
                    <a:pt x="412" y="357"/>
                    <a:pt x="412" y="357"/>
                    <a:pt x="411" y="357"/>
                  </a:cubicBezTo>
                  <a:cubicBezTo>
                    <a:pt x="411" y="357"/>
                    <a:pt x="411" y="357"/>
                    <a:pt x="411" y="357"/>
                  </a:cubicBezTo>
                  <a:cubicBezTo>
                    <a:pt x="411" y="357"/>
                    <a:pt x="411" y="357"/>
                    <a:pt x="411" y="357"/>
                  </a:cubicBezTo>
                  <a:cubicBezTo>
                    <a:pt x="411" y="357"/>
                    <a:pt x="410" y="357"/>
                    <a:pt x="410" y="356"/>
                  </a:cubicBezTo>
                  <a:cubicBezTo>
                    <a:pt x="410" y="356"/>
                    <a:pt x="410" y="356"/>
                    <a:pt x="410" y="356"/>
                  </a:cubicBezTo>
                  <a:cubicBezTo>
                    <a:pt x="411" y="356"/>
                    <a:pt x="411" y="356"/>
                    <a:pt x="411" y="356"/>
                  </a:cubicBezTo>
                  <a:cubicBezTo>
                    <a:pt x="411" y="356"/>
                    <a:pt x="411" y="356"/>
                    <a:pt x="411" y="356"/>
                  </a:cubicBezTo>
                  <a:cubicBezTo>
                    <a:pt x="411" y="356"/>
                    <a:pt x="412" y="356"/>
                    <a:pt x="412" y="356"/>
                  </a:cubicBezTo>
                  <a:cubicBezTo>
                    <a:pt x="412" y="356"/>
                    <a:pt x="413" y="356"/>
                    <a:pt x="413" y="356"/>
                  </a:cubicBezTo>
                  <a:cubicBezTo>
                    <a:pt x="413" y="356"/>
                    <a:pt x="413" y="356"/>
                    <a:pt x="413" y="356"/>
                  </a:cubicBezTo>
                  <a:cubicBezTo>
                    <a:pt x="413" y="357"/>
                    <a:pt x="414" y="357"/>
                    <a:pt x="414" y="357"/>
                  </a:cubicBezTo>
                  <a:cubicBezTo>
                    <a:pt x="415" y="358"/>
                    <a:pt x="414" y="357"/>
                    <a:pt x="415" y="357"/>
                  </a:cubicBezTo>
                  <a:cubicBezTo>
                    <a:pt x="415" y="357"/>
                    <a:pt x="417" y="358"/>
                    <a:pt x="417" y="358"/>
                  </a:cubicBezTo>
                  <a:cubicBezTo>
                    <a:pt x="417" y="357"/>
                    <a:pt x="416" y="357"/>
                    <a:pt x="416" y="357"/>
                  </a:cubicBezTo>
                  <a:cubicBezTo>
                    <a:pt x="416" y="357"/>
                    <a:pt x="416" y="357"/>
                    <a:pt x="416" y="357"/>
                  </a:cubicBezTo>
                  <a:cubicBezTo>
                    <a:pt x="415" y="357"/>
                    <a:pt x="415" y="357"/>
                    <a:pt x="414" y="357"/>
                  </a:cubicBezTo>
                  <a:cubicBezTo>
                    <a:pt x="414" y="357"/>
                    <a:pt x="414" y="356"/>
                    <a:pt x="413" y="356"/>
                  </a:cubicBezTo>
                  <a:cubicBezTo>
                    <a:pt x="413" y="355"/>
                    <a:pt x="411" y="355"/>
                    <a:pt x="411" y="354"/>
                  </a:cubicBezTo>
                  <a:cubicBezTo>
                    <a:pt x="412" y="353"/>
                    <a:pt x="413" y="355"/>
                    <a:pt x="413" y="355"/>
                  </a:cubicBezTo>
                  <a:cubicBezTo>
                    <a:pt x="414" y="355"/>
                    <a:pt x="415" y="355"/>
                    <a:pt x="416" y="355"/>
                  </a:cubicBezTo>
                  <a:cubicBezTo>
                    <a:pt x="416" y="355"/>
                    <a:pt x="416" y="355"/>
                    <a:pt x="415" y="355"/>
                  </a:cubicBezTo>
                  <a:cubicBezTo>
                    <a:pt x="414" y="355"/>
                    <a:pt x="415" y="354"/>
                    <a:pt x="415" y="354"/>
                  </a:cubicBezTo>
                  <a:cubicBezTo>
                    <a:pt x="415" y="354"/>
                    <a:pt x="415" y="353"/>
                    <a:pt x="415" y="353"/>
                  </a:cubicBezTo>
                  <a:cubicBezTo>
                    <a:pt x="415" y="353"/>
                    <a:pt x="414" y="354"/>
                    <a:pt x="414" y="354"/>
                  </a:cubicBezTo>
                  <a:cubicBezTo>
                    <a:pt x="414" y="354"/>
                    <a:pt x="414" y="354"/>
                    <a:pt x="413" y="354"/>
                  </a:cubicBezTo>
                  <a:cubicBezTo>
                    <a:pt x="413" y="354"/>
                    <a:pt x="412" y="354"/>
                    <a:pt x="412" y="354"/>
                  </a:cubicBezTo>
                  <a:cubicBezTo>
                    <a:pt x="412" y="353"/>
                    <a:pt x="410" y="353"/>
                    <a:pt x="411" y="352"/>
                  </a:cubicBezTo>
                  <a:cubicBezTo>
                    <a:pt x="411" y="352"/>
                    <a:pt x="411" y="352"/>
                    <a:pt x="412" y="352"/>
                  </a:cubicBezTo>
                  <a:cubicBezTo>
                    <a:pt x="412" y="352"/>
                    <a:pt x="413" y="352"/>
                    <a:pt x="413" y="352"/>
                  </a:cubicBezTo>
                  <a:cubicBezTo>
                    <a:pt x="413" y="352"/>
                    <a:pt x="411" y="352"/>
                    <a:pt x="411" y="352"/>
                  </a:cubicBezTo>
                  <a:cubicBezTo>
                    <a:pt x="411" y="352"/>
                    <a:pt x="410" y="351"/>
                    <a:pt x="410" y="351"/>
                  </a:cubicBezTo>
                  <a:cubicBezTo>
                    <a:pt x="410" y="350"/>
                    <a:pt x="411" y="350"/>
                    <a:pt x="411" y="350"/>
                  </a:cubicBezTo>
                  <a:cubicBezTo>
                    <a:pt x="411" y="350"/>
                    <a:pt x="412" y="350"/>
                    <a:pt x="412" y="350"/>
                  </a:cubicBezTo>
                  <a:cubicBezTo>
                    <a:pt x="412" y="350"/>
                    <a:pt x="412" y="350"/>
                    <a:pt x="413" y="351"/>
                  </a:cubicBezTo>
                  <a:cubicBezTo>
                    <a:pt x="413" y="349"/>
                    <a:pt x="413" y="350"/>
                    <a:pt x="414" y="351"/>
                  </a:cubicBezTo>
                  <a:cubicBezTo>
                    <a:pt x="414" y="351"/>
                    <a:pt x="414" y="351"/>
                    <a:pt x="415" y="351"/>
                  </a:cubicBezTo>
                  <a:cubicBezTo>
                    <a:pt x="415" y="352"/>
                    <a:pt x="416" y="352"/>
                    <a:pt x="416" y="352"/>
                  </a:cubicBezTo>
                  <a:cubicBezTo>
                    <a:pt x="416" y="351"/>
                    <a:pt x="414" y="351"/>
                    <a:pt x="414" y="351"/>
                  </a:cubicBezTo>
                  <a:cubicBezTo>
                    <a:pt x="414" y="350"/>
                    <a:pt x="414" y="350"/>
                    <a:pt x="413" y="349"/>
                  </a:cubicBezTo>
                  <a:cubicBezTo>
                    <a:pt x="413" y="349"/>
                    <a:pt x="412" y="350"/>
                    <a:pt x="411" y="349"/>
                  </a:cubicBezTo>
                  <a:cubicBezTo>
                    <a:pt x="411" y="349"/>
                    <a:pt x="410" y="347"/>
                    <a:pt x="411" y="347"/>
                  </a:cubicBezTo>
                  <a:cubicBezTo>
                    <a:pt x="411" y="347"/>
                    <a:pt x="412" y="348"/>
                    <a:pt x="413" y="348"/>
                  </a:cubicBezTo>
                  <a:cubicBezTo>
                    <a:pt x="412" y="347"/>
                    <a:pt x="412" y="347"/>
                    <a:pt x="412" y="347"/>
                  </a:cubicBezTo>
                  <a:cubicBezTo>
                    <a:pt x="411" y="347"/>
                    <a:pt x="411" y="346"/>
                    <a:pt x="411" y="345"/>
                  </a:cubicBezTo>
                  <a:cubicBezTo>
                    <a:pt x="410" y="345"/>
                    <a:pt x="410" y="345"/>
                    <a:pt x="410" y="344"/>
                  </a:cubicBezTo>
                  <a:cubicBezTo>
                    <a:pt x="411" y="344"/>
                    <a:pt x="411" y="345"/>
                    <a:pt x="412" y="345"/>
                  </a:cubicBezTo>
                  <a:cubicBezTo>
                    <a:pt x="411" y="344"/>
                    <a:pt x="409" y="344"/>
                    <a:pt x="410" y="345"/>
                  </a:cubicBezTo>
                  <a:cubicBezTo>
                    <a:pt x="410" y="345"/>
                    <a:pt x="410" y="346"/>
                    <a:pt x="410" y="346"/>
                  </a:cubicBezTo>
                  <a:cubicBezTo>
                    <a:pt x="410" y="347"/>
                    <a:pt x="409" y="346"/>
                    <a:pt x="409" y="346"/>
                  </a:cubicBezTo>
                  <a:cubicBezTo>
                    <a:pt x="409" y="346"/>
                    <a:pt x="410" y="347"/>
                    <a:pt x="410" y="347"/>
                  </a:cubicBezTo>
                  <a:cubicBezTo>
                    <a:pt x="410" y="347"/>
                    <a:pt x="410" y="348"/>
                    <a:pt x="410" y="348"/>
                  </a:cubicBezTo>
                  <a:cubicBezTo>
                    <a:pt x="410" y="348"/>
                    <a:pt x="411" y="350"/>
                    <a:pt x="410" y="350"/>
                  </a:cubicBezTo>
                  <a:cubicBezTo>
                    <a:pt x="410" y="349"/>
                    <a:pt x="408" y="348"/>
                    <a:pt x="408" y="348"/>
                  </a:cubicBezTo>
                  <a:cubicBezTo>
                    <a:pt x="408" y="347"/>
                    <a:pt x="407" y="346"/>
                    <a:pt x="408" y="346"/>
                  </a:cubicBezTo>
                  <a:cubicBezTo>
                    <a:pt x="407" y="346"/>
                    <a:pt x="407" y="345"/>
                    <a:pt x="407" y="345"/>
                  </a:cubicBezTo>
                  <a:cubicBezTo>
                    <a:pt x="407" y="345"/>
                    <a:pt x="407" y="345"/>
                    <a:pt x="406" y="345"/>
                  </a:cubicBezTo>
                  <a:cubicBezTo>
                    <a:pt x="406" y="344"/>
                    <a:pt x="406" y="344"/>
                    <a:pt x="406" y="344"/>
                  </a:cubicBezTo>
                  <a:cubicBezTo>
                    <a:pt x="406" y="344"/>
                    <a:pt x="406" y="343"/>
                    <a:pt x="406" y="343"/>
                  </a:cubicBezTo>
                  <a:cubicBezTo>
                    <a:pt x="406" y="343"/>
                    <a:pt x="405" y="342"/>
                    <a:pt x="405" y="341"/>
                  </a:cubicBezTo>
                  <a:cubicBezTo>
                    <a:pt x="405" y="341"/>
                    <a:pt x="405" y="341"/>
                    <a:pt x="405" y="341"/>
                  </a:cubicBezTo>
                  <a:cubicBezTo>
                    <a:pt x="406" y="341"/>
                    <a:pt x="406" y="341"/>
                    <a:pt x="406" y="341"/>
                  </a:cubicBezTo>
                  <a:cubicBezTo>
                    <a:pt x="407" y="341"/>
                    <a:pt x="407" y="341"/>
                    <a:pt x="408" y="341"/>
                  </a:cubicBezTo>
                  <a:cubicBezTo>
                    <a:pt x="408" y="341"/>
                    <a:pt x="407" y="341"/>
                    <a:pt x="407" y="341"/>
                  </a:cubicBezTo>
                  <a:cubicBezTo>
                    <a:pt x="406" y="341"/>
                    <a:pt x="406" y="341"/>
                    <a:pt x="406" y="341"/>
                  </a:cubicBezTo>
                  <a:cubicBezTo>
                    <a:pt x="406" y="341"/>
                    <a:pt x="406" y="341"/>
                    <a:pt x="406" y="341"/>
                  </a:cubicBezTo>
                  <a:cubicBezTo>
                    <a:pt x="405" y="340"/>
                    <a:pt x="404" y="340"/>
                    <a:pt x="405" y="339"/>
                  </a:cubicBezTo>
                  <a:cubicBezTo>
                    <a:pt x="405" y="339"/>
                    <a:pt x="405" y="339"/>
                    <a:pt x="405" y="339"/>
                  </a:cubicBezTo>
                  <a:cubicBezTo>
                    <a:pt x="405" y="339"/>
                    <a:pt x="405" y="339"/>
                    <a:pt x="406" y="339"/>
                  </a:cubicBezTo>
                  <a:cubicBezTo>
                    <a:pt x="406" y="338"/>
                    <a:pt x="406" y="339"/>
                    <a:pt x="407" y="339"/>
                  </a:cubicBezTo>
                  <a:cubicBezTo>
                    <a:pt x="407" y="339"/>
                    <a:pt x="408" y="340"/>
                    <a:pt x="408" y="340"/>
                  </a:cubicBezTo>
                  <a:cubicBezTo>
                    <a:pt x="408" y="340"/>
                    <a:pt x="408" y="339"/>
                    <a:pt x="408" y="339"/>
                  </a:cubicBezTo>
                  <a:cubicBezTo>
                    <a:pt x="406" y="338"/>
                    <a:pt x="408" y="338"/>
                    <a:pt x="408" y="338"/>
                  </a:cubicBezTo>
                  <a:cubicBezTo>
                    <a:pt x="408" y="338"/>
                    <a:pt x="403" y="337"/>
                    <a:pt x="406" y="337"/>
                  </a:cubicBezTo>
                  <a:cubicBezTo>
                    <a:pt x="405" y="337"/>
                    <a:pt x="405" y="337"/>
                    <a:pt x="404" y="337"/>
                  </a:cubicBezTo>
                  <a:cubicBezTo>
                    <a:pt x="404" y="337"/>
                    <a:pt x="404" y="336"/>
                    <a:pt x="404" y="336"/>
                  </a:cubicBezTo>
                  <a:cubicBezTo>
                    <a:pt x="403" y="336"/>
                    <a:pt x="403" y="335"/>
                    <a:pt x="402" y="335"/>
                  </a:cubicBezTo>
                  <a:cubicBezTo>
                    <a:pt x="402" y="335"/>
                    <a:pt x="402" y="335"/>
                    <a:pt x="402" y="335"/>
                  </a:cubicBezTo>
                  <a:cubicBezTo>
                    <a:pt x="401" y="334"/>
                    <a:pt x="402" y="334"/>
                    <a:pt x="401" y="334"/>
                  </a:cubicBezTo>
                  <a:cubicBezTo>
                    <a:pt x="401" y="333"/>
                    <a:pt x="401" y="335"/>
                    <a:pt x="400" y="334"/>
                  </a:cubicBezTo>
                  <a:cubicBezTo>
                    <a:pt x="399" y="333"/>
                    <a:pt x="400" y="333"/>
                    <a:pt x="400" y="333"/>
                  </a:cubicBezTo>
                  <a:cubicBezTo>
                    <a:pt x="401" y="333"/>
                    <a:pt x="402" y="333"/>
                    <a:pt x="402" y="334"/>
                  </a:cubicBezTo>
                  <a:cubicBezTo>
                    <a:pt x="403" y="334"/>
                    <a:pt x="404" y="336"/>
                    <a:pt x="405" y="336"/>
                  </a:cubicBezTo>
                  <a:cubicBezTo>
                    <a:pt x="404" y="336"/>
                    <a:pt x="404" y="335"/>
                    <a:pt x="403" y="334"/>
                  </a:cubicBezTo>
                  <a:cubicBezTo>
                    <a:pt x="403" y="334"/>
                    <a:pt x="402" y="333"/>
                    <a:pt x="403" y="333"/>
                  </a:cubicBezTo>
                  <a:cubicBezTo>
                    <a:pt x="404" y="333"/>
                    <a:pt x="404" y="333"/>
                    <a:pt x="404" y="333"/>
                  </a:cubicBezTo>
                  <a:cubicBezTo>
                    <a:pt x="405" y="333"/>
                    <a:pt x="405" y="334"/>
                    <a:pt x="405" y="334"/>
                  </a:cubicBezTo>
                  <a:cubicBezTo>
                    <a:pt x="406" y="334"/>
                    <a:pt x="406" y="334"/>
                    <a:pt x="406" y="334"/>
                  </a:cubicBezTo>
                  <a:cubicBezTo>
                    <a:pt x="407" y="334"/>
                    <a:pt x="406" y="334"/>
                    <a:pt x="407" y="334"/>
                  </a:cubicBezTo>
                  <a:cubicBezTo>
                    <a:pt x="407" y="334"/>
                    <a:pt x="407" y="334"/>
                    <a:pt x="407" y="334"/>
                  </a:cubicBezTo>
                  <a:cubicBezTo>
                    <a:pt x="408" y="334"/>
                    <a:pt x="407" y="334"/>
                    <a:pt x="407" y="335"/>
                  </a:cubicBezTo>
                  <a:cubicBezTo>
                    <a:pt x="407" y="334"/>
                    <a:pt x="409" y="334"/>
                    <a:pt x="409" y="335"/>
                  </a:cubicBezTo>
                  <a:cubicBezTo>
                    <a:pt x="409" y="335"/>
                    <a:pt x="410" y="336"/>
                    <a:pt x="410" y="336"/>
                  </a:cubicBezTo>
                  <a:cubicBezTo>
                    <a:pt x="410" y="335"/>
                    <a:pt x="411" y="335"/>
                    <a:pt x="412" y="336"/>
                  </a:cubicBezTo>
                  <a:cubicBezTo>
                    <a:pt x="411" y="335"/>
                    <a:pt x="412" y="335"/>
                    <a:pt x="412" y="334"/>
                  </a:cubicBezTo>
                  <a:cubicBezTo>
                    <a:pt x="412" y="335"/>
                    <a:pt x="411" y="335"/>
                    <a:pt x="411" y="335"/>
                  </a:cubicBezTo>
                  <a:cubicBezTo>
                    <a:pt x="410" y="335"/>
                    <a:pt x="409" y="334"/>
                    <a:pt x="408" y="333"/>
                  </a:cubicBezTo>
                  <a:cubicBezTo>
                    <a:pt x="407" y="332"/>
                    <a:pt x="408" y="332"/>
                    <a:pt x="409" y="333"/>
                  </a:cubicBezTo>
                  <a:cubicBezTo>
                    <a:pt x="409" y="333"/>
                    <a:pt x="410" y="333"/>
                    <a:pt x="410" y="333"/>
                  </a:cubicBezTo>
                  <a:cubicBezTo>
                    <a:pt x="411" y="333"/>
                    <a:pt x="411" y="333"/>
                    <a:pt x="412" y="333"/>
                  </a:cubicBezTo>
                  <a:cubicBezTo>
                    <a:pt x="411" y="333"/>
                    <a:pt x="410" y="333"/>
                    <a:pt x="409" y="333"/>
                  </a:cubicBezTo>
                  <a:cubicBezTo>
                    <a:pt x="409" y="333"/>
                    <a:pt x="409" y="332"/>
                    <a:pt x="409" y="332"/>
                  </a:cubicBezTo>
                  <a:cubicBezTo>
                    <a:pt x="409" y="332"/>
                    <a:pt x="409" y="332"/>
                    <a:pt x="408" y="332"/>
                  </a:cubicBezTo>
                  <a:cubicBezTo>
                    <a:pt x="408" y="332"/>
                    <a:pt x="408" y="332"/>
                    <a:pt x="408" y="331"/>
                  </a:cubicBezTo>
                  <a:cubicBezTo>
                    <a:pt x="408" y="331"/>
                    <a:pt x="407" y="331"/>
                    <a:pt x="407" y="331"/>
                  </a:cubicBezTo>
                  <a:cubicBezTo>
                    <a:pt x="406" y="331"/>
                    <a:pt x="406" y="330"/>
                    <a:pt x="406" y="330"/>
                  </a:cubicBezTo>
                  <a:cubicBezTo>
                    <a:pt x="406" y="330"/>
                    <a:pt x="406" y="329"/>
                    <a:pt x="406" y="329"/>
                  </a:cubicBezTo>
                  <a:cubicBezTo>
                    <a:pt x="406" y="329"/>
                    <a:pt x="406" y="329"/>
                    <a:pt x="406" y="329"/>
                  </a:cubicBezTo>
                  <a:cubicBezTo>
                    <a:pt x="406" y="328"/>
                    <a:pt x="405" y="329"/>
                    <a:pt x="405" y="328"/>
                  </a:cubicBezTo>
                  <a:cubicBezTo>
                    <a:pt x="405" y="329"/>
                    <a:pt x="406" y="329"/>
                    <a:pt x="406" y="330"/>
                  </a:cubicBezTo>
                  <a:cubicBezTo>
                    <a:pt x="406" y="330"/>
                    <a:pt x="406" y="330"/>
                    <a:pt x="406" y="331"/>
                  </a:cubicBezTo>
                  <a:cubicBezTo>
                    <a:pt x="406" y="331"/>
                    <a:pt x="406" y="331"/>
                    <a:pt x="405" y="331"/>
                  </a:cubicBezTo>
                  <a:cubicBezTo>
                    <a:pt x="404" y="332"/>
                    <a:pt x="404" y="331"/>
                    <a:pt x="403" y="331"/>
                  </a:cubicBezTo>
                  <a:cubicBezTo>
                    <a:pt x="403" y="331"/>
                    <a:pt x="401" y="331"/>
                    <a:pt x="401" y="331"/>
                  </a:cubicBezTo>
                  <a:cubicBezTo>
                    <a:pt x="401" y="331"/>
                    <a:pt x="401" y="331"/>
                    <a:pt x="401" y="331"/>
                  </a:cubicBezTo>
                  <a:cubicBezTo>
                    <a:pt x="401" y="330"/>
                    <a:pt x="400" y="331"/>
                    <a:pt x="400" y="331"/>
                  </a:cubicBezTo>
                  <a:cubicBezTo>
                    <a:pt x="399" y="331"/>
                    <a:pt x="398" y="331"/>
                    <a:pt x="398" y="331"/>
                  </a:cubicBezTo>
                  <a:cubicBezTo>
                    <a:pt x="398" y="330"/>
                    <a:pt x="397" y="330"/>
                    <a:pt x="398" y="330"/>
                  </a:cubicBezTo>
                  <a:cubicBezTo>
                    <a:pt x="398" y="330"/>
                    <a:pt x="399" y="330"/>
                    <a:pt x="399" y="330"/>
                  </a:cubicBezTo>
                  <a:cubicBezTo>
                    <a:pt x="399" y="330"/>
                    <a:pt x="398" y="329"/>
                    <a:pt x="398" y="329"/>
                  </a:cubicBezTo>
                  <a:cubicBezTo>
                    <a:pt x="398" y="328"/>
                    <a:pt x="399" y="329"/>
                    <a:pt x="399" y="329"/>
                  </a:cubicBezTo>
                  <a:cubicBezTo>
                    <a:pt x="399" y="328"/>
                    <a:pt x="400" y="329"/>
                    <a:pt x="400" y="329"/>
                  </a:cubicBezTo>
                  <a:cubicBezTo>
                    <a:pt x="401" y="330"/>
                    <a:pt x="399" y="330"/>
                    <a:pt x="400" y="330"/>
                  </a:cubicBezTo>
                  <a:cubicBezTo>
                    <a:pt x="400" y="330"/>
                    <a:pt x="401" y="330"/>
                    <a:pt x="401" y="330"/>
                  </a:cubicBezTo>
                  <a:cubicBezTo>
                    <a:pt x="401" y="330"/>
                    <a:pt x="402" y="331"/>
                    <a:pt x="403" y="331"/>
                  </a:cubicBezTo>
                  <a:cubicBezTo>
                    <a:pt x="402" y="331"/>
                    <a:pt x="402" y="330"/>
                    <a:pt x="401" y="330"/>
                  </a:cubicBezTo>
                  <a:cubicBezTo>
                    <a:pt x="401" y="330"/>
                    <a:pt x="402" y="330"/>
                    <a:pt x="402" y="330"/>
                  </a:cubicBezTo>
                  <a:cubicBezTo>
                    <a:pt x="402" y="330"/>
                    <a:pt x="401" y="330"/>
                    <a:pt x="401" y="329"/>
                  </a:cubicBezTo>
                  <a:cubicBezTo>
                    <a:pt x="401" y="329"/>
                    <a:pt x="403" y="329"/>
                    <a:pt x="403" y="329"/>
                  </a:cubicBezTo>
                  <a:cubicBezTo>
                    <a:pt x="402" y="329"/>
                    <a:pt x="402" y="329"/>
                    <a:pt x="402" y="328"/>
                  </a:cubicBezTo>
                  <a:cubicBezTo>
                    <a:pt x="402" y="329"/>
                    <a:pt x="402" y="329"/>
                    <a:pt x="401" y="329"/>
                  </a:cubicBezTo>
                  <a:cubicBezTo>
                    <a:pt x="401" y="329"/>
                    <a:pt x="401" y="329"/>
                    <a:pt x="400" y="328"/>
                  </a:cubicBezTo>
                  <a:cubicBezTo>
                    <a:pt x="400" y="328"/>
                    <a:pt x="399" y="328"/>
                    <a:pt x="399" y="328"/>
                  </a:cubicBezTo>
                  <a:cubicBezTo>
                    <a:pt x="399" y="328"/>
                    <a:pt x="399" y="328"/>
                    <a:pt x="399" y="327"/>
                  </a:cubicBezTo>
                  <a:cubicBezTo>
                    <a:pt x="399" y="327"/>
                    <a:pt x="399" y="327"/>
                    <a:pt x="399" y="327"/>
                  </a:cubicBezTo>
                  <a:cubicBezTo>
                    <a:pt x="399" y="328"/>
                    <a:pt x="398" y="327"/>
                    <a:pt x="398" y="327"/>
                  </a:cubicBezTo>
                  <a:cubicBezTo>
                    <a:pt x="399" y="326"/>
                    <a:pt x="398" y="325"/>
                    <a:pt x="399" y="325"/>
                  </a:cubicBezTo>
                  <a:cubicBezTo>
                    <a:pt x="399" y="325"/>
                    <a:pt x="400" y="325"/>
                    <a:pt x="400" y="325"/>
                  </a:cubicBezTo>
                  <a:cubicBezTo>
                    <a:pt x="400" y="325"/>
                    <a:pt x="400" y="325"/>
                    <a:pt x="400" y="325"/>
                  </a:cubicBezTo>
                  <a:cubicBezTo>
                    <a:pt x="400" y="325"/>
                    <a:pt x="401" y="326"/>
                    <a:pt x="401" y="326"/>
                  </a:cubicBezTo>
                  <a:cubicBezTo>
                    <a:pt x="401" y="326"/>
                    <a:pt x="400" y="325"/>
                    <a:pt x="401" y="325"/>
                  </a:cubicBezTo>
                  <a:cubicBezTo>
                    <a:pt x="401" y="324"/>
                    <a:pt x="402" y="325"/>
                    <a:pt x="402" y="325"/>
                  </a:cubicBezTo>
                  <a:cubicBezTo>
                    <a:pt x="402" y="325"/>
                    <a:pt x="402" y="325"/>
                    <a:pt x="402" y="325"/>
                  </a:cubicBezTo>
                  <a:cubicBezTo>
                    <a:pt x="401" y="324"/>
                    <a:pt x="401" y="325"/>
                    <a:pt x="401" y="324"/>
                  </a:cubicBezTo>
                  <a:cubicBezTo>
                    <a:pt x="401" y="324"/>
                    <a:pt x="401" y="323"/>
                    <a:pt x="401" y="323"/>
                  </a:cubicBezTo>
                  <a:cubicBezTo>
                    <a:pt x="401" y="322"/>
                    <a:pt x="400" y="322"/>
                    <a:pt x="400" y="322"/>
                  </a:cubicBezTo>
                  <a:cubicBezTo>
                    <a:pt x="399" y="322"/>
                    <a:pt x="398" y="322"/>
                    <a:pt x="398" y="321"/>
                  </a:cubicBezTo>
                  <a:cubicBezTo>
                    <a:pt x="398" y="321"/>
                    <a:pt x="399" y="321"/>
                    <a:pt x="398" y="321"/>
                  </a:cubicBezTo>
                  <a:cubicBezTo>
                    <a:pt x="398" y="321"/>
                    <a:pt x="398" y="321"/>
                    <a:pt x="398" y="321"/>
                  </a:cubicBezTo>
                  <a:cubicBezTo>
                    <a:pt x="397" y="321"/>
                    <a:pt x="397" y="320"/>
                    <a:pt x="397" y="320"/>
                  </a:cubicBezTo>
                  <a:cubicBezTo>
                    <a:pt x="396" y="320"/>
                    <a:pt x="395" y="320"/>
                    <a:pt x="394" y="320"/>
                  </a:cubicBezTo>
                  <a:cubicBezTo>
                    <a:pt x="394" y="320"/>
                    <a:pt x="396" y="320"/>
                    <a:pt x="395" y="320"/>
                  </a:cubicBezTo>
                  <a:cubicBezTo>
                    <a:pt x="395" y="321"/>
                    <a:pt x="395" y="320"/>
                    <a:pt x="394" y="320"/>
                  </a:cubicBezTo>
                  <a:cubicBezTo>
                    <a:pt x="394" y="320"/>
                    <a:pt x="394" y="321"/>
                    <a:pt x="394" y="321"/>
                  </a:cubicBezTo>
                  <a:cubicBezTo>
                    <a:pt x="395" y="321"/>
                    <a:pt x="395" y="321"/>
                    <a:pt x="396" y="321"/>
                  </a:cubicBezTo>
                  <a:cubicBezTo>
                    <a:pt x="397" y="321"/>
                    <a:pt x="396" y="322"/>
                    <a:pt x="395" y="321"/>
                  </a:cubicBezTo>
                  <a:cubicBezTo>
                    <a:pt x="395" y="321"/>
                    <a:pt x="394" y="321"/>
                    <a:pt x="393" y="321"/>
                  </a:cubicBezTo>
                  <a:cubicBezTo>
                    <a:pt x="393" y="320"/>
                    <a:pt x="392" y="320"/>
                    <a:pt x="392" y="321"/>
                  </a:cubicBezTo>
                  <a:cubicBezTo>
                    <a:pt x="392" y="320"/>
                    <a:pt x="390" y="320"/>
                    <a:pt x="390" y="319"/>
                  </a:cubicBezTo>
                  <a:cubicBezTo>
                    <a:pt x="390" y="318"/>
                    <a:pt x="390" y="318"/>
                    <a:pt x="390" y="318"/>
                  </a:cubicBezTo>
                  <a:cubicBezTo>
                    <a:pt x="390" y="317"/>
                    <a:pt x="390" y="317"/>
                    <a:pt x="390" y="317"/>
                  </a:cubicBezTo>
                  <a:cubicBezTo>
                    <a:pt x="390" y="317"/>
                    <a:pt x="390" y="318"/>
                    <a:pt x="389" y="317"/>
                  </a:cubicBezTo>
                  <a:cubicBezTo>
                    <a:pt x="389" y="318"/>
                    <a:pt x="389" y="319"/>
                    <a:pt x="388" y="318"/>
                  </a:cubicBezTo>
                  <a:cubicBezTo>
                    <a:pt x="388" y="319"/>
                    <a:pt x="386" y="319"/>
                    <a:pt x="386" y="319"/>
                  </a:cubicBezTo>
                  <a:cubicBezTo>
                    <a:pt x="385" y="320"/>
                    <a:pt x="385" y="321"/>
                    <a:pt x="386" y="320"/>
                  </a:cubicBezTo>
                  <a:cubicBezTo>
                    <a:pt x="386" y="320"/>
                    <a:pt x="386" y="319"/>
                    <a:pt x="386" y="319"/>
                  </a:cubicBezTo>
                  <a:cubicBezTo>
                    <a:pt x="386" y="319"/>
                    <a:pt x="387" y="319"/>
                    <a:pt x="387" y="320"/>
                  </a:cubicBezTo>
                  <a:cubicBezTo>
                    <a:pt x="387" y="320"/>
                    <a:pt x="387" y="320"/>
                    <a:pt x="387" y="320"/>
                  </a:cubicBezTo>
                  <a:cubicBezTo>
                    <a:pt x="387" y="320"/>
                    <a:pt x="388" y="320"/>
                    <a:pt x="388" y="320"/>
                  </a:cubicBezTo>
                  <a:cubicBezTo>
                    <a:pt x="388" y="320"/>
                    <a:pt x="388" y="321"/>
                    <a:pt x="388" y="321"/>
                  </a:cubicBezTo>
                  <a:cubicBezTo>
                    <a:pt x="388" y="321"/>
                    <a:pt x="388" y="321"/>
                    <a:pt x="388" y="321"/>
                  </a:cubicBezTo>
                  <a:cubicBezTo>
                    <a:pt x="389" y="321"/>
                    <a:pt x="388" y="322"/>
                    <a:pt x="388" y="322"/>
                  </a:cubicBezTo>
                  <a:cubicBezTo>
                    <a:pt x="387" y="322"/>
                    <a:pt x="387" y="322"/>
                    <a:pt x="386" y="321"/>
                  </a:cubicBezTo>
                  <a:cubicBezTo>
                    <a:pt x="386" y="321"/>
                    <a:pt x="385" y="320"/>
                    <a:pt x="384" y="319"/>
                  </a:cubicBezTo>
                  <a:cubicBezTo>
                    <a:pt x="384" y="319"/>
                    <a:pt x="384" y="318"/>
                    <a:pt x="384" y="318"/>
                  </a:cubicBezTo>
                  <a:cubicBezTo>
                    <a:pt x="385" y="318"/>
                    <a:pt x="385" y="318"/>
                    <a:pt x="385" y="318"/>
                  </a:cubicBezTo>
                  <a:cubicBezTo>
                    <a:pt x="385" y="318"/>
                    <a:pt x="385" y="318"/>
                    <a:pt x="385" y="317"/>
                  </a:cubicBezTo>
                  <a:cubicBezTo>
                    <a:pt x="385" y="318"/>
                    <a:pt x="386" y="317"/>
                    <a:pt x="386" y="317"/>
                  </a:cubicBezTo>
                  <a:cubicBezTo>
                    <a:pt x="386" y="317"/>
                    <a:pt x="386" y="317"/>
                    <a:pt x="386" y="316"/>
                  </a:cubicBezTo>
                  <a:cubicBezTo>
                    <a:pt x="386" y="316"/>
                    <a:pt x="387" y="316"/>
                    <a:pt x="387" y="316"/>
                  </a:cubicBezTo>
                  <a:cubicBezTo>
                    <a:pt x="387" y="316"/>
                    <a:pt x="387" y="315"/>
                    <a:pt x="387" y="315"/>
                  </a:cubicBezTo>
                  <a:cubicBezTo>
                    <a:pt x="387" y="315"/>
                    <a:pt x="388" y="316"/>
                    <a:pt x="389" y="316"/>
                  </a:cubicBezTo>
                  <a:cubicBezTo>
                    <a:pt x="388" y="315"/>
                    <a:pt x="387" y="315"/>
                    <a:pt x="388" y="315"/>
                  </a:cubicBezTo>
                  <a:cubicBezTo>
                    <a:pt x="387" y="314"/>
                    <a:pt x="388" y="314"/>
                    <a:pt x="388" y="314"/>
                  </a:cubicBezTo>
                  <a:cubicBezTo>
                    <a:pt x="389" y="314"/>
                    <a:pt x="389" y="315"/>
                    <a:pt x="389" y="315"/>
                  </a:cubicBezTo>
                  <a:cubicBezTo>
                    <a:pt x="389" y="314"/>
                    <a:pt x="389" y="314"/>
                    <a:pt x="389" y="314"/>
                  </a:cubicBezTo>
                  <a:cubicBezTo>
                    <a:pt x="389" y="313"/>
                    <a:pt x="390" y="314"/>
                    <a:pt x="390" y="314"/>
                  </a:cubicBezTo>
                  <a:cubicBezTo>
                    <a:pt x="390" y="313"/>
                    <a:pt x="390" y="314"/>
                    <a:pt x="390" y="313"/>
                  </a:cubicBezTo>
                  <a:cubicBezTo>
                    <a:pt x="389" y="313"/>
                    <a:pt x="390" y="312"/>
                    <a:pt x="390" y="312"/>
                  </a:cubicBezTo>
                  <a:cubicBezTo>
                    <a:pt x="390" y="312"/>
                    <a:pt x="389" y="311"/>
                    <a:pt x="389" y="311"/>
                  </a:cubicBezTo>
                  <a:cubicBezTo>
                    <a:pt x="389" y="311"/>
                    <a:pt x="389" y="311"/>
                    <a:pt x="389" y="312"/>
                  </a:cubicBezTo>
                  <a:cubicBezTo>
                    <a:pt x="389" y="312"/>
                    <a:pt x="389" y="312"/>
                    <a:pt x="389" y="312"/>
                  </a:cubicBezTo>
                  <a:cubicBezTo>
                    <a:pt x="388" y="313"/>
                    <a:pt x="388" y="313"/>
                    <a:pt x="388" y="313"/>
                  </a:cubicBezTo>
                  <a:cubicBezTo>
                    <a:pt x="387" y="313"/>
                    <a:pt x="386" y="312"/>
                    <a:pt x="387" y="312"/>
                  </a:cubicBezTo>
                  <a:cubicBezTo>
                    <a:pt x="387" y="312"/>
                    <a:pt x="388" y="312"/>
                    <a:pt x="389" y="312"/>
                  </a:cubicBezTo>
                  <a:cubicBezTo>
                    <a:pt x="388" y="312"/>
                    <a:pt x="387" y="312"/>
                    <a:pt x="387" y="312"/>
                  </a:cubicBezTo>
                  <a:cubicBezTo>
                    <a:pt x="387" y="311"/>
                    <a:pt x="386" y="311"/>
                    <a:pt x="386" y="311"/>
                  </a:cubicBezTo>
                  <a:cubicBezTo>
                    <a:pt x="386" y="310"/>
                    <a:pt x="388" y="311"/>
                    <a:pt x="388" y="311"/>
                  </a:cubicBezTo>
                  <a:cubicBezTo>
                    <a:pt x="388" y="311"/>
                    <a:pt x="387" y="311"/>
                    <a:pt x="387" y="310"/>
                  </a:cubicBezTo>
                  <a:cubicBezTo>
                    <a:pt x="387" y="310"/>
                    <a:pt x="388" y="311"/>
                    <a:pt x="388" y="310"/>
                  </a:cubicBezTo>
                  <a:cubicBezTo>
                    <a:pt x="388" y="310"/>
                    <a:pt x="388" y="310"/>
                    <a:pt x="388" y="310"/>
                  </a:cubicBezTo>
                  <a:cubicBezTo>
                    <a:pt x="388" y="310"/>
                    <a:pt x="389" y="310"/>
                    <a:pt x="389" y="310"/>
                  </a:cubicBezTo>
                  <a:cubicBezTo>
                    <a:pt x="389" y="310"/>
                    <a:pt x="389" y="311"/>
                    <a:pt x="389" y="311"/>
                  </a:cubicBezTo>
                  <a:cubicBezTo>
                    <a:pt x="390" y="310"/>
                    <a:pt x="389" y="310"/>
                    <a:pt x="390" y="310"/>
                  </a:cubicBezTo>
                  <a:cubicBezTo>
                    <a:pt x="390" y="310"/>
                    <a:pt x="390" y="310"/>
                    <a:pt x="390" y="310"/>
                  </a:cubicBezTo>
                  <a:cubicBezTo>
                    <a:pt x="390" y="310"/>
                    <a:pt x="391" y="310"/>
                    <a:pt x="391" y="310"/>
                  </a:cubicBezTo>
                  <a:cubicBezTo>
                    <a:pt x="391" y="311"/>
                    <a:pt x="391" y="311"/>
                    <a:pt x="391" y="311"/>
                  </a:cubicBezTo>
                  <a:cubicBezTo>
                    <a:pt x="391" y="311"/>
                    <a:pt x="392" y="311"/>
                    <a:pt x="392" y="311"/>
                  </a:cubicBezTo>
                  <a:cubicBezTo>
                    <a:pt x="392" y="311"/>
                    <a:pt x="392" y="312"/>
                    <a:pt x="392" y="312"/>
                  </a:cubicBezTo>
                  <a:cubicBezTo>
                    <a:pt x="392" y="312"/>
                    <a:pt x="392" y="311"/>
                    <a:pt x="392" y="311"/>
                  </a:cubicBezTo>
                  <a:cubicBezTo>
                    <a:pt x="392" y="311"/>
                    <a:pt x="391" y="310"/>
                    <a:pt x="392" y="310"/>
                  </a:cubicBezTo>
                  <a:cubicBezTo>
                    <a:pt x="391" y="310"/>
                    <a:pt x="391" y="310"/>
                    <a:pt x="392" y="310"/>
                  </a:cubicBezTo>
                  <a:cubicBezTo>
                    <a:pt x="392" y="309"/>
                    <a:pt x="392" y="310"/>
                    <a:pt x="393" y="310"/>
                  </a:cubicBezTo>
                  <a:cubicBezTo>
                    <a:pt x="393" y="310"/>
                    <a:pt x="393" y="309"/>
                    <a:pt x="394" y="310"/>
                  </a:cubicBezTo>
                  <a:cubicBezTo>
                    <a:pt x="395" y="310"/>
                    <a:pt x="394" y="310"/>
                    <a:pt x="394" y="311"/>
                  </a:cubicBezTo>
                  <a:cubicBezTo>
                    <a:pt x="394" y="311"/>
                    <a:pt x="395" y="311"/>
                    <a:pt x="395" y="311"/>
                  </a:cubicBezTo>
                  <a:cubicBezTo>
                    <a:pt x="395" y="311"/>
                    <a:pt x="395" y="311"/>
                    <a:pt x="395" y="311"/>
                  </a:cubicBezTo>
                  <a:cubicBezTo>
                    <a:pt x="395" y="312"/>
                    <a:pt x="395" y="312"/>
                    <a:pt x="395" y="312"/>
                  </a:cubicBezTo>
                  <a:cubicBezTo>
                    <a:pt x="395" y="312"/>
                    <a:pt x="396" y="313"/>
                    <a:pt x="395" y="313"/>
                  </a:cubicBezTo>
                  <a:cubicBezTo>
                    <a:pt x="396" y="313"/>
                    <a:pt x="395" y="312"/>
                    <a:pt x="396" y="312"/>
                  </a:cubicBezTo>
                  <a:cubicBezTo>
                    <a:pt x="396" y="311"/>
                    <a:pt x="397" y="312"/>
                    <a:pt x="397" y="313"/>
                  </a:cubicBezTo>
                  <a:cubicBezTo>
                    <a:pt x="397" y="314"/>
                    <a:pt x="396" y="314"/>
                    <a:pt x="395" y="314"/>
                  </a:cubicBezTo>
                  <a:cubicBezTo>
                    <a:pt x="394" y="314"/>
                    <a:pt x="393" y="314"/>
                    <a:pt x="393" y="314"/>
                  </a:cubicBezTo>
                  <a:cubicBezTo>
                    <a:pt x="393" y="314"/>
                    <a:pt x="394" y="314"/>
                    <a:pt x="394" y="315"/>
                  </a:cubicBezTo>
                  <a:cubicBezTo>
                    <a:pt x="395" y="315"/>
                    <a:pt x="395" y="315"/>
                    <a:pt x="395" y="314"/>
                  </a:cubicBezTo>
                  <a:cubicBezTo>
                    <a:pt x="396" y="314"/>
                    <a:pt x="396" y="314"/>
                    <a:pt x="397" y="314"/>
                  </a:cubicBezTo>
                  <a:cubicBezTo>
                    <a:pt x="397" y="314"/>
                    <a:pt x="397" y="315"/>
                    <a:pt x="397" y="315"/>
                  </a:cubicBezTo>
                  <a:cubicBezTo>
                    <a:pt x="397" y="314"/>
                    <a:pt x="398" y="316"/>
                    <a:pt x="399" y="315"/>
                  </a:cubicBezTo>
                  <a:cubicBezTo>
                    <a:pt x="399" y="315"/>
                    <a:pt x="396" y="314"/>
                    <a:pt x="397" y="314"/>
                  </a:cubicBezTo>
                  <a:cubicBezTo>
                    <a:pt x="398" y="313"/>
                    <a:pt x="399" y="315"/>
                    <a:pt x="399" y="315"/>
                  </a:cubicBezTo>
                  <a:cubicBezTo>
                    <a:pt x="400" y="316"/>
                    <a:pt x="398" y="318"/>
                    <a:pt x="399" y="318"/>
                  </a:cubicBezTo>
                  <a:cubicBezTo>
                    <a:pt x="400" y="319"/>
                    <a:pt x="400" y="317"/>
                    <a:pt x="401" y="318"/>
                  </a:cubicBezTo>
                  <a:cubicBezTo>
                    <a:pt x="401" y="317"/>
                    <a:pt x="400" y="317"/>
                    <a:pt x="400" y="316"/>
                  </a:cubicBezTo>
                  <a:cubicBezTo>
                    <a:pt x="401" y="316"/>
                    <a:pt x="401" y="315"/>
                    <a:pt x="401" y="315"/>
                  </a:cubicBezTo>
                  <a:cubicBezTo>
                    <a:pt x="401" y="315"/>
                    <a:pt x="402" y="315"/>
                    <a:pt x="402" y="315"/>
                  </a:cubicBezTo>
                  <a:cubicBezTo>
                    <a:pt x="400" y="315"/>
                    <a:pt x="401" y="313"/>
                    <a:pt x="402" y="312"/>
                  </a:cubicBezTo>
                  <a:cubicBezTo>
                    <a:pt x="402" y="312"/>
                    <a:pt x="401" y="312"/>
                    <a:pt x="401" y="312"/>
                  </a:cubicBezTo>
                  <a:cubicBezTo>
                    <a:pt x="401" y="313"/>
                    <a:pt x="401" y="314"/>
                    <a:pt x="400" y="314"/>
                  </a:cubicBezTo>
                  <a:cubicBezTo>
                    <a:pt x="400" y="314"/>
                    <a:pt x="401" y="316"/>
                    <a:pt x="400" y="315"/>
                  </a:cubicBezTo>
                  <a:cubicBezTo>
                    <a:pt x="400" y="315"/>
                    <a:pt x="400" y="315"/>
                    <a:pt x="400" y="314"/>
                  </a:cubicBezTo>
                  <a:cubicBezTo>
                    <a:pt x="400" y="314"/>
                    <a:pt x="400" y="314"/>
                    <a:pt x="400" y="314"/>
                  </a:cubicBezTo>
                  <a:cubicBezTo>
                    <a:pt x="400" y="313"/>
                    <a:pt x="398" y="310"/>
                    <a:pt x="400" y="310"/>
                  </a:cubicBezTo>
                  <a:cubicBezTo>
                    <a:pt x="399" y="310"/>
                    <a:pt x="400" y="309"/>
                    <a:pt x="400" y="309"/>
                  </a:cubicBezTo>
                  <a:cubicBezTo>
                    <a:pt x="400" y="308"/>
                    <a:pt x="402" y="309"/>
                    <a:pt x="402" y="308"/>
                  </a:cubicBezTo>
                  <a:cubicBezTo>
                    <a:pt x="402" y="308"/>
                    <a:pt x="400" y="308"/>
                    <a:pt x="400" y="308"/>
                  </a:cubicBezTo>
                  <a:cubicBezTo>
                    <a:pt x="400" y="308"/>
                    <a:pt x="399" y="310"/>
                    <a:pt x="399" y="309"/>
                  </a:cubicBezTo>
                  <a:cubicBezTo>
                    <a:pt x="398" y="309"/>
                    <a:pt x="398" y="308"/>
                    <a:pt x="398" y="307"/>
                  </a:cubicBezTo>
                  <a:cubicBezTo>
                    <a:pt x="398" y="306"/>
                    <a:pt x="398" y="305"/>
                    <a:pt x="399" y="306"/>
                  </a:cubicBezTo>
                  <a:cubicBezTo>
                    <a:pt x="399" y="305"/>
                    <a:pt x="399" y="305"/>
                    <a:pt x="399" y="305"/>
                  </a:cubicBezTo>
                  <a:cubicBezTo>
                    <a:pt x="399" y="305"/>
                    <a:pt x="399" y="304"/>
                    <a:pt x="400" y="304"/>
                  </a:cubicBezTo>
                  <a:cubicBezTo>
                    <a:pt x="400" y="304"/>
                    <a:pt x="401" y="305"/>
                    <a:pt x="401" y="305"/>
                  </a:cubicBezTo>
                  <a:cubicBezTo>
                    <a:pt x="401" y="305"/>
                    <a:pt x="403" y="307"/>
                    <a:pt x="404" y="306"/>
                  </a:cubicBezTo>
                  <a:cubicBezTo>
                    <a:pt x="404" y="305"/>
                    <a:pt x="403" y="305"/>
                    <a:pt x="403" y="305"/>
                  </a:cubicBezTo>
                  <a:cubicBezTo>
                    <a:pt x="402" y="306"/>
                    <a:pt x="401" y="305"/>
                    <a:pt x="400" y="304"/>
                  </a:cubicBezTo>
                  <a:cubicBezTo>
                    <a:pt x="400" y="304"/>
                    <a:pt x="399" y="303"/>
                    <a:pt x="399" y="304"/>
                  </a:cubicBezTo>
                  <a:cubicBezTo>
                    <a:pt x="398" y="304"/>
                    <a:pt x="397" y="304"/>
                    <a:pt x="397" y="304"/>
                  </a:cubicBezTo>
                  <a:cubicBezTo>
                    <a:pt x="397" y="303"/>
                    <a:pt x="399" y="303"/>
                    <a:pt x="398" y="303"/>
                  </a:cubicBezTo>
                  <a:cubicBezTo>
                    <a:pt x="398" y="302"/>
                    <a:pt x="397" y="302"/>
                    <a:pt x="397" y="301"/>
                  </a:cubicBezTo>
                  <a:cubicBezTo>
                    <a:pt x="397" y="300"/>
                    <a:pt x="398" y="301"/>
                    <a:pt x="398" y="301"/>
                  </a:cubicBezTo>
                  <a:cubicBezTo>
                    <a:pt x="399" y="301"/>
                    <a:pt x="399" y="300"/>
                    <a:pt x="400" y="300"/>
                  </a:cubicBezTo>
                  <a:cubicBezTo>
                    <a:pt x="400" y="299"/>
                    <a:pt x="400" y="299"/>
                    <a:pt x="400" y="299"/>
                  </a:cubicBezTo>
                  <a:cubicBezTo>
                    <a:pt x="401" y="299"/>
                    <a:pt x="401" y="299"/>
                    <a:pt x="401" y="299"/>
                  </a:cubicBezTo>
                  <a:cubicBezTo>
                    <a:pt x="401" y="299"/>
                    <a:pt x="402" y="298"/>
                    <a:pt x="402" y="298"/>
                  </a:cubicBezTo>
                  <a:cubicBezTo>
                    <a:pt x="402" y="298"/>
                    <a:pt x="401" y="298"/>
                    <a:pt x="401" y="297"/>
                  </a:cubicBezTo>
                  <a:cubicBezTo>
                    <a:pt x="401" y="297"/>
                    <a:pt x="401" y="296"/>
                    <a:pt x="401" y="296"/>
                  </a:cubicBezTo>
                  <a:cubicBezTo>
                    <a:pt x="401" y="296"/>
                    <a:pt x="402" y="296"/>
                    <a:pt x="402" y="295"/>
                  </a:cubicBezTo>
                  <a:cubicBezTo>
                    <a:pt x="401" y="295"/>
                    <a:pt x="401" y="295"/>
                    <a:pt x="401" y="294"/>
                  </a:cubicBezTo>
                  <a:cubicBezTo>
                    <a:pt x="401" y="294"/>
                    <a:pt x="401" y="296"/>
                    <a:pt x="401" y="296"/>
                  </a:cubicBezTo>
                  <a:cubicBezTo>
                    <a:pt x="400" y="296"/>
                    <a:pt x="400" y="295"/>
                    <a:pt x="400" y="295"/>
                  </a:cubicBezTo>
                  <a:cubicBezTo>
                    <a:pt x="399" y="295"/>
                    <a:pt x="398" y="294"/>
                    <a:pt x="398" y="294"/>
                  </a:cubicBezTo>
                  <a:cubicBezTo>
                    <a:pt x="398" y="293"/>
                    <a:pt x="397" y="293"/>
                    <a:pt x="396" y="293"/>
                  </a:cubicBezTo>
                  <a:cubicBezTo>
                    <a:pt x="396" y="293"/>
                    <a:pt x="395" y="293"/>
                    <a:pt x="396" y="293"/>
                  </a:cubicBezTo>
                  <a:cubicBezTo>
                    <a:pt x="396" y="292"/>
                    <a:pt x="396" y="292"/>
                    <a:pt x="396" y="292"/>
                  </a:cubicBezTo>
                  <a:cubicBezTo>
                    <a:pt x="395" y="292"/>
                    <a:pt x="396" y="292"/>
                    <a:pt x="395" y="292"/>
                  </a:cubicBezTo>
                  <a:cubicBezTo>
                    <a:pt x="395" y="292"/>
                    <a:pt x="395" y="292"/>
                    <a:pt x="395" y="292"/>
                  </a:cubicBezTo>
                  <a:cubicBezTo>
                    <a:pt x="394" y="292"/>
                    <a:pt x="394" y="291"/>
                    <a:pt x="395" y="292"/>
                  </a:cubicBezTo>
                  <a:cubicBezTo>
                    <a:pt x="394" y="290"/>
                    <a:pt x="395" y="291"/>
                    <a:pt x="395" y="291"/>
                  </a:cubicBezTo>
                  <a:cubicBezTo>
                    <a:pt x="395" y="291"/>
                    <a:pt x="394" y="290"/>
                    <a:pt x="395" y="289"/>
                  </a:cubicBezTo>
                  <a:cubicBezTo>
                    <a:pt x="395" y="289"/>
                    <a:pt x="395" y="288"/>
                    <a:pt x="395" y="288"/>
                  </a:cubicBezTo>
                  <a:cubicBezTo>
                    <a:pt x="395" y="288"/>
                    <a:pt x="395" y="288"/>
                    <a:pt x="396" y="288"/>
                  </a:cubicBezTo>
                  <a:cubicBezTo>
                    <a:pt x="396" y="288"/>
                    <a:pt x="396" y="288"/>
                    <a:pt x="397" y="288"/>
                  </a:cubicBezTo>
                  <a:cubicBezTo>
                    <a:pt x="396" y="288"/>
                    <a:pt x="396" y="287"/>
                    <a:pt x="396" y="287"/>
                  </a:cubicBezTo>
                  <a:cubicBezTo>
                    <a:pt x="396" y="287"/>
                    <a:pt x="396" y="287"/>
                    <a:pt x="396" y="288"/>
                  </a:cubicBezTo>
                  <a:cubicBezTo>
                    <a:pt x="395" y="288"/>
                    <a:pt x="395" y="287"/>
                    <a:pt x="395" y="287"/>
                  </a:cubicBezTo>
                  <a:cubicBezTo>
                    <a:pt x="394" y="287"/>
                    <a:pt x="395" y="287"/>
                    <a:pt x="395" y="286"/>
                  </a:cubicBezTo>
                  <a:cubicBezTo>
                    <a:pt x="395" y="286"/>
                    <a:pt x="395" y="286"/>
                    <a:pt x="395" y="286"/>
                  </a:cubicBezTo>
                  <a:cubicBezTo>
                    <a:pt x="395" y="286"/>
                    <a:pt x="394" y="286"/>
                    <a:pt x="394" y="286"/>
                  </a:cubicBezTo>
                  <a:cubicBezTo>
                    <a:pt x="394" y="286"/>
                    <a:pt x="393" y="285"/>
                    <a:pt x="393" y="285"/>
                  </a:cubicBezTo>
                  <a:cubicBezTo>
                    <a:pt x="393" y="284"/>
                    <a:pt x="392" y="283"/>
                    <a:pt x="393" y="282"/>
                  </a:cubicBezTo>
                  <a:cubicBezTo>
                    <a:pt x="394" y="281"/>
                    <a:pt x="393" y="281"/>
                    <a:pt x="393" y="280"/>
                  </a:cubicBezTo>
                  <a:cubicBezTo>
                    <a:pt x="393" y="279"/>
                    <a:pt x="394" y="280"/>
                    <a:pt x="394" y="280"/>
                  </a:cubicBezTo>
                  <a:cubicBezTo>
                    <a:pt x="394" y="279"/>
                    <a:pt x="394" y="278"/>
                    <a:pt x="393" y="278"/>
                  </a:cubicBezTo>
                  <a:cubicBezTo>
                    <a:pt x="392" y="277"/>
                    <a:pt x="392" y="277"/>
                    <a:pt x="392" y="276"/>
                  </a:cubicBezTo>
                  <a:cubicBezTo>
                    <a:pt x="392" y="276"/>
                    <a:pt x="392" y="276"/>
                    <a:pt x="392" y="275"/>
                  </a:cubicBezTo>
                  <a:cubicBezTo>
                    <a:pt x="391" y="275"/>
                    <a:pt x="391" y="274"/>
                    <a:pt x="392" y="274"/>
                  </a:cubicBezTo>
                  <a:cubicBezTo>
                    <a:pt x="392" y="274"/>
                    <a:pt x="394" y="275"/>
                    <a:pt x="394" y="275"/>
                  </a:cubicBezTo>
                  <a:cubicBezTo>
                    <a:pt x="394" y="274"/>
                    <a:pt x="393" y="274"/>
                    <a:pt x="393" y="274"/>
                  </a:cubicBezTo>
                  <a:cubicBezTo>
                    <a:pt x="392" y="274"/>
                    <a:pt x="392" y="273"/>
                    <a:pt x="391" y="273"/>
                  </a:cubicBezTo>
                  <a:cubicBezTo>
                    <a:pt x="391" y="272"/>
                    <a:pt x="390" y="271"/>
                    <a:pt x="391" y="271"/>
                  </a:cubicBezTo>
                  <a:cubicBezTo>
                    <a:pt x="392" y="271"/>
                    <a:pt x="392" y="270"/>
                    <a:pt x="393" y="271"/>
                  </a:cubicBezTo>
                  <a:cubicBezTo>
                    <a:pt x="393" y="271"/>
                    <a:pt x="393" y="271"/>
                    <a:pt x="393" y="272"/>
                  </a:cubicBezTo>
                  <a:cubicBezTo>
                    <a:pt x="393" y="272"/>
                    <a:pt x="394" y="274"/>
                    <a:pt x="395" y="274"/>
                  </a:cubicBezTo>
                  <a:cubicBezTo>
                    <a:pt x="395" y="273"/>
                    <a:pt x="394" y="273"/>
                    <a:pt x="394" y="272"/>
                  </a:cubicBezTo>
                  <a:cubicBezTo>
                    <a:pt x="394" y="272"/>
                    <a:pt x="394" y="272"/>
                    <a:pt x="394" y="272"/>
                  </a:cubicBezTo>
                  <a:cubicBezTo>
                    <a:pt x="393" y="272"/>
                    <a:pt x="394" y="271"/>
                    <a:pt x="394" y="271"/>
                  </a:cubicBezTo>
                  <a:cubicBezTo>
                    <a:pt x="394" y="271"/>
                    <a:pt x="392" y="270"/>
                    <a:pt x="393" y="270"/>
                  </a:cubicBezTo>
                  <a:cubicBezTo>
                    <a:pt x="393" y="270"/>
                    <a:pt x="393" y="268"/>
                    <a:pt x="392" y="268"/>
                  </a:cubicBezTo>
                  <a:cubicBezTo>
                    <a:pt x="391" y="268"/>
                    <a:pt x="392" y="269"/>
                    <a:pt x="391" y="269"/>
                  </a:cubicBezTo>
                  <a:cubicBezTo>
                    <a:pt x="391" y="269"/>
                    <a:pt x="390" y="269"/>
                    <a:pt x="390" y="268"/>
                  </a:cubicBezTo>
                  <a:cubicBezTo>
                    <a:pt x="389" y="268"/>
                    <a:pt x="389" y="268"/>
                    <a:pt x="388" y="268"/>
                  </a:cubicBezTo>
                  <a:cubicBezTo>
                    <a:pt x="388" y="267"/>
                    <a:pt x="389" y="266"/>
                    <a:pt x="389" y="266"/>
                  </a:cubicBezTo>
                  <a:cubicBezTo>
                    <a:pt x="390" y="265"/>
                    <a:pt x="390" y="266"/>
                    <a:pt x="390" y="266"/>
                  </a:cubicBezTo>
                  <a:cubicBezTo>
                    <a:pt x="391" y="266"/>
                    <a:pt x="392" y="265"/>
                    <a:pt x="392" y="265"/>
                  </a:cubicBezTo>
                  <a:cubicBezTo>
                    <a:pt x="392" y="264"/>
                    <a:pt x="392" y="264"/>
                    <a:pt x="392" y="263"/>
                  </a:cubicBezTo>
                  <a:cubicBezTo>
                    <a:pt x="392" y="263"/>
                    <a:pt x="392" y="263"/>
                    <a:pt x="392" y="263"/>
                  </a:cubicBezTo>
                  <a:cubicBezTo>
                    <a:pt x="392" y="263"/>
                    <a:pt x="392" y="262"/>
                    <a:pt x="392" y="262"/>
                  </a:cubicBezTo>
                  <a:cubicBezTo>
                    <a:pt x="391" y="262"/>
                    <a:pt x="391" y="261"/>
                    <a:pt x="391" y="262"/>
                  </a:cubicBezTo>
                  <a:cubicBezTo>
                    <a:pt x="391" y="262"/>
                    <a:pt x="391" y="263"/>
                    <a:pt x="392" y="263"/>
                  </a:cubicBezTo>
                  <a:cubicBezTo>
                    <a:pt x="392" y="264"/>
                    <a:pt x="392" y="264"/>
                    <a:pt x="392" y="265"/>
                  </a:cubicBezTo>
                  <a:cubicBezTo>
                    <a:pt x="391" y="265"/>
                    <a:pt x="390" y="265"/>
                    <a:pt x="390" y="265"/>
                  </a:cubicBezTo>
                  <a:cubicBezTo>
                    <a:pt x="389" y="265"/>
                    <a:pt x="388" y="264"/>
                    <a:pt x="387" y="263"/>
                  </a:cubicBezTo>
                  <a:cubicBezTo>
                    <a:pt x="387" y="263"/>
                    <a:pt x="386" y="263"/>
                    <a:pt x="385" y="263"/>
                  </a:cubicBezTo>
                  <a:cubicBezTo>
                    <a:pt x="385" y="263"/>
                    <a:pt x="385" y="264"/>
                    <a:pt x="385" y="264"/>
                  </a:cubicBezTo>
                  <a:cubicBezTo>
                    <a:pt x="385" y="264"/>
                    <a:pt x="386" y="265"/>
                    <a:pt x="386" y="265"/>
                  </a:cubicBezTo>
                  <a:cubicBezTo>
                    <a:pt x="386" y="265"/>
                    <a:pt x="386" y="266"/>
                    <a:pt x="385" y="266"/>
                  </a:cubicBezTo>
                  <a:cubicBezTo>
                    <a:pt x="385" y="266"/>
                    <a:pt x="385" y="266"/>
                    <a:pt x="385" y="266"/>
                  </a:cubicBezTo>
                  <a:cubicBezTo>
                    <a:pt x="385" y="266"/>
                    <a:pt x="383" y="266"/>
                    <a:pt x="383" y="266"/>
                  </a:cubicBezTo>
                  <a:cubicBezTo>
                    <a:pt x="383" y="266"/>
                    <a:pt x="383" y="266"/>
                    <a:pt x="382" y="266"/>
                  </a:cubicBezTo>
                  <a:cubicBezTo>
                    <a:pt x="382" y="266"/>
                    <a:pt x="382" y="266"/>
                    <a:pt x="381" y="266"/>
                  </a:cubicBezTo>
                  <a:cubicBezTo>
                    <a:pt x="381" y="266"/>
                    <a:pt x="380" y="266"/>
                    <a:pt x="380" y="265"/>
                  </a:cubicBezTo>
                  <a:cubicBezTo>
                    <a:pt x="380" y="265"/>
                    <a:pt x="380" y="264"/>
                    <a:pt x="380" y="264"/>
                  </a:cubicBezTo>
                  <a:cubicBezTo>
                    <a:pt x="381" y="264"/>
                    <a:pt x="381" y="264"/>
                    <a:pt x="381" y="263"/>
                  </a:cubicBezTo>
                  <a:cubicBezTo>
                    <a:pt x="381" y="264"/>
                    <a:pt x="381" y="264"/>
                    <a:pt x="380" y="264"/>
                  </a:cubicBezTo>
                  <a:cubicBezTo>
                    <a:pt x="380" y="264"/>
                    <a:pt x="379" y="264"/>
                    <a:pt x="379" y="264"/>
                  </a:cubicBezTo>
                  <a:cubicBezTo>
                    <a:pt x="378" y="263"/>
                    <a:pt x="378" y="263"/>
                    <a:pt x="378" y="262"/>
                  </a:cubicBezTo>
                  <a:cubicBezTo>
                    <a:pt x="378" y="261"/>
                    <a:pt x="377" y="261"/>
                    <a:pt x="377" y="260"/>
                  </a:cubicBezTo>
                  <a:cubicBezTo>
                    <a:pt x="376" y="260"/>
                    <a:pt x="374" y="257"/>
                    <a:pt x="375" y="257"/>
                  </a:cubicBezTo>
                  <a:cubicBezTo>
                    <a:pt x="376" y="256"/>
                    <a:pt x="375" y="256"/>
                    <a:pt x="375" y="256"/>
                  </a:cubicBezTo>
                  <a:cubicBezTo>
                    <a:pt x="375" y="255"/>
                    <a:pt x="375" y="255"/>
                    <a:pt x="375" y="254"/>
                  </a:cubicBezTo>
                  <a:cubicBezTo>
                    <a:pt x="375" y="254"/>
                    <a:pt x="375" y="254"/>
                    <a:pt x="375" y="254"/>
                  </a:cubicBezTo>
                  <a:cubicBezTo>
                    <a:pt x="375" y="253"/>
                    <a:pt x="375" y="253"/>
                    <a:pt x="375" y="253"/>
                  </a:cubicBezTo>
                  <a:cubicBezTo>
                    <a:pt x="375" y="252"/>
                    <a:pt x="375" y="252"/>
                    <a:pt x="375" y="251"/>
                  </a:cubicBezTo>
                  <a:cubicBezTo>
                    <a:pt x="374" y="251"/>
                    <a:pt x="374" y="250"/>
                    <a:pt x="374" y="250"/>
                  </a:cubicBezTo>
                  <a:cubicBezTo>
                    <a:pt x="374" y="249"/>
                    <a:pt x="374" y="249"/>
                    <a:pt x="374" y="248"/>
                  </a:cubicBezTo>
                  <a:cubicBezTo>
                    <a:pt x="374" y="248"/>
                    <a:pt x="374" y="248"/>
                    <a:pt x="374" y="248"/>
                  </a:cubicBezTo>
                  <a:cubicBezTo>
                    <a:pt x="374" y="247"/>
                    <a:pt x="374" y="247"/>
                    <a:pt x="374" y="247"/>
                  </a:cubicBezTo>
                  <a:cubicBezTo>
                    <a:pt x="373" y="246"/>
                    <a:pt x="374" y="246"/>
                    <a:pt x="374" y="246"/>
                  </a:cubicBezTo>
                  <a:cubicBezTo>
                    <a:pt x="375" y="246"/>
                    <a:pt x="375" y="245"/>
                    <a:pt x="375" y="245"/>
                  </a:cubicBezTo>
                  <a:cubicBezTo>
                    <a:pt x="375" y="244"/>
                    <a:pt x="376" y="246"/>
                    <a:pt x="376" y="246"/>
                  </a:cubicBezTo>
                  <a:cubicBezTo>
                    <a:pt x="376" y="245"/>
                    <a:pt x="376" y="244"/>
                    <a:pt x="375" y="244"/>
                  </a:cubicBezTo>
                  <a:cubicBezTo>
                    <a:pt x="375" y="243"/>
                    <a:pt x="376" y="242"/>
                    <a:pt x="376" y="242"/>
                  </a:cubicBezTo>
                  <a:cubicBezTo>
                    <a:pt x="376" y="242"/>
                    <a:pt x="376" y="241"/>
                    <a:pt x="376" y="241"/>
                  </a:cubicBezTo>
                  <a:cubicBezTo>
                    <a:pt x="376" y="240"/>
                    <a:pt x="375" y="240"/>
                    <a:pt x="375" y="240"/>
                  </a:cubicBezTo>
                  <a:cubicBezTo>
                    <a:pt x="375" y="240"/>
                    <a:pt x="375" y="238"/>
                    <a:pt x="375" y="238"/>
                  </a:cubicBezTo>
                  <a:cubicBezTo>
                    <a:pt x="375" y="238"/>
                    <a:pt x="375" y="238"/>
                    <a:pt x="375" y="238"/>
                  </a:cubicBezTo>
                  <a:cubicBezTo>
                    <a:pt x="374" y="237"/>
                    <a:pt x="373" y="236"/>
                    <a:pt x="373" y="235"/>
                  </a:cubicBezTo>
                  <a:cubicBezTo>
                    <a:pt x="372" y="234"/>
                    <a:pt x="372" y="233"/>
                    <a:pt x="371" y="232"/>
                  </a:cubicBezTo>
                  <a:cubicBezTo>
                    <a:pt x="371" y="233"/>
                    <a:pt x="371" y="233"/>
                    <a:pt x="372" y="233"/>
                  </a:cubicBezTo>
                  <a:cubicBezTo>
                    <a:pt x="371" y="232"/>
                    <a:pt x="370" y="231"/>
                    <a:pt x="369" y="229"/>
                  </a:cubicBezTo>
                  <a:cubicBezTo>
                    <a:pt x="369" y="228"/>
                    <a:pt x="369" y="226"/>
                    <a:pt x="368" y="224"/>
                  </a:cubicBezTo>
                  <a:cubicBezTo>
                    <a:pt x="368" y="224"/>
                    <a:pt x="367" y="223"/>
                    <a:pt x="367" y="223"/>
                  </a:cubicBezTo>
                  <a:cubicBezTo>
                    <a:pt x="366" y="222"/>
                    <a:pt x="366" y="222"/>
                    <a:pt x="366" y="221"/>
                  </a:cubicBezTo>
                  <a:cubicBezTo>
                    <a:pt x="365" y="221"/>
                    <a:pt x="365" y="220"/>
                    <a:pt x="365" y="220"/>
                  </a:cubicBezTo>
                  <a:cubicBezTo>
                    <a:pt x="366" y="219"/>
                    <a:pt x="365" y="218"/>
                    <a:pt x="365" y="218"/>
                  </a:cubicBezTo>
                  <a:cubicBezTo>
                    <a:pt x="364" y="218"/>
                    <a:pt x="364" y="215"/>
                    <a:pt x="364" y="216"/>
                  </a:cubicBezTo>
                  <a:cubicBezTo>
                    <a:pt x="365" y="216"/>
                    <a:pt x="365" y="216"/>
                    <a:pt x="366" y="216"/>
                  </a:cubicBezTo>
                  <a:cubicBezTo>
                    <a:pt x="366" y="216"/>
                    <a:pt x="366" y="216"/>
                    <a:pt x="366" y="216"/>
                  </a:cubicBezTo>
                  <a:cubicBezTo>
                    <a:pt x="366" y="217"/>
                    <a:pt x="367" y="216"/>
                    <a:pt x="367" y="216"/>
                  </a:cubicBezTo>
                  <a:cubicBezTo>
                    <a:pt x="369" y="216"/>
                    <a:pt x="368" y="215"/>
                    <a:pt x="368" y="214"/>
                  </a:cubicBezTo>
                  <a:cubicBezTo>
                    <a:pt x="368" y="213"/>
                    <a:pt x="368" y="212"/>
                    <a:pt x="367" y="212"/>
                  </a:cubicBezTo>
                  <a:cubicBezTo>
                    <a:pt x="366" y="211"/>
                    <a:pt x="368" y="211"/>
                    <a:pt x="367" y="211"/>
                  </a:cubicBezTo>
                  <a:cubicBezTo>
                    <a:pt x="367" y="211"/>
                    <a:pt x="367" y="210"/>
                    <a:pt x="367" y="210"/>
                  </a:cubicBezTo>
                  <a:cubicBezTo>
                    <a:pt x="367" y="210"/>
                    <a:pt x="367" y="210"/>
                    <a:pt x="368" y="211"/>
                  </a:cubicBezTo>
                  <a:cubicBezTo>
                    <a:pt x="368" y="211"/>
                    <a:pt x="369" y="211"/>
                    <a:pt x="368" y="210"/>
                  </a:cubicBezTo>
                  <a:cubicBezTo>
                    <a:pt x="368" y="210"/>
                    <a:pt x="368" y="209"/>
                    <a:pt x="368" y="209"/>
                  </a:cubicBezTo>
                  <a:cubicBezTo>
                    <a:pt x="369" y="208"/>
                    <a:pt x="368" y="205"/>
                    <a:pt x="368" y="205"/>
                  </a:cubicBezTo>
                  <a:cubicBezTo>
                    <a:pt x="368" y="204"/>
                    <a:pt x="368" y="203"/>
                    <a:pt x="368" y="203"/>
                  </a:cubicBezTo>
                  <a:cubicBezTo>
                    <a:pt x="368" y="202"/>
                    <a:pt x="369" y="201"/>
                    <a:pt x="369" y="201"/>
                  </a:cubicBezTo>
                  <a:cubicBezTo>
                    <a:pt x="369" y="200"/>
                    <a:pt x="369" y="199"/>
                    <a:pt x="368" y="199"/>
                  </a:cubicBezTo>
                  <a:cubicBezTo>
                    <a:pt x="368" y="198"/>
                    <a:pt x="368" y="198"/>
                    <a:pt x="369" y="197"/>
                  </a:cubicBezTo>
                  <a:cubicBezTo>
                    <a:pt x="369" y="197"/>
                    <a:pt x="369" y="196"/>
                    <a:pt x="369" y="196"/>
                  </a:cubicBezTo>
                  <a:cubicBezTo>
                    <a:pt x="369" y="195"/>
                    <a:pt x="369" y="194"/>
                    <a:pt x="370" y="194"/>
                  </a:cubicBezTo>
                  <a:cubicBezTo>
                    <a:pt x="371" y="193"/>
                    <a:pt x="370" y="192"/>
                    <a:pt x="370" y="192"/>
                  </a:cubicBezTo>
                  <a:cubicBezTo>
                    <a:pt x="370" y="191"/>
                    <a:pt x="370" y="190"/>
                    <a:pt x="370" y="189"/>
                  </a:cubicBezTo>
                  <a:cubicBezTo>
                    <a:pt x="371" y="189"/>
                    <a:pt x="370" y="188"/>
                    <a:pt x="370" y="187"/>
                  </a:cubicBezTo>
                  <a:cubicBezTo>
                    <a:pt x="370" y="187"/>
                    <a:pt x="370" y="186"/>
                    <a:pt x="370" y="186"/>
                  </a:cubicBezTo>
                  <a:cubicBezTo>
                    <a:pt x="370" y="186"/>
                    <a:pt x="370" y="185"/>
                    <a:pt x="370" y="185"/>
                  </a:cubicBezTo>
                  <a:cubicBezTo>
                    <a:pt x="370" y="185"/>
                    <a:pt x="370" y="185"/>
                    <a:pt x="370" y="185"/>
                  </a:cubicBezTo>
                  <a:cubicBezTo>
                    <a:pt x="370" y="184"/>
                    <a:pt x="369" y="183"/>
                    <a:pt x="370" y="182"/>
                  </a:cubicBezTo>
                  <a:cubicBezTo>
                    <a:pt x="370" y="181"/>
                    <a:pt x="370" y="181"/>
                    <a:pt x="370" y="180"/>
                  </a:cubicBezTo>
                  <a:cubicBezTo>
                    <a:pt x="370" y="180"/>
                    <a:pt x="370" y="179"/>
                    <a:pt x="370" y="178"/>
                  </a:cubicBezTo>
                  <a:cubicBezTo>
                    <a:pt x="371" y="178"/>
                    <a:pt x="371" y="178"/>
                    <a:pt x="371" y="177"/>
                  </a:cubicBezTo>
                  <a:cubicBezTo>
                    <a:pt x="371" y="176"/>
                    <a:pt x="371" y="176"/>
                    <a:pt x="371" y="176"/>
                  </a:cubicBezTo>
                  <a:cubicBezTo>
                    <a:pt x="371" y="175"/>
                    <a:pt x="370" y="175"/>
                    <a:pt x="370" y="174"/>
                  </a:cubicBezTo>
                  <a:cubicBezTo>
                    <a:pt x="370" y="174"/>
                    <a:pt x="370" y="174"/>
                    <a:pt x="370" y="173"/>
                  </a:cubicBezTo>
                  <a:cubicBezTo>
                    <a:pt x="370" y="173"/>
                    <a:pt x="369" y="172"/>
                    <a:pt x="369" y="172"/>
                  </a:cubicBezTo>
                  <a:cubicBezTo>
                    <a:pt x="369" y="172"/>
                    <a:pt x="369" y="171"/>
                    <a:pt x="369" y="171"/>
                  </a:cubicBezTo>
                  <a:cubicBezTo>
                    <a:pt x="369" y="171"/>
                    <a:pt x="369" y="170"/>
                    <a:pt x="370" y="170"/>
                  </a:cubicBezTo>
                  <a:cubicBezTo>
                    <a:pt x="371" y="171"/>
                    <a:pt x="370" y="168"/>
                    <a:pt x="370" y="168"/>
                  </a:cubicBezTo>
                  <a:cubicBezTo>
                    <a:pt x="370" y="168"/>
                    <a:pt x="370" y="167"/>
                    <a:pt x="370" y="167"/>
                  </a:cubicBezTo>
                  <a:cubicBezTo>
                    <a:pt x="370" y="167"/>
                    <a:pt x="370" y="167"/>
                    <a:pt x="370" y="167"/>
                  </a:cubicBezTo>
                  <a:cubicBezTo>
                    <a:pt x="370" y="167"/>
                    <a:pt x="370" y="167"/>
                    <a:pt x="370" y="166"/>
                  </a:cubicBezTo>
                  <a:cubicBezTo>
                    <a:pt x="370" y="166"/>
                    <a:pt x="370" y="165"/>
                    <a:pt x="370" y="165"/>
                  </a:cubicBezTo>
                  <a:cubicBezTo>
                    <a:pt x="370" y="164"/>
                    <a:pt x="370" y="164"/>
                    <a:pt x="370" y="163"/>
                  </a:cubicBezTo>
                  <a:cubicBezTo>
                    <a:pt x="370" y="163"/>
                    <a:pt x="369" y="162"/>
                    <a:pt x="369" y="162"/>
                  </a:cubicBezTo>
                  <a:cubicBezTo>
                    <a:pt x="369" y="162"/>
                    <a:pt x="368" y="161"/>
                    <a:pt x="368" y="161"/>
                  </a:cubicBezTo>
                  <a:cubicBezTo>
                    <a:pt x="368" y="161"/>
                    <a:pt x="368" y="160"/>
                    <a:pt x="368" y="159"/>
                  </a:cubicBezTo>
                  <a:cubicBezTo>
                    <a:pt x="368" y="159"/>
                    <a:pt x="368" y="158"/>
                    <a:pt x="368" y="158"/>
                  </a:cubicBezTo>
                  <a:cubicBezTo>
                    <a:pt x="368" y="157"/>
                    <a:pt x="367" y="157"/>
                    <a:pt x="367" y="157"/>
                  </a:cubicBezTo>
                  <a:cubicBezTo>
                    <a:pt x="367" y="156"/>
                    <a:pt x="367" y="155"/>
                    <a:pt x="366" y="155"/>
                  </a:cubicBezTo>
                  <a:cubicBezTo>
                    <a:pt x="366" y="154"/>
                    <a:pt x="366" y="154"/>
                    <a:pt x="366" y="153"/>
                  </a:cubicBezTo>
                  <a:cubicBezTo>
                    <a:pt x="365" y="152"/>
                    <a:pt x="365" y="152"/>
                    <a:pt x="365" y="151"/>
                  </a:cubicBezTo>
                  <a:cubicBezTo>
                    <a:pt x="364" y="150"/>
                    <a:pt x="364" y="148"/>
                    <a:pt x="364" y="147"/>
                  </a:cubicBezTo>
                  <a:cubicBezTo>
                    <a:pt x="363" y="146"/>
                    <a:pt x="363" y="145"/>
                    <a:pt x="362" y="143"/>
                  </a:cubicBezTo>
                  <a:cubicBezTo>
                    <a:pt x="362" y="143"/>
                    <a:pt x="362" y="140"/>
                    <a:pt x="362" y="140"/>
                  </a:cubicBezTo>
                  <a:cubicBezTo>
                    <a:pt x="362" y="140"/>
                    <a:pt x="363" y="140"/>
                    <a:pt x="363" y="140"/>
                  </a:cubicBezTo>
                  <a:cubicBezTo>
                    <a:pt x="364" y="140"/>
                    <a:pt x="364" y="139"/>
                    <a:pt x="364" y="139"/>
                  </a:cubicBezTo>
                  <a:cubicBezTo>
                    <a:pt x="364" y="140"/>
                    <a:pt x="364" y="138"/>
                    <a:pt x="364" y="138"/>
                  </a:cubicBezTo>
                  <a:cubicBezTo>
                    <a:pt x="364" y="138"/>
                    <a:pt x="364" y="137"/>
                    <a:pt x="364" y="137"/>
                  </a:cubicBezTo>
                  <a:cubicBezTo>
                    <a:pt x="364" y="137"/>
                    <a:pt x="364" y="136"/>
                    <a:pt x="364" y="136"/>
                  </a:cubicBezTo>
                  <a:cubicBezTo>
                    <a:pt x="364" y="136"/>
                    <a:pt x="365" y="136"/>
                    <a:pt x="365" y="136"/>
                  </a:cubicBezTo>
                  <a:cubicBezTo>
                    <a:pt x="365" y="135"/>
                    <a:pt x="364" y="135"/>
                    <a:pt x="364" y="134"/>
                  </a:cubicBezTo>
                  <a:cubicBezTo>
                    <a:pt x="364" y="134"/>
                    <a:pt x="364" y="133"/>
                    <a:pt x="364" y="132"/>
                  </a:cubicBezTo>
                  <a:cubicBezTo>
                    <a:pt x="363" y="132"/>
                    <a:pt x="363" y="131"/>
                    <a:pt x="363" y="130"/>
                  </a:cubicBezTo>
                  <a:cubicBezTo>
                    <a:pt x="363" y="129"/>
                    <a:pt x="362" y="129"/>
                    <a:pt x="361" y="128"/>
                  </a:cubicBezTo>
                  <a:cubicBezTo>
                    <a:pt x="361" y="128"/>
                    <a:pt x="361" y="127"/>
                    <a:pt x="361" y="126"/>
                  </a:cubicBezTo>
                  <a:cubicBezTo>
                    <a:pt x="360" y="124"/>
                    <a:pt x="361" y="125"/>
                    <a:pt x="361" y="124"/>
                  </a:cubicBezTo>
                  <a:cubicBezTo>
                    <a:pt x="361" y="123"/>
                    <a:pt x="362" y="123"/>
                    <a:pt x="362" y="122"/>
                  </a:cubicBezTo>
                  <a:cubicBezTo>
                    <a:pt x="362" y="122"/>
                    <a:pt x="361" y="121"/>
                    <a:pt x="362" y="121"/>
                  </a:cubicBezTo>
                  <a:cubicBezTo>
                    <a:pt x="362" y="121"/>
                    <a:pt x="362" y="121"/>
                    <a:pt x="362" y="120"/>
                  </a:cubicBezTo>
                  <a:cubicBezTo>
                    <a:pt x="362" y="120"/>
                    <a:pt x="362" y="120"/>
                    <a:pt x="362" y="120"/>
                  </a:cubicBezTo>
                  <a:cubicBezTo>
                    <a:pt x="362" y="119"/>
                    <a:pt x="362" y="118"/>
                    <a:pt x="362" y="118"/>
                  </a:cubicBezTo>
                  <a:cubicBezTo>
                    <a:pt x="362" y="116"/>
                    <a:pt x="362" y="115"/>
                    <a:pt x="362" y="114"/>
                  </a:cubicBezTo>
                  <a:cubicBezTo>
                    <a:pt x="362" y="114"/>
                    <a:pt x="362" y="112"/>
                    <a:pt x="362" y="111"/>
                  </a:cubicBezTo>
                  <a:cubicBezTo>
                    <a:pt x="362" y="111"/>
                    <a:pt x="363" y="111"/>
                    <a:pt x="363" y="111"/>
                  </a:cubicBezTo>
                  <a:cubicBezTo>
                    <a:pt x="363" y="111"/>
                    <a:pt x="363" y="110"/>
                    <a:pt x="363" y="110"/>
                  </a:cubicBezTo>
                  <a:cubicBezTo>
                    <a:pt x="363" y="109"/>
                    <a:pt x="362" y="109"/>
                    <a:pt x="362" y="108"/>
                  </a:cubicBezTo>
                  <a:cubicBezTo>
                    <a:pt x="362" y="108"/>
                    <a:pt x="362" y="107"/>
                    <a:pt x="362" y="107"/>
                  </a:cubicBezTo>
                  <a:cubicBezTo>
                    <a:pt x="362" y="106"/>
                    <a:pt x="362" y="106"/>
                    <a:pt x="362" y="105"/>
                  </a:cubicBezTo>
                  <a:cubicBezTo>
                    <a:pt x="362" y="106"/>
                    <a:pt x="362" y="105"/>
                    <a:pt x="363" y="105"/>
                  </a:cubicBezTo>
                  <a:cubicBezTo>
                    <a:pt x="363" y="104"/>
                    <a:pt x="362" y="103"/>
                    <a:pt x="363" y="102"/>
                  </a:cubicBezTo>
                  <a:cubicBezTo>
                    <a:pt x="363" y="100"/>
                    <a:pt x="363" y="99"/>
                    <a:pt x="363" y="98"/>
                  </a:cubicBezTo>
                  <a:cubicBezTo>
                    <a:pt x="363" y="97"/>
                    <a:pt x="363" y="97"/>
                    <a:pt x="363" y="96"/>
                  </a:cubicBezTo>
                  <a:cubicBezTo>
                    <a:pt x="363" y="96"/>
                    <a:pt x="363" y="96"/>
                    <a:pt x="363" y="96"/>
                  </a:cubicBezTo>
                  <a:cubicBezTo>
                    <a:pt x="363" y="95"/>
                    <a:pt x="363" y="94"/>
                    <a:pt x="363" y="93"/>
                  </a:cubicBezTo>
                  <a:cubicBezTo>
                    <a:pt x="362" y="92"/>
                    <a:pt x="362" y="92"/>
                    <a:pt x="362" y="91"/>
                  </a:cubicBezTo>
                  <a:cubicBezTo>
                    <a:pt x="361" y="91"/>
                    <a:pt x="361" y="90"/>
                    <a:pt x="362" y="90"/>
                  </a:cubicBezTo>
                  <a:cubicBezTo>
                    <a:pt x="362" y="89"/>
                    <a:pt x="362" y="89"/>
                    <a:pt x="362" y="88"/>
                  </a:cubicBezTo>
                  <a:cubicBezTo>
                    <a:pt x="362" y="87"/>
                    <a:pt x="362" y="88"/>
                    <a:pt x="362" y="87"/>
                  </a:cubicBezTo>
                  <a:cubicBezTo>
                    <a:pt x="363" y="87"/>
                    <a:pt x="363" y="86"/>
                    <a:pt x="363" y="86"/>
                  </a:cubicBezTo>
                  <a:cubicBezTo>
                    <a:pt x="363" y="86"/>
                    <a:pt x="363" y="86"/>
                    <a:pt x="363" y="86"/>
                  </a:cubicBezTo>
                  <a:cubicBezTo>
                    <a:pt x="363" y="85"/>
                    <a:pt x="363" y="84"/>
                    <a:pt x="363" y="84"/>
                  </a:cubicBezTo>
                  <a:cubicBezTo>
                    <a:pt x="362" y="83"/>
                    <a:pt x="362" y="83"/>
                    <a:pt x="362" y="82"/>
                  </a:cubicBezTo>
                  <a:cubicBezTo>
                    <a:pt x="362" y="82"/>
                    <a:pt x="362" y="81"/>
                    <a:pt x="362" y="81"/>
                  </a:cubicBezTo>
                  <a:cubicBezTo>
                    <a:pt x="361" y="80"/>
                    <a:pt x="361" y="80"/>
                    <a:pt x="361" y="79"/>
                  </a:cubicBezTo>
                  <a:cubicBezTo>
                    <a:pt x="361" y="79"/>
                    <a:pt x="361" y="78"/>
                    <a:pt x="361" y="77"/>
                  </a:cubicBezTo>
                  <a:cubicBezTo>
                    <a:pt x="360" y="77"/>
                    <a:pt x="361" y="76"/>
                    <a:pt x="361" y="76"/>
                  </a:cubicBezTo>
                  <a:cubicBezTo>
                    <a:pt x="361" y="75"/>
                    <a:pt x="361" y="75"/>
                    <a:pt x="361" y="74"/>
                  </a:cubicBezTo>
                  <a:cubicBezTo>
                    <a:pt x="361" y="73"/>
                    <a:pt x="360" y="72"/>
                    <a:pt x="360" y="70"/>
                  </a:cubicBezTo>
                  <a:cubicBezTo>
                    <a:pt x="360" y="70"/>
                    <a:pt x="360" y="69"/>
                    <a:pt x="360" y="69"/>
                  </a:cubicBezTo>
                  <a:cubicBezTo>
                    <a:pt x="360" y="68"/>
                    <a:pt x="361" y="68"/>
                    <a:pt x="361" y="67"/>
                  </a:cubicBezTo>
                  <a:cubicBezTo>
                    <a:pt x="361" y="67"/>
                    <a:pt x="361" y="66"/>
                    <a:pt x="360" y="65"/>
                  </a:cubicBezTo>
                  <a:cubicBezTo>
                    <a:pt x="360" y="65"/>
                    <a:pt x="360" y="65"/>
                    <a:pt x="360" y="65"/>
                  </a:cubicBezTo>
                  <a:cubicBezTo>
                    <a:pt x="359" y="66"/>
                    <a:pt x="359" y="65"/>
                    <a:pt x="359" y="65"/>
                  </a:cubicBezTo>
                  <a:cubicBezTo>
                    <a:pt x="358" y="65"/>
                    <a:pt x="359" y="65"/>
                    <a:pt x="359" y="65"/>
                  </a:cubicBezTo>
                  <a:cubicBezTo>
                    <a:pt x="359" y="64"/>
                    <a:pt x="359" y="64"/>
                    <a:pt x="358" y="63"/>
                  </a:cubicBezTo>
                  <a:cubicBezTo>
                    <a:pt x="358" y="63"/>
                    <a:pt x="359" y="62"/>
                    <a:pt x="359" y="62"/>
                  </a:cubicBezTo>
                  <a:cubicBezTo>
                    <a:pt x="359" y="61"/>
                    <a:pt x="358" y="61"/>
                    <a:pt x="359" y="61"/>
                  </a:cubicBezTo>
                  <a:cubicBezTo>
                    <a:pt x="359" y="60"/>
                    <a:pt x="359" y="61"/>
                    <a:pt x="360" y="61"/>
                  </a:cubicBezTo>
                  <a:cubicBezTo>
                    <a:pt x="361" y="60"/>
                    <a:pt x="361" y="59"/>
                    <a:pt x="361" y="58"/>
                  </a:cubicBezTo>
                  <a:cubicBezTo>
                    <a:pt x="360" y="58"/>
                    <a:pt x="361" y="57"/>
                    <a:pt x="361" y="57"/>
                  </a:cubicBezTo>
                  <a:cubicBezTo>
                    <a:pt x="361" y="56"/>
                    <a:pt x="361" y="55"/>
                    <a:pt x="361" y="54"/>
                  </a:cubicBezTo>
                  <a:cubicBezTo>
                    <a:pt x="360" y="53"/>
                    <a:pt x="360" y="52"/>
                    <a:pt x="360" y="51"/>
                  </a:cubicBezTo>
                  <a:cubicBezTo>
                    <a:pt x="360" y="50"/>
                    <a:pt x="361" y="49"/>
                    <a:pt x="361" y="49"/>
                  </a:cubicBezTo>
                  <a:cubicBezTo>
                    <a:pt x="361" y="48"/>
                    <a:pt x="360" y="48"/>
                    <a:pt x="361" y="47"/>
                  </a:cubicBezTo>
                  <a:cubicBezTo>
                    <a:pt x="361" y="47"/>
                    <a:pt x="360" y="46"/>
                    <a:pt x="361" y="45"/>
                  </a:cubicBezTo>
                  <a:cubicBezTo>
                    <a:pt x="361" y="44"/>
                    <a:pt x="361" y="44"/>
                    <a:pt x="361" y="44"/>
                  </a:cubicBezTo>
                  <a:cubicBezTo>
                    <a:pt x="361" y="43"/>
                    <a:pt x="361" y="43"/>
                    <a:pt x="361" y="43"/>
                  </a:cubicBezTo>
                  <a:cubicBezTo>
                    <a:pt x="361" y="42"/>
                    <a:pt x="361" y="41"/>
                    <a:pt x="360" y="40"/>
                  </a:cubicBezTo>
                  <a:cubicBezTo>
                    <a:pt x="360" y="39"/>
                    <a:pt x="360" y="39"/>
                    <a:pt x="360" y="38"/>
                  </a:cubicBezTo>
                  <a:cubicBezTo>
                    <a:pt x="359" y="38"/>
                    <a:pt x="360" y="38"/>
                    <a:pt x="360" y="37"/>
                  </a:cubicBezTo>
                  <a:cubicBezTo>
                    <a:pt x="359" y="37"/>
                    <a:pt x="359" y="36"/>
                    <a:pt x="359" y="36"/>
                  </a:cubicBezTo>
                  <a:cubicBezTo>
                    <a:pt x="359" y="36"/>
                    <a:pt x="359" y="35"/>
                    <a:pt x="359" y="34"/>
                  </a:cubicBezTo>
                  <a:cubicBezTo>
                    <a:pt x="359" y="34"/>
                    <a:pt x="359" y="34"/>
                    <a:pt x="358" y="33"/>
                  </a:cubicBezTo>
                  <a:cubicBezTo>
                    <a:pt x="358" y="33"/>
                    <a:pt x="359" y="32"/>
                    <a:pt x="359" y="32"/>
                  </a:cubicBezTo>
                  <a:cubicBezTo>
                    <a:pt x="358" y="31"/>
                    <a:pt x="358" y="31"/>
                    <a:pt x="359" y="31"/>
                  </a:cubicBezTo>
                  <a:cubicBezTo>
                    <a:pt x="359" y="30"/>
                    <a:pt x="359" y="30"/>
                    <a:pt x="358" y="29"/>
                  </a:cubicBezTo>
                  <a:cubicBezTo>
                    <a:pt x="358" y="29"/>
                    <a:pt x="358" y="28"/>
                    <a:pt x="358" y="28"/>
                  </a:cubicBezTo>
                  <a:cubicBezTo>
                    <a:pt x="358" y="27"/>
                    <a:pt x="358" y="26"/>
                    <a:pt x="358" y="26"/>
                  </a:cubicBezTo>
                  <a:cubicBezTo>
                    <a:pt x="358" y="24"/>
                    <a:pt x="358" y="23"/>
                    <a:pt x="357" y="23"/>
                  </a:cubicBezTo>
                  <a:cubicBezTo>
                    <a:pt x="358" y="22"/>
                    <a:pt x="357" y="21"/>
                    <a:pt x="357" y="20"/>
                  </a:cubicBezTo>
                  <a:cubicBezTo>
                    <a:pt x="356" y="19"/>
                    <a:pt x="356" y="18"/>
                    <a:pt x="356" y="17"/>
                  </a:cubicBezTo>
                  <a:cubicBezTo>
                    <a:pt x="355" y="16"/>
                    <a:pt x="355" y="15"/>
                    <a:pt x="355" y="15"/>
                  </a:cubicBezTo>
                  <a:cubicBezTo>
                    <a:pt x="355" y="14"/>
                    <a:pt x="355" y="14"/>
                    <a:pt x="355" y="14"/>
                  </a:cubicBezTo>
                  <a:cubicBezTo>
                    <a:pt x="355" y="13"/>
                    <a:pt x="355" y="13"/>
                    <a:pt x="355" y="12"/>
                  </a:cubicBezTo>
                  <a:cubicBezTo>
                    <a:pt x="355" y="11"/>
                    <a:pt x="355" y="10"/>
                    <a:pt x="354" y="9"/>
                  </a:cubicBezTo>
                  <a:cubicBezTo>
                    <a:pt x="354" y="8"/>
                    <a:pt x="356" y="9"/>
                    <a:pt x="357" y="8"/>
                  </a:cubicBezTo>
                  <a:cubicBezTo>
                    <a:pt x="358" y="8"/>
                    <a:pt x="359" y="7"/>
                    <a:pt x="359" y="5"/>
                  </a:cubicBezTo>
                  <a:cubicBezTo>
                    <a:pt x="359" y="5"/>
                    <a:pt x="359" y="4"/>
                    <a:pt x="359" y="3"/>
                  </a:cubicBezTo>
                  <a:cubicBezTo>
                    <a:pt x="359" y="3"/>
                    <a:pt x="358" y="2"/>
                    <a:pt x="358" y="2"/>
                  </a:cubicBezTo>
                  <a:cubicBezTo>
                    <a:pt x="358" y="1"/>
                    <a:pt x="359" y="1"/>
                    <a:pt x="360" y="1"/>
                  </a:cubicBezTo>
                  <a:cubicBezTo>
                    <a:pt x="360" y="1"/>
                    <a:pt x="361" y="0"/>
                    <a:pt x="361" y="0"/>
                  </a:cubicBezTo>
                  <a:cubicBezTo>
                    <a:pt x="362" y="1"/>
                    <a:pt x="362" y="1"/>
                    <a:pt x="363" y="2"/>
                  </a:cubicBezTo>
                  <a:cubicBezTo>
                    <a:pt x="363" y="2"/>
                    <a:pt x="363" y="3"/>
                    <a:pt x="363" y="3"/>
                  </a:cubicBezTo>
                  <a:cubicBezTo>
                    <a:pt x="364" y="4"/>
                    <a:pt x="363" y="4"/>
                    <a:pt x="364" y="5"/>
                  </a:cubicBezTo>
                  <a:cubicBezTo>
                    <a:pt x="364" y="5"/>
                    <a:pt x="364" y="5"/>
                    <a:pt x="364" y="5"/>
                  </a:cubicBezTo>
                  <a:cubicBezTo>
                    <a:pt x="364" y="5"/>
                    <a:pt x="365" y="5"/>
                    <a:pt x="365" y="5"/>
                  </a:cubicBezTo>
                  <a:cubicBezTo>
                    <a:pt x="365" y="5"/>
                    <a:pt x="366" y="5"/>
                    <a:pt x="366" y="6"/>
                  </a:cubicBezTo>
                  <a:cubicBezTo>
                    <a:pt x="366" y="6"/>
                    <a:pt x="365" y="6"/>
                    <a:pt x="366" y="7"/>
                  </a:cubicBezTo>
                  <a:cubicBezTo>
                    <a:pt x="366" y="8"/>
                    <a:pt x="366" y="9"/>
                    <a:pt x="367" y="9"/>
                  </a:cubicBezTo>
                  <a:cubicBezTo>
                    <a:pt x="367" y="11"/>
                    <a:pt x="367" y="12"/>
                    <a:pt x="368" y="14"/>
                  </a:cubicBezTo>
                  <a:cubicBezTo>
                    <a:pt x="368" y="14"/>
                    <a:pt x="368" y="15"/>
                    <a:pt x="368" y="15"/>
                  </a:cubicBezTo>
                  <a:cubicBezTo>
                    <a:pt x="368" y="16"/>
                    <a:pt x="369" y="17"/>
                    <a:pt x="369" y="17"/>
                  </a:cubicBezTo>
                  <a:cubicBezTo>
                    <a:pt x="370" y="17"/>
                    <a:pt x="370" y="18"/>
                    <a:pt x="371" y="18"/>
                  </a:cubicBezTo>
                  <a:cubicBezTo>
                    <a:pt x="372" y="19"/>
                    <a:pt x="372" y="19"/>
                    <a:pt x="372" y="20"/>
                  </a:cubicBezTo>
                  <a:cubicBezTo>
                    <a:pt x="373" y="20"/>
                    <a:pt x="374" y="20"/>
                    <a:pt x="374" y="21"/>
                  </a:cubicBezTo>
                  <a:cubicBezTo>
                    <a:pt x="374" y="21"/>
                    <a:pt x="373" y="22"/>
                    <a:pt x="373" y="22"/>
                  </a:cubicBezTo>
                  <a:cubicBezTo>
                    <a:pt x="372" y="23"/>
                    <a:pt x="372" y="24"/>
                    <a:pt x="372" y="24"/>
                  </a:cubicBezTo>
                  <a:cubicBezTo>
                    <a:pt x="372" y="25"/>
                    <a:pt x="373" y="25"/>
                    <a:pt x="373" y="25"/>
                  </a:cubicBezTo>
                  <a:cubicBezTo>
                    <a:pt x="374" y="26"/>
                    <a:pt x="373" y="26"/>
                    <a:pt x="373" y="27"/>
                  </a:cubicBezTo>
                  <a:cubicBezTo>
                    <a:pt x="373" y="28"/>
                    <a:pt x="373" y="28"/>
                    <a:pt x="372" y="28"/>
                  </a:cubicBezTo>
                  <a:cubicBezTo>
                    <a:pt x="372" y="28"/>
                    <a:pt x="371" y="28"/>
                    <a:pt x="371" y="28"/>
                  </a:cubicBezTo>
                  <a:cubicBezTo>
                    <a:pt x="372" y="29"/>
                    <a:pt x="372" y="28"/>
                    <a:pt x="372" y="29"/>
                  </a:cubicBezTo>
                  <a:cubicBezTo>
                    <a:pt x="372" y="29"/>
                    <a:pt x="373" y="31"/>
                    <a:pt x="373" y="31"/>
                  </a:cubicBezTo>
                  <a:cubicBezTo>
                    <a:pt x="372" y="31"/>
                    <a:pt x="372" y="32"/>
                    <a:pt x="373" y="33"/>
                  </a:cubicBezTo>
                  <a:cubicBezTo>
                    <a:pt x="373" y="33"/>
                    <a:pt x="376" y="34"/>
                    <a:pt x="375" y="35"/>
                  </a:cubicBezTo>
                  <a:cubicBezTo>
                    <a:pt x="374" y="35"/>
                    <a:pt x="374" y="36"/>
                    <a:pt x="374" y="36"/>
                  </a:cubicBezTo>
                  <a:cubicBezTo>
                    <a:pt x="375" y="37"/>
                    <a:pt x="375" y="37"/>
                    <a:pt x="376" y="37"/>
                  </a:cubicBezTo>
                  <a:cubicBezTo>
                    <a:pt x="376" y="37"/>
                    <a:pt x="377" y="38"/>
                    <a:pt x="377" y="39"/>
                  </a:cubicBezTo>
                  <a:cubicBezTo>
                    <a:pt x="377" y="39"/>
                    <a:pt x="378" y="40"/>
                    <a:pt x="378" y="41"/>
                  </a:cubicBezTo>
                  <a:cubicBezTo>
                    <a:pt x="378" y="41"/>
                    <a:pt x="379" y="42"/>
                    <a:pt x="379" y="42"/>
                  </a:cubicBezTo>
                  <a:cubicBezTo>
                    <a:pt x="379" y="43"/>
                    <a:pt x="379" y="44"/>
                    <a:pt x="380" y="45"/>
                  </a:cubicBezTo>
                  <a:cubicBezTo>
                    <a:pt x="380" y="47"/>
                    <a:pt x="380" y="48"/>
                    <a:pt x="381" y="49"/>
                  </a:cubicBezTo>
                  <a:cubicBezTo>
                    <a:pt x="382" y="50"/>
                    <a:pt x="382" y="50"/>
                    <a:pt x="382" y="51"/>
                  </a:cubicBezTo>
                  <a:cubicBezTo>
                    <a:pt x="382" y="52"/>
                    <a:pt x="382" y="52"/>
                    <a:pt x="382" y="53"/>
                  </a:cubicBezTo>
                  <a:cubicBezTo>
                    <a:pt x="383" y="54"/>
                    <a:pt x="383" y="54"/>
                    <a:pt x="383" y="55"/>
                  </a:cubicBezTo>
                  <a:cubicBezTo>
                    <a:pt x="384" y="55"/>
                    <a:pt x="383" y="56"/>
                    <a:pt x="383" y="57"/>
                  </a:cubicBezTo>
                  <a:cubicBezTo>
                    <a:pt x="383" y="58"/>
                    <a:pt x="385" y="59"/>
                    <a:pt x="386" y="59"/>
                  </a:cubicBezTo>
                  <a:cubicBezTo>
                    <a:pt x="387" y="59"/>
                    <a:pt x="388" y="58"/>
                    <a:pt x="389" y="58"/>
                  </a:cubicBezTo>
                  <a:cubicBezTo>
                    <a:pt x="389" y="58"/>
                    <a:pt x="390" y="58"/>
                    <a:pt x="390" y="58"/>
                  </a:cubicBezTo>
                  <a:cubicBezTo>
                    <a:pt x="391" y="58"/>
                    <a:pt x="392" y="60"/>
                    <a:pt x="392" y="60"/>
                  </a:cubicBezTo>
                  <a:cubicBezTo>
                    <a:pt x="392" y="61"/>
                    <a:pt x="392" y="62"/>
                    <a:pt x="392" y="63"/>
                  </a:cubicBezTo>
                  <a:cubicBezTo>
                    <a:pt x="391" y="64"/>
                    <a:pt x="391" y="65"/>
                    <a:pt x="391" y="66"/>
                  </a:cubicBezTo>
                  <a:cubicBezTo>
                    <a:pt x="391" y="66"/>
                    <a:pt x="391" y="67"/>
                    <a:pt x="391" y="68"/>
                  </a:cubicBezTo>
                  <a:cubicBezTo>
                    <a:pt x="391" y="69"/>
                    <a:pt x="391" y="70"/>
                    <a:pt x="390" y="71"/>
                  </a:cubicBezTo>
                  <a:cubicBezTo>
                    <a:pt x="390" y="71"/>
                    <a:pt x="390" y="72"/>
                    <a:pt x="389" y="72"/>
                  </a:cubicBezTo>
                  <a:cubicBezTo>
                    <a:pt x="388" y="72"/>
                    <a:pt x="388" y="73"/>
                    <a:pt x="387" y="73"/>
                  </a:cubicBezTo>
                  <a:cubicBezTo>
                    <a:pt x="386" y="73"/>
                    <a:pt x="385" y="74"/>
                    <a:pt x="385" y="74"/>
                  </a:cubicBezTo>
                  <a:cubicBezTo>
                    <a:pt x="384" y="75"/>
                    <a:pt x="383" y="75"/>
                    <a:pt x="382" y="75"/>
                  </a:cubicBezTo>
                  <a:cubicBezTo>
                    <a:pt x="382" y="76"/>
                    <a:pt x="382" y="76"/>
                    <a:pt x="382" y="76"/>
                  </a:cubicBezTo>
                  <a:cubicBezTo>
                    <a:pt x="381" y="76"/>
                    <a:pt x="381" y="77"/>
                    <a:pt x="381" y="77"/>
                  </a:cubicBezTo>
                  <a:cubicBezTo>
                    <a:pt x="381" y="78"/>
                    <a:pt x="381" y="77"/>
                    <a:pt x="380" y="78"/>
                  </a:cubicBezTo>
                  <a:cubicBezTo>
                    <a:pt x="380" y="78"/>
                    <a:pt x="380" y="79"/>
                    <a:pt x="380" y="80"/>
                  </a:cubicBezTo>
                  <a:cubicBezTo>
                    <a:pt x="380" y="80"/>
                    <a:pt x="380" y="81"/>
                    <a:pt x="381" y="81"/>
                  </a:cubicBezTo>
                  <a:cubicBezTo>
                    <a:pt x="381" y="81"/>
                    <a:pt x="382" y="82"/>
                    <a:pt x="382" y="82"/>
                  </a:cubicBezTo>
                  <a:cubicBezTo>
                    <a:pt x="382" y="82"/>
                    <a:pt x="383" y="83"/>
                    <a:pt x="382" y="83"/>
                  </a:cubicBezTo>
                  <a:cubicBezTo>
                    <a:pt x="382" y="84"/>
                    <a:pt x="382" y="84"/>
                    <a:pt x="381" y="84"/>
                  </a:cubicBezTo>
                  <a:cubicBezTo>
                    <a:pt x="381" y="85"/>
                    <a:pt x="381" y="86"/>
                    <a:pt x="381" y="87"/>
                  </a:cubicBezTo>
                  <a:cubicBezTo>
                    <a:pt x="381" y="88"/>
                    <a:pt x="381" y="88"/>
                    <a:pt x="381" y="88"/>
                  </a:cubicBezTo>
                  <a:cubicBezTo>
                    <a:pt x="382" y="89"/>
                    <a:pt x="382" y="90"/>
                    <a:pt x="383" y="91"/>
                  </a:cubicBezTo>
                  <a:cubicBezTo>
                    <a:pt x="383" y="91"/>
                    <a:pt x="383" y="92"/>
                    <a:pt x="383" y="93"/>
                  </a:cubicBezTo>
                  <a:cubicBezTo>
                    <a:pt x="383" y="93"/>
                    <a:pt x="384" y="94"/>
                    <a:pt x="384" y="95"/>
                  </a:cubicBezTo>
                  <a:cubicBezTo>
                    <a:pt x="384" y="95"/>
                    <a:pt x="383" y="96"/>
                    <a:pt x="383" y="96"/>
                  </a:cubicBezTo>
                  <a:cubicBezTo>
                    <a:pt x="382" y="97"/>
                    <a:pt x="383" y="98"/>
                    <a:pt x="383" y="99"/>
                  </a:cubicBezTo>
                  <a:cubicBezTo>
                    <a:pt x="383" y="99"/>
                    <a:pt x="383" y="100"/>
                    <a:pt x="384" y="100"/>
                  </a:cubicBezTo>
                  <a:cubicBezTo>
                    <a:pt x="384" y="101"/>
                    <a:pt x="385" y="101"/>
                    <a:pt x="385" y="102"/>
                  </a:cubicBezTo>
                  <a:cubicBezTo>
                    <a:pt x="386" y="102"/>
                    <a:pt x="386" y="103"/>
                    <a:pt x="386" y="103"/>
                  </a:cubicBezTo>
                  <a:cubicBezTo>
                    <a:pt x="386" y="103"/>
                    <a:pt x="386" y="104"/>
                    <a:pt x="386" y="104"/>
                  </a:cubicBezTo>
                  <a:cubicBezTo>
                    <a:pt x="386" y="105"/>
                    <a:pt x="385" y="105"/>
                    <a:pt x="385" y="105"/>
                  </a:cubicBezTo>
                  <a:cubicBezTo>
                    <a:pt x="384" y="105"/>
                    <a:pt x="384" y="105"/>
                    <a:pt x="384" y="106"/>
                  </a:cubicBezTo>
                  <a:cubicBezTo>
                    <a:pt x="384" y="106"/>
                    <a:pt x="383" y="105"/>
                    <a:pt x="382" y="105"/>
                  </a:cubicBezTo>
                  <a:cubicBezTo>
                    <a:pt x="381" y="105"/>
                    <a:pt x="382" y="106"/>
                    <a:pt x="382" y="107"/>
                  </a:cubicBezTo>
                  <a:cubicBezTo>
                    <a:pt x="382" y="108"/>
                    <a:pt x="381" y="108"/>
                    <a:pt x="381" y="109"/>
                  </a:cubicBezTo>
                  <a:cubicBezTo>
                    <a:pt x="380" y="109"/>
                    <a:pt x="381" y="110"/>
                    <a:pt x="381" y="111"/>
                  </a:cubicBezTo>
                  <a:cubicBezTo>
                    <a:pt x="380" y="111"/>
                    <a:pt x="380" y="112"/>
                    <a:pt x="380" y="112"/>
                  </a:cubicBezTo>
                  <a:cubicBezTo>
                    <a:pt x="380" y="113"/>
                    <a:pt x="380" y="114"/>
                    <a:pt x="380" y="114"/>
                  </a:cubicBezTo>
                  <a:cubicBezTo>
                    <a:pt x="380" y="115"/>
                    <a:pt x="379" y="115"/>
                    <a:pt x="379" y="115"/>
                  </a:cubicBezTo>
                  <a:cubicBezTo>
                    <a:pt x="379" y="116"/>
                    <a:pt x="379" y="116"/>
                    <a:pt x="379" y="117"/>
                  </a:cubicBezTo>
                  <a:cubicBezTo>
                    <a:pt x="378" y="117"/>
                    <a:pt x="378" y="117"/>
                    <a:pt x="378" y="117"/>
                  </a:cubicBezTo>
                  <a:cubicBezTo>
                    <a:pt x="378" y="117"/>
                    <a:pt x="378" y="118"/>
                    <a:pt x="378" y="118"/>
                  </a:cubicBezTo>
                  <a:cubicBezTo>
                    <a:pt x="377" y="118"/>
                    <a:pt x="377" y="119"/>
                    <a:pt x="377" y="119"/>
                  </a:cubicBezTo>
                  <a:cubicBezTo>
                    <a:pt x="376" y="120"/>
                    <a:pt x="377" y="120"/>
                    <a:pt x="377" y="121"/>
                  </a:cubicBezTo>
                  <a:cubicBezTo>
                    <a:pt x="377" y="121"/>
                    <a:pt x="376" y="122"/>
                    <a:pt x="376" y="122"/>
                  </a:cubicBezTo>
                  <a:cubicBezTo>
                    <a:pt x="376" y="123"/>
                    <a:pt x="377" y="124"/>
                    <a:pt x="377" y="125"/>
                  </a:cubicBezTo>
                  <a:cubicBezTo>
                    <a:pt x="376" y="125"/>
                    <a:pt x="377" y="126"/>
                    <a:pt x="377" y="127"/>
                  </a:cubicBezTo>
                  <a:cubicBezTo>
                    <a:pt x="377" y="127"/>
                    <a:pt x="376" y="127"/>
                    <a:pt x="376" y="127"/>
                  </a:cubicBezTo>
                  <a:cubicBezTo>
                    <a:pt x="376" y="128"/>
                    <a:pt x="375" y="128"/>
                    <a:pt x="375" y="128"/>
                  </a:cubicBezTo>
                  <a:cubicBezTo>
                    <a:pt x="375" y="128"/>
                    <a:pt x="376" y="129"/>
                    <a:pt x="375" y="129"/>
                  </a:cubicBezTo>
                  <a:cubicBezTo>
                    <a:pt x="375" y="129"/>
                    <a:pt x="375" y="129"/>
                    <a:pt x="375" y="129"/>
                  </a:cubicBezTo>
                  <a:cubicBezTo>
                    <a:pt x="375" y="130"/>
                    <a:pt x="376" y="131"/>
                    <a:pt x="376" y="131"/>
                  </a:cubicBezTo>
                  <a:cubicBezTo>
                    <a:pt x="376" y="132"/>
                    <a:pt x="376" y="133"/>
                    <a:pt x="377" y="133"/>
                  </a:cubicBezTo>
                  <a:cubicBezTo>
                    <a:pt x="377" y="134"/>
                    <a:pt x="377" y="135"/>
                    <a:pt x="377" y="135"/>
                  </a:cubicBezTo>
                  <a:cubicBezTo>
                    <a:pt x="378" y="136"/>
                    <a:pt x="378" y="137"/>
                    <a:pt x="377" y="138"/>
                  </a:cubicBezTo>
                  <a:cubicBezTo>
                    <a:pt x="377" y="138"/>
                    <a:pt x="378" y="138"/>
                    <a:pt x="379" y="138"/>
                  </a:cubicBezTo>
                  <a:cubicBezTo>
                    <a:pt x="379" y="139"/>
                    <a:pt x="379" y="139"/>
                    <a:pt x="379" y="140"/>
                  </a:cubicBezTo>
                  <a:cubicBezTo>
                    <a:pt x="379" y="140"/>
                    <a:pt x="379" y="141"/>
                    <a:pt x="378" y="141"/>
                  </a:cubicBezTo>
                  <a:cubicBezTo>
                    <a:pt x="378" y="141"/>
                    <a:pt x="376" y="141"/>
                    <a:pt x="376" y="141"/>
                  </a:cubicBezTo>
                  <a:cubicBezTo>
                    <a:pt x="377" y="142"/>
                    <a:pt x="377" y="142"/>
                    <a:pt x="376" y="142"/>
                  </a:cubicBezTo>
                  <a:cubicBezTo>
                    <a:pt x="376" y="143"/>
                    <a:pt x="376" y="143"/>
                    <a:pt x="376" y="144"/>
                  </a:cubicBezTo>
                  <a:cubicBezTo>
                    <a:pt x="376" y="144"/>
                    <a:pt x="376" y="145"/>
                    <a:pt x="376" y="145"/>
                  </a:cubicBezTo>
                  <a:cubicBezTo>
                    <a:pt x="376" y="146"/>
                    <a:pt x="376" y="146"/>
                    <a:pt x="376" y="147"/>
                  </a:cubicBezTo>
                  <a:cubicBezTo>
                    <a:pt x="376" y="147"/>
                    <a:pt x="377" y="148"/>
                    <a:pt x="377" y="148"/>
                  </a:cubicBezTo>
                  <a:cubicBezTo>
                    <a:pt x="376" y="148"/>
                    <a:pt x="376" y="149"/>
                    <a:pt x="376" y="149"/>
                  </a:cubicBezTo>
                  <a:cubicBezTo>
                    <a:pt x="376" y="149"/>
                    <a:pt x="376" y="150"/>
                    <a:pt x="376" y="150"/>
                  </a:cubicBezTo>
                  <a:cubicBezTo>
                    <a:pt x="376" y="150"/>
                    <a:pt x="376" y="149"/>
                    <a:pt x="375" y="149"/>
                  </a:cubicBezTo>
                  <a:cubicBezTo>
                    <a:pt x="375" y="149"/>
                    <a:pt x="375" y="150"/>
                    <a:pt x="375" y="152"/>
                  </a:cubicBezTo>
                  <a:cubicBezTo>
                    <a:pt x="375" y="153"/>
                    <a:pt x="375" y="154"/>
                    <a:pt x="375" y="154"/>
                  </a:cubicBezTo>
                  <a:cubicBezTo>
                    <a:pt x="376" y="155"/>
                    <a:pt x="376" y="155"/>
                    <a:pt x="377" y="156"/>
                  </a:cubicBezTo>
                  <a:cubicBezTo>
                    <a:pt x="377" y="156"/>
                    <a:pt x="377" y="158"/>
                    <a:pt x="378" y="158"/>
                  </a:cubicBezTo>
                  <a:cubicBezTo>
                    <a:pt x="379" y="158"/>
                    <a:pt x="380" y="158"/>
                    <a:pt x="380" y="159"/>
                  </a:cubicBezTo>
                  <a:cubicBezTo>
                    <a:pt x="379" y="160"/>
                    <a:pt x="379" y="159"/>
                    <a:pt x="379" y="159"/>
                  </a:cubicBezTo>
                  <a:cubicBezTo>
                    <a:pt x="378" y="159"/>
                    <a:pt x="379" y="160"/>
                    <a:pt x="379" y="161"/>
                  </a:cubicBezTo>
                  <a:cubicBezTo>
                    <a:pt x="379" y="161"/>
                    <a:pt x="380" y="162"/>
                    <a:pt x="380" y="162"/>
                  </a:cubicBezTo>
                  <a:cubicBezTo>
                    <a:pt x="381" y="163"/>
                    <a:pt x="381" y="163"/>
                    <a:pt x="381" y="163"/>
                  </a:cubicBezTo>
                  <a:cubicBezTo>
                    <a:pt x="381" y="164"/>
                    <a:pt x="382" y="164"/>
                    <a:pt x="382" y="165"/>
                  </a:cubicBezTo>
                  <a:cubicBezTo>
                    <a:pt x="382" y="165"/>
                    <a:pt x="382" y="165"/>
                    <a:pt x="382" y="165"/>
                  </a:cubicBezTo>
                  <a:cubicBezTo>
                    <a:pt x="382" y="165"/>
                    <a:pt x="382" y="165"/>
                    <a:pt x="382" y="166"/>
                  </a:cubicBezTo>
                  <a:cubicBezTo>
                    <a:pt x="382" y="166"/>
                    <a:pt x="382" y="167"/>
                    <a:pt x="383" y="168"/>
                  </a:cubicBezTo>
                  <a:cubicBezTo>
                    <a:pt x="383" y="168"/>
                    <a:pt x="384" y="168"/>
                    <a:pt x="384" y="169"/>
                  </a:cubicBezTo>
                  <a:cubicBezTo>
                    <a:pt x="384" y="169"/>
                    <a:pt x="384" y="169"/>
                    <a:pt x="384" y="170"/>
                  </a:cubicBezTo>
                  <a:cubicBezTo>
                    <a:pt x="384" y="170"/>
                    <a:pt x="384" y="170"/>
                    <a:pt x="384" y="170"/>
                  </a:cubicBezTo>
                  <a:cubicBezTo>
                    <a:pt x="384" y="171"/>
                    <a:pt x="384" y="171"/>
                    <a:pt x="384" y="171"/>
                  </a:cubicBezTo>
                  <a:cubicBezTo>
                    <a:pt x="384" y="171"/>
                    <a:pt x="384" y="171"/>
                    <a:pt x="384" y="172"/>
                  </a:cubicBezTo>
                  <a:cubicBezTo>
                    <a:pt x="384" y="172"/>
                    <a:pt x="385" y="173"/>
                    <a:pt x="385" y="173"/>
                  </a:cubicBezTo>
                  <a:cubicBezTo>
                    <a:pt x="386" y="173"/>
                    <a:pt x="386" y="172"/>
                    <a:pt x="386" y="173"/>
                  </a:cubicBezTo>
                  <a:cubicBezTo>
                    <a:pt x="387" y="173"/>
                    <a:pt x="388" y="173"/>
                    <a:pt x="388" y="174"/>
                  </a:cubicBezTo>
                  <a:cubicBezTo>
                    <a:pt x="388" y="175"/>
                    <a:pt x="387" y="175"/>
                    <a:pt x="387" y="176"/>
                  </a:cubicBezTo>
                  <a:cubicBezTo>
                    <a:pt x="387" y="176"/>
                    <a:pt x="387" y="177"/>
                    <a:pt x="388" y="177"/>
                  </a:cubicBezTo>
                  <a:cubicBezTo>
                    <a:pt x="388" y="177"/>
                    <a:pt x="388" y="178"/>
                    <a:pt x="388" y="178"/>
                  </a:cubicBezTo>
                  <a:cubicBezTo>
                    <a:pt x="388" y="178"/>
                    <a:pt x="388" y="178"/>
                    <a:pt x="388" y="179"/>
                  </a:cubicBezTo>
                  <a:cubicBezTo>
                    <a:pt x="388" y="179"/>
                    <a:pt x="388" y="179"/>
                    <a:pt x="388" y="179"/>
                  </a:cubicBezTo>
                  <a:cubicBezTo>
                    <a:pt x="388" y="179"/>
                    <a:pt x="388" y="180"/>
                    <a:pt x="388" y="180"/>
                  </a:cubicBezTo>
                  <a:cubicBezTo>
                    <a:pt x="388" y="180"/>
                    <a:pt x="388" y="180"/>
                    <a:pt x="389" y="181"/>
                  </a:cubicBezTo>
                  <a:cubicBezTo>
                    <a:pt x="389" y="181"/>
                    <a:pt x="389" y="182"/>
                    <a:pt x="389" y="182"/>
                  </a:cubicBezTo>
                  <a:cubicBezTo>
                    <a:pt x="389" y="183"/>
                    <a:pt x="389" y="183"/>
                    <a:pt x="390" y="183"/>
                  </a:cubicBezTo>
                  <a:cubicBezTo>
                    <a:pt x="390" y="185"/>
                    <a:pt x="387" y="183"/>
                    <a:pt x="388" y="185"/>
                  </a:cubicBezTo>
                  <a:cubicBezTo>
                    <a:pt x="388" y="185"/>
                    <a:pt x="388" y="185"/>
                    <a:pt x="388" y="186"/>
                  </a:cubicBezTo>
                  <a:cubicBezTo>
                    <a:pt x="388" y="186"/>
                    <a:pt x="387" y="187"/>
                    <a:pt x="387" y="187"/>
                  </a:cubicBezTo>
                  <a:cubicBezTo>
                    <a:pt x="387" y="188"/>
                    <a:pt x="387" y="189"/>
                    <a:pt x="387" y="189"/>
                  </a:cubicBezTo>
                  <a:cubicBezTo>
                    <a:pt x="387" y="189"/>
                    <a:pt x="387" y="189"/>
                    <a:pt x="387" y="189"/>
                  </a:cubicBezTo>
                  <a:cubicBezTo>
                    <a:pt x="387" y="189"/>
                    <a:pt x="387" y="190"/>
                    <a:pt x="387" y="190"/>
                  </a:cubicBezTo>
                  <a:cubicBezTo>
                    <a:pt x="387" y="191"/>
                    <a:pt x="387" y="192"/>
                    <a:pt x="387" y="193"/>
                  </a:cubicBezTo>
                  <a:cubicBezTo>
                    <a:pt x="387" y="193"/>
                    <a:pt x="388" y="194"/>
                    <a:pt x="387" y="194"/>
                  </a:cubicBezTo>
                  <a:cubicBezTo>
                    <a:pt x="387" y="194"/>
                    <a:pt x="385" y="195"/>
                    <a:pt x="386" y="195"/>
                  </a:cubicBezTo>
                  <a:cubicBezTo>
                    <a:pt x="387" y="195"/>
                    <a:pt x="388" y="195"/>
                    <a:pt x="387" y="196"/>
                  </a:cubicBezTo>
                  <a:cubicBezTo>
                    <a:pt x="387" y="196"/>
                    <a:pt x="388" y="197"/>
                    <a:pt x="388" y="198"/>
                  </a:cubicBezTo>
                  <a:cubicBezTo>
                    <a:pt x="388" y="199"/>
                    <a:pt x="389" y="199"/>
                    <a:pt x="389" y="200"/>
                  </a:cubicBezTo>
                  <a:cubicBezTo>
                    <a:pt x="390" y="201"/>
                    <a:pt x="389" y="201"/>
                    <a:pt x="389" y="201"/>
                  </a:cubicBezTo>
                  <a:cubicBezTo>
                    <a:pt x="389" y="202"/>
                    <a:pt x="390" y="202"/>
                    <a:pt x="390" y="202"/>
                  </a:cubicBezTo>
                  <a:cubicBezTo>
                    <a:pt x="390" y="202"/>
                    <a:pt x="390" y="203"/>
                    <a:pt x="390" y="203"/>
                  </a:cubicBezTo>
                  <a:cubicBezTo>
                    <a:pt x="390" y="203"/>
                    <a:pt x="390" y="204"/>
                    <a:pt x="390" y="205"/>
                  </a:cubicBezTo>
                  <a:cubicBezTo>
                    <a:pt x="389" y="205"/>
                    <a:pt x="389" y="204"/>
                    <a:pt x="389" y="205"/>
                  </a:cubicBezTo>
                  <a:cubicBezTo>
                    <a:pt x="388" y="205"/>
                    <a:pt x="388" y="206"/>
                    <a:pt x="388" y="207"/>
                  </a:cubicBezTo>
                  <a:cubicBezTo>
                    <a:pt x="389" y="209"/>
                    <a:pt x="386" y="207"/>
                    <a:pt x="386" y="208"/>
                  </a:cubicBezTo>
                  <a:cubicBezTo>
                    <a:pt x="387" y="209"/>
                    <a:pt x="386" y="208"/>
                    <a:pt x="385" y="208"/>
                  </a:cubicBezTo>
                  <a:cubicBezTo>
                    <a:pt x="385" y="209"/>
                    <a:pt x="386" y="210"/>
                    <a:pt x="386" y="211"/>
                  </a:cubicBezTo>
                  <a:cubicBezTo>
                    <a:pt x="386" y="211"/>
                    <a:pt x="385" y="210"/>
                    <a:pt x="385" y="211"/>
                  </a:cubicBezTo>
                  <a:cubicBezTo>
                    <a:pt x="385" y="211"/>
                    <a:pt x="385" y="212"/>
                    <a:pt x="385" y="212"/>
                  </a:cubicBezTo>
                  <a:cubicBezTo>
                    <a:pt x="385" y="212"/>
                    <a:pt x="387" y="214"/>
                    <a:pt x="386" y="214"/>
                  </a:cubicBezTo>
                  <a:cubicBezTo>
                    <a:pt x="386" y="214"/>
                    <a:pt x="386" y="214"/>
                    <a:pt x="386" y="214"/>
                  </a:cubicBezTo>
                  <a:cubicBezTo>
                    <a:pt x="386" y="214"/>
                    <a:pt x="386" y="215"/>
                    <a:pt x="387" y="215"/>
                  </a:cubicBezTo>
                  <a:cubicBezTo>
                    <a:pt x="387" y="215"/>
                    <a:pt x="387" y="215"/>
                    <a:pt x="387" y="216"/>
                  </a:cubicBezTo>
                  <a:cubicBezTo>
                    <a:pt x="387" y="216"/>
                    <a:pt x="387" y="217"/>
                    <a:pt x="387" y="217"/>
                  </a:cubicBezTo>
                  <a:cubicBezTo>
                    <a:pt x="387" y="218"/>
                    <a:pt x="388" y="218"/>
                    <a:pt x="388" y="219"/>
                  </a:cubicBezTo>
                  <a:cubicBezTo>
                    <a:pt x="388" y="219"/>
                    <a:pt x="388" y="220"/>
                    <a:pt x="388" y="220"/>
                  </a:cubicBezTo>
                  <a:cubicBezTo>
                    <a:pt x="388" y="221"/>
                    <a:pt x="388" y="221"/>
                    <a:pt x="388" y="222"/>
                  </a:cubicBezTo>
                  <a:cubicBezTo>
                    <a:pt x="389" y="223"/>
                    <a:pt x="389" y="223"/>
                    <a:pt x="390" y="224"/>
                  </a:cubicBezTo>
                  <a:cubicBezTo>
                    <a:pt x="390" y="224"/>
                    <a:pt x="391" y="225"/>
                    <a:pt x="391" y="226"/>
                  </a:cubicBezTo>
                  <a:cubicBezTo>
                    <a:pt x="391" y="227"/>
                    <a:pt x="392" y="229"/>
                    <a:pt x="393" y="230"/>
                  </a:cubicBezTo>
                  <a:cubicBezTo>
                    <a:pt x="393" y="230"/>
                    <a:pt x="394" y="230"/>
                    <a:pt x="394" y="231"/>
                  </a:cubicBezTo>
                  <a:cubicBezTo>
                    <a:pt x="394" y="231"/>
                    <a:pt x="394" y="232"/>
                    <a:pt x="394" y="232"/>
                  </a:cubicBezTo>
                  <a:cubicBezTo>
                    <a:pt x="394" y="233"/>
                    <a:pt x="394" y="233"/>
                    <a:pt x="393" y="233"/>
                  </a:cubicBezTo>
                  <a:cubicBezTo>
                    <a:pt x="393" y="233"/>
                    <a:pt x="392" y="234"/>
                    <a:pt x="392" y="234"/>
                  </a:cubicBezTo>
                  <a:cubicBezTo>
                    <a:pt x="390" y="235"/>
                    <a:pt x="390" y="236"/>
                    <a:pt x="391" y="237"/>
                  </a:cubicBezTo>
                  <a:cubicBezTo>
                    <a:pt x="391" y="238"/>
                    <a:pt x="392" y="239"/>
                    <a:pt x="392" y="239"/>
                  </a:cubicBezTo>
                  <a:cubicBezTo>
                    <a:pt x="392" y="240"/>
                    <a:pt x="392" y="240"/>
                    <a:pt x="392" y="240"/>
                  </a:cubicBezTo>
                  <a:cubicBezTo>
                    <a:pt x="392" y="241"/>
                    <a:pt x="391" y="242"/>
                    <a:pt x="392" y="242"/>
                  </a:cubicBezTo>
                  <a:cubicBezTo>
                    <a:pt x="392" y="242"/>
                    <a:pt x="392" y="243"/>
                    <a:pt x="391" y="243"/>
                  </a:cubicBezTo>
                  <a:cubicBezTo>
                    <a:pt x="391" y="243"/>
                    <a:pt x="391" y="242"/>
                    <a:pt x="390" y="242"/>
                  </a:cubicBezTo>
                  <a:cubicBezTo>
                    <a:pt x="390" y="242"/>
                    <a:pt x="390" y="243"/>
                    <a:pt x="390" y="243"/>
                  </a:cubicBezTo>
                  <a:cubicBezTo>
                    <a:pt x="391" y="244"/>
                    <a:pt x="391" y="244"/>
                    <a:pt x="391" y="245"/>
                  </a:cubicBezTo>
                  <a:cubicBezTo>
                    <a:pt x="391" y="245"/>
                    <a:pt x="392" y="245"/>
                    <a:pt x="392" y="246"/>
                  </a:cubicBezTo>
                  <a:cubicBezTo>
                    <a:pt x="392" y="246"/>
                    <a:pt x="392" y="246"/>
                    <a:pt x="392" y="247"/>
                  </a:cubicBezTo>
                  <a:cubicBezTo>
                    <a:pt x="392" y="247"/>
                    <a:pt x="392" y="248"/>
                    <a:pt x="392" y="248"/>
                  </a:cubicBezTo>
                  <a:cubicBezTo>
                    <a:pt x="392" y="248"/>
                    <a:pt x="391" y="247"/>
                    <a:pt x="391" y="248"/>
                  </a:cubicBezTo>
                  <a:cubicBezTo>
                    <a:pt x="391" y="248"/>
                    <a:pt x="391" y="249"/>
                    <a:pt x="392" y="249"/>
                  </a:cubicBezTo>
                  <a:cubicBezTo>
                    <a:pt x="392" y="250"/>
                    <a:pt x="392" y="250"/>
                    <a:pt x="392" y="250"/>
                  </a:cubicBezTo>
                  <a:cubicBezTo>
                    <a:pt x="393" y="250"/>
                    <a:pt x="392" y="249"/>
                    <a:pt x="393" y="250"/>
                  </a:cubicBezTo>
                  <a:cubicBezTo>
                    <a:pt x="393" y="250"/>
                    <a:pt x="393" y="251"/>
                    <a:pt x="393" y="251"/>
                  </a:cubicBezTo>
                  <a:cubicBezTo>
                    <a:pt x="393" y="251"/>
                    <a:pt x="392" y="251"/>
                    <a:pt x="392" y="252"/>
                  </a:cubicBezTo>
                  <a:cubicBezTo>
                    <a:pt x="392" y="252"/>
                    <a:pt x="393" y="253"/>
                    <a:pt x="393" y="254"/>
                  </a:cubicBezTo>
                  <a:cubicBezTo>
                    <a:pt x="392" y="255"/>
                    <a:pt x="392" y="254"/>
                    <a:pt x="393" y="255"/>
                  </a:cubicBezTo>
                  <a:cubicBezTo>
                    <a:pt x="393" y="257"/>
                    <a:pt x="395" y="258"/>
                    <a:pt x="394" y="259"/>
                  </a:cubicBezTo>
                  <a:cubicBezTo>
                    <a:pt x="394" y="260"/>
                    <a:pt x="395" y="260"/>
                    <a:pt x="395" y="261"/>
                  </a:cubicBezTo>
                  <a:cubicBezTo>
                    <a:pt x="395" y="262"/>
                    <a:pt x="395" y="262"/>
                    <a:pt x="396" y="263"/>
                  </a:cubicBezTo>
                  <a:cubicBezTo>
                    <a:pt x="396" y="264"/>
                    <a:pt x="397" y="264"/>
                    <a:pt x="396" y="264"/>
                  </a:cubicBezTo>
                  <a:cubicBezTo>
                    <a:pt x="396" y="265"/>
                    <a:pt x="396" y="265"/>
                    <a:pt x="397" y="265"/>
                  </a:cubicBezTo>
                  <a:cubicBezTo>
                    <a:pt x="397" y="267"/>
                    <a:pt x="398" y="268"/>
                    <a:pt x="399" y="269"/>
                  </a:cubicBezTo>
                  <a:cubicBezTo>
                    <a:pt x="399" y="269"/>
                    <a:pt x="399" y="270"/>
                    <a:pt x="399" y="270"/>
                  </a:cubicBezTo>
                  <a:cubicBezTo>
                    <a:pt x="398" y="270"/>
                    <a:pt x="398" y="270"/>
                    <a:pt x="398" y="270"/>
                  </a:cubicBezTo>
                  <a:cubicBezTo>
                    <a:pt x="398" y="270"/>
                    <a:pt x="398" y="270"/>
                    <a:pt x="398" y="270"/>
                  </a:cubicBezTo>
                  <a:cubicBezTo>
                    <a:pt x="397" y="270"/>
                    <a:pt x="397" y="270"/>
                    <a:pt x="397" y="271"/>
                  </a:cubicBezTo>
                  <a:cubicBezTo>
                    <a:pt x="397" y="271"/>
                    <a:pt x="397" y="271"/>
                    <a:pt x="397" y="272"/>
                  </a:cubicBezTo>
                  <a:cubicBezTo>
                    <a:pt x="397" y="272"/>
                    <a:pt x="397" y="272"/>
                    <a:pt x="397" y="272"/>
                  </a:cubicBezTo>
                  <a:cubicBezTo>
                    <a:pt x="398" y="272"/>
                    <a:pt x="398" y="273"/>
                    <a:pt x="398" y="274"/>
                  </a:cubicBezTo>
                  <a:cubicBezTo>
                    <a:pt x="398" y="274"/>
                    <a:pt x="398" y="274"/>
                    <a:pt x="398" y="275"/>
                  </a:cubicBezTo>
                  <a:cubicBezTo>
                    <a:pt x="398" y="275"/>
                    <a:pt x="398" y="276"/>
                    <a:pt x="399" y="276"/>
                  </a:cubicBezTo>
                  <a:cubicBezTo>
                    <a:pt x="399" y="277"/>
                    <a:pt x="399" y="278"/>
                    <a:pt x="399" y="279"/>
                  </a:cubicBezTo>
                  <a:cubicBezTo>
                    <a:pt x="400" y="281"/>
                    <a:pt x="402" y="280"/>
                    <a:pt x="403" y="281"/>
                  </a:cubicBezTo>
                  <a:cubicBezTo>
                    <a:pt x="404" y="281"/>
                    <a:pt x="404" y="282"/>
                    <a:pt x="404" y="282"/>
                  </a:cubicBezTo>
                  <a:cubicBezTo>
                    <a:pt x="404" y="283"/>
                    <a:pt x="403" y="283"/>
                    <a:pt x="403" y="283"/>
                  </a:cubicBezTo>
                  <a:cubicBezTo>
                    <a:pt x="402" y="284"/>
                    <a:pt x="404" y="284"/>
                    <a:pt x="404" y="285"/>
                  </a:cubicBezTo>
                  <a:cubicBezTo>
                    <a:pt x="404" y="285"/>
                    <a:pt x="406" y="286"/>
                    <a:pt x="406" y="287"/>
                  </a:cubicBezTo>
                  <a:cubicBezTo>
                    <a:pt x="406" y="287"/>
                    <a:pt x="406" y="287"/>
                    <a:pt x="405" y="287"/>
                  </a:cubicBezTo>
                  <a:cubicBezTo>
                    <a:pt x="405" y="288"/>
                    <a:pt x="406" y="288"/>
                    <a:pt x="406" y="288"/>
                  </a:cubicBezTo>
                  <a:cubicBezTo>
                    <a:pt x="406" y="289"/>
                    <a:pt x="407" y="289"/>
                    <a:pt x="407" y="289"/>
                  </a:cubicBezTo>
                  <a:cubicBezTo>
                    <a:pt x="408" y="290"/>
                    <a:pt x="408" y="290"/>
                    <a:pt x="407" y="291"/>
                  </a:cubicBezTo>
                  <a:cubicBezTo>
                    <a:pt x="407" y="291"/>
                    <a:pt x="406" y="291"/>
                    <a:pt x="407" y="292"/>
                  </a:cubicBezTo>
                  <a:cubicBezTo>
                    <a:pt x="407" y="292"/>
                    <a:pt x="407" y="292"/>
                    <a:pt x="407" y="292"/>
                  </a:cubicBezTo>
                  <a:cubicBezTo>
                    <a:pt x="408" y="293"/>
                    <a:pt x="407" y="293"/>
                    <a:pt x="408" y="293"/>
                  </a:cubicBezTo>
                  <a:cubicBezTo>
                    <a:pt x="408" y="294"/>
                    <a:pt x="408" y="294"/>
                    <a:pt x="408" y="294"/>
                  </a:cubicBezTo>
                  <a:cubicBezTo>
                    <a:pt x="407" y="295"/>
                    <a:pt x="409" y="294"/>
                    <a:pt x="409" y="294"/>
                  </a:cubicBezTo>
                  <a:cubicBezTo>
                    <a:pt x="409" y="294"/>
                    <a:pt x="410" y="295"/>
                    <a:pt x="411" y="295"/>
                  </a:cubicBezTo>
                  <a:cubicBezTo>
                    <a:pt x="412" y="295"/>
                    <a:pt x="412" y="295"/>
                    <a:pt x="413" y="295"/>
                  </a:cubicBezTo>
                  <a:cubicBezTo>
                    <a:pt x="414" y="295"/>
                    <a:pt x="414" y="295"/>
                    <a:pt x="414" y="296"/>
                  </a:cubicBezTo>
                  <a:cubicBezTo>
                    <a:pt x="415" y="296"/>
                    <a:pt x="415" y="296"/>
                    <a:pt x="415" y="296"/>
                  </a:cubicBezTo>
                  <a:cubicBezTo>
                    <a:pt x="415" y="297"/>
                    <a:pt x="415" y="296"/>
                    <a:pt x="414" y="297"/>
                  </a:cubicBezTo>
                  <a:cubicBezTo>
                    <a:pt x="414" y="297"/>
                    <a:pt x="416" y="299"/>
                    <a:pt x="414" y="299"/>
                  </a:cubicBezTo>
                  <a:cubicBezTo>
                    <a:pt x="413" y="299"/>
                    <a:pt x="413" y="298"/>
                    <a:pt x="412" y="298"/>
                  </a:cubicBezTo>
                  <a:cubicBezTo>
                    <a:pt x="412" y="298"/>
                    <a:pt x="411" y="299"/>
                    <a:pt x="411" y="299"/>
                  </a:cubicBezTo>
                  <a:cubicBezTo>
                    <a:pt x="411" y="299"/>
                    <a:pt x="410" y="298"/>
                    <a:pt x="410" y="298"/>
                  </a:cubicBezTo>
                  <a:cubicBezTo>
                    <a:pt x="409" y="299"/>
                    <a:pt x="409" y="299"/>
                    <a:pt x="409" y="299"/>
                  </a:cubicBezTo>
                  <a:cubicBezTo>
                    <a:pt x="408" y="299"/>
                    <a:pt x="408" y="298"/>
                    <a:pt x="407" y="299"/>
                  </a:cubicBezTo>
                  <a:cubicBezTo>
                    <a:pt x="407" y="300"/>
                    <a:pt x="409" y="300"/>
                    <a:pt x="410" y="300"/>
                  </a:cubicBezTo>
                  <a:cubicBezTo>
                    <a:pt x="410" y="300"/>
                    <a:pt x="410" y="300"/>
                    <a:pt x="411" y="300"/>
                  </a:cubicBezTo>
                  <a:cubicBezTo>
                    <a:pt x="411" y="300"/>
                    <a:pt x="411" y="301"/>
                    <a:pt x="412" y="301"/>
                  </a:cubicBezTo>
                  <a:cubicBezTo>
                    <a:pt x="413" y="301"/>
                    <a:pt x="413" y="301"/>
                    <a:pt x="414" y="302"/>
                  </a:cubicBezTo>
                  <a:cubicBezTo>
                    <a:pt x="414" y="302"/>
                    <a:pt x="414" y="303"/>
                    <a:pt x="415" y="303"/>
                  </a:cubicBezTo>
                  <a:cubicBezTo>
                    <a:pt x="416" y="303"/>
                    <a:pt x="417" y="304"/>
                    <a:pt x="416" y="305"/>
                  </a:cubicBezTo>
                  <a:cubicBezTo>
                    <a:pt x="416" y="305"/>
                    <a:pt x="415" y="305"/>
                    <a:pt x="415" y="306"/>
                  </a:cubicBezTo>
                  <a:cubicBezTo>
                    <a:pt x="415" y="306"/>
                    <a:pt x="416" y="306"/>
                    <a:pt x="416" y="307"/>
                  </a:cubicBezTo>
                  <a:cubicBezTo>
                    <a:pt x="415" y="307"/>
                    <a:pt x="413" y="306"/>
                    <a:pt x="414" y="307"/>
                  </a:cubicBezTo>
                  <a:cubicBezTo>
                    <a:pt x="414" y="308"/>
                    <a:pt x="414" y="308"/>
                    <a:pt x="414" y="309"/>
                  </a:cubicBezTo>
                  <a:cubicBezTo>
                    <a:pt x="414" y="309"/>
                    <a:pt x="415" y="309"/>
                    <a:pt x="415" y="310"/>
                  </a:cubicBezTo>
                  <a:cubicBezTo>
                    <a:pt x="415" y="310"/>
                    <a:pt x="416" y="310"/>
                    <a:pt x="416" y="311"/>
                  </a:cubicBezTo>
                  <a:cubicBezTo>
                    <a:pt x="417" y="311"/>
                    <a:pt x="416" y="312"/>
                    <a:pt x="416" y="313"/>
                  </a:cubicBezTo>
                  <a:cubicBezTo>
                    <a:pt x="416" y="313"/>
                    <a:pt x="416" y="313"/>
                    <a:pt x="415" y="313"/>
                  </a:cubicBezTo>
                  <a:cubicBezTo>
                    <a:pt x="415" y="313"/>
                    <a:pt x="416" y="314"/>
                    <a:pt x="416" y="314"/>
                  </a:cubicBezTo>
                  <a:cubicBezTo>
                    <a:pt x="416" y="314"/>
                    <a:pt x="417" y="315"/>
                    <a:pt x="417" y="315"/>
                  </a:cubicBezTo>
                  <a:cubicBezTo>
                    <a:pt x="417" y="316"/>
                    <a:pt x="418" y="316"/>
                    <a:pt x="418" y="317"/>
                  </a:cubicBezTo>
                  <a:cubicBezTo>
                    <a:pt x="419" y="318"/>
                    <a:pt x="419" y="318"/>
                    <a:pt x="419" y="319"/>
                  </a:cubicBezTo>
                  <a:cubicBezTo>
                    <a:pt x="419" y="319"/>
                    <a:pt x="419" y="320"/>
                    <a:pt x="418" y="320"/>
                  </a:cubicBezTo>
                  <a:cubicBezTo>
                    <a:pt x="418" y="321"/>
                    <a:pt x="418" y="320"/>
                    <a:pt x="418" y="321"/>
                  </a:cubicBezTo>
                  <a:cubicBezTo>
                    <a:pt x="418" y="321"/>
                    <a:pt x="418" y="322"/>
                    <a:pt x="418" y="322"/>
                  </a:cubicBezTo>
                  <a:cubicBezTo>
                    <a:pt x="419" y="323"/>
                    <a:pt x="418" y="323"/>
                    <a:pt x="418" y="323"/>
                  </a:cubicBezTo>
                  <a:cubicBezTo>
                    <a:pt x="418" y="324"/>
                    <a:pt x="419" y="324"/>
                    <a:pt x="420" y="324"/>
                  </a:cubicBezTo>
                  <a:cubicBezTo>
                    <a:pt x="420" y="325"/>
                    <a:pt x="419" y="325"/>
                    <a:pt x="419" y="325"/>
                  </a:cubicBezTo>
                  <a:cubicBezTo>
                    <a:pt x="418" y="325"/>
                    <a:pt x="418" y="325"/>
                    <a:pt x="419" y="325"/>
                  </a:cubicBezTo>
                  <a:cubicBezTo>
                    <a:pt x="419" y="325"/>
                    <a:pt x="419" y="326"/>
                    <a:pt x="418" y="326"/>
                  </a:cubicBezTo>
                  <a:cubicBezTo>
                    <a:pt x="418" y="326"/>
                    <a:pt x="418" y="327"/>
                    <a:pt x="418" y="327"/>
                  </a:cubicBezTo>
                  <a:cubicBezTo>
                    <a:pt x="418" y="327"/>
                    <a:pt x="417" y="327"/>
                    <a:pt x="417" y="327"/>
                  </a:cubicBezTo>
                  <a:cubicBezTo>
                    <a:pt x="416" y="328"/>
                    <a:pt x="418" y="328"/>
                    <a:pt x="418" y="329"/>
                  </a:cubicBezTo>
                  <a:cubicBezTo>
                    <a:pt x="418" y="330"/>
                    <a:pt x="416" y="332"/>
                    <a:pt x="418" y="333"/>
                  </a:cubicBezTo>
                  <a:cubicBezTo>
                    <a:pt x="419" y="333"/>
                    <a:pt x="419" y="334"/>
                    <a:pt x="420" y="334"/>
                  </a:cubicBezTo>
                  <a:cubicBezTo>
                    <a:pt x="420" y="335"/>
                    <a:pt x="421" y="336"/>
                    <a:pt x="421" y="337"/>
                  </a:cubicBezTo>
                  <a:cubicBezTo>
                    <a:pt x="421" y="337"/>
                    <a:pt x="421" y="337"/>
                    <a:pt x="421" y="337"/>
                  </a:cubicBezTo>
                  <a:cubicBezTo>
                    <a:pt x="421" y="338"/>
                    <a:pt x="420" y="338"/>
                    <a:pt x="420" y="338"/>
                  </a:cubicBezTo>
                  <a:cubicBezTo>
                    <a:pt x="419" y="338"/>
                    <a:pt x="420" y="339"/>
                    <a:pt x="420" y="340"/>
                  </a:cubicBezTo>
                  <a:cubicBezTo>
                    <a:pt x="421" y="340"/>
                    <a:pt x="421" y="341"/>
                    <a:pt x="421" y="342"/>
                  </a:cubicBezTo>
                  <a:cubicBezTo>
                    <a:pt x="420" y="343"/>
                    <a:pt x="420" y="343"/>
                    <a:pt x="419" y="343"/>
                  </a:cubicBezTo>
                  <a:cubicBezTo>
                    <a:pt x="418" y="344"/>
                    <a:pt x="418" y="345"/>
                    <a:pt x="418" y="346"/>
                  </a:cubicBezTo>
                  <a:cubicBezTo>
                    <a:pt x="418" y="347"/>
                    <a:pt x="418" y="347"/>
                    <a:pt x="419" y="347"/>
                  </a:cubicBezTo>
                  <a:cubicBezTo>
                    <a:pt x="419" y="347"/>
                    <a:pt x="419" y="347"/>
                    <a:pt x="418" y="347"/>
                  </a:cubicBezTo>
                  <a:cubicBezTo>
                    <a:pt x="418" y="347"/>
                    <a:pt x="418" y="347"/>
                    <a:pt x="417" y="347"/>
                  </a:cubicBezTo>
                  <a:cubicBezTo>
                    <a:pt x="417" y="347"/>
                    <a:pt x="416" y="347"/>
                    <a:pt x="416" y="348"/>
                  </a:cubicBezTo>
                  <a:cubicBezTo>
                    <a:pt x="417" y="348"/>
                    <a:pt x="416" y="349"/>
                    <a:pt x="416" y="350"/>
                  </a:cubicBezTo>
                  <a:cubicBezTo>
                    <a:pt x="416" y="350"/>
                    <a:pt x="417" y="350"/>
                    <a:pt x="417" y="350"/>
                  </a:cubicBezTo>
                  <a:cubicBezTo>
                    <a:pt x="417" y="351"/>
                    <a:pt x="417" y="351"/>
                    <a:pt x="417" y="351"/>
                  </a:cubicBezTo>
                  <a:cubicBezTo>
                    <a:pt x="417" y="352"/>
                    <a:pt x="418" y="352"/>
                    <a:pt x="418" y="352"/>
                  </a:cubicBezTo>
                  <a:cubicBezTo>
                    <a:pt x="418" y="353"/>
                    <a:pt x="418" y="353"/>
                    <a:pt x="418" y="353"/>
                  </a:cubicBezTo>
                  <a:cubicBezTo>
                    <a:pt x="418" y="354"/>
                    <a:pt x="419" y="354"/>
                    <a:pt x="419" y="355"/>
                  </a:cubicBezTo>
                  <a:cubicBezTo>
                    <a:pt x="419" y="356"/>
                    <a:pt x="419" y="356"/>
                    <a:pt x="420" y="356"/>
                  </a:cubicBezTo>
                  <a:cubicBezTo>
                    <a:pt x="421" y="357"/>
                    <a:pt x="421" y="357"/>
                    <a:pt x="422" y="357"/>
                  </a:cubicBezTo>
                  <a:cubicBezTo>
                    <a:pt x="423" y="358"/>
                    <a:pt x="423" y="360"/>
                    <a:pt x="424" y="361"/>
                  </a:cubicBezTo>
                  <a:cubicBezTo>
                    <a:pt x="425" y="362"/>
                    <a:pt x="426" y="364"/>
                    <a:pt x="427" y="363"/>
                  </a:cubicBezTo>
                  <a:cubicBezTo>
                    <a:pt x="427" y="362"/>
                    <a:pt x="427" y="362"/>
                    <a:pt x="428" y="361"/>
                  </a:cubicBezTo>
                  <a:cubicBezTo>
                    <a:pt x="429" y="361"/>
                    <a:pt x="429" y="362"/>
                    <a:pt x="430" y="362"/>
                  </a:cubicBezTo>
                  <a:cubicBezTo>
                    <a:pt x="430" y="362"/>
                    <a:pt x="430" y="361"/>
                    <a:pt x="430" y="361"/>
                  </a:cubicBezTo>
                  <a:cubicBezTo>
                    <a:pt x="431" y="361"/>
                    <a:pt x="431" y="361"/>
                    <a:pt x="432" y="361"/>
                  </a:cubicBezTo>
                  <a:cubicBezTo>
                    <a:pt x="432" y="362"/>
                    <a:pt x="432" y="362"/>
                    <a:pt x="432" y="362"/>
                  </a:cubicBezTo>
                  <a:cubicBezTo>
                    <a:pt x="433" y="363"/>
                    <a:pt x="434" y="363"/>
                    <a:pt x="434" y="364"/>
                  </a:cubicBezTo>
                  <a:cubicBezTo>
                    <a:pt x="434" y="364"/>
                    <a:pt x="434" y="365"/>
                    <a:pt x="434" y="365"/>
                  </a:cubicBezTo>
                  <a:cubicBezTo>
                    <a:pt x="434" y="366"/>
                    <a:pt x="434" y="366"/>
                    <a:pt x="434" y="366"/>
                  </a:cubicBezTo>
                  <a:cubicBezTo>
                    <a:pt x="434" y="367"/>
                    <a:pt x="436" y="367"/>
                    <a:pt x="436" y="368"/>
                  </a:cubicBezTo>
                  <a:cubicBezTo>
                    <a:pt x="435" y="369"/>
                    <a:pt x="436" y="370"/>
                    <a:pt x="436" y="370"/>
                  </a:cubicBezTo>
                  <a:cubicBezTo>
                    <a:pt x="436" y="371"/>
                    <a:pt x="436" y="371"/>
                    <a:pt x="436" y="371"/>
                  </a:cubicBezTo>
                  <a:cubicBezTo>
                    <a:pt x="436" y="372"/>
                    <a:pt x="437" y="371"/>
                    <a:pt x="437" y="372"/>
                  </a:cubicBezTo>
                  <a:cubicBezTo>
                    <a:pt x="438" y="372"/>
                    <a:pt x="438" y="373"/>
                    <a:pt x="439" y="373"/>
                  </a:cubicBezTo>
                  <a:cubicBezTo>
                    <a:pt x="440" y="373"/>
                    <a:pt x="441" y="374"/>
                    <a:pt x="442" y="375"/>
                  </a:cubicBezTo>
                  <a:cubicBezTo>
                    <a:pt x="442" y="376"/>
                    <a:pt x="443" y="376"/>
                    <a:pt x="443" y="376"/>
                  </a:cubicBezTo>
                  <a:cubicBezTo>
                    <a:pt x="445" y="376"/>
                    <a:pt x="446" y="376"/>
                    <a:pt x="447" y="376"/>
                  </a:cubicBezTo>
                  <a:cubicBezTo>
                    <a:pt x="450" y="376"/>
                    <a:pt x="453" y="376"/>
                    <a:pt x="455" y="376"/>
                  </a:cubicBezTo>
                  <a:cubicBezTo>
                    <a:pt x="457" y="376"/>
                    <a:pt x="458" y="376"/>
                    <a:pt x="459" y="376"/>
                  </a:cubicBezTo>
                  <a:cubicBezTo>
                    <a:pt x="460" y="376"/>
                    <a:pt x="461" y="377"/>
                    <a:pt x="462" y="377"/>
                  </a:cubicBezTo>
                  <a:cubicBezTo>
                    <a:pt x="464" y="377"/>
                    <a:pt x="465" y="377"/>
                    <a:pt x="466" y="377"/>
                  </a:cubicBezTo>
                  <a:cubicBezTo>
                    <a:pt x="467" y="378"/>
                    <a:pt x="468" y="378"/>
                    <a:pt x="469" y="379"/>
                  </a:cubicBezTo>
                  <a:cubicBezTo>
                    <a:pt x="470" y="379"/>
                    <a:pt x="473" y="379"/>
                    <a:pt x="473" y="380"/>
                  </a:cubicBezTo>
                  <a:cubicBezTo>
                    <a:pt x="473" y="380"/>
                    <a:pt x="473" y="379"/>
                    <a:pt x="472" y="379"/>
                  </a:cubicBezTo>
                  <a:cubicBezTo>
                    <a:pt x="471" y="379"/>
                    <a:pt x="471" y="379"/>
                    <a:pt x="470" y="379"/>
                  </a:cubicBezTo>
                  <a:cubicBezTo>
                    <a:pt x="469" y="379"/>
                    <a:pt x="468" y="378"/>
                    <a:pt x="466" y="378"/>
                  </a:cubicBezTo>
                  <a:cubicBezTo>
                    <a:pt x="466" y="378"/>
                    <a:pt x="465" y="378"/>
                    <a:pt x="464" y="379"/>
                  </a:cubicBezTo>
                  <a:cubicBezTo>
                    <a:pt x="464" y="379"/>
                    <a:pt x="464" y="379"/>
                    <a:pt x="464" y="380"/>
                  </a:cubicBezTo>
                  <a:cubicBezTo>
                    <a:pt x="464" y="380"/>
                    <a:pt x="464" y="380"/>
                    <a:pt x="464" y="380"/>
                  </a:cubicBezTo>
                  <a:cubicBezTo>
                    <a:pt x="464" y="380"/>
                    <a:pt x="464" y="381"/>
                    <a:pt x="464" y="381"/>
                  </a:cubicBezTo>
                  <a:cubicBezTo>
                    <a:pt x="463" y="382"/>
                    <a:pt x="463" y="381"/>
                    <a:pt x="462" y="381"/>
                  </a:cubicBezTo>
                  <a:cubicBezTo>
                    <a:pt x="461" y="381"/>
                    <a:pt x="461" y="382"/>
                    <a:pt x="460" y="382"/>
                  </a:cubicBezTo>
                  <a:cubicBezTo>
                    <a:pt x="459" y="382"/>
                    <a:pt x="460" y="383"/>
                    <a:pt x="459" y="383"/>
                  </a:cubicBezTo>
                  <a:cubicBezTo>
                    <a:pt x="459" y="383"/>
                    <a:pt x="458" y="383"/>
                    <a:pt x="458" y="383"/>
                  </a:cubicBezTo>
                  <a:cubicBezTo>
                    <a:pt x="457" y="383"/>
                    <a:pt x="458" y="383"/>
                    <a:pt x="457" y="383"/>
                  </a:cubicBezTo>
                  <a:cubicBezTo>
                    <a:pt x="457" y="382"/>
                    <a:pt x="457" y="383"/>
                    <a:pt x="457" y="383"/>
                  </a:cubicBezTo>
                  <a:cubicBezTo>
                    <a:pt x="456" y="384"/>
                    <a:pt x="455" y="383"/>
                    <a:pt x="455" y="383"/>
                  </a:cubicBezTo>
                  <a:cubicBezTo>
                    <a:pt x="455" y="384"/>
                    <a:pt x="456" y="384"/>
                    <a:pt x="456" y="384"/>
                  </a:cubicBezTo>
                  <a:cubicBezTo>
                    <a:pt x="456" y="384"/>
                    <a:pt x="456" y="385"/>
                    <a:pt x="456" y="385"/>
                  </a:cubicBezTo>
                  <a:cubicBezTo>
                    <a:pt x="456" y="385"/>
                    <a:pt x="456" y="385"/>
                    <a:pt x="456" y="385"/>
                  </a:cubicBezTo>
                  <a:cubicBezTo>
                    <a:pt x="456" y="386"/>
                    <a:pt x="456" y="385"/>
                    <a:pt x="457" y="386"/>
                  </a:cubicBezTo>
                  <a:cubicBezTo>
                    <a:pt x="457" y="386"/>
                    <a:pt x="457" y="386"/>
                    <a:pt x="457" y="387"/>
                  </a:cubicBezTo>
                  <a:cubicBezTo>
                    <a:pt x="456" y="387"/>
                    <a:pt x="457" y="387"/>
                    <a:pt x="457" y="388"/>
                  </a:cubicBezTo>
                  <a:cubicBezTo>
                    <a:pt x="457" y="389"/>
                    <a:pt x="457" y="390"/>
                    <a:pt x="457" y="391"/>
                  </a:cubicBezTo>
                  <a:cubicBezTo>
                    <a:pt x="458" y="392"/>
                    <a:pt x="459" y="392"/>
                    <a:pt x="459" y="393"/>
                  </a:cubicBezTo>
                  <a:cubicBezTo>
                    <a:pt x="459" y="394"/>
                    <a:pt x="459" y="394"/>
                    <a:pt x="459" y="395"/>
                  </a:cubicBezTo>
                  <a:cubicBezTo>
                    <a:pt x="459" y="395"/>
                    <a:pt x="459" y="395"/>
                    <a:pt x="458" y="395"/>
                  </a:cubicBezTo>
                  <a:cubicBezTo>
                    <a:pt x="457" y="396"/>
                    <a:pt x="456" y="395"/>
                    <a:pt x="455" y="395"/>
                  </a:cubicBezTo>
                  <a:cubicBezTo>
                    <a:pt x="454" y="395"/>
                    <a:pt x="453" y="395"/>
                    <a:pt x="452" y="394"/>
                  </a:cubicBezTo>
                  <a:cubicBezTo>
                    <a:pt x="452" y="394"/>
                    <a:pt x="452" y="393"/>
                    <a:pt x="451" y="394"/>
                  </a:cubicBezTo>
                  <a:cubicBezTo>
                    <a:pt x="451" y="394"/>
                    <a:pt x="451" y="393"/>
                    <a:pt x="450" y="393"/>
                  </a:cubicBezTo>
                  <a:cubicBezTo>
                    <a:pt x="451" y="394"/>
                    <a:pt x="448" y="393"/>
                    <a:pt x="448" y="392"/>
                  </a:cubicBezTo>
                  <a:cubicBezTo>
                    <a:pt x="448" y="392"/>
                    <a:pt x="447" y="392"/>
                    <a:pt x="446" y="392"/>
                  </a:cubicBezTo>
                  <a:cubicBezTo>
                    <a:pt x="447" y="392"/>
                    <a:pt x="447" y="392"/>
                    <a:pt x="447" y="392"/>
                  </a:cubicBezTo>
                  <a:cubicBezTo>
                    <a:pt x="446" y="392"/>
                    <a:pt x="445" y="392"/>
                    <a:pt x="444" y="392"/>
                  </a:cubicBezTo>
                  <a:cubicBezTo>
                    <a:pt x="444" y="391"/>
                    <a:pt x="443" y="391"/>
                    <a:pt x="443" y="391"/>
                  </a:cubicBezTo>
                  <a:cubicBezTo>
                    <a:pt x="443" y="391"/>
                    <a:pt x="443" y="391"/>
                    <a:pt x="443" y="391"/>
                  </a:cubicBezTo>
                  <a:cubicBezTo>
                    <a:pt x="443" y="391"/>
                    <a:pt x="442" y="390"/>
                    <a:pt x="442" y="390"/>
                  </a:cubicBezTo>
                  <a:cubicBezTo>
                    <a:pt x="442" y="390"/>
                    <a:pt x="441" y="390"/>
                    <a:pt x="441" y="390"/>
                  </a:cubicBezTo>
                  <a:cubicBezTo>
                    <a:pt x="440" y="389"/>
                    <a:pt x="438" y="389"/>
                    <a:pt x="437" y="388"/>
                  </a:cubicBezTo>
                  <a:cubicBezTo>
                    <a:pt x="438" y="388"/>
                    <a:pt x="438" y="388"/>
                    <a:pt x="439" y="388"/>
                  </a:cubicBezTo>
                  <a:cubicBezTo>
                    <a:pt x="439" y="388"/>
                    <a:pt x="439" y="388"/>
                    <a:pt x="440" y="388"/>
                  </a:cubicBezTo>
                  <a:cubicBezTo>
                    <a:pt x="441" y="388"/>
                    <a:pt x="441" y="388"/>
                    <a:pt x="441" y="389"/>
                  </a:cubicBezTo>
                  <a:cubicBezTo>
                    <a:pt x="442" y="389"/>
                    <a:pt x="442" y="389"/>
                    <a:pt x="443" y="389"/>
                  </a:cubicBezTo>
                  <a:cubicBezTo>
                    <a:pt x="442" y="389"/>
                    <a:pt x="443" y="389"/>
                    <a:pt x="442" y="389"/>
                  </a:cubicBezTo>
                  <a:cubicBezTo>
                    <a:pt x="442" y="389"/>
                    <a:pt x="442" y="388"/>
                    <a:pt x="441" y="388"/>
                  </a:cubicBezTo>
                  <a:cubicBezTo>
                    <a:pt x="442" y="388"/>
                    <a:pt x="442" y="388"/>
                    <a:pt x="442" y="388"/>
                  </a:cubicBezTo>
                  <a:cubicBezTo>
                    <a:pt x="442" y="388"/>
                    <a:pt x="442" y="388"/>
                    <a:pt x="441" y="388"/>
                  </a:cubicBezTo>
                  <a:cubicBezTo>
                    <a:pt x="442" y="388"/>
                    <a:pt x="442" y="388"/>
                    <a:pt x="442" y="388"/>
                  </a:cubicBezTo>
                  <a:cubicBezTo>
                    <a:pt x="442" y="388"/>
                    <a:pt x="442" y="388"/>
                    <a:pt x="441" y="387"/>
                  </a:cubicBezTo>
                  <a:cubicBezTo>
                    <a:pt x="441" y="388"/>
                    <a:pt x="440" y="388"/>
                    <a:pt x="440" y="387"/>
                  </a:cubicBezTo>
                  <a:cubicBezTo>
                    <a:pt x="440" y="387"/>
                    <a:pt x="439" y="386"/>
                    <a:pt x="439" y="386"/>
                  </a:cubicBezTo>
                  <a:cubicBezTo>
                    <a:pt x="438" y="385"/>
                    <a:pt x="439" y="385"/>
                    <a:pt x="438" y="385"/>
                  </a:cubicBezTo>
                  <a:cubicBezTo>
                    <a:pt x="438" y="385"/>
                    <a:pt x="438" y="384"/>
                    <a:pt x="438" y="384"/>
                  </a:cubicBezTo>
                  <a:cubicBezTo>
                    <a:pt x="439" y="384"/>
                    <a:pt x="439" y="384"/>
                    <a:pt x="439" y="384"/>
                  </a:cubicBezTo>
                  <a:cubicBezTo>
                    <a:pt x="439" y="384"/>
                    <a:pt x="440" y="383"/>
                    <a:pt x="440" y="383"/>
                  </a:cubicBezTo>
                  <a:cubicBezTo>
                    <a:pt x="440" y="383"/>
                    <a:pt x="440" y="384"/>
                    <a:pt x="441" y="384"/>
                  </a:cubicBezTo>
                  <a:cubicBezTo>
                    <a:pt x="441" y="384"/>
                    <a:pt x="440" y="384"/>
                    <a:pt x="440" y="384"/>
                  </a:cubicBezTo>
                  <a:cubicBezTo>
                    <a:pt x="440" y="386"/>
                    <a:pt x="441" y="384"/>
                    <a:pt x="441" y="384"/>
                  </a:cubicBezTo>
                  <a:cubicBezTo>
                    <a:pt x="441" y="385"/>
                    <a:pt x="441" y="385"/>
                    <a:pt x="442" y="384"/>
                  </a:cubicBezTo>
                  <a:cubicBezTo>
                    <a:pt x="442" y="384"/>
                    <a:pt x="442" y="384"/>
                    <a:pt x="442" y="385"/>
                  </a:cubicBezTo>
                  <a:cubicBezTo>
                    <a:pt x="443" y="385"/>
                    <a:pt x="443" y="385"/>
                    <a:pt x="443" y="384"/>
                  </a:cubicBezTo>
                  <a:cubicBezTo>
                    <a:pt x="442" y="384"/>
                    <a:pt x="443" y="384"/>
                    <a:pt x="443" y="384"/>
                  </a:cubicBezTo>
                  <a:cubicBezTo>
                    <a:pt x="443" y="384"/>
                    <a:pt x="443" y="383"/>
                    <a:pt x="443" y="383"/>
                  </a:cubicBezTo>
                  <a:cubicBezTo>
                    <a:pt x="443" y="383"/>
                    <a:pt x="443" y="383"/>
                    <a:pt x="444" y="383"/>
                  </a:cubicBezTo>
                  <a:cubicBezTo>
                    <a:pt x="444" y="383"/>
                    <a:pt x="444" y="383"/>
                    <a:pt x="444" y="383"/>
                  </a:cubicBezTo>
                  <a:cubicBezTo>
                    <a:pt x="444" y="382"/>
                    <a:pt x="445" y="383"/>
                    <a:pt x="445" y="383"/>
                  </a:cubicBezTo>
                  <a:cubicBezTo>
                    <a:pt x="445" y="383"/>
                    <a:pt x="445" y="382"/>
                    <a:pt x="445" y="382"/>
                  </a:cubicBezTo>
                  <a:cubicBezTo>
                    <a:pt x="446" y="383"/>
                    <a:pt x="446" y="383"/>
                    <a:pt x="446" y="383"/>
                  </a:cubicBezTo>
                  <a:cubicBezTo>
                    <a:pt x="447" y="383"/>
                    <a:pt x="447" y="383"/>
                    <a:pt x="448" y="383"/>
                  </a:cubicBezTo>
                  <a:cubicBezTo>
                    <a:pt x="448" y="383"/>
                    <a:pt x="449" y="382"/>
                    <a:pt x="449" y="382"/>
                  </a:cubicBezTo>
                  <a:cubicBezTo>
                    <a:pt x="449" y="382"/>
                    <a:pt x="448" y="382"/>
                    <a:pt x="448" y="382"/>
                  </a:cubicBezTo>
                  <a:cubicBezTo>
                    <a:pt x="447" y="382"/>
                    <a:pt x="446" y="381"/>
                    <a:pt x="445" y="382"/>
                  </a:cubicBezTo>
                  <a:cubicBezTo>
                    <a:pt x="444" y="382"/>
                    <a:pt x="444" y="381"/>
                    <a:pt x="444" y="381"/>
                  </a:cubicBezTo>
                  <a:cubicBezTo>
                    <a:pt x="443" y="381"/>
                    <a:pt x="443" y="381"/>
                    <a:pt x="443" y="381"/>
                  </a:cubicBezTo>
                  <a:cubicBezTo>
                    <a:pt x="442" y="381"/>
                    <a:pt x="442" y="381"/>
                    <a:pt x="442" y="381"/>
                  </a:cubicBezTo>
                  <a:cubicBezTo>
                    <a:pt x="441" y="382"/>
                    <a:pt x="442" y="382"/>
                    <a:pt x="441" y="382"/>
                  </a:cubicBezTo>
                  <a:cubicBezTo>
                    <a:pt x="442" y="382"/>
                    <a:pt x="442" y="383"/>
                    <a:pt x="441" y="383"/>
                  </a:cubicBezTo>
                  <a:cubicBezTo>
                    <a:pt x="441" y="382"/>
                    <a:pt x="440" y="382"/>
                    <a:pt x="440" y="382"/>
                  </a:cubicBezTo>
                  <a:cubicBezTo>
                    <a:pt x="440" y="381"/>
                    <a:pt x="442" y="381"/>
                    <a:pt x="441" y="381"/>
                  </a:cubicBezTo>
                  <a:cubicBezTo>
                    <a:pt x="440" y="381"/>
                    <a:pt x="440" y="382"/>
                    <a:pt x="440" y="382"/>
                  </a:cubicBezTo>
                  <a:cubicBezTo>
                    <a:pt x="439" y="382"/>
                    <a:pt x="438" y="381"/>
                    <a:pt x="438" y="381"/>
                  </a:cubicBezTo>
                  <a:cubicBezTo>
                    <a:pt x="437" y="381"/>
                    <a:pt x="437" y="382"/>
                    <a:pt x="437" y="382"/>
                  </a:cubicBezTo>
                  <a:cubicBezTo>
                    <a:pt x="437" y="382"/>
                    <a:pt x="437" y="383"/>
                    <a:pt x="437" y="383"/>
                  </a:cubicBezTo>
                  <a:cubicBezTo>
                    <a:pt x="438" y="383"/>
                    <a:pt x="438" y="383"/>
                    <a:pt x="438" y="382"/>
                  </a:cubicBezTo>
                  <a:cubicBezTo>
                    <a:pt x="438" y="382"/>
                    <a:pt x="439" y="382"/>
                    <a:pt x="439" y="383"/>
                  </a:cubicBezTo>
                  <a:cubicBezTo>
                    <a:pt x="440" y="383"/>
                    <a:pt x="439" y="384"/>
                    <a:pt x="439" y="384"/>
                  </a:cubicBezTo>
                  <a:cubicBezTo>
                    <a:pt x="439" y="384"/>
                    <a:pt x="437" y="384"/>
                    <a:pt x="438" y="385"/>
                  </a:cubicBezTo>
                  <a:cubicBezTo>
                    <a:pt x="438" y="385"/>
                    <a:pt x="438" y="385"/>
                    <a:pt x="439" y="386"/>
                  </a:cubicBezTo>
                  <a:cubicBezTo>
                    <a:pt x="439" y="386"/>
                    <a:pt x="439" y="386"/>
                    <a:pt x="439" y="387"/>
                  </a:cubicBezTo>
                  <a:cubicBezTo>
                    <a:pt x="439" y="387"/>
                    <a:pt x="439" y="387"/>
                    <a:pt x="439" y="387"/>
                  </a:cubicBezTo>
                  <a:cubicBezTo>
                    <a:pt x="439" y="387"/>
                    <a:pt x="438" y="387"/>
                    <a:pt x="438" y="387"/>
                  </a:cubicBezTo>
                  <a:cubicBezTo>
                    <a:pt x="438" y="387"/>
                    <a:pt x="438" y="387"/>
                    <a:pt x="437" y="387"/>
                  </a:cubicBezTo>
                  <a:cubicBezTo>
                    <a:pt x="437" y="386"/>
                    <a:pt x="438" y="387"/>
                    <a:pt x="438" y="387"/>
                  </a:cubicBezTo>
                  <a:cubicBezTo>
                    <a:pt x="437" y="388"/>
                    <a:pt x="435" y="386"/>
                    <a:pt x="435" y="386"/>
                  </a:cubicBezTo>
                  <a:cubicBezTo>
                    <a:pt x="435" y="386"/>
                    <a:pt x="436" y="386"/>
                    <a:pt x="436" y="386"/>
                  </a:cubicBezTo>
                  <a:cubicBezTo>
                    <a:pt x="435" y="386"/>
                    <a:pt x="436" y="386"/>
                    <a:pt x="436" y="386"/>
                  </a:cubicBezTo>
                  <a:cubicBezTo>
                    <a:pt x="436" y="386"/>
                    <a:pt x="436" y="385"/>
                    <a:pt x="437" y="385"/>
                  </a:cubicBezTo>
                  <a:cubicBezTo>
                    <a:pt x="436" y="385"/>
                    <a:pt x="436" y="385"/>
                    <a:pt x="436" y="385"/>
                  </a:cubicBezTo>
                  <a:cubicBezTo>
                    <a:pt x="436" y="385"/>
                    <a:pt x="436" y="385"/>
                    <a:pt x="435" y="385"/>
                  </a:cubicBezTo>
                  <a:cubicBezTo>
                    <a:pt x="435" y="385"/>
                    <a:pt x="435" y="385"/>
                    <a:pt x="435" y="385"/>
                  </a:cubicBezTo>
                  <a:cubicBezTo>
                    <a:pt x="435" y="385"/>
                    <a:pt x="433" y="384"/>
                    <a:pt x="433" y="384"/>
                  </a:cubicBezTo>
                  <a:cubicBezTo>
                    <a:pt x="433" y="384"/>
                    <a:pt x="434" y="384"/>
                    <a:pt x="434" y="384"/>
                  </a:cubicBezTo>
                  <a:cubicBezTo>
                    <a:pt x="435" y="384"/>
                    <a:pt x="435" y="384"/>
                    <a:pt x="436" y="384"/>
                  </a:cubicBezTo>
                  <a:cubicBezTo>
                    <a:pt x="435" y="384"/>
                    <a:pt x="435" y="384"/>
                    <a:pt x="435" y="383"/>
                  </a:cubicBezTo>
                  <a:cubicBezTo>
                    <a:pt x="435" y="384"/>
                    <a:pt x="435" y="383"/>
                    <a:pt x="435" y="383"/>
                  </a:cubicBezTo>
                  <a:cubicBezTo>
                    <a:pt x="436" y="382"/>
                    <a:pt x="435" y="382"/>
                    <a:pt x="435" y="382"/>
                  </a:cubicBezTo>
                  <a:cubicBezTo>
                    <a:pt x="435" y="381"/>
                    <a:pt x="436" y="382"/>
                    <a:pt x="436" y="382"/>
                  </a:cubicBezTo>
                  <a:cubicBezTo>
                    <a:pt x="436" y="382"/>
                    <a:pt x="435" y="382"/>
                    <a:pt x="435" y="381"/>
                  </a:cubicBezTo>
                  <a:cubicBezTo>
                    <a:pt x="436" y="381"/>
                    <a:pt x="437" y="381"/>
                    <a:pt x="437" y="381"/>
                  </a:cubicBezTo>
                  <a:cubicBezTo>
                    <a:pt x="437" y="381"/>
                    <a:pt x="436" y="381"/>
                    <a:pt x="436" y="381"/>
                  </a:cubicBezTo>
                  <a:cubicBezTo>
                    <a:pt x="435" y="381"/>
                    <a:pt x="435" y="381"/>
                    <a:pt x="435" y="381"/>
                  </a:cubicBezTo>
                  <a:cubicBezTo>
                    <a:pt x="434" y="381"/>
                    <a:pt x="434" y="380"/>
                    <a:pt x="434" y="380"/>
                  </a:cubicBezTo>
                  <a:cubicBezTo>
                    <a:pt x="434" y="380"/>
                    <a:pt x="434" y="381"/>
                    <a:pt x="434" y="381"/>
                  </a:cubicBezTo>
                  <a:cubicBezTo>
                    <a:pt x="434" y="381"/>
                    <a:pt x="435" y="381"/>
                    <a:pt x="435" y="382"/>
                  </a:cubicBezTo>
                  <a:cubicBezTo>
                    <a:pt x="435" y="382"/>
                    <a:pt x="435" y="383"/>
                    <a:pt x="434" y="383"/>
                  </a:cubicBezTo>
                  <a:cubicBezTo>
                    <a:pt x="434" y="383"/>
                    <a:pt x="434" y="382"/>
                    <a:pt x="434" y="382"/>
                  </a:cubicBezTo>
                  <a:cubicBezTo>
                    <a:pt x="434" y="382"/>
                    <a:pt x="433" y="382"/>
                    <a:pt x="433" y="382"/>
                  </a:cubicBezTo>
                  <a:cubicBezTo>
                    <a:pt x="433" y="382"/>
                    <a:pt x="434" y="382"/>
                    <a:pt x="433" y="382"/>
                  </a:cubicBezTo>
                  <a:cubicBezTo>
                    <a:pt x="433" y="383"/>
                    <a:pt x="433" y="382"/>
                    <a:pt x="433" y="383"/>
                  </a:cubicBezTo>
                  <a:cubicBezTo>
                    <a:pt x="433" y="383"/>
                    <a:pt x="433" y="383"/>
                    <a:pt x="433" y="383"/>
                  </a:cubicBezTo>
                  <a:cubicBezTo>
                    <a:pt x="433" y="383"/>
                    <a:pt x="432" y="383"/>
                    <a:pt x="432" y="384"/>
                  </a:cubicBezTo>
                  <a:cubicBezTo>
                    <a:pt x="432" y="384"/>
                    <a:pt x="432" y="383"/>
                    <a:pt x="431" y="383"/>
                  </a:cubicBezTo>
                  <a:cubicBezTo>
                    <a:pt x="431" y="383"/>
                    <a:pt x="432" y="383"/>
                    <a:pt x="432" y="383"/>
                  </a:cubicBezTo>
                  <a:cubicBezTo>
                    <a:pt x="432" y="383"/>
                    <a:pt x="430" y="383"/>
                    <a:pt x="431" y="382"/>
                  </a:cubicBezTo>
                  <a:cubicBezTo>
                    <a:pt x="431" y="382"/>
                    <a:pt x="432" y="382"/>
                    <a:pt x="432" y="382"/>
                  </a:cubicBezTo>
                  <a:cubicBezTo>
                    <a:pt x="432" y="381"/>
                    <a:pt x="431" y="381"/>
                    <a:pt x="431" y="381"/>
                  </a:cubicBezTo>
                  <a:cubicBezTo>
                    <a:pt x="431" y="381"/>
                    <a:pt x="432" y="380"/>
                    <a:pt x="431" y="380"/>
                  </a:cubicBezTo>
                  <a:cubicBezTo>
                    <a:pt x="431" y="380"/>
                    <a:pt x="430" y="380"/>
                    <a:pt x="430" y="380"/>
                  </a:cubicBezTo>
                  <a:cubicBezTo>
                    <a:pt x="430" y="380"/>
                    <a:pt x="430" y="380"/>
                    <a:pt x="430" y="380"/>
                  </a:cubicBezTo>
                  <a:cubicBezTo>
                    <a:pt x="430" y="380"/>
                    <a:pt x="430" y="380"/>
                    <a:pt x="430" y="380"/>
                  </a:cubicBezTo>
                  <a:cubicBezTo>
                    <a:pt x="431" y="379"/>
                    <a:pt x="430" y="379"/>
                    <a:pt x="430" y="379"/>
                  </a:cubicBezTo>
                  <a:cubicBezTo>
                    <a:pt x="430" y="379"/>
                    <a:pt x="430" y="379"/>
                    <a:pt x="430" y="379"/>
                  </a:cubicBezTo>
                  <a:cubicBezTo>
                    <a:pt x="430" y="379"/>
                    <a:pt x="430" y="379"/>
                    <a:pt x="430" y="378"/>
                  </a:cubicBezTo>
                  <a:cubicBezTo>
                    <a:pt x="430" y="378"/>
                    <a:pt x="429" y="378"/>
                    <a:pt x="429" y="378"/>
                  </a:cubicBezTo>
                  <a:cubicBezTo>
                    <a:pt x="429" y="377"/>
                    <a:pt x="428" y="377"/>
                    <a:pt x="428" y="377"/>
                  </a:cubicBezTo>
                  <a:cubicBezTo>
                    <a:pt x="427" y="376"/>
                    <a:pt x="428" y="376"/>
                    <a:pt x="428" y="376"/>
                  </a:cubicBezTo>
                  <a:cubicBezTo>
                    <a:pt x="428" y="377"/>
                    <a:pt x="429" y="377"/>
                    <a:pt x="429" y="377"/>
                  </a:cubicBezTo>
                  <a:cubicBezTo>
                    <a:pt x="429" y="377"/>
                    <a:pt x="429" y="377"/>
                    <a:pt x="429" y="377"/>
                  </a:cubicBezTo>
                  <a:cubicBezTo>
                    <a:pt x="430" y="378"/>
                    <a:pt x="430" y="378"/>
                    <a:pt x="430" y="378"/>
                  </a:cubicBezTo>
                  <a:cubicBezTo>
                    <a:pt x="431" y="378"/>
                    <a:pt x="430" y="377"/>
                    <a:pt x="430" y="377"/>
                  </a:cubicBezTo>
                  <a:cubicBezTo>
                    <a:pt x="431" y="377"/>
                    <a:pt x="431" y="378"/>
                    <a:pt x="432" y="378"/>
                  </a:cubicBezTo>
                  <a:cubicBezTo>
                    <a:pt x="433" y="378"/>
                    <a:pt x="432" y="377"/>
                    <a:pt x="432" y="377"/>
                  </a:cubicBezTo>
                  <a:cubicBezTo>
                    <a:pt x="433" y="377"/>
                    <a:pt x="433" y="376"/>
                    <a:pt x="434" y="377"/>
                  </a:cubicBezTo>
                  <a:cubicBezTo>
                    <a:pt x="434" y="377"/>
                    <a:pt x="433" y="378"/>
                    <a:pt x="434" y="378"/>
                  </a:cubicBezTo>
                  <a:cubicBezTo>
                    <a:pt x="434" y="378"/>
                    <a:pt x="434" y="378"/>
                    <a:pt x="434" y="378"/>
                  </a:cubicBezTo>
                  <a:cubicBezTo>
                    <a:pt x="435" y="378"/>
                    <a:pt x="435" y="378"/>
                    <a:pt x="435" y="378"/>
                  </a:cubicBezTo>
                  <a:cubicBezTo>
                    <a:pt x="436" y="379"/>
                    <a:pt x="436" y="377"/>
                    <a:pt x="436" y="377"/>
                  </a:cubicBezTo>
                  <a:cubicBezTo>
                    <a:pt x="436" y="376"/>
                    <a:pt x="435" y="376"/>
                    <a:pt x="435" y="377"/>
                  </a:cubicBezTo>
                  <a:cubicBezTo>
                    <a:pt x="435" y="377"/>
                    <a:pt x="436" y="378"/>
                    <a:pt x="435" y="378"/>
                  </a:cubicBezTo>
                  <a:cubicBezTo>
                    <a:pt x="435" y="378"/>
                    <a:pt x="434" y="377"/>
                    <a:pt x="434" y="376"/>
                  </a:cubicBezTo>
                  <a:cubicBezTo>
                    <a:pt x="434" y="376"/>
                    <a:pt x="434" y="376"/>
                    <a:pt x="434" y="376"/>
                  </a:cubicBezTo>
                  <a:cubicBezTo>
                    <a:pt x="434" y="375"/>
                    <a:pt x="434" y="375"/>
                    <a:pt x="436" y="376"/>
                  </a:cubicBezTo>
                  <a:cubicBezTo>
                    <a:pt x="436" y="376"/>
                    <a:pt x="436" y="376"/>
                    <a:pt x="436" y="376"/>
                  </a:cubicBezTo>
                  <a:cubicBezTo>
                    <a:pt x="436" y="377"/>
                    <a:pt x="437" y="377"/>
                    <a:pt x="437" y="377"/>
                  </a:cubicBezTo>
                  <a:cubicBezTo>
                    <a:pt x="438" y="377"/>
                    <a:pt x="438" y="378"/>
                    <a:pt x="438" y="378"/>
                  </a:cubicBezTo>
                  <a:cubicBezTo>
                    <a:pt x="438" y="378"/>
                    <a:pt x="439" y="379"/>
                    <a:pt x="438" y="379"/>
                  </a:cubicBezTo>
                  <a:cubicBezTo>
                    <a:pt x="438" y="379"/>
                    <a:pt x="438" y="379"/>
                    <a:pt x="438" y="379"/>
                  </a:cubicBezTo>
                  <a:cubicBezTo>
                    <a:pt x="438" y="379"/>
                    <a:pt x="438" y="379"/>
                    <a:pt x="438" y="380"/>
                  </a:cubicBezTo>
                  <a:cubicBezTo>
                    <a:pt x="437" y="380"/>
                    <a:pt x="437" y="380"/>
                    <a:pt x="437" y="380"/>
                  </a:cubicBezTo>
                  <a:cubicBezTo>
                    <a:pt x="437" y="380"/>
                    <a:pt x="437" y="380"/>
                    <a:pt x="436" y="380"/>
                  </a:cubicBezTo>
                  <a:cubicBezTo>
                    <a:pt x="436" y="381"/>
                    <a:pt x="440" y="380"/>
                    <a:pt x="440" y="380"/>
                  </a:cubicBezTo>
                  <a:cubicBezTo>
                    <a:pt x="440" y="380"/>
                    <a:pt x="438" y="381"/>
                    <a:pt x="439" y="380"/>
                  </a:cubicBezTo>
                  <a:cubicBezTo>
                    <a:pt x="439" y="379"/>
                    <a:pt x="439" y="378"/>
                    <a:pt x="438" y="378"/>
                  </a:cubicBezTo>
                  <a:cubicBezTo>
                    <a:pt x="438" y="377"/>
                    <a:pt x="437" y="377"/>
                    <a:pt x="436" y="376"/>
                  </a:cubicBezTo>
                  <a:cubicBezTo>
                    <a:pt x="436" y="376"/>
                    <a:pt x="436" y="376"/>
                    <a:pt x="436" y="375"/>
                  </a:cubicBezTo>
                  <a:cubicBezTo>
                    <a:pt x="436" y="375"/>
                    <a:pt x="436" y="375"/>
                    <a:pt x="437" y="375"/>
                  </a:cubicBezTo>
                  <a:cubicBezTo>
                    <a:pt x="437" y="375"/>
                    <a:pt x="436" y="375"/>
                    <a:pt x="437" y="375"/>
                  </a:cubicBezTo>
                  <a:cubicBezTo>
                    <a:pt x="437" y="375"/>
                    <a:pt x="438" y="375"/>
                    <a:pt x="437" y="375"/>
                  </a:cubicBezTo>
                  <a:cubicBezTo>
                    <a:pt x="437" y="375"/>
                    <a:pt x="437" y="375"/>
                    <a:pt x="437" y="374"/>
                  </a:cubicBezTo>
                  <a:cubicBezTo>
                    <a:pt x="437" y="374"/>
                    <a:pt x="437" y="374"/>
                    <a:pt x="436" y="373"/>
                  </a:cubicBezTo>
                  <a:cubicBezTo>
                    <a:pt x="436" y="373"/>
                    <a:pt x="435" y="372"/>
                    <a:pt x="434" y="372"/>
                  </a:cubicBezTo>
                  <a:cubicBezTo>
                    <a:pt x="433" y="371"/>
                    <a:pt x="432" y="371"/>
                    <a:pt x="431" y="371"/>
                  </a:cubicBezTo>
                  <a:cubicBezTo>
                    <a:pt x="431" y="370"/>
                    <a:pt x="430" y="371"/>
                    <a:pt x="430" y="370"/>
                  </a:cubicBezTo>
                  <a:cubicBezTo>
                    <a:pt x="430" y="370"/>
                    <a:pt x="428" y="370"/>
                    <a:pt x="428" y="370"/>
                  </a:cubicBezTo>
                  <a:cubicBezTo>
                    <a:pt x="428" y="371"/>
                    <a:pt x="430" y="370"/>
                    <a:pt x="430" y="370"/>
                  </a:cubicBezTo>
                  <a:cubicBezTo>
                    <a:pt x="431" y="371"/>
                    <a:pt x="430" y="371"/>
                    <a:pt x="430" y="372"/>
                  </a:cubicBezTo>
                  <a:cubicBezTo>
                    <a:pt x="430" y="372"/>
                    <a:pt x="431" y="371"/>
                    <a:pt x="431" y="371"/>
                  </a:cubicBezTo>
                  <a:cubicBezTo>
                    <a:pt x="432" y="371"/>
                    <a:pt x="432" y="371"/>
                    <a:pt x="432" y="371"/>
                  </a:cubicBezTo>
                  <a:cubicBezTo>
                    <a:pt x="432" y="372"/>
                    <a:pt x="433" y="371"/>
                    <a:pt x="433" y="372"/>
                  </a:cubicBezTo>
                  <a:cubicBezTo>
                    <a:pt x="434" y="372"/>
                    <a:pt x="434" y="373"/>
                    <a:pt x="435" y="373"/>
                  </a:cubicBezTo>
                  <a:cubicBezTo>
                    <a:pt x="435" y="373"/>
                    <a:pt x="436" y="373"/>
                    <a:pt x="436" y="374"/>
                  </a:cubicBezTo>
                  <a:cubicBezTo>
                    <a:pt x="435" y="374"/>
                    <a:pt x="435" y="374"/>
                    <a:pt x="434" y="374"/>
                  </a:cubicBezTo>
                  <a:cubicBezTo>
                    <a:pt x="434" y="374"/>
                    <a:pt x="434" y="374"/>
                    <a:pt x="434" y="373"/>
                  </a:cubicBezTo>
                  <a:cubicBezTo>
                    <a:pt x="433" y="373"/>
                    <a:pt x="433" y="373"/>
                    <a:pt x="433" y="373"/>
                  </a:cubicBezTo>
                  <a:cubicBezTo>
                    <a:pt x="432" y="373"/>
                    <a:pt x="432" y="373"/>
                    <a:pt x="432" y="373"/>
                  </a:cubicBezTo>
                  <a:cubicBezTo>
                    <a:pt x="431" y="373"/>
                    <a:pt x="431" y="373"/>
                    <a:pt x="430" y="373"/>
                  </a:cubicBezTo>
                  <a:cubicBezTo>
                    <a:pt x="430" y="373"/>
                    <a:pt x="429" y="371"/>
                    <a:pt x="429" y="372"/>
                  </a:cubicBezTo>
                  <a:cubicBezTo>
                    <a:pt x="429" y="372"/>
                    <a:pt x="430" y="373"/>
                    <a:pt x="430" y="373"/>
                  </a:cubicBezTo>
                  <a:cubicBezTo>
                    <a:pt x="431" y="373"/>
                    <a:pt x="432" y="373"/>
                    <a:pt x="432" y="374"/>
                  </a:cubicBezTo>
                  <a:cubicBezTo>
                    <a:pt x="432" y="374"/>
                    <a:pt x="431" y="373"/>
                    <a:pt x="431" y="373"/>
                  </a:cubicBezTo>
                  <a:cubicBezTo>
                    <a:pt x="431" y="373"/>
                    <a:pt x="433" y="373"/>
                    <a:pt x="432" y="374"/>
                  </a:cubicBezTo>
                  <a:cubicBezTo>
                    <a:pt x="432" y="374"/>
                    <a:pt x="431" y="374"/>
                    <a:pt x="431" y="375"/>
                  </a:cubicBezTo>
                  <a:cubicBezTo>
                    <a:pt x="431" y="374"/>
                    <a:pt x="432" y="375"/>
                    <a:pt x="432" y="374"/>
                  </a:cubicBezTo>
                  <a:cubicBezTo>
                    <a:pt x="432" y="374"/>
                    <a:pt x="433" y="374"/>
                    <a:pt x="433" y="374"/>
                  </a:cubicBezTo>
                  <a:cubicBezTo>
                    <a:pt x="433" y="375"/>
                    <a:pt x="432" y="375"/>
                    <a:pt x="432" y="375"/>
                  </a:cubicBezTo>
                  <a:cubicBezTo>
                    <a:pt x="432" y="375"/>
                    <a:pt x="432" y="376"/>
                    <a:pt x="432" y="376"/>
                  </a:cubicBezTo>
                  <a:cubicBezTo>
                    <a:pt x="433" y="377"/>
                    <a:pt x="431" y="376"/>
                    <a:pt x="431" y="376"/>
                  </a:cubicBezTo>
                  <a:cubicBezTo>
                    <a:pt x="430" y="375"/>
                    <a:pt x="430" y="373"/>
                    <a:pt x="428" y="372"/>
                  </a:cubicBezTo>
                  <a:cubicBezTo>
                    <a:pt x="429" y="373"/>
                    <a:pt x="429" y="373"/>
                    <a:pt x="429" y="373"/>
                  </a:cubicBezTo>
                  <a:cubicBezTo>
                    <a:pt x="430" y="374"/>
                    <a:pt x="430" y="374"/>
                    <a:pt x="430" y="375"/>
                  </a:cubicBezTo>
                  <a:cubicBezTo>
                    <a:pt x="431" y="375"/>
                    <a:pt x="432" y="377"/>
                    <a:pt x="432" y="377"/>
                  </a:cubicBezTo>
                  <a:cubicBezTo>
                    <a:pt x="432" y="378"/>
                    <a:pt x="429" y="377"/>
                    <a:pt x="429" y="376"/>
                  </a:cubicBezTo>
                  <a:cubicBezTo>
                    <a:pt x="429" y="376"/>
                    <a:pt x="427" y="374"/>
                    <a:pt x="427" y="374"/>
                  </a:cubicBezTo>
                  <a:cubicBezTo>
                    <a:pt x="427" y="374"/>
                    <a:pt x="428" y="375"/>
                    <a:pt x="429" y="375"/>
                  </a:cubicBezTo>
                  <a:cubicBezTo>
                    <a:pt x="429" y="375"/>
                    <a:pt x="430" y="376"/>
                    <a:pt x="430" y="376"/>
                  </a:cubicBezTo>
                  <a:cubicBezTo>
                    <a:pt x="430" y="376"/>
                    <a:pt x="429" y="375"/>
                    <a:pt x="429" y="375"/>
                  </a:cubicBezTo>
                  <a:cubicBezTo>
                    <a:pt x="429" y="374"/>
                    <a:pt x="428" y="374"/>
                    <a:pt x="427" y="373"/>
                  </a:cubicBezTo>
                  <a:cubicBezTo>
                    <a:pt x="427" y="373"/>
                    <a:pt x="428" y="373"/>
                    <a:pt x="428" y="373"/>
                  </a:cubicBezTo>
                  <a:cubicBezTo>
                    <a:pt x="428" y="372"/>
                    <a:pt x="427" y="373"/>
                    <a:pt x="427" y="372"/>
                  </a:cubicBezTo>
                  <a:cubicBezTo>
                    <a:pt x="427" y="373"/>
                    <a:pt x="427" y="373"/>
                    <a:pt x="426" y="372"/>
                  </a:cubicBezTo>
                  <a:cubicBezTo>
                    <a:pt x="426" y="372"/>
                    <a:pt x="426" y="373"/>
                    <a:pt x="426" y="373"/>
                  </a:cubicBezTo>
                  <a:cubicBezTo>
                    <a:pt x="426" y="373"/>
                    <a:pt x="425" y="373"/>
                    <a:pt x="425" y="372"/>
                  </a:cubicBezTo>
                  <a:cubicBezTo>
                    <a:pt x="426" y="372"/>
                    <a:pt x="425" y="372"/>
                    <a:pt x="424" y="372"/>
                  </a:cubicBezTo>
                  <a:cubicBezTo>
                    <a:pt x="424" y="372"/>
                    <a:pt x="424" y="372"/>
                    <a:pt x="424" y="371"/>
                  </a:cubicBezTo>
                  <a:cubicBezTo>
                    <a:pt x="423" y="371"/>
                    <a:pt x="423" y="370"/>
                    <a:pt x="423" y="370"/>
                  </a:cubicBezTo>
                  <a:cubicBezTo>
                    <a:pt x="422" y="369"/>
                    <a:pt x="423" y="369"/>
                    <a:pt x="423" y="369"/>
                  </a:cubicBezTo>
                  <a:cubicBezTo>
                    <a:pt x="424" y="370"/>
                    <a:pt x="425" y="370"/>
                    <a:pt x="425" y="371"/>
                  </a:cubicBezTo>
                  <a:cubicBezTo>
                    <a:pt x="425" y="371"/>
                    <a:pt x="426" y="372"/>
                    <a:pt x="426" y="372"/>
                  </a:cubicBezTo>
                  <a:cubicBezTo>
                    <a:pt x="426" y="371"/>
                    <a:pt x="426" y="371"/>
                    <a:pt x="425" y="371"/>
                  </a:cubicBezTo>
                  <a:cubicBezTo>
                    <a:pt x="425" y="371"/>
                    <a:pt x="425" y="370"/>
                    <a:pt x="425" y="370"/>
                  </a:cubicBezTo>
                  <a:cubicBezTo>
                    <a:pt x="425" y="370"/>
                    <a:pt x="425" y="370"/>
                    <a:pt x="425" y="370"/>
                  </a:cubicBezTo>
                  <a:cubicBezTo>
                    <a:pt x="424" y="370"/>
                    <a:pt x="424" y="369"/>
                    <a:pt x="424" y="369"/>
                  </a:cubicBezTo>
                  <a:cubicBezTo>
                    <a:pt x="424" y="368"/>
                    <a:pt x="423" y="368"/>
                    <a:pt x="423" y="368"/>
                  </a:cubicBezTo>
                  <a:cubicBezTo>
                    <a:pt x="423" y="367"/>
                    <a:pt x="424" y="368"/>
                    <a:pt x="424" y="368"/>
                  </a:cubicBezTo>
                  <a:cubicBezTo>
                    <a:pt x="424" y="368"/>
                    <a:pt x="423" y="367"/>
                    <a:pt x="423" y="367"/>
                  </a:cubicBezTo>
                  <a:cubicBezTo>
                    <a:pt x="423" y="367"/>
                    <a:pt x="423" y="367"/>
                    <a:pt x="423" y="367"/>
                  </a:cubicBezTo>
                  <a:cubicBezTo>
                    <a:pt x="423" y="367"/>
                    <a:pt x="423" y="367"/>
                    <a:pt x="422" y="367"/>
                  </a:cubicBezTo>
                  <a:cubicBezTo>
                    <a:pt x="423" y="367"/>
                    <a:pt x="422" y="368"/>
                    <a:pt x="422" y="368"/>
                  </a:cubicBezTo>
                  <a:cubicBezTo>
                    <a:pt x="421" y="368"/>
                    <a:pt x="421" y="367"/>
                    <a:pt x="420" y="366"/>
                  </a:cubicBezTo>
                  <a:cubicBezTo>
                    <a:pt x="420" y="367"/>
                    <a:pt x="421" y="368"/>
                    <a:pt x="420" y="367"/>
                  </a:cubicBezTo>
                  <a:cubicBezTo>
                    <a:pt x="420" y="367"/>
                    <a:pt x="419" y="367"/>
                    <a:pt x="419" y="366"/>
                  </a:cubicBezTo>
                  <a:cubicBezTo>
                    <a:pt x="419" y="366"/>
                    <a:pt x="419" y="365"/>
                    <a:pt x="419" y="365"/>
                  </a:cubicBezTo>
                  <a:cubicBezTo>
                    <a:pt x="419" y="365"/>
                    <a:pt x="418" y="366"/>
                    <a:pt x="418" y="365"/>
                  </a:cubicBezTo>
                  <a:close/>
                  <a:moveTo>
                    <a:pt x="448" y="386"/>
                  </a:moveTo>
                  <a:cubicBezTo>
                    <a:pt x="447" y="387"/>
                    <a:pt x="448" y="388"/>
                    <a:pt x="447" y="388"/>
                  </a:cubicBezTo>
                  <a:cubicBezTo>
                    <a:pt x="446" y="388"/>
                    <a:pt x="445" y="387"/>
                    <a:pt x="444" y="387"/>
                  </a:cubicBezTo>
                  <a:cubicBezTo>
                    <a:pt x="445" y="387"/>
                    <a:pt x="445" y="387"/>
                    <a:pt x="445" y="387"/>
                  </a:cubicBezTo>
                  <a:cubicBezTo>
                    <a:pt x="444" y="387"/>
                    <a:pt x="443" y="386"/>
                    <a:pt x="443" y="387"/>
                  </a:cubicBezTo>
                  <a:cubicBezTo>
                    <a:pt x="443" y="387"/>
                    <a:pt x="444" y="387"/>
                    <a:pt x="444" y="387"/>
                  </a:cubicBezTo>
                  <a:cubicBezTo>
                    <a:pt x="445" y="387"/>
                    <a:pt x="445" y="388"/>
                    <a:pt x="446" y="388"/>
                  </a:cubicBezTo>
                  <a:cubicBezTo>
                    <a:pt x="446" y="388"/>
                    <a:pt x="447" y="388"/>
                    <a:pt x="446" y="388"/>
                  </a:cubicBezTo>
                  <a:cubicBezTo>
                    <a:pt x="446" y="388"/>
                    <a:pt x="445" y="388"/>
                    <a:pt x="445" y="388"/>
                  </a:cubicBezTo>
                  <a:cubicBezTo>
                    <a:pt x="445" y="388"/>
                    <a:pt x="445" y="388"/>
                    <a:pt x="445" y="389"/>
                  </a:cubicBezTo>
                  <a:cubicBezTo>
                    <a:pt x="446" y="389"/>
                    <a:pt x="444" y="388"/>
                    <a:pt x="444" y="388"/>
                  </a:cubicBezTo>
                  <a:cubicBezTo>
                    <a:pt x="444" y="388"/>
                    <a:pt x="444" y="388"/>
                    <a:pt x="444" y="389"/>
                  </a:cubicBezTo>
                  <a:cubicBezTo>
                    <a:pt x="444" y="389"/>
                    <a:pt x="444" y="389"/>
                    <a:pt x="444" y="388"/>
                  </a:cubicBezTo>
                  <a:cubicBezTo>
                    <a:pt x="444" y="389"/>
                    <a:pt x="445" y="389"/>
                    <a:pt x="445" y="389"/>
                  </a:cubicBezTo>
                  <a:cubicBezTo>
                    <a:pt x="445" y="389"/>
                    <a:pt x="444" y="389"/>
                    <a:pt x="444" y="389"/>
                  </a:cubicBezTo>
                  <a:cubicBezTo>
                    <a:pt x="445" y="390"/>
                    <a:pt x="444" y="390"/>
                    <a:pt x="443" y="390"/>
                  </a:cubicBezTo>
                  <a:cubicBezTo>
                    <a:pt x="443" y="390"/>
                    <a:pt x="445" y="391"/>
                    <a:pt x="445" y="391"/>
                  </a:cubicBezTo>
                  <a:cubicBezTo>
                    <a:pt x="445" y="390"/>
                    <a:pt x="445" y="391"/>
                    <a:pt x="446" y="391"/>
                  </a:cubicBezTo>
                  <a:cubicBezTo>
                    <a:pt x="445" y="391"/>
                    <a:pt x="445" y="390"/>
                    <a:pt x="445" y="390"/>
                  </a:cubicBezTo>
                  <a:cubicBezTo>
                    <a:pt x="446" y="390"/>
                    <a:pt x="445" y="390"/>
                    <a:pt x="445" y="389"/>
                  </a:cubicBezTo>
                  <a:cubicBezTo>
                    <a:pt x="446" y="389"/>
                    <a:pt x="446" y="389"/>
                    <a:pt x="447" y="389"/>
                  </a:cubicBezTo>
                  <a:cubicBezTo>
                    <a:pt x="447" y="389"/>
                    <a:pt x="448" y="389"/>
                    <a:pt x="448" y="390"/>
                  </a:cubicBezTo>
                  <a:cubicBezTo>
                    <a:pt x="448" y="390"/>
                    <a:pt x="448" y="390"/>
                    <a:pt x="448" y="390"/>
                  </a:cubicBezTo>
                  <a:cubicBezTo>
                    <a:pt x="448" y="391"/>
                    <a:pt x="448" y="391"/>
                    <a:pt x="447" y="391"/>
                  </a:cubicBezTo>
                  <a:cubicBezTo>
                    <a:pt x="448" y="391"/>
                    <a:pt x="448" y="391"/>
                    <a:pt x="449" y="391"/>
                  </a:cubicBezTo>
                  <a:cubicBezTo>
                    <a:pt x="449" y="390"/>
                    <a:pt x="449" y="390"/>
                    <a:pt x="448" y="389"/>
                  </a:cubicBezTo>
                  <a:cubicBezTo>
                    <a:pt x="448" y="388"/>
                    <a:pt x="449" y="389"/>
                    <a:pt x="450" y="389"/>
                  </a:cubicBezTo>
                  <a:cubicBezTo>
                    <a:pt x="450" y="390"/>
                    <a:pt x="452" y="391"/>
                    <a:pt x="450" y="391"/>
                  </a:cubicBezTo>
                  <a:cubicBezTo>
                    <a:pt x="449" y="392"/>
                    <a:pt x="451" y="392"/>
                    <a:pt x="451" y="392"/>
                  </a:cubicBezTo>
                  <a:cubicBezTo>
                    <a:pt x="452" y="391"/>
                    <a:pt x="450" y="390"/>
                    <a:pt x="450" y="389"/>
                  </a:cubicBezTo>
                  <a:cubicBezTo>
                    <a:pt x="450" y="388"/>
                    <a:pt x="451" y="389"/>
                    <a:pt x="451" y="388"/>
                  </a:cubicBezTo>
                  <a:cubicBezTo>
                    <a:pt x="451" y="388"/>
                    <a:pt x="451" y="388"/>
                    <a:pt x="451" y="388"/>
                  </a:cubicBezTo>
                  <a:cubicBezTo>
                    <a:pt x="452" y="388"/>
                    <a:pt x="453" y="388"/>
                    <a:pt x="453" y="387"/>
                  </a:cubicBezTo>
                  <a:cubicBezTo>
                    <a:pt x="453" y="387"/>
                    <a:pt x="453" y="386"/>
                    <a:pt x="453" y="386"/>
                  </a:cubicBezTo>
                  <a:cubicBezTo>
                    <a:pt x="453" y="385"/>
                    <a:pt x="453" y="385"/>
                    <a:pt x="453" y="385"/>
                  </a:cubicBezTo>
                  <a:cubicBezTo>
                    <a:pt x="452" y="384"/>
                    <a:pt x="451" y="384"/>
                    <a:pt x="450" y="384"/>
                  </a:cubicBezTo>
                  <a:cubicBezTo>
                    <a:pt x="451" y="385"/>
                    <a:pt x="448" y="385"/>
                    <a:pt x="448" y="386"/>
                  </a:cubicBezTo>
                  <a:close/>
                  <a:moveTo>
                    <a:pt x="474" y="404"/>
                  </a:moveTo>
                  <a:cubicBezTo>
                    <a:pt x="475" y="404"/>
                    <a:pt x="475" y="405"/>
                    <a:pt x="475" y="405"/>
                  </a:cubicBezTo>
                  <a:cubicBezTo>
                    <a:pt x="475" y="405"/>
                    <a:pt x="475" y="404"/>
                    <a:pt x="475" y="404"/>
                  </a:cubicBezTo>
                  <a:cubicBezTo>
                    <a:pt x="475" y="404"/>
                    <a:pt x="475" y="405"/>
                    <a:pt x="475" y="405"/>
                  </a:cubicBezTo>
                  <a:cubicBezTo>
                    <a:pt x="475" y="405"/>
                    <a:pt x="475" y="404"/>
                    <a:pt x="475" y="404"/>
                  </a:cubicBezTo>
                  <a:cubicBezTo>
                    <a:pt x="476" y="404"/>
                    <a:pt x="475" y="405"/>
                    <a:pt x="476" y="405"/>
                  </a:cubicBezTo>
                  <a:cubicBezTo>
                    <a:pt x="476" y="406"/>
                    <a:pt x="477" y="406"/>
                    <a:pt x="477" y="406"/>
                  </a:cubicBezTo>
                  <a:cubicBezTo>
                    <a:pt x="479" y="406"/>
                    <a:pt x="480" y="406"/>
                    <a:pt x="481" y="407"/>
                  </a:cubicBezTo>
                  <a:cubicBezTo>
                    <a:pt x="482" y="407"/>
                    <a:pt x="484" y="406"/>
                    <a:pt x="483" y="406"/>
                  </a:cubicBezTo>
                  <a:cubicBezTo>
                    <a:pt x="483" y="406"/>
                    <a:pt x="481" y="405"/>
                    <a:pt x="481" y="405"/>
                  </a:cubicBezTo>
                  <a:cubicBezTo>
                    <a:pt x="482" y="405"/>
                    <a:pt x="483" y="406"/>
                    <a:pt x="484" y="406"/>
                  </a:cubicBezTo>
                  <a:cubicBezTo>
                    <a:pt x="485" y="406"/>
                    <a:pt x="484" y="406"/>
                    <a:pt x="484" y="405"/>
                  </a:cubicBezTo>
                  <a:cubicBezTo>
                    <a:pt x="484" y="405"/>
                    <a:pt x="484" y="405"/>
                    <a:pt x="483" y="405"/>
                  </a:cubicBezTo>
                  <a:cubicBezTo>
                    <a:pt x="483" y="405"/>
                    <a:pt x="484" y="405"/>
                    <a:pt x="484" y="405"/>
                  </a:cubicBezTo>
                  <a:cubicBezTo>
                    <a:pt x="482" y="401"/>
                    <a:pt x="480" y="397"/>
                    <a:pt x="478" y="393"/>
                  </a:cubicBezTo>
                  <a:cubicBezTo>
                    <a:pt x="477" y="391"/>
                    <a:pt x="476" y="389"/>
                    <a:pt x="475" y="387"/>
                  </a:cubicBezTo>
                  <a:cubicBezTo>
                    <a:pt x="475" y="386"/>
                    <a:pt x="474" y="385"/>
                    <a:pt x="474" y="384"/>
                  </a:cubicBezTo>
                  <a:cubicBezTo>
                    <a:pt x="473" y="383"/>
                    <a:pt x="473" y="383"/>
                    <a:pt x="472" y="382"/>
                  </a:cubicBezTo>
                  <a:cubicBezTo>
                    <a:pt x="472" y="382"/>
                    <a:pt x="471" y="381"/>
                    <a:pt x="471" y="382"/>
                  </a:cubicBezTo>
                  <a:cubicBezTo>
                    <a:pt x="471" y="382"/>
                    <a:pt x="470" y="382"/>
                    <a:pt x="470" y="383"/>
                  </a:cubicBezTo>
                  <a:cubicBezTo>
                    <a:pt x="469" y="383"/>
                    <a:pt x="469" y="383"/>
                    <a:pt x="468" y="382"/>
                  </a:cubicBezTo>
                  <a:cubicBezTo>
                    <a:pt x="467" y="382"/>
                    <a:pt x="467" y="382"/>
                    <a:pt x="466" y="381"/>
                  </a:cubicBezTo>
                  <a:cubicBezTo>
                    <a:pt x="466" y="381"/>
                    <a:pt x="465" y="381"/>
                    <a:pt x="465" y="381"/>
                  </a:cubicBezTo>
                  <a:cubicBezTo>
                    <a:pt x="464" y="381"/>
                    <a:pt x="464" y="381"/>
                    <a:pt x="464" y="382"/>
                  </a:cubicBezTo>
                  <a:cubicBezTo>
                    <a:pt x="465" y="382"/>
                    <a:pt x="465" y="383"/>
                    <a:pt x="464" y="384"/>
                  </a:cubicBezTo>
                  <a:cubicBezTo>
                    <a:pt x="464" y="384"/>
                    <a:pt x="464" y="384"/>
                    <a:pt x="464" y="384"/>
                  </a:cubicBezTo>
                  <a:cubicBezTo>
                    <a:pt x="463" y="384"/>
                    <a:pt x="463" y="384"/>
                    <a:pt x="463" y="384"/>
                  </a:cubicBezTo>
                  <a:cubicBezTo>
                    <a:pt x="462" y="385"/>
                    <a:pt x="462" y="384"/>
                    <a:pt x="461" y="384"/>
                  </a:cubicBezTo>
                  <a:cubicBezTo>
                    <a:pt x="461" y="383"/>
                    <a:pt x="460" y="383"/>
                    <a:pt x="460" y="383"/>
                  </a:cubicBezTo>
                  <a:cubicBezTo>
                    <a:pt x="460" y="383"/>
                    <a:pt x="459" y="383"/>
                    <a:pt x="459" y="384"/>
                  </a:cubicBezTo>
                  <a:cubicBezTo>
                    <a:pt x="459" y="384"/>
                    <a:pt x="460" y="384"/>
                    <a:pt x="460" y="384"/>
                  </a:cubicBezTo>
                  <a:cubicBezTo>
                    <a:pt x="460" y="384"/>
                    <a:pt x="460" y="385"/>
                    <a:pt x="460" y="385"/>
                  </a:cubicBezTo>
                  <a:cubicBezTo>
                    <a:pt x="461" y="385"/>
                    <a:pt x="461" y="385"/>
                    <a:pt x="461" y="385"/>
                  </a:cubicBezTo>
                  <a:cubicBezTo>
                    <a:pt x="461" y="385"/>
                    <a:pt x="462" y="385"/>
                    <a:pt x="462" y="386"/>
                  </a:cubicBezTo>
                  <a:cubicBezTo>
                    <a:pt x="462" y="386"/>
                    <a:pt x="462" y="387"/>
                    <a:pt x="461" y="387"/>
                  </a:cubicBezTo>
                  <a:cubicBezTo>
                    <a:pt x="461" y="387"/>
                    <a:pt x="460" y="386"/>
                    <a:pt x="460" y="386"/>
                  </a:cubicBezTo>
                  <a:cubicBezTo>
                    <a:pt x="459" y="386"/>
                    <a:pt x="461" y="389"/>
                    <a:pt x="461" y="390"/>
                  </a:cubicBezTo>
                  <a:cubicBezTo>
                    <a:pt x="462" y="390"/>
                    <a:pt x="462" y="390"/>
                    <a:pt x="463" y="391"/>
                  </a:cubicBezTo>
                  <a:cubicBezTo>
                    <a:pt x="463" y="391"/>
                    <a:pt x="464" y="391"/>
                    <a:pt x="464" y="391"/>
                  </a:cubicBezTo>
                  <a:cubicBezTo>
                    <a:pt x="465" y="391"/>
                    <a:pt x="465" y="390"/>
                    <a:pt x="466" y="390"/>
                  </a:cubicBezTo>
                  <a:cubicBezTo>
                    <a:pt x="467" y="390"/>
                    <a:pt x="468" y="390"/>
                    <a:pt x="468" y="390"/>
                  </a:cubicBezTo>
                  <a:cubicBezTo>
                    <a:pt x="470" y="390"/>
                    <a:pt x="471" y="390"/>
                    <a:pt x="471" y="391"/>
                  </a:cubicBezTo>
                  <a:cubicBezTo>
                    <a:pt x="472" y="392"/>
                    <a:pt x="468" y="393"/>
                    <a:pt x="468" y="393"/>
                  </a:cubicBezTo>
                  <a:cubicBezTo>
                    <a:pt x="467" y="393"/>
                    <a:pt x="466" y="394"/>
                    <a:pt x="466" y="395"/>
                  </a:cubicBezTo>
                  <a:cubicBezTo>
                    <a:pt x="467" y="396"/>
                    <a:pt x="467" y="396"/>
                    <a:pt x="468" y="397"/>
                  </a:cubicBezTo>
                  <a:cubicBezTo>
                    <a:pt x="468" y="397"/>
                    <a:pt x="468" y="398"/>
                    <a:pt x="469" y="398"/>
                  </a:cubicBezTo>
                  <a:cubicBezTo>
                    <a:pt x="471" y="399"/>
                    <a:pt x="472" y="399"/>
                    <a:pt x="474" y="399"/>
                  </a:cubicBezTo>
                  <a:cubicBezTo>
                    <a:pt x="475" y="400"/>
                    <a:pt x="476" y="400"/>
                    <a:pt x="478" y="401"/>
                  </a:cubicBezTo>
                  <a:cubicBezTo>
                    <a:pt x="478" y="401"/>
                    <a:pt x="479" y="401"/>
                    <a:pt x="479" y="401"/>
                  </a:cubicBezTo>
                  <a:cubicBezTo>
                    <a:pt x="479" y="401"/>
                    <a:pt x="479" y="402"/>
                    <a:pt x="479" y="402"/>
                  </a:cubicBezTo>
                  <a:cubicBezTo>
                    <a:pt x="479" y="402"/>
                    <a:pt x="478" y="401"/>
                    <a:pt x="478" y="402"/>
                  </a:cubicBezTo>
                  <a:cubicBezTo>
                    <a:pt x="478" y="402"/>
                    <a:pt x="479" y="403"/>
                    <a:pt x="478" y="403"/>
                  </a:cubicBezTo>
                  <a:cubicBezTo>
                    <a:pt x="478" y="403"/>
                    <a:pt x="478" y="402"/>
                    <a:pt x="477" y="402"/>
                  </a:cubicBezTo>
                  <a:cubicBezTo>
                    <a:pt x="477" y="403"/>
                    <a:pt x="477" y="403"/>
                    <a:pt x="477" y="404"/>
                  </a:cubicBezTo>
                  <a:cubicBezTo>
                    <a:pt x="476" y="403"/>
                    <a:pt x="477" y="403"/>
                    <a:pt x="477" y="402"/>
                  </a:cubicBezTo>
                  <a:cubicBezTo>
                    <a:pt x="478" y="401"/>
                    <a:pt x="477" y="401"/>
                    <a:pt x="476" y="401"/>
                  </a:cubicBezTo>
                  <a:cubicBezTo>
                    <a:pt x="476" y="401"/>
                    <a:pt x="474" y="400"/>
                    <a:pt x="474" y="400"/>
                  </a:cubicBezTo>
                  <a:cubicBezTo>
                    <a:pt x="474" y="401"/>
                    <a:pt x="475" y="401"/>
                    <a:pt x="475" y="401"/>
                  </a:cubicBezTo>
                  <a:cubicBezTo>
                    <a:pt x="475" y="401"/>
                    <a:pt x="472" y="400"/>
                    <a:pt x="472" y="400"/>
                  </a:cubicBezTo>
                  <a:cubicBezTo>
                    <a:pt x="471" y="400"/>
                    <a:pt x="472" y="401"/>
                    <a:pt x="472" y="401"/>
                  </a:cubicBezTo>
                  <a:cubicBezTo>
                    <a:pt x="473" y="401"/>
                    <a:pt x="473" y="401"/>
                    <a:pt x="473" y="402"/>
                  </a:cubicBezTo>
                  <a:cubicBezTo>
                    <a:pt x="473" y="402"/>
                    <a:pt x="473" y="402"/>
                    <a:pt x="474" y="403"/>
                  </a:cubicBezTo>
                  <a:cubicBezTo>
                    <a:pt x="473" y="403"/>
                    <a:pt x="473" y="402"/>
                    <a:pt x="473" y="402"/>
                  </a:cubicBezTo>
                  <a:cubicBezTo>
                    <a:pt x="472" y="402"/>
                    <a:pt x="472" y="402"/>
                    <a:pt x="472" y="402"/>
                  </a:cubicBezTo>
                  <a:cubicBezTo>
                    <a:pt x="472" y="402"/>
                    <a:pt x="472" y="402"/>
                    <a:pt x="472" y="402"/>
                  </a:cubicBezTo>
                  <a:cubicBezTo>
                    <a:pt x="472" y="401"/>
                    <a:pt x="471" y="401"/>
                    <a:pt x="471" y="401"/>
                  </a:cubicBezTo>
                  <a:cubicBezTo>
                    <a:pt x="471" y="400"/>
                    <a:pt x="470" y="400"/>
                    <a:pt x="470" y="400"/>
                  </a:cubicBezTo>
                  <a:cubicBezTo>
                    <a:pt x="469" y="399"/>
                    <a:pt x="469" y="400"/>
                    <a:pt x="469" y="400"/>
                  </a:cubicBezTo>
                  <a:cubicBezTo>
                    <a:pt x="469" y="401"/>
                    <a:pt x="470" y="400"/>
                    <a:pt x="470" y="401"/>
                  </a:cubicBezTo>
                  <a:cubicBezTo>
                    <a:pt x="470" y="401"/>
                    <a:pt x="469" y="401"/>
                    <a:pt x="470" y="401"/>
                  </a:cubicBezTo>
                  <a:cubicBezTo>
                    <a:pt x="469" y="401"/>
                    <a:pt x="469" y="401"/>
                    <a:pt x="468" y="400"/>
                  </a:cubicBezTo>
                  <a:cubicBezTo>
                    <a:pt x="467" y="400"/>
                    <a:pt x="467" y="400"/>
                    <a:pt x="466" y="400"/>
                  </a:cubicBezTo>
                  <a:cubicBezTo>
                    <a:pt x="465" y="399"/>
                    <a:pt x="463" y="398"/>
                    <a:pt x="462" y="398"/>
                  </a:cubicBezTo>
                  <a:cubicBezTo>
                    <a:pt x="462" y="398"/>
                    <a:pt x="463" y="399"/>
                    <a:pt x="463" y="399"/>
                  </a:cubicBezTo>
                  <a:cubicBezTo>
                    <a:pt x="463" y="399"/>
                    <a:pt x="463" y="399"/>
                    <a:pt x="462" y="399"/>
                  </a:cubicBezTo>
                  <a:cubicBezTo>
                    <a:pt x="463" y="400"/>
                    <a:pt x="465" y="399"/>
                    <a:pt x="466" y="400"/>
                  </a:cubicBezTo>
                  <a:cubicBezTo>
                    <a:pt x="466" y="400"/>
                    <a:pt x="467" y="401"/>
                    <a:pt x="468" y="401"/>
                  </a:cubicBezTo>
                  <a:cubicBezTo>
                    <a:pt x="468" y="402"/>
                    <a:pt x="469" y="402"/>
                    <a:pt x="470" y="402"/>
                  </a:cubicBezTo>
                  <a:cubicBezTo>
                    <a:pt x="470" y="402"/>
                    <a:pt x="469" y="402"/>
                    <a:pt x="469" y="402"/>
                  </a:cubicBezTo>
                  <a:cubicBezTo>
                    <a:pt x="469" y="402"/>
                    <a:pt x="469" y="402"/>
                    <a:pt x="470" y="403"/>
                  </a:cubicBezTo>
                  <a:cubicBezTo>
                    <a:pt x="469" y="403"/>
                    <a:pt x="469" y="402"/>
                    <a:pt x="468" y="402"/>
                  </a:cubicBezTo>
                  <a:cubicBezTo>
                    <a:pt x="468" y="402"/>
                    <a:pt x="467" y="402"/>
                    <a:pt x="467" y="401"/>
                  </a:cubicBezTo>
                  <a:cubicBezTo>
                    <a:pt x="466" y="401"/>
                    <a:pt x="466" y="401"/>
                    <a:pt x="466" y="401"/>
                  </a:cubicBezTo>
                  <a:cubicBezTo>
                    <a:pt x="465" y="402"/>
                    <a:pt x="466" y="402"/>
                    <a:pt x="466" y="403"/>
                  </a:cubicBezTo>
                  <a:cubicBezTo>
                    <a:pt x="466" y="403"/>
                    <a:pt x="467" y="403"/>
                    <a:pt x="467" y="403"/>
                  </a:cubicBezTo>
                  <a:cubicBezTo>
                    <a:pt x="466" y="403"/>
                    <a:pt x="466" y="403"/>
                    <a:pt x="466" y="403"/>
                  </a:cubicBezTo>
                  <a:cubicBezTo>
                    <a:pt x="466" y="403"/>
                    <a:pt x="466" y="403"/>
                    <a:pt x="466" y="403"/>
                  </a:cubicBezTo>
                  <a:cubicBezTo>
                    <a:pt x="465" y="403"/>
                    <a:pt x="465" y="402"/>
                    <a:pt x="465" y="401"/>
                  </a:cubicBezTo>
                  <a:cubicBezTo>
                    <a:pt x="465" y="401"/>
                    <a:pt x="465" y="401"/>
                    <a:pt x="465" y="401"/>
                  </a:cubicBezTo>
                  <a:cubicBezTo>
                    <a:pt x="466" y="400"/>
                    <a:pt x="463" y="400"/>
                    <a:pt x="463" y="400"/>
                  </a:cubicBezTo>
                  <a:cubicBezTo>
                    <a:pt x="463" y="401"/>
                    <a:pt x="463" y="401"/>
                    <a:pt x="463" y="402"/>
                  </a:cubicBezTo>
                  <a:cubicBezTo>
                    <a:pt x="463" y="401"/>
                    <a:pt x="462" y="401"/>
                    <a:pt x="462" y="401"/>
                  </a:cubicBezTo>
                  <a:cubicBezTo>
                    <a:pt x="462" y="402"/>
                    <a:pt x="462" y="402"/>
                    <a:pt x="462" y="402"/>
                  </a:cubicBezTo>
                  <a:cubicBezTo>
                    <a:pt x="462" y="402"/>
                    <a:pt x="461" y="401"/>
                    <a:pt x="460" y="401"/>
                  </a:cubicBezTo>
                  <a:cubicBezTo>
                    <a:pt x="458" y="400"/>
                    <a:pt x="460" y="402"/>
                    <a:pt x="460" y="401"/>
                  </a:cubicBezTo>
                  <a:cubicBezTo>
                    <a:pt x="460" y="402"/>
                    <a:pt x="459" y="401"/>
                    <a:pt x="458" y="401"/>
                  </a:cubicBezTo>
                  <a:cubicBezTo>
                    <a:pt x="458" y="401"/>
                    <a:pt x="459" y="401"/>
                    <a:pt x="459" y="401"/>
                  </a:cubicBezTo>
                  <a:cubicBezTo>
                    <a:pt x="459" y="401"/>
                    <a:pt x="458" y="401"/>
                    <a:pt x="458" y="401"/>
                  </a:cubicBezTo>
                  <a:cubicBezTo>
                    <a:pt x="458" y="401"/>
                    <a:pt x="459" y="402"/>
                    <a:pt x="459" y="402"/>
                  </a:cubicBezTo>
                  <a:cubicBezTo>
                    <a:pt x="459" y="402"/>
                    <a:pt x="459" y="402"/>
                    <a:pt x="459" y="402"/>
                  </a:cubicBezTo>
                  <a:cubicBezTo>
                    <a:pt x="458" y="402"/>
                    <a:pt x="457" y="401"/>
                    <a:pt x="456" y="401"/>
                  </a:cubicBezTo>
                  <a:cubicBezTo>
                    <a:pt x="456" y="401"/>
                    <a:pt x="456" y="401"/>
                    <a:pt x="456" y="401"/>
                  </a:cubicBezTo>
                  <a:cubicBezTo>
                    <a:pt x="456" y="402"/>
                    <a:pt x="457" y="402"/>
                    <a:pt x="457" y="402"/>
                  </a:cubicBezTo>
                  <a:cubicBezTo>
                    <a:pt x="458" y="402"/>
                    <a:pt x="458" y="402"/>
                    <a:pt x="459" y="402"/>
                  </a:cubicBezTo>
                  <a:cubicBezTo>
                    <a:pt x="458" y="403"/>
                    <a:pt x="458" y="402"/>
                    <a:pt x="457" y="402"/>
                  </a:cubicBezTo>
                  <a:cubicBezTo>
                    <a:pt x="457" y="402"/>
                    <a:pt x="458" y="403"/>
                    <a:pt x="458" y="403"/>
                  </a:cubicBezTo>
                  <a:cubicBezTo>
                    <a:pt x="457" y="403"/>
                    <a:pt x="457" y="402"/>
                    <a:pt x="456" y="402"/>
                  </a:cubicBezTo>
                  <a:cubicBezTo>
                    <a:pt x="456" y="402"/>
                    <a:pt x="455" y="401"/>
                    <a:pt x="455" y="402"/>
                  </a:cubicBezTo>
                  <a:cubicBezTo>
                    <a:pt x="455" y="402"/>
                    <a:pt x="455" y="402"/>
                    <a:pt x="456" y="402"/>
                  </a:cubicBezTo>
                  <a:cubicBezTo>
                    <a:pt x="455" y="402"/>
                    <a:pt x="455" y="402"/>
                    <a:pt x="455" y="402"/>
                  </a:cubicBezTo>
                  <a:cubicBezTo>
                    <a:pt x="455" y="402"/>
                    <a:pt x="455" y="402"/>
                    <a:pt x="455" y="403"/>
                  </a:cubicBezTo>
                  <a:cubicBezTo>
                    <a:pt x="455" y="403"/>
                    <a:pt x="456" y="403"/>
                    <a:pt x="456" y="403"/>
                  </a:cubicBezTo>
                  <a:cubicBezTo>
                    <a:pt x="456" y="403"/>
                    <a:pt x="456" y="403"/>
                    <a:pt x="456" y="403"/>
                  </a:cubicBezTo>
                  <a:cubicBezTo>
                    <a:pt x="456" y="403"/>
                    <a:pt x="456" y="404"/>
                    <a:pt x="456" y="404"/>
                  </a:cubicBezTo>
                  <a:cubicBezTo>
                    <a:pt x="457" y="404"/>
                    <a:pt x="458" y="404"/>
                    <a:pt x="457" y="403"/>
                  </a:cubicBezTo>
                  <a:cubicBezTo>
                    <a:pt x="457" y="403"/>
                    <a:pt x="458" y="403"/>
                    <a:pt x="458" y="403"/>
                  </a:cubicBezTo>
                  <a:cubicBezTo>
                    <a:pt x="458" y="403"/>
                    <a:pt x="458" y="403"/>
                    <a:pt x="458" y="403"/>
                  </a:cubicBezTo>
                  <a:cubicBezTo>
                    <a:pt x="458" y="403"/>
                    <a:pt x="459" y="404"/>
                    <a:pt x="459" y="403"/>
                  </a:cubicBezTo>
                  <a:cubicBezTo>
                    <a:pt x="459" y="403"/>
                    <a:pt x="459" y="403"/>
                    <a:pt x="459" y="403"/>
                  </a:cubicBezTo>
                  <a:cubicBezTo>
                    <a:pt x="459" y="403"/>
                    <a:pt x="459" y="404"/>
                    <a:pt x="459" y="404"/>
                  </a:cubicBezTo>
                  <a:cubicBezTo>
                    <a:pt x="460" y="404"/>
                    <a:pt x="459" y="403"/>
                    <a:pt x="460" y="403"/>
                  </a:cubicBezTo>
                  <a:cubicBezTo>
                    <a:pt x="460" y="403"/>
                    <a:pt x="460" y="404"/>
                    <a:pt x="460" y="404"/>
                  </a:cubicBezTo>
                  <a:cubicBezTo>
                    <a:pt x="460" y="404"/>
                    <a:pt x="460" y="403"/>
                    <a:pt x="461" y="404"/>
                  </a:cubicBezTo>
                  <a:cubicBezTo>
                    <a:pt x="460" y="403"/>
                    <a:pt x="461" y="403"/>
                    <a:pt x="461" y="403"/>
                  </a:cubicBezTo>
                  <a:cubicBezTo>
                    <a:pt x="461" y="403"/>
                    <a:pt x="460" y="403"/>
                    <a:pt x="460" y="403"/>
                  </a:cubicBezTo>
                  <a:cubicBezTo>
                    <a:pt x="460" y="403"/>
                    <a:pt x="461" y="403"/>
                    <a:pt x="461" y="403"/>
                  </a:cubicBezTo>
                  <a:cubicBezTo>
                    <a:pt x="461" y="403"/>
                    <a:pt x="460" y="403"/>
                    <a:pt x="460" y="402"/>
                  </a:cubicBezTo>
                  <a:cubicBezTo>
                    <a:pt x="461" y="402"/>
                    <a:pt x="461" y="403"/>
                    <a:pt x="461" y="403"/>
                  </a:cubicBezTo>
                  <a:cubicBezTo>
                    <a:pt x="461" y="403"/>
                    <a:pt x="461" y="402"/>
                    <a:pt x="461" y="402"/>
                  </a:cubicBezTo>
                  <a:cubicBezTo>
                    <a:pt x="462" y="402"/>
                    <a:pt x="461" y="403"/>
                    <a:pt x="462" y="403"/>
                  </a:cubicBezTo>
                  <a:cubicBezTo>
                    <a:pt x="462" y="403"/>
                    <a:pt x="462" y="403"/>
                    <a:pt x="462" y="403"/>
                  </a:cubicBezTo>
                  <a:cubicBezTo>
                    <a:pt x="462" y="404"/>
                    <a:pt x="461" y="404"/>
                    <a:pt x="462" y="404"/>
                  </a:cubicBezTo>
                  <a:cubicBezTo>
                    <a:pt x="462" y="404"/>
                    <a:pt x="463" y="404"/>
                    <a:pt x="463" y="404"/>
                  </a:cubicBezTo>
                  <a:cubicBezTo>
                    <a:pt x="463" y="403"/>
                    <a:pt x="464" y="404"/>
                    <a:pt x="463" y="403"/>
                  </a:cubicBezTo>
                  <a:cubicBezTo>
                    <a:pt x="464" y="403"/>
                    <a:pt x="464" y="404"/>
                    <a:pt x="464" y="405"/>
                  </a:cubicBezTo>
                  <a:cubicBezTo>
                    <a:pt x="464" y="405"/>
                    <a:pt x="465" y="404"/>
                    <a:pt x="465" y="404"/>
                  </a:cubicBezTo>
                  <a:cubicBezTo>
                    <a:pt x="465" y="404"/>
                    <a:pt x="466" y="404"/>
                    <a:pt x="466" y="404"/>
                  </a:cubicBezTo>
                  <a:cubicBezTo>
                    <a:pt x="466" y="404"/>
                    <a:pt x="465" y="404"/>
                    <a:pt x="465" y="405"/>
                  </a:cubicBezTo>
                  <a:cubicBezTo>
                    <a:pt x="466" y="405"/>
                    <a:pt x="466" y="404"/>
                    <a:pt x="467" y="404"/>
                  </a:cubicBezTo>
                  <a:cubicBezTo>
                    <a:pt x="468" y="404"/>
                    <a:pt x="467" y="404"/>
                    <a:pt x="467" y="404"/>
                  </a:cubicBezTo>
                  <a:cubicBezTo>
                    <a:pt x="467" y="403"/>
                    <a:pt x="468" y="403"/>
                    <a:pt x="468" y="404"/>
                  </a:cubicBezTo>
                  <a:cubicBezTo>
                    <a:pt x="468" y="404"/>
                    <a:pt x="467" y="405"/>
                    <a:pt x="467" y="405"/>
                  </a:cubicBezTo>
                  <a:cubicBezTo>
                    <a:pt x="466" y="405"/>
                    <a:pt x="466" y="406"/>
                    <a:pt x="467" y="405"/>
                  </a:cubicBezTo>
                  <a:cubicBezTo>
                    <a:pt x="467" y="405"/>
                    <a:pt x="468" y="405"/>
                    <a:pt x="468" y="405"/>
                  </a:cubicBezTo>
                  <a:cubicBezTo>
                    <a:pt x="468" y="405"/>
                    <a:pt x="470" y="405"/>
                    <a:pt x="470" y="405"/>
                  </a:cubicBezTo>
                  <a:cubicBezTo>
                    <a:pt x="470" y="405"/>
                    <a:pt x="470" y="404"/>
                    <a:pt x="470" y="404"/>
                  </a:cubicBezTo>
                  <a:cubicBezTo>
                    <a:pt x="471" y="404"/>
                    <a:pt x="470" y="405"/>
                    <a:pt x="470" y="405"/>
                  </a:cubicBezTo>
                  <a:cubicBezTo>
                    <a:pt x="470" y="405"/>
                    <a:pt x="471" y="406"/>
                    <a:pt x="471" y="406"/>
                  </a:cubicBezTo>
                  <a:cubicBezTo>
                    <a:pt x="471" y="406"/>
                    <a:pt x="472" y="406"/>
                    <a:pt x="472" y="405"/>
                  </a:cubicBezTo>
                  <a:cubicBezTo>
                    <a:pt x="472" y="405"/>
                    <a:pt x="472" y="405"/>
                    <a:pt x="472" y="405"/>
                  </a:cubicBezTo>
                  <a:cubicBezTo>
                    <a:pt x="472" y="405"/>
                    <a:pt x="472" y="405"/>
                    <a:pt x="472" y="405"/>
                  </a:cubicBezTo>
                  <a:cubicBezTo>
                    <a:pt x="472" y="405"/>
                    <a:pt x="473" y="406"/>
                    <a:pt x="473" y="405"/>
                  </a:cubicBezTo>
                  <a:cubicBezTo>
                    <a:pt x="473" y="405"/>
                    <a:pt x="473" y="405"/>
                    <a:pt x="473" y="405"/>
                  </a:cubicBezTo>
                  <a:cubicBezTo>
                    <a:pt x="473" y="405"/>
                    <a:pt x="472" y="404"/>
                    <a:pt x="473" y="404"/>
                  </a:cubicBezTo>
                  <a:cubicBezTo>
                    <a:pt x="473" y="404"/>
                    <a:pt x="473" y="405"/>
                    <a:pt x="474" y="405"/>
                  </a:cubicBezTo>
                  <a:cubicBezTo>
                    <a:pt x="475" y="406"/>
                    <a:pt x="475" y="404"/>
                    <a:pt x="474" y="404"/>
                  </a:cubicBezTo>
                  <a:close/>
                  <a:moveTo>
                    <a:pt x="465" y="406"/>
                  </a:moveTo>
                  <a:cubicBezTo>
                    <a:pt x="465" y="406"/>
                    <a:pt x="465" y="406"/>
                    <a:pt x="464" y="406"/>
                  </a:cubicBezTo>
                  <a:cubicBezTo>
                    <a:pt x="464" y="406"/>
                    <a:pt x="463" y="405"/>
                    <a:pt x="462" y="405"/>
                  </a:cubicBezTo>
                  <a:cubicBezTo>
                    <a:pt x="461" y="405"/>
                    <a:pt x="462" y="406"/>
                    <a:pt x="462" y="406"/>
                  </a:cubicBezTo>
                  <a:cubicBezTo>
                    <a:pt x="463" y="407"/>
                    <a:pt x="462" y="406"/>
                    <a:pt x="462" y="406"/>
                  </a:cubicBezTo>
                  <a:cubicBezTo>
                    <a:pt x="463" y="406"/>
                    <a:pt x="463" y="407"/>
                    <a:pt x="463" y="407"/>
                  </a:cubicBezTo>
                  <a:cubicBezTo>
                    <a:pt x="463" y="406"/>
                    <a:pt x="463" y="406"/>
                    <a:pt x="463" y="406"/>
                  </a:cubicBezTo>
                  <a:cubicBezTo>
                    <a:pt x="463" y="406"/>
                    <a:pt x="463" y="406"/>
                    <a:pt x="464" y="406"/>
                  </a:cubicBezTo>
                  <a:cubicBezTo>
                    <a:pt x="464" y="406"/>
                    <a:pt x="464" y="406"/>
                    <a:pt x="465" y="406"/>
                  </a:cubicBezTo>
                  <a:cubicBezTo>
                    <a:pt x="465" y="406"/>
                    <a:pt x="464" y="406"/>
                    <a:pt x="464" y="406"/>
                  </a:cubicBezTo>
                  <a:cubicBezTo>
                    <a:pt x="465" y="406"/>
                    <a:pt x="466" y="407"/>
                    <a:pt x="466" y="406"/>
                  </a:cubicBezTo>
                  <a:cubicBezTo>
                    <a:pt x="466" y="406"/>
                    <a:pt x="466" y="406"/>
                    <a:pt x="465" y="40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22" name="Chad">
              <a:extLst>
                <a:ext uri="{FF2B5EF4-FFF2-40B4-BE49-F238E27FC236}">
                  <a16:creationId xmlns:a16="http://schemas.microsoft.com/office/drawing/2014/main" id="{0A788EFD-13E1-5521-DD89-8D7625E6988E}"/>
                </a:ext>
              </a:extLst>
            </p:cNvPr>
            <p:cNvSpPr>
              <a:spLocks/>
            </p:cNvSpPr>
            <p:nvPr/>
          </p:nvSpPr>
          <p:spPr bwMode="auto">
            <a:xfrm>
              <a:off x="6157361" y="3129857"/>
              <a:ext cx="357760" cy="623385"/>
            </a:xfrm>
            <a:custGeom>
              <a:avLst/>
              <a:gdLst/>
              <a:ahLst/>
              <a:cxnLst>
                <a:cxn ang="0">
                  <a:pos x="100" y="57"/>
                </a:cxn>
                <a:cxn ang="0">
                  <a:pos x="97" y="42"/>
                </a:cxn>
                <a:cxn ang="0">
                  <a:pos x="32" y="5"/>
                </a:cxn>
                <a:cxn ang="0">
                  <a:pos x="18" y="3"/>
                </a:cxn>
                <a:cxn ang="0">
                  <a:pos x="14" y="8"/>
                </a:cxn>
                <a:cxn ang="0">
                  <a:pos x="16" y="20"/>
                </a:cxn>
                <a:cxn ang="0">
                  <a:pos x="19" y="26"/>
                </a:cxn>
                <a:cxn ang="0">
                  <a:pos x="21" y="32"/>
                </a:cxn>
                <a:cxn ang="0">
                  <a:pos x="22" y="38"/>
                </a:cxn>
                <a:cxn ang="0">
                  <a:pos x="19" y="68"/>
                </a:cxn>
                <a:cxn ang="0">
                  <a:pos x="15" y="77"/>
                </a:cxn>
                <a:cxn ang="0">
                  <a:pos x="3" y="95"/>
                </a:cxn>
                <a:cxn ang="0">
                  <a:pos x="0" y="99"/>
                </a:cxn>
                <a:cxn ang="0">
                  <a:pos x="3" y="110"/>
                </a:cxn>
                <a:cxn ang="0">
                  <a:pos x="10" y="118"/>
                </a:cxn>
                <a:cxn ang="0">
                  <a:pos x="13" y="122"/>
                </a:cxn>
                <a:cxn ang="0">
                  <a:pos x="15" y="130"/>
                </a:cxn>
                <a:cxn ang="0">
                  <a:pos x="15" y="138"/>
                </a:cxn>
                <a:cxn ang="0">
                  <a:pos x="17" y="143"/>
                </a:cxn>
                <a:cxn ang="0">
                  <a:pos x="20" y="149"/>
                </a:cxn>
                <a:cxn ang="0">
                  <a:pos x="14" y="149"/>
                </a:cxn>
                <a:cxn ang="0">
                  <a:pos x="7" y="149"/>
                </a:cxn>
                <a:cxn ang="0">
                  <a:pos x="7" y="154"/>
                </a:cxn>
                <a:cxn ang="0">
                  <a:pos x="13" y="161"/>
                </a:cxn>
                <a:cxn ang="0">
                  <a:pos x="18" y="168"/>
                </a:cxn>
                <a:cxn ang="0">
                  <a:pos x="21" y="174"/>
                </a:cxn>
                <a:cxn ang="0">
                  <a:pos x="22" y="176"/>
                </a:cxn>
                <a:cxn ang="0">
                  <a:pos x="28" y="174"/>
                </a:cxn>
                <a:cxn ang="0">
                  <a:pos x="30" y="173"/>
                </a:cxn>
                <a:cxn ang="0">
                  <a:pos x="32" y="175"/>
                </a:cxn>
                <a:cxn ang="0">
                  <a:pos x="34" y="174"/>
                </a:cxn>
                <a:cxn ang="0">
                  <a:pos x="36" y="173"/>
                </a:cxn>
                <a:cxn ang="0">
                  <a:pos x="39" y="171"/>
                </a:cxn>
                <a:cxn ang="0">
                  <a:pos x="42" y="171"/>
                </a:cxn>
                <a:cxn ang="0">
                  <a:pos x="50" y="170"/>
                </a:cxn>
                <a:cxn ang="0">
                  <a:pos x="53" y="166"/>
                </a:cxn>
                <a:cxn ang="0">
                  <a:pos x="56" y="159"/>
                </a:cxn>
                <a:cxn ang="0">
                  <a:pos x="62" y="159"/>
                </a:cxn>
                <a:cxn ang="0">
                  <a:pos x="64" y="158"/>
                </a:cxn>
                <a:cxn ang="0">
                  <a:pos x="68" y="157"/>
                </a:cxn>
                <a:cxn ang="0">
                  <a:pos x="69" y="156"/>
                </a:cxn>
                <a:cxn ang="0">
                  <a:pos x="73" y="152"/>
                </a:cxn>
                <a:cxn ang="0">
                  <a:pos x="78" y="146"/>
                </a:cxn>
                <a:cxn ang="0">
                  <a:pos x="82" y="140"/>
                </a:cxn>
                <a:cxn ang="0">
                  <a:pos x="86" y="138"/>
                </a:cxn>
                <a:cxn ang="0">
                  <a:pos x="90" y="138"/>
                </a:cxn>
                <a:cxn ang="0">
                  <a:pos x="90" y="133"/>
                </a:cxn>
                <a:cxn ang="0">
                  <a:pos x="88" y="126"/>
                </a:cxn>
                <a:cxn ang="0">
                  <a:pos x="86" y="121"/>
                </a:cxn>
                <a:cxn ang="0">
                  <a:pos x="83" y="119"/>
                </a:cxn>
                <a:cxn ang="0">
                  <a:pos x="84" y="112"/>
                </a:cxn>
                <a:cxn ang="0">
                  <a:pos x="83" y="108"/>
                </a:cxn>
                <a:cxn ang="0">
                  <a:pos x="83" y="106"/>
                </a:cxn>
                <a:cxn ang="0">
                  <a:pos x="87" y="102"/>
                </a:cxn>
                <a:cxn ang="0">
                  <a:pos x="86" y="100"/>
                </a:cxn>
                <a:cxn ang="0">
                  <a:pos x="88" y="97"/>
                </a:cxn>
                <a:cxn ang="0">
                  <a:pos x="89" y="94"/>
                </a:cxn>
                <a:cxn ang="0">
                  <a:pos x="92" y="86"/>
                </a:cxn>
                <a:cxn ang="0">
                  <a:pos x="100" y="85"/>
                </a:cxn>
              </a:cxnLst>
              <a:rect l="0" t="0" r="r" b="b"/>
              <a:pathLst>
                <a:path w="101" h="176">
                  <a:moveTo>
                    <a:pt x="101" y="83"/>
                  </a:moveTo>
                  <a:cubicBezTo>
                    <a:pt x="101" y="81"/>
                    <a:pt x="101" y="79"/>
                    <a:pt x="101" y="77"/>
                  </a:cubicBezTo>
                  <a:cubicBezTo>
                    <a:pt x="101" y="69"/>
                    <a:pt x="100" y="66"/>
                    <a:pt x="100" y="57"/>
                  </a:cubicBezTo>
                  <a:cubicBezTo>
                    <a:pt x="100" y="55"/>
                    <a:pt x="100" y="48"/>
                    <a:pt x="100" y="46"/>
                  </a:cubicBezTo>
                  <a:cubicBezTo>
                    <a:pt x="100" y="45"/>
                    <a:pt x="100" y="44"/>
                    <a:pt x="100" y="44"/>
                  </a:cubicBezTo>
                  <a:cubicBezTo>
                    <a:pt x="99" y="43"/>
                    <a:pt x="98" y="43"/>
                    <a:pt x="97" y="42"/>
                  </a:cubicBezTo>
                  <a:cubicBezTo>
                    <a:pt x="94" y="40"/>
                    <a:pt x="90" y="38"/>
                    <a:pt x="87" y="36"/>
                  </a:cubicBezTo>
                  <a:cubicBezTo>
                    <a:pt x="73" y="28"/>
                    <a:pt x="67" y="24"/>
                    <a:pt x="53" y="16"/>
                  </a:cubicBezTo>
                  <a:cubicBezTo>
                    <a:pt x="49" y="14"/>
                    <a:pt x="36" y="7"/>
                    <a:pt x="32" y="5"/>
                  </a:cubicBezTo>
                  <a:cubicBezTo>
                    <a:pt x="31" y="4"/>
                    <a:pt x="29" y="3"/>
                    <a:pt x="27" y="2"/>
                  </a:cubicBezTo>
                  <a:cubicBezTo>
                    <a:pt x="26" y="2"/>
                    <a:pt x="24" y="0"/>
                    <a:pt x="23" y="1"/>
                  </a:cubicBezTo>
                  <a:cubicBezTo>
                    <a:pt x="21" y="1"/>
                    <a:pt x="20" y="2"/>
                    <a:pt x="18" y="3"/>
                  </a:cubicBezTo>
                  <a:cubicBezTo>
                    <a:pt x="18" y="4"/>
                    <a:pt x="17" y="4"/>
                    <a:pt x="16" y="4"/>
                  </a:cubicBezTo>
                  <a:cubicBezTo>
                    <a:pt x="15" y="5"/>
                    <a:pt x="15" y="5"/>
                    <a:pt x="14" y="5"/>
                  </a:cubicBezTo>
                  <a:cubicBezTo>
                    <a:pt x="14" y="6"/>
                    <a:pt x="14" y="7"/>
                    <a:pt x="14" y="8"/>
                  </a:cubicBezTo>
                  <a:cubicBezTo>
                    <a:pt x="14" y="9"/>
                    <a:pt x="15" y="10"/>
                    <a:pt x="15" y="11"/>
                  </a:cubicBezTo>
                  <a:cubicBezTo>
                    <a:pt x="15" y="13"/>
                    <a:pt x="16" y="15"/>
                    <a:pt x="16" y="17"/>
                  </a:cubicBezTo>
                  <a:cubicBezTo>
                    <a:pt x="16" y="18"/>
                    <a:pt x="16" y="19"/>
                    <a:pt x="16" y="20"/>
                  </a:cubicBezTo>
                  <a:cubicBezTo>
                    <a:pt x="16" y="21"/>
                    <a:pt x="16" y="21"/>
                    <a:pt x="16" y="22"/>
                  </a:cubicBezTo>
                  <a:cubicBezTo>
                    <a:pt x="16" y="23"/>
                    <a:pt x="17" y="23"/>
                    <a:pt x="17" y="24"/>
                  </a:cubicBezTo>
                  <a:cubicBezTo>
                    <a:pt x="18" y="24"/>
                    <a:pt x="18" y="25"/>
                    <a:pt x="19" y="26"/>
                  </a:cubicBezTo>
                  <a:cubicBezTo>
                    <a:pt x="19" y="26"/>
                    <a:pt x="20" y="27"/>
                    <a:pt x="20" y="28"/>
                  </a:cubicBezTo>
                  <a:cubicBezTo>
                    <a:pt x="19" y="29"/>
                    <a:pt x="19" y="29"/>
                    <a:pt x="19" y="30"/>
                  </a:cubicBezTo>
                  <a:cubicBezTo>
                    <a:pt x="20" y="31"/>
                    <a:pt x="21" y="31"/>
                    <a:pt x="21" y="32"/>
                  </a:cubicBezTo>
                  <a:cubicBezTo>
                    <a:pt x="22" y="32"/>
                    <a:pt x="22" y="33"/>
                    <a:pt x="23" y="34"/>
                  </a:cubicBezTo>
                  <a:cubicBezTo>
                    <a:pt x="23" y="34"/>
                    <a:pt x="24" y="35"/>
                    <a:pt x="23" y="35"/>
                  </a:cubicBezTo>
                  <a:cubicBezTo>
                    <a:pt x="23" y="36"/>
                    <a:pt x="22" y="37"/>
                    <a:pt x="22" y="38"/>
                  </a:cubicBezTo>
                  <a:cubicBezTo>
                    <a:pt x="21" y="39"/>
                    <a:pt x="21" y="41"/>
                    <a:pt x="21" y="43"/>
                  </a:cubicBezTo>
                  <a:cubicBezTo>
                    <a:pt x="21" y="47"/>
                    <a:pt x="20" y="51"/>
                    <a:pt x="20" y="55"/>
                  </a:cubicBezTo>
                  <a:cubicBezTo>
                    <a:pt x="20" y="59"/>
                    <a:pt x="20" y="63"/>
                    <a:pt x="19" y="68"/>
                  </a:cubicBezTo>
                  <a:cubicBezTo>
                    <a:pt x="19" y="69"/>
                    <a:pt x="19" y="70"/>
                    <a:pt x="19" y="71"/>
                  </a:cubicBezTo>
                  <a:cubicBezTo>
                    <a:pt x="19" y="72"/>
                    <a:pt x="19" y="73"/>
                    <a:pt x="19" y="73"/>
                  </a:cubicBezTo>
                  <a:cubicBezTo>
                    <a:pt x="17" y="74"/>
                    <a:pt x="16" y="76"/>
                    <a:pt x="15" y="77"/>
                  </a:cubicBezTo>
                  <a:cubicBezTo>
                    <a:pt x="13" y="80"/>
                    <a:pt x="10" y="83"/>
                    <a:pt x="8" y="86"/>
                  </a:cubicBezTo>
                  <a:cubicBezTo>
                    <a:pt x="7" y="88"/>
                    <a:pt x="6" y="89"/>
                    <a:pt x="5" y="91"/>
                  </a:cubicBezTo>
                  <a:cubicBezTo>
                    <a:pt x="4" y="92"/>
                    <a:pt x="3" y="94"/>
                    <a:pt x="3" y="95"/>
                  </a:cubicBezTo>
                  <a:cubicBezTo>
                    <a:pt x="3" y="96"/>
                    <a:pt x="3" y="96"/>
                    <a:pt x="2" y="97"/>
                  </a:cubicBezTo>
                  <a:cubicBezTo>
                    <a:pt x="2" y="97"/>
                    <a:pt x="2" y="97"/>
                    <a:pt x="2" y="98"/>
                  </a:cubicBezTo>
                  <a:cubicBezTo>
                    <a:pt x="2" y="99"/>
                    <a:pt x="1" y="99"/>
                    <a:pt x="0" y="99"/>
                  </a:cubicBezTo>
                  <a:cubicBezTo>
                    <a:pt x="0" y="99"/>
                    <a:pt x="0" y="100"/>
                    <a:pt x="0" y="100"/>
                  </a:cubicBezTo>
                  <a:cubicBezTo>
                    <a:pt x="0" y="102"/>
                    <a:pt x="1" y="104"/>
                    <a:pt x="1" y="106"/>
                  </a:cubicBezTo>
                  <a:cubicBezTo>
                    <a:pt x="1" y="107"/>
                    <a:pt x="2" y="109"/>
                    <a:pt x="3" y="110"/>
                  </a:cubicBezTo>
                  <a:cubicBezTo>
                    <a:pt x="4" y="111"/>
                    <a:pt x="5" y="113"/>
                    <a:pt x="6" y="114"/>
                  </a:cubicBezTo>
                  <a:cubicBezTo>
                    <a:pt x="7" y="115"/>
                    <a:pt x="8" y="114"/>
                    <a:pt x="9" y="115"/>
                  </a:cubicBezTo>
                  <a:cubicBezTo>
                    <a:pt x="10" y="115"/>
                    <a:pt x="10" y="117"/>
                    <a:pt x="10" y="118"/>
                  </a:cubicBezTo>
                  <a:cubicBezTo>
                    <a:pt x="11" y="119"/>
                    <a:pt x="12" y="118"/>
                    <a:pt x="12" y="119"/>
                  </a:cubicBezTo>
                  <a:cubicBezTo>
                    <a:pt x="12" y="119"/>
                    <a:pt x="13" y="119"/>
                    <a:pt x="13" y="120"/>
                  </a:cubicBezTo>
                  <a:cubicBezTo>
                    <a:pt x="13" y="120"/>
                    <a:pt x="13" y="121"/>
                    <a:pt x="13" y="122"/>
                  </a:cubicBezTo>
                  <a:cubicBezTo>
                    <a:pt x="14" y="123"/>
                    <a:pt x="13" y="125"/>
                    <a:pt x="15" y="125"/>
                  </a:cubicBezTo>
                  <a:cubicBezTo>
                    <a:pt x="16" y="125"/>
                    <a:pt x="15" y="128"/>
                    <a:pt x="15" y="128"/>
                  </a:cubicBezTo>
                  <a:cubicBezTo>
                    <a:pt x="16" y="129"/>
                    <a:pt x="15" y="129"/>
                    <a:pt x="15" y="130"/>
                  </a:cubicBezTo>
                  <a:cubicBezTo>
                    <a:pt x="16" y="131"/>
                    <a:pt x="16" y="131"/>
                    <a:pt x="16" y="132"/>
                  </a:cubicBezTo>
                  <a:cubicBezTo>
                    <a:pt x="15" y="133"/>
                    <a:pt x="15" y="134"/>
                    <a:pt x="15" y="135"/>
                  </a:cubicBezTo>
                  <a:cubicBezTo>
                    <a:pt x="15" y="136"/>
                    <a:pt x="15" y="137"/>
                    <a:pt x="15" y="138"/>
                  </a:cubicBezTo>
                  <a:cubicBezTo>
                    <a:pt x="15" y="138"/>
                    <a:pt x="15" y="139"/>
                    <a:pt x="16" y="140"/>
                  </a:cubicBezTo>
                  <a:cubicBezTo>
                    <a:pt x="16" y="141"/>
                    <a:pt x="16" y="141"/>
                    <a:pt x="16" y="142"/>
                  </a:cubicBezTo>
                  <a:cubicBezTo>
                    <a:pt x="16" y="143"/>
                    <a:pt x="17" y="143"/>
                    <a:pt x="17" y="143"/>
                  </a:cubicBezTo>
                  <a:cubicBezTo>
                    <a:pt x="17" y="144"/>
                    <a:pt x="17" y="145"/>
                    <a:pt x="18" y="145"/>
                  </a:cubicBezTo>
                  <a:cubicBezTo>
                    <a:pt x="19" y="146"/>
                    <a:pt x="20" y="147"/>
                    <a:pt x="21" y="148"/>
                  </a:cubicBezTo>
                  <a:cubicBezTo>
                    <a:pt x="22" y="149"/>
                    <a:pt x="21" y="149"/>
                    <a:pt x="20" y="149"/>
                  </a:cubicBezTo>
                  <a:cubicBezTo>
                    <a:pt x="19" y="149"/>
                    <a:pt x="19" y="149"/>
                    <a:pt x="18" y="149"/>
                  </a:cubicBezTo>
                  <a:cubicBezTo>
                    <a:pt x="17" y="149"/>
                    <a:pt x="16" y="148"/>
                    <a:pt x="16" y="149"/>
                  </a:cubicBezTo>
                  <a:cubicBezTo>
                    <a:pt x="15" y="149"/>
                    <a:pt x="14" y="149"/>
                    <a:pt x="14" y="149"/>
                  </a:cubicBezTo>
                  <a:cubicBezTo>
                    <a:pt x="13" y="149"/>
                    <a:pt x="12" y="149"/>
                    <a:pt x="11" y="149"/>
                  </a:cubicBezTo>
                  <a:cubicBezTo>
                    <a:pt x="11" y="149"/>
                    <a:pt x="10" y="148"/>
                    <a:pt x="9" y="148"/>
                  </a:cubicBezTo>
                  <a:cubicBezTo>
                    <a:pt x="8" y="148"/>
                    <a:pt x="7" y="148"/>
                    <a:pt x="7" y="149"/>
                  </a:cubicBezTo>
                  <a:cubicBezTo>
                    <a:pt x="6" y="150"/>
                    <a:pt x="5" y="151"/>
                    <a:pt x="5" y="152"/>
                  </a:cubicBezTo>
                  <a:cubicBezTo>
                    <a:pt x="5" y="152"/>
                    <a:pt x="5" y="153"/>
                    <a:pt x="5" y="153"/>
                  </a:cubicBezTo>
                  <a:cubicBezTo>
                    <a:pt x="6" y="153"/>
                    <a:pt x="6" y="154"/>
                    <a:pt x="7" y="154"/>
                  </a:cubicBezTo>
                  <a:cubicBezTo>
                    <a:pt x="8" y="156"/>
                    <a:pt x="9" y="157"/>
                    <a:pt x="10" y="159"/>
                  </a:cubicBezTo>
                  <a:cubicBezTo>
                    <a:pt x="10" y="159"/>
                    <a:pt x="11" y="160"/>
                    <a:pt x="11" y="160"/>
                  </a:cubicBezTo>
                  <a:cubicBezTo>
                    <a:pt x="12" y="160"/>
                    <a:pt x="13" y="161"/>
                    <a:pt x="13" y="161"/>
                  </a:cubicBezTo>
                  <a:cubicBezTo>
                    <a:pt x="14" y="161"/>
                    <a:pt x="14" y="162"/>
                    <a:pt x="14" y="163"/>
                  </a:cubicBezTo>
                  <a:cubicBezTo>
                    <a:pt x="14" y="163"/>
                    <a:pt x="15" y="163"/>
                    <a:pt x="16" y="163"/>
                  </a:cubicBezTo>
                  <a:cubicBezTo>
                    <a:pt x="17" y="165"/>
                    <a:pt x="17" y="166"/>
                    <a:pt x="18" y="168"/>
                  </a:cubicBezTo>
                  <a:cubicBezTo>
                    <a:pt x="18" y="169"/>
                    <a:pt x="19" y="170"/>
                    <a:pt x="19" y="170"/>
                  </a:cubicBezTo>
                  <a:cubicBezTo>
                    <a:pt x="19" y="171"/>
                    <a:pt x="19" y="172"/>
                    <a:pt x="19" y="172"/>
                  </a:cubicBezTo>
                  <a:cubicBezTo>
                    <a:pt x="20" y="173"/>
                    <a:pt x="21" y="173"/>
                    <a:pt x="21" y="174"/>
                  </a:cubicBezTo>
                  <a:cubicBezTo>
                    <a:pt x="21" y="174"/>
                    <a:pt x="20" y="175"/>
                    <a:pt x="20" y="176"/>
                  </a:cubicBezTo>
                  <a:cubicBezTo>
                    <a:pt x="20" y="176"/>
                    <a:pt x="21" y="175"/>
                    <a:pt x="21" y="176"/>
                  </a:cubicBezTo>
                  <a:cubicBezTo>
                    <a:pt x="22" y="176"/>
                    <a:pt x="22" y="176"/>
                    <a:pt x="22" y="176"/>
                  </a:cubicBezTo>
                  <a:cubicBezTo>
                    <a:pt x="23" y="176"/>
                    <a:pt x="24" y="176"/>
                    <a:pt x="25" y="175"/>
                  </a:cubicBezTo>
                  <a:cubicBezTo>
                    <a:pt x="25" y="175"/>
                    <a:pt x="26" y="175"/>
                    <a:pt x="27" y="174"/>
                  </a:cubicBezTo>
                  <a:cubicBezTo>
                    <a:pt x="27" y="174"/>
                    <a:pt x="28" y="174"/>
                    <a:pt x="28" y="174"/>
                  </a:cubicBezTo>
                  <a:cubicBezTo>
                    <a:pt x="28" y="173"/>
                    <a:pt x="28" y="173"/>
                    <a:pt x="29" y="173"/>
                  </a:cubicBezTo>
                  <a:cubicBezTo>
                    <a:pt x="29" y="173"/>
                    <a:pt x="30" y="171"/>
                    <a:pt x="30" y="172"/>
                  </a:cubicBezTo>
                  <a:cubicBezTo>
                    <a:pt x="30" y="172"/>
                    <a:pt x="30" y="172"/>
                    <a:pt x="30" y="173"/>
                  </a:cubicBezTo>
                  <a:cubicBezTo>
                    <a:pt x="30" y="173"/>
                    <a:pt x="31" y="173"/>
                    <a:pt x="31" y="173"/>
                  </a:cubicBezTo>
                  <a:cubicBezTo>
                    <a:pt x="31" y="174"/>
                    <a:pt x="31" y="174"/>
                    <a:pt x="31" y="174"/>
                  </a:cubicBezTo>
                  <a:cubicBezTo>
                    <a:pt x="31" y="174"/>
                    <a:pt x="31" y="174"/>
                    <a:pt x="32" y="175"/>
                  </a:cubicBezTo>
                  <a:cubicBezTo>
                    <a:pt x="32" y="175"/>
                    <a:pt x="32" y="176"/>
                    <a:pt x="33" y="175"/>
                  </a:cubicBezTo>
                  <a:cubicBezTo>
                    <a:pt x="33" y="175"/>
                    <a:pt x="33" y="174"/>
                    <a:pt x="34" y="174"/>
                  </a:cubicBezTo>
                  <a:cubicBezTo>
                    <a:pt x="34" y="174"/>
                    <a:pt x="34" y="174"/>
                    <a:pt x="34" y="174"/>
                  </a:cubicBezTo>
                  <a:cubicBezTo>
                    <a:pt x="35" y="174"/>
                    <a:pt x="35" y="174"/>
                    <a:pt x="35" y="174"/>
                  </a:cubicBezTo>
                  <a:cubicBezTo>
                    <a:pt x="35" y="174"/>
                    <a:pt x="35" y="173"/>
                    <a:pt x="35" y="174"/>
                  </a:cubicBezTo>
                  <a:cubicBezTo>
                    <a:pt x="36" y="174"/>
                    <a:pt x="36" y="174"/>
                    <a:pt x="36" y="173"/>
                  </a:cubicBezTo>
                  <a:cubicBezTo>
                    <a:pt x="36" y="173"/>
                    <a:pt x="36" y="173"/>
                    <a:pt x="37" y="172"/>
                  </a:cubicBezTo>
                  <a:cubicBezTo>
                    <a:pt x="37" y="172"/>
                    <a:pt x="38" y="172"/>
                    <a:pt x="38" y="172"/>
                  </a:cubicBezTo>
                  <a:cubicBezTo>
                    <a:pt x="39" y="171"/>
                    <a:pt x="39" y="172"/>
                    <a:pt x="39" y="171"/>
                  </a:cubicBezTo>
                  <a:cubicBezTo>
                    <a:pt x="39" y="171"/>
                    <a:pt x="40" y="171"/>
                    <a:pt x="40" y="171"/>
                  </a:cubicBezTo>
                  <a:cubicBezTo>
                    <a:pt x="40" y="171"/>
                    <a:pt x="40" y="171"/>
                    <a:pt x="40" y="171"/>
                  </a:cubicBezTo>
                  <a:cubicBezTo>
                    <a:pt x="41" y="170"/>
                    <a:pt x="42" y="171"/>
                    <a:pt x="42" y="171"/>
                  </a:cubicBezTo>
                  <a:cubicBezTo>
                    <a:pt x="43" y="171"/>
                    <a:pt x="44" y="170"/>
                    <a:pt x="45" y="170"/>
                  </a:cubicBezTo>
                  <a:cubicBezTo>
                    <a:pt x="46" y="170"/>
                    <a:pt x="47" y="170"/>
                    <a:pt x="47" y="170"/>
                  </a:cubicBezTo>
                  <a:cubicBezTo>
                    <a:pt x="48" y="170"/>
                    <a:pt x="49" y="170"/>
                    <a:pt x="50" y="170"/>
                  </a:cubicBezTo>
                  <a:cubicBezTo>
                    <a:pt x="50" y="170"/>
                    <a:pt x="50" y="169"/>
                    <a:pt x="50" y="168"/>
                  </a:cubicBezTo>
                  <a:cubicBezTo>
                    <a:pt x="51" y="168"/>
                    <a:pt x="51" y="168"/>
                    <a:pt x="52" y="167"/>
                  </a:cubicBezTo>
                  <a:cubicBezTo>
                    <a:pt x="52" y="167"/>
                    <a:pt x="53" y="166"/>
                    <a:pt x="53" y="166"/>
                  </a:cubicBezTo>
                  <a:cubicBezTo>
                    <a:pt x="54" y="165"/>
                    <a:pt x="55" y="163"/>
                    <a:pt x="54" y="162"/>
                  </a:cubicBezTo>
                  <a:cubicBezTo>
                    <a:pt x="54" y="162"/>
                    <a:pt x="52" y="161"/>
                    <a:pt x="53" y="160"/>
                  </a:cubicBezTo>
                  <a:cubicBezTo>
                    <a:pt x="54" y="160"/>
                    <a:pt x="55" y="159"/>
                    <a:pt x="56" y="159"/>
                  </a:cubicBezTo>
                  <a:cubicBezTo>
                    <a:pt x="56" y="159"/>
                    <a:pt x="57" y="159"/>
                    <a:pt x="58" y="159"/>
                  </a:cubicBezTo>
                  <a:cubicBezTo>
                    <a:pt x="59" y="159"/>
                    <a:pt x="59" y="159"/>
                    <a:pt x="60" y="159"/>
                  </a:cubicBezTo>
                  <a:cubicBezTo>
                    <a:pt x="61" y="159"/>
                    <a:pt x="62" y="159"/>
                    <a:pt x="62" y="159"/>
                  </a:cubicBezTo>
                  <a:cubicBezTo>
                    <a:pt x="62" y="159"/>
                    <a:pt x="63" y="158"/>
                    <a:pt x="63" y="158"/>
                  </a:cubicBezTo>
                  <a:cubicBezTo>
                    <a:pt x="63" y="158"/>
                    <a:pt x="64" y="158"/>
                    <a:pt x="64" y="158"/>
                  </a:cubicBezTo>
                  <a:cubicBezTo>
                    <a:pt x="64" y="158"/>
                    <a:pt x="64" y="158"/>
                    <a:pt x="64" y="158"/>
                  </a:cubicBezTo>
                  <a:cubicBezTo>
                    <a:pt x="65" y="158"/>
                    <a:pt x="65" y="158"/>
                    <a:pt x="66" y="158"/>
                  </a:cubicBezTo>
                  <a:cubicBezTo>
                    <a:pt x="67" y="158"/>
                    <a:pt x="67" y="158"/>
                    <a:pt x="68" y="158"/>
                  </a:cubicBezTo>
                  <a:cubicBezTo>
                    <a:pt x="68" y="157"/>
                    <a:pt x="68" y="157"/>
                    <a:pt x="68" y="157"/>
                  </a:cubicBezTo>
                  <a:cubicBezTo>
                    <a:pt x="68" y="157"/>
                    <a:pt x="68" y="157"/>
                    <a:pt x="68" y="157"/>
                  </a:cubicBezTo>
                  <a:cubicBezTo>
                    <a:pt x="68" y="156"/>
                    <a:pt x="68" y="156"/>
                    <a:pt x="68" y="156"/>
                  </a:cubicBezTo>
                  <a:cubicBezTo>
                    <a:pt x="69" y="156"/>
                    <a:pt x="69" y="156"/>
                    <a:pt x="69" y="156"/>
                  </a:cubicBezTo>
                  <a:cubicBezTo>
                    <a:pt x="70" y="155"/>
                    <a:pt x="70" y="156"/>
                    <a:pt x="71" y="155"/>
                  </a:cubicBezTo>
                  <a:cubicBezTo>
                    <a:pt x="71" y="155"/>
                    <a:pt x="71" y="154"/>
                    <a:pt x="72" y="154"/>
                  </a:cubicBezTo>
                  <a:cubicBezTo>
                    <a:pt x="72" y="153"/>
                    <a:pt x="73" y="153"/>
                    <a:pt x="73" y="152"/>
                  </a:cubicBezTo>
                  <a:cubicBezTo>
                    <a:pt x="73" y="151"/>
                    <a:pt x="74" y="151"/>
                    <a:pt x="74" y="150"/>
                  </a:cubicBezTo>
                  <a:cubicBezTo>
                    <a:pt x="74" y="150"/>
                    <a:pt x="75" y="148"/>
                    <a:pt x="76" y="149"/>
                  </a:cubicBezTo>
                  <a:cubicBezTo>
                    <a:pt x="77" y="149"/>
                    <a:pt x="77" y="146"/>
                    <a:pt x="78" y="146"/>
                  </a:cubicBezTo>
                  <a:cubicBezTo>
                    <a:pt x="80" y="146"/>
                    <a:pt x="80" y="144"/>
                    <a:pt x="80" y="143"/>
                  </a:cubicBezTo>
                  <a:cubicBezTo>
                    <a:pt x="79" y="142"/>
                    <a:pt x="79" y="141"/>
                    <a:pt x="80" y="141"/>
                  </a:cubicBezTo>
                  <a:cubicBezTo>
                    <a:pt x="81" y="141"/>
                    <a:pt x="81" y="141"/>
                    <a:pt x="82" y="140"/>
                  </a:cubicBezTo>
                  <a:cubicBezTo>
                    <a:pt x="83" y="140"/>
                    <a:pt x="82" y="140"/>
                    <a:pt x="83" y="139"/>
                  </a:cubicBezTo>
                  <a:cubicBezTo>
                    <a:pt x="83" y="139"/>
                    <a:pt x="84" y="140"/>
                    <a:pt x="84" y="139"/>
                  </a:cubicBezTo>
                  <a:cubicBezTo>
                    <a:pt x="85" y="138"/>
                    <a:pt x="85" y="138"/>
                    <a:pt x="86" y="138"/>
                  </a:cubicBezTo>
                  <a:cubicBezTo>
                    <a:pt x="86" y="138"/>
                    <a:pt x="86" y="138"/>
                    <a:pt x="87" y="137"/>
                  </a:cubicBezTo>
                  <a:cubicBezTo>
                    <a:pt x="87" y="137"/>
                    <a:pt x="87" y="138"/>
                    <a:pt x="87" y="138"/>
                  </a:cubicBezTo>
                  <a:cubicBezTo>
                    <a:pt x="88" y="138"/>
                    <a:pt x="89" y="138"/>
                    <a:pt x="90" y="138"/>
                  </a:cubicBezTo>
                  <a:cubicBezTo>
                    <a:pt x="90" y="138"/>
                    <a:pt x="91" y="138"/>
                    <a:pt x="91" y="138"/>
                  </a:cubicBezTo>
                  <a:cubicBezTo>
                    <a:pt x="91" y="136"/>
                    <a:pt x="92" y="135"/>
                    <a:pt x="91" y="133"/>
                  </a:cubicBezTo>
                  <a:cubicBezTo>
                    <a:pt x="91" y="133"/>
                    <a:pt x="91" y="133"/>
                    <a:pt x="90" y="133"/>
                  </a:cubicBezTo>
                  <a:cubicBezTo>
                    <a:pt x="90" y="133"/>
                    <a:pt x="90" y="132"/>
                    <a:pt x="89" y="132"/>
                  </a:cubicBezTo>
                  <a:cubicBezTo>
                    <a:pt x="88" y="131"/>
                    <a:pt x="88" y="130"/>
                    <a:pt x="88" y="128"/>
                  </a:cubicBezTo>
                  <a:cubicBezTo>
                    <a:pt x="88" y="127"/>
                    <a:pt x="88" y="127"/>
                    <a:pt x="88" y="126"/>
                  </a:cubicBezTo>
                  <a:cubicBezTo>
                    <a:pt x="88" y="125"/>
                    <a:pt x="87" y="126"/>
                    <a:pt x="87" y="126"/>
                  </a:cubicBezTo>
                  <a:cubicBezTo>
                    <a:pt x="87" y="125"/>
                    <a:pt x="87" y="124"/>
                    <a:pt x="86" y="123"/>
                  </a:cubicBezTo>
                  <a:cubicBezTo>
                    <a:pt x="86" y="122"/>
                    <a:pt x="86" y="122"/>
                    <a:pt x="86" y="121"/>
                  </a:cubicBezTo>
                  <a:cubicBezTo>
                    <a:pt x="86" y="121"/>
                    <a:pt x="86" y="120"/>
                    <a:pt x="87" y="120"/>
                  </a:cubicBezTo>
                  <a:cubicBezTo>
                    <a:pt x="87" y="119"/>
                    <a:pt x="85" y="119"/>
                    <a:pt x="85" y="119"/>
                  </a:cubicBezTo>
                  <a:cubicBezTo>
                    <a:pt x="84" y="118"/>
                    <a:pt x="84" y="119"/>
                    <a:pt x="83" y="119"/>
                  </a:cubicBezTo>
                  <a:cubicBezTo>
                    <a:pt x="82" y="120"/>
                    <a:pt x="80" y="119"/>
                    <a:pt x="81" y="117"/>
                  </a:cubicBezTo>
                  <a:cubicBezTo>
                    <a:pt x="81" y="116"/>
                    <a:pt x="81" y="115"/>
                    <a:pt x="82" y="114"/>
                  </a:cubicBezTo>
                  <a:cubicBezTo>
                    <a:pt x="83" y="113"/>
                    <a:pt x="84" y="113"/>
                    <a:pt x="84" y="112"/>
                  </a:cubicBezTo>
                  <a:cubicBezTo>
                    <a:pt x="85" y="112"/>
                    <a:pt x="85" y="112"/>
                    <a:pt x="85" y="111"/>
                  </a:cubicBezTo>
                  <a:cubicBezTo>
                    <a:pt x="84" y="110"/>
                    <a:pt x="84" y="110"/>
                    <a:pt x="84" y="109"/>
                  </a:cubicBezTo>
                  <a:cubicBezTo>
                    <a:pt x="84" y="109"/>
                    <a:pt x="84" y="109"/>
                    <a:pt x="83" y="108"/>
                  </a:cubicBezTo>
                  <a:cubicBezTo>
                    <a:pt x="83" y="108"/>
                    <a:pt x="83" y="108"/>
                    <a:pt x="83" y="107"/>
                  </a:cubicBezTo>
                  <a:cubicBezTo>
                    <a:pt x="83" y="107"/>
                    <a:pt x="83" y="107"/>
                    <a:pt x="83" y="107"/>
                  </a:cubicBezTo>
                  <a:cubicBezTo>
                    <a:pt x="83" y="106"/>
                    <a:pt x="83" y="106"/>
                    <a:pt x="83" y="106"/>
                  </a:cubicBezTo>
                  <a:cubicBezTo>
                    <a:pt x="84" y="105"/>
                    <a:pt x="84" y="105"/>
                    <a:pt x="85" y="104"/>
                  </a:cubicBezTo>
                  <a:cubicBezTo>
                    <a:pt x="86" y="104"/>
                    <a:pt x="86" y="103"/>
                    <a:pt x="87" y="103"/>
                  </a:cubicBezTo>
                  <a:cubicBezTo>
                    <a:pt x="87" y="103"/>
                    <a:pt x="88" y="103"/>
                    <a:pt x="87" y="102"/>
                  </a:cubicBezTo>
                  <a:cubicBezTo>
                    <a:pt x="87" y="102"/>
                    <a:pt x="86" y="102"/>
                    <a:pt x="86" y="101"/>
                  </a:cubicBezTo>
                  <a:cubicBezTo>
                    <a:pt x="86" y="101"/>
                    <a:pt x="86" y="101"/>
                    <a:pt x="86" y="101"/>
                  </a:cubicBezTo>
                  <a:cubicBezTo>
                    <a:pt x="86" y="100"/>
                    <a:pt x="86" y="100"/>
                    <a:pt x="86" y="100"/>
                  </a:cubicBezTo>
                  <a:cubicBezTo>
                    <a:pt x="86" y="99"/>
                    <a:pt x="86" y="99"/>
                    <a:pt x="86" y="99"/>
                  </a:cubicBezTo>
                  <a:cubicBezTo>
                    <a:pt x="85" y="98"/>
                    <a:pt x="86" y="98"/>
                    <a:pt x="87" y="97"/>
                  </a:cubicBezTo>
                  <a:cubicBezTo>
                    <a:pt x="87" y="97"/>
                    <a:pt x="88" y="97"/>
                    <a:pt x="88" y="97"/>
                  </a:cubicBezTo>
                  <a:cubicBezTo>
                    <a:pt x="89" y="96"/>
                    <a:pt x="88" y="96"/>
                    <a:pt x="88" y="95"/>
                  </a:cubicBezTo>
                  <a:cubicBezTo>
                    <a:pt x="88" y="95"/>
                    <a:pt x="89" y="95"/>
                    <a:pt x="89" y="95"/>
                  </a:cubicBezTo>
                  <a:cubicBezTo>
                    <a:pt x="89" y="94"/>
                    <a:pt x="89" y="94"/>
                    <a:pt x="89" y="94"/>
                  </a:cubicBezTo>
                  <a:cubicBezTo>
                    <a:pt x="89" y="93"/>
                    <a:pt x="90" y="93"/>
                    <a:pt x="91" y="92"/>
                  </a:cubicBezTo>
                  <a:cubicBezTo>
                    <a:pt x="92" y="92"/>
                    <a:pt x="91" y="89"/>
                    <a:pt x="91" y="88"/>
                  </a:cubicBezTo>
                  <a:cubicBezTo>
                    <a:pt x="90" y="87"/>
                    <a:pt x="91" y="86"/>
                    <a:pt x="92" y="86"/>
                  </a:cubicBezTo>
                  <a:cubicBezTo>
                    <a:pt x="93" y="85"/>
                    <a:pt x="94" y="86"/>
                    <a:pt x="95" y="86"/>
                  </a:cubicBezTo>
                  <a:cubicBezTo>
                    <a:pt x="96" y="86"/>
                    <a:pt x="97" y="85"/>
                    <a:pt x="97" y="85"/>
                  </a:cubicBezTo>
                  <a:cubicBezTo>
                    <a:pt x="98" y="85"/>
                    <a:pt x="99" y="85"/>
                    <a:pt x="100" y="85"/>
                  </a:cubicBezTo>
                  <a:cubicBezTo>
                    <a:pt x="100" y="86"/>
                    <a:pt x="101" y="86"/>
                    <a:pt x="101" y="85"/>
                  </a:cubicBezTo>
                  <a:cubicBezTo>
                    <a:pt x="101" y="85"/>
                    <a:pt x="101" y="84"/>
                    <a:pt x="101" y="8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23" name="Central African Republic">
              <a:extLst>
                <a:ext uri="{FF2B5EF4-FFF2-40B4-BE49-F238E27FC236}">
                  <a16:creationId xmlns:a16="http://schemas.microsoft.com/office/drawing/2014/main" id="{E4E43686-F6A8-9A74-AF30-9561CB566723}"/>
                </a:ext>
              </a:extLst>
            </p:cNvPr>
            <p:cNvSpPr>
              <a:spLocks/>
            </p:cNvSpPr>
            <p:nvPr/>
          </p:nvSpPr>
          <p:spPr bwMode="auto">
            <a:xfrm>
              <a:off x="6189705" y="3615037"/>
              <a:ext cx="448916" cy="344038"/>
            </a:xfrm>
            <a:custGeom>
              <a:avLst/>
              <a:gdLst/>
              <a:ahLst/>
              <a:cxnLst>
                <a:cxn ang="0">
                  <a:pos x="124" y="59"/>
                </a:cxn>
                <a:cxn ang="0">
                  <a:pos x="120" y="56"/>
                </a:cxn>
                <a:cxn ang="0">
                  <a:pos x="117" y="54"/>
                </a:cxn>
                <a:cxn ang="0">
                  <a:pos x="115" y="51"/>
                </a:cxn>
                <a:cxn ang="0">
                  <a:pos x="113" y="45"/>
                </a:cxn>
                <a:cxn ang="0">
                  <a:pos x="107" y="41"/>
                </a:cxn>
                <a:cxn ang="0">
                  <a:pos x="105" y="36"/>
                </a:cxn>
                <a:cxn ang="0">
                  <a:pos x="100" y="31"/>
                </a:cxn>
                <a:cxn ang="0">
                  <a:pos x="95" y="26"/>
                </a:cxn>
                <a:cxn ang="0">
                  <a:pos x="89" y="23"/>
                </a:cxn>
                <a:cxn ang="0">
                  <a:pos x="89" y="16"/>
                </a:cxn>
                <a:cxn ang="0">
                  <a:pos x="83" y="4"/>
                </a:cxn>
                <a:cxn ang="0">
                  <a:pos x="77" y="1"/>
                </a:cxn>
                <a:cxn ang="0">
                  <a:pos x="72" y="4"/>
                </a:cxn>
                <a:cxn ang="0">
                  <a:pos x="69" y="9"/>
                </a:cxn>
                <a:cxn ang="0">
                  <a:pos x="65" y="14"/>
                </a:cxn>
                <a:cxn ang="0">
                  <a:pos x="61" y="18"/>
                </a:cxn>
                <a:cxn ang="0">
                  <a:pos x="56" y="21"/>
                </a:cxn>
                <a:cxn ang="0">
                  <a:pos x="50" y="22"/>
                </a:cxn>
                <a:cxn ang="0">
                  <a:pos x="44" y="25"/>
                </a:cxn>
                <a:cxn ang="0">
                  <a:pos x="42" y="31"/>
                </a:cxn>
                <a:cxn ang="0">
                  <a:pos x="30" y="34"/>
                </a:cxn>
                <a:cxn ang="0">
                  <a:pos x="27" y="36"/>
                </a:cxn>
                <a:cxn ang="0">
                  <a:pos x="24" y="38"/>
                </a:cxn>
                <a:cxn ang="0">
                  <a:pos x="20" y="36"/>
                </a:cxn>
                <a:cxn ang="0">
                  <a:pos x="15" y="39"/>
                </a:cxn>
                <a:cxn ang="0">
                  <a:pos x="10" y="40"/>
                </a:cxn>
                <a:cxn ang="0">
                  <a:pos x="7" y="46"/>
                </a:cxn>
                <a:cxn ang="0">
                  <a:pos x="1" y="54"/>
                </a:cxn>
                <a:cxn ang="0">
                  <a:pos x="2" y="59"/>
                </a:cxn>
                <a:cxn ang="0">
                  <a:pos x="3" y="66"/>
                </a:cxn>
                <a:cxn ang="0">
                  <a:pos x="5" y="72"/>
                </a:cxn>
                <a:cxn ang="0">
                  <a:pos x="7" y="78"/>
                </a:cxn>
                <a:cxn ang="0">
                  <a:pos x="16" y="88"/>
                </a:cxn>
                <a:cxn ang="0">
                  <a:pos x="17" y="94"/>
                </a:cxn>
                <a:cxn ang="0">
                  <a:pos x="21" y="87"/>
                </a:cxn>
                <a:cxn ang="0">
                  <a:pos x="24" y="82"/>
                </a:cxn>
                <a:cxn ang="0">
                  <a:pos x="28" y="81"/>
                </a:cxn>
                <a:cxn ang="0">
                  <a:pos x="32" y="81"/>
                </a:cxn>
                <a:cxn ang="0">
                  <a:pos x="36" y="82"/>
                </a:cxn>
                <a:cxn ang="0">
                  <a:pos x="39" y="82"/>
                </a:cxn>
                <a:cxn ang="0">
                  <a:pos x="41" y="75"/>
                </a:cxn>
                <a:cxn ang="0">
                  <a:pos x="46" y="67"/>
                </a:cxn>
                <a:cxn ang="0">
                  <a:pos x="50" y="65"/>
                </a:cxn>
                <a:cxn ang="0">
                  <a:pos x="57" y="68"/>
                </a:cxn>
                <a:cxn ang="0">
                  <a:pos x="62" y="73"/>
                </a:cxn>
                <a:cxn ang="0">
                  <a:pos x="67" y="74"/>
                </a:cxn>
                <a:cxn ang="0">
                  <a:pos x="73" y="75"/>
                </a:cxn>
                <a:cxn ang="0">
                  <a:pos x="80" y="72"/>
                </a:cxn>
                <a:cxn ang="0">
                  <a:pos x="83" y="68"/>
                </a:cxn>
                <a:cxn ang="0">
                  <a:pos x="89" y="70"/>
                </a:cxn>
                <a:cxn ang="0">
                  <a:pos x="94" y="67"/>
                </a:cxn>
                <a:cxn ang="0">
                  <a:pos x="96" y="66"/>
                </a:cxn>
                <a:cxn ang="0">
                  <a:pos x="100" y="67"/>
                </a:cxn>
                <a:cxn ang="0">
                  <a:pos x="106" y="64"/>
                </a:cxn>
                <a:cxn ang="0">
                  <a:pos x="110" y="64"/>
                </a:cxn>
                <a:cxn ang="0">
                  <a:pos x="113" y="64"/>
                </a:cxn>
                <a:cxn ang="0">
                  <a:pos x="117" y="66"/>
                </a:cxn>
                <a:cxn ang="0">
                  <a:pos x="122" y="64"/>
                </a:cxn>
                <a:cxn ang="0">
                  <a:pos x="126" y="64"/>
                </a:cxn>
              </a:cxnLst>
              <a:rect l="0" t="0" r="r" b="b"/>
              <a:pathLst>
                <a:path w="127" h="97">
                  <a:moveTo>
                    <a:pt x="126" y="64"/>
                  </a:moveTo>
                  <a:cubicBezTo>
                    <a:pt x="125" y="64"/>
                    <a:pt x="125" y="63"/>
                    <a:pt x="125" y="62"/>
                  </a:cubicBezTo>
                  <a:cubicBezTo>
                    <a:pt x="125" y="62"/>
                    <a:pt x="125" y="60"/>
                    <a:pt x="125" y="60"/>
                  </a:cubicBezTo>
                  <a:cubicBezTo>
                    <a:pt x="124" y="60"/>
                    <a:pt x="124" y="59"/>
                    <a:pt x="124" y="59"/>
                  </a:cubicBezTo>
                  <a:cubicBezTo>
                    <a:pt x="124" y="59"/>
                    <a:pt x="124" y="58"/>
                    <a:pt x="124" y="58"/>
                  </a:cubicBezTo>
                  <a:cubicBezTo>
                    <a:pt x="123" y="58"/>
                    <a:pt x="123" y="58"/>
                    <a:pt x="123" y="58"/>
                  </a:cubicBezTo>
                  <a:cubicBezTo>
                    <a:pt x="122" y="57"/>
                    <a:pt x="122" y="57"/>
                    <a:pt x="122" y="57"/>
                  </a:cubicBezTo>
                  <a:cubicBezTo>
                    <a:pt x="121" y="57"/>
                    <a:pt x="121" y="56"/>
                    <a:pt x="120" y="56"/>
                  </a:cubicBezTo>
                  <a:cubicBezTo>
                    <a:pt x="120" y="55"/>
                    <a:pt x="119" y="56"/>
                    <a:pt x="118" y="55"/>
                  </a:cubicBezTo>
                  <a:cubicBezTo>
                    <a:pt x="118" y="55"/>
                    <a:pt x="118" y="55"/>
                    <a:pt x="117" y="54"/>
                  </a:cubicBezTo>
                  <a:cubicBezTo>
                    <a:pt x="117" y="54"/>
                    <a:pt x="117" y="54"/>
                    <a:pt x="117" y="54"/>
                  </a:cubicBezTo>
                  <a:cubicBezTo>
                    <a:pt x="117" y="54"/>
                    <a:pt x="117" y="54"/>
                    <a:pt x="117" y="54"/>
                  </a:cubicBezTo>
                  <a:cubicBezTo>
                    <a:pt x="118" y="53"/>
                    <a:pt x="117" y="53"/>
                    <a:pt x="117" y="53"/>
                  </a:cubicBezTo>
                  <a:cubicBezTo>
                    <a:pt x="117" y="53"/>
                    <a:pt x="117" y="52"/>
                    <a:pt x="117" y="52"/>
                  </a:cubicBezTo>
                  <a:cubicBezTo>
                    <a:pt x="117" y="52"/>
                    <a:pt x="116" y="52"/>
                    <a:pt x="116" y="52"/>
                  </a:cubicBezTo>
                  <a:cubicBezTo>
                    <a:pt x="116" y="51"/>
                    <a:pt x="115" y="51"/>
                    <a:pt x="115" y="51"/>
                  </a:cubicBezTo>
                  <a:cubicBezTo>
                    <a:pt x="115" y="50"/>
                    <a:pt x="116" y="49"/>
                    <a:pt x="116" y="48"/>
                  </a:cubicBezTo>
                  <a:cubicBezTo>
                    <a:pt x="116" y="48"/>
                    <a:pt x="115" y="48"/>
                    <a:pt x="115" y="47"/>
                  </a:cubicBezTo>
                  <a:cubicBezTo>
                    <a:pt x="114" y="47"/>
                    <a:pt x="114" y="47"/>
                    <a:pt x="114" y="46"/>
                  </a:cubicBezTo>
                  <a:cubicBezTo>
                    <a:pt x="113" y="46"/>
                    <a:pt x="113" y="45"/>
                    <a:pt x="113" y="45"/>
                  </a:cubicBezTo>
                  <a:cubicBezTo>
                    <a:pt x="113" y="44"/>
                    <a:pt x="113" y="45"/>
                    <a:pt x="112" y="44"/>
                  </a:cubicBezTo>
                  <a:cubicBezTo>
                    <a:pt x="112" y="44"/>
                    <a:pt x="111" y="43"/>
                    <a:pt x="110" y="43"/>
                  </a:cubicBezTo>
                  <a:cubicBezTo>
                    <a:pt x="110" y="42"/>
                    <a:pt x="109" y="42"/>
                    <a:pt x="109" y="42"/>
                  </a:cubicBezTo>
                  <a:cubicBezTo>
                    <a:pt x="108" y="42"/>
                    <a:pt x="108" y="41"/>
                    <a:pt x="107" y="41"/>
                  </a:cubicBezTo>
                  <a:cubicBezTo>
                    <a:pt x="107" y="41"/>
                    <a:pt x="106" y="41"/>
                    <a:pt x="106" y="40"/>
                  </a:cubicBezTo>
                  <a:cubicBezTo>
                    <a:pt x="106" y="40"/>
                    <a:pt x="105" y="39"/>
                    <a:pt x="105" y="39"/>
                  </a:cubicBezTo>
                  <a:cubicBezTo>
                    <a:pt x="104" y="38"/>
                    <a:pt x="105" y="38"/>
                    <a:pt x="105" y="37"/>
                  </a:cubicBezTo>
                  <a:cubicBezTo>
                    <a:pt x="106" y="37"/>
                    <a:pt x="105" y="37"/>
                    <a:pt x="105" y="36"/>
                  </a:cubicBezTo>
                  <a:cubicBezTo>
                    <a:pt x="105" y="36"/>
                    <a:pt x="105" y="35"/>
                    <a:pt x="105" y="35"/>
                  </a:cubicBezTo>
                  <a:cubicBezTo>
                    <a:pt x="104" y="34"/>
                    <a:pt x="103" y="35"/>
                    <a:pt x="103" y="34"/>
                  </a:cubicBezTo>
                  <a:cubicBezTo>
                    <a:pt x="102" y="33"/>
                    <a:pt x="102" y="33"/>
                    <a:pt x="102" y="32"/>
                  </a:cubicBezTo>
                  <a:cubicBezTo>
                    <a:pt x="101" y="31"/>
                    <a:pt x="101" y="31"/>
                    <a:pt x="100" y="31"/>
                  </a:cubicBezTo>
                  <a:cubicBezTo>
                    <a:pt x="99" y="31"/>
                    <a:pt x="99" y="31"/>
                    <a:pt x="98" y="31"/>
                  </a:cubicBezTo>
                  <a:cubicBezTo>
                    <a:pt x="97" y="31"/>
                    <a:pt x="97" y="30"/>
                    <a:pt x="97" y="30"/>
                  </a:cubicBezTo>
                  <a:cubicBezTo>
                    <a:pt x="95" y="31"/>
                    <a:pt x="94" y="30"/>
                    <a:pt x="94" y="28"/>
                  </a:cubicBezTo>
                  <a:cubicBezTo>
                    <a:pt x="95" y="28"/>
                    <a:pt x="96" y="26"/>
                    <a:pt x="95" y="26"/>
                  </a:cubicBezTo>
                  <a:cubicBezTo>
                    <a:pt x="94" y="26"/>
                    <a:pt x="92" y="25"/>
                    <a:pt x="91" y="26"/>
                  </a:cubicBezTo>
                  <a:cubicBezTo>
                    <a:pt x="90" y="26"/>
                    <a:pt x="89" y="25"/>
                    <a:pt x="89" y="25"/>
                  </a:cubicBezTo>
                  <a:cubicBezTo>
                    <a:pt x="88" y="26"/>
                    <a:pt x="88" y="25"/>
                    <a:pt x="88" y="25"/>
                  </a:cubicBezTo>
                  <a:cubicBezTo>
                    <a:pt x="88" y="24"/>
                    <a:pt x="89" y="24"/>
                    <a:pt x="89" y="23"/>
                  </a:cubicBezTo>
                  <a:cubicBezTo>
                    <a:pt x="89" y="22"/>
                    <a:pt x="89" y="22"/>
                    <a:pt x="88" y="23"/>
                  </a:cubicBezTo>
                  <a:cubicBezTo>
                    <a:pt x="88" y="23"/>
                    <a:pt x="87" y="21"/>
                    <a:pt x="88" y="20"/>
                  </a:cubicBezTo>
                  <a:cubicBezTo>
                    <a:pt x="89" y="20"/>
                    <a:pt x="89" y="20"/>
                    <a:pt x="89" y="19"/>
                  </a:cubicBezTo>
                  <a:cubicBezTo>
                    <a:pt x="90" y="18"/>
                    <a:pt x="89" y="17"/>
                    <a:pt x="89" y="16"/>
                  </a:cubicBezTo>
                  <a:cubicBezTo>
                    <a:pt x="89" y="15"/>
                    <a:pt x="90" y="15"/>
                    <a:pt x="90" y="14"/>
                  </a:cubicBezTo>
                  <a:cubicBezTo>
                    <a:pt x="90" y="13"/>
                    <a:pt x="90" y="13"/>
                    <a:pt x="89" y="12"/>
                  </a:cubicBezTo>
                  <a:cubicBezTo>
                    <a:pt x="88" y="10"/>
                    <a:pt x="87" y="8"/>
                    <a:pt x="86" y="7"/>
                  </a:cubicBezTo>
                  <a:cubicBezTo>
                    <a:pt x="85" y="5"/>
                    <a:pt x="84" y="5"/>
                    <a:pt x="83" y="4"/>
                  </a:cubicBezTo>
                  <a:cubicBezTo>
                    <a:pt x="83" y="3"/>
                    <a:pt x="82" y="2"/>
                    <a:pt x="82" y="1"/>
                  </a:cubicBezTo>
                  <a:cubicBezTo>
                    <a:pt x="82" y="1"/>
                    <a:pt x="81" y="1"/>
                    <a:pt x="80" y="1"/>
                  </a:cubicBezTo>
                  <a:cubicBezTo>
                    <a:pt x="79" y="1"/>
                    <a:pt x="79" y="1"/>
                    <a:pt x="78" y="0"/>
                  </a:cubicBezTo>
                  <a:cubicBezTo>
                    <a:pt x="78" y="0"/>
                    <a:pt x="77" y="1"/>
                    <a:pt x="77" y="1"/>
                  </a:cubicBezTo>
                  <a:cubicBezTo>
                    <a:pt x="76" y="1"/>
                    <a:pt x="76" y="1"/>
                    <a:pt x="75" y="2"/>
                  </a:cubicBezTo>
                  <a:cubicBezTo>
                    <a:pt x="75" y="2"/>
                    <a:pt x="75" y="2"/>
                    <a:pt x="74" y="2"/>
                  </a:cubicBezTo>
                  <a:cubicBezTo>
                    <a:pt x="74" y="2"/>
                    <a:pt x="74" y="3"/>
                    <a:pt x="73" y="3"/>
                  </a:cubicBezTo>
                  <a:cubicBezTo>
                    <a:pt x="73" y="4"/>
                    <a:pt x="72" y="4"/>
                    <a:pt x="72" y="4"/>
                  </a:cubicBezTo>
                  <a:cubicBezTo>
                    <a:pt x="72" y="4"/>
                    <a:pt x="71" y="4"/>
                    <a:pt x="71" y="4"/>
                  </a:cubicBezTo>
                  <a:cubicBezTo>
                    <a:pt x="70" y="5"/>
                    <a:pt x="71" y="5"/>
                    <a:pt x="71" y="6"/>
                  </a:cubicBezTo>
                  <a:cubicBezTo>
                    <a:pt x="71" y="7"/>
                    <a:pt x="71" y="8"/>
                    <a:pt x="70" y="8"/>
                  </a:cubicBezTo>
                  <a:cubicBezTo>
                    <a:pt x="70" y="9"/>
                    <a:pt x="69" y="9"/>
                    <a:pt x="69" y="9"/>
                  </a:cubicBezTo>
                  <a:cubicBezTo>
                    <a:pt x="68" y="10"/>
                    <a:pt x="68" y="10"/>
                    <a:pt x="68" y="11"/>
                  </a:cubicBezTo>
                  <a:cubicBezTo>
                    <a:pt x="68" y="11"/>
                    <a:pt x="67" y="12"/>
                    <a:pt x="67" y="12"/>
                  </a:cubicBezTo>
                  <a:cubicBezTo>
                    <a:pt x="66" y="11"/>
                    <a:pt x="66" y="12"/>
                    <a:pt x="66" y="12"/>
                  </a:cubicBezTo>
                  <a:cubicBezTo>
                    <a:pt x="65" y="13"/>
                    <a:pt x="65" y="14"/>
                    <a:pt x="65" y="14"/>
                  </a:cubicBezTo>
                  <a:cubicBezTo>
                    <a:pt x="64" y="14"/>
                    <a:pt x="64" y="14"/>
                    <a:pt x="64" y="15"/>
                  </a:cubicBezTo>
                  <a:cubicBezTo>
                    <a:pt x="63" y="16"/>
                    <a:pt x="63" y="17"/>
                    <a:pt x="62" y="18"/>
                  </a:cubicBezTo>
                  <a:cubicBezTo>
                    <a:pt x="62" y="18"/>
                    <a:pt x="62" y="18"/>
                    <a:pt x="61" y="18"/>
                  </a:cubicBezTo>
                  <a:cubicBezTo>
                    <a:pt x="61" y="18"/>
                    <a:pt x="61" y="18"/>
                    <a:pt x="61" y="18"/>
                  </a:cubicBezTo>
                  <a:cubicBezTo>
                    <a:pt x="60" y="19"/>
                    <a:pt x="61" y="19"/>
                    <a:pt x="60" y="19"/>
                  </a:cubicBezTo>
                  <a:cubicBezTo>
                    <a:pt x="59" y="19"/>
                    <a:pt x="59" y="19"/>
                    <a:pt x="59" y="20"/>
                  </a:cubicBezTo>
                  <a:cubicBezTo>
                    <a:pt x="59" y="21"/>
                    <a:pt x="58" y="21"/>
                    <a:pt x="57" y="21"/>
                  </a:cubicBezTo>
                  <a:cubicBezTo>
                    <a:pt x="57" y="21"/>
                    <a:pt x="56" y="21"/>
                    <a:pt x="56" y="21"/>
                  </a:cubicBezTo>
                  <a:cubicBezTo>
                    <a:pt x="55" y="21"/>
                    <a:pt x="55" y="20"/>
                    <a:pt x="54" y="21"/>
                  </a:cubicBezTo>
                  <a:cubicBezTo>
                    <a:pt x="54" y="21"/>
                    <a:pt x="53" y="22"/>
                    <a:pt x="53" y="22"/>
                  </a:cubicBezTo>
                  <a:cubicBezTo>
                    <a:pt x="53" y="22"/>
                    <a:pt x="52" y="22"/>
                    <a:pt x="51" y="22"/>
                  </a:cubicBezTo>
                  <a:cubicBezTo>
                    <a:pt x="51" y="22"/>
                    <a:pt x="50" y="22"/>
                    <a:pt x="50" y="22"/>
                  </a:cubicBezTo>
                  <a:cubicBezTo>
                    <a:pt x="49" y="22"/>
                    <a:pt x="49" y="22"/>
                    <a:pt x="48" y="22"/>
                  </a:cubicBezTo>
                  <a:cubicBezTo>
                    <a:pt x="47" y="22"/>
                    <a:pt x="46" y="22"/>
                    <a:pt x="45" y="22"/>
                  </a:cubicBezTo>
                  <a:cubicBezTo>
                    <a:pt x="44" y="23"/>
                    <a:pt x="43" y="23"/>
                    <a:pt x="43" y="24"/>
                  </a:cubicBezTo>
                  <a:cubicBezTo>
                    <a:pt x="43" y="24"/>
                    <a:pt x="44" y="25"/>
                    <a:pt x="44" y="25"/>
                  </a:cubicBezTo>
                  <a:cubicBezTo>
                    <a:pt x="44" y="25"/>
                    <a:pt x="45" y="25"/>
                    <a:pt x="45" y="25"/>
                  </a:cubicBezTo>
                  <a:cubicBezTo>
                    <a:pt x="46" y="26"/>
                    <a:pt x="45" y="27"/>
                    <a:pt x="45" y="27"/>
                  </a:cubicBezTo>
                  <a:cubicBezTo>
                    <a:pt x="44" y="28"/>
                    <a:pt x="44" y="29"/>
                    <a:pt x="43" y="30"/>
                  </a:cubicBezTo>
                  <a:cubicBezTo>
                    <a:pt x="43" y="30"/>
                    <a:pt x="42" y="30"/>
                    <a:pt x="42" y="31"/>
                  </a:cubicBezTo>
                  <a:cubicBezTo>
                    <a:pt x="41" y="32"/>
                    <a:pt x="41" y="33"/>
                    <a:pt x="40" y="33"/>
                  </a:cubicBezTo>
                  <a:cubicBezTo>
                    <a:pt x="38" y="33"/>
                    <a:pt x="36" y="33"/>
                    <a:pt x="34" y="34"/>
                  </a:cubicBezTo>
                  <a:cubicBezTo>
                    <a:pt x="33" y="34"/>
                    <a:pt x="33" y="33"/>
                    <a:pt x="32" y="33"/>
                  </a:cubicBezTo>
                  <a:cubicBezTo>
                    <a:pt x="31" y="34"/>
                    <a:pt x="31" y="34"/>
                    <a:pt x="30" y="34"/>
                  </a:cubicBezTo>
                  <a:cubicBezTo>
                    <a:pt x="30" y="34"/>
                    <a:pt x="30" y="34"/>
                    <a:pt x="30" y="35"/>
                  </a:cubicBezTo>
                  <a:cubicBezTo>
                    <a:pt x="30" y="35"/>
                    <a:pt x="30" y="35"/>
                    <a:pt x="29" y="35"/>
                  </a:cubicBezTo>
                  <a:cubicBezTo>
                    <a:pt x="29" y="35"/>
                    <a:pt x="28" y="35"/>
                    <a:pt x="28" y="35"/>
                  </a:cubicBezTo>
                  <a:cubicBezTo>
                    <a:pt x="28" y="35"/>
                    <a:pt x="27" y="36"/>
                    <a:pt x="27" y="36"/>
                  </a:cubicBezTo>
                  <a:cubicBezTo>
                    <a:pt x="27" y="37"/>
                    <a:pt x="27" y="37"/>
                    <a:pt x="26" y="37"/>
                  </a:cubicBezTo>
                  <a:cubicBezTo>
                    <a:pt x="26" y="37"/>
                    <a:pt x="26" y="36"/>
                    <a:pt x="26" y="37"/>
                  </a:cubicBezTo>
                  <a:cubicBezTo>
                    <a:pt x="26" y="37"/>
                    <a:pt x="25" y="37"/>
                    <a:pt x="25" y="37"/>
                  </a:cubicBezTo>
                  <a:cubicBezTo>
                    <a:pt x="24" y="37"/>
                    <a:pt x="24" y="38"/>
                    <a:pt x="24" y="38"/>
                  </a:cubicBezTo>
                  <a:cubicBezTo>
                    <a:pt x="23" y="38"/>
                    <a:pt x="22" y="37"/>
                    <a:pt x="22" y="37"/>
                  </a:cubicBezTo>
                  <a:cubicBezTo>
                    <a:pt x="22" y="36"/>
                    <a:pt x="21" y="36"/>
                    <a:pt x="21" y="35"/>
                  </a:cubicBezTo>
                  <a:cubicBezTo>
                    <a:pt x="21" y="35"/>
                    <a:pt x="21" y="34"/>
                    <a:pt x="20" y="35"/>
                  </a:cubicBezTo>
                  <a:cubicBezTo>
                    <a:pt x="20" y="35"/>
                    <a:pt x="20" y="35"/>
                    <a:pt x="20" y="36"/>
                  </a:cubicBezTo>
                  <a:cubicBezTo>
                    <a:pt x="20" y="36"/>
                    <a:pt x="20" y="35"/>
                    <a:pt x="20" y="36"/>
                  </a:cubicBezTo>
                  <a:cubicBezTo>
                    <a:pt x="19" y="36"/>
                    <a:pt x="20" y="37"/>
                    <a:pt x="19" y="37"/>
                  </a:cubicBezTo>
                  <a:cubicBezTo>
                    <a:pt x="19" y="37"/>
                    <a:pt x="18" y="38"/>
                    <a:pt x="17" y="38"/>
                  </a:cubicBezTo>
                  <a:cubicBezTo>
                    <a:pt x="16" y="38"/>
                    <a:pt x="16" y="38"/>
                    <a:pt x="15" y="39"/>
                  </a:cubicBezTo>
                  <a:cubicBezTo>
                    <a:pt x="15" y="39"/>
                    <a:pt x="14" y="39"/>
                    <a:pt x="14" y="39"/>
                  </a:cubicBezTo>
                  <a:cubicBezTo>
                    <a:pt x="13" y="39"/>
                    <a:pt x="13" y="39"/>
                    <a:pt x="12" y="39"/>
                  </a:cubicBezTo>
                  <a:cubicBezTo>
                    <a:pt x="12" y="39"/>
                    <a:pt x="11" y="38"/>
                    <a:pt x="11" y="39"/>
                  </a:cubicBezTo>
                  <a:cubicBezTo>
                    <a:pt x="10" y="39"/>
                    <a:pt x="10" y="39"/>
                    <a:pt x="10" y="40"/>
                  </a:cubicBezTo>
                  <a:cubicBezTo>
                    <a:pt x="10" y="40"/>
                    <a:pt x="8" y="42"/>
                    <a:pt x="8" y="42"/>
                  </a:cubicBezTo>
                  <a:cubicBezTo>
                    <a:pt x="8" y="42"/>
                    <a:pt x="8" y="43"/>
                    <a:pt x="8" y="43"/>
                  </a:cubicBezTo>
                  <a:cubicBezTo>
                    <a:pt x="8" y="44"/>
                    <a:pt x="7" y="44"/>
                    <a:pt x="7" y="44"/>
                  </a:cubicBezTo>
                  <a:cubicBezTo>
                    <a:pt x="7" y="45"/>
                    <a:pt x="7" y="46"/>
                    <a:pt x="7" y="46"/>
                  </a:cubicBezTo>
                  <a:cubicBezTo>
                    <a:pt x="6" y="47"/>
                    <a:pt x="6" y="47"/>
                    <a:pt x="5" y="48"/>
                  </a:cubicBezTo>
                  <a:cubicBezTo>
                    <a:pt x="5" y="48"/>
                    <a:pt x="5" y="49"/>
                    <a:pt x="4" y="50"/>
                  </a:cubicBezTo>
                  <a:cubicBezTo>
                    <a:pt x="4" y="51"/>
                    <a:pt x="4" y="52"/>
                    <a:pt x="3" y="53"/>
                  </a:cubicBezTo>
                  <a:cubicBezTo>
                    <a:pt x="2" y="53"/>
                    <a:pt x="1" y="53"/>
                    <a:pt x="1" y="54"/>
                  </a:cubicBezTo>
                  <a:cubicBezTo>
                    <a:pt x="0" y="55"/>
                    <a:pt x="0" y="56"/>
                    <a:pt x="2" y="56"/>
                  </a:cubicBezTo>
                  <a:cubicBezTo>
                    <a:pt x="2" y="56"/>
                    <a:pt x="2" y="56"/>
                    <a:pt x="2" y="56"/>
                  </a:cubicBezTo>
                  <a:cubicBezTo>
                    <a:pt x="2" y="56"/>
                    <a:pt x="2" y="57"/>
                    <a:pt x="2" y="57"/>
                  </a:cubicBezTo>
                  <a:cubicBezTo>
                    <a:pt x="2" y="58"/>
                    <a:pt x="2" y="58"/>
                    <a:pt x="2" y="59"/>
                  </a:cubicBezTo>
                  <a:cubicBezTo>
                    <a:pt x="2" y="60"/>
                    <a:pt x="2" y="61"/>
                    <a:pt x="2" y="62"/>
                  </a:cubicBezTo>
                  <a:cubicBezTo>
                    <a:pt x="2" y="62"/>
                    <a:pt x="1" y="63"/>
                    <a:pt x="2" y="63"/>
                  </a:cubicBezTo>
                  <a:cubicBezTo>
                    <a:pt x="2" y="64"/>
                    <a:pt x="2" y="64"/>
                    <a:pt x="3" y="64"/>
                  </a:cubicBezTo>
                  <a:cubicBezTo>
                    <a:pt x="3" y="65"/>
                    <a:pt x="3" y="66"/>
                    <a:pt x="3" y="66"/>
                  </a:cubicBezTo>
                  <a:cubicBezTo>
                    <a:pt x="3" y="67"/>
                    <a:pt x="3" y="67"/>
                    <a:pt x="3" y="68"/>
                  </a:cubicBezTo>
                  <a:cubicBezTo>
                    <a:pt x="3" y="68"/>
                    <a:pt x="3" y="68"/>
                    <a:pt x="3" y="69"/>
                  </a:cubicBezTo>
                  <a:cubicBezTo>
                    <a:pt x="3" y="69"/>
                    <a:pt x="3" y="70"/>
                    <a:pt x="4" y="71"/>
                  </a:cubicBezTo>
                  <a:cubicBezTo>
                    <a:pt x="4" y="71"/>
                    <a:pt x="5" y="72"/>
                    <a:pt x="5" y="72"/>
                  </a:cubicBezTo>
                  <a:cubicBezTo>
                    <a:pt x="6" y="73"/>
                    <a:pt x="6" y="73"/>
                    <a:pt x="7" y="74"/>
                  </a:cubicBezTo>
                  <a:cubicBezTo>
                    <a:pt x="7" y="75"/>
                    <a:pt x="7" y="75"/>
                    <a:pt x="7" y="76"/>
                  </a:cubicBezTo>
                  <a:cubicBezTo>
                    <a:pt x="7" y="77"/>
                    <a:pt x="8" y="77"/>
                    <a:pt x="7" y="77"/>
                  </a:cubicBezTo>
                  <a:cubicBezTo>
                    <a:pt x="6" y="77"/>
                    <a:pt x="6" y="77"/>
                    <a:pt x="7" y="78"/>
                  </a:cubicBezTo>
                  <a:cubicBezTo>
                    <a:pt x="8" y="80"/>
                    <a:pt x="9" y="81"/>
                    <a:pt x="10" y="83"/>
                  </a:cubicBezTo>
                  <a:cubicBezTo>
                    <a:pt x="11" y="84"/>
                    <a:pt x="12" y="86"/>
                    <a:pt x="14" y="87"/>
                  </a:cubicBezTo>
                  <a:cubicBezTo>
                    <a:pt x="14" y="87"/>
                    <a:pt x="15" y="87"/>
                    <a:pt x="15" y="87"/>
                  </a:cubicBezTo>
                  <a:cubicBezTo>
                    <a:pt x="15" y="88"/>
                    <a:pt x="16" y="89"/>
                    <a:pt x="16" y="88"/>
                  </a:cubicBezTo>
                  <a:cubicBezTo>
                    <a:pt x="16" y="88"/>
                    <a:pt x="17" y="89"/>
                    <a:pt x="17" y="90"/>
                  </a:cubicBezTo>
                  <a:cubicBezTo>
                    <a:pt x="17" y="90"/>
                    <a:pt x="16" y="90"/>
                    <a:pt x="16" y="91"/>
                  </a:cubicBezTo>
                  <a:cubicBezTo>
                    <a:pt x="16" y="91"/>
                    <a:pt x="17" y="92"/>
                    <a:pt x="17" y="92"/>
                  </a:cubicBezTo>
                  <a:cubicBezTo>
                    <a:pt x="17" y="92"/>
                    <a:pt x="16" y="93"/>
                    <a:pt x="17" y="94"/>
                  </a:cubicBezTo>
                  <a:cubicBezTo>
                    <a:pt x="17" y="95"/>
                    <a:pt x="17" y="96"/>
                    <a:pt x="18" y="97"/>
                  </a:cubicBezTo>
                  <a:cubicBezTo>
                    <a:pt x="19" y="95"/>
                    <a:pt x="20" y="92"/>
                    <a:pt x="20" y="90"/>
                  </a:cubicBezTo>
                  <a:cubicBezTo>
                    <a:pt x="21" y="90"/>
                    <a:pt x="20" y="89"/>
                    <a:pt x="20" y="89"/>
                  </a:cubicBezTo>
                  <a:cubicBezTo>
                    <a:pt x="20" y="88"/>
                    <a:pt x="21" y="88"/>
                    <a:pt x="21" y="87"/>
                  </a:cubicBezTo>
                  <a:cubicBezTo>
                    <a:pt x="21" y="87"/>
                    <a:pt x="20" y="87"/>
                    <a:pt x="21" y="86"/>
                  </a:cubicBezTo>
                  <a:cubicBezTo>
                    <a:pt x="21" y="86"/>
                    <a:pt x="21" y="85"/>
                    <a:pt x="21" y="85"/>
                  </a:cubicBezTo>
                  <a:cubicBezTo>
                    <a:pt x="21" y="84"/>
                    <a:pt x="21" y="83"/>
                    <a:pt x="22" y="82"/>
                  </a:cubicBezTo>
                  <a:cubicBezTo>
                    <a:pt x="23" y="82"/>
                    <a:pt x="24" y="83"/>
                    <a:pt x="24" y="82"/>
                  </a:cubicBezTo>
                  <a:cubicBezTo>
                    <a:pt x="24" y="82"/>
                    <a:pt x="25" y="82"/>
                    <a:pt x="25" y="82"/>
                  </a:cubicBezTo>
                  <a:cubicBezTo>
                    <a:pt x="26" y="82"/>
                    <a:pt x="26" y="82"/>
                    <a:pt x="26" y="82"/>
                  </a:cubicBezTo>
                  <a:cubicBezTo>
                    <a:pt x="26" y="82"/>
                    <a:pt x="27" y="82"/>
                    <a:pt x="27" y="82"/>
                  </a:cubicBezTo>
                  <a:cubicBezTo>
                    <a:pt x="28" y="82"/>
                    <a:pt x="28" y="81"/>
                    <a:pt x="28" y="81"/>
                  </a:cubicBezTo>
                  <a:cubicBezTo>
                    <a:pt x="29" y="81"/>
                    <a:pt x="29" y="82"/>
                    <a:pt x="29" y="81"/>
                  </a:cubicBezTo>
                  <a:cubicBezTo>
                    <a:pt x="30" y="81"/>
                    <a:pt x="30" y="81"/>
                    <a:pt x="30" y="81"/>
                  </a:cubicBezTo>
                  <a:cubicBezTo>
                    <a:pt x="30" y="81"/>
                    <a:pt x="31" y="81"/>
                    <a:pt x="31" y="81"/>
                  </a:cubicBezTo>
                  <a:cubicBezTo>
                    <a:pt x="31" y="81"/>
                    <a:pt x="32" y="81"/>
                    <a:pt x="32" y="81"/>
                  </a:cubicBezTo>
                  <a:cubicBezTo>
                    <a:pt x="33" y="81"/>
                    <a:pt x="33" y="82"/>
                    <a:pt x="34" y="82"/>
                  </a:cubicBezTo>
                  <a:cubicBezTo>
                    <a:pt x="34" y="82"/>
                    <a:pt x="34" y="82"/>
                    <a:pt x="34" y="82"/>
                  </a:cubicBezTo>
                  <a:cubicBezTo>
                    <a:pt x="34" y="82"/>
                    <a:pt x="34" y="82"/>
                    <a:pt x="35" y="82"/>
                  </a:cubicBezTo>
                  <a:cubicBezTo>
                    <a:pt x="35" y="83"/>
                    <a:pt x="35" y="82"/>
                    <a:pt x="36" y="82"/>
                  </a:cubicBezTo>
                  <a:cubicBezTo>
                    <a:pt x="37" y="82"/>
                    <a:pt x="37" y="83"/>
                    <a:pt x="37" y="83"/>
                  </a:cubicBezTo>
                  <a:cubicBezTo>
                    <a:pt x="38" y="83"/>
                    <a:pt x="37" y="82"/>
                    <a:pt x="38" y="82"/>
                  </a:cubicBezTo>
                  <a:cubicBezTo>
                    <a:pt x="38" y="82"/>
                    <a:pt x="38" y="82"/>
                    <a:pt x="39" y="82"/>
                  </a:cubicBezTo>
                  <a:cubicBezTo>
                    <a:pt x="39" y="82"/>
                    <a:pt x="39" y="82"/>
                    <a:pt x="39" y="82"/>
                  </a:cubicBezTo>
                  <a:cubicBezTo>
                    <a:pt x="40" y="81"/>
                    <a:pt x="40" y="81"/>
                    <a:pt x="40" y="82"/>
                  </a:cubicBezTo>
                  <a:cubicBezTo>
                    <a:pt x="40" y="82"/>
                    <a:pt x="40" y="83"/>
                    <a:pt x="41" y="83"/>
                  </a:cubicBezTo>
                  <a:cubicBezTo>
                    <a:pt x="41" y="82"/>
                    <a:pt x="41" y="80"/>
                    <a:pt x="41" y="79"/>
                  </a:cubicBezTo>
                  <a:cubicBezTo>
                    <a:pt x="41" y="78"/>
                    <a:pt x="42" y="77"/>
                    <a:pt x="41" y="75"/>
                  </a:cubicBezTo>
                  <a:cubicBezTo>
                    <a:pt x="41" y="75"/>
                    <a:pt x="40" y="74"/>
                    <a:pt x="41" y="73"/>
                  </a:cubicBezTo>
                  <a:cubicBezTo>
                    <a:pt x="42" y="73"/>
                    <a:pt x="42" y="73"/>
                    <a:pt x="43" y="72"/>
                  </a:cubicBezTo>
                  <a:cubicBezTo>
                    <a:pt x="43" y="71"/>
                    <a:pt x="44" y="70"/>
                    <a:pt x="44" y="69"/>
                  </a:cubicBezTo>
                  <a:cubicBezTo>
                    <a:pt x="45" y="69"/>
                    <a:pt x="45" y="68"/>
                    <a:pt x="46" y="67"/>
                  </a:cubicBezTo>
                  <a:cubicBezTo>
                    <a:pt x="46" y="67"/>
                    <a:pt x="47" y="67"/>
                    <a:pt x="47" y="67"/>
                  </a:cubicBezTo>
                  <a:cubicBezTo>
                    <a:pt x="47" y="66"/>
                    <a:pt x="48" y="66"/>
                    <a:pt x="48" y="66"/>
                  </a:cubicBezTo>
                  <a:cubicBezTo>
                    <a:pt x="48" y="65"/>
                    <a:pt x="48" y="65"/>
                    <a:pt x="49" y="65"/>
                  </a:cubicBezTo>
                  <a:cubicBezTo>
                    <a:pt x="49" y="65"/>
                    <a:pt x="50" y="65"/>
                    <a:pt x="50" y="65"/>
                  </a:cubicBezTo>
                  <a:cubicBezTo>
                    <a:pt x="51" y="65"/>
                    <a:pt x="52" y="65"/>
                    <a:pt x="52" y="65"/>
                  </a:cubicBezTo>
                  <a:cubicBezTo>
                    <a:pt x="53" y="65"/>
                    <a:pt x="53" y="66"/>
                    <a:pt x="53" y="66"/>
                  </a:cubicBezTo>
                  <a:cubicBezTo>
                    <a:pt x="54" y="67"/>
                    <a:pt x="54" y="67"/>
                    <a:pt x="55" y="67"/>
                  </a:cubicBezTo>
                  <a:cubicBezTo>
                    <a:pt x="56" y="67"/>
                    <a:pt x="56" y="68"/>
                    <a:pt x="57" y="68"/>
                  </a:cubicBezTo>
                  <a:cubicBezTo>
                    <a:pt x="57" y="69"/>
                    <a:pt x="58" y="69"/>
                    <a:pt x="58" y="70"/>
                  </a:cubicBezTo>
                  <a:cubicBezTo>
                    <a:pt x="59" y="70"/>
                    <a:pt x="59" y="71"/>
                    <a:pt x="59" y="71"/>
                  </a:cubicBezTo>
                  <a:cubicBezTo>
                    <a:pt x="59" y="72"/>
                    <a:pt x="60" y="72"/>
                    <a:pt x="60" y="73"/>
                  </a:cubicBezTo>
                  <a:cubicBezTo>
                    <a:pt x="60" y="73"/>
                    <a:pt x="62" y="73"/>
                    <a:pt x="62" y="73"/>
                  </a:cubicBezTo>
                  <a:cubicBezTo>
                    <a:pt x="63" y="73"/>
                    <a:pt x="63" y="72"/>
                    <a:pt x="63" y="72"/>
                  </a:cubicBezTo>
                  <a:cubicBezTo>
                    <a:pt x="63" y="72"/>
                    <a:pt x="64" y="73"/>
                    <a:pt x="64" y="73"/>
                  </a:cubicBezTo>
                  <a:cubicBezTo>
                    <a:pt x="65" y="73"/>
                    <a:pt x="65" y="74"/>
                    <a:pt x="66" y="74"/>
                  </a:cubicBezTo>
                  <a:cubicBezTo>
                    <a:pt x="66" y="74"/>
                    <a:pt x="66" y="74"/>
                    <a:pt x="67" y="74"/>
                  </a:cubicBezTo>
                  <a:cubicBezTo>
                    <a:pt x="67" y="74"/>
                    <a:pt x="67" y="74"/>
                    <a:pt x="68" y="74"/>
                  </a:cubicBezTo>
                  <a:cubicBezTo>
                    <a:pt x="68" y="74"/>
                    <a:pt x="68" y="74"/>
                    <a:pt x="69" y="74"/>
                  </a:cubicBezTo>
                  <a:cubicBezTo>
                    <a:pt x="70" y="75"/>
                    <a:pt x="70" y="74"/>
                    <a:pt x="71" y="74"/>
                  </a:cubicBezTo>
                  <a:cubicBezTo>
                    <a:pt x="72" y="74"/>
                    <a:pt x="72" y="75"/>
                    <a:pt x="73" y="75"/>
                  </a:cubicBezTo>
                  <a:cubicBezTo>
                    <a:pt x="75" y="75"/>
                    <a:pt x="76" y="76"/>
                    <a:pt x="78" y="76"/>
                  </a:cubicBezTo>
                  <a:cubicBezTo>
                    <a:pt x="78" y="76"/>
                    <a:pt x="79" y="75"/>
                    <a:pt x="79" y="74"/>
                  </a:cubicBezTo>
                  <a:cubicBezTo>
                    <a:pt x="79" y="74"/>
                    <a:pt x="80" y="74"/>
                    <a:pt x="80" y="73"/>
                  </a:cubicBezTo>
                  <a:cubicBezTo>
                    <a:pt x="80" y="73"/>
                    <a:pt x="79" y="72"/>
                    <a:pt x="80" y="72"/>
                  </a:cubicBezTo>
                  <a:cubicBezTo>
                    <a:pt x="80" y="72"/>
                    <a:pt x="80" y="72"/>
                    <a:pt x="80" y="72"/>
                  </a:cubicBezTo>
                  <a:cubicBezTo>
                    <a:pt x="81" y="72"/>
                    <a:pt x="81" y="71"/>
                    <a:pt x="81" y="70"/>
                  </a:cubicBezTo>
                  <a:cubicBezTo>
                    <a:pt x="81" y="69"/>
                    <a:pt x="82" y="70"/>
                    <a:pt x="82" y="69"/>
                  </a:cubicBezTo>
                  <a:cubicBezTo>
                    <a:pt x="82" y="68"/>
                    <a:pt x="83" y="68"/>
                    <a:pt x="83" y="68"/>
                  </a:cubicBezTo>
                  <a:cubicBezTo>
                    <a:pt x="84" y="69"/>
                    <a:pt x="84" y="69"/>
                    <a:pt x="84" y="69"/>
                  </a:cubicBezTo>
                  <a:cubicBezTo>
                    <a:pt x="84" y="70"/>
                    <a:pt x="85" y="69"/>
                    <a:pt x="85" y="69"/>
                  </a:cubicBezTo>
                  <a:cubicBezTo>
                    <a:pt x="86" y="69"/>
                    <a:pt x="87" y="72"/>
                    <a:pt x="88" y="70"/>
                  </a:cubicBezTo>
                  <a:cubicBezTo>
                    <a:pt x="88" y="70"/>
                    <a:pt x="89" y="70"/>
                    <a:pt x="89" y="70"/>
                  </a:cubicBezTo>
                  <a:cubicBezTo>
                    <a:pt x="89" y="69"/>
                    <a:pt x="90" y="69"/>
                    <a:pt x="91" y="69"/>
                  </a:cubicBezTo>
                  <a:cubicBezTo>
                    <a:pt x="91" y="68"/>
                    <a:pt x="93" y="68"/>
                    <a:pt x="93" y="68"/>
                  </a:cubicBezTo>
                  <a:cubicBezTo>
                    <a:pt x="93" y="68"/>
                    <a:pt x="93" y="68"/>
                    <a:pt x="93" y="68"/>
                  </a:cubicBezTo>
                  <a:cubicBezTo>
                    <a:pt x="94" y="68"/>
                    <a:pt x="94" y="67"/>
                    <a:pt x="94" y="67"/>
                  </a:cubicBezTo>
                  <a:cubicBezTo>
                    <a:pt x="94" y="67"/>
                    <a:pt x="94" y="67"/>
                    <a:pt x="95" y="67"/>
                  </a:cubicBezTo>
                  <a:cubicBezTo>
                    <a:pt x="95" y="67"/>
                    <a:pt x="95" y="67"/>
                    <a:pt x="95" y="67"/>
                  </a:cubicBezTo>
                  <a:cubicBezTo>
                    <a:pt x="95" y="67"/>
                    <a:pt x="96" y="67"/>
                    <a:pt x="96" y="67"/>
                  </a:cubicBezTo>
                  <a:cubicBezTo>
                    <a:pt x="96" y="67"/>
                    <a:pt x="96" y="66"/>
                    <a:pt x="96" y="66"/>
                  </a:cubicBezTo>
                  <a:cubicBezTo>
                    <a:pt x="96" y="66"/>
                    <a:pt x="97" y="66"/>
                    <a:pt x="97" y="66"/>
                  </a:cubicBezTo>
                  <a:cubicBezTo>
                    <a:pt x="96" y="65"/>
                    <a:pt x="97" y="65"/>
                    <a:pt x="97" y="66"/>
                  </a:cubicBezTo>
                  <a:cubicBezTo>
                    <a:pt x="98" y="65"/>
                    <a:pt x="99" y="66"/>
                    <a:pt x="99" y="66"/>
                  </a:cubicBezTo>
                  <a:cubicBezTo>
                    <a:pt x="99" y="66"/>
                    <a:pt x="99" y="67"/>
                    <a:pt x="100" y="67"/>
                  </a:cubicBezTo>
                  <a:cubicBezTo>
                    <a:pt x="101" y="67"/>
                    <a:pt x="102" y="66"/>
                    <a:pt x="103" y="67"/>
                  </a:cubicBezTo>
                  <a:cubicBezTo>
                    <a:pt x="104" y="67"/>
                    <a:pt x="104" y="66"/>
                    <a:pt x="104" y="66"/>
                  </a:cubicBezTo>
                  <a:cubicBezTo>
                    <a:pt x="104" y="66"/>
                    <a:pt x="105" y="66"/>
                    <a:pt x="105" y="66"/>
                  </a:cubicBezTo>
                  <a:cubicBezTo>
                    <a:pt x="106" y="66"/>
                    <a:pt x="106" y="66"/>
                    <a:pt x="106" y="64"/>
                  </a:cubicBezTo>
                  <a:cubicBezTo>
                    <a:pt x="106" y="64"/>
                    <a:pt x="106" y="63"/>
                    <a:pt x="107" y="63"/>
                  </a:cubicBezTo>
                  <a:cubicBezTo>
                    <a:pt x="107" y="63"/>
                    <a:pt x="108" y="63"/>
                    <a:pt x="108" y="62"/>
                  </a:cubicBezTo>
                  <a:cubicBezTo>
                    <a:pt x="108" y="62"/>
                    <a:pt x="109" y="63"/>
                    <a:pt x="109" y="63"/>
                  </a:cubicBezTo>
                  <a:cubicBezTo>
                    <a:pt x="109" y="63"/>
                    <a:pt x="110" y="64"/>
                    <a:pt x="110" y="64"/>
                  </a:cubicBezTo>
                  <a:cubicBezTo>
                    <a:pt x="110" y="64"/>
                    <a:pt x="110" y="63"/>
                    <a:pt x="110" y="63"/>
                  </a:cubicBezTo>
                  <a:cubicBezTo>
                    <a:pt x="111" y="63"/>
                    <a:pt x="111" y="64"/>
                    <a:pt x="111" y="64"/>
                  </a:cubicBezTo>
                  <a:cubicBezTo>
                    <a:pt x="111" y="64"/>
                    <a:pt x="111" y="64"/>
                    <a:pt x="112" y="64"/>
                  </a:cubicBezTo>
                  <a:cubicBezTo>
                    <a:pt x="112" y="63"/>
                    <a:pt x="113" y="64"/>
                    <a:pt x="113" y="64"/>
                  </a:cubicBezTo>
                  <a:cubicBezTo>
                    <a:pt x="114" y="64"/>
                    <a:pt x="114" y="63"/>
                    <a:pt x="115" y="64"/>
                  </a:cubicBezTo>
                  <a:cubicBezTo>
                    <a:pt x="115" y="64"/>
                    <a:pt x="115" y="65"/>
                    <a:pt x="115" y="65"/>
                  </a:cubicBezTo>
                  <a:cubicBezTo>
                    <a:pt x="116" y="65"/>
                    <a:pt x="116" y="65"/>
                    <a:pt x="116" y="65"/>
                  </a:cubicBezTo>
                  <a:cubicBezTo>
                    <a:pt x="117" y="65"/>
                    <a:pt x="117" y="66"/>
                    <a:pt x="117" y="66"/>
                  </a:cubicBezTo>
                  <a:cubicBezTo>
                    <a:pt x="118" y="66"/>
                    <a:pt x="118" y="66"/>
                    <a:pt x="118" y="65"/>
                  </a:cubicBezTo>
                  <a:cubicBezTo>
                    <a:pt x="119" y="65"/>
                    <a:pt x="119" y="65"/>
                    <a:pt x="120" y="65"/>
                  </a:cubicBezTo>
                  <a:cubicBezTo>
                    <a:pt x="120" y="65"/>
                    <a:pt x="120" y="66"/>
                    <a:pt x="121" y="66"/>
                  </a:cubicBezTo>
                  <a:cubicBezTo>
                    <a:pt x="121" y="66"/>
                    <a:pt x="122" y="65"/>
                    <a:pt x="122" y="64"/>
                  </a:cubicBezTo>
                  <a:cubicBezTo>
                    <a:pt x="123" y="64"/>
                    <a:pt x="124" y="65"/>
                    <a:pt x="125" y="65"/>
                  </a:cubicBezTo>
                  <a:cubicBezTo>
                    <a:pt x="126" y="65"/>
                    <a:pt x="126" y="65"/>
                    <a:pt x="126" y="65"/>
                  </a:cubicBezTo>
                  <a:cubicBezTo>
                    <a:pt x="127" y="66"/>
                    <a:pt x="126" y="66"/>
                    <a:pt x="127" y="66"/>
                  </a:cubicBezTo>
                  <a:cubicBezTo>
                    <a:pt x="127" y="65"/>
                    <a:pt x="126" y="65"/>
                    <a:pt x="126" y="64"/>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24" name="Cayman Islands (UK automomous region))">
              <a:extLst>
                <a:ext uri="{FF2B5EF4-FFF2-40B4-BE49-F238E27FC236}">
                  <a16:creationId xmlns:a16="http://schemas.microsoft.com/office/drawing/2014/main" id="{B0B76737-DC24-470D-0CB1-FF824A2DF951}"/>
                </a:ext>
              </a:extLst>
            </p:cNvPr>
            <p:cNvSpPr>
              <a:spLocks noEditPoints="1"/>
            </p:cNvSpPr>
            <p:nvPr/>
          </p:nvSpPr>
          <p:spPr bwMode="auto">
            <a:xfrm>
              <a:off x="2949283" y="3274920"/>
              <a:ext cx="49989" cy="21564"/>
            </a:xfrm>
            <a:custGeom>
              <a:avLst/>
              <a:gdLst/>
              <a:ahLst/>
              <a:cxnLst>
                <a:cxn ang="0">
                  <a:pos x="3" y="5"/>
                </a:cxn>
                <a:cxn ang="0">
                  <a:pos x="1" y="5"/>
                </a:cxn>
                <a:cxn ang="0">
                  <a:pos x="0" y="5"/>
                </a:cxn>
                <a:cxn ang="0">
                  <a:pos x="0" y="5"/>
                </a:cxn>
                <a:cxn ang="0">
                  <a:pos x="0" y="4"/>
                </a:cxn>
                <a:cxn ang="0">
                  <a:pos x="0" y="4"/>
                </a:cxn>
                <a:cxn ang="0">
                  <a:pos x="1" y="5"/>
                </a:cxn>
                <a:cxn ang="0">
                  <a:pos x="2" y="5"/>
                </a:cxn>
                <a:cxn ang="0">
                  <a:pos x="3" y="5"/>
                </a:cxn>
                <a:cxn ang="0">
                  <a:pos x="13" y="1"/>
                </a:cxn>
                <a:cxn ang="0">
                  <a:pos x="14" y="1"/>
                </a:cxn>
                <a:cxn ang="0">
                  <a:pos x="14" y="1"/>
                </a:cxn>
                <a:cxn ang="0">
                  <a:pos x="13" y="1"/>
                </a:cxn>
              </a:cxnLst>
              <a:rect l="0" t="0" r="r" b="b"/>
              <a:pathLst>
                <a:path w="14" h="6">
                  <a:moveTo>
                    <a:pt x="3" y="5"/>
                  </a:moveTo>
                  <a:cubicBezTo>
                    <a:pt x="2" y="5"/>
                    <a:pt x="2" y="5"/>
                    <a:pt x="1" y="5"/>
                  </a:cubicBezTo>
                  <a:cubicBezTo>
                    <a:pt x="1" y="5"/>
                    <a:pt x="1" y="5"/>
                    <a:pt x="0" y="5"/>
                  </a:cubicBezTo>
                  <a:cubicBezTo>
                    <a:pt x="0" y="6"/>
                    <a:pt x="0" y="5"/>
                    <a:pt x="0" y="5"/>
                  </a:cubicBezTo>
                  <a:cubicBezTo>
                    <a:pt x="0" y="5"/>
                    <a:pt x="0" y="4"/>
                    <a:pt x="0" y="4"/>
                  </a:cubicBezTo>
                  <a:cubicBezTo>
                    <a:pt x="0" y="4"/>
                    <a:pt x="0" y="4"/>
                    <a:pt x="0" y="4"/>
                  </a:cubicBezTo>
                  <a:cubicBezTo>
                    <a:pt x="0" y="5"/>
                    <a:pt x="0" y="5"/>
                    <a:pt x="1" y="5"/>
                  </a:cubicBezTo>
                  <a:cubicBezTo>
                    <a:pt x="1" y="5"/>
                    <a:pt x="1" y="4"/>
                    <a:pt x="2" y="5"/>
                  </a:cubicBezTo>
                  <a:cubicBezTo>
                    <a:pt x="2" y="5"/>
                    <a:pt x="3" y="4"/>
                    <a:pt x="3" y="5"/>
                  </a:cubicBezTo>
                  <a:close/>
                  <a:moveTo>
                    <a:pt x="13" y="1"/>
                  </a:moveTo>
                  <a:cubicBezTo>
                    <a:pt x="13" y="1"/>
                    <a:pt x="13" y="1"/>
                    <a:pt x="14" y="1"/>
                  </a:cubicBezTo>
                  <a:cubicBezTo>
                    <a:pt x="14" y="1"/>
                    <a:pt x="14" y="1"/>
                    <a:pt x="14" y="1"/>
                  </a:cubicBezTo>
                  <a:cubicBezTo>
                    <a:pt x="14" y="0"/>
                    <a:pt x="13" y="1"/>
                    <a:pt x="13"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25" name="Canada">
              <a:extLst>
                <a:ext uri="{FF2B5EF4-FFF2-40B4-BE49-F238E27FC236}">
                  <a16:creationId xmlns:a16="http://schemas.microsoft.com/office/drawing/2014/main" id="{711DEF0A-D197-F914-20DA-B20F9AF92585}"/>
                </a:ext>
              </a:extLst>
            </p:cNvPr>
            <p:cNvSpPr>
              <a:spLocks noEditPoints="1"/>
            </p:cNvSpPr>
            <p:nvPr/>
          </p:nvSpPr>
          <p:spPr bwMode="auto">
            <a:xfrm>
              <a:off x="1883846" y="1016621"/>
              <a:ext cx="2698392" cy="1396734"/>
            </a:xfrm>
            <a:custGeom>
              <a:avLst/>
              <a:gdLst/>
              <a:ahLst/>
              <a:cxnLst>
                <a:cxn ang="0">
                  <a:pos x="593" y="26"/>
                </a:cxn>
                <a:cxn ang="0">
                  <a:pos x="482" y="38"/>
                </a:cxn>
                <a:cxn ang="0">
                  <a:pos x="713" y="15"/>
                </a:cxn>
                <a:cxn ang="0">
                  <a:pos x="610" y="45"/>
                </a:cxn>
                <a:cxn ang="0">
                  <a:pos x="581" y="38"/>
                </a:cxn>
                <a:cxn ang="0">
                  <a:pos x="620" y="16"/>
                </a:cxn>
                <a:cxn ang="0">
                  <a:pos x="676" y="3"/>
                </a:cxn>
                <a:cxn ang="0">
                  <a:pos x="368" y="42"/>
                </a:cxn>
                <a:cxn ang="0">
                  <a:pos x="466" y="54"/>
                </a:cxn>
                <a:cxn ang="0">
                  <a:pos x="582" y="64"/>
                </a:cxn>
                <a:cxn ang="0">
                  <a:pos x="369" y="55"/>
                </a:cxn>
                <a:cxn ang="0">
                  <a:pos x="404" y="56"/>
                </a:cxn>
                <a:cxn ang="0">
                  <a:pos x="509" y="317"/>
                </a:cxn>
                <a:cxn ang="0">
                  <a:pos x="554" y="357"/>
                </a:cxn>
                <a:cxn ang="0">
                  <a:pos x="512" y="357"/>
                </a:cxn>
                <a:cxn ang="0">
                  <a:pos x="380" y="358"/>
                </a:cxn>
                <a:cxn ang="0">
                  <a:pos x="303" y="324"/>
                </a:cxn>
                <a:cxn ang="0">
                  <a:pos x="24" y="293"/>
                </a:cxn>
                <a:cxn ang="0">
                  <a:pos x="46" y="250"/>
                </a:cxn>
                <a:cxn ang="0">
                  <a:pos x="162" y="111"/>
                </a:cxn>
                <a:cxn ang="0">
                  <a:pos x="184" y="112"/>
                </a:cxn>
                <a:cxn ang="0">
                  <a:pos x="307" y="127"/>
                </a:cxn>
                <a:cxn ang="0">
                  <a:pos x="378" y="127"/>
                </a:cxn>
                <a:cxn ang="0">
                  <a:pos x="436" y="116"/>
                </a:cxn>
                <a:cxn ang="0">
                  <a:pos x="463" y="99"/>
                </a:cxn>
                <a:cxn ang="0">
                  <a:pos x="504" y="115"/>
                </a:cxn>
                <a:cxn ang="0">
                  <a:pos x="453" y="150"/>
                </a:cxn>
                <a:cxn ang="0">
                  <a:pos x="392" y="181"/>
                </a:cxn>
                <a:cxn ang="0">
                  <a:pos x="425" y="299"/>
                </a:cxn>
                <a:cxn ang="0">
                  <a:pos x="495" y="195"/>
                </a:cxn>
                <a:cxn ang="0">
                  <a:pos x="557" y="214"/>
                </a:cxn>
                <a:cxn ang="0">
                  <a:pos x="600" y="215"/>
                </a:cxn>
                <a:cxn ang="0">
                  <a:pos x="608" y="252"/>
                </a:cxn>
                <a:cxn ang="0">
                  <a:pos x="629" y="275"/>
                </a:cxn>
                <a:cxn ang="0">
                  <a:pos x="247" y="140"/>
                </a:cxn>
                <a:cxn ang="0">
                  <a:pos x="224" y="185"/>
                </a:cxn>
                <a:cxn ang="0">
                  <a:pos x="276" y="300"/>
                </a:cxn>
                <a:cxn ang="0">
                  <a:pos x="434" y="91"/>
                </a:cxn>
                <a:cxn ang="0">
                  <a:pos x="498" y="61"/>
                </a:cxn>
                <a:cxn ang="0">
                  <a:pos x="368" y="89"/>
                </a:cxn>
                <a:cxn ang="0">
                  <a:pos x="304" y="104"/>
                </a:cxn>
                <a:cxn ang="0">
                  <a:pos x="422" y="119"/>
                </a:cxn>
                <a:cxn ang="0">
                  <a:pos x="645" y="146"/>
                </a:cxn>
                <a:cxn ang="0">
                  <a:pos x="604" y="145"/>
                </a:cxn>
                <a:cxn ang="0">
                  <a:pos x="610" y="174"/>
                </a:cxn>
                <a:cxn ang="0">
                  <a:pos x="563" y="172"/>
                </a:cxn>
                <a:cxn ang="0">
                  <a:pos x="530" y="152"/>
                </a:cxn>
                <a:cxn ang="0">
                  <a:pos x="575" y="117"/>
                </a:cxn>
                <a:cxn ang="0">
                  <a:pos x="488" y="101"/>
                </a:cxn>
                <a:cxn ang="0">
                  <a:pos x="540" y="77"/>
                </a:cxn>
                <a:cxn ang="0">
                  <a:pos x="598" y="93"/>
                </a:cxn>
                <a:cxn ang="0">
                  <a:pos x="618" y="113"/>
                </a:cxn>
                <a:cxn ang="0">
                  <a:pos x="647" y="135"/>
                </a:cxn>
                <a:cxn ang="0">
                  <a:pos x="487" y="167"/>
                </a:cxn>
                <a:cxn ang="0">
                  <a:pos x="316" y="70"/>
                </a:cxn>
                <a:cxn ang="0">
                  <a:pos x="451" y="242"/>
                </a:cxn>
                <a:cxn ang="0">
                  <a:pos x="633" y="313"/>
                </a:cxn>
                <a:cxn ang="0">
                  <a:pos x="598" y="316"/>
                </a:cxn>
                <a:cxn ang="0">
                  <a:pos x="632" y="341"/>
                </a:cxn>
                <a:cxn ang="0">
                  <a:pos x="558" y="335"/>
                </a:cxn>
                <a:cxn ang="0">
                  <a:pos x="569" y="350"/>
                </a:cxn>
                <a:cxn ang="0">
                  <a:pos x="29" y="277"/>
                </a:cxn>
                <a:cxn ang="0">
                  <a:pos x="18" y="308"/>
                </a:cxn>
              </a:cxnLst>
              <a:rect l="0" t="0" r="r" b="b"/>
              <a:pathLst>
                <a:path w="762" h="394">
                  <a:moveTo>
                    <a:pt x="402" y="39"/>
                  </a:moveTo>
                  <a:cubicBezTo>
                    <a:pt x="401" y="39"/>
                    <a:pt x="404" y="38"/>
                    <a:pt x="404" y="38"/>
                  </a:cubicBezTo>
                  <a:cubicBezTo>
                    <a:pt x="404" y="38"/>
                    <a:pt x="405" y="38"/>
                    <a:pt x="405" y="38"/>
                  </a:cubicBezTo>
                  <a:cubicBezTo>
                    <a:pt x="406" y="38"/>
                    <a:pt x="408" y="38"/>
                    <a:pt x="409" y="37"/>
                  </a:cubicBezTo>
                  <a:cubicBezTo>
                    <a:pt x="410" y="37"/>
                    <a:pt x="411" y="37"/>
                    <a:pt x="412" y="37"/>
                  </a:cubicBezTo>
                  <a:cubicBezTo>
                    <a:pt x="413" y="37"/>
                    <a:pt x="414" y="37"/>
                    <a:pt x="415" y="37"/>
                  </a:cubicBezTo>
                  <a:cubicBezTo>
                    <a:pt x="415" y="37"/>
                    <a:pt x="417" y="37"/>
                    <a:pt x="417" y="37"/>
                  </a:cubicBezTo>
                  <a:cubicBezTo>
                    <a:pt x="418" y="37"/>
                    <a:pt x="419" y="36"/>
                    <a:pt x="420" y="37"/>
                  </a:cubicBezTo>
                  <a:cubicBezTo>
                    <a:pt x="420" y="37"/>
                    <a:pt x="421" y="37"/>
                    <a:pt x="421" y="37"/>
                  </a:cubicBezTo>
                  <a:cubicBezTo>
                    <a:pt x="421" y="37"/>
                    <a:pt x="422" y="36"/>
                    <a:pt x="422" y="36"/>
                  </a:cubicBezTo>
                  <a:cubicBezTo>
                    <a:pt x="423" y="36"/>
                    <a:pt x="424" y="36"/>
                    <a:pt x="425" y="36"/>
                  </a:cubicBezTo>
                  <a:cubicBezTo>
                    <a:pt x="426" y="36"/>
                    <a:pt x="427" y="36"/>
                    <a:pt x="428" y="37"/>
                  </a:cubicBezTo>
                  <a:cubicBezTo>
                    <a:pt x="429" y="37"/>
                    <a:pt x="428" y="37"/>
                    <a:pt x="427" y="37"/>
                  </a:cubicBezTo>
                  <a:cubicBezTo>
                    <a:pt x="425" y="38"/>
                    <a:pt x="423" y="38"/>
                    <a:pt x="421" y="38"/>
                  </a:cubicBezTo>
                  <a:cubicBezTo>
                    <a:pt x="420" y="38"/>
                    <a:pt x="419" y="38"/>
                    <a:pt x="418" y="38"/>
                  </a:cubicBezTo>
                  <a:cubicBezTo>
                    <a:pt x="418" y="38"/>
                    <a:pt x="417" y="39"/>
                    <a:pt x="418" y="39"/>
                  </a:cubicBezTo>
                  <a:cubicBezTo>
                    <a:pt x="418" y="39"/>
                    <a:pt x="419" y="39"/>
                    <a:pt x="420" y="39"/>
                  </a:cubicBezTo>
                  <a:cubicBezTo>
                    <a:pt x="420" y="39"/>
                    <a:pt x="421" y="39"/>
                    <a:pt x="422" y="39"/>
                  </a:cubicBezTo>
                  <a:cubicBezTo>
                    <a:pt x="422" y="39"/>
                    <a:pt x="420" y="40"/>
                    <a:pt x="420" y="40"/>
                  </a:cubicBezTo>
                  <a:cubicBezTo>
                    <a:pt x="420" y="40"/>
                    <a:pt x="420" y="40"/>
                    <a:pt x="419" y="41"/>
                  </a:cubicBezTo>
                  <a:cubicBezTo>
                    <a:pt x="419" y="41"/>
                    <a:pt x="419" y="41"/>
                    <a:pt x="419" y="41"/>
                  </a:cubicBezTo>
                  <a:cubicBezTo>
                    <a:pt x="418" y="41"/>
                    <a:pt x="417" y="41"/>
                    <a:pt x="417" y="41"/>
                  </a:cubicBezTo>
                  <a:cubicBezTo>
                    <a:pt x="414" y="42"/>
                    <a:pt x="412" y="42"/>
                    <a:pt x="410" y="42"/>
                  </a:cubicBezTo>
                  <a:cubicBezTo>
                    <a:pt x="408" y="42"/>
                    <a:pt x="406" y="43"/>
                    <a:pt x="404" y="43"/>
                  </a:cubicBezTo>
                  <a:cubicBezTo>
                    <a:pt x="403" y="43"/>
                    <a:pt x="401" y="43"/>
                    <a:pt x="402" y="42"/>
                  </a:cubicBezTo>
                  <a:cubicBezTo>
                    <a:pt x="401" y="41"/>
                    <a:pt x="401" y="42"/>
                    <a:pt x="400" y="42"/>
                  </a:cubicBezTo>
                  <a:cubicBezTo>
                    <a:pt x="400" y="41"/>
                    <a:pt x="400" y="41"/>
                    <a:pt x="400" y="41"/>
                  </a:cubicBezTo>
                  <a:cubicBezTo>
                    <a:pt x="400" y="41"/>
                    <a:pt x="400" y="41"/>
                    <a:pt x="399" y="41"/>
                  </a:cubicBezTo>
                  <a:cubicBezTo>
                    <a:pt x="400" y="41"/>
                    <a:pt x="400" y="41"/>
                    <a:pt x="400" y="40"/>
                  </a:cubicBezTo>
                  <a:cubicBezTo>
                    <a:pt x="401" y="40"/>
                    <a:pt x="401" y="40"/>
                    <a:pt x="401" y="40"/>
                  </a:cubicBezTo>
                  <a:cubicBezTo>
                    <a:pt x="401" y="40"/>
                    <a:pt x="401" y="39"/>
                    <a:pt x="402" y="39"/>
                  </a:cubicBezTo>
                  <a:close/>
                  <a:moveTo>
                    <a:pt x="411" y="35"/>
                  </a:moveTo>
                  <a:cubicBezTo>
                    <a:pt x="412" y="35"/>
                    <a:pt x="414" y="34"/>
                    <a:pt x="416" y="34"/>
                  </a:cubicBezTo>
                  <a:cubicBezTo>
                    <a:pt x="416" y="34"/>
                    <a:pt x="417" y="34"/>
                    <a:pt x="417" y="35"/>
                  </a:cubicBezTo>
                  <a:cubicBezTo>
                    <a:pt x="417" y="35"/>
                    <a:pt x="419" y="35"/>
                    <a:pt x="419" y="35"/>
                  </a:cubicBezTo>
                  <a:cubicBezTo>
                    <a:pt x="419" y="35"/>
                    <a:pt x="421" y="35"/>
                    <a:pt x="421" y="35"/>
                  </a:cubicBezTo>
                  <a:cubicBezTo>
                    <a:pt x="422" y="34"/>
                    <a:pt x="423" y="34"/>
                    <a:pt x="424" y="35"/>
                  </a:cubicBezTo>
                  <a:cubicBezTo>
                    <a:pt x="424" y="35"/>
                    <a:pt x="425" y="35"/>
                    <a:pt x="425" y="35"/>
                  </a:cubicBezTo>
                  <a:cubicBezTo>
                    <a:pt x="426" y="35"/>
                    <a:pt x="426" y="35"/>
                    <a:pt x="427" y="35"/>
                  </a:cubicBezTo>
                  <a:cubicBezTo>
                    <a:pt x="428" y="35"/>
                    <a:pt x="429" y="35"/>
                    <a:pt x="430" y="35"/>
                  </a:cubicBezTo>
                  <a:cubicBezTo>
                    <a:pt x="431" y="35"/>
                    <a:pt x="432" y="35"/>
                    <a:pt x="433" y="34"/>
                  </a:cubicBezTo>
                  <a:cubicBezTo>
                    <a:pt x="434" y="34"/>
                    <a:pt x="434" y="34"/>
                    <a:pt x="435" y="34"/>
                  </a:cubicBezTo>
                  <a:cubicBezTo>
                    <a:pt x="435" y="34"/>
                    <a:pt x="436" y="33"/>
                    <a:pt x="435" y="33"/>
                  </a:cubicBezTo>
                  <a:cubicBezTo>
                    <a:pt x="437" y="33"/>
                    <a:pt x="433" y="32"/>
                    <a:pt x="434" y="32"/>
                  </a:cubicBezTo>
                  <a:cubicBezTo>
                    <a:pt x="433" y="32"/>
                    <a:pt x="432" y="31"/>
                    <a:pt x="431" y="31"/>
                  </a:cubicBezTo>
                  <a:cubicBezTo>
                    <a:pt x="430" y="31"/>
                    <a:pt x="429" y="31"/>
                    <a:pt x="428" y="31"/>
                  </a:cubicBezTo>
                  <a:cubicBezTo>
                    <a:pt x="427" y="32"/>
                    <a:pt x="426" y="32"/>
                    <a:pt x="425" y="32"/>
                  </a:cubicBezTo>
                  <a:cubicBezTo>
                    <a:pt x="424" y="32"/>
                    <a:pt x="424" y="32"/>
                    <a:pt x="424" y="33"/>
                  </a:cubicBezTo>
                  <a:cubicBezTo>
                    <a:pt x="421" y="33"/>
                    <a:pt x="417" y="33"/>
                    <a:pt x="414" y="33"/>
                  </a:cubicBezTo>
                  <a:cubicBezTo>
                    <a:pt x="413" y="34"/>
                    <a:pt x="411" y="34"/>
                    <a:pt x="409" y="34"/>
                  </a:cubicBezTo>
                  <a:cubicBezTo>
                    <a:pt x="407" y="35"/>
                    <a:pt x="410" y="35"/>
                    <a:pt x="411" y="35"/>
                  </a:cubicBezTo>
                  <a:close/>
                  <a:moveTo>
                    <a:pt x="529" y="23"/>
                  </a:moveTo>
                  <a:cubicBezTo>
                    <a:pt x="530" y="23"/>
                    <a:pt x="531" y="23"/>
                    <a:pt x="530" y="24"/>
                  </a:cubicBezTo>
                  <a:cubicBezTo>
                    <a:pt x="530" y="24"/>
                    <a:pt x="531" y="24"/>
                    <a:pt x="531" y="24"/>
                  </a:cubicBezTo>
                  <a:cubicBezTo>
                    <a:pt x="531" y="25"/>
                    <a:pt x="532" y="24"/>
                    <a:pt x="533" y="24"/>
                  </a:cubicBezTo>
                  <a:cubicBezTo>
                    <a:pt x="534" y="24"/>
                    <a:pt x="535" y="24"/>
                    <a:pt x="536" y="24"/>
                  </a:cubicBezTo>
                  <a:cubicBezTo>
                    <a:pt x="537" y="24"/>
                    <a:pt x="538" y="24"/>
                    <a:pt x="539" y="24"/>
                  </a:cubicBezTo>
                  <a:cubicBezTo>
                    <a:pt x="540" y="24"/>
                    <a:pt x="542" y="23"/>
                    <a:pt x="542" y="23"/>
                  </a:cubicBezTo>
                  <a:cubicBezTo>
                    <a:pt x="542" y="24"/>
                    <a:pt x="540" y="24"/>
                    <a:pt x="540" y="24"/>
                  </a:cubicBezTo>
                  <a:cubicBezTo>
                    <a:pt x="539" y="25"/>
                    <a:pt x="538" y="25"/>
                    <a:pt x="536" y="25"/>
                  </a:cubicBezTo>
                  <a:cubicBezTo>
                    <a:pt x="534" y="25"/>
                    <a:pt x="532" y="25"/>
                    <a:pt x="530" y="26"/>
                  </a:cubicBezTo>
                  <a:cubicBezTo>
                    <a:pt x="530" y="26"/>
                    <a:pt x="529" y="26"/>
                    <a:pt x="529" y="26"/>
                  </a:cubicBezTo>
                  <a:cubicBezTo>
                    <a:pt x="530" y="26"/>
                    <a:pt x="530" y="26"/>
                    <a:pt x="531" y="26"/>
                  </a:cubicBezTo>
                  <a:cubicBezTo>
                    <a:pt x="531" y="26"/>
                    <a:pt x="532" y="26"/>
                    <a:pt x="532" y="26"/>
                  </a:cubicBezTo>
                  <a:cubicBezTo>
                    <a:pt x="532" y="26"/>
                    <a:pt x="532" y="26"/>
                    <a:pt x="532" y="27"/>
                  </a:cubicBezTo>
                  <a:cubicBezTo>
                    <a:pt x="532" y="27"/>
                    <a:pt x="532" y="27"/>
                    <a:pt x="532" y="27"/>
                  </a:cubicBezTo>
                  <a:cubicBezTo>
                    <a:pt x="532" y="27"/>
                    <a:pt x="531" y="27"/>
                    <a:pt x="531" y="27"/>
                  </a:cubicBezTo>
                  <a:cubicBezTo>
                    <a:pt x="532" y="27"/>
                    <a:pt x="532" y="27"/>
                    <a:pt x="531" y="27"/>
                  </a:cubicBezTo>
                  <a:cubicBezTo>
                    <a:pt x="532" y="27"/>
                    <a:pt x="533" y="27"/>
                    <a:pt x="534" y="27"/>
                  </a:cubicBezTo>
                  <a:cubicBezTo>
                    <a:pt x="535" y="27"/>
                    <a:pt x="536" y="27"/>
                    <a:pt x="537" y="26"/>
                  </a:cubicBezTo>
                  <a:cubicBezTo>
                    <a:pt x="537" y="26"/>
                    <a:pt x="537" y="26"/>
                    <a:pt x="537" y="26"/>
                  </a:cubicBezTo>
                  <a:cubicBezTo>
                    <a:pt x="537" y="26"/>
                    <a:pt x="538" y="26"/>
                    <a:pt x="538" y="26"/>
                  </a:cubicBezTo>
                  <a:cubicBezTo>
                    <a:pt x="539" y="26"/>
                    <a:pt x="540" y="26"/>
                    <a:pt x="541" y="26"/>
                  </a:cubicBezTo>
                  <a:cubicBezTo>
                    <a:pt x="539" y="27"/>
                    <a:pt x="538" y="27"/>
                    <a:pt x="537" y="27"/>
                  </a:cubicBezTo>
                  <a:cubicBezTo>
                    <a:pt x="539" y="27"/>
                    <a:pt x="540" y="27"/>
                    <a:pt x="541" y="27"/>
                  </a:cubicBezTo>
                  <a:cubicBezTo>
                    <a:pt x="542" y="26"/>
                    <a:pt x="543" y="27"/>
                    <a:pt x="543" y="26"/>
                  </a:cubicBezTo>
                  <a:cubicBezTo>
                    <a:pt x="543" y="26"/>
                    <a:pt x="545" y="26"/>
                    <a:pt x="545" y="26"/>
                  </a:cubicBezTo>
                  <a:cubicBezTo>
                    <a:pt x="545" y="26"/>
                    <a:pt x="543" y="27"/>
                    <a:pt x="543" y="27"/>
                  </a:cubicBezTo>
                  <a:cubicBezTo>
                    <a:pt x="544" y="27"/>
                    <a:pt x="545" y="27"/>
                    <a:pt x="546" y="26"/>
                  </a:cubicBezTo>
                  <a:cubicBezTo>
                    <a:pt x="546" y="26"/>
                    <a:pt x="546" y="26"/>
                    <a:pt x="546" y="26"/>
                  </a:cubicBezTo>
                  <a:cubicBezTo>
                    <a:pt x="547" y="26"/>
                    <a:pt x="546" y="26"/>
                    <a:pt x="546" y="26"/>
                  </a:cubicBezTo>
                  <a:cubicBezTo>
                    <a:pt x="548" y="27"/>
                    <a:pt x="550" y="25"/>
                    <a:pt x="551" y="26"/>
                  </a:cubicBezTo>
                  <a:cubicBezTo>
                    <a:pt x="550" y="26"/>
                    <a:pt x="549" y="26"/>
                    <a:pt x="548" y="26"/>
                  </a:cubicBezTo>
                  <a:cubicBezTo>
                    <a:pt x="550" y="27"/>
                    <a:pt x="551" y="27"/>
                    <a:pt x="553" y="27"/>
                  </a:cubicBezTo>
                  <a:cubicBezTo>
                    <a:pt x="554" y="27"/>
                    <a:pt x="556" y="26"/>
                    <a:pt x="557" y="26"/>
                  </a:cubicBezTo>
                  <a:cubicBezTo>
                    <a:pt x="556" y="27"/>
                    <a:pt x="555" y="27"/>
                    <a:pt x="554" y="27"/>
                  </a:cubicBezTo>
                  <a:cubicBezTo>
                    <a:pt x="553" y="27"/>
                    <a:pt x="552" y="27"/>
                    <a:pt x="551" y="27"/>
                  </a:cubicBezTo>
                  <a:cubicBezTo>
                    <a:pt x="550" y="27"/>
                    <a:pt x="550" y="27"/>
                    <a:pt x="549" y="27"/>
                  </a:cubicBezTo>
                  <a:cubicBezTo>
                    <a:pt x="548" y="27"/>
                    <a:pt x="547" y="27"/>
                    <a:pt x="546" y="27"/>
                  </a:cubicBezTo>
                  <a:cubicBezTo>
                    <a:pt x="549" y="28"/>
                    <a:pt x="551" y="28"/>
                    <a:pt x="554" y="28"/>
                  </a:cubicBezTo>
                  <a:cubicBezTo>
                    <a:pt x="555" y="27"/>
                    <a:pt x="556" y="27"/>
                    <a:pt x="558" y="27"/>
                  </a:cubicBezTo>
                  <a:cubicBezTo>
                    <a:pt x="558" y="27"/>
                    <a:pt x="559" y="27"/>
                    <a:pt x="560" y="27"/>
                  </a:cubicBezTo>
                  <a:cubicBezTo>
                    <a:pt x="559" y="28"/>
                    <a:pt x="557" y="28"/>
                    <a:pt x="556" y="28"/>
                  </a:cubicBezTo>
                  <a:cubicBezTo>
                    <a:pt x="554" y="28"/>
                    <a:pt x="553" y="28"/>
                    <a:pt x="551" y="28"/>
                  </a:cubicBezTo>
                  <a:cubicBezTo>
                    <a:pt x="549" y="28"/>
                    <a:pt x="548" y="28"/>
                    <a:pt x="546" y="28"/>
                  </a:cubicBezTo>
                  <a:cubicBezTo>
                    <a:pt x="545" y="28"/>
                    <a:pt x="545" y="28"/>
                    <a:pt x="544" y="28"/>
                  </a:cubicBezTo>
                  <a:cubicBezTo>
                    <a:pt x="543" y="28"/>
                    <a:pt x="542" y="28"/>
                    <a:pt x="541" y="28"/>
                  </a:cubicBezTo>
                  <a:cubicBezTo>
                    <a:pt x="540" y="28"/>
                    <a:pt x="539" y="29"/>
                    <a:pt x="537" y="29"/>
                  </a:cubicBezTo>
                  <a:cubicBezTo>
                    <a:pt x="536" y="29"/>
                    <a:pt x="535" y="29"/>
                    <a:pt x="534" y="29"/>
                  </a:cubicBezTo>
                  <a:cubicBezTo>
                    <a:pt x="533" y="30"/>
                    <a:pt x="534" y="30"/>
                    <a:pt x="534" y="30"/>
                  </a:cubicBezTo>
                  <a:cubicBezTo>
                    <a:pt x="534" y="30"/>
                    <a:pt x="534" y="31"/>
                    <a:pt x="535" y="31"/>
                  </a:cubicBezTo>
                  <a:cubicBezTo>
                    <a:pt x="536" y="31"/>
                    <a:pt x="538" y="31"/>
                    <a:pt x="539" y="31"/>
                  </a:cubicBezTo>
                  <a:cubicBezTo>
                    <a:pt x="538" y="32"/>
                    <a:pt x="537" y="31"/>
                    <a:pt x="537" y="31"/>
                  </a:cubicBezTo>
                  <a:cubicBezTo>
                    <a:pt x="536" y="31"/>
                    <a:pt x="535" y="31"/>
                    <a:pt x="534" y="31"/>
                  </a:cubicBezTo>
                  <a:cubicBezTo>
                    <a:pt x="534" y="32"/>
                    <a:pt x="536" y="32"/>
                    <a:pt x="536" y="32"/>
                  </a:cubicBezTo>
                  <a:cubicBezTo>
                    <a:pt x="536" y="32"/>
                    <a:pt x="535" y="32"/>
                    <a:pt x="535" y="32"/>
                  </a:cubicBezTo>
                  <a:cubicBezTo>
                    <a:pt x="535" y="33"/>
                    <a:pt x="536" y="33"/>
                    <a:pt x="536" y="33"/>
                  </a:cubicBezTo>
                  <a:cubicBezTo>
                    <a:pt x="537" y="32"/>
                    <a:pt x="538" y="32"/>
                    <a:pt x="539" y="32"/>
                  </a:cubicBezTo>
                  <a:cubicBezTo>
                    <a:pt x="540" y="32"/>
                    <a:pt x="541" y="33"/>
                    <a:pt x="542" y="33"/>
                  </a:cubicBezTo>
                  <a:cubicBezTo>
                    <a:pt x="543" y="33"/>
                    <a:pt x="544" y="33"/>
                    <a:pt x="545" y="33"/>
                  </a:cubicBezTo>
                  <a:cubicBezTo>
                    <a:pt x="545" y="33"/>
                    <a:pt x="545" y="33"/>
                    <a:pt x="544" y="33"/>
                  </a:cubicBezTo>
                  <a:cubicBezTo>
                    <a:pt x="544" y="33"/>
                    <a:pt x="543" y="33"/>
                    <a:pt x="543" y="33"/>
                  </a:cubicBezTo>
                  <a:cubicBezTo>
                    <a:pt x="542" y="33"/>
                    <a:pt x="541" y="33"/>
                    <a:pt x="539" y="33"/>
                  </a:cubicBezTo>
                  <a:cubicBezTo>
                    <a:pt x="540" y="33"/>
                    <a:pt x="538" y="33"/>
                    <a:pt x="538" y="33"/>
                  </a:cubicBezTo>
                  <a:cubicBezTo>
                    <a:pt x="538" y="33"/>
                    <a:pt x="537" y="33"/>
                    <a:pt x="537" y="33"/>
                  </a:cubicBezTo>
                  <a:cubicBezTo>
                    <a:pt x="535" y="34"/>
                    <a:pt x="537" y="34"/>
                    <a:pt x="537" y="34"/>
                  </a:cubicBezTo>
                  <a:cubicBezTo>
                    <a:pt x="537" y="35"/>
                    <a:pt x="539" y="35"/>
                    <a:pt x="540" y="35"/>
                  </a:cubicBezTo>
                  <a:cubicBezTo>
                    <a:pt x="539" y="35"/>
                    <a:pt x="539" y="35"/>
                    <a:pt x="538" y="35"/>
                  </a:cubicBezTo>
                  <a:cubicBezTo>
                    <a:pt x="539" y="35"/>
                    <a:pt x="539" y="35"/>
                    <a:pt x="539" y="35"/>
                  </a:cubicBezTo>
                  <a:cubicBezTo>
                    <a:pt x="539" y="36"/>
                    <a:pt x="540" y="35"/>
                    <a:pt x="541" y="35"/>
                  </a:cubicBezTo>
                  <a:cubicBezTo>
                    <a:pt x="541" y="35"/>
                    <a:pt x="542" y="36"/>
                    <a:pt x="542" y="36"/>
                  </a:cubicBezTo>
                  <a:cubicBezTo>
                    <a:pt x="543" y="36"/>
                    <a:pt x="543" y="36"/>
                    <a:pt x="544" y="36"/>
                  </a:cubicBezTo>
                  <a:cubicBezTo>
                    <a:pt x="545" y="36"/>
                    <a:pt x="546" y="36"/>
                    <a:pt x="547" y="36"/>
                  </a:cubicBezTo>
                  <a:cubicBezTo>
                    <a:pt x="548" y="36"/>
                    <a:pt x="548" y="36"/>
                    <a:pt x="548" y="36"/>
                  </a:cubicBezTo>
                  <a:cubicBezTo>
                    <a:pt x="549" y="36"/>
                    <a:pt x="549" y="36"/>
                    <a:pt x="550" y="36"/>
                  </a:cubicBezTo>
                  <a:cubicBezTo>
                    <a:pt x="550" y="36"/>
                    <a:pt x="550" y="36"/>
                    <a:pt x="550" y="35"/>
                  </a:cubicBezTo>
                  <a:cubicBezTo>
                    <a:pt x="550" y="35"/>
                    <a:pt x="550" y="35"/>
                    <a:pt x="551" y="35"/>
                  </a:cubicBezTo>
                  <a:cubicBezTo>
                    <a:pt x="550" y="35"/>
                    <a:pt x="549" y="35"/>
                    <a:pt x="549" y="35"/>
                  </a:cubicBezTo>
                  <a:cubicBezTo>
                    <a:pt x="549" y="34"/>
                    <a:pt x="550" y="35"/>
                    <a:pt x="551" y="35"/>
                  </a:cubicBezTo>
                  <a:cubicBezTo>
                    <a:pt x="551" y="35"/>
                    <a:pt x="553" y="34"/>
                    <a:pt x="553" y="35"/>
                  </a:cubicBezTo>
                  <a:cubicBezTo>
                    <a:pt x="553" y="35"/>
                    <a:pt x="552" y="35"/>
                    <a:pt x="553" y="36"/>
                  </a:cubicBezTo>
                  <a:cubicBezTo>
                    <a:pt x="553" y="36"/>
                    <a:pt x="554" y="35"/>
                    <a:pt x="554" y="36"/>
                  </a:cubicBezTo>
                  <a:cubicBezTo>
                    <a:pt x="554" y="36"/>
                    <a:pt x="554" y="36"/>
                    <a:pt x="555" y="36"/>
                  </a:cubicBezTo>
                  <a:cubicBezTo>
                    <a:pt x="555" y="36"/>
                    <a:pt x="555" y="36"/>
                    <a:pt x="555" y="35"/>
                  </a:cubicBezTo>
                  <a:cubicBezTo>
                    <a:pt x="555" y="34"/>
                    <a:pt x="555" y="34"/>
                    <a:pt x="554" y="34"/>
                  </a:cubicBezTo>
                  <a:cubicBezTo>
                    <a:pt x="555" y="33"/>
                    <a:pt x="555" y="33"/>
                    <a:pt x="555" y="33"/>
                  </a:cubicBezTo>
                  <a:cubicBezTo>
                    <a:pt x="556" y="32"/>
                    <a:pt x="557" y="32"/>
                    <a:pt x="556" y="33"/>
                  </a:cubicBezTo>
                  <a:cubicBezTo>
                    <a:pt x="556" y="34"/>
                    <a:pt x="557" y="34"/>
                    <a:pt x="557" y="35"/>
                  </a:cubicBezTo>
                  <a:cubicBezTo>
                    <a:pt x="557" y="36"/>
                    <a:pt x="558" y="36"/>
                    <a:pt x="559" y="36"/>
                  </a:cubicBezTo>
                  <a:cubicBezTo>
                    <a:pt x="560" y="36"/>
                    <a:pt x="561" y="35"/>
                    <a:pt x="561" y="35"/>
                  </a:cubicBezTo>
                  <a:cubicBezTo>
                    <a:pt x="562" y="35"/>
                    <a:pt x="562" y="35"/>
                    <a:pt x="563" y="34"/>
                  </a:cubicBezTo>
                  <a:cubicBezTo>
                    <a:pt x="564" y="34"/>
                    <a:pt x="563" y="33"/>
                    <a:pt x="564" y="32"/>
                  </a:cubicBezTo>
                  <a:cubicBezTo>
                    <a:pt x="565" y="32"/>
                    <a:pt x="565" y="33"/>
                    <a:pt x="566" y="34"/>
                  </a:cubicBezTo>
                  <a:cubicBezTo>
                    <a:pt x="566" y="34"/>
                    <a:pt x="568" y="33"/>
                    <a:pt x="569" y="32"/>
                  </a:cubicBezTo>
                  <a:cubicBezTo>
                    <a:pt x="569" y="32"/>
                    <a:pt x="567" y="32"/>
                    <a:pt x="567" y="32"/>
                  </a:cubicBezTo>
                  <a:cubicBezTo>
                    <a:pt x="568" y="32"/>
                    <a:pt x="568" y="32"/>
                    <a:pt x="569" y="31"/>
                  </a:cubicBezTo>
                  <a:cubicBezTo>
                    <a:pt x="569" y="31"/>
                    <a:pt x="570" y="30"/>
                    <a:pt x="570" y="30"/>
                  </a:cubicBezTo>
                  <a:cubicBezTo>
                    <a:pt x="571" y="30"/>
                    <a:pt x="572" y="29"/>
                    <a:pt x="572" y="29"/>
                  </a:cubicBezTo>
                  <a:cubicBezTo>
                    <a:pt x="573" y="29"/>
                    <a:pt x="574" y="29"/>
                    <a:pt x="575" y="29"/>
                  </a:cubicBezTo>
                  <a:cubicBezTo>
                    <a:pt x="574" y="29"/>
                    <a:pt x="573" y="29"/>
                    <a:pt x="572" y="30"/>
                  </a:cubicBezTo>
                  <a:cubicBezTo>
                    <a:pt x="572" y="30"/>
                    <a:pt x="571" y="30"/>
                    <a:pt x="571" y="31"/>
                  </a:cubicBezTo>
                  <a:cubicBezTo>
                    <a:pt x="570" y="31"/>
                    <a:pt x="570" y="32"/>
                    <a:pt x="571" y="32"/>
                  </a:cubicBezTo>
                  <a:cubicBezTo>
                    <a:pt x="571" y="32"/>
                    <a:pt x="572" y="32"/>
                    <a:pt x="573" y="32"/>
                  </a:cubicBezTo>
                  <a:cubicBezTo>
                    <a:pt x="574" y="31"/>
                    <a:pt x="575" y="31"/>
                    <a:pt x="576" y="31"/>
                  </a:cubicBezTo>
                  <a:cubicBezTo>
                    <a:pt x="577" y="30"/>
                    <a:pt x="578" y="30"/>
                    <a:pt x="578" y="30"/>
                  </a:cubicBezTo>
                  <a:cubicBezTo>
                    <a:pt x="579" y="29"/>
                    <a:pt x="579" y="29"/>
                    <a:pt x="579" y="29"/>
                  </a:cubicBezTo>
                  <a:cubicBezTo>
                    <a:pt x="579" y="30"/>
                    <a:pt x="581" y="29"/>
                    <a:pt x="581" y="29"/>
                  </a:cubicBezTo>
                  <a:cubicBezTo>
                    <a:pt x="583" y="28"/>
                    <a:pt x="586" y="28"/>
                    <a:pt x="588" y="28"/>
                  </a:cubicBezTo>
                  <a:cubicBezTo>
                    <a:pt x="589" y="28"/>
                    <a:pt x="590" y="28"/>
                    <a:pt x="591" y="28"/>
                  </a:cubicBezTo>
                  <a:cubicBezTo>
                    <a:pt x="592" y="28"/>
                    <a:pt x="593" y="28"/>
                    <a:pt x="594" y="27"/>
                  </a:cubicBezTo>
                  <a:cubicBezTo>
                    <a:pt x="595" y="27"/>
                    <a:pt x="593" y="26"/>
                    <a:pt x="593" y="26"/>
                  </a:cubicBezTo>
                  <a:cubicBezTo>
                    <a:pt x="593" y="26"/>
                    <a:pt x="593" y="25"/>
                    <a:pt x="593" y="25"/>
                  </a:cubicBezTo>
                  <a:cubicBezTo>
                    <a:pt x="591" y="24"/>
                    <a:pt x="590" y="27"/>
                    <a:pt x="588" y="26"/>
                  </a:cubicBezTo>
                  <a:cubicBezTo>
                    <a:pt x="588" y="26"/>
                    <a:pt x="589" y="26"/>
                    <a:pt x="589" y="25"/>
                  </a:cubicBezTo>
                  <a:cubicBezTo>
                    <a:pt x="589" y="25"/>
                    <a:pt x="590" y="25"/>
                    <a:pt x="590" y="25"/>
                  </a:cubicBezTo>
                  <a:cubicBezTo>
                    <a:pt x="589" y="24"/>
                    <a:pt x="587" y="24"/>
                    <a:pt x="586" y="25"/>
                  </a:cubicBezTo>
                  <a:cubicBezTo>
                    <a:pt x="586" y="25"/>
                    <a:pt x="585" y="25"/>
                    <a:pt x="585" y="25"/>
                  </a:cubicBezTo>
                  <a:cubicBezTo>
                    <a:pt x="585" y="25"/>
                    <a:pt x="585" y="25"/>
                    <a:pt x="585" y="25"/>
                  </a:cubicBezTo>
                  <a:cubicBezTo>
                    <a:pt x="584" y="25"/>
                    <a:pt x="583" y="25"/>
                    <a:pt x="582" y="25"/>
                  </a:cubicBezTo>
                  <a:cubicBezTo>
                    <a:pt x="582" y="25"/>
                    <a:pt x="580" y="25"/>
                    <a:pt x="582" y="25"/>
                  </a:cubicBezTo>
                  <a:cubicBezTo>
                    <a:pt x="583" y="24"/>
                    <a:pt x="584" y="24"/>
                    <a:pt x="585" y="24"/>
                  </a:cubicBezTo>
                  <a:cubicBezTo>
                    <a:pt x="585" y="24"/>
                    <a:pt x="588" y="23"/>
                    <a:pt x="588" y="22"/>
                  </a:cubicBezTo>
                  <a:cubicBezTo>
                    <a:pt x="588" y="22"/>
                    <a:pt x="584" y="23"/>
                    <a:pt x="584" y="23"/>
                  </a:cubicBezTo>
                  <a:cubicBezTo>
                    <a:pt x="584" y="23"/>
                    <a:pt x="585" y="23"/>
                    <a:pt x="585" y="23"/>
                  </a:cubicBezTo>
                  <a:cubicBezTo>
                    <a:pt x="586" y="23"/>
                    <a:pt x="586" y="22"/>
                    <a:pt x="586" y="22"/>
                  </a:cubicBezTo>
                  <a:cubicBezTo>
                    <a:pt x="587" y="22"/>
                    <a:pt x="588" y="22"/>
                    <a:pt x="588" y="22"/>
                  </a:cubicBezTo>
                  <a:cubicBezTo>
                    <a:pt x="588" y="22"/>
                    <a:pt x="587" y="22"/>
                    <a:pt x="587" y="21"/>
                  </a:cubicBezTo>
                  <a:cubicBezTo>
                    <a:pt x="587" y="21"/>
                    <a:pt x="586" y="21"/>
                    <a:pt x="586" y="21"/>
                  </a:cubicBezTo>
                  <a:cubicBezTo>
                    <a:pt x="585" y="21"/>
                    <a:pt x="585" y="21"/>
                    <a:pt x="584" y="21"/>
                  </a:cubicBezTo>
                  <a:cubicBezTo>
                    <a:pt x="584" y="21"/>
                    <a:pt x="584" y="21"/>
                    <a:pt x="583" y="21"/>
                  </a:cubicBezTo>
                  <a:cubicBezTo>
                    <a:pt x="584" y="20"/>
                    <a:pt x="585" y="21"/>
                    <a:pt x="586" y="20"/>
                  </a:cubicBezTo>
                  <a:cubicBezTo>
                    <a:pt x="587" y="20"/>
                    <a:pt x="588" y="19"/>
                    <a:pt x="588" y="19"/>
                  </a:cubicBezTo>
                  <a:cubicBezTo>
                    <a:pt x="586" y="18"/>
                    <a:pt x="583" y="18"/>
                    <a:pt x="581" y="20"/>
                  </a:cubicBezTo>
                  <a:cubicBezTo>
                    <a:pt x="581" y="20"/>
                    <a:pt x="582" y="20"/>
                    <a:pt x="583" y="20"/>
                  </a:cubicBezTo>
                  <a:cubicBezTo>
                    <a:pt x="582" y="20"/>
                    <a:pt x="582" y="20"/>
                    <a:pt x="582" y="20"/>
                  </a:cubicBezTo>
                  <a:cubicBezTo>
                    <a:pt x="582" y="21"/>
                    <a:pt x="583" y="21"/>
                    <a:pt x="582" y="21"/>
                  </a:cubicBezTo>
                  <a:cubicBezTo>
                    <a:pt x="582" y="21"/>
                    <a:pt x="581" y="21"/>
                    <a:pt x="581" y="21"/>
                  </a:cubicBezTo>
                  <a:cubicBezTo>
                    <a:pt x="580" y="21"/>
                    <a:pt x="580" y="21"/>
                    <a:pt x="579" y="21"/>
                  </a:cubicBezTo>
                  <a:cubicBezTo>
                    <a:pt x="579" y="21"/>
                    <a:pt x="577" y="20"/>
                    <a:pt x="578" y="19"/>
                  </a:cubicBezTo>
                  <a:cubicBezTo>
                    <a:pt x="578" y="19"/>
                    <a:pt x="578" y="19"/>
                    <a:pt x="579" y="19"/>
                  </a:cubicBezTo>
                  <a:cubicBezTo>
                    <a:pt x="579" y="19"/>
                    <a:pt x="579" y="19"/>
                    <a:pt x="580" y="19"/>
                  </a:cubicBezTo>
                  <a:cubicBezTo>
                    <a:pt x="579" y="19"/>
                    <a:pt x="579" y="19"/>
                    <a:pt x="579" y="19"/>
                  </a:cubicBezTo>
                  <a:cubicBezTo>
                    <a:pt x="579" y="18"/>
                    <a:pt x="580" y="19"/>
                    <a:pt x="581" y="18"/>
                  </a:cubicBezTo>
                  <a:cubicBezTo>
                    <a:pt x="579" y="18"/>
                    <a:pt x="579" y="18"/>
                    <a:pt x="577" y="18"/>
                  </a:cubicBezTo>
                  <a:cubicBezTo>
                    <a:pt x="577" y="18"/>
                    <a:pt x="577" y="18"/>
                    <a:pt x="577" y="18"/>
                  </a:cubicBezTo>
                  <a:cubicBezTo>
                    <a:pt x="577" y="18"/>
                    <a:pt x="577" y="18"/>
                    <a:pt x="577" y="18"/>
                  </a:cubicBezTo>
                  <a:cubicBezTo>
                    <a:pt x="576" y="18"/>
                    <a:pt x="576" y="18"/>
                    <a:pt x="576" y="18"/>
                  </a:cubicBezTo>
                  <a:cubicBezTo>
                    <a:pt x="574" y="18"/>
                    <a:pt x="573" y="18"/>
                    <a:pt x="572" y="17"/>
                  </a:cubicBezTo>
                  <a:cubicBezTo>
                    <a:pt x="572" y="17"/>
                    <a:pt x="574" y="17"/>
                    <a:pt x="573" y="16"/>
                  </a:cubicBezTo>
                  <a:cubicBezTo>
                    <a:pt x="572" y="16"/>
                    <a:pt x="572" y="16"/>
                    <a:pt x="572" y="16"/>
                  </a:cubicBezTo>
                  <a:cubicBezTo>
                    <a:pt x="571" y="16"/>
                    <a:pt x="571" y="16"/>
                    <a:pt x="572" y="16"/>
                  </a:cubicBezTo>
                  <a:cubicBezTo>
                    <a:pt x="572" y="16"/>
                    <a:pt x="570" y="15"/>
                    <a:pt x="571" y="15"/>
                  </a:cubicBezTo>
                  <a:cubicBezTo>
                    <a:pt x="571" y="14"/>
                    <a:pt x="570" y="14"/>
                    <a:pt x="570" y="14"/>
                  </a:cubicBezTo>
                  <a:cubicBezTo>
                    <a:pt x="570" y="14"/>
                    <a:pt x="571" y="14"/>
                    <a:pt x="571" y="13"/>
                  </a:cubicBezTo>
                  <a:cubicBezTo>
                    <a:pt x="571" y="13"/>
                    <a:pt x="570" y="12"/>
                    <a:pt x="568" y="12"/>
                  </a:cubicBezTo>
                  <a:cubicBezTo>
                    <a:pt x="566" y="12"/>
                    <a:pt x="564" y="11"/>
                    <a:pt x="563" y="12"/>
                  </a:cubicBezTo>
                  <a:cubicBezTo>
                    <a:pt x="563" y="12"/>
                    <a:pt x="563" y="12"/>
                    <a:pt x="563" y="12"/>
                  </a:cubicBezTo>
                  <a:cubicBezTo>
                    <a:pt x="563" y="12"/>
                    <a:pt x="562" y="12"/>
                    <a:pt x="562" y="12"/>
                  </a:cubicBezTo>
                  <a:cubicBezTo>
                    <a:pt x="562" y="12"/>
                    <a:pt x="561" y="12"/>
                    <a:pt x="560" y="12"/>
                  </a:cubicBezTo>
                  <a:cubicBezTo>
                    <a:pt x="559" y="12"/>
                    <a:pt x="558" y="12"/>
                    <a:pt x="557" y="13"/>
                  </a:cubicBezTo>
                  <a:cubicBezTo>
                    <a:pt x="558" y="13"/>
                    <a:pt x="559" y="13"/>
                    <a:pt x="560" y="13"/>
                  </a:cubicBezTo>
                  <a:cubicBezTo>
                    <a:pt x="561" y="13"/>
                    <a:pt x="561" y="13"/>
                    <a:pt x="562" y="13"/>
                  </a:cubicBezTo>
                  <a:cubicBezTo>
                    <a:pt x="562" y="13"/>
                    <a:pt x="564" y="13"/>
                    <a:pt x="563" y="13"/>
                  </a:cubicBezTo>
                  <a:cubicBezTo>
                    <a:pt x="563" y="13"/>
                    <a:pt x="564" y="13"/>
                    <a:pt x="564" y="13"/>
                  </a:cubicBezTo>
                  <a:cubicBezTo>
                    <a:pt x="564" y="13"/>
                    <a:pt x="563" y="14"/>
                    <a:pt x="563" y="14"/>
                  </a:cubicBezTo>
                  <a:cubicBezTo>
                    <a:pt x="562" y="14"/>
                    <a:pt x="561" y="14"/>
                    <a:pt x="560" y="14"/>
                  </a:cubicBezTo>
                  <a:cubicBezTo>
                    <a:pt x="559" y="14"/>
                    <a:pt x="559" y="14"/>
                    <a:pt x="558" y="14"/>
                  </a:cubicBezTo>
                  <a:cubicBezTo>
                    <a:pt x="557" y="14"/>
                    <a:pt x="556" y="13"/>
                    <a:pt x="556" y="14"/>
                  </a:cubicBezTo>
                  <a:cubicBezTo>
                    <a:pt x="556" y="14"/>
                    <a:pt x="557" y="14"/>
                    <a:pt x="558" y="14"/>
                  </a:cubicBezTo>
                  <a:cubicBezTo>
                    <a:pt x="557" y="14"/>
                    <a:pt x="557" y="14"/>
                    <a:pt x="557" y="14"/>
                  </a:cubicBezTo>
                  <a:cubicBezTo>
                    <a:pt x="558" y="14"/>
                    <a:pt x="556" y="14"/>
                    <a:pt x="556" y="14"/>
                  </a:cubicBezTo>
                  <a:cubicBezTo>
                    <a:pt x="556" y="14"/>
                    <a:pt x="556" y="14"/>
                    <a:pt x="555" y="14"/>
                  </a:cubicBezTo>
                  <a:cubicBezTo>
                    <a:pt x="555" y="14"/>
                    <a:pt x="554" y="15"/>
                    <a:pt x="554" y="14"/>
                  </a:cubicBezTo>
                  <a:cubicBezTo>
                    <a:pt x="554" y="14"/>
                    <a:pt x="554" y="14"/>
                    <a:pt x="554" y="14"/>
                  </a:cubicBezTo>
                  <a:cubicBezTo>
                    <a:pt x="553" y="14"/>
                    <a:pt x="552" y="14"/>
                    <a:pt x="550" y="14"/>
                  </a:cubicBezTo>
                  <a:cubicBezTo>
                    <a:pt x="550" y="14"/>
                    <a:pt x="549" y="14"/>
                    <a:pt x="549" y="15"/>
                  </a:cubicBezTo>
                  <a:cubicBezTo>
                    <a:pt x="548" y="15"/>
                    <a:pt x="547" y="15"/>
                    <a:pt x="547" y="15"/>
                  </a:cubicBezTo>
                  <a:cubicBezTo>
                    <a:pt x="547" y="15"/>
                    <a:pt x="548" y="15"/>
                    <a:pt x="549" y="15"/>
                  </a:cubicBezTo>
                  <a:cubicBezTo>
                    <a:pt x="548" y="15"/>
                    <a:pt x="546" y="15"/>
                    <a:pt x="546" y="16"/>
                  </a:cubicBezTo>
                  <a:cubicBezTo>
                    <a:pt x="547" y="16"/>
                    <a:pt x="548" y="15"/>
                    <a:pt x="550" y="16"/>
                  </a:cubicBezTo>
                  <a:cubicBezTo>
                    <a:pt x="549" y="16"/>
                    <a:pt x="549" y="16"/>
                    <a:pt x="548" y="16"/>
                  </a:cubicBezTo>
                  <a:cubicBezTo>
                    <a:pt x="549" y="16"/>
                    <a:pt x="550" y="16"/>
                    <a:pt x="550" y="16"/>
                  </a:cubicBezTo>
                  <a:cubicBezTo>
                    <a:pt x="551" y="16"/>
                    <a:pt x="551" y="16"/>
                    <a:pt x="551" y="16"/>
                  </a:cubicBezTo>
                  <a:cubicBezTo>
                    <a:pt x="552" y="16"/>
                    <a:pt x="552" y="16"/>
                    <a:pt x="552" y="16"/>
                  </a:cubicBezTo>
                  <a:cubicBezTo>
                    <a:pt x="552" y="16"/>
                    <a:pt x="553" y="16"/>
                    <a:pt x="553" y="16"/>
                  </a:cubicBezTo>
                  <a:cubicBezTo>
                    <a:pt x="552" y="17"/>
                    <a:pt x="551" y="16"/>
                    <a:pt x="550" y="17"/>
                  </a:cubicBezTo>
                  <a:cubicBezTo>
                    <a:pt x="550" y="17"/>
                    <a:pt x="550" y="17"/>
                    <a:pt x="549" y="17"/>
                  </a:cubicBezTo>
                  <a:cubicBezTo>
                    <a:pt x="549" y="17"/>
                    <a:pt x="549" y="17"/>
                    <a:pt x="549" y="17"/>
                  </a:cubicBezTo>
                  <a:cubicBezTo>
                    <a:pt x="551" y="18"/>
                    <a:pt x="552" y="17"/>
                    <a:pt x="553" y="18"/>
                  </a:cubicBezTo>
                  <a:cubicBezTo>
                    <a:pt x="553" y="18"/>
                    <a:pt x="552" y="18"/>
                    <a:pt x="551" y="18"/>
                  </a:cubicBezTo>
                  <a:cubicBezTo>
                    <a:pt x="551" y="18"/>
                    <a:pt x="550" y="18"/>
                    <a:pt x="549" y="18"/>
                  </a:cubicBezTo>
                  <a:cubicBezTo>
                    <a:pt x="548" y="18"/>
                    <a:pt x="547" y="17"/>
                    <a:pt x="546" y="17"/>
                  </a:cubicBezTo>
                  <a:cubicBezTo>
                    <a:pt x="545" y="17"/>
                    <a:pt x="544" y="17"/>
                    <a:pt x="543" y="17"/>
                  </a:cubicBezTo>
                  <a:cubicBezTo>
                    <a:pt x="542" y="17"/>
                    <a:pt x="542" y="17"/>
                    <a:pt x="541" y="17"/>
                  </a:cubicBezTo>
                  <a:cubicBezTo>
                    <a:pt x="541" y="17"/>
                    <a:pt x="540" y="17"/>
                    <a:pt x="540" y="18"/>
                  </a:cubicBezTo>
                  <a:cubicBezTo>
                    <a:pt x="540" y="18"/>
                    <a:pt x="539" y="18"/>
                    <a:pt x="539" y="18"/>
                  </a:cubicBezTo>
                  <a:cubicBezTo>
                    <a:pt x="540" y="18"/>
                    <a:pt x="541" y="19"/>
                    <a:pt x="541" y="19"/>
                  </a:cubicBezTo>
                  <a:cubicBezTo>
                    <a:pt x="541" y="19"/>
                    <a:pt x="540" y="19"/>
                    <a:pt x="539" y="19"/>
                  </a:cubicBezTo>
                  <a:cubicBezTo>
                    <a:pt x="539" y="19"/>
                    <a:pt x="538" y="19"/>
                    <a:pt x="537" y="19"/>
                  </a:cubicBezTo>
                  <a:cubicBezTo>
                    <a:pt x="536" y="19"/>
                    <a:pt x="536" y="19"/>
                    <a:pt x="535" y="19"/>
                  </a:cubicBezTo>
                  <a:cubicBezTo>
                    <a:pt x="535" y="19"/>
                    <a:pt x="534" y="19"/>
                    <a:pt x="534" y="19"/>
                  </a:cubicBezTo>
                  <a:cubicBezTo>
                    <a:pt x="534" y="19"/>
                    <a:pt x="534" y="19"/>
                    <a:pt x="535" y="19"/>
                  </a:cubicBezTo>
                  <a:cubicBezTo>
                    <a:pt x="534" y="19"/>
                    <a:pt x="534" y="19"/>
                    <a:pt x="534" y="20"/>
                  </a:cubicBezTo>
                  <a:cubicBezTo>
                    <a:pt x="535" y="20"/>
                    <a:pt x="536" y="20"/>
                    <a:pt x="538" y="20"/>
                  </a:cubicBezTo>
                  <a:cubicBezTo>
                    <a:pt x="539" y="20"/>
                    <a:pt x="540" y="20"/>
                    <a:pt x="541" y="20"/>
                  </a:cubicBezTo>
                  <a:cubicBezTo>
                    <a:pt x="540" y="21"/>
                    <a:pt x="539" y="20"/>
                    <a:pt x="538" y="20"/>
                  </a:cubicBezTo>
                  <a:cubicBezTo>
                    <a:pt x="539" y="21"/>
                    <a:pt x="541" y="21"/>
                    <a:pt x="543" y="20"/>
                  </a:cubicBezTo>
                  <a:cubicBezTo>
                    <a:pt x="545" y="20"/>
                    <a:pt x="546" y="20"/>
                    <a:pt x="547" y="20"/>
                  </a:cubicBezTo>
                  <a:cubicBezTo>
                    <a:pt x="546" y="21"/>
                    <a:pt x="544" y="20"/>
                    <a:pt x="542" y="21"/>
                  </a:cubicBezTo>
                  <a:cubicBezTo>
                    <a:pt x="542" y="21"/>
                    <a:pt x="544" y="22"/>
                    <a:pt x="544" y="22"/>
                  </a:cubicBezTo>
                  <a:cubicBezTo>
                    <a:pt x="543" y="22"/>
                    <a:pt x="543" y="22"/>
                    <a:pt x="542" y="22"/>
                  </a:cubicBezTo>
                  <a:cubicBezTo>
                    <a:pt x="542" y="21"/>
                    <a:pt x="541" y="21"/>
                    <a:pt x="540" y="21"/>
                  </a:cubicBezTo>
                  <a:cubicBezTo>
                    <a:pt x="539" y="21"/>
                    <a:pt x="537" y="22"/>
                    <a:pt x="535" y="21"/>
                  </a:cubicBezTo>
                  <a:cubicBezTo>
                    <a:pt x="534" y="21"/>
                    <a:pt x="532" y="20"/>
                    <a:pt x="531" y="21"/>
                  </a:cubicBezTo>
                  <a:cubicBezTo>
                    <a:pt x="529" y="21"/>
                    <a:pt x="532" y="21"/>
                    <a:pt x="532" y="21"/>
                  </a:cubicBezTo>
                  <a:cubicBezTo>
                    <a:pt x="532" y="21"/>
                    <a:pt x="530" y="21"/>
                    <a:pt x="530" y="22"/>
                  </a:cubicBezTo>
                  <a:cubicBezTo>
                    <a:pt x="530" y="22"/>
                    <a:pt x="532" y="22"/>
                    <a:pt x="532" y="22"/>
                  </a:cubicBezTo>
                  <a:cubicBezTo>
                    <a:pt x="532" y="22"/>
                    <a:pt x="531" y="22"/>
                    <a:pt x="531" y="23"/>
                  </a:cubicBezTo>
                  <a:cubicBezTo>
                    <a:pt x="531" y="22"/>
                    <a:pt x="530" y="22"/>
                    <a:pt x="530" y="22"/>
                  </a:cubicBezTo>
                  <a:cubicBezTo>
                    <a:pt x="530" y="22"/>
                    <a:pt x="529" y="22"/>
                    <a:pt x="529" y="23"/>
                  </a:cubicBezTo>
                  <a:cubicBezTo>
                    <a:pt x="529" y="23"/>
                    <a:pt x="530" y="23"/>
                    <a:pt x="530" y="23"/>
                  </a:cubicBezTo>
                  <a:cubicBezTo>
                    <a:pt x="530" y="23"/>
                    <a:pt x="530" y="23"/>
                    <a:pt x="529" y="23"/>
                  </a:cubicBezTo>
                  <a:close/>
                  <a:moveTo>
                    <a:pt x="502" y="37"/>
                  </a:moveTo>
                  <a:cubicBezTo>
                    <a:pt x="503" y="37"/>
                    <a:pt x="504" y="38"/>
                    <a:pt x="505" y="38"/>
                  </a:cubicBezTo>
                  <a:cubicBezTo>
                    <a:pt x="505" y="38"/>
                    <a:pt x="505" y="38"/>
                    <a:pt x="504" y="38"/>
                  </a:cubicBezTo>
                  <a:cubicBezTo>
                    <a:pt x="504" y="38"/>
                    <a:pt x="504" y="39"/>
                    <a:pt x="503" y="39"/>
                  </a:cubicBezTo>
                  <a:cubicBezTo>
                    <a:pt x="504" y="39"/>
                    <a:pt x="504" y="39"/>
                    <a:pt x="505" y="39"/>
                  </a:cubicBezTo>
                  <a:cubicBezTo>
                    <a:pt x="505" y="39"/>
                    <a:pt x="506" y="39"/>
                    <a:pt x="506" y="39"/>
                  </a:cubicBezTo>
                  <a:cubicBezTo>
                    <a:pt x="507" y="38"/>
                    <a:pt x="507" y="39"/>
                    <a:pt x="508" y="38"/>
                  </a:cubicBezTo>
                  <a:cubicBezTo>
                    <a:pt x="507" y="38"/>
                    <a:pt x="507" y="39"/>
                    <a:pt x="506" y="38"/>
                  </a:cubicBezTo>
                  <a:cubicBezTo>
                    <a:pt x="507" y="38"/>
                    <a:pt x="508" y="38"/>
                    <a:pt x="508" y="38"/>
                  </a:cubicBezTo>
                  <a:cubicBezTo>
                    <a:pt x="508" y="38"/>
                    <a:pt x="508" y="38"/>
                    <a:pt x="509" y="38"/>
                  </a:cubicBezTo>
                  <a:cubicBezTo>
                    <a:pt x="511" y="39"/>
                    <a:pt x="513" y="38"/>
                    <a:pt x="515" y="38"/>
                  </a:cubicBezTo>
                  <a:cubicBezTo>
                    <a:pt x="516" y="38"/>
                    <a:pt x="518" y="38"/>
                    <a:pt x="519" y="37"/>
                  </a:cubicBezTo>
                  <a:cubicBezTo>
                    <a:pt x="520" y="37"/>
                    <a:pt x="521" y="37"/>
                    <a:pt x="521" y="36"/>
                  </a:cubicBezTo>
                  <a:cubicBezTo>
                    <a:pt x="520" y="36"/>
                    <a:pt x="520" y="36"/>
                    <a:pt x="520" y="36"/>
                  </a:cubicBezTo>
                  <a:cubicBezTo>
                    <a:pt x="520" y="36"/>
                    <a:pt x="520" y="36"/>
                    <a:pt x="520" y="36"/>
                  </a:cubicBezTo>
                  <a:cubicBezTo>
                    <a:pt x="520" y="35"/>
                    <a:pt x="519" y="36"/>
                    <a:pt x="519" y="35"/>
                  </a:cubicBezTo>
                  <a:cubicBezTo>
                    <a:pt x="519" y="35"/>
                    <a:pt x="521" y="35"/>
                    <a:pt x="522" y="35"/>
                  </a:cubicBezTo>
                  <a:cubicBezTo>
                    <a:pt x="522" y="35"/>
                    <a:pt x="524" y="35"/>
                    <a:pt x="523" y="34"/>
                  </a:cubicBezTo>
                  <a:cubicBezTo>
                    <a:pt x="522" y="33"/>
                    <a:pt x="521" y="33"/>
                    <a:pt x="520" y="33"/>
                  </a:cubicBezTo>
                  <a:cubicBezTo>
                    <a:pt x="519" y="33"/>
                    <a:pt x="518" y="33"/>
                    <a:pt x="517" y="33"/>
                  </a:cubicBezTo>
                  <a:cubicBezTo>
                    <a:pt x="517" y="33"/>
                    <a:pt x="518" y="33"/>
                    <a:pt x="518" y="32"/>
                  </a:cubicBezTo>
                  <a:cubicBezTo>
                    <a:pt x="518" y="32"/>
                    <a:pt x="517" y="32"/>
                    <a:pt x="517" y="32"/>
                  </a:cubicBezTo>
                  <a:cubicBezTo>
                    <a:pt x="517" y="32"/>
                    <a:pt x="516" y="32"/>
                    <a:pt x="516" y="32"/>
                  </a:cubicBezTo>
                  <a:cubicBezTo>
                    <a:pt x="515" y="32"/>
                    <a:pt x="514" y="31"/>
                    <a:pt x="513" y="31"/>
                  </a:cubicBezTo>
                  <a:cubicBezTo>
                    <a:pt x="511" y="31"/>
                    <a:pt x="509" y="31"/>
                    <a:pt x="507" y="31"/>
                  </a:cubicBezTo>
                  <a:cubicBezTo>
                    <a:pt x="506" y="31"/>
                    <a:pt x="505" y="32"/>
                    <a:pt x="505" y="32"/>
                  </a:cubicBezTo>
                  <a:cubicBezTo>
                    <a:pt x="505" y="33"/>
                    <a:pt x="506" y="32"/>
                    <a:pt x="506" y="33"/>
                  </a:cubicBezTo>
                  <a:cubicBezTo>
                    <a:pt x="506" y="33"/>
                    <a:pt x="505" y="33"/>
                    <a:pt x="505" y="33"/>
                  </a:cubicBezTo>
                  <a:cubicBezTo>
                    <a:pt x="505" y="33"/>
                    <a:pt x="503" y="33"/>
                    <a:pt x="503" y="34"/>
                  </a:cubicBezTo>
                  <a:cubicBezTo>
                    <a:pt x="503" y="34"/>
                    <a:pt x="504" y="34"/>
                    <a:pt x="504" y="34"/>
                  </a:cubicBezTo>
                  <a:cubicBezTo>
                    <a:pt x="504" y="34"/>
                    <a:pt x="503" y="35"/>
                    <a:pt x="503" y="35"/>
                  </a:cubicBezTo>
                  <a:cubicBezTo>
                    <a:pt x="503" y="35"/>
                    <a:pt x="504" y="35"/>
                    <a:pt x="504" y="35"/>
                  </a:cubicBezTo>
                  <a:cubicBezTo>
                    <a:pt x="504" y="36"/>
                    <a:pt x="503" y="35"/>
                    <a:pt x="503" y="35"/>
                  </a:cubicBezTo>
                  <a:cubicBezTo>
                    <a:pt x="504" y="36"/>
                    <a:pt x="505" y="35"/>
                    <a:pt x="506" y="36"/>
                  </a:cubicBezTo>
                  <a:cubicBezTo>
                    <a:pt x="507" y="36"/>
                    <a:pt x="507" y="36"/>
                    <a:pt x="508" y="36"/>
                  </a:cubicBezTo>
                  <a:cubicBezTo>
                    <a:pt x="508" y="36"/>
                    <a:pt x="508" y="36"/>
                    <a:pt x="508" y="36"/>
                  </a:cubicBezTo>
                  <a:cubicBezTo>
                    <a:pt x="508" y="36"/>
                    <a:pt x="508" y="36"/>
                    <a:pt x="508" y="36"/>
                  </a:cubicBezTo>
                  <a:cubicBezTo>
                    <a:pt x="506" y="37"/>
                    <a:pt x="504" y="36"/>
                    <a:pt x="502" y="37"/>
                  </a:cubicBezTo>
                  <a:close/>
                  <a:moveTo>
                    <a:pt x="468" y="35"/>
                  </a:moveTo>
                  <a:cubicBezTo>
                    <a:pt x="469" y="35"/>
                    <a:pt x="470" y="35"/>
                    <a:pt x="472" y="34"/>
                  </a:cubicBezTo>
                  <a:cubicBezTo>
                    <a:pt x="472" y="34"/>
                    <a:pt x="474" y="34"/>
                    <a:pt x="475" y="34"/>
                  </a:cubicBezTo>
                  <a:cubicBezTo>
                    <a:pt x="475" y="34"/>
                    <a:pt x="473" y="35"/>
                    <a:pt x="473" y="35"/>
                  </a:cubicBezTo>
                  <a:cubicBezTo>
                    <a:pt x="474" y="36"/>
                    <a:pt x="475" y="35"/>
                    <a:pt x="476" y="35"/>
                  </a:cubicBezTo>
                  <a:cubicBezTo>
                    <a:pt x="477" y="35"/>
                    <a:pt x="479" y="35"/>
                    <a:pt x="480" y="35"/>
                  </a:cubicBezTo>
                  <a:cubicBezTo>
                    <a:pt x="481" y="35"/>
                    <a:pt x="481" y="36"/>
                    <a:pt x="482" y="36"/>
                  </a:cubicBezTo>
                  <a:cubicBezTo>
                    <a:pt x="482" y="36"/>
                    <a:pt x="483" y="36"/>
                    <a:pt x="483" y="36"/>
                  </a:cubicBezTo>
                  <a:cubicBezTo>
                    <a:pt x="483" y="36"/>
                    <a:pt x="483" y="36"/>
                    <a:pt x="483" y="36"/>
                  </a:cubicBezTo>
                  <a:cubicBezTo>
                    <a:pt x="483" y="36"/>
                    <a:pt x="483" y="37"/>
                    <a:pt x="484" y="37"/>
                  </a:cubicBezTo>
                  <a:cubicBezTo>
                    <a:pt x="483" y="37"/>
                    <a:pt x="483" y="37"/>
                    <a:pt x="482" y="37"/>
                  </a:cubicBezTo>
                  <a:cubicBezTo>
                    <a:pt x="482" y="38"/>
                    <a:pt x="483" y="38"/>
                    <a:pt x="482" y="38"/>
                  </a:cubicBezTo>
                  <a:cubicBezTo>
                    <a:pt x="483" y="39"/>
                    <a:pt x="484" y="39"/>
                    <a:pt x="486" y="39"/>
                  </a:cubicBezTo>
                  <a:cubicBezTo>
                    <a:pt x="487" y="39"/>
                    <a:pt x="489" y="39"/>
                    <a:pt x="491" y="39"/>
                  </a:cubicBezTo>
                  <a:cubicBezTo>
                    <a:pt x="492" y="38"/>
                    <a:pt x="492" y="38"/>
                    <a:pt x="493" y="38"/>
                  </a:cubicBezTo>
                  <a:cubicBezTo>
                    <a:pt x="494" y="37"/>
                    <a:pt x="494" y="37"/>
                    <a:pt x="495" y="37"/>
                  </a:cubicBezTo>
                  <a:cubicBezTo>
                    <a:pt x="494" y="37"/>
                    <a:pt x="494" y="36"/>
                    <a:pt x="493" y="36"/>
                  </a:cubicBezTo>
                  <a:cubicBezTo>
                    <a:pt x="493" y="35"/>
                    <a:pt x="494" y="35"/>
                    <a:pt x="493" y="35"/>
                  </a:cubicBezTo>
                  <a:cubicBezTo>
                    <a:pt x="493" y="35"/>
                    <a:pt x="493" y="35"/>
                    <a:pt x="492" y="35"/>
                  </a:cubicBezTo>
                  <a:cubicBezTo>
                    <a:pt x="492" y="35"/>
                    <a:pt x="494" y="34"/>
                    <a:pt x="493" y="34"/>
                  </a:cubicBezTo>
                  <a:cubicBezTo>
                    <a:pt x="494" y="33"/>
                    <a:pt x="495" y="33"/>
                    <a:pt x="496" y="33"/>
                  </a:cubicBezTo>
                  <a:cubicBezTo>
                    <a:pt x="496" y="33"/>
                    <a:pt x="497" y="33"/>
                    <a:pt x="497" y="33"/>
                  </a:cubicBezTo>
                  <a:cubicBezTo>
                    <a:pt x="497" y="32"/>
                    <a:pt x="496" y="33"/>
                    <a:pt x="496" y="32"/>
                  </a:cubicBezTo>
                  <a:cubicBezTo>
                    <a:pt x="495" y="32"/>
                    <a:pt x="495" y="33"/>
                    <a:pt x="494" y="32"/>
                  </a:cubicBezTo>
                  <a:cubicBezTo>
                    <a:pt x="494" y="32"/>
                    <a:pt x="496" y="32"/>
                    <a:pt x="496" y="32"/>
                  </a:cubicBezTo>
                  <a:cubicBezTo>
                    <a:pt x="496" y="31"/>
                    <a:pt x="494" y="31"/>
                    <a:pt x="495" y="31"/>
                  </a:cubicBezTo>
                  <a:cubicBezTo>
                    <a:pt x="494" y="31"/>
                    <a:pt x="493" y="31"/>
                    <a:pt x="492" y="31"/>
                  </a:cubicBezTo>
                  <a:cubicBezTo>
                    <a:pt x="492" y="31"/>
                    <a:pt x="490" y="31"/>
                    <a:pt x="490" y="31"/>
                  </a:cubicBezTo>
                  <a:cubicBezTo>
                    <a:pt x="490" y="31"/>
                    <a:pt x="490" y="31"/>
                    <a:pt x="489" y="31"/>
                  </a:cubicBezTo>
                  <a:cubicBezTo>
                    <a:pt x="490" y="31"/>
                    <a:pt x="492" y="30"/>
                    <a:pt x="492" y="30"/>
                  </a:cubicBezTo>
                  <a:cubicBezTo>
                    <a:pt x="492" y="29"/>
                    <a:pt x="491" y="30"/>
                    <a:pt x="491" y="30"/>
                  </a:cubicBezTo>
                  <a:cubicBezTo>
                    <a:pt x="490" y="29"/>
                    <a:pt x="490" y="29"/>
                    <a:pt x="490" y="29"/>
                  </a:cubicBezTo>
                  <a:cubicBezTo>
                    <a:pt x="489" y="28"/>
                    <a:pt x="487" y="29"/>
                    <a:pt x="486" y="29"/>
                  </a:cubicBezTo>
                  <a:cubicBezTo>
                    <a:pt x="485" y="29"/>
                    <a:pt x="484" y="29"/>
                    <a:pt x="484" y="30"/>
                  </a:cubicBezTo>
                  <a:cubicBezTo>
                    <a:pt x="483" y="30"/>
                    <a:pt x="481" y="31"/>
                    <a:pt x="482" y="30"/>
                  </a:cubicBezTo>
                  <a:cubicBezTo>
                    <a:pt x="482" y="30"/>
                    <a:pt x="482" y="30"/>
                    <a:pt x="482" y="30"/>
                  </a:cubicBezTo>
                  <a:cubicBezTo>
                    <a:pt x="482" y="30"/>
                    <a:pt x="482" y="30"/>
                    <a:pt x="481" y="30"/>
                  </a:cubicBezTo>
                  <a:cubicBezTo>
                    <a:pt x="482" y="30"/>
                    <a:pt x="484" y="29"/>
                    <a:pt x="484" y="29"/>
                  </a:cubicBezTo>
                  <a:cubicBezTo>
                    <a:pt x="483" y="28"/>
                    <a:pt x="483" y="28"/>
                    <a:pt x="484" y="28"/>
                  </a:cubicBezTo>
                  <a:cubicBezTo>
                    <a:pt x="483" y="27"/>
                    <a:pt x="483" y="27"/>
                    <a:pt x="482" y="27"/>
                  </a:cubicBezTo>
                  <a:cubicBezTo>
                    <a:pt x="481" y="27"/>
                    <a:pt x="481" y="27"/>
                    <a:pt x="480" y="27"/>
                  </a:cubicBezTo>
                  <a:cubicBezTo>
                    <a:pt x="479" y="26"/>
                    <a:pt x="477" y="26"/>
                    <a:pt x="476" y="27"/>
                  </a:cubicBezTo>
                  <a:cubicBezTo>
                    <a:pt x="475" y="27"/>
                    <a:pt x="473" y="27"/>
                    <a:pt x="472" y="27"/>
                  </a:cubicBezTo>
                  <a:cubicBezTo>
                    <a:pt x="471" y="27"/>
                    <a:pt x="470" y="27"/>
                    <a:pt x="469" y="27"/>
                  </a:cubicBezTo>
                  <a:cubicBezTo>
                    <a:pt x="468" y="27"/>
                    <a:pt x="467" y="28"/>
                    <a:pt x="466" y="28"/>
                  </a:cubicBezTo>
                  <a:cubicBezTo>
                    <a:pt x="466" y="28"/>
                    <a:pt x="465" y="29"/>
                    <a:pt x="465" y="29"/>
                  </a:cubicBezTo>
                  <a:cubicBezTo>
                    <a:pt x="466" y="30"/>
                    <a:pt x="467" y="29"/>
                    <a:pt x="467" y="29"/>
                  </a:cubicBezTo>
                  <a:cubicBezTo>
                    <a:pt x="468" y="29"/>
                    <a:pt x="469" y="29"/>
                    <a:pt x="470" y="29"/>
                  </a:cubicBezTo>
                  <a:cubicBezTo>
                    <a:pt x="470" y="29"/>
                    <a:pt x="466" y="31"/>
                    <a:pt x="466" y="31"/>
                  </a:cubicBezTo>
                  <a:cubicBezTo>
                    <a:pt x="466" y="31"/>
                    <a:pt x="469" y="30"/>
                    <a:pt x="469" y="30"/>
                  </a:cubicBezTo>
                  <a:cubicBezTo>
                    <a:pt x="470" y="30"/>
                    <a:pt x="471" y="30"/>
                    <a:pt x="472" y="30"/>
                  </a:cubicBezTo>
                  <a:cubicBezTo>
                    <a:pt x="472" y="30"/>
                    <a:pt x="473" y="29"/>
                    <a:pt x="474" y="30"/>
                  </a:cubicBezTo>
                  <a:cubicBezTo>
                    <a:pt x="473" y="30"/>
                    <a:pt x="475" y="30"/>
                    <a:pt x="474" y="30"/>
                  </a:cubicBezTo>
                  <a:cubicBezTo>
                    <a:pt x="473" y="30"/>
                    <a:pt x="470" y="31"/>
                    <a:pt x="470" y="31"/>
                  </a:cubicBezTo>
                  <a:cubicBezTo>
                    <a:pt x="471" y="31"/>
                    <a:pt x="471" y="31"/>
                    <a:pt x="472" y="31"/>
                  </a:cubicBezTo>
                  <a:cubicBezTo>
                    <a:pt x="472" y="31"/>
                    <a:pt x="473" y="31"/>
                    <a:pt x="474" y="31"/>
                  </a:cubicBezTo>
                  <a:cubicBezTo>
                    <a:pt x="473" y="31"/>
                    <a:pt x="473" y="31"/>
                    <a:pt x="472" y="31"/>
                  </a:cubicBezTo>
                  <a:cubicBezTo>
                    <a:pt x="473" y="31"/>
                    <a:pt x="474" y="31"/>
                    <a:pt x="474" y="31"/>
                  </a:cubicBezTo>
                  <a:cubicBezTo>
                    <a:pt x="474" y="31"/>
                    <a:pt x="475" y="31"/>
                    <a:pt x="475" y="31"/>
                  </a:cubicBezTo>
                  <a:cubicBezTo>
                    <a:pt x="475" y="32"/>
                    <a:pt x="474" y="32"/>
                    <a:pt x="474" y="32"/>
                  </a:cubicBezTo>
                  <a:cubicBezTo>
                    <a:pt x="473" y="32"/>
                    <a:pt x="471" y="32"/>
                    <a:pt x="470" y="32"/>
                  </a:cubicBezTo>
                  <a:cubicBezTo>
                    <a:pt x="471" y="33"/>
                    <a:pt x="472" y="32"/>
                    <a:pt x="473" y="32"/>
                  </a:cubicBezTo>
                  <a:cubicBezTo>
                    <a:pt x="473" y="33"/>
                    <a:pt x="471" y="33"/>
                    <a:pt x="471" y="33"/>
                  </a:cubicBezTo>
                  <a:cubicBezTo>
                    <a:pt x="470" y="33"/>
                    <a:pt x="468" y="33"/>
                    <a:pt x="467" y="33"/>
                  </a:cubicBezTo>
                  <a:cubicBezTo>
                    <a:pt x="466" y="33"/>
                    <a:pt x="461" y="32"/>
                    <a:pt x="462" y="34"/>
                  </a:cubicBezTo>
                  <a:cubicBezTo>
                    <a:pt x="463" y="37"/>
                    <a:pt x="466" y="35"/>
                    <a:pt x="468" y="35"/>
                  </a:cubicBezTo>
                  <a:close/>
                  <a:moveTo>
                    <a:pt x="445" y="44"/>
                  </a:moveTo>
                  <a:cubicBezTo>
                    <a:pt x="445" y="44"/>
                    <a:pt x="445" y="44"/>
                    <a:pt x="445" y="44"/>
                  </a:cubicBezTo>
                  <a:cubicBezTo>
                    <a:pt x="445" y="44"/>
                    <a:pt x="445" y="44"/>
                    <a:pt x="445" y="44"/>
                  </a:cubicBezTo>
                  <a:cubicBezTo>
                    <a:pt x="446" y="44"/>
                    <a:pt x="447" y="44"/>
                    <a:pt x="447" y="44"/>
                  </a:cubicBezTo>
                  <a:cubicBezTo>
                    <a:pt x="447" y="45"/>
                    <a:pt x="448" y="44"/>
                    <a:pt x="449" y="44"/>
                  </a:cubicBezTo>
                  <a:cubicBezTo>
                    <a:pt x="450" y="44"/>
                    <a:pt x="451" y="44"/>
                    <a:pt x="452" y="43"/>
                  </a:cubicBezTo>
                  <a:cubicBezTo>
                    <a:pt x="452" y="43"/>
                    <a:pt x="451" y="43"/>
                    <a:pt x="451" y="43"/>
                  </a:cubicBezTo>
                  <a:cubicBezTo>
                    <a:pt x="451" y="43"/>
                    <a:pt x="452" y="43"/>
                    <a:pt x="452" y="43"/>
                  </a:cubicBezTo>
                  <a:cubicBezTo>
                    <a:pt x="452" y="43"/>
                    <a:pt x="451" y="42"/>
                    <a:pt x="451" y="42"/>
                  </a:cubicBezTo>
                  <a:cubicBezTo>
                    <a:pt x="450" y="42"/>
                    <a:pt x="450" y="42"/>
                    <a:pt x="449" y="42"/>
                  </a:cubicBezTo>
                  <a:cubicBezTo>
                    <a:pt x="450" y="42"/>
                    <a:pt x="451" y="42"/>
                    <a:pt x="451" y="41"/>
                  </a:cubicBezTo>
                  <a:cubicBezTo>
                    <a:pt x="451" y="40"/>
                    <a:pt x="450" y="40"/>
                    <a:pt x="449" y="39"/>
                  </a:cubicBezTo>
                  <a:cubicBezTo>
                    <a:pt x="449" y="39"/>
                    <a:pt x="446" y="39"/>
                    <a:pt x="446" y="40"/>
                  </a:cubicBezTo>
                  <a:cubicBezTo>
                    <a:pt x="446" y="40"/>
                    <a:pt x="447" y="40"/>
                    <a:pt x="446" y="40"/>
                  </a:cubicBezTo>
                  <a:cubicBezTo>
                    <a:pt x="446" y="41"/>
                    <a:pt x="446" y="41"/>
                    <a:pt x="446" y="41"/>
                  </a:cubicBezTo>
                  <a:cubicBezTo>
                    <a:pt x="446" y="41"/>
                    <a:pt x="446" y="41"/>
                    <a:pt x="446" y="41"/>
                  </a:cubicBezTo>
                  <a:cubicBezTo>
                    <a:pt x="446" y="41"/>
                    <a:pt x="446" y="41"/>
                    <a:pt x="445" y="42"/>
                  </a:cubicBezTo>
                  <a:cubicBezTo>
                    <a:pt x="446" y="42"/>
                    <a:pt x="445" y="42"/>
                    <a:pt x="445" y="42"/>
                  </a:cubicBezTo>
                  <a:cubicBezTo>
                    <a:pt x="445" y="42"/>
                    <a:pt x="445" y="42"/>
                    <a:pt x="445" y="42"/>
                  </a:cubicBezTo>
                  <a:cubicBezTo>
                    <a:pt x="445" y="43"/>
                    <a:pt x="445" y="43"/>
                    <a:pt x="445" y="43"/>
                  </a:cubicBezTo>
                  <a:cubicBezTo>
                    <a:pt x="445" y="43"/>
                    <a:pt x="445" y="43"/>
                    <a:pt x="445" y="43"/>
                  </a:cubicBezTo>
                  <a:cubicBezTo>
                    <a:pt x="445" y="43"/>
                    <a:pt x="445" y="44"/>
                    <a:pt x="445" y="44"/>
                  </a:cubicBezTo>
                  <a:close/>
                  <a:moveTo>
                    <a:pt x="522" y="39"/>
                  </a:moveTo>
                  <a:cubicBezTo>
                    <a:pt x="521" y="39"/>
                    <a:pt x="521" y="39"/>
                    <a:pt x="520" y="39"/>
                  </a:cubicBezTo>
                  <a:cubicBezTo>
                    <a:pt x="519" y="39"/>
                    <a:pt x="518" y="39"/>
                    <a:pt x="516" y="39"/>
                  </a:cubicBezTo>
                  <a:cubicBezTo>
                    <a:pt x="516" y="39"/>
                    <a:pt x="514" y="40"/>
                    <a:pt x="513" y="39"/>
                  </a:cubicBezTo>
                  <a:cubicBezTo>
                    <a:pt x="514" y="39"/>
                    <a:pt x="513" y="39"/>
                    <a:pt x="513" y="39"/>
                  </a:cubicBezTo>
                  <a:cubicBezTo>
                    <a:pt x="512" y="39"/>
                    <a:pt x="511" y="39"/>
                    <a:pt x="510" y="39"/>
                  </a:cubicBezTo>
                  <a:cubicBezTo>
                    <a:pt x="509" y="39"/>
                    <a:pt x="508" y="40"/>
                    <a:pt x="507" y="40"/>
                  </a:cubicBezTo>
                  <a:cubicBezTo>
                    <a:pt x="506" y="41"/>
                    <a:pt x="506" y="41"/>
                    <a:pt x="507" y="42"/>
                  </a:cubicBezTo>
                  <a:cubicBezTo>
                    <a:pt x="508" y="42"/>
                    <a:pt x="509" y="42"/>
                    <a:pt x="510" y="42"/>
                  </a:cubicBezTo>
                  <a:cubicBezTo>
                    <a:pt x="512" y="42"/>
                    <a:pt x="513" y="42"/>
                    <a:pt x="514" y="42"/>
                  </a:cubicBezTo>
                  <a:cubicBezTo>
                    <a:pt x="515" y="42"/>
                    <a:pt x="517" y="41"/>
                    <a:pt x="518" y="42"/>
                  </a:cubicBezTo>
                  <a:cubicBezTo>
                    <a:pt x="518" y="42"/>
                    <a:pt x="519" y="42"/>
                    <a:pt x="520" y="42"/>
                  </a:cubicBezTo>
                  <a:cubicBezTo>
                    <a:pt x="520" y="42"/>
                    <a:pt x="521" y="42"/>
                    <a:pt x="520" y="42"/>
                  </a:cubicBezTo>
                  <a:cubicBezTo>
                    <a:pt x="521" y="42"/>
                    <a:pt x="522" y="42"/>
                    <a:pt x="523" y="41"/>
                  </a:cubicBezTo>
                  <a:cubicBezTo>
                    <a:pt x="523" y="41"/>
                    <a:pt x="524" y="41"/>
                    <a:pt x="525" y="40"/>
                  </a:cubicBezTo>
                  <a:cubicBezTo>
                    <a:pt x="525" y="40"/>
                    <a:pt x="527" y="40"/>
                    <a:pt x="527" y="40"/>
                  </a:cubicBezTo>
                  <a:cubicBezTo>
                    <a:pt x="527" y="39"/>
                    <a:pt x="524" y="39"/>
                    <a:pt x="523" y="39"/>
                  </a:cubicBezTo>
                  <a:cubicBezTo>
                    <a:pt x="523" y="39"/>
                    <a:pt x="522" y="39"/>
                    <a:pt x="522" y="39"/>
                  </a:cubicBezTo>
                  <a:close/>
                  <a:moveTo>
                    <a:pt x="372" y="42"/>
                  </a:moveTo>
                  <a:cubicBezTo>
                    <a:pt x="372" y="42"/>
                    <a:pt x="372" y="42"/>
                    <a:pt x="372" y="42"/>
                  </a:cubicBezTo>
                  <a:cubicBezTo>
                    <a:pt x="372" y="42"/>
                    <a:pt x="372" y="42"/>
                    <a:pt x="372" y="42"/>
                  </a:cubicBezTo>
                  <a:close/>
                  <a:moveTo>
                    <a:pt x="441" y="51"/>
                  </a:moveTo>
                  <a:cubicBezTo>
                    <a:pt x="441" y="51"/>
                    <a:pt x="442" y="51"/>
                    <a:pt x="443" y="51"/>
                  </a:cubicBezTo>
                  <a:cubicBezTo>
                    <a:pt x="444" y="51"/>
                    <a:pt x="445" y="51"/>
                    <a:pt x="446" y="51"/>
                  </a:cubicBezTo>
                  <a:cubicBezTo>
                    <a:pt x="448" y="51"/>
                    <a:pt x="450" y="51"/>
                    <a:pt x="451" y="50"/>
                  </a:cubicBezTo>
                  <a:cubicBezTo>
                    <a:pt x="450" y="50"/>
                    <a:pt x="450" y="50"/>
                    <a:pt x="449" y="50"/>
                  </a:cubicBezTo>
                  <a:cubicBezTo>
                    <a:pt x="449" y="50"/>
                    <a:pt x="448" y="49"/>
                    <a:pt x="449" y="49"/>
                  </a:cubicBezTo>
                  <a:cubicBezTo>
                    <a:pt x="448" y="49"/>
                    <a:pt x="448" y="48"/>
                    <a:pt x="447" y="49"/>
                  </a:cubicBezTo>
                  <a:cubicBezTo>
                    <a:pt x="447" y="49"/>
                    <a:pt x="446" y="49"/>
                    <a:pt x="446" y="49"/>
                  </a:cubicBezTo>
                  <a:cubicBezTo>
                    <a:pt x="446" y="49"/>
                    <a:pt x="448" y="48"/>
                    <a:pt x="446" y="48"/>
                  </a:cubicBezTo>
                  <a:cubicBezTo>
                    <a:pt x="445" y="48"/>
                    <a:pt x="444" y="48"/>
                    <a:pt x="443" y="49"/>
                  </a:cubicBezTo>
                  <a:cubicBezTo>
                    <a:pt x="443" y="49"/>
                    <a:pt x="443" y="49"/>
                    <a:pt x="442" y="49"/>
                  </a:cubicBezTo>
                  <a:cubicBezTo>
                    <a:pt x="442" y="49"/>
                    <a:pt x="442" y="49"/>
                    <a:pt x="442" y="49"/>
                  </a:cubicBezTo>
                  <a:cubicBezTo>
                    <a:pt x="442" y="49"/>
                    <a:pt x="442" y="49"/>
                    <a:pt x="441" y="50"/>
                  </a:cubicBezTo>
                  <a:cubicBezTo>
                    <a:pt x="442" y="50"/>
                    <a:pt x="442" y="50"/>
                    <a:pt x="442" y="50"/>
                  </a:cubicBezTo>
                  <a:cubicBezTo>
                    <a:pt x="442" y="50"/>
                    <a:pt x="441" y="50"/>
                    <a:pt x="441" y="50"/>
                  </a:cubicBezTo>
                  <a:cubicBezTo>
                    <a:pt x="441" y="50"/>
                    <a:pt x="441" y="50"/>
                    <a:pt x="442" y="50"/>
                  </a:cubicBezTo>
                  <a:cubicBezTo>
                    <a:pt x="442" y="51"/>
                    <a:pt x="441" y="51"/>
                    <a:pt x="441" y="51"/>
                  </a:cubicBezTo>
                  <a:close/>
                  <a:moveTo>
                    <a:pt x="677" y="21"/>
                  </a:moveTo>
                  <a:cubicBezTo>
                    <a:pt x="677" y="21"/>
                    <a:pt x="677" y="21"/>
                    <a:pt x="677" y="21"/>
                  </a:cubicBezTo>
                  <a:close/>
                  <a:moveTo>
                    <a:pt x="761" y="5"/>
                  </a:moveTo>
                  <a:cubicBezTo>
                    <a:pt x="761" y="6"/>
                    <a:pt x="759" y="6"/>
                    <a:pt x="758" y="6"/>
                  </a:cubicBezTo>
                  <a:cubicBezTo>
                    <a:pt x="757" y="6"/>
                    <a:pt x="756" y="6"/>
                    <a:pt x="754" y="6"/>
                  </a:cubicBezTo>
                  <a:cubicBezTo>
                    <a:pt x="755" y="6"/>
                    <a:pt x="755" y="7"/>
                    <a:pt x="755" y="7"/>
                  </a:cubicBezTo>
                  <a:cubicBezTo>
                    <a:pt x="754" y="7"/>
                    <a:pt x="753" y="7"/>
                    <a:pt x="751" y="7"/>
                  </a:cubicBezTo>
                  <a:cubicBezTo>
                    <a:pt x="750" y="7"/>
                    <a:pt x="749" y="8"/>
                    <a:pt x="747" y="8"/>
                  </a:cubicBezTo>
                  <a:cubicBezTo>
                    <a:pt x="746" y="8"/>
                    <a:pt x="744" y="8"/>
                    <a:pt x="743" y="8"/>
                  </a:cubicBezTo>
                  <a:cubicBezTo>
                    <a:pt x="742" y="9"/>
                    <a:pt x="742" y="9"/>
                    <a:pt x="741" y="9"/>
                  </a:cubicBezTo>
                  <a:cubicBezTo>
                    <a:pt x="740" y="9"/>
                    <a:pt x="739" y="9"/>
                    <a:pt x="739" y="9"/>
                  </a:cubicBezTo>
                  <a:cubicBezTo>
                    <a:pt x="739" y="9"/>
                    <a:pt x="739" y="9"/>
                    <a:pt x="739" y="9"/>
                  </a:cubicBezTo>
                  <a:cubicBezTo>
                    <a:pt x="738" y="10"/>
                    <a:pt x="736" y="9"/>
                    <a:pt x="734" y="9"/>
                  </a:cubicBezTo>
                  <a:cubicBezTo>
                    <a:pt x="732" y="9"/>
                    <a:pt x="730" y="9"/>
                    <a:pt x="728" y="9"/>
                  </a:cubicBezTo>
                  <a:cubicBezTo>
                    <a:pt x="729" y="10"/>
                    <a:pt x="730" y="9"/>
                    <a:pt x="732" y="9"/>
                  </a:cubicBezTo>
                  <a:cubicBezTo>
                    <a:pt x="730" y="10"/>
                    <a:pt x="728" y="10"/>
                    <a:pt x="726" y="10"/>
                  </a:cubicBezTo>
                  <a:cubicBezTo>
                    <a:pt x="724" y="10"/>
                    <a:pt x="722" y="10"/>
                    <a:pt x="720" y="10"/>
                  </a:cubicBezTo>
                  <a:cubicBezTo>
                    <a:pt x="718" y="10"/>
                    <a:pt x="716" y="10"/>
                    <a:pt x="714" y="10"/>
                  </a:cubicBezTo>
                  <a:cubicBezTo>
                    <a:pt x="713" y="10"/>
                    <a:pt x="712" y="10"/>
                    <a:pt x="711" y="10"/>
                  </a:cubicBezTo>
                  <a:cubicBezTo>
                    <a:pt x="711" y="10"/>
                    <a:pt x="709" y="9"/>
                    <a:pt x="709" y="9"/>
                  </a:cubicBezTo>
                  <a:cubicBezTo>
                    <a:pt x="710" y="10"/>
                    <a:pt x="712" y="10"/>
                    <a:pt x="713" y="10"/>
                  </a:cubicBezTo>
                  <a:cubicBezTo>
                    <a:pt x="712" y="11"/>
                    <a:pt x="711" y="10"/>
                    <a:pt x="710" y="10"/>
                  </a:cubicBezTo>
                  <a:cubicBezTo>
                    <a:pt x="711" y="11"/>
                    <a:pt x="712" y="11"/>
                    <a:pt x="713" y="11"/>
                  </a:cubicBezTo>
                  <a:cubicBezTo>
                    <a:pt x="714" y="11"/>
                    <a:pt x="715" y="11"/>
                    <a:pt x="716" y="10"/>
                  </a:cubicBezTo>
                  <a:cubicBezTo>
                    <a:pt x="717" y="10"/>
                    <a:pt x="718" y="10"/>
                    <a:pt x="720" y="10"/>
                  </a:cubicBezTo>
                  <a:cubicBezTo>
                    <a:pt x="721" y="10"/>
                    <a:pt x="722" y="10"/>
                    <a:pt x="723" y="11"/>
                  </a:cubicBezTo>
                  <a:cubicBezTo>
                    <a:pt x="721" y="11"/>
                    <a:pt x="720" y="11"/>
                    <a:pt x="719" y="11"/>
                  </a:cubicBezTo>
                  <a:cubicBezTo>
                    <a:pt x="717" y="11"/>
                    <a:pt x="715" y="12"/>
                    <a:pt x="714" y="12"/>
                  </a:cubicBezTo>
                  <a:cubicBezTo>
                    <a:pt x="712" y="12"/>
                    <a:pt x="710" y="12"/>
                    <a:pt x="709" y="12"/>
                  </a:cubicBezTo>
                  <a:cubicBezTo>
                    <a:pt x="708" y="12"/>
                    <a:pt x="707" y="12"/>
                    <a:pt x="706" y="12"/>
                  </a:cubicBezTo>
                  <a:cubicBezTo>
                    <a:pt x="706" y="12"/>
                    <a:pt x="705" y="12"/>
                    <a:pt x="704" y="13"/>
                  </a:cubicBezTo>
                  <a:cubicBezTo>
                    <a:pt x="704" y="13"/>
                    <a:pt x="704" y="13"/>
                    <a:pt x="705" y="13"/>
                  </a:cubicBezTo>
                  <a:cubicBezTo>
                    <a:pt x="703" y="13"/>
                    <a:pt x="701" y="13"/>
                    <a:pt x="699" y="13"/>
                  </a:cubicBezTo>
                  <a:cubicBezTo>
                    <a:pt x="700" y="13"/>
                    <a:pt x="701" y="13"/>
                    <a:pt x="702" y="13"/>
                  </a:cubicBezTo>
                  <a:cubicBezTo>
                    <a:pt x="701" y="13"/>
                    <a:pt x="700" y="13"/>
                    <a:pt x="700" y="14"/>
                  </a:cubicBezTo>
                  <a:cubicBezTo>
                    <a:pt x="701" y="14"/>
                    <a:pt x="702" y="13"/>
                    <a:pt x="703" y="13"/>
                  </a:cubicBezTo>
                  <a:cubicBezTo>
                    <a:pt x="704" y="13"/>
                    <a:pt x="706" y="13"/>
                    <a:pt x="707" y="13"/>
                  </a:cubicBezTo>
                  <a:cubicBezTo>
                    <a:pt x="710" y="12"/>
                    <a:pt x="713" y="12"/>
                    <a:pt x="715" y="12"/>
                  </a:cubicBezTo>
                  <a:cubicBezTo>
                    <a:pt x="721" y="12"/>
                    <a:pt x="727" y="11"/>
                    <a:pt x="732" y="11"/>
                  </a:cubicBezTo>
                  <a:cubicBezTo>
                    <a:pt x="733" y="11"/>
                    <a:pt x="734" y="10"/>
                    <a:pt x="735" y="10"/>
                  </a:cubicBezTo>
                  <a:cubicBezTo>
                    <a:pt x="736" y="10"/>
                    <a:pt x="735" y="11"/>
                    <a:pt x="735" y="11"/>
                  </a:cubicBezTo>
                  <a:cubicBezTo>
                    <a:pt x="732" y="12"/>
                    <a:pt x="730" y="12"/>
                    <a:pt x="727" y="13"/>
                  </a:cubicBezTo>
                  <a:cubicBezTo>
                    <a:pt x="726" y="13"/>
                    <a:pt x="725" y="13"/>
                    <a:pt x="724" y="13"/>
                  </a:cubicBezTo>
                  <a:cubicBezTo>
                    <a:pt x="722" y="13"/>
                    <a:pt x="721" y="14"/>
                    <a:pt x="720" y="14"/>
                  </a:cubicBezTo>
                  <a:cubicBezTo>
                    <a:pt x="718" y="14"/>
                    <a:pt x="717" y="14"/>
                    <a:pt x="716" y="15"/>
                  </a:cubicBezTo>
                  <a:cubicBezTo>
                    <a:pt x="715" y="15"/>
                    <a:pt x="713" y="14"/>
                    <a:pt x="713" y="15"/>
                  </a:cubicBezTo>
                  <a:cubicBezTo>
                    <a:pt x="713" y="15"/>
                    <a:pt x="713" y="15"/>
                    <a:pt x="713" y="15"/>
                  </a:cubicBezTo>
                  <a:cubicBezTo>
                    <a:pt x="712" y="15"/>
                    <a:pt x="712" y="15"/>
                    <a:pt x="712" y="15"/>
                  </a:cubicBezTo>
                  <a:cubicBezTo>
                    <a:pt x="711" y="15"/>
                    <a:pt x="710" y="16"/>
                    <a:pt x="709" y="16"/>
                  </a:cubicBezTo>
                  <a:cubicBezTo>
                    <a:pt x="707" y="16"/>
                    <a:pt x="705" y="17"/>
                    <a:pt x="702" y="17"/>
                  </a:cubicBezTo>
                  <a:cubicBezTo>
                    <a:pt x="699" y="18"/>
                    <a:pt x="695" y="20"/>
                    <a:pt x="692" y="19"/>
                  </a:cubicBezTo>
                  <a:cubicBezTo>
                    <a:pt x="692" y="19"/>
                    <a:pt x="693" y="19"/>
                    <a:pt x="692" y="18"/>
                  </a:cubicBezTo>
                  <a:cubicBezTo>
                    <a:pt x="692" y="18"/>
                    <a:pt x="691" y="17"/>
                    <a:pt x="690" y="18"/>
                  </a:cubicBezTo>
                  <a:cubicBezTo>
                    <a:pt x="691" y="18"/>
                    <a:pt x="691" y="18"/>
                    <a:pt x="692" y="19"/>
                  </a:cubicBezTo>
                  <a:cubicBezTo>
                    <a:pt x="692" y="19"/>
                    <a:pt x="691" y="19"/>
                    <a:pt x="691" y="19"/>
                  </a:cubicBezTo>
                  <a:cubicBezTo>
                    <a:pt x="691" y="19"/>
                    <a:pt x="694" y="20"/>
                    <a:pt x="692" y="20"/>
                  </a:cubicBezTo>
                  <a:cubicBezTo>
                    <a:pt x="692" y="20"/>
                    <a:pt x="691" y="20"/>
                    <a:pt x="690" y="20"/>
                  </a:cubicBezTo>
                  <a:cubicBezTo>
                    <a:pt x="689" y="20"/>
                    <a:pt x="688" y="20"/>
                    <a:pt x="687" y="20"/>
                  </a:cubicBezTo>
                  <a:cubicBezTo>
                    <a:pt x="685" y="20"/>
                    <a:pt x="684" y="21"/>
                    <a:pt x="682" y="21"/>
                  </a:cubicBezTo>
                  <a:cubicBezTo>
                    <a:pt x="681" y="21"/>
                    <a:pt x="681" y="21"/>
                    <a:pt x="681" y="21"/>
                  </a:cubicBezTo>
                  <a:cubicBezTo>
                    <a:pt x="681" y="20"/>
                    <a:pt x="680" y="20"/>
                    <a:pt x="680" y="20"/>
                  </a:cubicBezTo>
                  <a:cubicBezTo>
                    <a:pt x="680" y="20"/>
                    <a:pt x="678" y="20"/>
                    <a:pt x="678" y="20"/>
                  </a:cubicBezTo>
                  <a:cubicBezTo>
                    <a:pt x="679" y="20"/>
                    <a:pt x="679" y="20"/>
                    <a:pt x="680" y="21"/>
                  </a:cubicBezTo>
                  <a:cubicBezTo>
                    <a:pt x="679" y="21"/>
                    <a:pt x="678" y="21"/>
                    <a:pt x="677" y="21"/>
                  </a:cubicBezTo>
                  <a:cubicBezTo>
                    <a:pt x="677" y="21"/>
                    <a:pt x="677" y="21"/>
                    <a:pt x="677" y="21"/>
                  </a:cubicBezTo>
                  <a:cubicBezTo>
                    <a:pt x="677" y="21"/>
                    <a:pt x="677" y="21"/>
                    <a:pt x="677" y="21"/>
                  </a:cubicBezTo>
                  <a:cubicBezTo>
                    <a:pt x="678" y="22"/>
                    <a:pt x="681" y="21"/>
                    <a:pt x="682" y="21"/>
                  </a:cubicBezTo>
                  <a:cubicBezTo>
                    <a:pt x="684" y="21"/>
                    <a:pt x="686" y="21"/>
                    <a:pt x="688" y="21"/>
                  </a:cubicBezTo>
                  <a:cubicBezTo>
                    <a:pt x="688" y="21"/>
                    <a:pt x="689" y="21"/>
                    <a:pt x="688" y="21"/>
                  </a:cubicBezTo>
                  <a:cubicBezTo>
                    <a:pt x="688" y="21"/>
                    <a:pt x="687" y="21"/>
                    <a:pt x="687" y="22"/>
                  </a:cubicBezTo>
                  <a:cubicBezTo>
                    <a:pt x="686" y="22"/>
                    <a:pt x="685" y="22"/>
                    <a:pt x="684" y="22"/>
                  </a:cubicBezTo>
                  <a:cubicBezTo>
                    <a:pt x="683" y="22"/>
                    <a:pt x="682" y="22"/>
                    <a:pt x="681" y="22"/>
                  </a:cubicBezTo>
                  <a:cubicBezTo>
                    <a:pt x="682" y="23"/>
                    <a:pt x="683" y="22"/>
                    <a:pt x="684" y="23"/>
                  </a:cubicBezTo>
                  <a:cubicBezTo>
                    <a:pt x="683" y="23"/>
                    <a:pt x="681" y="24"/>
                    <a:pt x="679" y="24"/>
                  </a:cubicBezTo>
                  <a:cubicBezTo>
                    <a:pt x="679" y="24"/>
                    <a:pt x="678" y="24"/>
                    <a:pt x="678" y="24"/>
                  </a:cubicBezTo>
                  <a:cubicBezTo>
                    <a:pt x="676" y="24"/>
                    <a:pt x="675" y="24"/>
                    <a:pt x="674" y="24"/>
                  </a:cubicBezTo>
                  <a:cubicBezTo>
                    <a:pt x="673" y="24"/>
                    <a:pt x="671" y="24"/>
                    <a:pt x="671" y="24"/>
                  </a:cubicBezTo>
                  <a:cubicBezTo>
                    <a:pt x="671" y="24"/>
                    <a:pt x="671" y="23"/>
                    <a:pt x="671" y="23"/>
                  </a:cubicBezTo>
                  <a:cubicBezTo>
                    <a:pt x="671" y="23"/>
                    <a:pt x="671" y="23"/>
                    <a:pt x="672" y="23"/>
                  </a:cubicBezTo>
                  <a:cubicBezTo>
                    <a:pt x="670" y="23"/>
                    <a:pt x="668" y="23"/>
                    <a:pt x="666" y="23"/>
                  </a:cubicBezTo>
                  <a:cubicBezTo>
                    <a:pt x="667" y="23"/>
                    <a:pt x="667" y="23"/>
                    <a:pt x="667" y="23"/>
                  </a:cubicBezTo>
                  <a:cubicBezTo>
                    <a:pt x="665" y="22"/>
                    <a:pt x="663" y="23"/>
                    <a:pt x="660" y="23"/>
                  </a:cubicBezTo>
                  <a:cubicBezTo>
                    <a:pt x="661" y="23"/>
                    <a:pt x="661" y="23"/>
                    <a:pt x="661" y="23"/>
                  </a:cubicBezTo>
                  <a:cubicBezTo>
                    <a:pt x="662" y="23"/>
                    <a:pt x="663" y="23"/>
                    <a:pt x="663" y="23"/>
                  </a:cubicBezTo>
                  <a:cubicBezTo>
                    <a:pt x="664" y="23"/>
                    <a:pt x="665" y="23"/>
                    <a:pt x="666" y="23"/>
                  </a:cubicBezTo>
                  <a:cubicBezTo>
                    <a:pt x="667" y="23"/>
                    <a:pt x="668" y="23"/>
                    <a:pt x="669" y="23"/>
                  </a:cubicBezTo>
                  <a:cubicBezTo>
                    <a:pt x="668" y="24"/>
                    <a:pt x="669" y="24"/>
                    <a:pt x="669" y="25"/>
                  </a:cubicBezTo>
                  <a:cubicBezTo>
                    <a:pt x="668" y="25"/>
                    <a:pt x="668" y="25"/>
                    <a:pt x="668" y="25"/>
                  </a:cubicBezTo>
                  <a:cubicBezTo>
                    <a:pt x="667" y="25"/>
                    <a:pt x="667" y="26"/>
                    <a:pt x="666" y="26"/>
                  </a:cubicBezTo>
                  <a:cubicBezTo>
                    <a:pt x="666" y="26"/>
                    <a:pt x="665" y="26"/>
                    <a:pt x="664" y="25"/>
                  </a:cubicBezTo>
                  <a:cubicBezTo>
                    <a:pt x="663" y="25"/>
                    <a:pt x="663" y="26"/>
                    <a:pt x="661" y="26"/>
                  </a:cubicBezTo>
                  <a:cubicBezTo>
                    <a:pt x="660" y="26"/>
                    <a:pt x="659" y="26"/>
                    <a:pt x="658" y="26"/>
                  </a:cubicBezTo>
                  <a:cubicBezTo>
                    <a:pt x="657" y="26"/>
                    <a:pt x="657" y="25"/>
                    <a:pt x="657" y="25"/>
                  </a:cubicBezTo>
                  <a:cubicBezTo>
                    <a:pt x="656" y="25"/>
                    <a:pt x="656" y="26"/>
                    <a:pt x="656" y="26"/>
                  </a:cubicBezTo>
                  <a:cubicBezTo>
                    <a:pt x="657" y="26"/>
                    <a:pt x="654" y="26"/>
                    <a:pt x="654" y="26"/>
                  </a:cubicBezTo>
                  <a:cubicBezTo>
                    <a:pt x="653" y="26"/>
                    <a:pt x="653" y="26"/>
                    <a:pt x="652" y="26"/>
                  </a:cubicBezTo>
                  <a:cubicBezTo>
                    <a:pt x="652" y="26"/>
                    <a:pt x="651" y="26"/>
                    <a:pt x="651" y="26"/>
                  </a:cubicBezTo>
                  <a:cubicBezTo>
                    <a:pt x="650" y="26"/>
                    <a:pt x="650" y="26"/>
                    <a:pt x="649" y="26"/>
                  </a:cubicBezTo>
                  <a:cubicBezTo>
                    <a:pt x="648" y="25"/>
                    <a:pt x="647" y="25"/>
                    <a:pt x="647" y="25"/>
                  </a:cubicBezTo>
                  <a:cubicBezTo>
                    <a:pt x="646" y="25"/>
                    <a:pt x="643" y="25"/>
                    <a:pt x="643" y="25"/>
                  </a:cubicBezTo>
                  <a:cubicBezTo>
                    <a:pt x="643" y="26"/>
                    <a:pt x="648" y="26"/>
                    <a:pt x="649" y="26"/>
                  </a:cubicBezTo>
                  <a:cubicBezTo>
                    <a:pt x="648" y="26"/>
                    <a:pt x="649" y="26"/>
                    <a:pt x="650" y="27"/>
                  </a:cubicBezTo>
                  <a:cubicBezTo>
                    <a:pt x="648" y="27"/>
                    <a:pt x="647" y="27"/>
                    <a:pt x="645" y="27"/>
                  </a:cubicBezTo>
                  <a:cubicBezTo>
                    <a:pt x="645" y="27"/>
                    <a:pt x="642" y="26"/>
                    <a:pt x="643" y="26"/>
                  </a:cubicBezTo>
                  <a:cubicBezTo>
                    <a:pt x="643" y="26"/>
                    <a:pt x="640" y="26"/>
                    <a:pt x="642" y="27"/>
                  </a:cubicBezTo>
                  <a:cubicBezTo>
                    <a:pt x="641" y="27"/>
                    <a:pt x="640" y="27"/>
                    <a:pt x="640" y="27"/>
                  </a:cubicBezTo>
                  <a:cubicBezTo>
                    <a:pt x="639" y="27"/>
                    <a:pt x="637" y="26"/>
                    <a:pt x="637" y="27"/>
                  </a:cubicBezTo>
                  <a:cubicBezTo>
                    <a:pt x="638" y="27"/>
                    <a:pt x="639" y="27"/>
                    <a:pt x="640" y="27"/>
                  </a:cubicBezTo>
                  <a:cubicBezTo>
                    <a:pt x="640" y="27"/>
                    <a:pt x="639" y="27"/>
                    <a:pt x="639" y="27"/>
                  </a:cubicBezTo>
                  <a:cubicBezTo>
                    <a:pt x="641" y="27"/>
                    <a:pt x="642" y="27"/>
                    <a:pt x="644" y="27"/>
                  </a:cubicBezTo>
                  <a:cubicBezTo>
                    <a:pt x="646" y="27"/>
                    <a:pt x="647" y="28"/>
                    <a:pt x="649" y="28"/>
                  </a:cubicBezTo>
                  <a:cubicBezTo>
                    <a:pt x="650" y="28"/>
                    <a:pt x="652" y="27"/>
                    <a:pt x="653" y="27"/>
                  </a:cubicBezTo>
                  <a:cubicBezTo>
                    <a:pt x="654" y="28"/>
                    <a:pt x="656" y="27"/>
                    <a:pt x="657" y="28"/>
                  </a:cubicBezTo>
                  <a:cubicBezTo>
                    <a:pt x="656" y="28"/>
                    <a:pt x="656" y="28"/>
                    <a:pt x="655" y="28"/>
                  </a:cubicBezTo>
                  <a:cubicBezTo>
                    <a:pt x="655" y="28"/>
                    <a:pt x="655" y="28"/>
                    <a:pt x="656" y="28"/>
                  </a:cubicBezTo>
                  <a:cubicBezTo>
                    <a:pt x="655" y="28"/>
                    <a:pt x="657" y="29"/>
                    <a:pt x="656" y="29"/>
                  </a:cubicBezTo>
                  <a:cubicBezTo>
                    <a:pt x="655" y="29"/>
                    <a:pt x="654" y="29"/>
                    <a:pt x="653" y="29"/>
                  </a:cubicBezTo>
                  <a:cubicBezTo>
                    <a:pt x="652" y="29"/>
                    <a:pt x="651" y="29"/>
                    <a:pt x="650" y="29"/>
                  </a:cubicBezTo>
                  <a:cubicBezTo>
                    <a:pt x="649" y="29"/>
                    <a:pt x="648" y="29"/>
                    <a:pt x="648" y="29"/>
                  </a:cubicBezTo>
                  <a:cubicBezTo>
                    <a:pt x="648" y="28"/>
                    <a:pt x="648" y="28"/>
                    <a:pt x="648" y="28"/>
                  </a:cubicBezTo>
                  <a:cubicBezTo>
                    <a:pt x="648" y="28"/>
                    <a:pt x="642" y="28"/>
                    <a:pt x="641" y="28"/>
                  </a:cubicBezTo>
                  <a:cubicBezTo>
                    <a:pt x="640" y="28"/>
                    <a:pt x="639" y="28"/>
                    <a:pt x="637" y="28"/>
                  </a:cubicBezTo>
                  <a:cubicBezTo>
                    <a:pt x="636" y="28"/>
                    <a:pt x="635" y="28"/>
                    <a:pt x="634" y="28"/>
                  </a:cubicBezTo>
                  <a:cubicBezTo>
                    <a:pt x="635" y="28"/>
                    <a:pt x="635" y="28"/>
                    <a:pt x="636" y="28"/>
                  </a:cubicBezTo>
                  <a:cubicBezTo>
                    <a:pt x="637" y="28"/>
                    <a:pt x="639" y="28"/>
                    <a:pt x="640" y="28"/>
                  </a:cubicBezTo>
                  <a:cubicBezTo>
                    <a:pt x="642" y="28"/>
                    <a:pt x="644" y="28"/>
                    <a:pt x="646" y="28"/>
                  </a:cubicBezTo>
                  <a:cubicBezTo>
                    <a:pt x="646" y="29"/>
                    <a:pt x="644" y="29"/>
                    <a:pt x="644" y="29"/>
                  </a:cubicBezTo>
                  <a:cubicBezTo>
                    <a:pt x="643" y="29"/>
                    <a:pt x="641" y="29"/>
                    <a:pt x="640" y="29"/>
                  </a:cubicBezTo>
                  <a:cubicBezTo>
                    <a:pt x="639" y="29"/>
                    <a:pt x="638" y="29"/>
                    <a:pt x="637" y="29"/>
                  </a:cubicBezTo>
                  <a:cubicBezTo>
                    <a:pt x="636" y="29"/>
                    <a:pt x="636" y="29"/>
                    <a:pt x="635" y="29"/>
                  </a:cubicBezTo>
                  <a:cubicBezTo>
                    <a:pt x="633" y="29"/>
                    <a:pt x="631" y="29"/>
                    <a:pt x="629" y="29"/>
                  </a:cubicBezTo>
                  <a:cubicBezTo>
                    <a:pt x="630" y="29"/>
                    <a:pt x="632" y="29"/>
                    <a:pt x="633" y="29"/>
                  </a:cubicBezTo>
                  <a:cubicBezTo>
                    <a:pt x="634" y="29"/>
                    <a:pt x="635" y="29"/>
                    <a:pt x="635" y="29"/>
                  </a:cubicBezTo>
                  <a:cubicBezTo>
                    <a:pt x="635" y="29"/>
                    <a:pt x="630" y="31"/>
                    <a:pt x="630" y="31"/>
                  </a:cubicBezTo>
                  <a:cubicBezTo>
                    <a:pt x="630" y="31"/>
                    <a:pt x="633" y="30"/>
                    <a:pt x="633" y="30"/>
                  </a:cubicBezTo>
                  <a:cubicBezTo>
                    <a:pt x="635" y="30"/>
                    <a:pt x="636" y="30"/>
                    <a:pt x="638" y="29"/>
                  </a:cubicBezTo>
                  <a:cubicBezTo>
                    <a:pt x="640" y="29"/>
                    <a:pt x="641" y="29"/>
                    <a:pt x="643" y="29"/>
                  </a:cubicBezTo>
                  <a:cubicBezTo>
                    <a:pt x="644" y="29"/>
                    <a:pt x="646" y="29"/>
                    <a:pt x="647" y="30"/>
                  </a:cubicBezTo>
                  <a:cubicBezTo>
                    <a:pt x="646" y="30"/>
                    <a:pt x="643" y="29"/>
                    <a:pt x="642" y="31"/>
                  </a:cubicBezTo>
                  <a:cubicBezTo>
                    <a:pt x="643" y="31"/>
                    <a:pt x="644" y="30"/>
                    <a:pt x="645" y="30"/>
                  </a:cubicBezTo>
                  <a:cubicBezTo>
                    <a:pt x="646" y="30"/>
                    <a:pt x="647" y="30"/>
                    <a:pt x="648" y="30"/>
                  </a:cubicBezTo>
                  <a:cubicBezTo>
                    <a:pt x="649" y="30"/>
                    <a:pt x="649" y="30"/>
                    <a:pt x="650" y="30"/>
                  </a:cubicBezTo>
                  <a:cubicBezTo>
                    <a:pt x="651" y="30"/>
                    <a:pt x="651" y="30"/>
                    <a:pt x="651" y="31"/>
                  </a:cubicBezTo>
                  <a:cubicBezTo>
                    <a:pt x="651" y="31"/>
                    <a:pt x="652" y="31"/>
                    <a:pt x="652" y="31"/>
                  </a:cubicBezTo>
                  <a:cubicBezTo>
                    <a:pt x="652" y="31"/>
                    <a:pt x="651" y="31"/>
                    <a:pt x="651" y="31"/>
                  </a:cubicBezTo>
                  <a:cubicBezTo>
                    <a:pt x="651" y="31"/>
                    <a:pt x="651" y="31"/>
                    <a:pt x="652" y="31"/>
                  </a:cubicBezTo>
                  <a:cubicBezTo>
                    <a:pt x="651" y="31"/>
                    <a:pt x="651" y="31"/>
                    <a:pt x="651" y="32"/>
                  </a:cubicBezTo>
                  <a:cubicBezTo>
                    <a:pt x="651" y="32"/>
                    <a:pt x="650" y="32"/>
                    <a:pt x="650" y="32"/>
                  </a:cubicBezTo>
                  <a:cubicBezTo>
                    <a:pt x="650" y="32"/>
                    <a:pt x="651" y="32"/>
                    <a:pt x="651" y="33"/>
                  </a:cubicBezTo>
                  <a:cubicBezTo>
                    <a:pt x="650" y="32"/>
                    <a:pt x="648" y="33"/>
                    <a:pt x="647" y="33"/>
                  </a:cubicBezTo>
                  <a:cubicBezTo>
                    <a:pt x="646" y="33"/>
                    <a:pt x="645" y="33"/>
                    <a:pt x="644" y="33"/>
                  </a:cubicBezTo>
                  <a:cubicBezTo>
                    <a:pt x="642" y="33"/>
                    <a:pt x="639" y="32"/>
                    <a:pt x="637" y="33"/>
                  </a:cubicBezTo>
                  <a:cubicBezTo>
                    <a:pt x="638" y="34"/>
                    <a:pt x="640" y="33"/>
                    <a:pt x="641" y="33"/>
                  </a:cubicBezTo>
                  <a:cubicBezTo>
                    <a:pt x="642" y="34"/>
                    <a:pt x="643" y="34"/>
                    <a:pt x="644" y="34"/>
                  </a:cubicBezTo>
                  <a:cubicBezTo>
                    <a:pt x="644" y="34"/>
                    <a:pt x="645" y="34"/>
                    <a:pt x="646" y="34"/>
                  </a:cubicBezTo>
                  <a:cubicBezTo>
                    <a:pt x="646" y="35"/>
                    <a:pt x="645" y="35"/>
                    <a:pt x="645" y="35"/>
                  </a:cubicBezTo>
                  <a:cubicBezTo>
                    <a:pt x="644" y="35"/>
                    <a:pt x="643" y="35"/>
                    <a:pt x="643" y="35"/>
                  </a:cubicBezTo>
                  <a:cubicBezTo>
                    <a:pt x="641" y="36"/>
                    <a:pt x="640" y="35"/>
                    <a:pt x="639" y="35"/>
                  </a:cubicBezTo>
                  <a:cubicBezTo>
                    <a:pt x="638" y="35"/>
                    <a:pt x="637" y="35"/>
                    <a:pt x="636" y="35"/>
                  </a:cubicBezTo>
                  <a:cubicBezTo>
                    <a:pt x="635" y="35"/>
                    <a:pt x="634" y="35"/>
                    <a:pt x="633" y="36"/>
                  </a:cubicBezTo>
                  <a:cubicBezTo>
                    <a:pt x="634" y="36"/>
                    <a:pt x="636" y="36"/>
                    <a:pt x="637" y="36"/>
                  </a:cubicBezTo>
                  <a:cubicBezTo>
                    <a:pt x="638" y="37"/>
                    <a:pt x="639" y="36"/>
                    <a:pt x="641" y="36"/>
                  </a:cubicBezTo>
                  <a:cubicBezTo>
                    <a:pt x="640" y="37"/>
                    <a:pt x="638" y="37"/>
                    <a:pt x="637" y="38"/>
                  </a:cubicBezTo>
                  <a:cubicBezTo>
                    <a:pt x="637" y="38"/>
                    <a:pt x="636" y="37"/>
                    <a:pt x="636" y="37"/>
                  </a:cubicBezTo>
                  <a:cubicBezTo>
                    <a:pt x="635" y="37"/>
                    <a:pt x="635" y="37"/>
                    <a:pt x="634" y="37"/>
                  </a:cubicBezTo>
                  <a:cubicBezTo>
                    <a:pt x="633" y="38"/>
                    <a:pt x="632" y="38"/>
                    <a:pt x="631" y="38"/>
                  </a:cubicBezTo>
                  <a:cubicBezTo>
                    <a:pt x="630" y="38"/>
                    <a:pt x="629" y="38"/>
                    <a:pt x="628" y="38"/>
                  </a:cubicBezTo>
                  <a:cubicBezTo>
                    <a:pt x="627" y="38"/>
                    <a:pt x="626" y="38"/>
                    <a:pt x="625" y="38"/>
                  </a:cubicBezTo>
                  <a:cubicBezTo>
                    <a:pt x="625" y="38"/>
                    <a:pt x="624" y="38"/>
                    <a:pt x="624" y="37"/>
                  </a:cubicBezTo>
                  <a:cubicBezTo>
                    <a:pt x="624" y="37"/>
                    <a:pt x="623" y="37"/>
                    <a:pt x="623" y="37"/>
                  </a:cubicBezTo>
                  <a:cubicBezTo>
                    <a:pt x="623" y="38"/>
                    <a:pt x="622" y="38"/>
                    <a:pt x="622" y="38"/>
                  </a:cubicBezTo>
                  <a:cubicBezTo>
                    <a:pt x="621" y="38"/>
                    <a:pt x="622" y="38"/>
                    <a:pt x="622" y="38"/>
                  </a:cubicBezTo>
                  <a:cubicBezTo>
                    <a:pt x="622" y="39"/>
                    <a:pt x="623" y="38"/>
                    <a:pt x="623" y="39"/>
                  </a:cubicBezTo>
                  <a:cubicBezTo>
                    <a:pt x="623" y="39"/>
                    <a:pt x="622" y="39"/>
                    <a:pt x="622" y="39"/>
                  </a:cubicBezTo>
                  <a:cubicBezTo>
                    <a:pt x="622" y="40"/>
                    <a:pt x="621" y="40"/>
                    <a:pt x="621" y="40"/>
                  </a:cubicBezTo>
                  <a:cubicBezTo>
                    <a:pt x="621" y="40"/>
                    <a:pt x="623" y="40"/>
                    <a:pt x="623" y="40"/>
                  </a:cubicBezTo>
                  <a:cubicBezTo>
                    <a:pt x="623" y="41"/>
                    <a:pt x="621" y="41"/>
                    <a:pt x="621" y="41"/>
                  </a:cubicBezTo>
                  <a:cubicBezTo>
                    <a:pt x="621" y="41"/>
                    <a:pt x="620" y="41"/>
                    <a:pt x="620" y="41"/>
                  </a:cubicBezTo>
                  <a:cubicBezTo>
                    <a:pt x="620" y="42"/>
                    <a:pt x="619" y="42"/>
                    <a:pt x="619" y="42"/>
                  </a:cubicBezTo>
                  <a:cubicBezTo>
                    <a:pt x="618" y="42"/>
                    <a:pt x="617" y="42"/>
                    <a:pt x="616" y="42"/>
                  </a:cubicBezTo>
                  <a:cubicBezTo>
                    <a:pt x="615" y="43"/>
                    <a:pt x="614" y="43"/>
                    <a:pt x="613" y="43"/>
                  </a:cubicBezTo>
                  <a:cubicBezTo>
                    <a:pt x="614" y="43"/>
                    <a:pt x="614" y="43"/>
                    <a:pt x="614" y="42"/>
                  </a:cubicBezTo>
                  <a:cubicBezTo>
                    <a:pt x="614" y="42"/>
                    <a:pt x="613" y="43"/>
                    <a:pt x="612" y="43"/>
                  </a:cubicBezTo>
                  <a:cubicBezTo>
                    <a:pt x="611" y="43"/>
                    <a:pt x="611" y="43"/>
                    <a:pt x="610" y="43"/>
                  </a:cubicBezTo>
                  <a:cubicBezTo>
                    <a:pt x="609" y="43"/>
                    <a:pt x="608" y="43"/>
                    <a:pt x="608" y="43"/>
                  </a:cubicBezTo>
                  <a:cubicBezTo>
                    <a:pt x="607" y="43"/>
                    <a:pt x="606" y="43"/>
                    <a:pt x="605" y="43"/>
                  </a:cubicBezTo>
                  <a:cubicBezTo>
                    <a:pt x="604" y="43"/>
                    <a:pt x="602" y="43"/>
                    <a:pt x="601" y="43"/>
                  </a:cubicBezTo>
                  <a:cubicBezTo>
                    <a:pt x="601" y="42"/>
                    <a:pt x="600" y="42"/>
                    <a:pt x="600" y="42"/>
                  </a:cubicBezTo>
                  <a:cubicBezTo>
                    <a:pt x="600" y="42"/>
                    <a:pt x="599" y="42"/>
                    <a:pt x="599" y="42"/>
                  </a:cubicBezTo>
                  <a:cubicBezTo>
                    <a:pt x="599" y="42"/>
                    <a:pt x="599" y="42"/>
                    <a:pt x="599" y="42"/>
                  </a:cubicBezTo>
                  <a:cubicBezTo>
                    <a:pt x="599" y="41"/>
                    <a:pt x="598" y="41"/>
                    <a:pt x="598" y="41"/>
                  </a:cubicBezTo>
                  <a:cubicBezTo>
                    <a:pt x="598" y="41"/>
                    <a:pt x="598" y="41"/>
                    <a:pt x="598" y="41"/>
                  </a:cubicBezTo>
                  <a:cubicBezTo>
                    <a:pt x="598" y="41"/>
                    <a:pt x="598" y="41"/>
                    <a:pt x="598" y="41"/>
                  </a:cubicBezTo>
                  <a:cubicBezTo>
                    <a:pt x="598" y="41"/>
                    <a:pt x="598" y="40"/>
                    <a:pt x="598" y="40"/>
                  </a:cubicBezTo>
                  <a:cubicBezTo>
                    <a:pt x="597" y="40"/>
                    <a:pt x="598" y="40"/>
                    <a:pt x="598" y="40"/>
                  </a:cubicBezTo>
                  <a:cubicBezTo>
                    <a:pt x="597" y="40"/>
                    <a:pt x="596" y="40"/>
                    <a:pt x="597" y="40"/>
                  </a:cubicBezTo>
                  <a:cubicBezTo>
                    <a:pt x="597" y="41"/>
                    <a:pt x="598" y="41"/>
                    <a:pt x="597" y="41"/>
                  </a:cubicBezTo>
                  <a:cubicBezTo>
                    <a:pt x="595" y="42"/>
                    <a:pt x="598" y="42"/>
                    <a:pt x="599" y="42"/>
                  </a:cubicBezTo>
                  <a:cubicBezTo>
                    <a:pt x="599" y="43"/>
                    <a:pt x="597" y="43"/>
                    <a:pt x="597" y="43"/>
                  </a:cubicBezTo>
                  <a:cubicBezTo>
                    <a:pt x="596" y="43"/>
                    <a:pt x="595" y="43"/>
                    <a:pt x="594" y="43"/>
                  </a:cubicBezTo>
                  <a:cubicBezTo>
                    <a:pt x="593" y="43"/>
                    <a:pt x="593" y="43"/>
                    <a:pt x="592" y="43"/>
                  </a:cubicBezTo>
                  <a:cubicBezTo>
                    <a:pt x="593" y="43"/>
                    <a:pt x="594" y="43"/>
                    <a:pt x="593" y="44"/>
                  </a:cubicBezTo>
                  <a:cubicBezTo>
                    <a:pt x="592" y="44"/>
                    <a:pt x="595" y="44"/>
                    <a:pt x="595" y="44"/>
                  </a:cubicBezTo>
                  <a:cubicBezTo>
                    <a:pt x="598" y="43"/>
                    <a:pt x="601" y="43"/>
                    <a:pt x="604" y="44"/>
                  </a:cubicBezTo>
                  <a:cubicBezTo>
                    <a:pt x="603" y="44"/>
                    <a:pt x="602" y="44"/>
                    <a:pt x="601" y="45"/>
                  </a:cubicBezTo>
                  <a:cubicBezTo>
                    <a:pt x="603" y="45"/>
                    <a:pt x="604" y="44"/>
                    <a:pt x="606" y="44"/>
                  </a:cubicBezTo>
                  <a:cubicBezTo>
                    <a:pt x="607" y="43"/>
                    <a:pt x="609" y="43"/>
                    <a:pt x="611" y="44"/>
                  </a:cubicBezTo>
                  <a:cubicBezTo>
                    <a:pt x="610" y="44"/>
                    <a:pt x="610" y="45"/>
                    <a:pt x="610" y="45"/>
                  </a:cubicBezTo>
                  <a:cubicBezTo>
                    <a:pt x="610" y="45"/>
                    <a:pt x="609" y="45"/>
                    <a:pt x="609" y="45"/>
                  </a:cubicBezTo>
                  <a:cubicBezTo>
                    <a:pt x="609" y="45"/>
                    <a:pt x="606" y="46"/>
                    <a:pt x="606" y="46"/>
                  </a:cubicBezTo>
                  <a:cubicBezTo>
                    <a:pt x="606" y="46"/>
                    <a:pt x="609" y="46"/>
                    <a:pt x="609" y="46"/>
                  </a:cubicBezTo>
                  <a:cubicBezTo>
                    <a:pt x="609" y="46"/>
                    <a:pt x="609" y="46"/>
                    <a:pt x="608" y="47"/>
                  </a:cubicBezTo>
                  <a:cubicBezTo>
                    <a:pt x="609" y="47"/>
                    <a:pt x="609" y="47"/>
                    <a:pt x="609" y="47"/>
                  </a:cubicBezTo>
                  <a:cubicBezTo>
                    <a:pt x="610" y="47"/>
                    <a:pt x="610" y="47"/>
                    <a:pt x="610" y="46"/>
                  </a:cubicBezTo>
                  <a:cubicBezTo>
                    <a:pt x="610" y="46"/>
                    <a:pt x="611" y="46"/>
                    <a:pt x="611" y="46"/>
                  </a:cubicBezTo>
                  <a:cubicBezTo>
                    <a:pt x="612" y="46"/>
                    <a:pt x="612" y="46"/>
                    <a:pt x="612" y="46"/>
                  </a:cubicBezTo>
                  <a:cubicBezTo>
                    <a:pt x="613" y="46"/>
                    <a:pt x="614" y="45"/>
                    <a:pt x="615" y="45"/>
                  </a:cubicBezTo>
                  <a:cubicBezTo>
                    <a:pt x="615" y="45"/>
                    <a:pt x="616" y="46"/>
                    <a:pt x="616" y="46"/>
                  </a:cubicBezTo>
                  <a:cubicBezTo>
                    <a:pt x="616" y="46"/>
                    <a:pt x="615" y="47"/>
                    <a:pt x="615" y="47"/>
                  </a:cubicBezTo>
                  <a:cubicBezTo>
                    <a:pt x="616" y="47"/>
                    <a:pt x="615" y="48"/>
                    <a:pt x="614" y="48"/>
                  </a:cubicBezTo>
                  <a:cubicBezTo>
                    <a:pt x="614" y="48"/>
                    <a:pt x="614" y="48"/>
                    <a:pt x="614" y="48"/>
                  </a:cubicBezTo>
                  <a:cubicBezTo>
                    <a:pt x="614" y="48"/>
                    <a:pt x="613" y="48"/>
                    <a:pt x="613" y="48"/>
                  </a:cubicBezTo>
                  <a:cubicBezTo>
                    <a:pt x="612" y="49"/>
                    <a:pt x="612" y="49"/>
                    <a:pt x="611" y="49"/>
                  </a:cubicBezTo>
                  <a:cubicBezTo>
                    <a:pt x="610" y="49"/>
                    <a:pt x="609" y="50"/>
                    <a:pt x="608" y="50"/>
                  </a:cubicBezTo>
                  <a:cubicBezTo>
                    <a:pt x="607" y="50"/>
                    <a:pt x="607" y="49"/>
                    <a:pt x="608" y="49"/>
                  </a:cubicBezTo>
                  <a:cubicBezTo>
                    <a:pt x="607" y="49"/>
                    <a:pt x="605" y="50"/>
                    <a:pt x="604" y="50"/>
                  </a:cubicBezTo>
                  <a:cubicBezTo>
                    <a:pt x="603" y="50"/>
                    <a:pt x="602" y="51"/>
                    <a:pt x="602" y="51"/>
                  </a:cubicBezTo>
                  <a:cubicBezTo>
                    <a:pt x="601" y="51"/>
                    <a:pt x="600" y="51"/>
                    <a:pt x="599" y="51"/>
                  </a:cubicBezTo>
                  <a:cubicBezTo>
                    <a:pt x="598" y="51"/>
                    <a:pt x="597" y="52"/>
                    <a:pt x="595" y="52"/>
                  </a:cubicBezTo>
                  <a:cubicBezTo>
                    <a:pt x="595" y="52"/>
                    <a:pt x="594" y="52"/>
                    <a:pt x="593" y="52"/>
                  </a:cubicBezTo>
                  <a:cubicBezTo>
                    <a:pt x="592" y="52"/>
                    <a:pt x="591" y="52"/>
                    <a:pt x="591" y="52"/>
                  </a:cubicBezTo>
                  <a:cubicBezTo>
                    <a:pt x="590" y="52"/>
                    <a:pt x="589" y="53"/>
                    <a:pt x="588" y="53"/>
                  </a:cubicBezTo>
                  <a:cubicBezTo>
                    <a:pt x="589" y="52"/>
                    <a:pt x="589" y="52"/>
                    <a:pt x="590" y="52"/>
                  </a:cubicBezTo>
                  <a:cubicBezTo>
                    <a:pt x="589" y="52"/>
                    <a:pt x="589" y="52"/>
                    <a:pt x="589" y="52"/>
                  </a:cubicBezTo>
                  <a:cubicBezTo>
                    <a:pt x="590" y="52"/>
                    <a:pt x="593" y="51"/>
                    <a:pt x="593" y="50"/>
                  </a:cubicBezTo>
                  <a:cubicBezTo>
                    <a:pt x="593" y="50"/>
                    <a:pt x="591" y="50"/>
                    <a:pt x="591" y="50"/>
                  </a:cubicBezTo>
                  <a:cubicBezTo>
                    <a:pt x="591" y="49"/>
                    <a:pt x="591" y="49"/>
                    <a:pt x="591" y="49"/>
                  </a:cubicBezTo>
                  <a:cubicBezTo>
                    <a:pt x="591" y="49"/>
                    <a:pt x="590" y="49"/>
                    <a:pt x="590" y="50"/>
                  </a:cubicBezTo>
                  <a:cubicBezTo>
                    <a:pt x="590" y="50"/>
                    <a:pt x="589" y="50"/>
                    <a:pt x="588" y="50"/>
                  </a:cubicBezTo>
                  <a:cubicBezTo>
                    <a:pt x="587" y="50"/>
                    <a:pt x="586" y="50"/>
                    <a:pt x="585" y="49"/>
                  </a:cubicBezTo>
                  <a:cubicBezTo>
                    <a:pt x="586" y="49"/>
                    <a:pt x="587" y="49"/>
                    <a:pt x="586" y="49"/>
                  </a:cubicBezTo>
                  <a:cubicBezTo>
                    <a:pt x="587" y="48"/>
                    <a:pt x="588" y="49"/>
                    <a:pt x="589" y="48"/>
                  </a:cubicBezTo>
                  <a:cubicBezTo>
                    <a:pt x="588" y="48"/>
                    <a:pt x="586" y="49"/>
                    <a:pt x="585" y="48"/>
                  </a:cubicBezTo>
                  <a:cubicBezTo>
                    <a:pt x="584" y="48"/>
                    <a:pt x="585" y="47"/>
                    <a:pt x="584" y="47"/>
                  </a:cubicBezTo>
                  <a:cubicBezTo>
                    <a:pt x="584" y="47"/>
                    <a:pt x="584" y="48"/>
                    <a:pt x="584" y="48"/>
                  </a:cubicBezTo>
                  <a:cubicBezTo>
                    <a:pt x="584" y="49"/>
                    <a:pt x="585" y="49"/>
                    <a:pt x="586" y="49"/>
                  </a:cubicBezTo>
                  <a:cubicBezTo>
                    <a:pt x="585" y="49"/>
                    <a:pt x="585" y="49"/>
                    <a:pt x="585" y="50"/>
                  </a:cubicBezTo>
                  <a:cubicBezTo>
                    <a:pt x="584" y="50"/>
                    <a:pt x="584" y="50"/>
                    <a:pt x="583" y="50"/>
                  </a:cubicBezTo>
                  <a:cubicBezTo>
                    <a:pt x="582" y="51"/>
                    <a:pt x="582" y="50"/>
                    <a:pt x="581" y="50"/>
                  </a:cubicBezTo>
                  <a:cubicBezTo>
                    <a:pt x="580" y="51"/>
                    <a:pt x="580" y="51"/>
                    <a:pt x="579" y="50"/>
                  </a:cubicBezTo>
                  <a:cubicBezTo>
                    <a:pt x="578" y="50"/>
                    <a:pt x="579" y="50"/>
                    <a:pt x="579" y="49"/>
                  </a:cubicBezTo>
                  <a:cubicBezTo>
                    <a:pt x="579" y="48"/>
                    <a:pt x="579" y="49"/>
                    <a:pt x="579" y="48"/>
                  </a:cubicBezTo>
                  <a:cubicBezTo>
                    <a:pt x="579" y="48"/>
                    <a:pt x="579" y="48"/>
                    <a:pt x="579" y="47"/>
                  </a:cubicBezTo>
                  <a:cubicBezTo>
                    <a:pt x="579" y="47"/>
                    <a:pt x="578" y="48"/>
                    <a:pt x="578" y="48"/>
                  </a:cubicBezTo>
                  <a:cubicBezTo>
                    <a:pt x="578" y="48"/>
                    <a:pt x="578" y="49"/>
                    <a:pt x="578" y="49"/>
                  </a:cubicBezTo>
                  <a:cubicBezTo>
                    <a:pt x="578" y="49"/>
                    <a:pt x="578" y="50"/>
                    <a:pt x="578" y="50"/>
                  </a:cubicBezTo>
                  <a:cubicBezTo>
                    <a:pt x="577" y="50"/>
                    <a:pt x="578" y="50"/>
                    <a:pt x="577" y="50"/>
                  </a:cubicBezTo>
                  <a:cubicBezTo>
                    <a:pt x="577" y="50"/>
                    <a:pt x="576" y="50"/>
                    <a:pt x="576" y="50"/>
                  </a:cubicBezTo>
                  <a:cubicBezTo>
                    <a:pt x="575" y="50"/>
                    <a:pt x="575" y="50"/>
                    <a:pt x="574" y="50"/>
                  </a:cubicBezTo>
                  <a:cubicBezTo>
                    <a:pt x="574" y="50"/>
                    <a:pt x="574" y="50"/>
                    <a:pt x="574" y="50"/>
                  </a:cubicBezTo>
                  <a:cubicBezTo>
                    <a:pt x="573" y="49"/>
                    <a:pt x="573" y="49"/>
                    <a:pt x="573" y="49"/>
                  </a:cubicBezTo>
                  <a:cubicBezTo>
                    <a:pt x="574" y="48"/>
                    <a:pt x="573" y="48"/>
                    <a:pt x="572" y="48"/>
                  </a:cubicBezTo>
                  <a:cubicBezTo>
                    <a:pt x="573" y="49"/>
                    <a:pt x="572" y="49"/>
                    <a:pt x="572" y="49"/>
                  </a:cubicBezTo>
                  <a:cubicBezTo>
                    <a:pt x="571" y="50"/>
                    <a:pt x="571" y="50"/>
                    <a:pt x="570" y="50"/>
                  </a:cubicBezTo>
                  <a:cubicBezTo>
                    <a:pt x="570" y="50"/>
                    <a:pt x="569" y="50"/>
                    <a:pt x="569" y="50"/>
                  </a:cubicBezTo>
                  <a:cubicBezTo>
                    <a:pt x="568" y="50"/>
                    <a:pt x="568" y="50"/>
                    <a:pt x="568" y="49"/>
                  </a:cubicBezTo>
                  <a:cubicBezTo>
                    <a:pt x="568" y="48"/>
                    <a:pt x="566" y="49"/>
                    <a:pt x="566" y="50"/>
                  </a:cubicBezTo>
                  <a:cubicBezTo>
                    <a:pt x="566" y="51"/>
                    <a:pt x="569" y="51"/>
                    <a:pt x="569" y="51"/>
                  </a:cubicBezTo>
                  <a:cubicBezTo>
                    <a:pt x="569" y="51"/>
                    <a:pt x="565" y="51"/>
                    <a:pt x="565" y="51"/>
                  </a:cubicBezTo>
                  <a:cubicBezTo>
                    <a:pt x="563" y="51"/>
                    <a:pt x="561" y="51"/>
                    <a:pt x="559" y="51"/>
                  </a:cubicBezTo>
                  <a:cubicBezTo>
                    <a:pt x="559" y="51"/>
                    <a:pt x="556" y="51"/>
                    <a:pt x="557" y="50"/>
                  </a:cubicBezTo>
                  <a:cubicBezTo>
                    <a:pt x="557" y="50"/>
                    <a:pt x="558" y="50"/>
                    <a:pt x="558" y="50"/>
                  </a:cubicBezTo>
                  <a:cubicBezTo>
                    <a:pt x="560" y="49"/>
                    <a:pt x="558" y="48"/>
                    <a:pt x="557" y="49"/>
                  </a:cubicBezTo>
                  <a:cubicBezTo>
                    <a:pt x="558" y="49"/>
                    <a:pt x="558" y="49"/>
                    <a:pt x="558" y="49"/>
                  </a:cubicBezTo>
                  <a:cubicBezTo>
                    <a:pt x="557" y="50"/>
                    <a:pt x="556" y="50"/>
                    <a:pt x="555" y="50"/>
                  </a:cubicBezTo>
                  <a:cubicBezTo>
                    <a:pt x="554" y="51"/>
                    <a:pt x="553" y="51"/>
                    <a:pt x="552" y="50"/>
                  </a:cubicBezTo>
                  <a:cubicBezTo>
                    <a:pt x="553" y="50"/>
                    <a:pt x="551" y="50"/>
                    <a:pt x="551" y="50"/>
                  </a:cubicBezTo>
                  <a:cubicBezTo>
                    <a:pt x="551" y="50"/>
                    <a:pt x="552" y="49"/>
                    <a:pt x="551" y="49"/>
                  </a:cubicBezTo>
                  <a:cubicBezTo>
                    <a:pt x="551" y="49"/>
                    <a:pt x="551" y="49"/>
                    <a:pt x="552" y="49"/>
                  </a:cubicBezTo>
                  <a:cubicBezTo>
                    <a:pt x="551" y="48"/>
                    <a:pt x="550" y="49"/>
                    <a:pt x="551" y="50"/>
                  </a:cubicBezTo>
                  <a:cubicBezTo>
                    <a:pt x="550" y="50"/>
                    <a:pt x="549" y="50"/>
                    <a:pt x="550" y="50"/>
                  </a:cubicBezTo>
                  <a:cubicBezTo>
                    <a:pt x="550" y="50"/>
                    <a:pt x="549" y="50"/>
                    <a:pt x="550" y="51"/>
                  </a:cubicBezTo>
                  <a:cubicBezTo>
                    <a:pt x="550" y="51"/>
                    <a:pt x="547" y="51"/>
                    <a:pt x="548" y="50"/>
                  </a:cubicBezTo>
                  <a:cubicBezTo>
                    <a:pt x="547" y="50"/>
                    <a:pt x="546" y="51"/>
                    <a:pt x="546" y="51"/>
                  </a:cubicBezTo>
                  <a:cubicBezTo>
                    <a:pt x="545" y="51"/>
                    <a:pt x="544" y="51"/>
                    <a:pt x="544" y="50"/>
                  </a:cubicBezTo>
                  <a:cubicBezTo>
                    <a:pt x="544" y="50"/>
                    <a:pt x="545" y="50"/>
                    <a:pt x="544" y="50"/>
                  </a:cubicBezTo>
                  <a:cubicBezTo>
                    <a:pt x="545" y="50"/>
                    <a:pt x="545" y="50"/>
                    <a:pt x="545" y="49"/>
                  </a:cubicBezTo>
                  <a:cubicBezTo>
                    <a:pt x="545" y="49"/>
                    <a:pt x="545" y="48"/>
                    <a:pt x="546" y="48"/>
                  </a:cubicBezTo>
                  <a:cubicBezTo>
                    <a:pt x="546" y="48"/>
                    <a:pt x="546" y="48"/>
                    <a:pt x="546" y="48"/>
                  </a:cubicBezTo>
                  <a:cubicBezTo>
                    <a:pt x="547" y="47"/>
                    <a:pt x="547" y="47"/>
                    <a:pt x="547" y="47"/>
                  </a:cubicBezTo>
                  <a:cubicBezTo>
                    <a:pt x="547" y="47"/>
                    <a:pt x="546" y="47"/>
                    <a:pt x="545" y="48"/>
                  </a:cubicBezTo>
                  <a:cubicBezTo>
                    <a:pt x="545" y="48"/>
                    <a:pt x="545" y="48"/>
                    <a:pt x="545" y="48"/>
                  </a:cubicBezTo>
                  <a:cubicBezTo>
                    <a:pt x="545" y="49"/>
                    <a:pt x="545" y="49"/>
                    <a:pt x="544" y="49"/>
                  </a:cubicBezTo>
                  <a:cubicBezTo>
                    <a:pt x="546" y="49"/>
                    <a:pt x="542" y="51"/>
                    <a:pt x="542" y="50"/>
                  </a:cubicBezTo>
                  <a:cubicBezTo>
                    <a:pt x="542" y="50"/>
                    <a:pt x="544" y="49"/>
                    <a:pt x="544" y="49"/>
                  </a:cubicBezTo>
                  <a:cubicBezTo>
                    <a:pt x="544" y="49"/>
                    <a:pt x="542" y="50"/>
                    <a:pt x="542" y="50"/>
                  </a:cubicBezTo>
                  <a:cubicBezTo>
                    <a:pt x="542" y="50"/>
                    <a:pt x="540" y="51"/>
                    <a:pt x="540" y="50"/>
                  </a:cubicBezTo>
                  <a:cubicBezTo>
                    <a:pt x="539" y="50"/>
                    <a:pt x="539" y="50"/>
                    <a:pt x="538" y="50"/>
                  </a:cubicBezTo>
                  <a:cubicBezTo>
                    <a:pt x="538" y="50"/>
                    <a:pt x="539" y="49"/>
                    <a:pt x="539" y="49"/>
                  </a:cubicBezTo>
                  <a:cubicBezTo>
                    <a:pt x="539" y="49"/>
                    <a:pt x="538" y="49"/>
                    <a:pt x="537" y="49"/>
                  </a:cubicBezTo>
                  <a:cubicBezTo>
                    <a:pt x="538" y="49"/>
                    <a:pt x="539" y="48"/>
                    <a:pt x="539" y="48"/>
                  </a:cubicBezTo>
                  <a:cubicBezTo>
                    <a:pt x="540" y="48"/>
                    <a:pt x="540" y="48"/>
                    <a:pt x="540" y="48"/>
                  </a:cubicBezTo>
                  <a:cubicBezTo>
                    <a:pt x="540" y="48"/>
                    <a:pt x="540" y="48"/>
                    <a:pt x="541" y="48"/>
                  </a:cubicBezTo>
                  <a:cubicBezTo>
                    <a:pt x="540" y="47"/>
                    <a:pt x="542" y="46"/>
                    <a:pt x="542" y="46"/>
                  </a:cubicBezTo>
                  <a:cubicBezTo>
                    <a:pt x="543" y="46"/>
                    <a:pt x="544" y="46"/>
                    <a:pt x="545" y="46"/>
                  </a:cubicBezTo>
                  <a:cubicBezTo>
                    <a:pt x="547" y="45"/>
                    <a:pt x="549" y="45"/>
                    <a:pt x="551" y="45"/>
                  </a:cubicBezTo>
                  <a:cubicBezTo>
                    <a:pt x="550" y="45"/>
                    <a:pt x="550" y="45"/>
                    <a:pt x="550" y="45"/>
                  </a:cubicBezTo>
                  <a:cubicBezTo>
                    <a:pt x="550" y="45"/>
                    <a:pt x="551" y="44"/>
                    <a:pt x="551" y="44"/>
                  </a:cubicBezTo>
                  <a:cubicBezTo>
                    <a:pt x="552" y="44"/>
                    <a:pt x="553" y="44"/>
                    <a:pt x="552" y="44"/>
                  </a:cubicBezTo>
                  <a:cubicBezTo>
                    <a:pt x="553" y="45"/>
                    <a:pt x="554" y="44"/>
                    <a:pt x="555" y="44"/>
                  </a:cubicBezTo>
                  <a:cubicBezTo>
                    <a:pt x="555" y="44"/>
                    <a:pt x="556" y="44"/>
                    <a:pt x="556" y="44"/>
                  </a:cubicBezTo>
                  <a:cubicBezTo>
                    <a:pt x="556" y="45"/>
                    <a:pt x="557" y="45"/>
                    <a:pt x="557" y="44"/>
                  </a:cubicBezTo>
                  <a:cubicBezTo>
                    <a:pt x="557" y="44"/>
                    <a:pt x="559" y="44"/>
                    <a:pt x="559" y="44"/>
                  </a:cubicBezTo>
                  <a:cubicBezTo>
                    <a:pt x="559" y="44"/>
                    <a:pt x="559" y="44"/>
                    <a:pt x="560" y="44"/>
                  </a:cubicBezTo>
                  <a:cubicBezTo>
                    <a:pt x="560" y="44"/>
                    <a:pt x="561" y="44"/>
                    <a:pt x="561" y="44"/>
                  </a:cubicBezTo>
                  <a:cubicBezTo>
                    <a:pt x="561" y="44"/>
                    <a:pt x="562" y="44"/>
                    <a:pt x="563" y="44"/>
                  </a:cubicBezTo>
                  <a:cubicBezTo>
                    <a:pt x="562" y="44"/>
                    <a:pt x="561" y="44"/>
                    <a:pt x="559" y="44"/>
                  </a:cubicBezTo>
                  <a:cubicBezTo>
                    <a:pt x="560" y="43"/>
                    <a:pt x="561" y="44"/>
                    <a:pt x="562" y="43"/>
                  </a:cubicBezTo>
                  <a:cubicBezTo>
                    <a:pt x="561" y="43"/>
                    <a:pt x="560" y="43"/>
                    <a:pt x="560" y="43"/>
                  </a:cubicBezTo>
                  <a:cubicBezTo>
                    <a:pt x="561" y="42"/>
                    <a:pt x="562" y="43"/>
                    <a:pt x="563" y="42"/>
                  </a:cubicBezTo>
                  <a:cubicBezTo>
                    <a:pt x="561" y="42"/>
                    <a:pt x="560" y="43"/>
                    <a:pt x="558" y="42"/>
                  </a:cubicBezTo>
                  <a:cubicBezTo>
                    <a:pt x="558" y="42"/>
                    <a:pt x="558" y="42"/>
                    <a:pt x="558" y="42"/>
                  </a:cubicBezTo>
                  <a:cubicBezTo>
                    <a:pt x="559" y="42"/>
                    <a:pt x="559" y="42"/>
                    <a:pt x="560" y="41"/>
                  </a:cubicBezTo>
                  <a:cubicBezTo>
                    <a:pt x="559" y="41"/>
                    <a:pt x="559" y="41"/>
                    <a:pt x="559" y="41"/>
                  </a:cubicBezTo>
                  <a:cubicBezTo>
                    <a:pt x="559" y="41"/>
                    <a:pt x="557" y="40"/>
                    <a:pt x="558" y="40"/>
                  </a:cubicBezTo>
                  <a:cubicBezTo>
                    <a:pt x="558" y="40"/>
                    <a:pt x="559" y="39"/>
                    <a:pt x="559" y="39"/>
                  </a:cubicBezTo>
                  <a:cubicBezTo>
                    <a:pt x="559" y="39"/>
                    <a:pt x="560" y="39"/>
                    <a:pt x="560" y="38"/>
                  </a:cubicBezTo>
                  <a:cubicBezTo>
                    <a:pt x="560" y="38"/>
                    <a:pt x="560" y="39"/>
                    <a:pt x="560" y="39"/>
                  </a:cubicBezTo>
                  <a:cubicBezTo>
                    <a:pt x="561" y="39"/>
                    <a:pt x="562" y="39"/>
                    <a:pt x="562" y="38"/>
                  </a:cubicBezTo>
                  <a:cubicBezTo>
                    <a:pt x="564" y="38"/>
                    <a:pt x="566" y="38"/>
                    <a:pt x="568" y="38"/>
                  </a:cubicBezTo>
                  <a:cubicBezTo>
                    <a:pt x="569" y="38"/>
                    <a:pt x="570" y="38"/>
                    <a:pt x="571" y="39"/>
                  </a:cubicBezTo>
                  <a:cubicBezTo>
                    <a:pt x="571" y="39"/>
                    <a:pt x="571" y="39"/>
                    <a:pt x="572" y="40"/>
                  </a:cubicBezTo>
                  <a:cubicBezTo>
                    <a:pt x="572" y="40"/>
                    <a:pt x="572" y="41"/>
                    <a:pt x="571" y="41"/>
                  </a:cubicBezTo>
                  <a:cubicBezTo>
                    <a:pt x="571" y="41"/>
                    <a:pt x="571" y="41"/>
                    <a:pt x="571" y="42"/>
                  </a:cubicBezTo>
                  <a:cubicBezTo>
                    <a:pt x="571" y="42"/>
                    <a:pt x="571" y="42"/>
                    <a:pt x="570" y="42"/>
                  </a:cubicBezTo>
                  <a:cubicBezTo>
                    <a:pt x="571" y="42"/>
                    <a:pt x="572" y="42"/>
                    <a:pt x="573" y="42"/>
                  </a:cubicBezTo>
                  <a:cubicBezTo>
                    <a:pt x="573" y="42"/>
                    <a:pt x="572" y="42"/>
                    <a:pt x="572" y="42"/>
                  </a:cubicBezTo>
                  <a:cubicBezTo>
                    <a:pt x="573" y="43"/>
                    <a:pt x="574" y="42"/>
                    <a:pt x="575" y="42"/>
                  </a:cubicBezTo>
                  <a:cubicBezTo>
                    <a:pt x="576" y="43"/>
                    <a:pt x="577" y="43"/>
                    <a:pt x="577" y="43"/>
                  </a:cubicBezTo>
                  <a:cubicBezTo>
                    <a:pt x="578" y="43"/>
                    <a:pt x="577" y="42"/>
                    <a:pt x="578" y="42"/>
                  </a:cubicBezTo>
                  <a:cubicBezTo>
                    <a:pt x="578" y="42"/>
                    <a:pt x="579" y="42"/>
                    <a:pt x="579" y="42"/>
                  </a:cubicBezTo>
                  <a:cubicBezTo>
                    <a:pt x="580" y="42"/>
                    <a:pt x="581" y="42"/>
                    <a:pt x="582" y="42"/>
                  </a:cubicBezTo>
                  <a:cubicBezTo>
                    <a:pt x="583" y="42"/>
                    <a:pt x="584" y="43"/>
                    <a:pt x="585" y="42"/>
                  </a:cubicBezTo>
                  <a:cubicBezTo>
                    <a:pt x="584" y="42"/>
                    <a:pt x="584" y="42"/>
                    <a:pt x="583" y="42"/>
                  </a:cubicBezTo>
                  <a:cubicBezTo>
                    <a:pt x="583" y="42"/>
                    <a:pt x="584" y="42"/>
                    <a:pt x="584" y="42"/>
                  </a:cubicBezTo>
                  <a:cubicBezTo>
                    <a:pt x="586" y="41"/>
                    <a:pt x="587" y="41"/>
                    <a:pt x="589" y="40"/>
                  </a:cubicBezTo>
                  <a:cubicBezTo>
                    <a:pt x="591" y="40"/>
                    <a:pt x="592" y="39"/>
                    <a:pt x="594" y="39"/>
                  </a:cubicBezTo>
                  <a:cubicBezTo>
                    <a:pt x="595" y="38"/>
                    <a:pt x="596" y="38"/>
                    <a:pt x="596" y="37"/>
                  </a:cubicBezTo>
                  <a:cubicBezTo>
                    <a:pt x="597" y="37"/>
                    <a:pt x="598" y="37"/>
                    <a:pt x="598" y="37"/>
                  </a:cubicBezTo>
                  <a:cubicBezTo>
                    <a:pt x="597" y="37"/>
                    <a:pt x="596" y="37"/>
                    <a:pt x="595" y="37"/>
                  </a:cubicBezTo>
                  <a:cubicBezTo>
                    <a:pt x="595" y="37"/>
                    <a:pt x="595" y="38"/>
                    <a:pt x="594" y="38"/>
                  </a:cubicBezTo>
                  <a:cubicBezTo>
                    <a:pt x="594" y="38"/>
                    <a:pt x="593" y="38"/>
                    <a:pt x="592" y="39"/>
                  </a:cubicBezTo>
                  <a:cubicBezTo>
                    <a:pt x="591" y="39"/>
                    <a:pt x="589" y="40"/>
                    <a:pt x="587" y="40"/>
                  </a:cubicBezTo>
                  <a:cubicBezTo>
                    <a:pt x="587" y="41"/>
                    <a:pt x="586" y="41"/>
                    <a:pt x="585" y="41"/>
                  </a:cubicBezTo>
                  <a:cubicBezTo>
                    <a:pt x="584" y="41"/>
                    <a:pt x="584" y="41"/>
                    <a:pt x="584" y="41"/>
                  </a:cubicBezTo>
                  <a:cubicBezTo>
                    <a:pt x="584" y="41"/>
                    <a:pt x="583" y="42"/>
                    <a:pt x="583" y="41"/>
                  </a:cubicBezTo>
                  <a:cubicBezTo>
                    <a:pt x="582" y="41"/>
                    <a:pt x="580" y="41"/>
                    <a:pt x="579" y="41"/>
                  </a:cubicBezTo>
                  <a:cubicBezTo>
                    <a:pt x="579" y="41"/>
                    <a:pt x="577" y="41"/>
                    <a:pt x="578" y="41"/>
                  </a:cubicBezTo>
                  <a:cubicBezTo>
                    <a:pt x="578" y="41"/>
                    <a:pt x="579" y="40"/>
                    <a:pt x="580" y="40"/>
                  </a:cubicBezTo>
                  <a:cubicBezTo>
                    <a:pt x="580" y="40"/>
                    <a:pt x="579" y="40"/>
                    <a:pt x="579" y="40"/>
                  </a:cubicBezTo>
                  <a:cubicBezTo>
                    <a:pt x="578" y="40"/>
                    <a:pt x="577" y="40"/>
                    <a:pt x="576" y="40"/>
                  </a:cubicBezTo>
                  <a:cubicBezTo>
                    <a:pt x="576" y="40"/>
                    <a:pt x="577" y="40"/>
                    <a:pt x="576" y="39"/>
                  </a:cubicBezTo>
                  <a:cubicBezTo>
                    <a:pt x="577" y="39"/>
                    <a:pt x="579" y="39"/>
                    <a:pt x="580" y="39"/>
                  </a:cubicBezTo>
                  <a:cubicBezTo>
                    <a:pt x="579" y="39"/>
                    <a:pt x="577" y="39"/>
                    <a:pt x="577" y="39"/>
                  </a:cubicBezTo>
                  <a:cubicBezTo>
                    <a:pt x="577" y="38"/>
                    <a:pt x="580" y="38"/>
                    <a:pt x="581" y="38"/>
                  </a:cubicBezTo>
                  <a:cubicBezTo>
                    <a:pt x="581" y="38"/>
                    <a:pt x="580" y="38"/>
                    <a:pt x="580" y="39"/>
                  </a:cubicBezTo>
                  <a:cubicBezTo>
                    <a:pt x="581" y="39"/>
                    <a:pt x="581" y="38"/>
                    <a:pt x="582" y="38"/>
                  </a:cubicBezTo>
                  <a:cubicBezTo>
                    <a:pt x="583" y="38"/>
                    <a:pt x="583" y="38"/>
                    <a:pt x="584" y="38"/>
                  </a:cubicBezTo>
                  <a:cubicBezTo>
                    <a:pt x="583" y="38"/>
                    <a:pt x="582" y="38"/>
                    <a:pt x="581" y="38"/>
                  </a:cubicBezTo>
                  <a:cubicBezTo>
                    <a:pt x="580" y="38"/>
                    <a:pt x="580" y="38"/>
                    <a:pt x="579" y="38"/>
                  </a:cubicBezTo>
                  <a:cubicBezTo>
                    <a:pt x="578" y="38"/>
                    <a:pt x="577" y="38"/>
                    <a:pt x="577" y="38"/>
                  </a:cubicBezTo>
                  <a:cubicBezTo>
                    <a:pt x="577" y="38"/>
                    <a:pt x="577" y="38"/>
                    <a:pt x="577" y="38"/>
                  </a:cubicBezTo>
                  <a:cubicBezTo>
                    <a:pt x="577" y="38"/>
                    <a:pt x="576" y="38"/>
                    <a:pt x="576" y="38"/>
                  </a:cubicBezTo>
                  <a:cubicBezTo>
                    <a:pt x="576" y="37"/>
                    <a:pt x="581" y="37"/>
                    <a:pt x="581" y="37"/>
                  </a:cubicBezTo>
                  <a:cubicBezTo>
                    <a:pt x="582" y="37"/>
                    <a:pt x="583" y="37"/>
                    <a:pt x="584" y="37"/>
                  </a:cubicBezTo>
                  <a:cubicBezTo>
                    <a:pt x="584" y="37"/>
                    <a:pt x="585" y="37"/>
                    <a:pt x="586" y="37"/>
                  </a:cubicBezTo>
                  <a:cubicBezTo>
                    <a:pt x="585" y="36"/>
                    <a:pt x="583" y="38"/>
                    <a:pt x="581" y="36"/>
                  </a:cubicBezTo>
                  <a:cubicBezTo>
                    <a:pt x="582" y="36"/>
                    <a:pt x="582" y="36"/>
                    <a:pt x="582" y="36"/>
                  </a:cubicBezTo>
                  <a:cubicBezTo>
                    <a:pt x="583" y="36"/>
                    <a:pt x="582" y="36"/>
                    <a:pt x="583" y="36"/>
                  </a:cubicBezTo>
                  <a:cubicBezTo>
                    <a:pt x="583" y="36"/>
                    <a:pt x="584" y="36"/>
                    <a:pt x="584" y="36"/>
                  </a:cubicBezTo>
                  <a:cubicBezTo>
                    <a:pt x="586" y="36"/>
                    <a:pt x="587" y="36"/>
                    <a:pt x="589" y="36"/>
                  </a:cubicBezTo>
                  <a:cubicBezTo>
                    <a:pt x="588" y="36"/>
                    <a:pt x="586" y="35"/>
                    <a:pt x="585" y="36"/>
                  </a:cubicBezTo>
                  <a:cubicBezTo>
                    <a:pt x="585" y="36"/>
                    <a:pt x="583" y="36"/>
                    <a:pt x="583" y="36"/>
                  </a:cubicBezTo>
                  <a:cubicBezTo>
                    <a:pt x="584" y="35"/>
                    <a:pt x="585" y="35"/>
                    <a:pt x="585" y="35"/>
                  </a:cubicBezTo>
                  <a:cubicBezTo>
                    <a:pt x="586" y="35"/>
                    <a:pt x="587" y="35"/>
                    <a:pt x="587" y="34"/>
                  </a:cubicBezTo>
                  <a:cubicBezTo>
                    <a:pt x="587" y="34"/>
                    <a:pt x="585" y="35"/>
                    <a:pt x="586" y="34"/>
                  </a:cubicBezTo>
                  <a:cubicBezTo>
                    <a:pt x="587" y="33"/>
                    <a:pt x="588" y="33"/>
                    <a:pt x="589" y="33"/>
                  </a:cubicBezTo>
                  <a:cubicBezTo>
                    <a:pt x="587" y="32"/>
                    <a:pt x="586" y="34"/>
                    <a:pt x="584" y="35"/>
                  </a:cubicBezTo>
                  <a:cubicBezTo>
                    <a:pt x="582" y="35"/>
                    <a:pt x="581" y="36"/>
                    <a:pt x="579" y="36"/>
                  </a:cubicBezTo>
                  <a:cubicBezTo>
                    <a:pt x="579" y="36"/>
                    <a:pt x="578" y="36"/>
                    <a:pt x="578" y="36"/>
                  </a:cubicBezTo>
                  <a:cubicBezTo>
                    <a:pt x="577" y="36"/>
                    <a:pt x="576" y="37"/>
                    <a:pt x="576" y="37"/>
                  </a:cubicBezTo>
                  <a:cubicBezTo>
                    <a:pt x="576" y="37"/>
                    <a:pt x="573" y="37"/>
                    <a:pt x="574" y="36"/>
                  </a:cubicBezTo>
                  <a:cubicBezTo>
                    <a:pt x="576" y="35"/>
                    <a:pt x="578" y="36"/>
                    <a:pt x="579" y="34"/>
                  </a:cubicBezTo>
                  <a:cubicBezTo>
                    <a:pt x="579" y="34"/>
                    <a:pt x="578" y="35"/>
                    <a:pt x="577" y="35"/>
                  </a:cubicBezTo>
                  <a:cubicBezTo>
                    <a:pt x="576" y="35"/>
                    <a:pt x="576" y="36"/>
                    <a:pt x="575" y="36"/>
                  </a:cubicBezTo>
                  <a:cubicBezTo>
                    <a:pt x="575" y="36"/>
                    <a:pt x="574" y="35"/>
                    <a:pt x="574" y="36"/>
                  </a:cubicBezTo>
                  <a:cubicBezTo>
                    <a:pt x="571" y="36"/>
                    <a:pt x="569" y="37"/>
                    <a:pt x="567" y="36"/>
                  </a:cubicBezTo>
                  <a:cubicBezTo>
                    <a:pt x="568" y="36"/>
                    <a:pt x="569" y="36"/>
                    <a:pt x="570" y="36"/>
                  </a:cubicBezTo>
                  <a:cubicBezTo>
                    <a:pt x="570" y="36"/>
                    <a:pt x="568" y="36"/>
                    <a:pt x="568" y="35"/>
                  </a:cubicBezTo>
                  <a:cubicBezTo>
                    <a:pt x="568" y="35"/>
                    <a:pt x="569" y="34"/>
                    <a:pt x="569" y="34"/>
                  </a:cubicBezTo>
                  <a:cubicBezTo>
                    <a:pt x="570" y="34"/>
                    <a:pt x="570" y="34"/>
                    <a:pt x="571" y="33"/>
                  </a:cubicBezTo>
                  <a:cubicBezTo>
                    <a:pt x="572" y="33"/>
                    <a:pt x="573" y="33"/>
                    <a:pt x="574" y="33"/>
                  </a:cubicBezTo>
                  <a:cubicBezTo>
                    <a:pt x="574" y="33"/>
                    <a:pt x="575" y="33"/>
                    <a:pt x="575" y="33"/>
                  </a:cubicBezTo>
                  <a:cubicBezTo>
                    <a:pt x="575" y="33"/>
                    <a:pt x="574" y="33"/>
                    <a:pt x="574" y="33"/>
                  </a:cubicBezTo>
                  <a:cubicBezTo>
                    <a:pt x="574" y="32"/>
                    <a:pt x="575" y="32"/>
                    <a:pt x="576" y="32"/>
                  </a:cubicBezTo>
                  <a:cubicBezTo>
                    <a:pt x="577" y="31"/>
                    <a:pt x="578" y="31"/>
                    <a:pt x="579" y="31"/>
                  </a:cubicBezTo>
                  <a:cubicBezTo>
                    <a:pt x="581" y="31"/>
                    <a:pt x="583" y="31"/>
                    <a:pt x="585" y="31"/>
                  </a:cubicBezTo>
                  <a:cubicBezTo>
                    <a:pt x="586" y="30"/>
                    <a:pt x="588" y="30"/>
                    <a:pt x="590" y="30"/>
                  </a:cubicBezTo>
                  <a:cubicBezTo>
                    <a:pt x="592" y="30"/>
                    <a:pt x="593" y="30"/>
                    <a:pt x="595" y="30"/>
                  </a:cubicBezTo>
                  <a:cubicBezTo>
                    <a:pt x="597" y="31"/>
                    <a:pt x="598" y="31"/>
                    <a:pt x="600" y="32"/>
                  </a:cubicBezTo>
                  <a:cubicBezTo>
                    <a:pt x="600" y="32"/>
                    <a:pt x="601" y="32"/>
                    <a:pt x="601" y="32"/>
                  </a:cubicBezTo>
                  <a:cubicBezTo>
                    <a:pt x="602" y="32"/>
                    <a:pt x="601" y="32"/>
                    <a:pt x="602" y="32"/>
                  </a:cubicBezTo>
                  <a:cubicBezTo>
                    <a:pt x="602" y="33"/>
                    <a:pt x="603" y="33"/>
                    <a:pt x="604" y="33"/>
                  </a:cubicBezTo>
                  <a:cubicBezTo>
                    <a:pt x="604" y="32"/>
                    <a:pt x="602" y="32"/>
                    <a:pt x="603" y="32"/>
                  </a:cubicBezTo>
                  <a:cubicBezTo>
                    <a:pt x="604" y="32"/>
                    <a:pt x="605" y="32"/>
                    <a:pt x="605" y="31"/>
                  </a:cubicBezTo>
                  <a:cubicBezTo>
                    <a:pt x="604" y="31"/>
                    <a:pt x="603" y="32"/>
                    <a:pt x="602" y="31"/>
                  </a:cubicBezTo>
                  <a:cubicBezTo>
                    <a:pt x="601" y="31"/>
                    <a:pt x="601" y="31"/>
                    <a:pt x="600" y="31"/>
                  </a:cubicBezTo>
                  <a:cubicBezTo>
                    <a:pt x="600" y="31"/>
                    <a:pt x="600" y="31"/>
                    <a:pt x="600" y="31"/>
                  </a:cubicBezTo>
                  <a:cubicBezTo>
                    <a:pt x="602" y="30"/>
                    <a:pt x="603" y="31"/>
                    <a:pt x="605" y="31"/>
                  </a:cubicBezTo>
                  <a:cubicBezTo>
                    <a:pt x="606" y="31"/>
                    <a:pt x="608" y="30"/>
                    <a:pt x="609" y="30"/>
                  </a:cubicBezTo>
                  <a:cubicBezTo>
                    <a:pt x="609" y="30"/>
                    <a:pt x="609" y="30"/>
                    <a:pt x="609" y="31"/>
                  </a:cubicBezTo>
                  <a:cubicBezTo>
                    <a:pt x="609" y="31"/>
                    <a:pt x="611" y="30"/>
                    <a:pt x="610" y="30"/>
                  </a:cubicBezTo>
                  <a:cubicBezTo>
                    <a:pt x="611" y="29"/>
                    <a:pt x="612" y="29"/>
                    <a:pt x="613" y="29"/>
                  </a:cubicBezTo>
                  <a:cubicBezTo>
                    <a:pt x="612" y="29"/>
                    <a:pt x="610" y="29"/>
                    <a:pt x="609" y="29"/>
                  </a:cubicBezTo>
                  <a:cubicBezTo>
                    <a:pt x="608" y="30"/>
                    <a:pt x="607" y="30"/>
                    <a:pt x="605" y="30"/>
                  </a:cubicBezTo>
                  <a:cubicBezTo>
                    <a:pt x="603" y="30"/>
                    <a:pt x="602" y="30"/>
                    <a:pt x="601" y="30"/>
                  </a:cubicBezTo>
                  <a:cubicBezTo>
                    <a:pt x="599" y="30"/>
                    <a:pt x="598" y="30"/>
                    <a:pt x="597" y="30"/>
                  </a:cubicBezTo>
                  <a:cubicBezTo>
                    <a:pt x="596" y="30"/>
                    <a:pt x="593" y="30"/>
                    <a:pt x="593" y="29"/>
                  </a:cubicBezTo>
                  <a:cubicBezTo>
                    <a:pt x="592" y="29"/>
                    <a:pt x="594" y="28"/>
                    <a:pt x="594" y="28"/>
                  </a:cubicBezTo>
                  <a:cubicBezTo>
                    <a:pt x="595" y="28"/>
                    <a:pt x="597" y="28"/>
                    <a:pt x="598" y="29"/>
                  </a:cubicBezTo>
                  <a:cubicBezTo>
                    <a:pt x="597" y="29"/>
                    <a:pt x="598" y="29"/>
                    <a:pt x="599" y="29"/>
                  </a:cubicBezTo>
                  <a:cubicBezTo>
                    <a:pt x="599" y="29"/>
                    <a:pt x="601" y="29"/>
                    <a:pt x="601" y="29"/>
                  </a:cubicBezTo>
                  <a:cubicBezTo>
                    <a:pt x="601" y="29"/>
                    <a:pt x="601" y="29"/>
                    <a:pt x="600" y="29"/>
                  </a:cubicBezTo>
                  <a:cubicBezTo>
                    <a:pt x="600" y="29"/>
                    <a:pt x="600" y="29"/>
                    <a:pt x="599" y="29"/>
                  </a:cubicBezTo>
                  <a:cubicBezTo>
                    <a:pt x="599" y="28"/>
                    <a:pt x="598" y="28"/>
                    <a:pt x="598" y="28"/>
                  </a:cubicBezTo>
                  <a:cubicBezTo>
                    <a:pt x="598" y="28"/>
                    <a:pt x="598" y="28"/>
                    <a:pt x="598" y="28"/>
                  </a:cubicBezTo>
                  <a:cubicBezTo>
                    <a:pt x="598" y="28"/>
                    <a:pt x="598" y="28"/>
                    <a:pt x="598" y="28"/>
                  </a:cubicBezTo>
                  <a:cubicBezTo>
                    <a:pt x="599" y="28"/>
                    <a:pt x="599" y="28"/>
                    <a:pt x="599" y="28"/>
                  </a:cubicBezTo>
                  <a:cubicBezTo>
                    <a:pt x="598" y="27"/>
                    <a:pt x="598" y="28"/>
                    <a:pt x="597" y="28"/>
                  </a:cubicBezTo>
                  <a:cubicBezTo>
                    <a:pt x="597" y="28"/>
                    <a:pt x="597" y="27"/>
                    <a:pt x="597" y="27"/>
                  </a:cubicBezTo>
                  <a:cubicBezTo>
                    <a:pt x="598" y="27"/>
                    <a:pt x="598" y="26"/>
                    <a:pt x="597" y="26"/>
                  </a:cubicBezTo>
                  <a:cubicBezTo>
                    <a:pt x="597" y="26"/>
                    <a:pt x="597" y="26"/>
                    <a:pt x="596" y="26"/>
                  </a:cubicBezTo>
                  <a:cubicBezTo>
                    <a:pt x="596" y="25"/>
                    <a:pt x="596" y="25"/>
                    <a:pt x="596" y="25"/>
                  </a:cubicBezTo>
                  <a:cubicBezTo>
                    <a:pt x="596" y="24"/>
                    <a:pt x="592" y="24"/>
                    <a:pt x="591" y="24"/>
                  </a:cubicBezTo>
                  <a:cubicBezTo>
                    <a:pt x="591" y="24"/>
                    <a:pt x="590" y="24"/>
                    <a:pt x="589" y="24"/>
                  </a:cubicBezTo>
                  <a:cubicBezTo>
                    <a:pt x="589" y="23"/>
                    <a:pt x="590" y="23"/>
                    <a:pt x="590" y="23"/>
                  </a:cubicBezTo>
                  <a:cubicBezTo>
                    <a:pt x="590" y="22"/>
                    <a:pt x="592" y="22"/>
                    <a:pt x="593" y="22"/>
                  </a:cubicBezTo>
                  <a:cubicBezTo>
                    <a:pt x="593" y="22"/>
                    <a:pt x="594" y="22"/>
                    <a:pt x="594" y="22"/>
                  </a:cubicBezTo>
                  <a:cubicBezTo>
                    <a:pt x="595" y="22"/>
                    <a:pt x="596" y="22"/>
                    <a:pt x="596" y="22"/>
                  </a:cubicBezTo>
                  <a:cubicBezTo>
                    <a:pt x="597" y="22"/>
                    <a:pt x="597" y="23"/>
                    <a:pt x="598" y="22"/>
                  </a:cubicBezTo>
                  <a:cubicBezTo>
                    <a:pt x="597" y="22"/>
                    <a:pt x="595" y="22"/>
                    <a:pt x="594" y="22"/>
                  </a:cubicBezTo>
                  <a:cubicBezTo>
                    <a:pt x="593" y="22"/>
                    <a:pt x="591" y="22"/>
                    <a:pt x="592" y="21"/>
                  </a:cubicBezTo>
                  <a:cubicBezTo>
                    <a:pt x="592" y="20"/>
                    <a:pt x="594" y="20"/>
                    <a:pt x="594" y="19"/>
                  </a:cubicBezTo>
                  <a:cubicBezTo>
                    <a:pt x="596" y="19"/>
                    <a:pt x="598" y="19"/>
                    <a:pt x="599" y="19"/>
                  </a:cubicBezTo>
                  <a:cubicBezTo>
                    <a:pt x="601" y="20"/>
                    <a:pt x="603" y="20"/>
                    <a:pt x="605" y="20"/>
                  </a:cubicBezTo>
                  <a:cubicBezTo>
                    <a:pt x="606" y="20"/>
                    <a:pt x="607" y="20"/>
                    <a:pt x="607" y="20"/>
                  </a:cubicBezTo>
                  <a:cubicBezTo>
                    <a:pt x="609" y="20"/>
                    <a:pt x="610" y="20"/>
                    <a:pt x="611" y="20"/>
                  </a:cubicBezTo>
                  <a:cubicBezTo>
                    <a:pt x="612" y="21"/>
                    <a:pt x="612" y="21"/>
                    <a:pt x="613" y="21"/>
                  </a:cubicBezTo>
                  <a:cubicBezTo>
                    <a:pt x="614" y="22"/>
                    <a:pt x="615" y="22"/>
                    <a:pt x="616" y="22"/>
                  </a:cubicBezTo>
                  <a:cubicBezTo>
                    <a:pt x="616" y="23"/>
                    <a:pt x="616" y="23"/>
                    <a:pt x="616" y="23"/>
                  </a:cubicBezTo>
                  <a:cubicBezTo>
                    <a:pt x="616" y="24"/>
                    <a:pt x="617" y="24"/>
                    <a:pt x="618" y="24"/>
                  </a:cubicBezTo>
                  <a:cubicBezTo>
                    <a:pt x="617" y="24"/>
                    <a:pt x="617" y="24"/>
                    <a:pt x="617" y="25"/>
                  </a:cubicBezTo>
                  <a:cubicBezTo>
                    <a:pt x="617" y="25"/>
                    <a:pt x="616" y="24"/>
                    <a:pt x="616" y="25"/>
                  </a:cubicBezTo>
                  <a:cubicBezTo>
                    <a:pt x="616" y="25"/>
                    <a:pt x="618" y="25"/>
                    <a:pt x="618" y="24"/>
                  </a:cubicBezTo>
                  <a:cubicBezTo>
                    <a:pt x="620" y="24"/>
                    <a:pt x="621" y="25"/>
                    <a:pt x="623" y="25"/>
                  </a:cubicBezTo>
                  <a:cubicBezTo>
                    <a:pt x="624" y="25"/>
                    <a:pt x="624" y="25"/>
                    <a:pt x="625" y="24"/>
                  </a:cubicBezTo>
                  <a:cubicBezTo>
                    <a:pt x="627" y="24"/>
                    <a:pt x="628" y="24"/>
                    <a:pt x="629" y="24"/>
                  </a:cubicBezTo>
                  <a:cubicBezTo>
                    <a:pt x="627" y="24"/>
                    <a:pt x="625" y="24"/>
                    <a:pt x="623" y="24"/>
                  </a:cubicBezTo>
                  <a:cubicBezTo>
                    <a:pt x="623" y="24"/>
                    <a:pt x="622" y="24"/>
                    <a:pt x="621" y="24"/>
                  </a:cubicBezTo>
                  <a:cubicBezTo>
                    <a:pt x="620" y="24"/>
                    <a:pt x="620" y="24"/>
                    <a:pt x="619" y="24"/>
                  </a:cubicBezTo>
                  <a:cubicBezTo>
                    <a:pt x="619" y="24"/>
                    <a:pt x="619" y="24"/>
                    <a:pt x="619" y="24"/>
                  </a:cubicBezTo>
                  <a:cubicBezTo>
                    <a:pt x="619" y="24"/>
                    <a:pt x="619" y="23"/>
                    <a:pt x="619" y="23"/>
                  </a:cubicBezTo>
                  <a:cubicBezTo>
                    <a:pt x="619" y="23"/>
                    <a:pt x="619" y="23"/>
                    <a:pt x="619" y="23"/>
                  </a:cubicBezTo>
                  <a:cubicBezTo>
                    <a:pt x="620" y="23"/>
                    <a:pt x="619" y="23"/>
                    <a:pt x="620" y="22"/>
                  </a:cubicBezTo>
                  <a:cubicBezTo>
                    <a:pt x="620" y="22"/>
                    <a:pt x="621" y="22"/>
                    <a:pt x="622" y="22"/>
                  </a:cubicBezTo>
                  <a:cubicBezTo>
                    <a:pt x="620" y="22"/>
                    <a:pt x="619" y="22"/>
                    <a:pt x="617" y="21"/>
                  </a:cubicBezTo>
                  <a:cubicBezTo>
                    <a:pt x="617" y="21"/>
                    <a:pt x="616" y="21"/>
                    <a:pt x="616" y="20"/>
                  </a:cubicBezTo>
                  <a:cubicBezTo>
                    <a:pt x="615" y="20"/>
                    <a:pt x="615" y="20"/>
                    <a:pt x="615" y="20"/>
                  </a:cubicBezTo>
                  <a:cubicBezTo>
                    <a:pt x="615" y="19"/>
                    <a:pt x="615" y="20"/>
                    <a:pt x="614" y="19"/>
                  </a:cubicBezTo>
                  <a:cubicBezTo>
                    <a:pt x="615" y="19"/>
                    <a:pt x="617" y="19"/>
                    <a:pt x="618" y="19"/>
                  </a:cubicBezTo>
                  <a:cubicBezTo>
                    <a:pt x="620" y="19"/>
                    <a:pt x="621" y="19"/>
                    <a:pt x="623" y="19"/>
                  </a:cubicBezTo>
                  <a:cubicBezTo>
                    <a:pt x="626" y="19"/>
                    <a:pt x="629" y="18"/>
                    <a:pt x="632" y="18"/>
                  </a:cubicBezTo>
                  <a:cubicBezTo>
                    <a:pt x="633" y="18"/>
                    <a:pt x="633" y="18"/>
                    <a:pt x="633" y="18"/>
                  </a:cubicBezTo>
                  <a:cubicBezTo>
                    <a:pt x="634" y="18"/>
                    <a:pt x="635" y="18"/>
                    <a:pt x="635" y="18"/>
                  </a:cubicBezTo>
                  <a:cubicBezTo>
                    <a:pt x="637" y="18"/>
                    <a:pt x="638" y="18"/>
                    <a:pt x="640" y="18"/>
                  </a:cubicBezTo>
                  <a:cubicBezTo>
                    <a:pt x="642" y="18"/>
                    <a:pt x="643" y="18"/>
                    <a:pt x="645" y="17"/>
                  </a:cubicBezTo>
                  <a:cubicBezTo>
                    <a:pt x="646" y="17"/>
                    <a:pt x="647" y="18"/>
                    <a:pt x="648" y="17"/>
                  </a:cubicBezTo>
                  <a:cubicBezTo>
                    <a:pt x="646" y="17"/>
                    <a:pt x="644" y="17"/>
                    <a:pt x="642" y="17"/>
                  </a:cubicBezTo>
                  <a:cubicBezTo>
                    <a:pt x="640" y="17"/>
                    <a:pt x="638" y="18"/>
                    <a:pt x="637" y="17"/>
                  </a:cubicBezTo>
                  <a:cubicBezTo>
                    <a:pt x="638" y="17"/>
                    <a:pt x="640" y="17"/>
                    <a:pt x="642" y="16"/>
                  </a:cubicBezTo>
                  <a:cubicBezTo>
                    <a:pt x="644" y="16"/>
                    <a:pt x="646" y="16"/>
                    <a:pt x="648" y="16"/>
                  </a:cubicBezTo>
                  <a:cubicBezTo>
                    <a:pt x="650" y="16"/>
                    <a:pt x="652" y="16"/>
                    <a:pt x="654" y="16"/>
                  </a:cubicBezTo>
                  <a:cubicBezTo>
                    <a:pt x="655" y="16"/>
                    <a:pt x="656" y="15"/>
                    <a:pt x="657" y="15"/>
                  </a:cubicBezTo>
                  <a:cubicBezTo>
                    <a:pt x="658" y="16"/>
                    <a:pt x="659" y="16"/>
                    <a:pt x="660" y="15"/>
                  </a:cubicBezTo>
                  <a:cubicBezTo>
                    <a:pt x="659" y="15"/>
                    <a:pt x="657" y="15"/>
                    <a:pt x="656" y="15"/>
                  </a:cubicBezTo>
                  <a:cubicBezTo>
                    <a:pt x="655" y="15"/>
                    <a:pt x="654" y="15"/>
                    <a:pt x="652" y="15"/>
                  </a:cubicBezTo>
                  <a:cubicBezTo>
                    <a:pt x="651" y="15"/>
                    <a:pt x="649" y="15"/>
                    <a:pt x="648" y="15"/>
                  </a:cubicBezTo>
                  <a:cubicBezTo>
                    <a:pt x="648" y="15"/>
                    <a:pt x="645" y="15"/>
                    <a:pt x="645" y="15"/>
                  </a:cubicBezTo>
                  <a:cubicBezTo>
                    <a:pt x="645" y="15"/>
                    <a:pt x="645" y="15"/>
                    <a:pt x="645" y="15"/>
                  </a:cubicBezTo>
                  <a:cubicBezTo>
                    <a:pt x="646" y="15"/>
                    <a:pt x="646" y="15"/>
                    <a:pt x="646" y="14"/>
                  </a:cubicBezTo>
                  <a:cubicBezTo>
                    <a:pt x="646" y="14"/>
                    <a:pt x="647" y="14"/>
                    <a:pt x="647" y="14"/>
                  </a:cubicBezTo>
                  <a:cubicBezTo>
                    <a:pt x="648" y="14"/>
                    <a:pt x="649" y="14"/>
                    <a:pt x="649" y="14"/>
                  </a:cubicBezTo>
                  <a:cubicBezTo>
                    <a:pt x="649" y="14"/>
                    <a:pt x="651" y="13"/>
                    <a:pt x="650" y="13"/>
                  </a:cubicBezTo>
                  <a:cubicBezTo>
                    <a:pt x="651" y="13"/>
                    <a:pt x="651" y="13"/>
                    <a:pt x="652" y="13"/>
                  </a:cubicBezTo>
                  <a:cubicBezTo>
                    <a:pt x="653" y="13"/>
                    <a:pt x="653" y="13"/>
                    <a:pt x="654" y="12"/>
                  </a:cubicBezTo>
                  <a:cubicBezTo>
                    <a:pt x="654" y="12"/>
                    <a:pt x="653" y="12"/>
                    <a:pt x="653" y="12"/>
                  </a:cubicBezTo>
                  <a:cubicBezTo>
                    <a:pt x="656" y="12"/>
                    <a:pt x="659" y="12"/>
                    <a:pt x="661" y="11"/>
                  </a:cubicBezTo>
                  <a:cubicBezTo>
                    <a:pt x="660" y="11"/>
                    <a:pt x="659" y="11"/>
                    <a:pt x="658" y="12"/>
                  </a:cubicBezTo>
                  <a:cubicBezTo>
                    <a:pt x="656" y="12"/>
                    <a:pt x="655" y="12"/>
                    <a:pt x="654" y="12"/>
                  </a:cubicBezTo>
                  <a:cubicBezTo>
                    <a:pt x="654" y="12"/>
                    <a:pt x="654" y="12"/>
                    <a:pt x="655" y="12"/>
                  </a:cubicBezTo>
                  <a:cubicBezTo>
                    <a:pt x="653" y="12"/>
                    <a:pt x="652" y="13"/>
                    <a:pt x="651" y="13"/>
                  </a:cubicBezTo>
                  <a:cubicBezTo>
                    <a:pt x="651" y="13"/>
                    <a:pt x="648" y="13"/>
                    <a:pt x="648" y="13"/>
                  </a:cubicBezTo>
                  <a:cubicBezTo>
                    <a:pt x="648" y="14"/>
                    <a:pt x="647" y="14"/>
                    <a:pt x="646" y="13"/>
                  </a:cubicBezTo>
                  <a:cubicBezTo>
                    <a:pt x="646" y="13"/>
                    <a:pt x="645" y="13"/>
                    <a:pt x="644" y="13"/>
                  </a:cubicBezTo>
                  <a:cubicBezTo>
                    <a:pt x="645" y="13"/>
                    <a:pt x="645" y="13"/>
                    <a:pt x="646" y="14"/>
                  </a:cubicBezTo>
                  <a:cubicBezTo>
                    <a:pt x="645" y="14"/>
                    <a:pt x="644" y="14"/>
                    <a:pt x="644" y="14"/>
                  </a:cubicBezTo>
                  <a:cubicBezTo>
                    <a:pt x="644" y="14"/>
                    <a:pt x="644" y="14"/>
                    <a:pt x="644" y="14"/>
                  </a:cubicBezTo>
                  <a:cubicBezTo>
                    <a:pt x="644" y="15"/>
                    <a:pt x="643" y="15"/>
                    <a:pt x="642" y="15"/>
                  </a:cubicBezTo>
                  <a:cubicBezTo>
                    <a:pt x="641" y="16"/>
                    <a:pt x="640" y="16"/>
                    <a:pt x="639" y="16"/>
                  </a:cubicBezTo>
                  <a:cubicBezTo>
                    <a:pt x="636" y="16"/>
                    <a:pt x="634" y="16"/>
                    <a:pt x="631" y="17"/>
                  </a:cubicBezTo>
                  <a:cubicBezTo>
                    <a:pt x="629" y="17"/>
                    <a:pt x="626" y="17"/>
                    <a:pt x="624" y="17"/>
                  </a:cubicBezTo>
                  <a:cubicBezTo>
                    <a:pt x="623" y="17"/>
                    <a:pt x="621" y="18"/>
                    <a:pt x="620" y="18"/>
                  </a:cubicBezTo>
                  <a:cubicBezTo>
                    <a:pt x="620" y="18"/>
                    <a:pt x="617" y="18"/>
                    <a:pt x="617" y="18"/>
                  </a:cubicBezTo>
                  <a:cubicBezTo>
                    <a:pt x="617" y="17"/>
                    <a:pt x="620" y="17"/>
                    <a:pt x="621" y="17"/>
                  </a:cubicBezTo>
                  <a:cubicBezTo>
                    <a:pt x="623" y="16"/>
                    <a:pt x="625" y="16"/>
                    <a:pt x="628" y="16"/>
                  </a:cubicBezTo>
                  <a:cubicBezTo>
                    <a:pt x="626" y="15"/>
                    <a:pt x="624" y="16"/>
                    <a:pt x="622" y="16"/>
                  </a:cubicBezTo>
                  <a:cubicBezTo>
                    <a:pt x="621" y="16"/>
                    <a:pt x="620" y="16"/>
                    <a:pt x="619" y="16"/>
                  </a:cubicBezTo>
                  <a:cubicBezTo>
                    <a:pt x="618" y="17"/>
                    <a:pt x="617" y="17"/>
                    <a:pt x="616" y="16"/>
                  </a:cubicBezTo>
                  <a:cubicBezTo>
                    <a:pt x="616" y="16"/>
                    <a:pt x="617" y="16"/>
                    <a:pt x="617" y="16"/>
                  </a:cubicBezTo>
                  <a:cubicBezTo>
                    <a:pt x="618" y="16"/>
                    <a:pt x="619" y="16"/>
                    <a:pt x="620" y="16"/>
                  </a:cubicBezTo>
                  <a:cubicBezTo>
                    <a:pt x="619" y="15"/>
                    <a:pt x="618" y="16"/>
                    <a:pt x="618" y="16"/>
                  </a:cubicBezTo>
                  <a:cubicBezTo>
                    <a:pt x="617" y="16"/>
                    <a:pt x="616" y="16"/>
                    <a:pt x="615" y="16"/>
                  </a:cubicBezTo>
                  <a:cubicBezTo>
                    <a:pt x="615" y="16"/>
                    <a:pt x="614" y="17"/>
                    <a:pt x="613" y="17"/>
                  </a:cubicBezTo>
                  <a:cubicBezTo>
                    <a:pt x="612" y="18"/>
                    <a:pt x="611" y="18"/>
                    <a:pt x="610" y="18"/>
                  </a:cubicBezTo>
                  <a:cubicBezTo>
                    <a:pt x="607" y="18"/>
                    <a:pt x="603" y="18"/>
                    <a:pt x="601" y="18"/>
                  </a:cubicBezTo>
                  <a:cubicBezTo>
                    <a:pt x="601" y="17"/>
                    <a:pt x="602" y="17"/>
                    <a:pt x="603" y="17"/>
                  </a:cubicBezTo>
                  <a:cubicBezTo>
                    <a:pt x="601" y="17"/>
                    <a:pt x="598" y="19"/>
                    <a:pt x="596" y="17"/>
                  </a:cubicBezTo>
                  <a:cubicBezTo>
                    <a:pt x="598" y="16"/>
                    <a:pt x="600" y="16"/>
                    <a:pt x="602" y="15"/>
                  </a:cubicBezTo>
                  <a:cubicBezTo>
                    <a:pt x="605" y="15"/>
                    <a:pt x="608" y="14"/>
                    <a:pt x="610" y="14"/>
                  </a:cubicBezTo>
                  <a:cubicBezTo>
                    <a:pt x="613" y="14"/>
                    <a:pt x="616" y="14"/>
                    <a:pt x="619" y="14"/>
                  </a:cubicBezTo>
                  <a:cubicBezTo>
                    <a:pt x="622" y="13"/>
                    <a:pt x="625" y="14"/>
                    <a:pt x="627" y="13"/>
                  </a:cubicBezTo>
                  <a:cubicBezTo>
                    <a:pt x="624" y="13"/>
                    <a:pt x="622" y="13"/>
                    <a:pt x="619" y="13"/>
                  </a:cubicBezTo>
                  <a:cubicBezTo>
                    <a:pt x="616" y="14"/>
                    <a:pt x="613" y="14"/>
                    <a:pt x="610" y="14"/>
                  </a:cubicBezTo>
                  <a:cubicBezTo>
                    <a:pt x="607" y="14"/>
                    <a:pt x="604" y="14"/>
                    <a:pt x="601" y="15"/>
                  </a:cubicBezTo>
                  <a:cubicBezTo>
                    <a:pt x="600" y="15"/>
                    <a:pt x="598" y="16"/>
                    <a:pt x="597" y="16"/>
                  </a:cubicBezTo>
                  <a:cubicBezTo>
                    <a:pt x="596" y="16"/>
                    <a:pt x="594" y="17"/>
                    <a:pt x="593" y="17"/>
                  </a:cubicBezTo>
                  <a:cubicBezTo>
                    <a:pt x="590" y="17"/>
                    <a:pt x="587" y="16"/>
                    <a:pt x="584" y="16"/>
                  </a:cubicBezTo>
                  <a:cubicBezTo>
                    <a:pt x="584" y="16"/>
                    <a:pt x="582" y="15"/>
                    <a:pt x="584" y="15"/>
                  </a:cubicBezTo>
                  <a:cubicBezTo>
                    <a:pt x="585" y="14"/>
                    <a:pt x="586" y="15"/>
                    <a:pt x="588" y="14"/>
                  </a:cubicBezTo>
                  <a:cubicBezTo>
                    <a:pt x="591" y="14"/>
                    <a:pt x="594" y="15"/>
                    <a:pt x="597" y="14"/>
                  </a:cubicBezTo>
                  <a:cubicBezTo>
                    <a:pt x="600" y="14"/>
                    <a:pt x="603" y="14"/>
                    <a:pt x="606" y="14"/>
                  </a:cubicBezTo>
                  <a:cubicBezTo>
                    <a:pt x="605" y="14"/>
                    <a:pt x="606" y="13"/>
                    <a:pt x="606" y="13"/>
                  </a:cubicBezTo>
                  <a:cubicBezTo>
                    <a:pt x="607" y="13"/>
                    <a:pt x="608" y="13"/>
                    <a:pt x="609" y="13"/>
                  </a:cubicBezTo>
                  <a:cubicBezTo>
                    <a:pt x="610" y="13"/>
                    <a:pt x="611" y="13"/>
                    <a:pt x="611" y="13"/>
                  </a:cubicBezTo>
                  <a:cubicBezTo>
                    <a:pt x="612" y="13"/>
                    <a:pt x="613" y="13"/>
                    <a:pt x="614" y="12"/>
                  </a:cubicBezTo>
                  <a:cubicBezTo>
                    <a:pt x="610" y="12"/>
                    <a:pt x="606" y="13"/>
                    <a:pt x="602" y="14"/>
                  </a:cubicBezTo>
                  <a:cubicBezTo>
                    <a:pt x="597" y="14"/>
                    <a:pt x="593" y="14"/>
                    <a:pt x="589" y="14"/>
                  </a:cubicBezTo>
                  <a:cubicBezTo>
                    <a:pt x="586" y="14"/>
                    <a:pt x="584" y="14"/>
                    <a:pt x="582" y="14"/>
                  </a:cubicBezTo>
                  <a:cubicBezTo>
                    <a:pt x="582" y="14"/>
                    <a:pt x="579" y="14"/>
                    <a:pt x="580" y="13"/>
                  </a:cubicBezTo>
                  <a:cubicBezTo>
                    <a:pt x="581" y="13"/>
                    <a:pt x="582" y="13"/>
                    <a:pt x="583" y="13"/>
                  </a:cubicBezTo>
                  <a:cubicBezTo>
                    <a:pt x="584" y="13"/>
                    <a:pt x="585" y="13"/>
                    <a:pt x="585" y="13"/>
                  </a:cubicBezTo>
                  <a:cubicBezTo>
                    <a:pt x="587" y="13"/>
                    <a:pt x="588" y="13"/>
                    <a:pt x="589" y="13"/>
                  </a:cubicBezTo>
                  <a:cubicBezTo>
                    <a:pt x="588" y="12"/>
                    <a:pt x="585" y="13"/>
                    <a:pt x="584" y="12"/>
                  </a:cubicBezTo>
                  <a:cubicBezTo>
                    <a:pt x="585" y="12"/>
                    <a:pt x="586" y="12"/>
                    <a:pt x="587" y="12"/>
                  </a:cubicBezTo>
                  <a:cubicBezTo>
                    <a:pt x="589" y="11"/>
                    <a:pt x="590" y="11"/>
                    <a:pt x="592" y="11"/>
                  </a:cubicBezTo>
                  <a:cubicBezTo>
                    <a:pt x="591" y="11"/>
                    <a:pt x="592" y="11"/>
                    <a:pt x="593" y="11"/>
                  </a:cubicBezTo>
                  <a:cubicBezTo>
                    <a:pt x="593" y="11"/>
                    <a:pt x="594" y="11"/>
                    <a:pt x="594" y="11"/>
                  </a:cubicBezTo>
                  <a:cubicBezTo>
                    <a:pt x="595" y="11"/>
                    <a:pt x="597" y="10"/>
                    <a:pt x="598" y="11"/>
                  </a:cubicBezTo>
                  <a:cubicBezTo>
                    <a:pt x="597" y="11"/>
                    <a:pt x="599" y="11"/>
                    <a:pt x="599" y="11"/>
                  </a:cubicBezTo>
                  <a:cubicBezTo>
                    <a:pt x="600" y="11"/>
                    <a:pt x="601" y="11"/>
                    <a:pt x="601" y="11"/>
                  </a:cubicBezTo>
                  <a:cubicBezTo>
                    <a:pt x="601" y="10"/>
                    <a:pt x="600" y="11"/>
                    <a:pt x="600" y="11"/>
                  </a:cubicBezTo>
                  <a:cubicBezTo>
                    <a:pt x="599" y="11"/>
                    <a:pt x="598" y="10"/>
                    <a:pt x="597" y="10"/>
                  </a:cubicBezTo>
                  <a:cubicBezTo>
                    <a:pt x="595" y="10"/>
                    <a:pt x="593" y="10"/>
                    <a:pt x="591" y="11"/>
                  </a:cubicBezTo>
                  <a:cubicBezTo>
                    <a:pt x="589" y="11"/>
                    <a:pt x="587" y="11"/>
                    <a:pt x="585" y="11"/>
                  </a:cubicBezTo>
                  <a:cubicBezTo>
                    <a:pt x="584" y="11"/>
                    <a:pt x="583" y="12"/>
                    <a:pt x="583" y="12"/>
                  </a:cubicBezTo>
                  <a:cubicBezTo>
                    <a:pt x="582" y="12"/>
                    <a:pt x="580" y="12"/>
                    <a:pt x="581" y="12"/>
                  </a:cubicBezTo>
                  <a:cubicBezTo>
                    <a:pt x="581" y="11"/>
                    <a:pt x="580" y="12"/>
                    <a:pt x="580" y="11"/>
                  </a:cubicBezTo>
                  <a:cubicBezTo>
                    <a:pt x="581" y="11"/>
                    <a:pt x="583" y="11"/>
                    <a:pt x="584" y="10"/>
                  </a:cubicBezTo>
                  <a:cubicBezTo>
                    <a:pt x="585" y="10"/>
                    <a:pt x="586" y="10"/>
                    <a:pt x="587" y="10"/>
                  </a:cubicBezTo>
                  <a:cubicBezTo>
                    <a:pt x="587" y="10"/>
                    <a:pt x="588" y="10"/>
                    <a:pt x="589" y="10"/>
                  </a:cubicBezTo>
                  <a:cubicBezTo>
                    <a:pt x="588" y="10"/>
                    <a:pt x="587" y="10"/>
                    <a:pt x="586" y="10"/>
                  </a:cubicBezTo>
                  <a:cubicBezTo>
                    <a:pt x="587" y="10"/>
                    <a:pt x="585" y="9"/>
                    <a:pt x="585" y="10"/>
                  </a:cubicBezTo>
                  <a:cubicBezTo>
                    <a:pt x="585" y="10"/>
                    <a:pt x="583" y="10"/>
                    <a:pt x="583" y="10"/>
                  </a:cubicBezTo>
                  <a:cubicBezTo>
                    <a:pt x="581" y="10"/>
                    <a:pt x="579" y="11"/>
                    <a:pt x="577" y="11"/>
                  </a:cubicBezTo>
                  <a:cubicBezTo>
                    <a:pt x="577" y="11"/>
                    <a:pt x="578" y="10"/>
                    <a:pt x="578" y="10"/>
                  </a:cubicBezTo>
                  <a:cubicBezTo>
                    <a:pt x="577" y="10"/>
                    <a:pt x="576" y="10"/>
                    <a:pt x="575" y="10"/>
                  </a:cubicBezTo>
                  <a:cubicBezTo>
                    <a:pt x="575" y="10"/>
                    <a:pt x="576" y="10"/>
                    <a:pt x="576" y="10"/>
                  </a:cubicBezTo>
                  <a:cubicBezTo>
                    <a:pt x="576" y="9"/>
                    <a:pt x="577" y="9"/>
                    <a:pt x="578" y="9"/>
                  </a:cubicBezTo>
                  <a:cubicBezTo>
                    <a:pt x="579" y="9"/>
                    <a:pt x="581" y="9"/>
                    <a:pt x="582" y="9"/>
                  </a:cubicBezTo>
                  <a:cubicBezTo>
                    <a:pt x="581" y="9"/>
                    <a:pt x="582" y="9"/>
                    <a:pt x="582" y="9"/>
                  </a:cubicBezTo>
                  <a:cubicBezTo>
                    <a:pt x="583" y="8"/>
                    <a:pt x="584" y="9"/>
                    <a:pt x="585" y="8"/>
                  </a:cubicBezTo>
                  <a:cubicBezTo>
                    <a:pt x="586" y="8"/>
                    <a:pt x="587" y="8"/>
                    <a:pt x="587" y="8"/>
                  </a:cubicBezTo>
                  <a:cubicBezTo>
                    <a:pt x="588" y="8"/>
                    <a:pt x="588" y="8"/>
                    <a:pt x="589" y="8"/>
                  </a:cubicBezTo>
                  <a:cubicBezTo>
                    <a:pt x="589" y="8"/>
                    <a:pt x="590" y="8"/>
                    <a:pt x="589" y="8"/>
                  </a:cubicBezTo>
                  <a:cubicBezTo>
                    <a:pt x="590" y="8"/>
                    <a:pt x="591" y="8"/>
                    <a:pt x="591" y="8"/>
                  </a:cubicBezTo>
                  <a:cubicBezTo>
                    <a:pt x="590" y="8"/>
                    <a:pt x="592" y="9"/>
                    <a:pt x="592" y="9"/>
                  </a:cubicBezTo>
                  <a:cubicBezTo>
                    <a:pt x="593" y="8"/>
                    <a:pt x="594" y="8"/>
                    <a:pt x="594" y="8"/>
                  </a:cubicBezTo>
                  <a:cubicBezTo>
                    <a:pt x="594" y="8"/>
                    <a:pt x="593" y="8"/>
                    <a:pt x="593" y="8"/>
                  </a:cubicBezTo>
                  <a:cubicBezTo>
                    <a:pt x="593" y="8"/>
                    <a:pt x="594" y="8"/>
                    <a:pt x="595" y="8"/>
                  </a:cubicBezTo>
                  <a:cubicBezTo>
                    <a:pt x="595" y="8"/>
                    <a:pt x="596" y="8"/>
                    <a:pt x="596" y="7"/>
                  </a:cubicBezTo>
                  <a:cubicBezTo>
                    <a:pt x="598" y="7"/>
                    <a:pt x="599" y="7"/>
                    <a:pt x="601" y="7"/>
                  </a:cubicBezTo>
                  <a:cubicBezTo>
                    <a:pt x="602" y="7"/>
                    <a:pt x="603" y="7"/>
                    <a:pt x="604" y="7"/>
                  </a:cubicBezTo>
                  <a:cubicBezTo>
                    <a:pt x="604" y="7"/>
                    <a:pt x="605" y="7"/>
                    <a:pt x="606" y="7"/>
                  </a:cubicBezTo>
                  <a:cubicBezTo>
                    <a:pt x="606" y="7"/>
                    <a:pt x="607" y="7"/>
                    <a:pt x="607" y="7"/>
                  </a:cubicBezTo>
                  <a:cubicBezTo>
                    <a:pt x="607" y="7"/>
                    <a:pt x="606" y="7"/>
                    <a:pt x="606" y="8"/>
                  </a:cubicBezTo>
                  <a:cubicBezTo>
                    <a:pt x="606" y="8"/>
                    <a:pt x="608" y="8"/>
                    <a:pt x="608" y="8"/>
                  </a:cubicBezTo>
                  <a:cubicBezTo>
                    <a:pt x="608" y="8"/>
                    <a:pt x="607" y="8"/>
                    <a:pt x="607" y="8"/>
                  </a:cubicBezTo>
                  <a:cubicBezTo>
                    <a:pt x="607" y="7"/>
                    <a:pt x="608" y="8"/>
                    <a:pt x="609" y="7"/>
                  </a:cubicBezTo>
                  <a:cubicBezTo>
                    <a:pt x="608" y="7"/>
                    <a:pt x="608" y="7"/>
                    <a:pt x="608" y="7"/>
                  </a:cubicBezTo>
                  <a:cubicBezTo>
                    <a:pt x="609" y="6"/>
                    <a:pt x="611" y="7"/>
                    <a:pt x="612" y="7"/>
                  </a:cubicBezTo>
                  <a:cubicBezTo>
                    <a:pt x="613" y="7"/>
                    <a:pt x="614" y="7"/>
                    <a:pt x="614" y="8"/>
                  </a:cubicBezTo>
                  <a:cubicBezTo>
                    <a:pt x="615" y="8"/>
                    <a:pt x="616" y="9"/>
                    <a:pt x="616" y="8"/>
                  </a:cubicBezTo>
                  <a:cubicBezTo>
                    <a:pt x="616" y="8"/>
                    <a:pt x="615" y="8"/>
                    <a:pt x="615" y="7"/>
                  </a:cubicBezTo>
                  <a:cubicBezTo>
                    <a:pt x="616" y="7"/>
                    <a:pt x="617" y="7"/>
                    <a:pt x="618" y="7"/>
                  </a:cubicBezTo>
                  <a:cubicBezTo>
                    <a:pt x="618" y="7"/>
                    <a:pt x="619" y="8"/>
                    <a:pt x="620" y="8"/>
                  </a:cubicBezTo>
                  <a:cubicBezTo>
                    <a:pt x="619" y="8"/>
                    <a:pt x="619" y="7"/>
                    <a:pt x="620" y="7"/>
                  </a:cubicBezTo>
                  <a:cubicBezTo>
                    <a:pt x="620" y="8"/>
                    <a:pt x="620" y="8"/>
                    <a:pt x="621" y="8"/>
                  </a:cubicBezTo>
                  <a:cubicBezTo>
                    <a:pt x="620" y="8"/>
                    <a:pt x="621" y="8"/>
                    <a:pt x="621" y="7"/>
                  </a:cubicBezTo>
                  <a:cubicBezTo>
                    <a:pt x="620" y="7"/>
                    <a:pt x="619" y="7"/>
                    <a:pt x="618" y="7"/>
                  </a:cubicBezTo>
                  <a:cubicBezTo>
                    <a:pt x="617" y="7"/>
                    <a:pt x="616" y="7"/>
                    <a:pt x="614" y="7"/>
                  </a:cubicBezTo>
                  <a:cubicBezTo>
                    <a:pt x="614" y="7"/>
                    <a:pt x="613" y="7"/>
                    <a:pt x="612" y="7"/>
                  </a:cubicBezTo>
                  <a:cubicBezTo>
                    <a:pt x="611" y="7"/>
                    <a:pt x="610" y="6"/>
                    <a:pt x="611" y="6"/>
                  </a:cubicBezTo>
                  <a:cubicBezTo>
                    <a:pt x="612" y="6"/>
                    <a:pt x="613" y="6"/>
                    <a:pt x="614" y="6"/>
                  </a:cubicBezTo>
                  <a:cubicBezTo>
                    <a:pt x="616" y="6"/>
                    <a:pt x="618" y="6"/>
                    <a:pt x="620" y="5"/>
                  </a:cubicBezTo>
                  <a:cubicBezTo>
                    <a:pt x="620" y="5"/>
                    <a:pt x="620" y="5"/>
                    <a:pt x="620" y="5"/>
                  </a:cubicBezTo>
                  <a:cubicBezTo>
                    <a:pt x="620" y="5"/>
                    <a:pt x="620" y="5"/>
                    <a:pt x="620" y="5"/>
                  </a:cubicBezTo>
                  <a:cubicBezTo>
                    <a:pt x="620" y="5"/>
                    <a:pt x="620" y="5"/>
                    <a:pt x="620" y="5"/>
                  </a:cubicBezTo>
                  <a:cubicBezTo>
                    <a:pt x="620" y="5"/>
                    <a:pt x="620" y="5"/>
                    <a:pt x="620" y="5"/>
                  </a:cubicBezTo>
                  <a:cubicBezTo>
                    <a:pt x="620" y="4"/>
                    <a:pt x="619" y="5"/>
                    <a:pt x="618" y="4"/>
                  </a:cubicBezTo>
                  <a:cubicBezTo>
                    <a:pt x="619" y="4"/>
                    <a:pt x="621" y="4"/>
                    <a:pt x="622" y="4"/>
                  </a:cubicBezTo>
                  <a:cubicBezTo>
                    <a:pt x="623" y="4"/>
                    <a:pt x="625" y="4"/>
                    <a:pt x="626" y="4"/>
                  </a:cubicBezTo>
                  <a:cubicBezTo>
                    <a:pt x="625" y="5"/>
                    <a:pt x="624" y="4"/>
                    <a:pt x="624" y="4"/>
                  </a:cubicBezTo>
                  <a:cubicBezTo>
                    <a:pt x="625" y="5"/>
                    <a:pt x="626" y="5"/>
                    <a:pt x="628" y="5"/>
                  </a:cubicBezTo>
                  <a:cubicBezTo>
                    <a:pt x="628" y="5"/>
                    <a:pt x="631" y="5"/>
                    <a:pt x="631" y="6"/>
                  </a:cubicBezTo>
                  <a:cubicBezTo>
                    <a:pt x="631" y="6"/>
                    <a:pt x="631" y="6"/>
                    <a:pt x="631" y="6"/>
                  </a:cubicBezTo>
                  <a:cubicBezTo>
                    <a:pt x="631" y="6"/>
                    <a:pt x="632" y="6"/>
                    <a:pt x="632" y="6"/>
                  </a:cubicBezTo>
                  <a:cubicBezTo>
                    <a:pt x="633" y="7"/>
                    <a:pt x="631" y="7"/>
                    <a:pt x="631" y="7"/>
                  </a:cubicBezTo>
                  <a:cubicBezTo>
                    <a:pt x="632" y="7"/>
                    <a:pt x="633" y="7"/>
                    <a:pt x="635" y="7"/>
                  </a:cubicBezTo>
                  <a:cubicBezTo>
                    <a:pt x="635" y="7"/>
                    <a:pt x="636" y="7"/>
                    <a:pt x="636" y="7"/>
                  </a:cubicBezTo>
                  <a:cubicBezTo>
                    <a:pt x="637" y="7"/>
                    <a:pt x="637" y="7"/>
                    <a:pt x="638" y="7"/>
                  </a:cubicBezTo>
                  <a:cubicBezTo>
                    <a:pt x="638" y="6"/>
                    <a:pt x="636" y="7"/>
                    <a:pt x="636" y="7"/>
                  </a:cubicBezTo>
                  <a:cubicBezTo>
                    <a:pt x="635" y="7"/>
                    <a:pt x="635" y="7"/>
                    <a:pt x="635" y="7"/>
                  </a:cubicBezTo>
                  <a:cubicBezTo>
                    <a:pt x="634" y="7"/>
                    <a:pt x="634" y="6"/>
                    <a:pt x="634" y="6"/>
                  </a:cubicBezTo>
                  <a:cubicBezTo>
                    <a:pt x="634" y="6"/>
                    <a:pt x="633" y="6"/>
                    <a:pt x="633" y="6"/>
                  </a:cubicBezTo>
                  <a:cubicBezTo>
                    <a:pt x="633" y="5"/>
                    <a:pt x="634" y="5"/>
                    <a:pt x="634" y="5"/>
                  </a:cubicBezTo>
                  <a:cubicBezTo>
                    <a:pt x="635" y="5"/>
                    <a:pt x="636" y="6"/>
                    <a:pt x="637" y="6"/>
                  </a:cubicBezTo>
                  <a:cubicBezTo>
                    <a:pt x="640" y="6"/>
                    <a:pt x="642" y="7"/>
                    <a:pt x="645" y="7"/>
                  </a:cubicBezTo>
                  <a:cubicBezTo>
                    <a:pt x="646" y="7"/>
                    <a:pt x="647" y="7"/>
                    <a:pt x="648" y="8"/>
                  </a:cubicBezTo>
                  <a:cubicBezTo>
                    <a:pt x="649" y="8"/>
                    <a:pt x="650" y="9"/>
                    <a:pt x="651" y="9"/>
                  </a:cubicBezTo>
                  <a:cubicBezTo>
                    <a:pt x="651" y="8"/>
                    <a:pt x="650" y="8"/>
                    <a:pt x="649" y="7"/>
                  </a:cubicBezTo>
                  <a:cubicBezTo>
                    <a:pt x="649" y="7"/>
                    <a:pt x="649" y="7"/>
                    <a:pt x="650" y="7"/>
                  </a:cubicBezTo>
                  <a:cubicBezTo>
                    <a:pt x="649" y="7"/>
                    <a:pt x="648" y="7"/>
                    <a:pt x="647" y="7"/>
                  </a:cubicBezTo>
                  <a:cubicBezTo>
                    <a:pt x="646" y="7"/>
                    <a:pt x="645" y="7"/>
                    <a:pt x="644" y="7"/>
                  </a:cubicBezTo>
                  <a:cubicBezTo>
                    <a:pt x="644" y="6"/>
                    <a:pt x="645" y="6"/>
                    <a:pt x="645" y="6"/>
                  </a:cubicBezTo>
                  <a:cubicBezTo>
                    <a:pt x="643" y="6"/>
                    <a:pt x="642" y="6"/>
                    <a:pt x="640" y="6"/>
                  </a:cubicBezTo>
                  <a:cubicBezTo>
                    <a:pt x="639" y="6"/>
                    <a:pt x="638" y="5"/>
                    <a:pt x="636" y="5"/>
                  </a:cubicBezTo>
                  <a:cubicBezTo>
                    <a:pt x="636" y="5"/>
                    <a:pt x="637" y="4"/>
                    <a:pt x="637" y="4"/>
                  </a:cubicBezTo>
                  <a:cubicBezTo>
                    <a:pt x="638" y="4"/>
                    <a:pt x="639" y="4"/>
                    <a:pt x="640" y="4"/>
                  </a:cubicBezTo>
                  <a:cubicBezTo>
                    <a:pt x="641" y="4"/>
                    <a:pt x="643" y="4"/>
                    <a:pt x="644" y="4"/>
                  </a:cubicBezTo>
                  <a:cubicBezTo>
                    <a:pt x="643" y="4"/>
                    <a:pt x="642" y="4"/>
                    <a:pt x="641" y="4"/>
                  </a:cubicBezTo>
                  <a:cubicBezTo>
                    <a:pt x="639" y="3"/>
                    <a:pt x="641" y="3"/>
                    <a:pt x="642" y="3"/>
                  </a:cubicBezTo>
                  <a:cubicBezTo>
                    <a:pt x="643" y="3"/>
                    <a:pt x="644" y="3"/>
                    <a:pt x="645" y="3"/>
                  </a:cubicBezTo>
                  <a:cubicBezTo>
                    <a:pt x="647" y="3"/>
                    <a:pt x="648" y="4"/>
                    <a:pt x="650" y="4"/>
                  </a:cubicBezTo>
                  <a:cubicBezTo>
                    <a:pt x="649" y="3"/>
                    <a:pt x="648" y="3"/>
                    <a:pt x="647" y="2"/>
                  </a:cubicBezTo>
                  <a:cubicBezTo>
                    <a:pt x="646" y="2"/>
                    <a:pt x="648" y="2"/>
                    <a:pt x="648" y="2"/>
                  </a:cubicBezTo>
                  <a:cubicBezTo>
                    <a:pt x="649" y="2"/>
                    <a:pt x="650" y="2"/>
                    <a:pt x="651" y="2"/>
                  </a:cubicBezTo>
                  <a:cubicBezTo>
                    <a:pt x="652" y="2"/>
                    <a:pt x="652" y="2"/>
                    <a:pt x="653" y="2"/>
                  </a:cubicBezTo>
                  <a:cubicBezTo>
                    <a:pt x="653" y="2"/>
                    <a:pt x="653" y="2"/>
                    <a:pt x="654" y="3"/>
                  </a:cubicBezTo>
                  <a:cubicBezTo>
                    <a:pt x="654" y="3"/>
                    <a:pt x="654" y="3"/>
                    <a:pt x="654" y="3"/>
                  </a:cubicBezTo>
                  <a:cubicBezTo>
                    <a:pt x="654" y="3"/>
                    <a:pt x="655" y="3"/>
                    <a:pt x="655" y="3"/>
                  </a:cubicBezTo>
                  <a:cubicBezTo>
                    <a:pt x="655" y="3"/>
                    <a:pt x="655" y="3"/>
                    <a:pt x="655" y="3"/>
                  </a:cubicBezTo>
                  <a:cubicBezTo>
                    <a:pt x="656" y="2"/>
                    <a:pt x="657" y="3"/>
                    <a:pt x="658" y="3"/>
                  </a:cubicBezTo>
                  <a:cubicBezTo>
                    <a:pt x="660" y="3"/>
                    <a:pt x="661" y="3"/>
                    <a:pt x="663" y="3"/>
                  </a:cubicBezTo>
                  <a:cubicBezTo>
                    <a:pt x="662" y="3"/>
                    <a:pt x="660" y="3"/>
                    <a:pt x="659" y="3"/>
                  </a:cubicBezTo>
                  <a:cubicBezTo>
                    <a:pt x="658" y="3"/>
                    <a:pt x="657" y="3"/>
                    <a:pt x="656" y="2"/>
                  </a:cubicBezTo>
                  <a:cubicBezTo>
                    <a:pt x="656" y="2"/>
                    <a:pt x="656" y="2"/>
                    <a:pt x="656" y="2"/>
                  </a:cubicBezTo>
                  <a:cubicBezTo>
                    <a:pt x="656" y="2"/>
                    <a:pt x="657" y="2"/>
                    <a:pt x="658" y="2"/>
                  </a:cubicBezTo>
                  <a:cubicBezTo>
                    <a:pt x="656" y="2"/>
                    <a:pt x="655" y="2"/>
                    <a:pt x="654" y="2"/>
                  </a:cubicBezTo>
                  <a:cubicBezTo>
                    <a:pt x="655" y="1"/>
                    <a:pt x="656" y="1"/>
                    <a:pt x="657" y="1"/>
                  </a:cubicBezTo>
                  <a:cubicBezTo>
                    <a:pt x="659" y="1"/>
                    <a:pt x="660" y="1"/>
                    <a:pt x="661" y="1"/>
                  </a:cubicBezTo>
                  <a:cubicBezTo>
                    <a:pt x="661" y="1"/>
                    <a:pt x="662" y="1"/>
                    <a:pt x="662" y="1"/>
                  </a:cubicBezTo>
                  <a:cubicBezTo>
                    <a:pt x="662" y="2"/>
                    <a:pt x="662" y="2"/>
                    <a:pt x="663" y="1"/>
                  </a:cubicBezTo>
                  <a:cubicBezTo>
                    <a:pt x="663" y="1"/>
                    <a:pt x="664" y="1"/>
                    <a:pt x="665" y="1"/>
                  </a:cubicBezTo>
                  <a:cubicBezTo>
                    <a:pt x="665" y="1"/>
                    <a:pt x="665" y="2"/>
                    <a:pt x="664" y="2"/>
                  </a:cubicBezTo>
                  <a:cubicBezTo>
                    <a:pt x="665" y="2"/>
                    <a:pt x="666" y="2"/>
                    <a:pt x="667" y="2"/>
                  </a:cubicBezTo>
                  <a:cubicBezTo>
                    <a:pt x="666" y="2"/>
                    <a:pt x="667" y="2"/>
                    <a:pt x="668" y="2"/>
                  </a:cubicBezTo>
                  <a:cubicBezTo>
                    <a:pt x="667" y="1"/>
                    <a:pt x="668" y="1"/>
                    <a:pt x="668" y="1"/>
                  </a:cubicBezTo>
                  <a:cubicBezTo>
                    <a:pt x="669" y="1"/>
                    <a:pt x="669" y="2"/>
                    <a:pt x="670" y="2"/>
                  </a:cubicBezTo>
                  <a:cubicBezTo>
                    <a:pt x="670" y="2"/>
                    <a:pt x="672" y="2"/>
                    <a:pt x="672" y="2"/>
                  </a:cubicBezTo>
                  <a:cubicBezTo>
                    <a:pt x="672" y="2"/>
                    <a:pt x="673" y="3"/>
                    <a:pt x="674" y="3"/>
                  </a:cubicBezTo>
                  <a:cubicBezTo>
                    <a:pt x="675" y="3"/>
                    <a:pt x="676" y="3"/>
                    <a:pt x="676" y="3"/>
                  </a:cubicBezTo>
                  <a:cubicBezTo>
                    <a:pt x="676" y="4"/>
                    <a:pt x="673" y="3"/>
                    <a:pt x="673" y="4"/>
                  </a:cubicBezTo>
                  <a:cubicBezTo>
                    <a:pt x="674" y="4"/>
                    <a:pt x="675" y="4"/>
                    <a:pt x="676" y="4"/>
                  </a:cubicBezTo>
                  <a:cubicBezTo>
                    <a:pt x="677" y="4"/>
                    <a:pt x="678" y="4"/>
                    <a:pt x="680" y="3"/>
                  </a:cubicBezTo>
                  <a:cubicBezTo>
                    <a:pt x="679" y="3"/>
                    <a:pt x="675" y="3"/>
                    <a:pt x="675" y="3"/>
                  </a:cubicBezTo>
                  <a:cubicBezTo>
                    <a:pt x="675" y="2"/>
                    <a:pt x="677" y="2"/>
                    <a:pt x="677" y="2"/>
                  </a:cubicBezTo>
                  <a:cubicBezTo>
                    <a:pt x="676" y="2"/>
                    <a:pt x="675" y="2"/>
                    <a:pt x="674" y="2"/>
                  </a:cubicBezTo>
                  <a:cubicBezTo>
                    <a:pt x="673" y="1"/>
                    <a:pt x="672" y="1"/>
                    <a:pt x="671" y="1"/>
                  </a:cubicBezTo>
                  <a:cubicBezTo>
                    <a:pt x="671" y="1"/>
                    <a:pt x="672" y="1"/>
                    <a:pt x="672" y="1"/>
                  </a:cubicBezTo>
                  <a:cubicBezTo>
                    <a:pt x="672" y="1"/>
                    <a:pt x="673" y="1"/>
                    <a:pt x="673" y="1"/>
                  </a:cubicBezTo>
                  <a:cubicBezTo>
                    <a:pt x="674" y="1"/>
                    <a:pt x="675" y="1"/>
                    <a:pt x="675" y="1"/>
                  </a:cubicBezTo>
                  <a:cubicBezTo>
                    <a:pt x="676" y="1"/>
                    <a:pt x="678" y="1"/>
                    <a:pt x="679" y="0"/>
                  </a:cubicBezTo>
                  <a:cubicBezTo>
                    <a:pt x="680" y="0"/>
                    <a:pt x="680" y="0"/>
                    <a:pt x="681" y="0"/>
                  </a:cubicBezTo>
                  <a:cubicBezTo>
                    <a:pt x="682" y="1"/>
                    <a:pt x="682" y="1"/>
                    <a:pt x="683" y="1"/>
                  </a:cubicBezTo>
                  <a:cubicBezTo>
                    <a:pt x="685" y="1"/>
                    <a:pt x="686" y="0"/>
                    <a:pt x="687" y="0"/>
                  </a:cubicBezTo>
                  <a:cubicBezTo>
                    <a:pt x="688" y="0"/>
                    <a:pt x="689" y="0"/>
                    <a:pt x="690" y="1"/>
                  </a:cubicBezTo>
                  <a:cubicBezTo>
                    <a:pt x="690" y="1"/>
                    <a:pt x="691" y="1"/>
                    <a:pt x="691" y="1"/>
                  </a:cubicBezTo>
                  <a:cubicBezTo>
                    <a:pt x="691" y="2"/>
                    <a:pt x="691" y="2"/>
                    <a:pt x="692" y="2"/>
                  </a:cubicBezTo>
                  <a:cubicBezTo>
                    <a:pt x="693" y="2"/>
                    <a:pt x="694" y="2"/>
                    <a:pt x="695" y="3"/>
                  </a:cubicBezTo>
                  <a:cubicBezTo>
                    <a:pt x="696" y="3"/>
                    <a:pt x="697" y="3"/>
                    <a:pt x="698" y="3"/>
                  </a:cubicBezTo>
                  <a:cubicBezTo>
                    <a:pt x="697" y="2"/>
                    <a:pt x="696" y="2"/>
                    <a:pt x="694" y="2"/>
                  </a:cubicBezTo>
                  <a:cubicBezTo>
                    <a:pt x="694" y="2"/>
                    <a:pt x="694" y="2"/>
                    <a:pt x="694" y="2"/>
                  </a:cubicBezTo>
                  <a:cubicBezTo>
                    <a:pt x="694" y="2"/>
                    <a:pt x="694" y="2"/>
                    <a:pt x="693" y="1"/>
                  </a:cubicBezTo>
                  <a:cubicBezTo>
                    <a:pt x="693" y="1"/>
                    <a:pt x="693" y="1"/>
                    <a:pt x="693" y="1"/>
                  </a:cubicBezTo>
                  <a:cubicBezTo>
                    <a:pt x="693" y="1"/>
                    <a:pt x="694" y="1"/>
                    <a:pt x="695" y="1"/>
                  </a:cubicBezTo>
                  <a:cubicBezTo>
                    <a:pt x="696" y="1"/>
                    <a:pt x="696" y="1"/>
                    <a:pt x="697" y="1"/>
                  </a:cubicBezTo>
                  <a:cubicBezTo>
                    <a:pt x="697" y="1"/>
                    <a:pt x="699" y="0"/>
                    <a:pt x="698" y="0"/>
                  </a:cubicBezTo>
                  <a:cubicBezTo>
                    <a:pt x="700" y="0"/>
                    <a:pt x="703" y="0"/>
                    <a:pt x="706" y="0"/>
                  </a:cubicBezTo>
                  <a:cubicBezTo>
                    <a:pt x="706" y="0"/>
                    <a:pt x="704" y="0"/>
                    <a:pt x="704" y="1"/>
                  </a:cubicBezTo>
                  <a:cubicBezTo>
                    <a:pt x="704" y="1"/>
                    <a:pt x="708" y="2"/>
                    <a:pt x="709" y="1"/>
                  </a:cubicBezTo>
                  <a:cubicBezTo>
                    <a:pt x="708" y="1"/>
                    <a:pt x="707" y="1"/>
                    <a:pt x="706" y="1"/>
                  </a:cubicBezTo>
                  <a:cubicBezTo>
                    <a:pt x="707" y="0"/>
                    <a:pt x="710" y="0"/>
                    <a:pt x="711" y="0"/>
                  </a:cubicBezTo>
                  <a:cubicBezTo>
                    <a:pt x="713" y="0"/>
                    <a:pt x="715" y="0"/>
                    <a:pt x="717" y="0"/>
                  </a:cubicBezTo>
                  <a:cubicBezTo>
                    <a:pt x="717" y="0"/>
                    <a:pt x="717" y="0"/>
                    <a:pt x="716" y="0"/>
                  </a:cubicBezTo>
                  <a:cubicBezTo>
                    <a:pt x="717" y="1"/>
                    <a:pt x="717" y="1"/>
                    <a:pt x="718" y="1"/>
                  </a:cubicBezTo>
                  <a:cubicBezTo>
                    <a:pt x="717" y="1"/>
                    <a:pt x="717" y="1"/>
                    <a:pt x="716" y="1"/>
                  </a:cubicBezTo>
                  <a:cubicBezTo>
                    <a:pt x="717" y="1"/>
                    <a:pt x="718" y="1"/>
                    <a:pt x="719" y="1"/>
                  </a:cubicBezTo>
                  <a:cubicBezTo>
                    <a:pt x="719" y="1"/>
                    <a:pt x="721" y="0"/>
                    <a:pt x="720" y="1"/>
                  </a:cubicBezTo>
                  <a:cubicBezTo>
                    <a:pt x="722" y="1"/>
                    <a:pt x="723" y="0"/>
                    <a:pt x="725" y="1"/>
                  </a:cubicBezTo>
                  <a:cubicBezTo>
                    <a:pt x="725" y="1"/>
                    <a:pt x="725" y="1"/>
                    <a:pt x="725" y="1"/>
                  </a:cubicBezTo>
                  <a:cubicBezTo>
                    <a:pt x="725" y="1"/>
                    <a:pt x="726" y="1"/>
                    <a:pt x="726" y="1"/>
                  </a:cubicBezTo>
                  <a:cubicBezTo>
                    <a:pt x="727" y="1"/>
                    <a:pt x="728" y="1"/>
                    <a:pt x="728" y="1"/>
                  </a:cubicBezTo>
                  <a:cubicBezTo>
                    <a:pt x="729" y="1"/>
                    <a:pt x="730" y="1"/>
                    <a:pt x="730" y="1"/>
                  </a:cubicBezTo>
                  <a:cubicBezTo>
                    <a:pt x="730" y="1"/>
                    <a:pt x="732" y="1"/>
                    <a:pt x="731" y="1"/>
                  </a:cubicBezTo>
                  <a:cubicBezTo>
                    <a:pt x="732" y="1"/>
                    <a:pt x="733" y="1"/>
                    <a:pt x="733" y="1"/>
                  </a:cubicBezTo>
                  <a:cubicBezTo>
                    <a:pt x="734" y="1"/>
                    <a:pt x="735" y="1"/>
                    <a:pt x="735" y="1"/>
                  </a:cubicBezTo>
                  <a:cubicBezTo>
                    <a:pt x="734" y="1"/>
                    <a:pt x="733" y="2"/>
                    <a:pt x="731" y="2"/>
                  </a:cubicBezTo>
                  <a:cubicBezTo>
                    <a:pt x="730" y="2"/>
                    <a:pt x="729" y="2"/>
                    <a:pt x="727" y="2"/>
                  </a:cubicBezTo>
                  <a:cubicBezTo>
                    <a:pt x="726" y="2"/>
                    <a:pt x="725" y="3"/>
                    <a:pt x="723" y="3"/>
                  </a:cubicBezTo>
                  <a:cubicBezTo>
                    <a:pt x="722" y="3"/>
                    <a:pt x="721" y="3"/>
                    <a:pt x="719" y="3"/>
                  </a:cubicBezTo>
                  <a:cubicBezTo>
                    <a:pt x="721" y="3"/>
                    <a:pt x="724" y="3"/>
                    <a:pt x="726" y="3"/>
                  </a:cubicBezTo>
                  <a:cubicBezTo>
                    <a:pt x="727" y="3"/>
                    <a:pt x="728" y="3"/>
                    <a:pt x="729" y="3"/>
                  </a:cubicBezTo>
                  <a:cubicBezTo>
                    <a:pt x="730" y="3"/>
                    <a:pt x="731" y="3"/>
                    <a:pt x="732" y="3"/>
                  </a:cubicBezTo>
                  <a:cubicBezTo>
                    <a:pt x="732" y="2"/>
                    <a:pt x="739" y="2"/>
                    <a:pt x="739" y="2"/>
                  </a:cubicBezTo>
                  <a:cubicBezTo>
                    <a:pt x="739" y="2"/>
                    <a:pt x="739" y="2"/>
                    <a:pt x="739" y="2"/>
                  </a:cubicBezTo>
                  <a:cubicBezTo>
                    <a:pt x="739" y="2"/>
                    <a:pt x="740" y="2"/>
                    <a:pt x="741" y="2"/>
                  </a:cubicBezTo>
                  <a:cubicBezTo>
                    <a:pt x="740" y="2"/>
                    <a:pt x="740" y="2"/>
                    <a:pt x="740" y="2"/>
                  </a:cubicBezTo>
                  <a:cubicBezTo>
                    <a:pt x="740" y="2"/>
                    <a:pt x="741" y="2"/>
                    <a:pt x="742" y="2"/>
                  </a:cubicBezTo>
                  <a:cubicBezTo>
                    <a:pt x="741" y="2"/>
                    <a:pt x="741" y="2"/>
                    <a:pt x="741" y="2"/>
                  </a:cubicBezTo>
                  <a:cubicBezTo>
                    <a:pt x="742" y="1"/>
                    <a:pt x="743" y="1"/>
                    <a:pt x="744" y="1"/>
                  </a:cubicBezTo>
                  <a:cubicBezTo>
                    <a:pt x="744" y="2"/>
                    <a:pt x="744" y="2"/>
                    <a:pt x="743" y="2"/>
                  </a:cubicBezTo>
                  <a:cubicBezTo>
                    <a:pt x="743" y="2"/>
                    <a:pt x="744" y="2"/>
                    <a:pt x="744" y="2"/>
                  </a:cubicBezTo>
                  <a:cubicBezTo>
                    <a:pt x="744" y="2"/>
                    <a:pt x="744" y="2"/>
                    <a:pt x="744" y="2"/>
                  </a:cubicBezTo>
                  <a:cubicBezTo>
                    <a:pt x="745" y="3"/>
                    <a:pt x="746" y="2"/>
                    <a:pt x="747" y="2"/>
                  </a:cubicBezTo>
                  <a:cubicBezTo>
                    <a:pt x="748" y="2"/>
                    <a:pt x="751" y="2"/>
                    <a:pt x="751" y="2"/>
                  </a:cubicBezTo>
                  <a:cubicBezTo>
                    <a:pt x="751" y="3"/>
                    <a:pt x="748" y="3"/>
                    <a:pt x="748" y="3"/>
                  </a:cubicBezTo>
                  <a:cubicBezTo>
                    <a:pt x="749" y="3"/>
                    <a:pt x="750" y="3"/>
                    <a:pt x="751" y="3"/>
                  </a:cubicBezTo>
                  <a:cubicBezTo>
                    <a:pt x="751" y="3"/>
                    <a:pt x="750" y="3"/>
                    <a:pt x="750" y="3"/>
                  </a:cubicBezTo>
                  <a:cubicBezTo>
                    <a:pt x="751" y="4"/>
                    <a:pt x="751" y="3"/>
                    <a:pt x="752" y="4"/>
                  </a:cubicBezTo>
                  <a:cubicBezTo>
                    <a:pt x="751" y="4"/>
                    <a:pt x="750" y="4"/>
                    <a:pt x="749" y="4"/>
                  </a:cubicBezTo>
                  <a:cubicBezTo>
                    <a:pt x="750" y="4"/>
                    <a:pt x="750" y="4"/>
                    <a:pt x="751" y="4"/>
                  </a:cubicBezTo>
                  <a:cubicBezTo>
                    <a:pt x="752" y="4"/>
                    <a:pt x="752" y="4"/>
                    <a:pt x="753" y="4"/>
                  </a:cubicBezTo>
                  <a:cubicBezTo>
                    <a:pt x="753" y="4"/>
                    <a:pt x="754" y="4"/>
                    <a:pt x="754" y="4"/>
                  </a:cubicBezTo>
                  <a:cubicBezTo>
                    <a:pt x="755" y="4"/>
                    <a:pt x="755" y="4"/>
                    <a:pt x="756" y="4"/>
                  </a:cubicBezTo>
                  <a:cubicBezTo>
                    <a:pt x="756" y="4"/>
                    <a:pt x="755" y="4"/>
                    <a:pt x="755" y="4"/>
                  </a:cubicBezTo>
                  <a:cubicBezTo>
                    <a:pt x="756" y="4"/>
                    <a:pt x="762" y="3"/>
                    <a:pt x="761" y="5"/>
                  </a:cubicBezTo>
                  <a:close/>
                  <a:moveTo>
                    <a:pt x="582" y="39"/>
                  </a:moveTo>
                  <a:cubicBezTo>
                    <a:pt x="582" y="39"/>
                    <a:pt x="582" y="39"/>
                    <a:pt x="582" y="39"/>
                  </a:cubicBezTo>
                  <a:cubicBezTo>
                    <a:pt x="582" y="39"/>
                    <a:pt x="582" y="39"/>
                    <a:pt x="582" y="39"/>
                  </a:cubicBezTo>
                  <a:close/>
                  <a:moveTo>
                    <a:pt x="322" y="53"/>
                  </a:moveTo>
                  <a:cubicBezTo>
                    <a:pt x="322" y="53"/>
                    <a:pt x="321" y="53"/>
                    <a:pt x="321" y="53"/>
                  </a:cubicBezTo>
                  <a:cubicBezTo>
                    <a:pt x="321" y="53"/>
                    <a:pt x="322" y="53"/>
                    <a:pt x="322" y="53"/>
                  </a:cubicBezTo>
                  <a:cubicBezTo>
                    <a:pt x="321" y="53"/>
                    <a:pt x="320" y="53"/>
                    <a:pt x="320" y="54"/>
                  </a:cubicBezTo>
                  <a:cubicBezTo>
                    <a:pt x="320" y="54"/>
                    <a:pt x="320" y="54"/>
                    <a:pt x="320" y="54"/>
                  </a:cubicBezTo>
                  <a:cubicBezTo>
                    <a:pt x="320" y="54"/>
                    <a:pt x="319" y="54"/>
                    <a:pt x="319" y="54"/>
                  </a:cubicBezTo>
                  <a:cubicBezTo>
                    <a:pt x="320" y="55"/>
                    <a:pt x="322" y="54"/>
                    <a:pt x="324" y="53"/>
                  </a:cubicBezTo>
                  <a:cubicBezTo>
                    <a:pt x="324" y="53"/>
                    <a:pt x="327" y="54"/>
                    <a:pt x="327" y="54"/>
                  </a:cubicBezTo>
                  <a:cubicBezTo>
                    <a:pt x="328" y="55"/>
                    <a:pt x="329" y="54"/>
                    <a:pt x="330" y="54"/>
                  </a:cubicBezTo>
                  <a:cubicBezTo>
                    <a:pt x="330" y="54"/>
                    <a:pt x="330" y="54"/>
                    <a:pt x="329" y="54"/>
                  </a:cubicBezTo>
                  <a:cubicBezTo>
                    <a:pt x="330" y="54"/>
                    <a:pt x="331" y="53"/>
                    <a:pt x="331" y="53"/>
                  </a:cubicBezTo>
                  <a:cubicBezTo>
                    <a:pt x="332" y="52"/>
                    <a:pt x="333" y="52"/>
                    <a:pt x="334" y="53"/>
                  </a:cubicBezTo>
                  <a:cubicBezTo>
                    <a:pt x="334" y="53"/>
                    <a:pt x="333" y="53"/>
                    <a:pt x="333" y="53"/>
                  </a:cubicBezTo>
                  <a:cubicBezTo>
                    <a:pt x="333" y="53"/>
                    <a:pt x="333" y="53"/>
                    <a:pt x="334" y="53"/>
                  </a:cubicBezTo>
                  <a:cubicBezTo>
                    <a:pt x="333" y="53"/>
                    <a:pt x="332" y="53"/>
                    <a:pt x="332" y="54"/>
                  </a:cubicBezTo>
                  <a:cubicBezTo>
                    <a:pt x="332" y="54"/>
                    <a:pt x="333" y="54"/>
                    <a:pt x="334" y="54"/>
                  </a:cubicBezTo>
                  <a:cubicBezTo>
                    <a:pt x="333" y="54"/>
                    <a:pt x="334" y="54"/>
                    <a:pt x="333" y="54"/>
                  </a:cubicBezTo>
                  <a:cubicBezTo>
                    <a:pt x="333" y="54"/>
                    <a:pt x="333" y="54"/>
                    <a:pt x="332" y="54"/>
                  </a:cubicBezTo>
                  <a:cubicBezTo>
                    <a:pt x="332" y="55"/>
                    <a:pt x="331" y="55"/>
                    <a:pt x="331" y="55"/>
                  </a:cubicBezTo>
                  <a:cubicBezTo>
                    <a:pt x="332" y="56"/>
                    <a:pt x="334" y="54"/>
                    <a:pt x="334" y="55"/>
                  </a:cubicBezTo>
                  <a:cubicBezTo>
                    <a:pt x="334" y="55"/>
                    <a:pt x="334" y="55"/>
                    <a:pt x="334" y="55"/>
                  </a:cubicBezTo>
                  <a:cubicBezTo>
                    <a:pt x="335" y="55"/>
                    <a:pt x="337" y="55"/>
                    <a:pt x="338" y="54"/>
                  </a:cubicBezTo>
                  <a:cubicBezTo>
                    <a:pt x="338" y="54"/>
                    <a:pt x="338" y="54"/>
                    <a:pt x="338" y="54"/>
                  </a:cubicBezTo>
                  <a:cubicBezTo>
                    <a:pt x="339" y="54"/>
                    <a:pt x="341" y="54"/>
                    <a:pt x="339" y="53"/>
                  </a:cubicBezTo>
                  <a:cubicBezTo>
                    <a:pt x="340" y="53"/>
                    <a:pt x="340" y="53"/>
                    <a:pt x="341" y="53"/>
                  </a:cubicBezTo>
                  <a:cubicBezTo>
                    <a:pt x="341" y="53"/>
                    <a:pt x="341" y="53"/>
                    <a:pt x="340" y="53"/>
                  </a:cubicBezTo>
                  <a:cubicBezTo>
                    <a:pt x="341" y="52"/>
                    <a:pt x="341" y="53"/>
                    <a:pt x="342" y="52"/>
                  </a:cubicBezTo>
                  <a:cubicBezTo>
                    <a:pt x="342" y="52"/>
                    <a:pt x="342" y="52"/>
                    <a:pt x="342" y="52"/>
                  </a:cubicBezTo>
                  <a:cubicBezTo>
                    <a:pt x="342" y="51"/>
                    <a:pt x="343" y="51"/>
                    <a:pt x="343" y="51"/>
                  </a:cubicBezTo>
                  <a:cubicBezTo>
                    <a:pt x="343" y="51"/>
                    <a:pt x="344" y="51"/>
                    <a:pt x="344" y="51"/>
                  </a:cubicBezTo>
                  <a:cubicBezTo>
                    <a:pt x="344" y="51"/>
                    <a:pt x="343" y="51"/>
                    <a:pt x="343" y="52"/>
                  </a:cubicBezTo>
                  <a:cubicBezTo>
                    <a:pt x="344" y="52"/>
                    <a:pt x="343" y="52"/>
                    <a:pt x="343" y="53"/>
                  </a:cubicBezTo>
                  <a:cubicBezTo>
                    <a:pt x="343" y="53"/>
                    <a:pt x="345" y="53"/>
                    <a:pt x="345" y="53"/>
                  </a:cubicBezTo>
                  <a:cubicBezTo>
                    <a:pt x="346" y="52"/>
                    <a:pt x="346" y="52"/>
                    <a:pt x="347" y="52"/>
                  </a:cubicBezTo>
                  <a:cubicBezTo>
                    <a:pt x="348" y="51"/>
                    <a:pt x="348" y="51"/>
                    <a:pt x="349" y="51"/>
                  </a:cubicBezTo>
                  <a:cubicBezTo>
                    <a:pt x="350" y="51"/>
                    <a:pt x="351" y="51"/>
                    <a:pt x="351" y="50"/>
                  </a:cubicBezTo>
                  <a:cubicBezTo>
                    <a:pt x="351" y="50"/>
                    <a:pt x="350" y="50"/>
                    <a:pt x="349" y="50"/>
                  </a:cubicBezTo>
                  <a:cubicBezTo>
                    <a:pt x="350" y="49"/>
                    <a:pt x="351" y="49"/>
                    <a:pt x="351" y="49"/>
                  </a:cubicBezTo>
                  <a:cubicBezTo>
                    <a:pt x="351" y="49"/>
                    <a:pt x="352" y="50"/>
                    <a:pt x="352" y="50"/>
                  </a:cubicBezTo>
                  <a:cubicBezTo>
                    <a:pt x="352" y="50"/>
                    <a:pt x="353" y="49"/>
                    <a:pt x="354" y="49"/>
                  </a:cubicBezTo>
                  <a:cubicBezTo>
                    <a:pt x="354" y="49"/>
                    <a:pt x="355" y="49"/>
                    <a:pt x="355" y="48"/>
                  </a:cubicBezTo>
                  <a:cubicBezTo>
                    <a:pt x="355" y="48"/>
                    <a:pt x="355" y="48"/>
                    <a:pt x="355" y="48"/>
                  </a:cubicBezTo>
                  <a:cubicBezTo>
                    <a:pt x="355" y="48"/>
                    <a:pt x="356" y="48"/>
                    <a:pt x="356" y="48"/>
                  </a:cubicBezTo>
                  <a:cubicBezTo>
                    <a:pt x="357" y="48"/>
                    <a:pt x="358" y="47"/>
                    <a:pt x="359" y="47"/>
                  </a:cubicBezTo>
                  <a:cubicBezTo>
                    <a:pt x="359" y="47"/>
                    <a:pt x="360" y="47"/>
                    <a:pt x="361" y="47"/>
                  </a:cubicBezTo>
                  <a:cubicBezTo>
                    <a:pt x="361" y="47"/>
                    <a:pt x="360" y="48"/>
                    <a:pt x="360" y="48"/>
                  </a:cubicBezTo>
                  <a:cubicBezTo>
                    <a:pt x="358" y="48"/>
                    <a:pt x="356" y="49"/>
                    <a:pt x="354" y="50"/>
                  </a:cubicBezTo>
                  <a:cubicBezTo>
                    <a:pt x="355" y="50"/>
                    <a:pt x="355" y="51"/>
                    <a:pt x="355" y="51"/>
                  </a:cubicBezTo>
                  <a:cubicBezTo>
                    <a:pt x="355" y="51"/>
                    <a:pt x="355" y="51"/>
                    <a:pt x="356" y="51"/>
                  </a:cubicBezTo>
                  <a:cubicBezTo>
                    <a:pt x="355" y="51"/>
                    <a:pt x="355" y="51"/>
                    <a:pt x="355" y="51"/>
                  </a:cubicBezTo>
                  <a:cubicBezTo>
                    <a:pt x="356" y="52"/>
                    <a:pt x="358" y="51"/>
                    <a:pt x="359" y="51"/>
                  </a:cubicBezTo>
                  <a:cubicBezTo>
                    <a:pt x="359" y="51"/>
                    <a:pt x="360" y="51"/>
                    <a:pt x="361" y="51"/>
                  </a:cubicBezTo>
                  <a:cubicBezTo>
                    <a:pt x="361" y="50"/>
                    <a:pt x="362" y="50"/>
                    <a:pt x="362" y="50"/>
                  </a:cubicBezTo>
                  <a:cubicBezTo>
                    <a:pt x="362" y="49"/>
                    <a:pt x="365" y="49"/>
                    <a:pt x="366" y="49"/>
                  </a:cubicBezTo>
                  <a:cubicBezTo>
                    <a:pt x="367" y="49"/>
                    <a:pt x="368" y="49"/>
                    <a:pt x="369" y="49"/>
                  </a:cubicBezTo>
                  <a:cubicBezTo>
                    <a:pt x="369" y="48"/>
                    <a:pt x="370" y="48"/>
                    <a:pt x="371" y="48"/>
                  </a:cubicBezTo>
                  <a:cubicBezTo>
                    <a:pt x="371" y="48"/>
                    <a:pt x="371" y="48"/>
                    <a:pt x="372" y="48"/>
                  </a:cubicBezTo>
                  <a:cubicBezTo>
                    <a:pt x="372" y="48"/>
                    <a:pt x="372" y="48"/>
                    <a:pt x="372" y="47"/>
                  </a:cubicBezTo>
                  <a:cubicBezTo>
                    <a:pt x="372" y="47"/>
                    <a:pt x="373" y="47"/>
                    <a:pt x="372" y="47"/>
                  </a:cubicBezTo>
                  <a:cubicBezTo>
                    <a:pt x="372" y="47"/>
                    <a:pt x="371" y="46"/>
                    <a:pt x="372" y="46"/>
                  </a:cubicBezTo>
                  <a:cubicBezTo>
                    <a:pt x="372" y="46"/>
                    <a:pt x="373" y="46"/>
                    <a:pt x="373" y="46"/>
                  </a:cubicBezTo>
                  <a:cubicBezTo>
                    <a:pt x="374" y="46"/>
                    <a:pt x="374" y="46"/>
                    <a:pt x="375" y="46"/>
                  </a:cubicBezTo>
                  <a:cubicBezTo>
                    <a:pt x="376" y="46"/>
                    <a:pt x="376" y="46"/>
                    <a:pt x="375" y="45"/>
                  </a:cubicBezTo>
                  <a:cubicBezTo>
                    <a:pt x="375" y="45"/>
                    <a:pt x="374" y="45"/>
                    <a:pt x="374" y="45"/>
                  </a:cubicBezTo>
                  <a:cubicBezTo>
                    <a:pt x="374" y="45"/>
                    <a:pt x="375" y="44"/>
                    <a:pt x="374" y="44"/>
                  </a:cubicBezTo>
                  <a:cubicBezTo>
                    <a:pt x="375" y="44"/>
                    <a:pt x="376" y="44"/>
                    <a:pt x="377" y="44"/>
                  </a:cubicBezTo>
                  <a:cubicBezTo>
                    <a:pt x="378" y="44"/>
                    <a:pt x="378" y="44"/>
                    <a:pt x="379" y="44"/>
                  </a:cubicBezTo>
                  <a:cubicBezTo>
                    <a:pt x="380" y="43"/>
                    <a:pt x="381" y="43"/>
                    <a:pt x="383" y="43"/>
                  </a:cubicBezTo>
                  <a:cubicBezTo>
                    <a:pt x="383" y="43"/>
                    <a:pt x="383" y="43"/>
                    <a:pt x="383" y="43"/>
                  </a:cubicBezTo>
                  <a:cubicBezTo>
                    <a:pt x="383" y="42"/>
                    <a:pt x="380" y="42"/>
                    <a:pt x="380" y="42"/>
                  </a:cubicBezTo>
                  <a:cubicBezTo>
                    <a:pt x="380" y="42"/>
                    <a:pt x="380" y="41"/>
                    <a:pt x="381" y="41"/>
                  </a:cubicBezTo>
                  <a:cubicBezTo>
                    <a:pt x="380" y="41"/>
                    <a:pt x="379" y="41"/>
                    <a:pt x="379" y="41"/>
                  </a:cubicBezTo>
                  <a:cubicBezTo>
                    <a:pt x="378" y="41"/>
                    <a:pt x="377" y="41"/>
                    <a:pt x="376" y="41"/>
                  </a:cubicBezTo>
                  <a:cubicBezTo>
                    <a:pt x="376" y="41"/>
                    <a:pt x="376" y="41"/>
                    <a:pt x="377" y="41"/>
                  </a:cubicBezTo>
                  <a:cubicBezTo>
                    <a:pt x="375" y="42"/>
                    <a:pt x="374" y="41"/>
                    <a:pt x="373" y="42"/>
                  </a:cubicBezTo>
                  <a:cubicBezTo>
                    <a:pt x="374" y="42"/>
                    <a:pt x="374" y="42"/>
                    <a:pt x="374" y="42"/>
                  </a:cubicBezTo>
                  <a:cubicBezTo>
                    <a:pt x="374" y="42"/>
                    <a:pt x="375" y="42"/>
                    <a:pt x="376" y="42"/>
                  </a:cubicBezTo>
                  <a:cubicBezTo>
                    <a:pt x="375" y="43"/>
                    <a:pt x="374" y="43"/>
                    <a:pt x="374" y="43"/>
                  </a:cubicBezTo>
                  <a:cubicBezTo>
                    <a:pt x="373" y="43"/>
                    <a:pt x="372" y="42"/>
                    <a:pt x="372" y="43"/>
                  </a:cubicBezTo>
                  <a:cubicBezTo>
                    <a:pt x="372" y="43"/>
                    <a:pt x="373" y="43"/>
                    <a:pt x="372" y="43"/>
                  </a:cubicBezTo>
                  <a:cubicBezTo>
                    <a:pt x="372" y="43"/>
                    <a:pt x="371" y="43"/>
                    <a:pt x="371" y="43"/>
                  </a:cubicBezTo>
                  <a:cubicBezTo>
                    <a:pt x="369" y="43"/>
                    <a:pt x="368" y="43"/>
                    <a:pt x="367" y="42"/>
                  </a:cubicBezTo>
                  <a:cubicBezTo>
                    <a:pt x="368" y="42"/>
                    <a:pt x="368" y="42"/>
                    <a:pt x="368" y="42"/>
                  </a:cubicBezTo>
                  <a:cubicBezTo>
                    <a:pt x="367" y="42"/>
                    <a:pt x="366" y="42"/>
                    <a:pt x="366" y="43"/>
                  </a:cubicBezTo>
                  <a:cubicBezTo>
                    <a:pt x="365" y="43"/>
                    <a:pt x="364" y="42"/>
                    <a:pt x="363" y="42"/>
                  </a:cubicBezTo>
                  <a:cubicBezTo>
                    <a:pt x="362" y="42"/>
                    <a:pt x="360" y="43"/>
                    <a:pt x="359" y="43"/>
                  </a:cubicBezTo>
                  <a:cubicBezTo>
                    <a:pt x="358" y="43"/>
                    <a:pt x="357" y="43"/>
                    <a:pt x="356" y="44"/>
                  </a:cubicBezTo>
                  <a:cubicBezTo>
                    <a:pt x="355" y="44"/>
                    <a:pt x="354" y="44"/>
                    <a:pt x="352" y="45"/>
                  </a:cubicBezTo>
                  <a:cubicBezTo>
                    <a:pt x="351" y="45"/>
                    <a:pt x="350" y="45"/>
                    <a:pt x="349" y="45"/>
                  </a:cubicBezTo>
                  <a:cubicBezTo>
                    <a:pt x="348" y="45"/>
                    <a:pt x="347" y="46"/>
                    <a:pt x="346" y="46"/>
                  </a:cubicBezTo>
                  <a:cubicBezTo>
                    <a:pt x="346" y="46"/>
                    <a:pt x="345" y="46"/>
                    <a:pt x="345" y="47"/>
                  </a:cubicBezTo>
                  <a:cubicBezTo>
                    <a:pt x="345" y="47"/>
                    <a:pt x="345" y="47"/>
                    <a:pt x="344" y="47"/>
                  </a:cubicBezTo>
                  <a:cubicBezTo>
                    <a:pt x="343" y="47"/>
                    <a:pt x="342" y="47"/>
                    <a:pt x="341" y="48"/>
                  </a:cubicBezTo>
                  <a:cubicBezTo>
                    <a:pt x="340" y="48"/>
                    <a:pt x="338" y="48"/>
                    <a:pt x="337" y="48"/>
                  </a:cubicBezTo>
                  <a:cubicBezTo>
                    <a:pt x="336" y="49"/>
                    <a:pt x="335" y="49"/>
                    <a:pt x="334" y="49"/>
                  </a:cubicBezTo>
                  <a:cubicBezTo>
                    <a:pt x="333" y="50"/>
                    <a:pt x="332" y="50"/>
                    <a:pt x="331" y="50"/>
                  </a:cubicBezTo>
                  <a:cubicBezTo>
                    <a:pt x="330" y="50"/>
                    <a:pt x="330" y="50"/>
                    <a:pt x="329" y="50"/>
                  </a:cubicBezTo>
                  <a:cubicBezTo>
                    <a:pt x="329" y="50"/>
                    <a:pt x="328" y="50"/>
                    <a:pt x="328" y="50"/>
                  </a:cubicBezTo>
                  <a:cubicBezTo>
                    <a:pt x="326" y="50"/>
                    <a:pt x="325" y="51"/>
                    <a:pt x="324" y="51"/>
                  </a:cubicBezTo>
                  <a:cubicBezTo>
                    <a:pt x="324" y="51"/>
                    <a:pt x="323" y="51"/>
                    <a:pt x="323" y="51"/>
                  </a:cubicBezTo>
                  <a:cubicBezTo>
                    <a:pt x="323" y="52"/>
                    <a:pt x="322" y="52"/>
                    <a:pt x="321" y="52"/>
                  </a:cubicBezTo>
                  <a:cubicBezTo>
                    <a:pt x="320" y="52"/>
                    <a:pt x="319" y="53"/>
                    <a:pt x="318" y="53"/>
                  </a:cubicBezTo>
                  <a:cubicBezTo>
                    <a:pt x="319" y="53"/>
                    <a:pt x="321" y="52"/>
                    <a:pt x="322" y="53"/>
                  </a:cubicBezTo>
                  <a:close/>
                  <a:moveTo>
                    <a:pt x="454" y="51"/>
                  </a:moveTo>
                  <a:cubicBezTo>
                    <a:pt x="454" y="51"/>
                    <a:pt x="454" y="51"/>
                    <a:pt x="454" y="51"/>
                  </a:cubicBezTo>
                  <a:cubicBezTo>
                    <a:pt x="454" y="51"/>
                    <a:pt x="454" y="51"/>
                    <a:pt x="454" y="51"/>
                  </a:cubicBezTo>
                  <a:close/>
                  <a:moveTo>
                    <a:pt x="454" y="54"/>
                  </a:moveTo>
                  <a:cubicBezTo>
                    <a:pt x="455" y="54"/>
                    <a:pt x="456" y="53"/>
                    <a:pt x="457" y="54"/>
                  </a:cubicBezTo>
                  <a:cubicBezTo>
                    <a:pt x="457" y="54"/>
                    <a:pt x="454" y="54"/>
                    <a:pt x="454" y="55"/>
                  </a:cubicBezTo>
                  <a:cubicBezTo>
                    <a:pt x="454" y="55"/>
                    <a:pt x="455" y="55"/>
                    <a:pt x="454" y="56"/>
                  </a:cubicBezTo>
                  <a:cubicBezTo>
                    <a:pt x="455" y="56"/>
                    <a:pt x="456" y="55"/>
                    <a:pt x="457" y="55"/>
                  </a:cubicBezTo>
                  <a:cubicBezTo>
                    <a:pt x="457" y="56"/>
                    <a:pt x="456" y="56"/>
                    <a:pt x="455" y="56"/>
                  </a:cubicBezTo>
                  <a:cubicBezTo>
                    <a:pt x="455" y="56"/>
                    <a:pt x="454" y="56"/>
                    <a:pt x="453" y="56"/>
                  </a:cubicBezTo>
                  <a:cubicBezTo>
                    <a:pt x="453" y="56"/>
                    <a:pt x="454" y="55"/>
                    <a:pt x="454" y="55"/>
                  </a:cubicBezTo>
                  <a:cubicBezTo>
                    <a:pt x="453" y="55"/>
                    <a:pt x="452" y="54"/>
                    <a:pt x="451" y="55"/>
                  </a:cubicBezTo>
                  <a:cubicBezTo>
                    <a:pt x="451" y="55"/>
                    <a:pt x="450" y="55"/>
                    <a:pt x="449" y="55"/>
                  </a:cubicBezTo>
                  <a:cubicBezTo>
                    <a:pt x="449" y="55"/>
                    <a:pt x="447" y="56"/>
                    <a:pt x="448" y="56"/>
                  </a:cubicBezTo>
                  <a:cubicBezTo>
                    <a:pt x="449" y="56"/>
                    <a:pt x="449" y="56"/>
                    <a:pt x="449" y="56"/>
                  </a:cubicBezTo>
                  <a:cubicBezTo>
                    <a:pt x="449" y="56"/>
                    <a:pt x="449" y="56"/>
                    <a:pt x="448" y="56"/>
                  </a:cubicBezTo>
                  <a:cubicBezTo>
                    <a:pt x="448" y="56"/>
                    <a:pt x="449" y="56"/>
                    <a:pt x="449" y="56"/>
                  </a:cubicBezTo>
                  <a:cubicBezTo>
                    <a:pt x="449" y="56"/>
                    <a:pt x="449" y="56"/>
                    <a:pt x="449" y="56"/>
                  </a:cubicBezTo>
                  <a:cubicBezTo>
                    <a:pt x="448" y="57"/>
                    <a:pt x="447" y="56"/>
                    <a:pt x="446" y="56"/>
                  </a:cubicBezTo>
                  <a:cubicBezTo>
                    <a:pt x="446" y="56"/>
                    <a:pt x="445" y="56"/>
                    <a:pt x="445" y="57"/>
                  </a:cubicBezTo>
                  <a:cubicBezTo>
                    <a:pt x="445" y="57"/>
                    <a:pt x="444" y="57"/>
                    <a:pt x="444" y="57"/>
                  </a:cubicBezTo>
                  <a:cubicBezTo>
                    <a:pt x="444" y="57"/>
                    <a:pt x="443" y="57"/>
                    <a:pt x="443" y="57"/>
                  </a:cubicBezTo>
                  <a:cubicBezTo>
                    <a:pt x="442" y="57"/>
                    <a:pt x="443" y="57"/>
                    <a:pt x="443" y="57"/>
                  </a:cubicBezTo>
                  <a:cubicBezTo>
                    <a:pt x="443" y="57"/>
                    <a:pt x="443" y="58"/>
                    <a:pt x="442" y="58"/>
                  </a:cubicBezTo>
                  <a:cubicBezTo>
                    <a:pt x="443" y="58"/>
                    <a:pt x="443" y="58"/>
                    <a:pt x="443" y="58"/>
                  </a:cubicBezTo>
                  <a:cubicBezTo>
                    <a:pt x="443" y="58"/>
                    <a:pt x="443" y="58"/>
                    <a:pt x="443" y="58"/>
                  </a:cubicBezTo>
                  <a:cubicBezTo>
                    <a:pt x="443" y="58"/>
                    <a:pt x="444" y="58"/>
                    <a:pt x="445" y="58"/>
                  </a:cubicBezTo>
                  <a:cubicBezTo>
                    <a:pt x="446" y="58"/>
                    <a:pt x="447" y="58"/>
                    <a:pt x="447" y="58"/>
                  </a:cubicBezTo>
                  <a:cubicBezTo>
                    <a:pt x="449" y="58"/>
                    <a:pt x="450" y="57"/>
                    <a:pt x="452" y="57"/>
                  </a:cubicBezTo>
                  <a:cubicBezTo>
                    <a:pt x="451" y="58"/>
                    <a:pt x="453" y="57"/>
                    <a:pt x="453" y="57"/>
                  </a:cubicBezTo>
                  <a:cubicBezTo>
                    <a:pt x="453" y="57"/>
                    <a:pt x="454" y="57"/>
                    <a:pt x="455" y="57"/>
                  </a:cubicBezTo>
                  <a:cubicBezTo>
                    <a:pt x="456" y="57"/>
                    <a:pt x="457" y="57"/>
                    <a:pt x="458" y="57"/>
                  </a:cubicBezTo>
                  <a:cubicBezTo>
                    <a:pt x="460" y="57"/>
                    <a:pt x="463" y="56"/>
                    <a:pt x="465" y="56"/>
                  </a:cubicBezTo>
                  <a:cubicBezTo>
                    <a:pt x="465" y="56"/>
                    <a:pt x="464" y="56"/>
                    <a:pt x="464" y="57"/>
                  </a:cubicBezTo>
                  <a:cubicBezTo>
                    <a:pt x="465" y="57"/>
                    <a:pt x="466" y="56"/>
                    <a:pt x="467" y="56"/>
                  </a:cubicBezTo>
                  <a:cubicBezTo>
                    <a:pt x="468" y="56"/>
                    <a:pt x="469" y="56"/>
                    <a:pt x="469" y="56"/>
                  </a:cubicBezTo>
                  <a:cubicBezTo>
                    <a:pt x="468" y="57"/>
                    <a:pt x="467" y="56"/>
                    <a:pt x="466" y="57"/>
                  </a:cubicBezTo>
                  <a:cubicBezTo>
                    <a:pt x="464" y="57"/>
                    <a:pt x="463" y="57"/>
                    <a:pt x="462" y="57"/>
                  </a:cubicBezTo>
                  <a:cubicBezTo>
                    <a:pt x="462" y="57"/>
                    <a:pt x="463" y="57"/>
                    <a:pt x="463" y="57"/>
                  </a:cubicBezTo>
                  <a:cubicBezTo>
                    <a:pt x="462" y="58"/>
                    <a:pt x="461" y="57"/>
                    <a:pt x="460" y="58"/>
                  </a:cubicBezTo>
                  <a:cubicBezTo>
                    <a:pt x="461" y="58"/>
                    <a:pt x="461" y="58"/>
                    <a:pt x="461" y="58"/>
                  </a:cubicBezTo>
                  <a:cubicBezTo>
                    <a:pt x="460" y="58"/>
                    <a:pt x="459" y="58"/>
                    <a:pt x="458" y="58"/>
                  </a:cubicBezTo>
                  <a:cubicBezTo>
                    <a:pt x="459" y="58"/>
                    <a:pt x="460" y="58"/>
                    <a:pt x="460" y="58"/>
                  </a:cubicBezTo>
                  <a:cubicBezTo>
                    <a:pt x="459" y="58"/>
                    <a:pt x="458" y="58"/>
                    <a:pt x="458" y="58"/>
                  </a:cubicBezTo>
                  <a:cubicBezTo>
                    <a:pt x="458" y="58"/>
                    <a:pt x="459" y="58"/>
                    <a:pt x="459" y="58"/>
                  </a:cubicBezTo>
                  <a:cubicBezTo>
                    <a:pt x="458" y="59"/>
                    <a:pt x="456" y="58"/>
                    <a:pt x="455" y="59"/>
                  </a:cubicBezTo>
                  <a:cubicBezTo>
                    <a:pt x="455" y="59"/>
                    <a:pt x="455" y="59"/>
                    <a:pt x="455" y="59"/>
                  </a:cubicBezTo>
                  <a:cubicBezTo>
                    <a:pt x="456" y="59"/>
                    <a:pt x="456" y="59"/>
                    <a:pt x="456" y="59"/>
                  </a:cubicBezTo>
                  <a:cubicBezTo>
                    <a:pt x="455" y="59"/>
                    <a:pt x="454" y="59"/>
                    <a:pt x="454" y="59"/>
                  </a:cubicBezTo>
                  <a:cubicBezTo>
                    <a:pt x="454" y="59"/>
                    <a:pt x="454" y="59"/>
                    <a:pt x="455" y="59"/>
                  </a:cubicBezTo>
                  <a:cubicBezTo>
                    <a:pt x="454" y="59"/>
                    <a:pt x="454" y="59"/>
                    <a:pt x="453" y="59"/>
                  </a:cubicBezTo>
                  <a:cubicBezTo>
                    <a:pt x="454" y="59"/>
                    <a:pt x="454" y="60"/>
                    <a:pt x="455" y="60"/>
                  </a:cubicBezTo>
                  <a:cubicBezTo>
                    <a:pt x="455" y="60"/>
                    <a:pt x="456" y="60"/>
                    <a:pt x="456" y="60"/>
                  </a:cubicBezTo>
                  <a:cubicBezTo>
                    <a:pt x="456" y="60"/>
                    <a:pt x="455" y="60"/>
                    <a:pt x="455" y="60"/>
                  </a:cubicBezTo>
                  <a:cubicBezTo>
                    <a:pt x="456" y="60"/>
                    <a:pt x="456" y="60"/>
                    <a:pt x="457" y="60"/>
                  </a:cubicBezTo>
                  <a:cubicBezTo>
                    <a:pt x="456" y="61"/>
                    <a:pt x="454" y="60"/>
                    <a:pt x="453" y="61"/>
                  </a:cubicBezTo>
                  <a:cubicBezTo>
                    <a:pt x="454" y="61"/>
                    <a:pt x="452" y="62"/>
                    <a:pt x="453" y="62"/>
                  </a:cubicBezTo>
                  <a:cubicBezTo>
                    <a:pt x="454" y="63"/>
                    <a:pt x="456" y="62"/>
                    <a:pt x="457" y="63"/>
                  </a:cubicBezTo>
                  <a:cubicBezTo>
                    <a:pt x="457" y="62"/>
                    <a:pt x="458" y="62"/>
                    <a:pt x="458" y="62"/>
                  </a:cubicBezTo>
                  <a:cubicBezTo>
                    <a:pt x="458" y="62"/>
                    <a:pt x="459" y="62"/>
                    <a:pt x="459" y="62"/>
                  </a:cubicBezTo>
                  <a:cubicBezTo>
                    <a:pt x="460" y="61"/>
                    <a:pt x="460" y="61"/>
                    <a:pt x="461" y="61"/>
                  </a:cubicBezTo>
                  <a:cubicBezTo>
                    <a:pt x="460" y="62"/>
                    <a:pt x="459" y="62"/>
                    <a:pt x="458" y="62"/>
                  </a:cubicBezTo>
                  <a:cubicBezTo>
                    <a:pt x="459" y="63"/>
                    <a:pt x="460" y="62"/>
                    <a:pt x="461" y="62"/>
                  </a:cubicBezTo>
                  <a:cubicBezTo>
                    <a:pt x="461" y="62"/>
                    <a:pt x="462" y="62"/>
                    <a:pt x="463" y="62"/>
                  </a:cubicBezTo>
                  <a:cubicBezTo>
                    <a:pt x="462" y="62"/>
                    <a:pt x="462" y="62"/>
                    <a:pt x="463" y="62"/>
                  </a:cubicBezTo>
                  <a:cubicBezTo>
                    <a:pt x="462" y="62"/>
                    <a:pt x="464" y="62"/>
                    <a:pt x="464" y="62"/>
                  </a:cubicBezTo>
                  <a:cubicBezTo>
                    <a:pt x="464" y="62"/>
                    <a:pt x="465" y="62"/>
                    <a:pt x="465" y="62"/>
                  </a:cubicBezTo>
                  <a:cubicBezTo>
                    <a:pt x="466" y="62"/>
                    <a:pt x="467" y="62"/>
                    <a:pt x="468" y="62"/>
                  </a:cubicBezTo>
                  <a:cubicBezTo>
                    <a:pt x="468" y="62"/>
                    <a:pt x="469" y="62"/>
                    <a:pt x="469" y="61"/>
                  </a:cubicBezTo>
                  <a:cubicBezTo>
                    <a:pt x="469" y="61"/>
                    <a:pt x="469" y="61"/>
                    <a:pt x="469" y="61"/>
                  </a:cubicBezTo>
                  <a:cubicBezTo>
                    <a:pt x="468" y="61"/>
                    <a:pt x="470" y="61"/>
                    <a:pt x="470" y="60"/>
                  </a:cubicBezTo>
                  <a:cubicBezTo>
                    <a:pt x="469" y="61"/>
                    <a:pt x="469" y="61"/>
                    <a:pt x="469" y="61"/>
                  </a:cubicBezTo>
                  <a:cubicBezTo>
                    <a:pt x="469" y="61"/>
                    <a:pt x="470" y="61"/>
                    <a:pt x="470" y="61"/>
                  </a:cubicBezTo>
                  <a:cubicBezTo>
                    <a:pt x="471" y="61"/>
                    <a:pt x="472" y="61"/>
                    <a:pt x="472" y="61"/>
                  </a:cubicBezTo>
                  <a:cubicBezTo>
                    <a:pt x="472" y="61"/>
                    <a:pt x="471" y="61"/>
                    <a:pt x="472" y="61"/>
                  </a:cubicBezTo>
                  <a:cubicBezTo>
                    <a:pt x="472" y="61"/>
                    <a:pt x="471" y="61"/>
                    <a:pt x="471" y="61"/>
                  </a:cubicBezTo>
                  <a:cubicBezTo>
                    <a:pt x="472" y="60"/>
                    <a:pt x="471" y="60"/>
                    <a:pt x="471" y="60"/>
                  </a:cubicBezTo>
                  <a:cubicBezTo>
                    <a:pt x="471" y="60"/>
                    <a:pt x="471" y="60"/>
                    <a:pt x="471" y="60"/>
                  </a:cubicBezTo>
                  <a:cubicBezTo>
                    <a:pt x="471" y="60"/>
                    <a:pt x="471" y="60"/>
                    <a:pt x="472" y="59"/>
                  </a:cubicBezTo>
                  <a:cubicBezTo>
                    <a:pt x="471" y="59"/>
                    <a:pt x="470" y="60"/>
                    <a:pt x="470" y="60"/>
                  </a:cubicBezTo>
                  <a:cubicBezTo>
                    <a:pt x="470" y="60"/>
                    <a:pt x="470" y="60"/>
                    <a:pt x="471" y="59"/>
                  </a:cubicBezTo>
                  <a:cubicBezTo>
                    <a:pt x="470" y="59"/>
                    <a:pt x="470" y="59"/>
                    <a:pt x="470" y="59"/>
                  </a:cubicBezTo>
                  <a:cubicBezTo>
                    <a:pt x="471" y="59"/>
                    <a:pt x="471" y="59"/>
                    <a:pt x="472" y="59"/>
                  </a:cubicBezTo>
                  <a:cubicBezTo>
                    <a:pt x="472" y="59"/>
                    <a:pt x="472" y="59"/>
                    <a:pt x="472" y="59"/>
                  </a:cubicBezTo>
                  <a:cubicBezTo>
                    <a:pt x="472" y="58"/>
                    <a:pt x="473" y="59"/>
                    <a:pt x="473" y="59"/>
                  </a:cubicBezTo>
                  <a:cubicBezTo>
                    <a:pt x="473" y="59"/>
                    <a:pt x="473" y="59"/>
                    <a:pt x="472" y="58"/>
                  </a:cubicBezTo>
                  <a:cubicBezTo>
                    <a:pt x="472" y="58"/>
                    <a:pt x="473" y="58"/>
                    <a:pt x="472" y="58"/>
                  </a:cubicBezTo>
                  <a:cubicBezTo>
                    <a:pt x="473" y="58"/>
                    <a:pt x="474" y="58"/>
                    <a:pt x="474" y="58"/>
                  </a:cubicBezTo>
                  <a:cubicBezTo>
                    <a:pt x="474" y="58"/>
                    <a:pt x="475" y="58"/>
                    <a:pt x="474" y="58"/>
                  </a:cubicBezTo>
                  <a:cubicBezTo>
                    <a:pt x="475" y="57"/>
                    <a:pt x="476" y="57"/>
                    <a:pt x="476" y="58"/>
                  </a:cubicBezTo>
                  <a:cubicBezTo>
                    <a:pt x="476" y="58"/>
                    <a:pt x="475" y="58"/>
                    <a:pt x="475" y="59"/>
                  </a:cubicBezTo>
                  <a:cubicBezTo>
                    <a:pt x="476" y="59"/>
                    <a:pt x="476" y="59"/>
                    <a:pt x="476" y="59"/>
                  </a:cubicBezTo>
                  <a:cubicBezTo>
                    <a:pt x="476" y="58"/>
                    <a:pt x="478" y="57"/>
                    <a:pt x="478" y="57"/>
                  </a:cubicBezTo>
                  <a:cubicBezTo>
                    <a:pt x="479" y="56"/>
                    <a:pt x="479" y="56"/>
                    <a:pt x="478" y="56"/>
                  </a:cubicBezTo>
                  <a:cubicBezTo>
                    <a:pt x="477" y="56"/>
                    <a:pt x="477" y="56"/>
                    <a:pt x="476" y="56"/>
                  </a:cubicBezTo>
                  <a:cubicBezTo>
                    <a:pt x="477" y="55"/>
                    <a:pt x="478" y="56"/>
                    <a:pt x="479" y="55"/>
                  </a:cubicBezTo>
                  <a:cubicBezTo>
                    <a:pt x="480" y="55"/>
                    <a:pt x="480" y="54"/>
                    <a:pt x="480" y="54"/>
                  </a:cubicBezTo>
                  <a:cubicBezTo>
                    <a:pt x="481" y="54"/>
                    <a:pt x="481" y="53"/>
                    <a:pt x="482" y="53"/>
                  </a:cubicBezTo>
                  <a:cubicBezTo>
                    <a:pt x="483" y="53"/>
                    <a:pt x="484" y="53"/>
                    <a:pt x="483" y="52"/>
                  </a:cubicBezTo>
                  <a:cubicBezTo>
                    <a:pt x="483" y="51"/>
                    <a:pt x="485" y="50"/>
                    <a:pt x="485" y="50"/>
                  </a:cubicBezTo>
                  <a:cubicBezTo>
                    <a:pt x="485" y="49"/>
                    <a:pt x="482" y="49"/>
                    <a:pt x="482" y="49"/>
                  </a:cubicBezTo>
                  <a:cubicBezTo>
                    <a:pt x="482" y="49"/>
                    <a:pt x="483" y="49"/>
                    <a:pt x="483" y="49"/>
                  </a:cubicBezTo>
                  <a:cubicBezTo>
                    <a:pt x="483" y="49"/>
                    <a:pt x="482" y="49"/>
                    <a:pt x="483" y="48"/>
                  </a:cubicBezTo>
                  <a:cubicBezTo>
                    <a:pt x="482" y="48"/>
                    <a:pt x="481" y="48"/>
                    <a:pt x="480" y="48"/>
                  </a:cubicBezTo>
                  <a:cubicBezTo>
                    <a:pt x="481" y="49"/>
                    <a:pt x="481" y="48"/>
                    <a:pt x="482" y="48"/>
                  </a:cubicBezTo>
                  <a:cubicBezTo>
                    <a:pt x="481" y="48"/>
                    <a:pt x="480" y="49"/>
                    <a:pt x="480" y="49"/>
                  </a:cubicBezTo>
                  <a:cubicBezTo>
                    <a:pt x="480" y="49"/>
                    <a:pt x="479" y="49"/>
                    <a:pt x="479" y="49"/>
                  </a:cubicBezTo>
                  <a:cubicBezTo>
                    <a:pt x="478" y="49"/>
                    <a:pt x="478" y="49"/>
                    <a:pt x="477" y="49"/>
                  </a:cubicBezTo>
                  <a:cubicBezTo>
                    <a:pt x="478" y="49"/>
                    <a:pt x="478" y="50"/>
                    <a:pt x="477" y="50"/>
                  </a:cubicBezTo>
                  <a:cubicBezTo>
                    <a:pt x="477" y="50"/>
                    <a:pt x="477" y="50"/>
                    <a:pt x="477" y="50"/>
                  </a:cubicBezTo>
                  <a:cubicBezTo>
                    <a:pt x="476" y="50"/>
                    <a:pt x="476" y="50"/>
                    <a:pt x="475" y="50"/>
                  </a:cubicBezTo>
                  <a:cubicBezTo>
                    <a:pt x="475" y="50"/>
                    <a:pt x="475" y="50"/>
                    <a:pt x="475" y="50"/>
                  </a:cubicBezTo>
                  <a:cubicBezTo>
                    <a:pt x="475" y="50"/>
                    <a:pt x="476" y="50"/>
                    <a:pt x="476" y="50"/>
                  </a:cubicBezTo>
                  <a:cubicBezTo>
                    <a:pt x="476" y="49"/>
                    <a:pt x="476" y="50"/>
                    <a:pt x="475" y="49"/>
                  </a:cubicBezTo>
                  <a:cubicBezTo>
                    <a:pt x="475" y="49"/>
                    <a:pt x="474" y="49"/>
                    <a:pt x="474" y="49"/>
                  </a:cubicBezTo>
                  <a:cubicBezTo>
                    <a:pt x="474" y="49"/>
                    <a:pt x="475" y="49"/>
                    <a:pt x="475" y="49"/>
                  </a:cubicBezTo>
                  <a:cubicBezTo>
                    <a:pt x="475" y="48"/>
                    <a:pt x="473" y="49"/>
                    <a:pt x="473" y="49"/>
                  </a:cubicBezTo>
                  <a:cubicBezTo>
                    <a:pt x="472" y="49"/>
                    <a:pt x="471" y="48"/>
                    <a:pt x="471" y="48"/>
                  </a:cubicBezTo>
                  <a:cubicBezTo>
                    <a:pt x="469" y="48"/>
                    <a:pt x="468" y="49"/>
                    <a:pt x="466" y="49"/>
                  </a:cubicBezTo>
                  <a:cubicBezTo>
                    <a:pt x="466" y="49"/>
                    <a:pt x="465" y="49"/>
                    <a:pt x="464" y="50"/>
                  </a:cubicBezTo>
                  <a:cubicBezTo>
                    <a:pt x="464" y="50"/>
                    <a:pt x="465" y="50"/>
                    <a:pt x="465" y="51"/>
                  </a:cubicBezTo>
                  <a:cubicBezTo>
                    <a:pt x="465" y="51"/>
                    <a:pt x="468" y="51"/>
                    <a:pt x="468" y="51"/>
                  </a:cubicBezTo>
                  <a:cubicBezTo>
                    <a:pt x="468" y="51"/>
                    <a:pt x="468" y="51"/>
                    <a:pt x="468" y="51"/>
                  </a:cubicBezTo>
                  <a:cubicBezTo>
                    <a:pt x="468" y="51"/>
                    <a:pt x="469" y="51"/>
                    <a:pt x="469" y="51"/>
                  </a:cubicBezTo>
                  <a:cubicBezTo>
                    <a:pt x="469" y="51"/>
                    <a:pt x="469" y="51"/>
                    <a:pt x="468" y="51"/>
                  </a:cubicBezTo>
                  <a:cubicBezTo>
                    <a:pt x="469" y="51"/>
                    <a:pt x="469" y="51"/>
                    <a:pt x="469" y="51"/>
                  </a:cubicBezTo>
                  <a:cubicBezTo>
                    <a:pt x="469" y="52"/>
                    <a:pt x="468" y="51"/>
                    <a:pt x="467" y="51"/>
                  </a:cubicBezTo>
                  <a:cubicBezTo>
                    <a:pt x="467" y="51"/>
                    <a:pt x="468" y="51"/>
                    <a:pt x="468" y="51"/>
                  </a:cubicBezTo>
                  <a:cubicBezTo>
                    <a:pt x="467" y="52"/>
                    <a:pt x="466" y="51"/>
                    <a:pt x="465" y="52"/>
                  </a:cubicBezTo>
                  <a:cubicBezTo>
                    <a:pt x="464" y="52"/>
                    <a:pt x="466" y="52"/>
                    <a:pt x="466" y="52"/>
                  </a:cubicBezTo>
                  <a:cubicBezTo>
                    <a:pt x="466" y="52"/>
                    <a:pt x="467" y="52"/>
                    <a:pt x="467" y="52"/>
                  </a:cubicBezTo>
                  <a:cubicBezTo>
                    <a:pt x="468" y="52"/>
                    <a:pt x="468" y="52"/>
                    <a:pt x="468" y="52"/>
                  </a:cubicBezTo>
                  <a:cubicBezTo>
                    <a:pt x="469" y="52"/>
                    <a:pt x="470" y="52"/>
                    <a:pt x="471" y="52"/>
                  </a:cubicBezTo>
                  <a:cubicBezTo>
                    <a:pt x="469" y="53"/>
                    <a:pt x="467" y="53"/>
                    <a:pt x="465" y="53"/>
                  </a:cubicBezTo>
                  <a:cubicBezTo>
                    <a:pt x="466" y="53"/>
                    <a:pt x="465" y="53"/>
                    <a:pt x="465" y="53"/>
                  </a:cubicBezTo>
                  <a:cubicBezTo>
                    <a:pt x="465" y="53"/>
                    <a:pt x="466" y="53"/>
                    <a:pt x="466" y="53"/>
                  </a:cubicBezTo>
                  <a:cubicBezTo>
                    <a:pt x="466" y="54"/>
                    <a:pt x="465" y="54"/>
                    <a:pt x="465" y="54"/>
                  </a:cubicBezTo>
                  <a:cubicBezTo>
                    <a:pt x="466" y="54"/>
                    <a:pt x="465" y="54"/>
                    <a:pt x="466" y="54"/>
                  </a:cubicBezTo>
                  <a:cubicBezTo>
                    <a:pt x="466" y="54"/>
                    <a:pt x="466" y="54"/>
                    <a:pt x="465" y="54"/>
                  </a:cubicBezTo>
                  <a:cubicBezTo>
                    <a:pt x="466" y="54"/>
                    <a:pt x="468" y="54"/>
                    <a:pt x="469" y="54"/>
                  </a:cubicBezTo>
                  <a:cubicBezTo>
                    <a:pt x="468" y="54"/>
                    <a:pt x="467" y="54"/>
                    <a:pt x="466" y="54"/>
                  </a:cubicBezTo>
                  <a:cubicBezTo>
                    <a:pt x="466" y="55"/>
                    <a:pt x="465" y="55"/>
                    <a:pt x="464" y="55"/>
                  </a:cubicBezTo>
                  <a:cubicBezTo>
                    <a:pt x="464" y="55"/>
                    <a:pt x="464" y="55"/>
                    <a:pt x="464" y="54"/>
                  </a:cubicBezTo>
                  <a:cubicBezTo>
                    <a:pt x="464" y="54"/>
                    <a:pt x="464" y="55"/>
                    <a:pt x="463" y="54"/>
                  </a:cubicBezTo>
                  <a:cubicBezTo>
                    <a:pt x="464" y="54"/>
                    <a:pt x="464" y="54"/>
                    <a:pt x="464" y="54"/>
                  </a:cubicBezTo>
                  <a:cubicBezTo>
                    <a:pt x="464" y="54"/>
                    <a:pt x="464" y="54"/>
                    <a:pt x="464" y="53"/>
                  </a:cubicBezTo>
                  <a:cubicBezTo>
                    <a:pt x="463" y="53"/>
                    <a:pt x="463" y="53"/>
                    <a:pt x="462" y="53"/>
                  </a:cubicBezTo>
                  <a:cubicBezTo>
                    <a:pt x="463" y="53"/>
                    <a:pt x="463" y="53"/>
                    <a:pt x="464" y="53"/>
                  </a:cubicBezTo>
                  <a:cubicBezTo>
                    <a:pt x="463" y="53"/>
                    <a:pt x="462" y="53"/>
                    <a:pt x="462" y="53"/>
                  </a:cubicBezTo>
                  <a:cubicBezTo>
                    <a:pt x="462" y="53"/>
                    <a:pt x="463" y="53"/>
                    <a:pt x="462" y="52"/>
                  </a:cubicBezTo>
                  <a:cubicBezTo>
                    <a:pt x="462" y="52"/>
                    <a:pt x="461" y="52"/>
                    <a:pt x="461" y="52"/>
                  </a:cubicBezTo>
                  <a:cubicBezTo>
                    <a:pt x="461" y="51"/>
                    <a:pt x="462" y="51"/>
                    <a:pt x="462" y="51"/>
                  </a:cubicBezTo>
                  <a:cubicBezTo>
                    <a:pt x="461" y="51"/>
                    <a:pt x="461" y="50"/>
                    <a:pt x="460" y="50"/>
                  </a:cubicBezTo>
                  <a:cubicBezTo>
                    <a:pt x="460" y="50"/>
                    <a:pt x="459" y="50"/>
                    <a:pt x="459" y="50"/>
                  </a:cubicBezTo>
                  <a:cubicBezTo>
                    <a:pt x="458" y="50"/>
                    <a:pt x="458" y="50"/>
                    <a:pt x="457" y="50"/>
                  </a:cubicBezTo>
                  <a:cubicBezTo>
                    <a:pt x="457" y="50"/>
                    <a:pt x="456" y="50"/>
                    <a:pt x="457" y="51"/>
                  </a:cubicBezTo>
                  <a:cubicBezTo>
                    <a:pt x="456" y="51"/>
                    <a:pt x="456" y="51"/>
                    <a:pt x="456" y="51"/>
                  </a:cubicBezTo>
                  <a:cubicBezTo>
                    <a:pt x="455" y="51"/>
                    <a:pt x="455" y="51"/>
                    <a:pt x="454" y="51"/>
                  </a:cubicBezTo>
                  <a:cubicBezTo>
                    <a:pt x="455" y="51"/>
                    <a:pt x="455" y="51"/>
                    <a:pt x="455" y="51"/>
                  </a:cubicBezTo>
                  <a:cubicBezTo>
                    <a:pt x="455" y="51"/>
                    <a:pt x="454" y="52"/>
                    <a:pt x="454" y="52"/>
                  </a:cubicBezTo>
                  <a:cubicBezTo>
                    <a:pt x="454" y="52"/>
                    <a:pt x="455" y="52"/>
                    <a:pt x="456" y="52"/>
                  </a:cubicBezTo>
                  <a:cubicBezTo>
                    <a:pt x="457" y="52"/>
                    <a:pt x="458" y="52"/>
                    <a:pt x="459" y="52"/>
                  </a:cubicBezTo>
                  <a:cubicBezTo>
                    <a:pt x="458" y="52"/>
                    <a:pt x="456" y="52"/>
                    <a:pt x="455" y="53"/>
                  </a:cubicBezTo>
                  <a:cubicBezTo>
                    <a:pt x="455" y="53"/>
                    <a:pt x="453" y="53"/>
                    <a:pt x="454" y="54"/>
                  </a:cubicBezTo>
                  <a:close/>
                  <a:moveTo>
                    <a:pt x="496" y="46"/>
                  </a:moveTo>
                  <a:cubicBezTo>
                    <a:pt x="497" y="45"/>
                    <a:pt x="498" y="45"/>
                    <a:pt x="498" y="46"/>
                  </a:cubicBezTo>
                  <a:cubicBezTo>
                    <a:pt x="499" y="46"/>
                    <a:pt x="500" y="46"/>
                    <a:pt x="500" y="45"/>
                  </a:cubicBezTo>
                  <a:cubicBezTo>
                    <a:pt x="500" y="45"/>
                    <a:pt x="500" y="45"/>
                    <a:pt x="500" y="45"/>
                  </a:cubicBezTo>
                  <a:cubicBezTo>
                    <a:pt x="501" y="45"/>
                    <a:pt x="502" y="45"/>
                    <a:pt x="503" y="45"/>
                  </a:cubicBezTo>
                  <a:cubicBezTo>
                    <a:pt x="504" y="45"/>
                    <a:pt x="505" y="45"/>
                    <a:pt x="506" y="45"/>
                  </a:cubicBezTo>
                  <a:cubicBezTo>
                    <a:pt x="506" y="45"/>
                    <a:pt x="507" y="45"/>
                    <a:pt x="508" y="46"/>
                  </a:cubicBezTo>
                  <a:cubicBezTo>
                    <a:pt x="509" y="46"/>
                    <a:pt x="510" y="45"/>
                    <a:pt x="510" y="46"/>
                  </a:cubicBezTo>
                  <a:cubicBezTo>
                    <a:pt x="511" y="46"/>
                    <a:pt x="511" y="46"/>
                    <a:pt x="511" y="46"/>
                  </a:cubicBezTo>
                  <a:cubicBezTo>
                    <a:pt x="510" y="46"/>
                    <a:pt x="511" y="46"/>
                    <a:pt x="511" y="46"/>
                  </a:cubicBezTo>
                  <a:cubicBezTo>
                    <a:pt x="512" y="46"/>
                    <a:pt x="513" y="46"/>
                    <a:pt x="514" y="46"/>
                  </a:cubicBezTo>
                  <a:cubicBezTo>
                    <a:pt x="514" y="46"/>
                    <a:pt x="515" y="46"/>
                    <a:pt x="515" y="46"/>
                  </a:cubicBezTo>
                  <a:cubicBezTo>
                    <a:pt x="516" y="47"/>
                    <a:pt x="517" y="48"/>
                    <a:pt x="517" y="48"/>
                  </a:cubicBezTo>
                  <a:cubicBezTo>
                    <a:pt x="516" y="49"/>
                    <a:pt x="514" y="49"/>
                    <a:pt x="513" y="49"/>
                  </a:cubicBezTo>
                  <a:cubicBezTo>
                    <a:pt x="513" y="50"/>
                    <a:pt x="511" y="50"/>
                    <a:pt x="511" y="50"/>
                  </a:cubicBezTo>
                  <a:cubicBezTo>
                    <a:pt x="510" y="50"/>
                    <a:pt x="511" y="50"/>
                    <a:pt x="512" y="50"/>
                  </a:cubicBezTo>
                  <a:cubicBezTo>
                    <a:pt x="511" y="50"/>
                    <a:pt x="511" y="50"/>
                    <a:pt x="511" y="50"/>
                  </a:cubicBezTo>
                  <a:cubicBezTo>
                    <a:pt x="512" y="50"/>
                    <a:pt x="513" y="50"/>
                    <a:pt x="515" y="49"/>
                  </a:cubicBezTo>
                  <a:cubicBezTo>
                    <a:pt x="516" y="49"/>
                    <a:pt x="517" y="49"/>
                    <a:pt x="519" y="49"/>
                  </a:cubicBezTo>
                  <a:cubicBezTo>
                    <a:pt x="520" y="49"/>
                    <a:pt x="521" y="49"/>
                    <a:pt x="522" y="49"/>
                  </a:cubicBezTo>
                  <a:cubicBezTo>
                    <a:pt x="523" y="48"/>
                    <a:pt x="525" y="48"/>
                    <a:pt x="526" y="48"/>
                  </a:cubicBezTo>
                  <a:cubicBezTo>
                    <a:pt x="527" y="48"/>
                    <a:pt x="527" y="48"/>
                    <a:pt x="528" y="48"/>
                  </a:cubicBezTo>
                  <a:cubicBezTo>
                    <a:pt x="528" y="48"/>
                    <a:pt x="529" y="48"/>
                    <a:pt x="529" y="48"/>
                  </a:cubicBezTo>
                  <a:cubicBezTo>
                    <a:pt x="530" y="48"/>
                    <a:pt x="530" y="49"/>
                    <a:pt x="531" y="49"/>
                  </a:cubicBezTo>
                  <a:cubicBezTo>
                    <a:pt x="531" y="49"/>
                    <a:pt x="532" y="49"/>
                    <a:pt x="532" y="49"/>
                  </a:cubicBezTo>
                  <a:cubicBezTo>
                    <a:pt x="532" y="50"/>
                    <a:pt x="531" y="50"/>
                    <a:pt x="531" y="50"/>
                  </a:cubicBezTo>
                  <a:cubicBezTo>
                    <a:pt x="531" y="50"/>
                    <a:pt x="530" y="50"/>
                    <a:pt x="530" y="50"/>
                  </a:cubicBezTo>
                  <a:cubicBezTo>
                    <a:pt x="529" y="50"/>
                    <a:pt x="529" y="50"/>
                    <a:pt x="528" y="50"/>
                  </a:cubicBezTo>
                  <a:cubicBezTo>
                    <a:pt x="527" y="50"/>
                    <a:pt x="526" y="49"/>
                    <a:pt x="525" y="50"/>
                  </a:cubicBezTo>
                  <a:cubicBezTo>
                    <a:pt x="526" y="50"/>
                    <a:pt x="527" y="50"/>
                    <a:pt x="528" y="50"/>
                  </a:cubicBezTo>
                  <a:cubicBezTo>
                    <a:pt x="529" y="50"/>
                    <a:pt x="530" y="50"/>
                    <a:pt x="530" y="50"/>
                  </a:cubicBezTo>
                  <a:cubicBezTo>
                    <a:pt x="532" y="50"/>
                    <a:pt x="534" y="51"/>
                    <a:pt x="536" y="51"/>
                  </a:cubicBezTo>
                  <a:cubicBezTo>
                    <a:pt x="536" y="51"/>
                    <a:pt x="537" y="51"/>
                    <a:pt x="537" y="52"/>
                  </a:cubicBezTo>
                  <a:cubicBezTo>
                    <a:pt x="537" y="52"/>
                    <a:pt x="536" y="52"/>
                    <a:pt x="535" y="52"/>
                  </a:cubicBezTo>
                  <a:cubicBezTo>
                    <a:pt x="534" y="52"/>
                    <a:pt x="533" y="52"/>
                    <a:pt x="532" y="52"/>
                  </a:cubicBezTo>
                  <a:cubicBezTo>
                    <a:pt x="531" y="52"/>
                    <a:pt x="529" y="52"/>
                    <a:pt x="528" y="52"/>
                  </a:cubicBezTo>
                  <a:cubicBezTo>
                    <a:pt x="529" y="53"/>
                    <a:pt x="530" y="52"/>
                    <a:pt x="531" y="53"/>
                  </a:cubicBezTo>
                  <a:cubicBezTo>
                    <a:pt x="530" y="53"/>
                    <a:pt x="529" y="53"/>
                    <a:pt x="529" y="53"/>
                  </a:cubicBezTo>
                  <a:cubicBezTo>
                    <a:pt x="528" y="52"/>
                    <a:pt x="527" y="52"/>
                    <a:pt x="526" y="52"/>
                  </a:cubicBezTo>
                  <a:cubicBezTo>
                    <a:pt x="526" y="52"/>
                    <a:pt x="525" y="52"/>
                    <a:pt x="524" y="52"/>
                  </a:cubicBezTo>
                  <a:cubicBezTo>
                    <a:pt x="523" y="52"/>
                    <a:pt x="523" y="51"/>
                    <a:pt x="522" y="52"/>
                  </a:cubicBezTo>
                  <a:cubicBezTo>
                    <a:pt x="522" y="52"/>
                    <a:pt x="523" y="52"/>
                    <a:pt x="524" y="52"/>
                  </a:cubicBezTo>
                  <a:cubicBezTo>
                    <a:pt x="523" y="52"/>
                    <a:pt x="523" y="52"/>
                    <a:pt x="522" y="52"/>
                  </a:cubicBezTo>
                  <a:cubicBezTo>
                    <a:pt x="523" y="53"/>
                    <a:pt x="523" y="52"/>
                    <a:pt x="524" y="52"/>
                  </a:cubicBezTo>
                  <a:cubicBezTo>
                    <a:pt x="525" y="53"/>
                    <a:pt x="526" y="53"/>
                    <a:pt x="526" y="53"/>
                  </a:cubicBezTo>
                  <a:cubicBezTo>
                    <a:pt x="526" y="53"/>
                    <a:pt x="525" y="53"/>
                    <a:pt x="525" y="53"/>
                  </a:cubicBezTo>
                  <a:cubicBezTo>
                    <a:pt x="525" y="53"/>
                    <a:pt x="526" y="53"/>
                    <a:pt x="527" y="53"/>
                  </a:cubicBezTo>
                  <a:cubicBezTo>
                    <a:pt x="527" y="53"/>
                    <a:pt x="528" y="53"/>
                    <a:pt x="529" y="53"/>
                  </a:cubicBezTo>
                  <a:cubicBezTo>
                    <a:pt x="528" y="54"/>
                    <a:pt x="527" y="54"/>
                    <a:pt x="526" y="54"/>
                  </a:cubicBezTo>
                  <a:cubicBezTo>
                    <a:pt x="525" y="53"/>
                    <a:pt x="524" y="53"/>
                    <a:pt x="522" y="54"/>
                  </a:cubicBezTo>
                  <a:cubicBezTo>
                    <a:pt x="523" y="54"/>
                    <a:pt x="523" y="54"/>
                    <a:pt x="524" y="54"/>
                  </a:cubicBezTo>
                  <a:cubicBezTo>
                    <a:pt x="523" y="54"/>
                    <a:pt x="523" y="54"/>
                    <a:pt x="523" y="54"/>
                  </a:cubicBezTo>
                  <a:cubicBezTo>
                    <a:pt x="523" y="54"/>
                    <a:pt x="523" y="54"/>
                    <a:pt x="523" y="54"/>
                  </a:cubicBezTo>
                  <a:cubicBezTo>
                    <a:pt x="522" y="54"/>
                    <a:pt x="522" y="54"/>
                    <a:pt x="521" y="55"/>
                  </a:cubicBezTo>
                  <a:cubicBezTo>
                    <a:pt x="521" y="55"/>
                    <a:pt x="521" y="55"/>
                    <a:pt x="521" y="55"/>
                  </a:cubicBezTo>
                  <a:cubicBezTo>
                    <a:pt x="521" y="55"/>
                    <a:pt x="522" y="55"/>
                    <a:pt x="522" y="55"/>
                  </a:cubicBezTo>
                  <a:cubicBezTo>
                    <a:pt x="522" y="55"/>
                    <a:pt x="523" y="54"/>
                    <a:pt x="523" y="54"/>
                  </a:cubicBezTo>
                  <a:cubicBezTo>
                    <a:pt x="524" y="54"/>
                    <a:pt x="524" y="54"/>
                    <a:pt x="524" y="54"/>
                  </a:cubicBezTo>
                  <a:cubicBezTo>
                    <a:pt x="524" y="54"/>
                    <a:pt x="525" y="54"/>
                    <a:pt x="525" y="54"/>
                  </a:cubicBezTo>
                  <a:cubicBezTo>
                    <a:pt x="525" y="54"/>
                    <a:pt x="526" y="54"/>
                    <a:pt x="526" y="54"/>
                  </a:cubicBezTo>
                  <a:cubicBezTo>
                    <a:pt x="526" y="54"/>
                    <a:pt x="526" y="54"/>
                    <a:pt x="525" y="55"/>
                  </a:cubicBezTo>
                  <a:cubicBezTo>
                    <a:pt x="526" y="55"/>
                    <a:pt x="527" y="54"/>
                    <a:pt x="528" y="54"/>
                  </a:cubicBezTo>
                  <a:cubicBezTo>
                    <a:pt x="529" y="54"/>
                    <a:pt x="529" y="54"/>
                    <a:pt x="530" y="54"/>
                  </a:cubicBezTo>
                  <a:cubicBezTo>
                    <a:pt x="529" y="54"/>
                    <a:pt x="530" y="54"/>
                    <a:pt x="531" y="55"/>
                  </a:cubicBezTo>
                  <a:cubicBezTo>
                    <a:pt x="531" y="55"/>
                    <a:pt x="529" y="55"/>
                    <a:pt x="529" y="56"/>
                  </a:cubicBezTo>
                  <a:cubicBezTo>
                    <a:pt x="529" y="56"/>
                    <a:pt x="530" y="55"/>
                    <a:pt x="530" y="55"/>
                  </a:cubicBezTo>
                  <a:cubicBezTo>
                    <a:pt x="530" y="55"/>
                    <a:pt x="531" y="55"/>
                    <a:pt x="531" y="55"/>
                  </a:cubicBezTo>
                  <a:cubicBezTo>
                    <a:pt x="532" y="55"/>
                    <a:pt x="533" y="55"/>
                    <a:pt x="532" y="56"/>
                  </a:cubicBezTo>
                  <a:cubicBezTo>
                    <a:pt x="532" y="56"/>
                    <a:pt x="531" y="57"/>
                    <a:pt x="530" y="57"/>
                  </a:cubicBezTo>
                  <a:cubicBezTo>
                    <a:pt x="530" y="57"/>
                    <a:pt x="529" y="57"/>
                    <a:pt x="528" y="57"/>
                  </a:cubicBezTo>
                  <a:cubicBezTo>
                    <a:pt x="528" y="57"/>
                    <a:pt x="528" y="57"/>
                    <a:pt x="528" y="57"/>
                  </a:cubicBezTo>
                  <a:cubicBezTo>
                    <a:pt x="528" y="57"/>
                    <a:pt x="527" y="57"/>
                    <a:pt x="527" y="58"/>
                  </a:cubicBezTo>
                  <a:cubicBezTo>
                    <a:pt x="528" y="58"/>
                    <a:pt x="529" y="57"/>
                    <a:pt x="530" y="57"/>
                  </a:cubicBezTo>
                  <a:cubicBezTo>
                    <a:pt x="531" y="57"/>
                    <a:pt x="531" y="57"/>
                    <a:pt x="530" y="58"/>
                  </a:cubicBezTo>
                  <a:cubicBezTo>
                    <a:pt x="531" y="58"/>
                    <a:pt x="531" y="59"/>
                    <a:pt x="532" y="59"/>
                  </a:cubicBezTo>
                  <a:cubicBezTo>
                    <a:pt x="532" y="59"/>
                    <a:pt x="532" y="58"/>
                    <a:pt x="533" y="58"/>
                  </a:cubicBezTo>
                  <a:cubicBezTo>
                    <a:pt x="533" y="58"/>
                    <a:pt x="533" y="57"/>
                    <a:pt x="533" y="57"/>
                  </a:cubicBezTo>
                  <a:cubicBezTo>
                    <a:pt x="534" y="57"/>
                    <a:pt x="535" y="56"/>
                    <a:pt x="535" y="57"/>
                  </a:cubicBezTo>
                  <a:cubicBezTo>
                    <a:pt x="535" y="57"/>
                    <a:pt x="537" y="58"/>
                    <a:pt x="537" y="58"/>
                  </a:cubicBezTo>
                  <a:cubicBezTo>
                    <a:pt x="537" y="58"/>
                    <a:pt x="536" y="58"/>
                    <a:pt x="536" y="58"/>
                  </a:cubicBezTo>
                  <a:cubicBezTo>
                    <a:pt x="536" y="59"/>
                    <a:pt x="538" y="58"/>
                    <a:pt x="538" y="58"/>
                  </a:cubicBezTo>
                  <a:cubicBezTo>
                    <a:pt x="539" y="58"/>
                    <a:pt x="541" y="57"/>
                    <a:pt x="540" y="58"/>
                  </a:cubicBezTo>
                  <a:cubicBezTo>
                    <a:pt x="540" y="58"/>
                    <a:pt x="541" y="58"/>
                    <a:pt x="541" y="58"/>
                  </a:cubicBezTo>
                  <a:cubicBezTo>
                    <a:pt x="541" y="58"/>
                    <a:pt x="540" y="58"/>
                    <a:pt x="540" y="58"/>
                  </a:cubicBezTo>
                  <a:cubicBezTo>
                    <a:pt x="540" y="59"/>
                    <a:pt x="541" y="58"/>
                    <a:pt x="541" y="58"/>
                  </a:cubicBezTo>
                  <a:cubicBezTo>
                    <a:pt x="541" y="57"/>
                    <a:pt x="543" y="57"/>
                    <a:pt x="543" y="57"/>
                  </a:cubicBezTo>
                  <a:cubicBezTo>
                    <a:pt x="544" y="57"/>
                    <a:pt x="544" y="57"/>
                    <a:pt x="545" y="58"/>
                  </a:cubicBezTo>
                  <a:cubicBezTo>
                    <a:pt x="546" y="59"/>
                    <a:pt x="547" y="58"/>
                    <a:pt x="548" y="59"/>
                  </a:cubicBezTo>
                  <a:cubicBezTo>
                    <a:pt x="547" y="59"/>
                    <a:pt x="546" y="59"/>
                    <a:pt x="546" y="59"/>
                  </a:cubicBezTo>
                  <a:cubicBezTo>
                    <a:pt x="547" y="59"/>
                    <a:pt x="548" y="59"/>
                    <a:pt x="549" y="59"/>
                  </a:cubicBezTo>
                  <a:cubicBezTo>
                    <a:pt x="550" y="59"/>
                    <a:pt x="552" y="59"/>
                    <a:pt x="553" y="59"/>
                  </a:cubicBezTo>
                  <a:cubicBezTo>
                    <a:pt x="552" y="59"/>
                    <a:pt x="552" y="59"/>
                    <a:pt x="551" y="58"/>
                  </a:cubicBezTo>
                  <a:cubicBezTo>
                    <a:pt x="551" y="58"/>
                    <a:pt x="550" y="58"/>
                    <a:pt x="550" y="58"/>
                  </a:cubicBezTo>
                  <a:cubicBezTo>
                    <a:pt x="550" y="58"/>
                    <a:pt x="552" y="58"/>
                    <a:pt x="552" y="58"/>
                  </a:cubicBezTo>
                  <a:cubicBezTo>
                    <a:pt x="553" y="58"/>
                    <a:pt x="554" y="57"/>
                    <a:pt x="555" y="57"/>
                  </a:cubicBezTo>
                  <a:cubicBezTo>
                    <a:pt x="554" y="57"/>
                    <a:pt x="554" y="57"/>
                    <a:pt x="554" y="57"/>
                  </a:cubicBezTo>
                  <a:cubicBezTo>
                    <a:pt x="555" y="58"/>
                    <a:pt x="556" y="58"/>
                    <a:pt x="556" y="57"/>
                  </a:cubicBezTo>
                  <a:cubicBezTo>
                    <a:pt x="555" y="57"/>
                    <a:pt x="557" y="57"/>
                    <a:pt x="557" y="57"/>
                  </a:cubicBezTo>
                  <a:cubicBezTo>
                    <a:pt x="557" y="57"/>
                    <a:pt x="559" y="57"/>
                    <a:pt x="558" y="57"/>
                  </a:cubicBezTo>
                  <a:cubicBezTo>
                    <a:pt x="559" y="56"/>
                    <a:pt x="560" y="57"/>
                    <a:pt x="562" y="57"/>
                  </a:cubicBezTo>
                  <a:cubicBezTo>
                    <a:pt x="561" y="57"/>
                    <a:pt x="561" y="57"/>
                    <a:pt x="561" y="57"/>
                  </a:cubicBezTo>
                  <a:cubicBezTo>
                    <a:pt x="561" y="56"/>
                    <a:pt x="563" y="56"/>
                    <a:pt x="564" y="56"/>
                  </a:cubicBezTo>
                  <a:cubicBezTo>
                    <a:pt x="564" y="56"/>
                    <a:pt x="565" y="56"/>
                    <a:pt x="565" y="56"/>
                  </a:cubicBezTo>
                  <a:cubicBezTo>
                    <a:pt x="566" y="56"/>
                    <a:pt x="568" y="55"/>
                    <a:pt x="567" y="55"/>
                  </a:cubicBezTo>
                  <a:cubicBezTo>
                    <a:pt x="567" y="55"/>
                    <a:pt x="567" y="55"/>
                    <a:pt x="568" y="55"/>
                  </a:cubicBezTo>
                  <a:cubicBezTo>
                    <a:pt x="568" y="55"/>
                    <a:pt x="569" y="55"/>
                    <a:pt x="568" y="55"/>
                  </a:cubicBezTo>
                  <a:cubicBezTo>
                    <a:pt x="569" y="56"/>
                    <a:pt x="569" y="55"/>
                    <a:pt x="569" y="56"/>
                  </a:cubicBezTo>
                  <a:cubicBezTo>
                    <a:pt x="570" y="56"/>
                    <a:pt x="571" y="56"/>
                    <a:pt x="571" y="56"/>
                  </a:cubicBezTo>
                  <a:cubicBezTo>
                    <a:pt x="572" y="56"/>
                    <a:pt x="572" y="56"/>
                    <a:pt x="573" y="56"/>
                  </a:cubicBezTo>
                  <a:cubicBezTo>
                    <a:pt x="574" y="56"/>
                    <a:pt x="575" y="55"/>
                    <a:pt x="576" y="55"/>
                  </a:cubicBezTo>
                  <a:cubicBezTo>
                    <a:pt x="577" y="55"/>
                    <a:pt x="579" y="55"/>
                    <a:pt x="581" y="55"/>
                  </a:cubicBezTo>
                  <a:cubicBezTo>
                    <a:pt x="582" y="55"/>
                    <a:pt x="584" y="55"/>
                    <a:pt x="585" y="56"/>
                  </a:cubicBezTo>
                  <a:cubicBezTo>
                    <a:pt x="584" y="56"/>
                    <a:pt x="583" y="56"/>
                    <a:pt x="583" y="57"/>
                  </a:cubicBezTo>
                  <a:cubicBezTo>
                    <a:pt x="584" y="57"/>
                    <a:pt x="586" y="57"/>
                    <a:pt x="587" y="57"/>
                  </a:cubicBezTo>
                  <a:cubicBezTo>
                    <a:pt x="587" y="57"/>
                    <a:pt x="590" y="57"/>
                    <a:pt x="590" y="58"/>
                  </a:cubicBezTo>
                  <a:cubicBezTo>
                    <a:pt x="590" y="58"/>
                    <a:pt x="590" y="58"/>
                    <a:pt x="590" y="58"/>
                  </a:cubicBezTo>
                  <a:cubicBezTo>
                    <a:pt x="589" y="58"/>
                    <a:pt x="588" y="58"/>
                    <a:pt x="587" y="58"/>
                  </a:cubicBezTo>
                  <a:cubicBezTo>
                    <a:pt x="589" y="59"/>
                    <a:pt x="590" y="58"/>
                    <a:pt x="592" y="58"/>
                  </a:cubicBezTo>
                  <a:cubicBezTo>
                    <a:pt x="592" y="58"/>
                    <a:pt x="591" y="58"/>
                    <a:pt x="591" y="59"/>
                  </a:cubicBezTo>
                  <a:cubicBezTo>
                    <a:pt x="591" y="59"/>
                    <a:pt x="592" y="59"/>
                    <a:pt x="592" y="59"/>
                  </a:cubicBezTo>
                  <a:cubicBezTo>
                    <a:pt x="592" y="59"/>
                    <a:pt x="591" y="60"/>
                    <a:pt x="591" y="60"/>
                  </a:cubicBezTo>
                  <a:cubicBezTo>
                    <a:pt x="591" y="60"/>
                    <a:pt x="591" y="60"/>
                    <a:pt x="591" y="60"/>
                  </a:cubicBezTo>
                  <a:cubicBezTo>
                    <a:pt x="590" y="61"/>
                    <a:pt x="588" y="61"/>
                    <a:pt x="587" y="61"/>
                  </a:cubicBezTo>
                  <a:cubicBezTo>
                    <a:pt x="586" y="62"/>
                    <a:pt x="585" y="62"/>
                    <a:pt x="584" y="62"/>
                  </a:cubicBezTo>
                  <a:cubicBezTo>
                    <a:pt x="584" y="62"/>
                    <a:pt x="583" y="62"/>
                    <a:pt x="583" y="62"/>
                  </a:cubicBezTo>
                  <a:cubicBezTo>
                    <a:pt x="583" y="62"/>
                    <a:pt x="584" y="62"/>
                    <a:pt x="584" y="62"/>
                  </a:cubicBezTo>
                  <a:cubicBezTo>
                    <a:pt x="584" y="62"/>
                    <a:pt x="583" y="63"/>
                    <a:pt x="583" y="63"/>
                  </a:cubicBezTo>
                  <a:cubicBezTo>
                    <a:pt x="585" y="63"/>
                    <a:pt x="587" y="61"/>
                    <a:pt x="588" y="62"/>
                  </a:cubicBezTo>
                  <a:cubicBezTo>
                    <a:pt x="588" y="63"/>
                    <a:pt x="588" y="63"/>
                    <a:pt x="589" y="63"/>
                  </a:cubicBezTo>
                  <a:cubicBezTo>
                    <a:pt x="588" y="63"/>
                    <a:pt x="588" y="63"/>
                    <a:pt x="587" y="63"/>
                  </a:cubicBezTo>
                  <a:cubicBezTo>
                    <a:pt x="586" y="63"/>
                    <a:pt x="585" y="64"/>
                    <a:pt x="585" y="64"/>
                  </a:cubicBezTo>
                  <a:cubicBezTo>
                    <a:pt x="584" y="64"/>
                    <a:pt x="584" y="64"/>
                    <a:pt x="583" y="64"/>
                  </a:cubicBezTo>
                  <a:cubicBezTo>
                    <a:pt x="583" y="63"/>
                    <a:pt x="584" y="63"/>
                    <a:pt x="584" y="63"/>
                  </a:cubicBezTo>
                  <a:cubicBezTo>
                    <a:pt x="583" y="63"/>
                    <a:pt x="583" y="63"/>
                    <a:pt x="582" y="63"/>
                  </a:cubicBezTo>
                  <a:cubicBezTo>
                    <a:pt x="582" y="63"/>
                    <a:pt x="583" y="63"/>
                    <a:pt x="583" y="63"/>
                  </a:cubicBezTo>
                  <a:cubicBezTo>
                    <a:pt x="583" y="63"/>
                    <a:pt x="582" y="63"/>
                    <a:pt x="582" y="63"/>
                  </a:cubicBezTo>
                  <a:cubicBezTo>
                    <a:pt x="582" y="64"/>
                    <a:pt x="583" y="64"/>
                    <a:pt x="583" y="64"/>
                  </a:cubicBezTo>
                  <a:cubicBezTo>
                    <a:pt x="583" y="64"/>
                    <a:pt x="582" y="64"/>
                    <a:pt x="582" y="64"/>
                  </a:cubicBezTo>
                  <a:cubicBezTo>
                    <a:pt x="582" y="65"/>
                    <a:pt x="581" y="66"/>
                    <a:pt x="581" y="66"/>
                  </a:cubicBezTo>
                  <a:cubicBezTo>
                    <a:pt x="580" y="66"/>
                    <a:pt x="579" y="66"/>
                    <a:pt x="578" y="66"/>
                  </a:cubicBezTo>
                  <a:cubicBezTo>
                    <a:pt x="577" y="66"/>
                    <a:pt x="576" y="66"/>
                    <a:pt x="575" y="66"/>
                  </a:cubicBezTo>
                  <a:cubicBezTo>
                    <a:pt x="575" y="66"/>
                    <a:pt x="574" y="66"/>
                    <a:pt x="574" y="66"/>
                  </a:cubicBezTo>
                  <a:cubicBezTo>
                    <a:pt x="572" y="66"/>
                    <a:pt x="570" y="67"/>
                    <a:pt x="569" y="67"/>
                  </a:cubicBezTo>
                  <a:cubicBezTo>
                    <a:pt x="568" y="67"/>
                    <a:pt x="566" y="66"/>
                    <a:pt x="565" y="66"/>
                  </a:cubicBezTo>
                  <a:cubicBezTo>
                    <a:pt x="566" y="66"/>
                    <a:pt x="566" y="66"/>
                    <a:pt x="565" y="66"/>
                  </a:cubicBezTo>
                  <a:cubicBezTo>
                    <a:pt x="565" y="66"/>
                    <a:pt x="564" y="67"/>
                    <a:pt x="563" y="66"/>
                  </a:cubicBezTo>
                  <a:cubicBezTo>
                    <a:pt x="563" y="66"/>
                    <a:pt x="562" y="66"/>
                    <a:pt x="562" y="65"/>
                  </a:cubicBezTo>
                  <a:cubicBezTo>
                    <a:pt x="562" y="65"/>
                    <a:pt x="563" y="64"/>
                    <a:pt x="564" y="64"/>
                  </a:cubicBezTo>
                  <a:cubicBezTo>
                    <a:pt x="563" y="64"/>
                    <a:pt x="563" y="64"/>
                    <a:pt x="563" y="64"/>
                  </a:cubicBezTo>
                  <a:cubicBezTo>
                    <a:pt x="564" y="64"/>
                    <a:pt x="562" y="64"/>
                    <a:pt x="562" y="64"/>
                  </a:cubicBezTo>
                  <a:cubicBezTo>
                    <a:pt x="561" y="63"/>
                    <a:pt x="560" y="64"/>
                    <a:pt x="562" y="64"/>
                  </a:cubicBezTo>
                  <a:cubicBezTo>
                    <a:pt x="561" y="65"/>
                    <a:pt x="560" y="65"/>
                    <a:pt x="559" y="66"/>
                  </a:cubicBezTo>
                  <a:cubicBezTo>
                    <a:pt x="559" y="66"/>
                    <a:pt x="558" y="66"/>
                    <a:pt x="558" y="66"/>
                  </a:cubicBezTo>
                  <a:cubicBezTo>
                    <a:pt x="556" y="66"/>
                    <a:pt x="555" y="66"/>
                    <a:pt x="553" y="67"/>
                  </a:cubicBezTo>
                  <a:cubicBezTo>
                    <a:pt x="552" y="67"/>
                    <a:pt x="550" y="67"/>
                    <a:pt x="549" y="67"/>
                  </a:cubicBezTo>
                  <a:cubicBezTo>
                    <a:pt x="548" y="67"/>
                    <a:pt x="550" y="65"/>
                    <a:pt x="550" y="65"/>
                  </a:cubicBezTo>
                  <a:cubicBezTo>
                    <a:pt x="549" y="65"/>
                    <a:pt x="548" y="66"/>
                    <a:pt x="547" y="67"/>
                  </a:cubicBezTo>
                  <a:cubicBezTo>
                    <a:pt x="547" y="67"/>
                    <a:pt x="546" y="67"/>
                    <a:pt x="546" y="67"/>
                  </a:cubicBezTo>
                  <a:cubicBezTo>
                    <a:pt x="546" y="67"/>
                    <a:pt x="546" y="66"/>
                    <a:pt x="546" y="66"/>
                  </a:cubicBezTo>
                  <a:cubicBezTo>
                    <a:pt x="546" y="66"/>
                    <a:pt x="547" y="65"/>
                    <a:pt x="546" y="65"/>
                  </a:cubicBezTo>
                  <a:cubicBezTo>
                    <a:pt x="546" y="65"/>
                    <a:pt x="546" y="66"/>
                    <a:pt x="545" y="66"/>
                  </a:cubicBezTo>
                  <a:cubicBezTo>
                    <a:pt x="545" y="67"/>
                    <a:pt x="544" y="67"/>
                    <a:pt x="543" y="67"/>
                  </a:cubicBezTo>
                  <a:cubicBezTo>
                    <a:pt x="542" y="67"/>
                    <a:pt x="541" y="67"/>
                    <a:pt x="541" y="67"/>
                  </a:cubicBezTo>
                  <a:cubicBezTo>
                    <a:pt x="541" y="67"/>
                    <a:pt x="542" y="66"/>
                    <a:pt x="541" y="66"/>
                  </a:cubicBezTo>
                  <a:cubicBezTo>
                    <a:pt x="541" y="66"/>
                    <a:pt x="541" y="66"/>
                    <a:pt x="541" y="66"/>
                  </a:cubicBezTo>
                  <a:cubicBezTo>
                    <a:pt x="541" y="65"/>
                    <a:pt x="541" y="66"/>
                    <a:pt x="540" y="66"/>
                  </a:cubicBezTo>
                  <a:cubicBezTo>
                    <a:pt x="540" y="67"/>
                    <a:pt x="539" y="67"/>
                    <a:pt x="539" y="67"/>
                  </a:cubicBezTo>
                  <a:cubicBezTo>
                    <a:pt x="538" y="67"/>
                    <a:pt x="537" y="66"/>
                    <a:pt x="538" y="66"/>
                  </a:cubicBezTo>
                  <a:cubicBezTo>
                    <a:pt x="537" y="65"/>
                    <a:pt x="537" y="67"/>
                    <a:pt x="537" y="67"/>
                  </a:cubicBezTo>
                  <a:cubicBezTo>
                    <a:pt x="537" y="67"/>
                    <a:pt x="535" y="67"/>
                    <a:pt x="535" y="67"/>
                  </a:cubicBezTo>
                  <a:cubicBezTo>
                    <a:pt x="534" y="67"/>
                    <a:pt x="534" y="67"/>
                    <a:pt x="533" y="67"/>
                  </a:cubicBezTo>
                  <a:cubicBezTo>
                    <a:pt x="532" y="67"/>
                    <a:pt x="533" y="66"/>
                    <a:pt x="533" y="66"/>
                  </a:cubicBezTo>
                  <a:cubicBezTo>
                    <a:pt x="532" y="66"/>
                    <a:pt x="532" y="67"/>
                    <a:pt x="531" y="67"/>
                  </a:cubicBezTo>
                  <a:cubicBezTo>
                    <a:pt x="531" y="67"/>
                    <a:pt x="529" y="67"/>
                    <a:pt x="530" y="66"/>
                  </a:cubicBezTo>
                  <a:cubicBezTo>
                    <a:pt x="530" y="66"/>
                    <a:pt x="529" y="67"/>
                    <a:pt x="528" y="67"/>
                  </a:cubicBezTo>
                  <a:cubicBezTo>
                    <a:pt x="528" y="67"/>
                    <a:pt x="527" y="67"/>
                    <a:pt x="528" y="67"/>
                  </a:cubicBezTo>
                  <a:cubicBezTo>
                    <a:pt x="527" y="67"/>
                    <a:pt x="524" y="67"/>
                    <a:pt x="525" y="66"/>
                  </a:cubicBezTo>
                  <a:cubicBezTo>
                    <a:pt x="526" y="65"/>
                    <a:pt x="528" y="64"/>
                    <a:pt x="529" y="64"/>
                  </a:cubicBezTo>
                  <a:cubicBezTo>
                    <a:pt x="529" y="64"/>
                    <a:pt x="528" y="64"/>
                    <a:pt x="528" y="64"/>
                  </a:cubicBezTo>
                  <a:cubicBezTo>
                    <a:pt x="528" y="64"/>
                    <a:pt x="529" y="64"/>
                    <a:pt x="529" y="63"/>
                  </a:cubicBezTo>
                  <a:cubicBezTo>
                    <a:pt x="529" y="63"/>
                    <a:pt x="528" y="64"/>
                    <a:pt x="527" y="64"/>
                  </a:cubicBezTo>
                  <a:cubicBezTo>
                    <a:pt x="528" y="63"/>
                    <a:pt x="527" y="64"/>
                    <a:pt x="526" y="64"/>
                  </a:cubicBezTo>
                  <a:cubicBezTo>
                    <a:pt x="526" y="64"/>
                    <a:pt x="525" y="65"/>
                    <a:pt x="525" y="65"/>
                  </a:cubicBezTo>
                  <a:cubicBezTo>
                    <a:pt x="524" y="65"/>
                    <a:pt x="524" y="65"/>
                    <a:pt x="525" y="65"/>
                  </a:cubicBezTo>
                  <a:cubicBezTo>
                    <a:pt x="525" y="64"/>
                    <a:pt x="524" y="64"/>
                    <a:pt x="524" y="64"/>
                  </a:cubicBezTo>
                  <a:cubicBezTo>
                    <a:pt x="525" y="65"/>
                    <a:pt x="523" y="64"/>
                    <a:pt x="522" y="64"/>
                  </a:cubicBezTo>
                  <a:cubicBezTo>
                    <a:pt x="522" y="65"/>
                    <a:pt x="523" y="65"/>
                    <a:pt x="522" y="65"/>
                  </a:cubicBezTo>
                  <a:cubicBezTo>
                    <a:pt x="522" y="66"/>
                    <a:pt x="521" y="66"/>
                    <a:pt x="520" y="66"/>
                  </a:cubicBezTo>
                  <a:cubicBezTo>
                    <a:pt x="520" y="66"/>
                    <a:pt x="519" y="66"/>
                    <a:pt x="518" y="66"/>
                  </a:cubicBezTo>
                  <a:cubicBezTo>
                    <a:pt x="518" y="66"/>
                    <a:pt x="516" y="67"/>
                    <a:pt x="516" y="66"/>
                  </a:cubicBezTo>
                  <a:cubicBezTo>
                    <a:pt x="516" y="66"/>
                    <a:pt x="516" y="66"/>
                    <a:pt x="516" y="66"/>
                  </a:cubicBezTo>
                  <a:cubicBezTo>
                    <a:pt x="516" y="66"/>
                    <a:pt x="516" y="66"/>
                    <a:pt x="515" y="66"/>
                  </a:cubicBezTo>
                  <a:cubicBezTo>
                    <a:pt x="515" y="66"/>
                    <a:pt x="514" y="66"/>
                    <a:pt x="514" y="66"/>
                  </a:cubicBezTo>
                  <a:cubicBezTo>
                    <a:pt x="514" y="66"/>
                    <a:pt x="514" y="66"/>
                    <a:pt x="514" y="66"/>
                  </a:cubicBezTo>
                  <a:cubicBezTo>
                    <a:pt x="514" y="65"/>
                    <a:pt x="513" y="66"/>
                    <a:pt x="512" y="65"/>
                  </a:cubicBezTo>
                  <a:cubicBezTo>
                    <a:pt x="512" y="65"/>
                    <a:pt x="512" y="65"/>
                    <a:pt x="513" y="65"/>
                  </a:cubicBezTo>
                  <a:cubicBezTo>
                    <a:pt x="512" y="65"/>
                    <a:pt x="511" y="65"/>
                    <a:pt x="510" y="65"/>
                  </a:cubicBezTo>
                  <a:cubicBezTo>
                    <a:pt x="511" y="64"/>
                    <a:pt x="513" y="65"/>
                    <a:pt x="514" y="63"/>
                  </a:cubicBezTo>
                  <a:cubicBezTo>
                    <a:pt x="513" y="63"/>
                    <a:pt x="512" y="64"/>
                    <a:pt x="511" y="64"/>
                  </a:cubicBezTo>
                  <a:cubicBezTo>
                    <a:pt x="510" y="64"/>
                    <a:pt x="510" y="64"/>
                    <a:pt x="509" y="65"/>
                  </a:cubicBezTo>
                  <a:cubicBezTo>
                    <a:pt x="509" y="65"/>
                    <a:pt x="509" y="65"/>
                    <a:pt x="509" y="65"/>
                  </a:cubicBezTo>
                  <a:cubicBezTo>
                    <a:pt x="509" y="66"/>
                    <a:pt x="508" y="66"/>
                    <a:pt x="508" y="65"/>
                  </a:cubicBezTo>
                  <a:cubicBezTo>
                    <a:pt x="508" y="65"/>
                    <a:pt x="509" y="65"/>
                    <a:pt x="509" y="65"/>
                  </a:cubicBezTo>
                  <a:cubicBezTo>
                    <a:pt x="508" y="65"/>
                    <a:pt x="508" y="65"/>
                    <a:pt x="507" y="65"/>
                  </a:cubicBezTo>
                  <a:cubicBezTo>
                    <a:pt x="507" y="65"/>
                    <a:pt x="506" y="65"/>
                    <a:pt x="506" y="65"/>
                  </a:cubicBezTo>
                  <a:cubicBezTo>
                    <a:pt x="506" y="65"/>
                    <a:pt x="506" y="65"/>
                    <a:pt x="506" y="65"/>
                  </a:cubicBezTo>
                  <a:cubicBezTo>
                    <a:pt x="507" y="65"/>
                    <a:pt x="505" y="65"/>
                    <a:pt x="505" y="65"/>
                  </a:cubicBezTo>
                  <a:cubicBezTo>
                    <a:pt x="505" y="65"/>
                    <a:pt x="505" y="65"/>
                    <a:pt x="506" y="65"/>
                  </a:cubicBezTo>
                  <a:cubicBezTo>
                    <a:pt x="505" y="64"/>
                    <a:pt x="504" y="64"/>
                    <a:pt x="505" y="64"/>
                  </a:cubicBezTo>
                  <a:cubicBezTo>
                    <a:pt x="505" y="64"/>
                    <a:pt x="506" y="64"/>
                    <a:pt x="506" y="63"/>
                  </a:cubicBezTo>
                  <a:cubicBezTo>
                    <a:pt x="506" y="63"/>
                    <a:pt x="506" y="63"/>
                    <a:pt x="506" y="62"/>
                  </a:cubicBezTo>
                  <a:cubicBezTo>
                    <a:pt x="506" y="62"/>
                    <a:pt x="506" y="62"/>
                    <a:pt x="506" y="62"/>
                  </a:cubicBezTo>
                  <a:cubicBezTo>
                    <a:pt x="507" y="62"/>
                    <a:pt x="507" y="62"/>
                    <a:pt x="508" y="61"/>
                  </a:cubicBezTo>
                  <a:cubicBezTo>
                    <a:pt x="507" y="61"/>
                    <a:pt x="508" y="61"/>
                    <a:pt x="508" y="61"/>
                  </a:cubicBezTo>
                  <a:cubicBezTo>
                    <a:pt x="508" y="61"/>
                    <a:pt x="507" y="61"/>
                    <a:pt x="507" y="61"/>
                  </a:cubicBezTo>
                  <a:cubicBezTo>
                    <a:pt x="506" y="61"/>
                    <a:pt x="506" y="61"/>
                    <a:pt x="506" y="60"/>
                  </a:cubicBezTo>
                  <a:cubicBezTo>
                    <a:pt x="507" y="60"/>
                    <a:pt x="507" y="60"/>
                    <a:pt x="508" y="59"/>
                  </a:cubicBezTo>
                  <a:cubicBezTo>
                    <a:pt x="508" y="59"/>
                    <a:pt x="508" y="59"/>
                    <a:pt x="508" y="59"/>
                  </a:cubicBezTo>
                  <a:cubicBezTo>
                    <a:pt x="509" y="58"/>
                    <a:pt x="510" y="58"/>
                    <a:pt x="511" y="58"/>
                  </a:cubicBezTo>
                  <a:cubicBezTo>
                    <a:pt x="511" y="58"/>
                    <a:pt x="513" y="57"/>
                    <a:pt x="512" y="57"/>
                  </a:cubicBezTo>
                  <a:cubicBezTo>
                    <a:pt x="513" y="57"/>
                    <a:pt x="513" y="57"/>
                    <a:pt x="513" y="56"/>
                  </a:cubicBezTo>
                  <a:cubicBezTo>
                    <a:pt x="513" y="56"/>
                    <a:pt x="514" y="56"/>
                    <a:pt x="514" y="55"/>
                  </a:cubicBezTo>
                  <a:cubicBezTo>
                    <a:pt x="514" y="55"/>
                    <a:pt x="515" y="55"/>
                    <a:pt x="514" y="55"/>
                  </a:cubicBezTo>
                  <a:cubicBezTo>
                    <a:pt x="514" y="55"/>
                    <a:pt x="514" y="54"/>
                    <a:pt x="513" y="54"/>
                  </a:cubicBezTo>
                  <a:cubicBezTo>
                    <a:pt x="513" y="54"/>
                    <a:pt x="513" y="54"/>
                    <a:pt x="513" y="54"/>
                  </a:cubicBezTo>
                  <a:cubicBezTo>
                    <a:pt x="513" y="53"/>
                    <a:pt x="514" y="53"/>
                    <a:pt x="514" y="53"/>
                  </a:cubicBezTo>
                  <a:cubicBezTo>
                    <a:pt x="514" y="53"/>
                    <a:pt x="514" y="52"/>
                    <a:pt x="514" y="52"/>
                  </a:cubicBezTo>
                  <a:cubicBezTo>
                    <a:pt x="514" y="52"/>
                    <a:pt x="513" y="52"/>
                    <a:pt x="513" y="51"/>
                  </a:cubicBezTo>
                  <a:cubicBezTo>
                    <a:pt x="513" y="51"/>
                    <a:pt x="513" y="51"/>
                    <a:pt x="513" y="51"/>
                  </a:cubicBezTo>
                  <a:cubicBezTo>
                    <a:pt x="513" y="50"/>
                    <a:pt x="510" y="51"/>
                    <a:pt x="509" y="51"/>
                  </a:cubicBezTo>
                  <a:cubicBezTo>
                    <a:pt x="509" y="51"/>
                    <a:pt x="509" y="51"/>
                    <a:pt x="510" y="51"/>
                  </a:cubicBezTo>
                  <a:cubicBezTo>
                    <a:pt x="509" y="51"/>
                    <a:pt x="508" y="51"/>
                    <a:pt x="509" y="52"/>
                  </a:cubicBezTo>
                  <a:cubicBezTo>
                    <a:pt x="508" y="52"/>
                    <a:pt x="507" y="52"/>
                    <a:pt x="506" y="52"/>
                  </a:cubicBezTo>
                  <a:cubicBezTo>
                    <a:pt x="505" y="51"/>
                    <a:pt x="504" y="52"/>
                    <a:pt x="503" y="51"/>
                  </a:cubicBezTo>
                  <a:cubicBezTo>
                    <a:pt x="503" y="51"/>
                    <a:pt x="503" y="51"/>
                    <a:pt x="503" y="51"/>
                  </a:cubicBezTo>
                  <a:cubicBezTo>
                    <a:pt x="502" y="51"/>
                    <a:pt x="501" y="52"/>
                    <a:pt x="500" y="52"/>
                  </a:cubicBezTo>
                  <a:cubicBezTo>
                    <a:pt x="499" y="52"/>
                    <a:pt x="499" y="52"/>
                    <a:pt x="498" y="52"/>
                  </a:cubicBezTo>
                  <a:cubicBezTo>
                    <a:pt x="498" y="51"/>
                    <a:pt x="499" y="51"/>
                    <a:pt x="499" y="51"/>
                  </a:cubicBezTo>
                  <a:cubicBezTo>
                    <a:pt x="500" y="51"/>
                    <a:pt x="502" y="51"/>
                    <a:pt x="502" y="51"/>
                  </a:cubicBezTo>
                  <a:cubicBezTo>
                    <a:pt x="502" y="51"/>
                    <a:pt x="502" y="51"/>
                    <a:pt x="502" y="51"/>
                  </a:cubicBezTo>
                  <a:cubicBezTo>
                    <a:pt x="501" y="51"/>
                    <a:pt x="501" y="51"/>
                    <a:pt x="500" y="51"/>
                  </a:cubicBezTo>
                  <a:cubicBezTo>
                    <a:pt x="500" y="51"/>
                    <a:pt x="499" y="51"/>
                    <a:pt x="498" y="51"/>
                  </a:cubicBezTo>
                  <a:cubicBezTo>
                    <a:pt x="499" y="51"/>
                    <a:pt x="499" y="50"/>
                    <a:pt x="499" y="50"/>
                  </a:cubicBezTo>
                  <a:cubicBezTo>
                    <a:pt x="498" y="50"/>
                    <a:pt x="496" y="51"/>
                    <a:pt x="496" y="50"/>
                  </a:cubicBezTo>
                  <a:cubicBezTo>
                    <a:pt x="495" y="49"/>
                    <a:pt x="497" y="49"/>
                    <a:pt x="497" y="49"/>
                  </a:cubicBezTo>
                  <a:cubicBezTo>
                    <a:pt x="498" y="49"/>
                    <a:pt x="499" y="49"/>
                    <a:pt x="500" y="49"/>
                  </a:cubicBezTo>
                  <a:cubicBezTo>
                    <a:pt x="499" y="49"/>
                    <a:pt x="499" y="49"/>
                    <a:pt x="498" y="49"/>
                  </a:cubicBezTo>
                  <a:cubicBezTo>
                    <a:pt x="498" y="49"/>
                    <a:pt x="497" y="49"/>
                    <a:pt x="497" y="49"/>
                  </a:cubicBezTo>
                  <a:cubicBezTo>
                    <a:pt x="497" y="49"/>
                    <a:pt x="497" y="49"/>
                    <a:pt x="497" y="49"/>
                  </a:cubicBezTo>
                  <a:cubicBezTo>
                    <a:pt x="497" y="49"/>
                    <a:pt x="496" y="49"/>
                    <a:pt x="496" y="48"/>
                  </a:cubicBezTo>
                  <a:cubicBezTo>
                    <a:pt x="496" y="48"/>
                    <a:pt x="495" y="49"/>
                    <a:pt x="495" y="48"/>
                  </a:cubicBezTo>
                  <a:cubicBezTo>
                    <a:pt x="495" y="48"/>
                    <a:pt x="493" y="48"/>
                    <a:pt x="493" y="48"/>
                  </a:cubicBezTo>
                  <a:cubicBezTo>
                    <a:pt x="493" y="48"/>
                    <a:pt x="494" y="47"/>
                    <a:pt x="494" y="47"/>
                  </a:cubicBezTo>
                  <a:cubicBezTo>
                    <a:pt x="494" y="47"/>
                    <a:pt x="495" y="47"/>
                    <a:pt x="495" y="47"/>
                  </a:cubicBezTo>
                  <a:cubicBezTo>
                    <a:pt x="495" y="48"/>
                    <a:pt x="496" y="48"/>
                    <a:pt x="497" y="47"/>
                  </a:cubicBezTo>
                  <a:cubicBezTo>
                    <a:pt x="497" y="47"/>
                    <a:pt x="496" y="47"/>
                    <a:pt x="496" y="47"/>
                  </a:cubicBezTo>
                  <a:cubicBezTo>
                    <a:pt x="496" y="47"/>
                    <a:pt x="497" y="47"/>
                    <a:pt x="497" y="47"/>
                  </a:cubicBezTo>
                  <a:cubicBezTo>
                    <a:pt x="497" y="47"/>
                    <a:pt x="495" y="47"/>
                    <a:pt x="495" y="46"/>
                  </a:cubicBezTo>
                  <a:cubicBezTo>
                    <a:pt x="495" y="46"/>
                    <a:pt x="497" y="46"/>
                    <a:pt x="497" y="46"/>
                  </a:cubicBezTo>
                  <a:cubicBezTo>
                    <a:pt x="497" y="46"/>
                    <a:pt x="496" y="46"/>
                    <a:pt x="496" y="46"/>
                  </a:cubicBezTo>
                  <a:close/>
                  <a:moveTo>
                    <a:pt x="527" y="57"/>
                  </a:moveTo>
                  <a:cubicBezTo>
                    <a:pt x="527" y="57"/>
                    <a:pt x="527" y="57"/>
                    <a:pt x="528" y="57"/>
                  </a:cubicBezTo>
                  <a:cubicBezTo>
                    <a:pt x="527" y="57"/>
                    <a:pt x="527" y="57"/>
                    <a:pt x="527" y="57"/>
                  </a:cubicBezTo>
                  <a:close/>
                  <a:moveTo>
                    <a:pt x="389" y="54"/>
                  </a:moveTo>
                  <a:cubicBezTo>
                    <a:pt x="388" y="54"/>
                    <a:pt x="387" y="54"/>
                    <a:pt x="386" y="53"/>
                  </a:cubicBezTo>
                  <a:cubicBezTo>
                    <a:pt x="386" y="53"/>
                    <a:pt x="386" y="53"/>
                    <a:pt x="386" y="53"/>
                  </a:cubicBezTo>
                  <a:cubicBezTo>
                    <a:pt x="386" y="53"/>
                    <a:pt x="387" y="53"/>
                    <a:pt x="387" y="52"/>
                  </a:cubicBezTo>
                  <a:cubicBezTo>
                    <a:pt x="387" y="52"/>
                    <a:pt x="387" y="52"/>
                    <a:pt x="386" y="52"/>
                  </a:cubicBezTo>
                  <a:cubicBezTo>
                    <a:pt x="386" y="52"/>
                    <a:pt x="386" y="52"/>
                    <a:pt x="386" y="52"/>
                  </a:cubicBezTo>
                  <a:cubicBezTo>
                    <a:pt x="386" y="52"/>
                    <a:pt x="385" y="52"/>
                    <a:pt x="385" y="52"/>
                  </a:cubicBezTo>
                  <a:cubicBezTo>
                    <a:pt x="386" y="51"/>
                    <a:pt x="385" y="52"/>
                    <a:pt x="385" y="52"/>
                  </a:cubicBezTo>
                  <a:cubicBezTo>
                    <a:pt x="384" y="52"/>
                    <a:pt x="383" y="52"/>
                    <a:pt x="383" y="52"/>
                  </a:cubicBezTo>
                  <a:cubicBezTo>
                    <a:pt x="381" y="52"/>
                    <a:pt x="379" y="53"/>
                    <a:pt x="378" y="52"/>
                  </a:cubicBezTo>
                  <a:cubicBezTo>
                    <a:pt x="378" y="52"/>
                    <a:pt x="378" y="52"/>
                    <a:pt x="378" y="52"/>
                  </a:cubicBezTo>
                  <a:cubicBezTo>
                    <a:pt x="378" y="52"/>
                    <a:pt x="378" y="52"/>
                    <a:pt x="378" y="52"/>
                  </a:cubicBezTo>
                  <a:cubicBezTo>
                    <a:pt x="378" y="52"/>
                    <a:pt x="378" y="52"/>
                    <a:pt x="378" y="52"/>
                  </a:cubicBezTo>
                  <a:cubicBezTo>
                    <a:pt x="378" y="51"/>
                    <a:pt x="379" y="51"/>
                    <a:pt x="378" y="51"/>
                  </a:cubicBezTo>
                  <a:cubicBezTo>
                    <a:pt x="379" y="51"/>
                    <a:pt x="380" y="50"/>
                    <a:pt x="380" y="50"/>
                  </a:cubicBezTo>
                  <a:cubicBezTo>
                    <a:pt x="379" y="49"/>
                    <a:pt x="377" y="50"/>
                    <a:pt x="376" y="50"/>
                  </a:cubicBezTo>
                  <a:cubicBezTo>
                    <a:pt x="377" y="50"/>
                    <a:pt x="377" y="50"/>
                    <a:pt x="377" y="49"/>
                  </a:cubicBezTo>
                  <a:cubicBezTo>
                    <a:pt x="376" y="49"/>
                    <a:pt x="376" y="50"/>
                    <a:pt x="375" y="50"/>
                  </a:cubicBezTo>
                  <a:cubicBezTo>
                    <a:pt x="374" y="50"/>
                    <a:pt x="373" y="50"/>
                    <a:pt x="372" y="50"/>
                  </a:cubicBezTo>
                  <a:cubicBezTo>
                    <a:pt x="372" y="50"/>
                    <a:pt x="371" y="50"/>
                    <a:pt x="370" y="50"/>
                  </a:cubicBezTo>
                  <a:cubicBezTo>
                    <a:pt x="369" y="50"/>
                    <a:pt x="368" y="50"/>
                    <a:pt x="367" y="51"/>
                  </a:cubicBezTo>
                  <a:cubicBezTo>
                    <a:pt x="367" y="51"/>
                    <a:pt x="366" y="51"/>
                    <a:pt x="366" y="52"/>
                  </a:cubicBezTo>
                  <a:cubicBezTo>
                    <a:pt x="367" y="52"/>
                    <a:pt x="368" y="52"/>
                    <a:pt x="368" y="52"/>
                  </a:cubicBezTo>
                  <a:cubicBezTo>
                    <a:pt x="369" y="52"/>
                    <a:pt x="370" y="52"/>
                    <a:pt x="370" y="52"/>
                  </a:cubicBezTo>
                  <a:cubicBezTo>
                    <a:pt x="371" y="52"/>
                    <a:pt x="372" y="52"/>
                    <a:pt x="373" y="52"/>
                  </a:cubicBezTo>
                  <a:cubicBezTo>
                    <a:pt x="372" y="53"/>
                    <a:pt x="370" y="52"/>
                    <a:pt x="369" y="52"/>
                  </a:cubicBezTo>
                  <a:cubicBezTo>
                    <a:pt x="368" y="52"/>
                    <a:pt x="367" y="52"/>
                    <a:pt x="366" y="52"/>
                  </a:cubicBezTo>
                  <a:cubicBezTo>
                    <a:pt x="364" y="52"/>
                    <a:pt x="363" y="52"/>
                    <a:pt x="361" y="52"/>
                  </a:cubicBezTo>
                  <a:cubicBezTo>
                    <a:pt x="361" y="53"/>
                    <a:pt x="358" y="53"/>
                    <a:pt x="358" y="53"/>
                  </a:cubicBezTo>
                  <a:cubicBezTo>
                    <a:pt x="358" y="54"/>
                    <a:pt x="359" y="54"/>
                    <a:pt x="359" y="54"/>
                  </a:cubicBezTo>
                  <a:cubicBezTo>
                    <a:pt x="359" y="54"/>
                    <a:pt x="359" y="54"/>
                    <a:pt x="358" y="54"/>
                  </a:cubicBezTo>
                  <a:cubicBezTo>
                    <a:pt x="358" y="54"/>
                    <a:pt x="357" y="54"/>
                    <a:pt x="357" y="54"/>
                  </a:cubicBezTo>
                  <a:cubicBezTo>
                    <a:pt x="356" y="54"/>
                    <a:pt x="356" y="55"/>
                    <a:pt x="357" y="55"/>
                  </a:cubicBezTo>
                  <a:cubicBezTo>
                    <a:pt x="358" y="55"/>
                    <a:pt x="358" y="55"/>
                    <a:pt x="359" y="55"/>
                  </a:cubicBezTo>
                  <a:cubicBezTo>
                    <a:pt x="361" y="55"/>
                    <a:pt x="363" y="55"/>
                    <a:pt x="365" y="55"/>
                  </a:cubicBezTo>
                  <a:cubicBezTo>
                    <a:pt x="366" y="55"/>
                    <a:pt x="367" y="54"/>
                    <a:pt x="369" y="55"/>
                  </a:cubicBezTo>
                  <a:cubicBezTo>
                    <a:pt x="368" y="56"/>
                    <a:pt x="366" y="55"/>
                    <a:pt x="365" y="55"/>
                  </a:cubicBezTo>
                  <a:cubicBezTo>
                    <a:pt x="364" y="55"/>
                    <a:pt x="363" y="55"/>
                    <a:pt x="362" y="55"/>
                  </a:cubicBezTo>
                  <a:cubicBezTo>
                    <a:pt x="362" y="55"/>
                    <a:pt x="361" y="55"/>
                    <a:pt x="360" y="55"/>
                  </a:cubicBezTo>
                  <a:cubicBezTo>
                    <a:pt x="358" y="56"/>
                    <a:pt x="356" y="55"/>
                    <a:pt x="354" y="56"/>
                  </a:cubicBezTo>
                  <a:cubicBezTo>
                    <a:pt x="353" y="56"/>
                    <a:pt x="352" y="56"/>
                    <a:pt x="351" y="56"/>
                  </a:cubicBezTo>
                  <a:cubicBezTo>
                    <a:pt x="351" y="57"/>
                    <a:pt x="349" y="57"/>
                    <a:pt x="349" y="57"/>
                  </a:cubicBezTo>
                  <a:cubicBezTo>
                    <a:pt x="349" y="57"/>
                    <a:pt x="352" y="57"/>
                    <a:pt x="353" y="57"/>
                  </a:cubicBezTo>
                  <a:cubicBezTo>
                    <a:pt x="354" y="57"/>
                    <a:pt x="356" y="57"/>
                    <a:pt x="357" y="57"/>
                  </a:cubicBezTo>
                  <a:cubicBezTo>
                    <a:pt x="359" y="57"/>
                    <a:pt x="360" y="57"/>
                    <a:pt x="362" y="57"/>
                  </a:cubicBezTo>
                  <a:cubicBezTo>
                    <a:pt x="363" y="57"/>
                    <a:pt x="364" y="56"/>
                    <a:pt x="365" y="56"/>
                  </a:cubicBezTo>
                  <a:cubicBezTo>
                    <a:pt x="364" y="57"/>
                    <a:pt x="362" y="57"/>
                    <a:pt x="361" y="57"/>
                  </a:cubicBezTo>
                  <a:cubicBezTo>
                    <a:pt x="359" y="57"/>
                    <a:pt x="357" y="58"/>
                    <a:pt x="356" y="58"/>
                  </a:cubicBezTo>
                  <a:cubicBezTo>
                    <a:pt x="352" y="59"/>
                    <a:pt x="349" y="58"/>
                    <a:pt x="346" y="59"/>
                  </a:cubicBezTo>
                  <a:cubicBezTo>
                    <a:pt x="345" y="59"/>
                    <a:pt x="344" y="59"/>
                    <a:pt x="344" y="60"/>
                  </a:cubicBezTo>
                  <a:cubicBezTo>
                    <a:pt x="343" y="60"/>
                    <a:pt x="343" y="60"/>
                    <a:pt x="342" y="60"/>
                  </a:cubicBezTo>
                  <a:cubicBezTo>
                    <a:pt x="342" y="61"/>
                    <a:pt x="344" y="61"/>
                    <a:pt x="344" y="61"/>
                  </a:cubicBezTo>
                  <a:cubicBezTo>
                    <a:pt x="345" y="61"/>
                    <a:pt x="346" y="61"/>
                    <a:pt x="347" y="61"/>
                  </a:cubicBezTo>
                  <a:cubicBezTo>
                    <a:pt x="348" y="61"/>
                    <a:pt x="350" y="60"/>
                    <a:pt x="351" y="61"/>
                  </a:cubicBezTo>
                  <a:cubicBezTo>
                    <a:pt x="350" y="61"/>
                    <a:pt x="350" y="61"/>
                    <a:pt x="349" y="61"/>
                  </a:cubicBezTo>
                  <a:cubicBezTo>
                    <a:pt x="350" y="62"/>
                    <a:pt x="351" y="61"/>
                    <a:pt x="351" y="61"/>
                  </a:cubicBezTo>
                  <a:cubicBezTo>
                    <a:pt x="351" y="62"/>
                    <a:pt x="350" y="61"/>
                    <a:pt x="349" y="62"/>
                  </a:cubicBezTo>
                  <a:cubicBezTo>
                    <a:pt x="350" y="62"/>
                    <a:pt x="353" y="63"/>
                    <a:pt x="354" y="62"/>
                  </a:cubicBezTo>
                  <a:cubicBezTo>
                    <a:pt x="354" y="61"/>
                    <a:pt x="354" y="61"/>
                    <a:pt x="355" y="61"/>
                  </a:cubicBezTo>
                  <a:cubicBezTo>
                    <a:pt x="355" y="61"/>
                    <a:pt x="357" y="61"/>
                    <a:pt x="357" y="61"/>
                  </a:cubicBezTo>
                  <a:cubicBezTo>
                    <a:pt x="357" y="62"/>
                    <a:pt x="355" y="62"/>
                    <a:pt x="355" y="62"/>
                  </a:cubicBezTo>
                  <a:cubicBezTo>
                    <a:pt x="356" y="63"/>
                    <a:pt x="357" y="62"/>
                    <a:pt x="358" y="62"/>
                  </a:cubicBezTo>
                  <a:cubicBezTo>
                    <a:pt x="359" y="62"/>
                    <a:pt x="361" y="62"/>
                    <a:pt x="362" y="61"/>
                  </a:cubicBezTo>
                  <a:cubicBezTo>
                    <a:pt x="363" y="61"/>
                    <a:pt x="363" y="61"/>
                    <a:pt x="363" y="60"/>
                  </a:cubicBezTo>
                  <a:cubicBezTo>
                    <a:pt x="363" y="60"/>
                    <a:pt x="363" y="60"/>
                    <a:pt x="362" y="60"/>
                  </a:cubicBezTo>
                  <a:cubicBezTo>
                    <a:pt x="363" y="60"/>
                    <a:pt x="364" y="59"/>
                    <a:pt x="364" y="60"/>
                  </a:cubicBezTo>
                  <a:cubicBezTo>
                    <a:pt x="364" y="60"/>
                    <a:pt x="364" y="60"/>
                    <a:pt x="364" y="60"/>
                  </a:cubicBezTo>
                  <a:cubicBezTo>
                    <a:pt x="364" y="60"/>
                    <a:pt x="365" y="60"/>
                    <a:pt x="365" y="60"/>
                  </a:cubicBezTo>
                  <a:cubicBezTo>
                    <a:pt x="366" y="60"/>
                    <a:pt x="366" y="60"/>
                    <a:pt x="367" y="59"/>
                  </a:cubicBezTo>
                  <a:cubicBezTo>
                    <a:pt x="367" y="59"/>
                    <a:pt x="368" y="59"/>
                    <a:pt x="368" y="58"/>
                  </a:cubicBezTo>
                  <a:cubicBezTo>
                    <a:pt x="369" y="58"/>
                    <a:pt x="368" y="59"/>
                    <a:pt x="368" y="59"/>
                  </a:cubicBezTo>
                  <a:cubicBezTo>
                    <a:pt x="369" y="59"/>
                    <a:pt x="369" y="59"/>
                    <a:pt x="369" y="59"/>
                  </a:cubicBezTo>
                  <a:cubicBezTo>
                    <a:pt x="370" y="59"/>
                    <a:pt x="370" y="59"/>
                    <a:pt x="371" y="59"/>
                  </a:cubicBezTo>
                  <a:cubicBezTo>
                    <a:pt x="371" y="59"/>
                    <a:pt x="372" y="58"/>
                    <a:pt x="372" y="59"/>
                  </a:cubicBezTo>
                  <a:cubicBezTo>
                    <a:pt x="372" y="59"/>
                    <a:pt x="372" y="59"/>
                    <a:pt x="372" y="59"/>
                  </a:cubicBezTo>
                  <a:cubicBezTo>
                    <a:pt x="370" y="59"/>
                    <a:pt x="367" y="59"/>
                    <a:pt x="366" y="61"/>
                  </a:cubicBezTo>
                  <a:cubicBezTo>
                    <a:pt x="366" y="61"/>
                    <a:pt x="367" y="61"/>
                    <a:pt x="368" y="61"/>
                  </a:cubicBezTo>
                  <a:cubicBezTo>
                    <a:pt x="367" y="61"/>
                    <a:pt x="365" y="61"/>
                    <a:pt x="364" y="61"/>
                  </a:cubicBezTo>
                  <a:cubicBezTo>
                    <a:pt x="364" y="62"/>
                    <a:pt x="365" y="62"/>
                    <a:pt x="365" y="62"/>
                  </a:cubicBezTo>
                  <a:cubicBezTo>
                    <a:pt x="367" y="62"/>
                    <a:pt x="369" y="61"/>
                    <a:pt x="370" y="61"/>
                  </a:cubicBezTo>
                  <a:cubicBezTo>
                    <a:pt x="370" y="62"/>
                    <a:pt x="372" y="61"/>
                    <a:pt x="372" y="61"/>
                  </a:cubicBezTo>
                  <a:cubicBezTo>
                    <a:pt x="373" y="61"/>
                    <a:pt x="373" y="61"/>
                    <a:pt x="374" y="61"/>
                  </a:cubicBezTo>
                  <a:cubicBezTo>
                    <a:pt x="374" y="60"/>
                    <a:pt x="375" y="60"/>
                    <a:pt x="375" y="60"/>
                  </a:cubicBezTo>
                  <a:cubicBezTo>
                    <a:pt x="375" y="60"/>
                    <a:pt x="374" y="60"/>
                    <a:pt x="374" y="61"/>
                  </a:cubicBezTo>
                  <a:cubicBezTo>
                    <a:pt x="375" y="61"/>
                    <a:pt x="376" y="60"/>
                    <a:pt x="377" y="60"/>
                  </a:cubicBezTo>
                  <a:cubicBezTo>
                    <a:pt x="376" y="60"/>
                    <a:pt x="376" y="60"/>
                    <a:pt x="376" y="60"/>
                  </a:cubicBezTo>
                  <a:cubicBezTo>
                    <a:pt x="377" y="61"/>
                    <a:pt x="375" y="61"/>
                    <a:pt x="375" y="61"/>
                  </a:cubicBezTo>
                  <a:cubicBezTo>
                    <a:pt x="375" y="62"/>
                    <a:pt x="377" y="61"/>
                    <a:pt x="378" y="61"/>
                  </a:cubicBezTo>
                  <a:cubicBezTo>
                    <a:pt x="378" y="61"/>
                    <a:pt x="380" y="61"/>
                    <a:pt x="380" y="61"/>
                  </a:cubicBezTo>
                  <a:cubicBezTo>
                    <a:pt x="380" y="61"/>
                    <a:pt x="380" y="61"/>
                    <a:pt x="381" y="61"/>
                  </a:cubicBezTo>
                  <a:cubicBezTo>
                    <a:pt x="381" y="61"/>
                    <a:pt x="382" y="61"/>
                    <a:pt x="382" y="61"/>
                  </a:cubicBezTo>
                  <a:cubicBezTo>
                    <a:pt x="382" y="61"/>
                    <a:pt x="383" y="61"/>
                    <a:pt x="383" y="61"/>
                  </a:cubicBezTo>
                  <a:cubicBezTo>
                    <a:pt x="384" y="60"/>
                    <a:pt x="385" y="60"/>
                    <a:pt x="386" y="60"/>
                  </a:cubicBezTo>
                  <a:cubicBezTo>
                    <a:pt x="386" y="61"/>
                    <a:pt x="384" y="61"/>
                    <a:pt x="384" y="61"/>
                  </a:cubicBezTo>
                  <a:cubicBezTo>
                    <a:pt x="383" y="61"/>
                    <a:pt x="382" y="61"/>
                    <a:pt x="382" y="61"/>
                  </a:cubicBezTo>
                  <a:cubicBezTo>
                    <a:pt x="382" y="62"/>
                    <a:pt x="380" y="62"/>
                    <a:pt x="380" y="62"/>
                  </a:cubicBezTo>
                  <a:cubicBezTo>
                    <a:pt x="380" y="62"/>
                    <a:pt x="380" y="62"/>
                    <a:pt x="380" y="62"/>
                  </a:cubicBezTo>
                  <a:cubicBezTo>
                    <a:pt x="378" y="63"/>
                    <a:pt x="375" y="62"/>
                    <a:pt x="373" y="62"/>
                  </a:cubicBezTo>
                  <a:cubicBezTo>
                    <a:pt x="371" y="62"/>
                    <a:pt x="368" y="63"/>
                    <a:pt x="366" y="63"/>
                  </a:cubicBezTo>
                  <a:cubicBezTo>
                    <a:pt x="366" y="63"/>
                    <a:pt x="367" y="63"/>
                    <a:pt x="367" y="64"/>
                  </a:cubicBezTo>
                  <a:cubicBezTo>
                    <a:pt x="366" y="64"/>
                    <a:pt x="365" y="64"/>
                    <a:pt x="365" y="64"/>
                  </a:cubicBezTo>
                  <a:cubicBezTo>
                    <a:pt x="364" y="64"/>
                    <a:pt x="363" y="64"/>
                    <a:pt x="362" y="64"/>
                  </a:cubicBezTo>
                  <a:cubicBezTo>
                    <a:pt x="360" y="64"/>
                    <a:pt x="359" y="64"/>
                    <a:pt x="357" y="65"/>
                  </a:cubicBezTo>
                  <a:cubicBezTo>
                    <a:pt x="355" y="65"/>
                    <a:pt x="358" y="66"/>
                    <a:pt x="358" y="67"/>
                  </a:cubicBezTo>
                  <a:cubicBezTo>
                    <a:pt x="360" y="67"/>
                    <a:pt x="361" y="67"/>
                    <a:pt x="363" y="67"/>
                  </a:cubicBezTo>
                  <a:cubicBezTo>
                    <a:pt x="365" y="67"/>
                    <a:pt x="367" y="67"/>
                    <a:pt x="368" y="67"/>
                  </a:cubicBezTo>
                  <a:cubicBezTo>
                    <a:pt x="371" y="67"/>
                    <a:pt x="373" y="66"/>
                    <a:pt x="375" y="66"/>
                  </a:cubicBezTo>
                  <a:cubicBezTo>
                    <a:pt x="377" y="66"/>
                    <a:pt x="379" y="65"/>
                    <a:pt x="381" y="65"/>
                  </a:cubicBezTo>
                  <a:cubicBezTo>
                    <a:pt x="381" y="65"/>
                    <a:pt x="382" y="65"/>
                    <a:pt x="382" y="65"/>
                  </a:cubicBezTo>
                  <a:cubicBezTo>
                    <a:pt x="382" y="64"/>
                    <a:pt x="382" y="64"/>
                    <a:pt x="382" y="64"/>
                  </a:cubicBezTo>
                  <a:cubicBezTo>
                    <a:pt x="383" y="64"/>
                    <a:pt x="384" y="64"/>
                    <a:pt x="385" y="64"/>
                  </a:cubicBezTo>
                  <a:cubicBezTo>
                    <a:pt x="384" y="64"/>
                    <a:pt x="386" y="64"/>
                    <a:pt x="386" y="64"/>
                  </a:cubicBezTo>
                  <a:cubicBezTo>
                    <a:pt x="386" y="64"/>
                    <a:pt x="387" y="64"/>
                    <a:pt x="387" y="64"/>
                  </a:cubicBezTo>
                  <a:cubicBezTo>
                    <a:pt x="388" y="64"/>
                    <a:pt x="389" y="64"/>
                    <a:pt x="390" y="63"/>
                  </a:cubicBezTo>
                  <a:cubicBezTo>
                    <a:pt x="391" y="63"/>
                    <a:pt x="392" y="63"/>
                    <a:pt x="393" y="63"/>
                  </a:cubicBezTo>
                  <a:cubicBezTo>
                    <a:pt x="394" y="63"/>
                    <a:pt x="394" y="63"/>
                    <a:pt x="395" y="62"/>
                  </a:cubicBezTo>
                  <a:cubicBezTo>
                    <a:pt x="396" y="62"/>
                    <a:pt x="397" y="61"/>
                    <a:pt x="398" y="62"/>
                  </a:cubicBezTo>
                  <a:cubicBezTo>
                    <a:pt x="399" y="62"/>
                    <a:pt x="399" y="62"/>
                    <a:pt x="398" y="62"/>
                  </a:cubicBezTo>
                  <a:cubicBezTo>
                    <a:pt x="398" y="62"/>
                    <a:pt x="397" y="62"/>
                    <a:pt x="397" y="62"/>
                  </a:cubicBezTo>
                  <a:cubicBezTo>
                    <a:pt x="397" y="62"/>
                    <a:pt x="398" y="62"/>
                    <a:pt x="398" y="63"/>
                  </a:cubicBezTo>
                  <a:cubicBezTo>
                    <a:pt x="398" y="63"/>
                    <a:pt x="399" y="63"/>
                    <a:pt x="399" y="63"/>
                  </a:cubicBezTo>
                  <a:cubicBezTo>
                    <a:pt x="400" y="63"/>
                    <a:pt x="401" y="63"/>
                    <a:pt x="402" y="63"/>
                  </a:cubicBezTo>
                  <a:cubicBezTo>
                    <a:pt x="401" y="63"/>
                    <a:pt x="402" y="63"/>
                    <a:pt x="402" y="62"/>
                  </a:cubicBezTo>
                  <a:cubicBezTo>
                    <a:pt x="402" y="62"/>
                    <a:pt x="403" y="62"/>
                    <a:pt x="403" y="62"/>
                  </a:cubicBezTo>
                  <a:cubicBezTo>
                    <a:pt x="404" y="62"/>
                    <a:pt x="404" y="62"/>
                    <a:pt x="405" y="62"/>
                  </a:cubicBezTo>
                  <a:cubicBezTo>
                    <a:pt x="405" y="62"/>
                    <a:pt x="405" y="61"/>
                    <a:pt x="405" y="62"/>
                  </a:cubicBezTo>
                  <a:cubicBezTo>
                    <a:pt x="405" y="62"/>
                    <a:pt x="404" y="62"/>
                    <a:pt x="404" y="62"/>
                  </a:cubicBezTo>
                  <a:cubicBezTo>
                    <a:pt x="404" y="63"/>
                    <a:pt x="405" y="63"/>
                    <a:pt x="405" y="63"/>
                  </a:cubicBezTo>
                  <a:cubicBezTo>
                    <a:pt x="407" y="63"/>
                    <a:pt x="408" y="63"/>
                    <a:pt x="410" y="62"/>
                  </a:cubicBezTo>
                  <a:cubicBezTo>
                    <a:pt x="412" y="62"/>
                    <a:pt x="414" y="62"/>
                    <a:pt x="416" y="62"/>
                  </a:cubicBezTo>
                  <a:cubicBezTo>
                    <a:pt x="416" y="62"/>
                    <a:pt x="416" y="62"/>
                    <a:pt x="416" y="61"/>
                  </a:cubicBezTo>
                  <a:cubicBezTo>
                    <a:pt x="417" y="61"/>
                    <a:pt x="418" y="61"/>
                    <a:pt x="418" y="61"/>
                  </a:cubicBezTo>
                  <a:cubicBezTo>
                    <a:pt x="418" y="60"/>
                    <a:pt x="420" y="60"/>
                    <a:pt x="420" y="60"/>
                  </a:cubicBezTo>
                  <a:cubicBezTo>
                    <a:pt x="421" y="59"/>
                    <a:pt x="422" y="59"/>
                    <a:pt x="423" y="58"/>
                  </a:cubicBezTo>
                  <a:cubicBezTo>
                    <a:pt x="423" y="58"/>
                    <a:pt x="423" y="58"/>
                    <a:pt x="423" y="58"/>
                  </a:cubicBezTo>
                  <a:cubicBezTo>
                    <a:pt x="424" y="58"/>
                    <a:pt x="425" y="58"/>
                    <a:pt x="426" y="57"/>
                  </a:cubicBezTo>
                  <a:cubicBezTo>
                    <a:pt x="427" y="57"/>
                    <a:pt x="427" y="56"/>
                    <a:pt x="428" y="55"/>
                  </a:cubicBezTo>
                  <a:cubicBezTo>
                    <a:pt x="430" y="54"/>
                    <a:pt x="426" y="53"/>
                    <a:pt x="426" y="53"/>
                  </a:cubicBezTo>
                  <a:cubicBezTo>
                    <a:pt x="424" y="53"/>
                    <a:pt x="423" y="53"/>
                    <a:pt x="421" y="54"/>
                  </a:cubicBezTo>
                  <a:cubicBezTo>
                    <a:pt x="420" y="54"/>
                    <a:pt x="420" y="55"/>
                    <a:pt x="419" y="55"/>
                  </a:cubicBezTo>
                  <a:cubicBezTo>
                    <a:pt x="419" y="55"/>
                    <a:pt x="420" y="55"/>
                    <a:pt x="420" y="55"/>
                  </a:cubicBezTo>
                  <a:cubicBezTo>
                    <a:pt x="420" y="56"/>
                    <a:pt x="419" y="55"/>
                    <a:pt x="419" y="56"/>
                  </a:cubicBezTo>
                  <a:cubicBezTo>
                    <a:pt x="418" y="56"/>
                    <a:pt x="418" y="56"/>
                    <a:pt x="418" y="56"/>
                  </a:cubicBezTo>
                  <a:cubicBezTo>
                    <a:pt x="418" y="56"/>
                    <a:pt x="417" y="57"/>
                    <a:pt x="417" y="57"/>
                  </a:cubicBezTo>
                  <a:cubicBezTo>
                    <a:pt x="416" y="56"/>
                    <a:pt x="418" y="56"/>
                    <a:pt x="417" y="56"/>
                  </a:cubicBezTo>
                  <a:cubicBezTo>
                    <a:pt x="418" y="56"/>
                    <a:pt x="418" y="56"/>
                    <a:pt x="418" y="55"/>
                  </a:cubicBezTo>
                  <a:cubicBezTo>
                    <a:pt x="417" y="55"/>
                    <a:pt x="418" y="55"/>
                    <a:pt x="419" y="55"/>
                  </a:cubicBezTo>
                  <a:cubicBezTo>
                    <a:pt x="417" y="55"/>
                    <a:pt x="416" y="55"/>
                    <a:pt x="415" y="55"/>
                  </a:cubicBezTo>
                  <a:cubicBezTo>
                    <a:pt x="414" y="55"/>
                    <a:pt x="412" y="56"/>
                    <a:pt x="411" y="56"/>
                  </a:cubicBezTo>
                  <a:cubicBezTo>
                    <a:pt x="412" y="55"/>
                    <a:pt x="413" y="55"/>
                    <a:pt x="414" y="55"/>
                  </a:cubicBezTo>
                  <a:cubicBezTo>
                    <a:pt x="414" y="55"/>
                    <a:pt x="416" y="54"/>
                    <a:pt x="416" y="54"/>
                  </a:cubicBezTo>
                  <a:cubicBezTo>
                    <a:pt x="416" y="53"/>
                    <a:pt x="412" y="53"/>
                    <a:pt x="411" y="53"/>
                  </a:cubicBezTo>
                  <a:cubicBezTo>
                    <a:pt x="412" y="53"/>
                    <a:pt x="412" y="53"/>
                    <a:pt x="412" y="53"/>
                  </a:cubicBezTo>
                  <a:cubicBezTo>
                    <a:pt x="412" y="53"/>
                    <a:pt x="413" y="53"/>
                    <a:pt x="413" y="53"/>
                  </a:cubicBezTo>
                  <a:cubicBezTo>
                    <a:pt x="413" y="52"/>
                    <a:pt x="414" y="52"/>
                    <a:pt x="414" y="52"/>
                  </a:cubicBezTo>
                  <a:cubicBezTo>
                    <a:pt x="415" y="52"/>
                    <a:pt x="415" y="52"/>
                    <a:pt x="416" y="52"/>
                  </a:cubicBezTo>
                  <a:cubicBezTo>
                    <a:pt x="416" y="52"/>
                    <a:pt x="415" y="52"/>
                    <a:pt x="415" y="52"/>
                  </a:cubicBezTo>
                  <a:cubicBezTo>
                    <a:pt x="416" y="51"/>
                    <a:pt x="416" y="52"/>
                    <a:pt x="417" y="51"/>
                  </a:cubicBezTo>
                  <a:cubicBezTo>
                    <a:pt x="416" y="51"/>
                    <a:pt x="416" y="51"/>
                    <a:pt x="417" y="51"/>
                  </a:cubicBezTo>
                  <a:cubicBezTo>
                    <a:pt x="416" y="50"/>
                    <a:pt x="416" y="50"/>
                    <a:pt x="415" y="50"/>
                  </a:cubicBezTo>
                  <a:cubicBezTo>
                    <a:pt x="415" y="50"/>
                    <a:pt x="416" y="50"/>
                    <a:pt x="416" y="50"/>
                  </a:cubicBezTo>
                  <a:cubicBezTo>
                    <a:pt x="415" y="50"/>
                    <a:pt x="416" y="50"/>
                    <a:pt x="416" y="49"/>
                  </a:cubicBezTo>
                  <a:cubicBezTo>
                    <a:pt x="416" y="49"/>
                    <a:pt x="416" y="49"/>
                    <a:pt x="416" y="49"/>
                  </a:cubicBezTo>
                  <a:cubicBezTo>
                    <a:pt x="416" y="49"/>
                    <a:pt x="417" y="49"/>
                    <a:pt x="417" y="49"/>
                  </a:cubicBezTo>
                  <a:cubicBezTo>
                    <a:pt x="417" y="49"/>
                    <a:pt x="417" y="49"/>
                    <a:pt x="417" y="49"/>
                  </a:cubicBezTo>
                  <a:cubicBezTo>
                    <a:pt x="417" y="48"/>
                    <a:pt x="417" y="48"/>
                    <a:pt x="418" y="48"/>
                  </a:cubicBezTo>
                  <a:cubicBezTo>
                    <a:pt x="418" y="48"/>
                    <a:pt x="420" y="48"/>
                    <a:pt x="419" y="48"/>
                  </a:cubicBezTo>
                  <a:cubicBezTo>
                    <a:pt x="419" y="47"/>
                    <a:pt x="419" y="47"/>
                    <a:pt x="418" y="47"/>
                  </a:cubicBezTo>
                  <a:cubicBezTo>
                    <a:pt x="419" y="47"/>
                    <a:pt x="419" y="47"/>
                    <a:pt x="419" y="47"/>
                  </a:cubicBezTo>
                  <a:cubicBezTo>
                    <a:pt x="419" y="46"/>
                    <a:pt x="418" y="47"/>
                    <a:pt x="418" y="47"/>
                  </a:cubicBezTo>
                  <a:cubicBezTo>
                    <a:pt x="417" y="47"/>
                    <a:pt x="415" y="47"/>
                    <a:pt x="414" y="47"/>
                  </a:cubicBezTo>
                  <a:cubicBezTo>
                    <a:pt x="414" y="48"/>
                    <a:pt x="413" y="48"/>
                    <a:pt x="412" y="48"/>
                  </a:cubicBezTo>
                  <a:cubicBezTo>
                    <a:pt x="412" y="48"/>
                    <a:pt x="411" y="48"/>
                    <a:pt x="411" y="49"/>
                  </a:cubicBezTo>
                  <a:cubicBezTo>
                    <a:pt x="410" y="49"/>
                    <a:pt x="409" y="49"/>
                    <a:pt x="408" y="49"/>
                  </a:cubicBezTo>
                  <a:cubicBezTo>
                    <a:pt x="409" y="49"/>
                    <a:pt x="409" y="49"/>
                    <a:pt x="409" y="49"/>
                  </a:cubicBezTo>
                  <a:cubicBezTo>
                    <a:pt x="408" y="50"/>
                    <a:pt x="406" y="50"/>
                    <a:pt x="405" y="50"/>
                  </a:cubicBezTo>
                  <a:cubicBezTo>
                    <a:pt x="405" y="50"/>
                    <a:pt x="404" y="50"/>
                    <a:pt x="403" y="50"/>
                  </a:cubicBezTo>
                  <a:cubicBezTo>
                    <a:pt x="403" y="51"/>
                    <a:pt x="402" y="51"/>
                    <a:pt x="402" y="51"/>
                  </a:cubicBezTo>
                  <a:cubicBezTo>
                    <a:pt x="402" y="51"/>
                    <a:pt x="403" y="51"/>
                    <a:pt x="403" y="52"/>
                  </a:cubicBezTo>
                  <a:cubicBezTo>
                    <a:pt x="403" y="52"/>
                    <a:pt x="404" y="52"/>
                    <a:pt x="404" y="52"/>
                  </a:cubicBezTo>
                  <a:cubicBezTo>
                    <a:pt x="404" y="52"/>
                    <a:pt x="404" y="52"/>
                    <a:pt x="405" y="52"/>
                  </a:cubicBezTo>
                  <a:cubicBezTo>
                    <a:pt x="405" y="52"/>
                    <a:pt x="406" y="52"/>
                    <a:pt x="405" y="52"/>
                  </a:cubicBezTo>
                  <a:cubicBezTo>
                    <a:pt x="405" y="52"/>
                    <a:pt x="406" y="52"/>
                    <a:pt x="406" y="52"/>
                  </a:cubicBezTo>
                  <a:cubicBezTo>
                    <a:pt x="406" y="53"/>
                    <a:pt x="406" y="53"/>
                    <a:pt x="407" y="53"/>
                  </a:cubicBezTo>
                  <a:cubicBezTo>
                    <a:pt x="406" y="53"/>
                    <a:pt x="406" y="53"/>
                    <a:pt x="406" y="53"/>
                  </a:cubicBezTo>
                  <a:cubicBezTo>
                    <a:pt x="406" y="53"/>
                    <a:pt x="406" y="53"/>
                    <a:pt x="406" y="53"/>
                  </a:cubicBezTo>
                  <a:cubicBezTo>
                    <a:pt x="406" y="54"/>
                    <a:pt x="405" y="53"/>
                    <a:pt x="405" y="53"/>
                  </a:cubicBezTo>
                  <a:cubicBezTo>
                    <a:pt x="405" y="54"/>
                    <a:pt x="405" y="54"/>
                    <a:pt x="405" y="54"/>
                  </a:cubicBezTo>
                  <a:cubicBezTo>
                    <a:pt x="404" y="54"/>
                    <a:pt x="404" y="54"/>
                    <a:pt x="403" y="54"/>
                  </a:cubicBezTo>
                  <a:cubicBezTo>
                    <a:pt x="402" y="54"/>
                    <a:pt x="401" y="54"/>
                    <a:pt x="399" y="55"/>
                  </a:cubicBezTo>
                  <a:cubicBezTo>
                    <a:pt x="400" y="55"/>
                    <a:pt x="401" y="55"/>
                    <a:pt x="402" y="55"/>
                  </a:cubicBezTo>
                  <a:cubicBezTo>
                    <a:pt x="401" y="55"/>
                    <a:pt x="401" y="55"/>
                    <a:pt x="401" y="55"/>
                  </a:cubicBezTo>
                  <a:cubicBezTo>
                    <a:pt x="401" y="55"/>
                    <a:pt x="401" y="55"/>
                    <a:pt x="401" y="55"/>
                  </a:cubicBezTo>
                  <a:cubicBezTo>
                    <a:pt x="401" y="55"/>
                    <a:pt x="401" y="55"/>
                    <a:pt x="401" y="55"/>
                  </a:cubicBezTo>
                  <a:cubicBezTo>
                    <a:pt x="401" y="56"/>
                    <a:pt x="402" y="55"/>
                    <a:pt x="402" y="55"/>
                  </a:cubicBezTo>
                  <a:cubicBezTo>
                    <a:pt x="401" y="56"/>
                    <a:pt x="403" y="56"/>
                    <a:pt x="403" y="56"/>
                  </a:cubicBezTo>
                  <a:cubicBezTo>
                    <a:pt x="403" y="56"/>
                    <a:pt x="404" y="56"/>
                    <a:pt x="404" y="56"/>
                  </a:cubicBezTo>
                  <a:cubicBezTo>
                    <a:pt x="404" y="56"/>
                    <a:pt x="404" y="56"/>
                    <a:pt x="405" y="56"/>
                  </a:cubicBezTo>
                  <a:cubicBezTo>
                    <a:pt x="405" y="56"/>
                    <a:pt x="404" y="56"/>
                    <a:pt x="404" y="57"/>
                  </a:cubicBezTo>
                  <a:cubicBezTo>
                    <a:pt x="404" y="57"/>
                    <a:pt x="404" y="57"/>
                    <a:pt x="403" y="57"/>
                  </a:cubicBezTo>
                  <a:cubicBezTo>
                    <a:pt x="403" y="57"/>
                    <a:pt x="403" y="58"/>
                    <a:pt x="403" y="57"/>
                  </a:cubicBezTo>
                  <a:cubicBezTo>
                    <a:pt x="403" y="57"/>
                    <a:pt x="402" y="57"/>
                    <a:pt x="402" y="58"/>
                  </a:cubicBezTo>
                  <a:cubicBezTo>
                    <a:pt x="402" y="58"/>
                    <a:pt x="402" y="58"/>
                    <a:pt x="402" y="58"/>
                  </a:cubicBezTo>
                  <a:cubicBezTo>
                    <a:pt x="401" y="58"/>
                    <a:pt x="401" y="58"/>
                    <a:pt x="401" y="58"/>
                  </a:cubicBezTo>
                  <a:cubicBezTo>
                    <a:pt x="400" y="58"/>
                    <a:pt x="399" y="58"/>
                    <a:pt x="398" y="58"/>
                  </a:cubicBezTo>
                  <a:cubicBezTo>
                    <a:pt x="396" y="57"/>
                    <a:pt x="394" y="58"/>
                    <a:pt x="393" y="58"/>
                  </a:cubicBezTo>
                  <a:cubicBezTo>
                    <a:pt x="392" y="57"/>
                    <a:pt x="391" y="58"/>
                    <a:pt x="390" y="58"/>
                  </a:cubicBezTo>
                  <a:cubicBezTo>
                    <a:pt x="389" y="58"/>
                    <a:pt x="388" y="58"/>
                    <a:pt x="388" y="58"/>
                  </a:cubicBezTo>
                  <a:cubicBezTo>
                    <a:pt x="387" y="58"/>
                    <a:pt x="387" y="58"/>
                    <a:pt x="387" y="57"/>
                  </a:cubicBezTo>
                  <a:cubicBezTo>
                    <a:pt x="387" y="57"/>
                    <a:pt x="389" y="56"/>
                    <a:pt x="389" y="56"/>
                  </a:cubicBezTo>
                  <a:cubicBezTo>
                    <a:pt x="388" y="56"/>
                    <a:pt x="389" y="56"/>
                    <a:pt x="389" y="56"/>
                  </a:cubicBezTo>
                  <a:cubicBezTo>
                    <a:pt x="389" y="56"/>
                    <a:pt x="389" y="55"/>
                    <a:pt x="388" y="55"/>
                  </a:cubicBezTo>
                  <a:cubicBezTo>
                    <a:pt x="389" y="55"/>
                    <a:pt x="389" y="55"/>
                    <a:pt x="390" y="55"/>
                  </a:cubicBezTo>
                  <a:cubicBezTo>
                    <a:pt x="389" y="55"/>
                    <a:pt x="388" y="55"/>
                    <a:pt x="387" y="55"/>
                  </a:cubicBezTo>
                  <a:cubicBezTo>
                    <a:pt x="387" y="55"/>
                    <a:pt x="386" y="56"/>
                    <a:pt x="386" y="55"/>
                  </a:cubicBezTo>
                  <a:cubicBezTo>
                    <a:pt x="386" y="55"/>
                    <a:pt x="386" y="55"/>
                    <a:pt x="386" y="55"/>
                  </a:cubicBezTo>
                  <a:cubicBezTo>
                    <a:pt x="386" y="55"/>
                    <a:pt x="385" y="55"/>
                    <a:pt x="384" y="55"/>
                  </a:cubicBezTo>
                  <a:cubicBezTo>
                    <a:pt x="385" y="55"/>
                    <a:pt x="386" y="55"/>
                    <a:pt x="387" y="55"/>
                  </a:cubicBezTo>
                  <a:cubicBezTo>
                    <a:pt x="387" y="55"/>
                    <a:pt x="389" y="55"/>
                    <a:pt x="389" y="54"/>
                  </a:cubicBezTo>
                  <a:close/>
                  <a:moveTo>
                    <a:pt x="378" y="52"/>
                  </a:moveTo>
                  <a:cubicBezTo>
                    <a:pt x="378" y="52"/>
                    <a:pt x="378" y="52"/>
                    <a:pt x="378" y="52"/>
                  </a:cubicBezTo>
                  <a:close/>
                  <a:moveTo>
                    <a:pt x="546" y="42"/>
                  </a:moveTo>
                  <a:cubicBezTo>
                    <a:pt x="546" y="41"/>
                    <a:pt x="545" y="41"/>
                    <a:pt x="545" y="41"/>
                  </a:cubicBezTo>
                  <a:cubicBezTo>
                    <a:pt x="544" y="40"/>
                    <a:pt x="542" y="40"/>
                    <a:pt x="541" y="40"/>
                  </a:cubicBezTo>
                  <a:cubicBezTo>
                    <a:pt x="540" y="40"/>
                    <a:pt x="538" y="40"/>
                    <a:pt x="538" y="41"/>
                  </a:cubicBezTo>
                  <a:cubicBezTo>
                    <a:pt x="537" y="41"/>
                    <a:pt x="537" y="42"/>
                    <a:pt x="537" y="42"/>
                  </a:cubicBezTo>
                  <a:cubicBezTo>
                    <a:pt x="536" y="42"/>
                    <a:pt x="536" y="42"/>
                    <a:pt x="536" y="42"/>
                  </a:cubicBezTo>
                  <a:cubicBezTo>
                    <a:pt x="537" y="43"/>
                    <a:pt x="538" y="44"/>
                    <a:pt x="539" y="44"/>
                  </a:cubicBezTo>
                  <a:cubicBezTo>
                    <a:pt x="539" y="44"/>
                    <a:pt x="539" y="44"/>
                    <a:pt x="539" y="44"/>
                  </a:cubicBezTo>
                  <a:cubicBezTo>
                    <a:pt x="539" y="44"/>
                    <a:pt x="539" y="44"/>
                    <a:pt x="539" y="44"/>
                  </a:cubicBezTo>
                  <a:cubicBezTo>
                    <a:pt x="541" y="44"/>
                    <a:pt x="542" y="44"/>
                    <a:pt x="543" y="43"/>
                  </a:cubicBezTo>
                  <a:cubicBezTo>
                    <a:pt x="544" y="43"/>
                    <a:pt x="545" y="43"/>
                    <a:pt x="545" y="43"/>
                  </a:cubicBezTo>
                  <a:cubicBezTo>
                    <a:pt x="545" y="42"/>
                    <a:pt x="546" y="42"/>
                    <a:pt x="546" y="42"/>
                  </a:cubicBezTo>
                  <a:close/>
                  <a:moveTo>
                    <a:pt x="465" y="49"/>
                  </a:moveTo>
                  <a:cubicBezTo>
                    <a:pt x="467" y="48"/>
                    <a:pt x="469" y="48"/>
                    <a:pt x="471" y="48"/>
                  </a:cubicBezTo>
                  <a:cubicBezTo>
                    <a:pt x="471" y="48"/>
                    <a:pt x="472" y="48"/>
                    <a:pt x="472" y="48"/>
                  </a:cubicBezTo>
                  <a:cubicBezTo>
                    <a:pt x="470" y="47"/>
                    <a:pt x="468" y="47"/>
                    <a:pt x="466" y="48"/>
                  </a:cubicBezTo>
                  <a:cubicBezTo>
                    <a:pt x="464" y="48"/>
                    <a:pt x="463" y="49"/>
                    <a:pt x="461" y="49"/>
                  </a:cubicBezTo>
                  <a:cubicBezTo>
                    <a:pt x="462" y="50"/>
                    <a:pt x="464" y="49"/>
                    <a:pt x="465" y="49"/>
                  </a:cubicBezTo>
                  <a:close/>
                  <a:moveTo>
                    <a:pt x="384" y="48"/>
                  </a:moveTo>
                  <a:cubicBezTo>
                    <a:pt x="385" y="48"/>
                    <a:pt x="388" y="48"/>
                    <a:pt x="389" y="47"/>
                  </a:cubicBezTo>
                  <a:cubicBezTo>
                    <a:pt x="388" y="47"/>
                    <a:pt x="387" y="46"/>
                    <a:pt x="386" y="46"/>
                  </a:cubicBezTo>
                  <a:cubicBezTo>
                    <a:pt x="385" y="46"/>
                    <a:pt x="384" y="46"/>
                    <a:pt x="384" y="46"/>
                  </a:cubicBezTo>
                  <a:cubicBezTo>
                    <a:pt x="382" y="46"/>
                    <a:pt x="380" y="46"/>
                    <a:pt x="379" y="47"/>
                  </a:cubicBezTo>
                  <a:cubicBezTo>
                    <a:pt x="381" y="47"/>
                    <a:pt x="382" y="48"/>
                    <a:pt x="384" y="48"/>
                  </a:cubicBezTo>
                  <a:close/>
                  <a:moveTo>
                    <a:pt x="393" y="39"/>
                  </a:moveTo>
                  <a:cubicBezTo>
                    <a:pt x="394" y="39"/>
                    <a:pt x="394" y="39"/>
                    <a:pt x="395" y="40"/>
                  </a:cubicBezTo>
                  <a:cubicBezTo>
                    <a:pt x="395" y="40"/>
                    <a:pt x="396" y="40"/>
                    <a:pt x="397" y="40"/>
                  </a:cubicBezTo>
                  <a:cubicBezTo>
                    <a:pt x="398" y="39"/>
                    <a:pt x="399" y="39"/>
                    <a:pt x="401" y="39"/>
                  </a:cubicBezTo>
                  <a:cubicBezTo>
                    <a:pt x="401" y="39"/>
                    <a:pt x="400" y="39"/>
                    <a:pt x="400" y="38"/>
                  </a:cubicBezTo>
                  <a:cubicBezTo>
                    <a:pt x="401" y="38"/>
                    <a:pt x="400" y="38"/>
                    <a:pt x="399" y="38"/>
                  </a:cubicBezTo>
                  <a:cubicBezTo>
                    <a:pt x="399" y="38"/>
                    <a:pt x="400" y="38"/>
                    <a:pt x="400" y="38"/>
                  </a:cubicBezTo>
                  <a:cubicBezTo>
                    <a:pt x="400" y="38"/>
                    <a:pt x="399" y="38"/>
                    <a:pt x="399" y="38"/>
                  </a:cubicBezTo>
                  <a:cubicBezTo>
                    <a:pt x="399" y="38"/>
                    <a:pt x="400" y="37"/>
                    <a:pt x="400" y="37"/>
                  </a:cubicBezTo>
                  <a:cubicBezTo>
                    <a:pt x="399" y="37"/>
                    <a:pt x="399" y="37"/>
                    <a:pt x="398" y="37"/>
                  </a:cubicBezTo>
                  <a:cubicBezTo>
                    <a:pt x="398" y="37"/>
                    <a:pt x="399" y="37"/>
                    <a:pt x="398" y="37"/>
                  </a:cubicBezTo>
                  <a:cubicBezTo>
                    <a:pt x="399" y="37"/>
                    <a:pt x="399" y="37"/>
                    <a:pt x="399" y="37"/>
                  </a:cubicBezTo>
                  <a:cubicBezTo>
                    <a:pt x="398" y="37"/>
                    <a:pt x="396" y="37"/>
                    <a:pt x="395" y="37"/>
                  </a:cubicBezTo>
                  <a:cubicBezTo>
                    <a:pt x="394" y="37"/>
                    <a:pt x="393" y="37"/>
                    <a:pt x="393" y="38"/>
                  </a:cubicBezTo>
                  <a:cubicBezTo>
                    <a:pt x="392" y="38"/>
                    <a:pt x="393" y="39"/>
                    <a:pt x="393" y="39"/>
                  </a:cubicBezTo>
                  <a:close/>
                  <a:moveTo>
                    <a:pt x="537" y="49"/>
                  </a:moveTo>
                  <a:cubicBezTo>
                    <a:pt x="537" y="48"/>
                    <a:pt x="538" y="48"/>
                    <a:pt x="538" y="48"/>
                  </a:cubicBezTo>
                  <a:cubicBezTo>
                    <a:pt x="539" y="48"/>
                    <a:pt x="539" y="47"/>
                    <a:pt x="539" y="47"/>
                  </a:cubicBezTo>
                  <a:cubicBezTo>
                    <a:pt x="538" y="47"/>
                    <a:pt x="538" y="47"/>
                    <a:pt x="537" y="47"/>
                  </a:cubicBezTo>
                  <a:cubicBezTo>
                    <a:pt x="536" y="47"/>
                    <a:pt x="535" y="47"/>
                    <a:pt x="534" y="47"/>
                  </a:cubicBezTo>
                  <a:cubicBezTo>
                    <a:pt x="533" y="48"/>
                    <a:pt x="534" y="50"/>
                    <a:pt x="534" y="50"/>
                  </a:cubicBezTo>
                  <a:cubicBezTo>
                    <a:pt x="535" y="50"/>
                    <a:pt x="535" y="50"/>
                    <a:pt x="535" y="50"/>
                  </a:cubicBezTo>
                  <a:cubicBezTo>
                    <a:pt x="535" y="50"/>
                    <a:pt x="535" y="50"/>
                    <a:pt x="536" y="50"/>
                  </a:cubicBezTo>
                  <a:cubicBezTo>
                    <a:pt x="536" y="50"/>
                    <a:pt x="536" y="50"/>
                    <a:pt x="537" y="50"/>
                  </a:cubicBezTo>
                  <a:cubicBezTo>
                    <a:pt x="537" y="50"/>
                    <a:pt x="537" y="49"/>
                    <a:pt x="537" y="49"/>
                  </a:cubicBezTo>
                  <a:cubicBezTo>
                    <a:pt x="537" y="49"/>
                    <a:pt x="536" y="49"/>
                    <a:pt x="536" y="49"/>
                  </a:cubicBezTo>
                  <a:cubicBezTo>
                    <a:pt x="537" y="49"/>
                    <a:pt x="537" y="49"/>
                    <a:pt x="537" y="49"/>
                  </a:cubicBezTo>
                  <a:close/>
                  <a:moveTo>
                    <a:pt x="512" y="23"/>
                  </a:moveTo>
                  <a:cubicBezTo>
                    <a:pt x="512" y="23"/>
                    <a:pt x="512" y="23"/>
                    <a:pt x="511" y="23"/>
                  </a:cubicBezTo>
                  <a:cubicBezTo>
                    <a:pt x="512" y="24"/>
                    <a:pt x="514" y="23"/>
                    <a:pt x="513" y="24"/>
                  </a:cubicBezTo>
                  <a:cubicBezTo>
                    <a:pt x="514" y="24"/>
                    <a:pt x="516" y="24"/>
                    <a:pt x="516" y="23"/>
                  </a:cubicBezTo>
                  <a:cubicBezTo>
                    <a:pt x="516" y="23"/>
                    <a:pt x="516" y="22"/>
                    <a:pt x="517" y="22"/>
                  </a:cubicBezTo>
                  <a:cubicBezTo>
                    <a:pt x="517" y="22"/>
                    <a:pt x="517" y="22"/>
                    <a:pt x="517" y="22"/>
                  </a:cubicBezTo>
                  <a:cubicBezTo>
                    <a:pt x="518" y="22"/>
                    <a:pt x="517" y="21"/>
                    <a:pt x="518" y="21"/>
                  </a:cubicBezTo>
                  <a:cubicBezTo>
                    <a:pt x="516" y="21"/>
                    <a:pt x="515" y="21"/>
                    <a:pt x="514" y="21"/>
                  </a:cubicBezTo>
                  <a:cubicBezTo>
                    <a:pt x="512" y="20"/>
                    <a:pt x="510" y="21"/>
                    <a:pt x="509" y="22"/>
                  </a:cubicBezTo>
                  <a:cubicBezTo>
                    <a:pt x="508" y="22"/>
                    <a:pt x="507" y="23"/>
                    <a:pt x="509" y="23"/>
                  </a:cubicBezTo>
                  <a:cubicBezTo>
                    <a:pt x="510" y="23"/>
                    <a:pt x="511" y="22"/>
                    <a:pt x="512" y="23"/>
                  </a:cubicBezTo>
                  <a:close/>
                  <a:moveTo>
                    <a:pt x="471" y="38"/>
                  </a:moveTo>
                  <a:cubicBezTo>
                    <a:pt x="471" y="38"/>
                    <a:pt x="470" y="38"/>
                    <a:pt x="470" y="39"/>
                  </a:cubicBezTo>
                  <a:cubicBezTo>
                    <a:pt x="470" y="39"/>
                    <a:pt x="470" y="39"/>
                    <a:pt x="469" y="39"/>
                  </a:cubicBezTo>
                  <a:cubicBezTo>
                    <a:pt x="470" y="40"/>
                    <a:pt x="472" y="40"/>
                    <a:pt x="473" y="40"/>
                  </a:cubicBezTo>
                  <a:cubicBezTo>
                    <a:pt x="474" y="40"/>
                    <a:pt x="476" y="39"/>
                    <a:pt x="477" y="39"/>
                  </a:cubicBezTo>
                  <a:cubicBezTo>
                    <a:pt x="477" y="40"/>
                    <a:pt x="479" y="40"/>
                    <a:pt x="478" y="39"/>
                  </a:cubicBezTo>
                  <a:cubicBezTo>
                    <a:pt x="478" y="38"/>
                    <a:pt x="477" y="38"/>
                    <a:pt x="476" y="38"/>
                  </a:cubicBezTo>
                  <a:cubicBezTo>
                    <a:pt x="474" y="38"/>
                    <a:pt x="473" y="38"/>
                    <a:pt x="471" y="38"/>
                  </a:cubicBezTo>
                  <a:close/>
                  <a:moveTo>
                    <a:pt x="502" y="112"/>
                  </a:moveTo>
                  <a:cubicBezTo>
                    <a:pt x="502" y="112"/>
                    <a:pt x="502" y="112"/>
                    <a:pt x="502" y="112"/>
                  </a:cubicBezTo>
                  <a:cubicBezTo>
                    <a:pt x="502" y="112"/>
                    <a:pt x="502" y="112"/>
                    <a:pt x="502" y="112"/>
                  </a:cubicBezTo>
                  <a:cubicBezTo>
                    <a:pt x="502" y="112"/>
                    <a:pt x="502" y="112"/>
                    <a:pt x="502" y="112"/>
                  </a:cubicBezTo>
                  <a:close/>
                  <a:moveTo>
                    <a:pt x="125" y="111"/>
                  </a:moveTo>
                  <a:cubicBezTo>
                    <a:pt x="125" y="111"/>
                    <a:pt x="124" y="110"/>
                    <a:pt x="124" y="110"/>
                  </a:cubicBezTo>
                  <a:cubicBezTo>
                    <a:pt x="124" y="110"/>
                    <a:pt x="124" y="110"/>
                    <a:pt x="124" y="110"/>
                  </a:cubicBezTo>
                  <a:cubicBezTo>
                    <a:pt x="124" y="110"/>
                    <a:pt x="125" y="110"/>
                    <a:pt x="125" y="111"/>
                  </a:cubicBezTo>
                  <a:cubicBezTo>
                    <a:pt x="125" y="111"/>
                    <a:pt x="125" y="111"/>
                    <a:pt x="125" y="111"/>
                  </a:cubicBezTo>
                  <a:close/>
                  <a:moveTo>
                    <a:pt x="548" y="185"/>
                  </a:moveTo>
                  <a:cubicBezTo>
                    <a:pt x="548" y="185"/>
                    <a:pt x="548" y="185"/>
                    <a:pt x="548" y="185"/>
                  </a:cubicBezTo>
                  <a:cubicBezTo>
                    <a:pt x="548" y="185"/>
                    <a:pt x="548" y="185"/>
                    <a:pt x="548" y="185"/>
                  </a:cubicBezTo>
                  <a:cubicBezTo>
                    <a:pt x="548" y="185"/>
                    <a:pt x="548" y="185"/>
                    <a:pt x="548" y="185"/>
                  </a:cubicBezTo>
                  <a:close/>
                  <a:moveTo>
                    <a:pt x="124" y="110"/>
                  </a:moveTo>
                  <a:cubicBezTo>
                    <a:pt x="124" y="110"/>
                    <a:pt x="124" y="110"/>
                    <a:pt x="124" y="110"/>
                  </a:cubicBezTo>
                  <a:cubicBezTo>
                    <a:pt x="124" y="110"/>
                    <a:pt x="124" y="110"/>
                    <a:pt x="124" y="110"/>
                  </a:cubicBezTo>
                  <a:close/>
                  <a:moveTo>
                    <a:pt x="581" y="304"/>
                  </a:moveTo>
                  <a:cubicBezTo>
                    <a:pt x="581" y="304"/>
                    <a:pt x="579" y="305"/>
                    <a:pt x="579" y="304"/>
                  </a:cubicBezTo>
                  <a:cubicBezTo>
                    <a:pt x="579" y="305"/>
                    <a:pt x="579" y="304"/>
                    <a:pt x="578" y="304"/>
                  </a:cubicBezTo>
                  <a:cubicBezTo>
                    <a:pt x="578" y="305"/>
                    <a:pt x="578" y="305"/>
                    <a:pt x="578" y="305"/>
                  </a:cubicBezTo>
                  <a:cubicBezTo>
                    <a:pt x="578" y="304"/>
                    <a:pt x="578" y="304"/>
                    <a:pt x="578" y="304"/>
                  </a:cubicBezTo>
                  <a:cubicBezTo>
                    <a:pt x="578" y="304"/>
                    <a:pt x="577" y="304"/>
                    <a:pt x="577" y="305"/>
                  </a:cubicBezTo>
                  <a:cubicBezTo>
                    <a:pt x="576" y="305"/>
                    <a:pt x="577" y="305"/>
                    <a:pt x="576" y="305"/>
                  </a:cubicBezTo>
                  <a:cubicBezTo>
                    <a:pt x="576" y="305"/>
                    <a:pt x="575" y="305"/>
                    <a:pt x="575" y="305"/>
                  </a:cubicBezTo>
                  <a:cubicBezTo>
                    <a:pt x="575" y="305"/>
                    <a:pt x="574" y="305"/>
                    <a:pt x="574" y="305"/>
                  </a:cubicBezTo>
                  <a:cubicBezTo>
                    <a:pt x="572" y="305"/>
                    <a:pt x="570" y="306"/>
                    <a:pt x="569" y="306"/>
                  </a:cubicBezTo>
                  <a:cubicBezTo>
                    <a:pt x="570" y="306"/>
                    <a:pt x="571" y="305"/>
                    <a:pt x="571" y="305"/>
                  </a:cubicBezTo>
                  <a:cubicBezTo>
                    <a:pt x="571" y="305"/>
                    <a:pt x="569" y="306"/>
                    <a:pt x="569" y="305"/>
                  </a:cubicBezTo>
                  <a:cubicBezTo>
                    <a:pt x="569" y="304"/>
                    <a:pt x="568" y="304"/>
                    <a:pt x="567" y="304"/>
                  </a:cubicBezTo>
                  <a:cubicBezTo>
                    <a:pt x="567" y="304"/>
                    <a:pt x="566" y="304"/>
                    <a:pt x="566" y="304"/>
                  </a:cubicBezTo>
                  <a:cubicBezTo>
                    <a:pt x="565" y="304"/>
                    <a:pt x="565" y="304"/>
                    <a:pt x="564" y="304"/>
                  </a:cubicBezTo>
                  <a:cubicBezTo>
                    <a:pt x="564" y="304"/>
                    <a:pt x="561" y="304"/>
                    <a:pt x="562" y="304"/>
                  </a:cubicBezTo>
                  <a:cubicBezTo>
                    <a:pt x="562" y="304"/>
                    <a:pt x="561" y="304"/>
                    <a:pt x="561" y="304"/>
                  </a:cubicBezTo>
                  <a:cubicBezTo>
                    <a:pt x="560" y="304"/>
                    <a:pt x="560" y="304"/>
                    <a:pt x="560" y="304"/>
                  </a:cubicBezTo>
                  <a:cubicBezTo>
                    <a:pt x="559" y="304"/>
                    <a:pt x="558" y="304"/>
                    <a:pt x="558" y="304"/>
                  </a:cubicBezTo>
                  <a:cubicBezTo>
                    <a:pt x="558" y="305"/>
                    <a:pt x="557" y="304"/>
                    <a:pt x="556" y="304"/>
                  </a:cubicBezTo>
                  <a:cubicBezTo>
                    <a:pt x="556" y="305"/>
                    <a:pt x="556" y="304"/>
                    <a:pt x="555" y="304"/>
                  </a:cubicBezTo>
                  <a:cubicBezTo>
                    <a:pt x="555" y="304"/>
                    <a:pt x="555" y="304"/>
                    <a:pt x="554" y="304"/>
                  </a:cubicBezTo>
                  <a:cubicBezTo>
                    <a:pt x="554" y="304"/>
                    <a:pt x="553" y="304"/>
                    <a:pt x="553" y="304"/>
                  </a:cubicBezTo>
                  <a:cubicBezTo>
                    <a:pt x="552" y="304"/>
                    <a:pt x="551" y="304"/>
                    <a:pt x="550" y="304"/>
                  </a:cubicBezTo>
                  <a:cubicBezTo>
                    <a:pt x="549" y="304"/>
                    <a:pt x="549" y="304"/>
                    <a:pt x="548" y="304"/>
                  </a:cubicBezTo>
                  <a:cubicBezTo>
                    <a:pt x="547" y="303"/>
                    <a:pt x="545" y="304"/>
                    <a:pt x="544" y="304"/>
                  </a:cubicBezTo>
                  <a:cubicBezTo>
                    <a:pt x="543" y="304"/>
                    <a:pt x="542" y="304"/>
                    <a:pt x="542" y="304"/>
                  </a:cubicBezTo>
                  <a:cubicBezTo>
                    <a:pt x="541" y="304"/>
                    <a:pt x="541" y="304"/>
                    <a:pt x="541" y="304"/>
                  </a:cubicBezTo>
                  <a:cubicBezTo>
                    <a:pt x="541" y="303"/>
                    <a:pt x="540" y="304"/>
                    <a:pt x="540" y="304"/>
                  </a:cubicBezTo>
                  <a:cubicBezTo>
                    <a:pt x="539" y="304"/>
                    <a:pt x="537" y="305"/>
                    <a:pt x="535" y="304"/>
                  </a:cubicBezTo>
                  <a:cubicBezTo>
                    <a:pt x="535" y="304"/>
                    <a:pt x="535" y="304"/>
                    <a:pt x="534" y="304"/>
                  </a:cubicBezTo>
                  <a:cubicBezTo>
                    <a:pt x="534" y="304"/>
                    <a:pt x="533" y="305"/>
                    <a:pt x="533" y="304"/>
                  </a:cubicBezTo>
                  <a:cubicBezTo>
                    <a:pt x="533" y="305"/>
                    <a:pt x="533" y="305"/>
                    <a:pt x="533" y="305"/>
                  </a:cubicBezTo>
                  <a:cubicBezTo>
                    <a:pt x="533" y="305"/>
                    <a:pt x="532" y="305"/>
                    <a:pt x="532" y="305"/>
                  </a:cubicBezTo>
                  <a:cubicBezTo>
                    <a:pt x="532" y="305"/>
                    <a:pt x="531" y="305"/>
                    <a:pt x="531" y="305"/>
                  </a:cubicBezTo>
                  <a:cubicBezTo>
                    <a:pt x="531" y="304"/>
                    <a:pt x="531" y="304"/>
                    <a:pt x="531" y="304"/>
                  </a:cubicBezTo>
                  <a:cubicBezTo>
                    <a:pt x="530" y="304"/>
                    <a:pt x="530" y="304"/>
                    <a:pt x="530" y="304"/>
                  </a:cubicBezTo>
                  <a:cubicBezTo>
                    <a:pt x="529" y="305"/>
                    <a:pt x="530" y="305"/>
                    <a:pt x="530" y="305"/>
                  </a:cubicBezTo>
                  <a:cubicBezTo>
                    <a:pt x="530" y="306"/>
                    <a:pt x="529" y="305"/>
                    <a:pt x="529" y="305"/>
                  </a:cubicBezTo>
                  <a:cubicBezTo>
                    <a:pt x="529" y="305"/>
                    <a:pt x="528" y="306"/>
                    <a:pt x="528" y="306"/>
                  </a:cubicBezTo>
                  <a:cubicBezTo>
                    <a:pt x="527" y="306"/>
                    <a:pt x="527" y="306"/>
                    <a:pt x="526" y="306"/>
                  </a:cubicBezTo>
                  <a:cubicBezTo>
                    <a:pt x="525" y="307"/>
                    <a:pt x="525" y="307"/>
                    <a:pt x="524" y="308"/>
                  </a:cubicBezTo>
                  <a:cubicBezTo>
                    <a:pt x="524" y="309"/>
                    <a:pt x="523" y="308"/>
                    <a:pt x="523" y="309"/>
                  </a:cubicBezTo>
                  <a:cubicBezTo>
                    <a:pt x="522" y="309"/>
                    <a:pt x="522" y="309"/>
                    <a:pt x="522" y="310"/>
                  </a:cubicBezTo>
                  <a:cubicBezTo>
                    <a:pt x="522" y="310"/>
                    <a:pt x="521" y="311"/>
                    <a:pt x="521" y="312"/>
                  </a:cubicBezTo>
                  <a:cubicBezTo>
                    <a:pt x="520" y="313"/>
                    <a:pt x="519" y="314"/>
                    <a:pt x="519" y="314"/>
                  </a:cubicBezTo>
                  <a:cubicBezTo>
                    <a:pt x="518" y="314"/>
                    <a:pt x="516" y="314"/>
                    <a:pt x="515" y="314"/>
                  </a:cubicBezTo>
                  <a:cubicBezTo>
                    <a:pt x="514" y="315"/>
                    <a:pt x="513" y="314"/>
                    <a:pt x="512" y="315"/>
                  </a:cubicBezTo>
                  <a:cubicBezTo>
                    <a:pt x="511" y="315"/>
                    <a:pt x="511" y="316"/>
                    <a:pt x="510" y="315"/>
                  </a:cubicBezTo>
                  <a:cubicBezTo>
                    <a:pt x="510" y="316"/>
                    <a:pt x="512" y="316"/>
                    <a:pt x="511" y="316"/>
                  </a:cubicBezTo>
                  <a:cubicBezTo>
                    <a:pt x="510" y="317"/>
                    <a:pt x="510" y="316"/>
                    <a:pt x="509" y="317"/>
                  </a:cubicBezTo>
                  <a:cubicBezTo>
                    <a:pt x="509" y="317"/>
                    <a:pt x="509" y="317"/>
                    <a:pt x="508" y="317"/>
                  </a:cubicBezTo>
                  <a:cubicBezTo>
                    <a:pt x="509" y="316"/>
                    <a:pt x="510" y="316"/>
                    <a:pt x="509" y="316"/>
                  </a:cubicBezTo>
                  <a:cubicBezTo>
                    <a:pt x="509" y="317"/>
                    <a:pt x="508" y="316"/>
                    <a:pt x="507" y="317"/>
                  </a:cubicBezTo>
                  <a:cubicBezTo>
                    <a:pt x="507" y="317"/>
                    <a:pt x="505" y="318"/>
                    <a:pt x="506" y="318"/>
                  </a:cubicBezTo>
                  <a:cubicBezTo>
                    <a:pt x="506" y="319"/>
                    <a:pt x="505" y="319"/>
                    <a:pt x="505" y="319"/>
                  </a:cubicBezTo>
                  <a:cubicBezTo>
                    <a:pt x="504" y="319"/>
                    <a:pt x="503" y="319"/>
                    <a:pt x="503" y="319"/>
                  </a:cubicBezTo>
                  <a:cubicBezTo>
                    <a:pt x="502" y="320"/>
                    <a:pt x="502" y="320"/>
                    <a:pt x="502" y="320"/>
                  </a:cubicBezTo>
                  <a:cubicBezTo>
                    <a:pt x="501" y="321"/>
                    <a:pt x="501" y="321"/>
                    <a:pt x="501" y="322"/>
                  </a:cubicBezTo>
                  <a:cubicBezTo>
                    <a:pt x="500" y="322"/>
                    <a:pt x="500" y="322"/>
                    <a:pt x="500" y="322"/>
                  </a:cubicBezTo>
                  <a:cubicBezTo>
                    <a:pt x="499" y="322"/>
                    <a:pt x="499" y="322"/>
                    <a:pt x="499" y="323"/>
                  </a:cubicBezTo>
                  <a:cubicBezTo>
                    <a:pt x="498" y="323"/>
                    <a:pt x="498" y="324"/>
                    <a:pt x="498" y="324"/>
                  </a:cubicBezTo>
                  <a:cubicBezTo>
                    <a:pt x="497" y="325"/>
                    <a:pt x="496" y="325"/>
                    <a:pt x="495" y="326"/>
                  </a:cubicBezTo>
                  <a:cubicBezTo>
                    <a:pt x="494" y="327"/>
                    <a:pt x="493" y="327"/>
                    <a:pt x="492" y="326"/>
                  </a:cubicBezTo>
                  <a:cubicBezTo>
                    <a:pt x="492" y="325"/>
                    <a:pt x="492" y="325"/>
                    <a:pt x="491" y="325"/>
                  </a:cubicBezTo>
                  <a:cubicBezTo>
                    <a:pt x="491" y="325"/>
                    <a:pt x="490" y="325"/>
                    <a:pt x="490" y="325"/>
                  </a:cubicBezTo>
                  <a:cubicBezTo>
                    <a:pt x="489" y="324"/>
                    <a:pt x="488" y="324"/>
                    <a:pt x="488" y="324"/>
                  </a:cubicBezTo>
                  <a:cubicBezTo>
                    <a:pt x="487" y="324"/>
                    <a:pt x="486" y="324"/>
                    <a:pt x="486" y="324"/>
                  </a:cubicBezTo>
                  <a:cubicBezTo>
                    <a:pt x="486" y="324"/>
                    <a:pt x="486" y="324"/>
                    <a:pt x="486" y="324"/>
                  </a:cubicBezTo>
                  <a:cubicBezTo>
                    <a:pt x="486" y="324"/>
                    <a:pt x="485" y="324"/>
                    <a:pt x="485" y="324"/>
                  </a:cubicBezTo>
                  <a:cubicBezTo>
                    <a:pt x="484" y="323"/>
                    <a:pt x="484" y="323"/>
                    <a:pt x="483" y="323"/>
                  </a:cubicBezTo>
                  <a:cubicBezTo>
                    <a:pt x="484" y="323"/>
                    <a:pt x="485" y="324"/>
                    <a:pt x="485" y="324"/>
                  </a:cubicBezTo>
                  <a:cubicBezTo>
                    <a:pt x="485" y="324"/>
                    <a:pt x="484" y="324"/>
                    <a:pt x="484" y="325"/>
                  </a:cubicBezTo>
                  <a:cubicBezTo>
                    <a:pt x="484" y="325"/>
                    <a:pt x="485" y="325"/>
                    <a:pt x="485" y="324"/>
                  </a:cubicBezTo>
                  <a:cubicBezTo>
                    <a:pt x="486" y="324"/>
                    <a:pt x="487" y="324"/>
                    <a:pt x="488" y="324"/>
                  </a:cubicBezTo>
                  <a:cubicBezTo>
                    <a:pt x="489" y="325"/>
                    <a:pt x="489" y="326"/>
                    <a:pt x="490" y="326"/>
                  </a:cubicBezTo>
                  <a:cubicBezTo>
                    <a:pt x="491" y="326"/>
                    <a:pt x="492" y="325"/>
                    <a:pt x="492" y="326"/>
                  </a:cubicBezTo>
                  <a:cubicBezTo>
                    <a:pt x="492" y="327"/>
                    <a:pt x="493" y="327"/>
                    <a:pt x="493" y="327"/>
                  </a:cubicBezTo>
                  <a:cubicBezTo>
                    <a:pt x="492" y="328"/>
                    <a:pt x="492" y="329"/>
                    <a:pt x="491" y="329"/>
                  </a:cubicBezTo>
                  <a:cubicBezTo>
                    <a:pt x="490" y="330"/>
                    <a:pt x="490" y="331"/>
                    <a:pt x="489" y="331"/>
                  </a:cubicBezTo>
                  <a:cubicBezTo>
                    <a:pt x="488" y="332"/>
                    <a:pt x="487" y="332"/>
                    <a:pt x="487" y="333"/>
                  </a:cubicBezTo>
                  <a:cubicBezTo>
                    <a:pt x="486" y="333"/>
                    <a:pt x="486" y="334"/>
                    <a:pt x="485" y="334"/>
                  </a:cubicBezTo>
                  <a:cubicBezTo>
                    <a:pt x="485" y="334"/>
                    <a:pt x="484" y="334"/>
                    <a:pt x="483" y="335"/>
                  </a:cubicBezTo>
                  <a:cubicBezTo>
                    <a:pt x="483" y="335"/>
                    <a:pt x="482" y="336"/>
                    <a:pt x="482" y="336"/>
                  </a:cubicBezTo>
                  <a:cubicBezTo>
                    <a:pt x="481" y="337"/>
                    <a:pt x="480" y="338"/>
                    <a:pt x="480" y="338"/>
                  </a:cubicBezTo>
                  <a:cubicBezTo>
                    <a:pt x="479" y="338"/>
                    <a:pt x="478" y="339"/>
                    <a:pt x="477" y="339"/>
                  </a:cubicBezTo>
                  <a:cubicBezTo>
                    <a:pt x="476" y="340"/>
                    <a:pt x="476" y="340"/>
                    <a:pt x="475" y="341"/>
                  </a:cubicBezTo>
                  <a:cubicBezTo>
                    <a:pt x="475" y="341"/>
                    <a:pt x="474" y="341"/>
                    <a:pt x="474" y="342"/>
                  </a:cubicBezTo>
                  <a:cubicBezTo>
                    <a:pt x="474" y="342"/>
                    <a:pt x="474" y="341"/>
                    <a:pt x="475" y="341"/>
                  </a:cubicBezTo>
                  <a:cubicBezTo>
                    <a:pt x="475" y="341"/>
                    <a:pt x="475" y="341"/>
                    <a:pt x="476" y="341"/>
                  </a:cubicBezTo>
                  <a:cubicBezTo>
                    <a:pt x="476" y="341"/>
                    <a:pt x="476" y="341"/>
                    <a:pt x="477" y="340"/>
                  </a:cubicBezTo>
                  <a:cubicBezTo>
                    <a:pt x="478" y="340"/>
                    <a:pt x="478" y="340"/>
                    <a:pt x="479" y="340"/>
                  </a:cubicBezTo>
                  <a:cubicBezTo>
                    <a:pt x="481" y="339"/>
                    <a:pt x="482" y="338"/>
                    <a:pt x="484" y="337"/>
                  </a:cubicBezTo>
                  <a:cubicBezTo>
                    <a:pt x="484" y="337"/>
                    <a:pt x="485" y="336"/>
                    <a:pt x="486" y="336"/>
                  </a:cubicBezTo>
                  <a:cubicBezTo>
                    <a:pt x="486" y="335"/>
                    <a:pt x="487" y="335"/>
                    <a:pt x="487" y="334"/>
                  </a:cubicBezTo>
                  <a:cubicBezTo>
                    <a:pt x="488" y="334"/>
                    <a:pt x="488" y="333"/>
                    <a:pt x="489" y="333"/>
                  </a:cubicBezTo>
                  <a:cubicBezTo>
                    <a:pt x="490" y="333"/>
                    <a:pt x="491" y="332"/>
                    <a:pt x="491" y="331"/>
                  </a:cubicBezTo>
                  <a:cubicBezTo>
                    <a:pt x="492" y="331"/>
                    <a:pt x="493" y="330"/>
                    <a:pt x="494" y="330"/>
                  </a:cubicBezTo>
                  <a:cubicBezTo>
                    <a:pt x="494" y="329"/>
                    <a:pt x="495" y="329"/>
                    <a:pt x="495" y="328"/>
                  </a:cubicBezTo>
                  <a:cubicBezTo>
                    <a:pt x="497" y="328"/>
                    <a:pt x="498" y="327"/>
                    <a:pt x="499" y="326"/>
                  </a:cubicBezTo>
                  <a:cubicBezTo>
                    <a:pt x="501" y="325"/>
                    <a:pt x="502" y="324"/>
                    <a:pt x="504" y="324"/>
                  </a:cubicBezTo>
                  <a:cubicBezTo>
                    <a:pt x="505" y="323"/>
                    <a:pt x="507" y="322"/>
                    <a:pt x="508" y="322"/>
                  </a:cubicBezTo>
                  <a:cubicBezTo>
                    <a:pt x="512" y="320"/>
                    <a:pt x="515" y="319"/>
                    <a:pt x="519" y="318"/>
                  </a:cubicBezTo>
                  <a:cubicBezTo>
                    <a:pt x="521" y="318"/>
                    <a:pt x="523" y="317"/>
                    <a:pt x="525" y="316"/>
                  </a:cubicBezTo>
                  <a:cubicBezTo>
                    <a:pt x="527" y="316"/>
                    <a:pt x="529" y="315"/>
                    <a:pt x="531" y="315"/>
                  </a:cubicBezTo>
                  <a:cubicBezTo>
                    <a:pt x="532" y="315"/>
                    <a:pt x="533" y="315"/>
                    <a:pt x="534" y="315"/>
                  </a:cubicBezTo>
                  <a:cubicBezTo>
                    <a:pt x="535" y="315"/>
                    <a:pt x="535" y="315"/>
                    <a:pt x="536" y="315"/>
                  </a:cubicBezTo>
                  <a:cubicBezTo>
                    <a:pt x="537" y="315"/>
                    <a:pt x="538" y="315"/>
                    <a:pt x="539" y="315"/>
                  </a:cubicBezTo>
                  <a:cubicBezTo>
                    <a:pt x="540" y="316"/>
                    <a:pt x="540" y="316"/>
                    <a:pt x="540" y="316"/>
                  </a:cubicBezTo>
                  <a:cubicBezTo>
                    <a:pt x="540" y="316"/>
                    <a:pt x="541" y="316"/>
                    <a:pt x="541" y="316"/>
                  </a:cubicBezTo>
                  <a:cubicBezTo>
                    <a:pt x="542" y="317"/>
                    <a:pt x="542" y="317"/>
                    <a:pt x="542" y="317"/>
                  </a:cubicBezTo>
                  <a:cubicBezTo>
                    <a:pt x="543" y="318"/>
                    <a:pt x="543" y="318"/>
                    <a:pt x="543" y="319"/>
                  </a:cubicBezTo>
                  <a:cubicBezTo>
                    <a:pt x="543" y="319"/>
                    <a:pt x="543" y="320"/>
                    <a:pt x="543" y="320"/>
                  </a:cubicBezTo>
                  <a:cubicBezTo>
                    <a:pt x="543" y="319"/>
                    <a:pt x="541" y="319"/>
                    <a:pt x="541" y="319"/>
                  </a:cubicBezTo>
                  <a:cubicBezTo>
                    <a:pt x="541" y="319"/>
                    <a:pt x="541" y="319"/>
                    <a:pt x="540" y="319"/>
                  </a:cubicBezTo>
                  <a:cubicBezTo>
                    <a:pt x="541" y="320"/>
                    <a:pt x="541" y="319"/>
                    <a:pt x="541" y="319"/>
                  </a:cubicBezTo>
                  <a:cubicBezTo>
                    <a:pt x="542" y="320"/>
                    <a:pt x="541" y="320"/>
                    <a:pt x="541" y="320"/>
                  </a:cubicBezTo>
                  <a:cubicBezTo>
                    <a:pt x="542" y="320"/>
                    <a:pt x="543" y="321"/>
                    <a:pt x="542" y="322"/>
                  </a:cubicBezTo>
                  <a:cubicBezTo>
                    <a:pt x="542" y="322"/>
                    <a:pt x="541" y="322"/>
                    <a:pt x="542" y="323"/>
                  </a:cubicBezTo>
                  <a:cubicBezTo>
                    <a:pt x="542" y="323"/>
                    <a:pt x="541" y="323"/>
                    <a:pt x="541" y="323"/>
                  </a:cubicBezTo>
                  <a:cubicBezTo>
                    <a:pt x="541" y="323"/>
                    <a:pt x="540" y="324"/>
                    <a:pt x="540" y="324"/>
                  </a:cubicBezTo>
                  <a:cubicBezTo>
                    <a:pt x="539" y="324"/>
                    <a:pt x="538" y="324"/>
                    <a:pt x="537" y="325"/>
                  </a:cubicBezTo>
                  <a:cubicBezTo>
                    <a:pt x="537" y="325"/>
                    <a:pt x="536" y="326"/>
                    <a:pt x="535" y="326"/>
                  </a:cubicBezTo>
                  <a:cubicBezTo>
                    <a:pt x="535" y="326"/>
                    <a:pt x="534" y="326"/>
                    <a:pt x="534" y="327"/>
                  </a:cubicBezTo>
                  <a:cubicBezTo>
                    <a:pt x="534" y="327"/>
                    <a:pt x="532" y="328"/>
                    <a:pt x="531" y="328"/>
                  </a:cubicBezTo>
                  <a:cubicBezTo>
                    <a:pt x="530" y="328"/>
                    <a:pt x="530" y="328"/>
                    <a:pt x="529" y="328"/>
                  </a:cubicBezTo>
                  <a:cubicBezTo>
                    <a:pt x="528" y="327"/>
                    <a:pt x="526" y="327"/>
                    <a:pt x="526" y="326"/>
                  </a:cubicBezTo>
                  <a:cubicBezTo>
                    <a:pt x="526" y="326"/>
                    <a:pt x="525" y="327"/>
                    <a:pt x="524" y="327"/>
                  </a:cubicBezTo>
                  <a:cubicBezTo>
                    <a:pt x="524" y="327"/>
                    <a:pt x="523" y="327"/>
                    <a:pt x="522" y="327"/>
                  </a:cubicBezTo>
                  <a:cubicBezTo>
                    <a:pt x="523" y="327"/>
                    <a:pt x="522" y="328"/>
                    <a:pt x="522" y="327"/>
                  </a:cubicBezTo>
                  <a:cubicBezTo>
                    <a:pt x="522" y="327"/>
                    <a:pt x="521" y="327"/>
                    <a:pt x="521" y="327"/>
                  </a:cubicBezTo>
                  <a:cubicBezTo>
                    <a:pt x="520" y="328"/>
                    <a:pt x="519" y="328"/>
                    <a:pt x="517" y="328"/>
                  </a:cubicBezTo>
                  <a:cubicBezTo>
                    <a:pt x="518" y="329"/>
                    <a:pt x="519" y="328"/>
                    <a:pt x="520" y="328"/>
                  </a:cubicBezTo>
                  <a:cubicBezTo>
                    <a:pt x="520" y="328"/>
                    <a:pt x="521" y="327"/>
                    <a:pt x="522" y="327"/>
                  </a:cubicBezTo>
                  <a:cubicBezTo>
                    <a:pt x="522" y="328"/>
                    <a:pt x="521" y="328"/>
                    <a:pt x="522" y="328"/>
                  </a:cubicBezTo>
                  <a:cubicBezTo>
                    <a:pt x="522" y="328"/>
                    <a:pt x="522" y="328"/>
                    <a:pt x="522" y="328"/>
                  </a:cubicBezTo>
                  <a:cubicBezTo>
                    <a:pt x="523" y="328"/>
                    <a:pt x="524" y="329"/>
                    <a:pt x="524" y="329"/>
                  </a:cubicBezTo>
                  <a:cubicBezTo>
                    <a:pt x="525" y="329"/>
                    <a:pt x="526" y="329"/>
                    <a:pt x="526" y="330"/>
                  </a:cubicBezTo>
                  <a:cubicBezTo>
                    <a:pt x="526" y="330"/>
                    <a:pt x="526" y="331"/>
                    <a:pt x="526" y="332"/>
                  </a:cubicBezTo>
                  <a:cubicBezTo>
                    <a:pt x="526" y="332"/>
                    <a:pt x="526" y="332"/>
                    <a:pt x="526" y="332"/>
                  </a:cubicBezTo>
                  <a:cubicBezTo>
                    <a:pt x="526" y="332"/>
                    <a:pt x="526" y="332"/>
                    <a:pt x="527" y="332"/>
                  </a:cubicBezTo>
                  <a:cubicBezTo>
                    <a:pt x="527" y="332"/>
                    <a:pt x="527" y="332"/>
                    <a:pt x="528" y="332"/>
                  </a:cubicBezTo>
                  <a:cubicBezTo>
                    <a:pt x="529" y="331"/>
                    <a:pt x="531" y="330"/>
                    <a:pt x="532" y="330"/>
                  </a:cubicBezTo>
                  <a:cubicBezTo>
                    <a:pt x="532" y="330"/>
                    <a:pt x="532" y="330"/>
                    <a:pt x="532" y="331"/>
                  </a:cubicBezTo>
                  <a:cubicBezTo>
                    <a:pt x="532" y="331"/>
                    <a:pt x="533" y="330"/>
                    <a:pt x="534" y="330"/>
                  </a:cubicBezTo>
                  <a:cubicBezTo>
                    <a:pt x="534" y="331"/>
                    <a:pt x="533" y="331"/>
                    <a:pt x="533" y="331"/>
                  </a:cubicBezTo>
                  <a:cubicBezTo>
                    <a:pt x="533" y="331"/>
                    <a:pt x="534" y="331"/>
                    <a:pt x="534" y="331"/>
                  </a:cubicBezTo>
                  <a:cubicBezTo>
                    <a:pt x="534" y="331"/>
                    <a:pt x="535" y="330"/>
                    <a:pt x="535" y="331"/>
                  </a:cubicBezTo>
                  <a:cubicBezTo>
                    <a:pt x="535" y="331"/>
                    <a:pt x="534" y="331"/>
                    <a:pt x="533" y="332"/>
                  </a:cubicBezTo>
                  <a:cubicBezTo>
                    <a:pt x="533" y="332"/>
                    <a:pt x="533" y="332"/>
                    <a:pt x="533" y="333"/>
                  </a:cubicBezTo>
                  <a:cubicBezTo>
                    <a:pt x="533" y="333"/>
                    <a:pt x="532" y="333"/>
                    <a:pt x="532" y="333"/>
                  </a:cubicBezTo>
                  <a:cubicBezTo>
                    <a:pt x="532" y="333"/>
                    <a:pt x="532" y="333"/>
                    <a:pt x="532" y="333"/>
                  </a:cubicBezTo>
                  <a:cubicBezTo>
                    <a:pt x="532" y="334"/>
                    <a:pt x="532" y="334"/>
                    <a:pt x="531" y="334"/>
                  </a:cubicBezTo>
                  <a:cubicBezTo>
                    <a:pt x="532" y="334"/>
                    <a:pt x="532" y="334"/>
                    <a:pt x="532" y="334"/>
                  </a:cubicBezTo>
                  <a:cubicBezTo>
                    <a:pt x="532" y="334"/>
                    <a:pt x="531" y="335"/>
                    <a:pt x="531" y="335"/>
                  </a:cubicBezTo>
                  <a:cubicBezTo>
                    <a:pt x="532" y="334"/>
                    <a:pt x="531" y="335"/>
                    <a:pt x="531" y="335"/>
                  </a:cubicBezTo>
                  <a:cubicBezTo>
                    <a:pt x="530" y="336"/>
                    <a:pt x="530" y="336"/>
                    <a:pt x="530" y="336"/>
                  </a:cubicBezTo>
                  <a:cubicBezTo>
                    <a:pt x="528" y="337"/>
                    <a:pt x="527" y="337"/>
                    <a:pt x="526" y="338"/>
                  </a:cubicBezTo>
                  <a:cubicBezTo>
                    <a:pt x="526" y="338"/>
                    <a:pt x="528" y="338"/>
                    <a:pt x="527" y="338"/>
                  </a:cubicBezTo>
                  <a:cubicBezTo>
                    <a:pt x="528" y="339"/>
                    <a:pt x="529" y="338"/>
                    <a:pt x="529" y="338"/>
                  </a:cubicBezTo>
                  <a:cubicBezTo>
                    <a:pt x="529" y="338"/>
                    <a:pt x="530" y="338"/>
                    <a:pt x="531" y="338"/>
                  </a:cubicBezTo>
                  <a:cubicBezTo>
                    <a:pt x="530" y="338"/>
                    <a:pt x="531" y="339"/>
                    <a:pt x="530" y="339"/>
                  </a:cubicBezTo>
                  <a:cubicBezTo>
                    <a:pt x="530" y="340"/>
                    <a:pt x="529" y="340"/>
                    <a:pt x="529" y="340"/>
                  </a:cubicBezTo>
                  <a:cubicBezTo>
                    <a:pt x="529" y="341"/>
                    <a:pt x="529" y="341"/>
                    <a:pt x="529" y="342"/>
                  </a:cubicBezTo>
                  <a:cubicBezTo>
                    <a:pt x="529" y="342"/>
                    <a:pt x="529" y="342"/>
                    <a:pt x="529" y="342"/>
                  </a:cubicBezTo>
                  <a:cubicBezTo>
                    <a:pt x="529" y="342"/>
                    <a:pt x="530" y="342"/>
                    <a:pt x="530" y="343"/>
                  </a:cubicBezTo>
                  <a:cubicBezTo>
                    <a:pt x="530" y="342"/>
                    <a:pt x="530" y="342"/>
                    <a:pt x="530" y="342"/>
                  </a:cubicBezTo>
                  <a:cubicBezTo>
                    <a:pt x="530" y="343"/>
                    <a:pt x="530" y="343"/>
                    <a:pt x="530" y="344"/>
                  </a:cubicBezTo>
                  <a:cubicBezTo>
                    <a:pt x="530" y="344"/>
                    <a:pt x="529" y="345"/>
                    <a:pt x="529" y="345"/>
                  </a:cubicBezTo>
                  <a:cubicBezTo>
                    <a:pt x="530" y="345"/>
                    <a:pt x="530" y="345"/>
                    <a:pt x="530" y="346"/>
                  </a:cubicBezTo>
                  <a:cubicBezTo>
                    <a:pt x="530" y="346"/>
                    <a:pt x="529" y="346"/>
                    <a:pt x="529" y="346"/>
                  </a:cubicBezTo>
                  <a:cubicBezTo>
                    <a:pt x="529" y="346"/>
                    <a:pt x="530" y="346"/>
                    <a:pt x="530" y="346"/>
                  </a:cubicBezTo>
                  <a:cubicBezTo>
                    <a:pt x="530" y="346"/>
                    <a:pt x="530" y="346"/>
                    <a:pt x="530" y="346"/>
                  </a:cubicBezTo>
                  <a:cubicBezTo>
                    <a:pt x="530" y="347"/>
                    <a:pt x="530" y="347"/>
                    <a:pt x="530" y="347"/>
                  </a:cubicBezTo>
                  <a:cubicBezTo>
                    <a:pt x="530" y="347"/>
                    <a:pt x="531" y="347"/>
                    <a:pt x="532" y="347"/>
                  </a:cubicBezTo>
                  <a:cubicBezTo>
                    <a:pt x="533" y="347"/>
                    <a:pt x="533" y="348"/>
                    <a:pt x="533" y="348"/>
                  </a:cubicBezTo>
                  <a:cubicBezTo>
                    <a:pt x="534" y="348"/>
                    <a:pt x="534" y="348"/>
                    <a:pt x="535" y="348"/>
                  </a:cubicBezTo>
                  <a:cubicBezTo>
                    <a:pt x="535" y="348"/>
                    <a:pt x="536" y="348"/>
                    <a:pt x="536" y="349"/>
                  </a:cubicBezTo>
                  <a:cubicBezTo>
                    <a:pt x="536" y="349"/>
                    <a:pt x="533" y="349"/>
                    <a:pt x="533" y="350"/>
                  </a:cubicBezTo>
                  <a:cubicBezTo>
                    <a:pt x="533" y="350"/>
                    <a:pt x="534" y="350"/>
                    <a:pt x="535" y="350"/>
                  </a:cubicBezTo>
                  <a:cubicBezTo>
                    <a:pt x="535" y="351"/>
                    <a:pt x="535" y="351"/>
                    <a:pt x="535" y="351"/>
                  </a:cubicBezTo>
                  <a:cubicBezTo>
                    <a:pt x="535" y="351"/>
                    <a:pt x="535" y="351"/>
                    <a:pt x="535" y="351"/>
                  </a:cubicBezTo>
                  <a:cubicBezTo>
                    <a:pt x="535" y="351"/>
                    <a:pt x="536" y="351"/>
                    <a:pt x="536" y="352"/>
                  </a:cubicBezTo>
                  <a:cubicBezTo>
                    <a:pt x="536" y="351"/>
                    <a:pt x="537" y="351"/>
                    <a:pt x="538" y="351"/>
                  </a:cubicBezTo>
                  <a:cubicBezTo>
                    <a:pt x="538" y="351"/>
                    <a:pt x="538" y="351"/>
                    <a:pt x="538" y="351"/>
                  </a:cubicBezTo>
                  <a:cubicBezTo>
                    <a:pt x="538" y="352"/>
                    <a:pt x="537" y="352"/>
                    <a:pt x="537" y="352"/>
                  </a:cubicBezTo>
                  <a:cubicBezTo>
                    <a:pt x="538" y="352"/>
                    <a:pt x="539" y="352"/>
                    <a:pt x="539" y="352"/>
                  </a:cubicBezTo>
                  <a:cubicBezTo>
                    <a:pt x="539" y="352"/>
                    <a:pt x="538" y="352"/>
                    <a:pt x="538" y="352"/>
                  </a:cubicBezTo>
                  <a:cubicBezTo>
                    <a:pt x="538" y="353"/>
                    <a:pt x="539" y="352"/>
                    <a:pt x="540" y="352"/>
                  </a:cubicBezTo>
                  <a:cubicBezTo>
                    <a:pt x="539" y="353"/>
                    <a:pt x="541" y="352"/>
                    <a:pt x="540" y="352"/>
                  </a:cubicBezTo>
                  <a:cubicBezTo>
                    <a:pt x="542" y="352"/>
                    <a:pt x="543" y="352"/>
                    <a:pt x="544" y="352"/>
                  </a:cubicBezTo>
                  <a:cubicBezTo>
                    <a:pt x="544" y="352"/>
                    <a:pt x="544" y="352"/>
                    <a:pt x="543" y="352"/>
                  </a:cubicBezTo>
                  <a:cubicBezTo>
                    <a:pt x="544" y="353"/>
                    <a:pt x="544" y="352"/>
                    <a:pt x="544" y="353"/>
                  </a:cubicBezTo>
                  <a:cubicBezTo>
                    <a:pt x="544" y="353"/>
                    <a:pt x="543" y="353"/>
                    <a:pt x="543" y="354"/>
                  </a:cubicBezTo>
                  <a:cubicBezTo>
                    <a:pt x="543" y="353"/>
                    <a:pt x="543" y="354"/>
                    <a:pt x="543" y="354"/>
                  </a:cubicBezTo>
                  <a:cubicBezTo>
                    <a:pt x="543" y="354"/>
                    <a:pt x="543" y="353"/>
                    <a:pt x="544" y="354"/>
                  </a:cubicBezTo>
                  <a:cubicBezTo>
                    <a:pt x="543" y="353"/>
                    <a:pt x="545" y="353"/>
                    <a:pt x="545" y="353"/>
                  </a:cubicBezTo>
                  <a:cubicBezTo>
                    <a:pt x="545" y="354"/>
                    <a:pt x="545" y="354"/>
                    <a:pt x="545" y="354"/>
                  </a:cubicBezTo>
                  <a:cubicBezTo>
                    <a:pt x="545" y="354"/>
                    <a:pt x="546" y="353"/>
                    <a:pt x="546" y="353"/>
                  </a:cubicBezTo>
                  <a:cubicBezTo>
                    <a:pt x="546" y="353"/>
                    <a:pt x="546" y="353"/>
                    <a:pt x="546" y="353"/>
                  </a:cubicBezTo>
                  <a:cubicBezTo>
                    <a:pt x="546" y="353"/>
                    <a:pt x="547" y="353"/>
                    <a:pt x="547" y="353"/>
                  </a:cubicBezTo>
                  <a:cubicBezTo>
                    <a:pt x="548" y="353"/>
                    <a:pt x="548" y="353"/>
                    <a:pt x="548" y="352"/>
                  </a:cubicBezTo>
                  <a:cubicBezTo>
                    <a:pt x="549" y="352"/>
                    <a:pt x="550" y="351"/>
                    <a:pt x="551" y="351"/>
                  </a:cubicBezTo>
                  <a:cubicBezTo>
                    <a:pt x="551" y="351"/>
                    <a:pt x="551" y="353"/>
                    <a:pt x="551" y="353"/>
                  </a:cubicBezTo>
                  <a:cubicBezTo>
                    <a:pt x="551" y="353"/>
                    <a:pt x="550" y="354"/>
                    <a:pt x="550" y="354"/>
                  </a:cubicBezTo>
                  <a:cubicBezTo>
                    <a:pt x="550" y="354"/>
                    <a:pt x="551" y="353"/>
                    <a:pt x="551" y="353"/>
                  </a:cubicBezTo>
                  <a:cubicBezTo>
                    <a:pt x="552" y="353"/>
                    <a:pt x="552" y="354"/>
                    <a:pt x="553" y="354"/>
                  </a:cubicBezTo>
                  <a:cubicBezTo>
                    <a:pt x="552" y="354"/>
                    <a:pt x="553" y="353"/>
                    <a:pt x="554" y="353"/>
                  </a:cubicBezTo>
                  <a:cubicBezTo>
                    <a:pt x="554" y="353"/>
                    <a:pt x="555" y="354"/>
                    <a:pt x="555" y="354"/>
                  </a:cubicBezTo>
                  <a:cubicBezTo>
                    <a:pt x="555" y="355"/>
                    <a:pt x="556" y="355"/>
                    <a:pt x="556" y="355"/>
                  </a:cubicBezTo>
                  <a:cubicBezTo>
                    <a:pt x="555" y="356"/>
                    <a:pt x="555" y="356"/>
                    <a:pt x="554" y="356"/>
                  </a:cubicBezTo>
                  <a:cubicBezTo>
                    <a:pt x="553" y="356"/>
                    <a:pt x="552" y="357"/>
                    <a:pt x="554" y="357"/>
                  </a:cubicBezTo>
                  <a:cubicBezTo>
                    <a:pt x="555" y="357"/>
                    <a:pt x="556" y="357"/>
                    <a:pt x="556" y="357"/>
                  </a:cubicBezTo>
                  <a:cubicBezTo>
                    <a:pt x="557" y="357"/>
                    <a:pt x="558" y="357"/>
                    <a:pt x="557" y="358"/>
                  </a:cubicBezTo>
                  <a:cubicBezTo>
                    <a:pt x="557" y="357"/>
                    <a:pt x="557" y="357"/>
                    <a:pt x="557" y="357"/>
                  </a:cubicBezTo>
                  <a:cubicBezTo>
                    <a:pt x="557" y="358"/>
                    <a:pt x="555" y="358"/>
                    <a:pt x="556" y="358"/>
                  </a:cubicBezTo>
                  <a:cubicBezTo>
                    <a:pt x="555" y="358"/>
                    <a:pt x="555" y="359"/>
                    <a:pt x="555" y="358"/>
                  </a:cubicBezTo>
                  <a:cubicBezTo>
                    <a:pt x="555" y="357"/>
                    <a:pt x="553" y="358"/>
                    <a:pt x="553" y="359"/>
                  </a:cubicBezTo>
                  <a:cubicBezTo>
                    <a:pt x="553" y="359"/>
                    <a:pt x="551" y="359"/>
                    <a:pt x="550" y="359"/>
                  </a:cubicBezTo>
                  <a:cubicBezTo>
                    <a:pt x="550" y="359"/>
                    <a:pt x="551" y="359"/>
                    <a:pt x="551" y="359"/>
                  </a:cubicBezTo>
                  <a:cubicBezTo>
                    <a:pt x="551" y="359"/>
                    <a:pt x="550" y="359"/>
                    <a:pt x="550" y="360"/>
                  </a:cubicBezTo>
                  <a:cubicBezTo>
                    <a:pt x="550" y="360"/>
                    <a:pt x="550" y="359"/>
                    <a:pt x="550" y="359"/>
                  </a:cubicBezTo>
                  <a:cubicBezTo>
                    <a:pt x="550" y="360"/>
                    <a:pt x="550" y="360"/>
                    <a:pt x="549" y="360"/>
                  </a:cubicBezTo>
                  <a:cubicBezTo>
                    <a:pt x="549" y="359"/>
                    <a:pt x="549" y="360"/>
                    <a:pt x="549" y="360"/>
                  </a:cubicBezTo>
                  <a:cubicBezTo>
                    <a:pt x="549" y="360"/>
                    <a:pt x="547" y="360"/>
                    <a:pt x="547" y="360"/>
                  </a:cubicBezTo>
                  <a:cubicBezTo>
                    <a:pt x="547" y="360"/>
                    <a:pt x="547" y="360"/>
                    <a:pt x="547" y="361"/>
                  </a:cubicBezTo>
                  <a:cubicBezTo>
                    <a:pt x="547" y="361"/>
                    <a:pt x="546" y="361"/>
                    <a:pt x="546" y="361"/>
                  </a:cubicBezTo>
                  <a:cubicBezTo>
                    <a:pt x="545" y="361"/>
                    <a:pt x="544" y="361"/>
                    <a:pt x="544" y="362"/>
                  </a:cubicBezTo>
                  <a:cubicBezTo>
                    <a:pt x="543" y="361"/>
                    <a:pt x="543" y="362"/>
                    <a:pt x="542" y="362"/>
                  </a:cubicBezTo>
                  <a:cubicBezTo>
                    <a:pt x="542" y="362"/>
                    <a:pt x="542" y="362"/>
                    <a:pt x="543" y="362"/>
                  </a:cubicBezTo>
                  <a:cubicBezTo>
                    <a:pt x="542" y="362"/>
                    <a:pt x="542" y="362"/>
                    <a:pt x="542" y="362"/>
                  </a:cubicBezTo>
                  <a:cubicBezTo>
                    <a:pt x="542" y="362"/>
                    <a:pt x="542" y="363"/>
                    <a:pt x="542" y="363"/>
                  </a:cubicBezTo>
                  <a:cubicBezTo>
                    <a:pt x="541" y="363"/>
                    <a:pt x="541" y="362"/>
                    <a:pt x="541" y="363"/>
                  </a:cubicBezTo>
                  <a:cubicBezTo>
                    <a:pt x="540" y="363"/>
                    <a:pt x="540" y="363"/>
                    <a:pt x="540" y="363"/>
                  </a:cubicBezTo>
                  <a:cubicBezTo>
                    <a:pt x="539" y="363"/>
                    <a:pt x="539" y="363"/>
                    <a:pt x="539" y="363"/>
                  </a:cubicBezTo>
                  <a:cubicBezTo>
                    <a:pt x="538" y="364"/>
                    <a:pt x="538" y="364"/>
                    <a:pt x="537" y="364"/>
                  </a:cubicBezTo>
                  <a:cubicBezTo>
                    <a:pt x="537" y="363"/>
                    <a:pt x="538" y="363"/>
                    <a:pt x="537" y="363"/>
                  </a:cubicBezTo>
                  <a:cubicBezTo>
                    <a:pt x="537" y="363"/>
                    <a:pt x="537" y="364"/>
                    <a:pt x="537" y="364"/>
                  </a:cubicBezTo>
                  <a:cubicBezTo>
                    <a:pt x="537" y="364"/>
                    <a:pt x="536" y="363"/>
                    <a:pt x="537" y="363"/>
                  </a:cubicBezTo>
                  <a:cubicBezTo>
                    <a:pt x="536" y="363"/>
                    <a:pt x="536" y="364"/>
                    <a:pt x="536" y="364"/>
                  </a:cubicBezTo>
                  <a:cubicBezTo>
                    <a:pt x="536" y="364"/>
                    <a:pt x="536" y="364"/>
                    <a:pt x="536" y="364"/>
                  </a:cubicBezTo>
                  <a:cubicBezTo>
                    <a:pt x="536" y="364"/>
                    <a:pt x="536" y="364"/>
                    <a:pt x="535" y="364"/>
                  </a:cubicBezTo>
                  <a:cubicBezTo>
                    <a:pt x="535" y="364"/>
                    <a:pt x="535" y="364"/>
                    <a:pt x="535" y="363"/>
                  </a:cubicBezTo>
                  <a:cubicBezTo>
                    <a:pt x="535" y="364"/>
                    <a:pt x="535" y="364"/>
                    <a:pt x="534" y="365"/>
                  </a:cubicBezTo>
                  <a:cubicBezTo>
                    <a:pt x="534" y="365"/>
                    <a:pt x="533" y="364"/>
                    <a:pt x="534" y="364"/>
                  </a:cubicBezTo>
                  <a:cubicBezTo>
                    <a:pt x="534" y="364"/>
                    <a:pt x="533" y="364"/>
                    <a:pt x="533" y="364"/>
                  </a:cubicBezTo>
                  <a:cubicBezTo>
                    <a:pt x="534" y="365"/>
                    <a:pt x="533" y="365"/>
                    <a:pt x="532" y="364"/>
                  </a:cubicBezTo>
                  <a:cubicBezTo>
                    <a:pt x="532" y="364"/>
                    <a:pt x="532" y="364"/>
                    <a:pt x="532" y="364"/>
                  </a:cubicBezTo>
                  <a:cubicBezTo>
                    <a:pt x="531" y="364"/>
                    <a:pt x="532" y="364"/>
                    <a:pt x="532" y="364"/>
                  </a:cubicBezTo>
                  <a:cubicBezTo>
                    <a:pt x="532" y="364"/>
                    <a:pt x="532" y="365"/>
                    <a:pt x="532" y="365"/>
                  </a:cubicBezTo>
                  <a:cubicBezTo>
                    <a:pt x="532" y="365"/>
                    <a:pt x="532" y="366"/>
                    <a:pt x="532" y="366"/>
                  </a:cubicBezTo>
                  <a:cubicBezTo>
                    <a:pt x="532" y="366"/>
                    <a:pt x="531" y="367"/>
                    <a:pt x="531" y="366"/>
                  </a:cubicBezTo>
                  <a:cubicBezTo>
                    <a:pt x="531" y="366"/>
                    <a:pt x="531" y="366"/>
                    <a:pt x="531" y="367"/>
                  </a:cubicBezTo>
                  <a:cubicBezTo>
                    <a:pt x="531" y="366"/>
                    <a:pt x="531" y="366"/>
                    <a:pt x="531" y="366"/>
                  </a:cubicBezTo>
                  <a:cubicBezTo>
                    <a:pt x="530" y="366"/>
                    <a:pt x="530" y="367"/>
                    <a:pt x="530" y="366"/>
                  </a:cubicBezTo>
                  <a:cubicBezTo>
                    <a:pt x="530" y="366"/>
                    <a:pt x="530" y="366"/>
                    <a:pt x="529" y="366"/>
                  </a:cubicBezTo>
                  <a:cubicBezTo>
                    <a:pt x="529" y="366"/>
                    <a:pt x="529" y="366"/>
                    <a:pt x="530" y="366"/>
                  </a:cubicBezTo>
                  <a:cubicBezTo>
                    <a:pt x="529" y="366"/>
                    <a:pt x="528" y="366"/>
                    <a:pt x="528" y="366"/>
                  </a:cubicBezTo>
                  <a:cubicBezTo>
                    <a:pt x="528" y="365"/>
                    <a:pt x="529" y="364"/>
                    <a:pt x="529" y="364"/>
                  </a:cubicBezTo>
                  <a:cubicBezTo>
                    <a:pt x="529" y="364"/>
                    <a:pt x="528" y="364"/>
                    <a:pt x="528" y="364"/>
                  </a:cubicBezTo>
                  <a:cubicBezTo>
                    <a:pt x="527" y="365"/>
                    <a:pt x="528" y="365"/>
                    <a:pt x="528" y="366"/>
                  </a:cubicBezTo>
                  <a:cubicBezTo>
                    <a:pt x="527" y="366"/>
                    <a:pt x="527" y="367"/>
                    <a:pt x="527" y="366"/>
                  </a:cubicBezTo>
                  <a:cubicBezTo>
                    <a:pt x="527" y="366"/>
                    <a:pt x="527" y="365"/>
                    <a:pt x="526" y="365"/>
                  </a:cubicBezTo>
                  <a:cubicBezTo>
                    <a:pt x="526" y="365"/>
                    <a:pt x="526" y="365"/>
                    <a:pt x="526" y="365"/>
                  </a:cubicBezTo>
                  <a:cubicBezTo>
                    <a:pt x="526" y="366"/>
                    <a:pt x="526" y="365"/>
                    <a:pt x="525" y="365"/>
                  </a:cubicBezTo>
                  <a:cubicBezTo>
                    <a:pt x="525" y="366"/>
                    <a:pt x="525" y="366"/>
                    <a:pt x="525" y="366"/>
                  </a:cubicBezTo>
                  <a:cubicBezTo>
                    <a:pt x="525" y="366"/>
                    <a:pt x="524" y="367"/>
                    <a:pt x="525" y="367"/>
                  </a:cubicBezTo>
                  <a:cubicBezTo>
                    <a:pt x="525" y="367"/>
                    <a:pt x="525" y="367"/>
                    <a:pt x="525" y="367"/>
                  </a:cubicBezTo>
                  <a:cubicBezTo>
                    <a:pt x="525" y="367"/>
                    <a:pt x="525" y="367"/>
                    <a:pt x="525" y="367"/>
                  </a:cubicBezTo>
                  <a:cubicBezTo>
                    <a:pt x="525" y="367"/>
                    <a:pt x="524" y="367"/>
                    <a:pt x="524" y="367"/>
                  </a:cubicBezTo>
                  <a:cubicBezTo>
                    <a:pt x="524" y="367"/>
                    <a:pt x="524" y="368"/>
                    <a:pt x="524" y="368"/>
                  </a:cubicBezTo>
                  <a:cubicBezTo>
                    <a:pt x="524" y="368"/>
                    <a:pt x="524" y="368"/>
                    <a:pt x="524" y="368"/>
                  </a:cubicBezTo>
                  <a:cubicBezTo>
                    <a:pt x="525" y="368"/>
                    <a:pt x="525" y="368"/>
                    <a:pt x="524" y="368"/>
                  </a:cubicBezTo>
                  <a:cubicBezTo>
                    <a:pt x="525" y="368"/>
                    <a:pt x="525" y="368"/>
                    <a:pt x="525" y="368"/>
                  </a:cubicBezTo>
                  <a:cubicBezTo>
                    <a:pt x="524" y="369"/>
                    <a:pt x="524" y="368"/>
                    <a:pt x="523" y="368"/>
                  </a:cubicBezTo>
                  <a:cubicBezTo>
                    <a:pt x="524" y="368"/>
                    <a:pt x="523" y="369"/>
                    <a:pt x="522" y="369"/>
                  </a:cubicBezTo>
                  <a:cubicBezTo>
                    <a:pt x="522" y="370"/>
                    <a:pt x="521" y="370"/>
                    <a:pt x="521" y="370"/>
                  </a:cubicBezTo>
                  <a:cubicBezTo>
                    <a:pt x="521" y="370"/>
                    <a:pt x="522" y="370"/>
                    <a:pt x="521" y="370"/>
                  </a:cubicBezTo>
                  <a:cubicBezTo>
                    <a:pt x="521" y="371"/>
                    <a:pt x="520" y="371"/>
                    <a:pt x="520" y="371"/>
                  </a:cubicBezTo>
                  <a:cubicBezTo>
                    <a:pt x="521" y="371"/>
                    <a:pt x="518" y="372"/>
                    <a:pt x="518" y="372"/>
                  </a:cubicBezTo>
                  <a:cubicBezTo>
                    <a:pt x="518" y="372"/>
                    <a:pt x="518" y="372"/>
                    <a:pt x="518" y="372"/>
                  </a:cubicBezTo>
                  <a:cubicBezTo>
                    <a:pt x="518" y="373"/>
                    <a:pt x="518" y="373"/>
                    <a:pt x="518" y="373"/>
                  </a:cubicBezTo>
                  <a:cubicBezTo>
                    <a:pt x="518" y="373"/>
                    <a:pt x="518" y="373"/>
                    <a:pt x="517" y="373"/>
                  </a:cubicBezTo>
                  <a:cubicBezTo>
                    <a:pt x="517" y="373"/>
                    <a:pt x="518" y="374"/>
                    <a:pt x="517" y="373"/>
                  </a:cubicBezTo>
                  <a:cubicBezTo>
                    <a:pt x="517" y="373"/>
                    <a:pt x="517" y="373"/>
                    <a:pt x="517" y="373"/>
                  </a:cubicBezTo>
                  <a:cubicBezTo>
                    <a:pt x="517" y="373"/>
                    <a:pt x="517" y="374"/>
                    <a:pt x="517" y="374"/>
                  </a:cubicBezTo>
                  <a:cubicBezTo>
                    <a:pt x="516" y="374"/>
                    <a:pt x="516" y="374"/>
                    <a:pt x="516" y="373"/>
                  </a:cubicBezTo>
                  <a:cubicBezTo>
                    <a:pt x="516" y="374"/>
                    <a:pt x="516" y="374"/>
                    <a:pt x="515" y="375"/>
                  </a:cubicBezTo>
                  <a:cubicBezTo>
                    <a:pt x="515" y="374"/>
                    <a:pt x="515" y="374"/>
                    <a:pt x="515" y="374"/>
                  </a:cubicBezTo>
                  <a:cubicBezTo>
                    <a:pt x="515" y="374"/>
                    <a:pt x="515" y="375"/>
                    <a:pt x="515" y="375"/>
                  </a:cubicBezTo>
                  <a:cubicBezTo>
                    <a:pt x="514" y="375"/>
                    <a:pt x="515" y="374"/>
                    <a:pt x="515" y="374"/>
                  </a:cubicBezTo>
                  <a:cubicBezTo>
                    <a:pt x="514" y="375"/>
                    <a:pt x="515" y="374"/>
                    <a:pt x="514" y="374"/>
                  </a:cubicBezTo>
                  <a:cubicBezTo>
                    <a:pt x="514" y="374"/>
                    <a:pt x="514" y="375"/>
                    <a:pt x="514" y="375"/>
                  </a:cubicBezTo>
                  <a:cubicBezTo>
                    <a:pt x="513" y="376"/>
                    <a:pt x="513" y="374"/>
                    <a:pt x="513" y="374"/>
                  </a:cubicBezTo>
                  <a:cubicBezTo>
                    <a:pt x="513" y="374"/>
                    <a:pt x="513" y="374"/>
                    <a:pt x="513" y="375"/>
                  </a:cubicBezTo>
                  <a:cubicBezTo>
                    <a:pt x="513" y="375"/>
                    <a:pt x="513" y="375"/>
                    <a:pt x="513" y="375"/>
                  </a:cubicBezTo>
                  <a:cubicBezTo>
                    <a:pt x="512" y="376"/>
                    <a:pt x="513" y="376"/>
                    <a:pt x="512" y="376"/>
                  </a:cubicBezTo>
                  <a:cubicBezTo>
                    <a:pt x="512" y="376"/>
                    <a:pt x="512" y="376"/>
                    <a:pt x="512" y="376"/>
                  </a:cubicBezTo>
                  <a:cubicBezTo>
                    <a:pt x="511" y="376"/>
                    <a:pt x="512" y="376"/>
                    <a:pt x="512" y="377"/>
                  </a:cubicBezTo>
                  <a:cubicBezTo>
                    <a:pt x="512" y="376"/>
                    <a:pt x="511" y="377"/>
                    <a:pt x="511" y="377"/>
                  </a:cubicBezTo>
                  <a:cubicBezTo>
                    <a:pt x="511" y="377"/>
                    <a:pt x="511" y="376"/>
                    <a:pt x="510" y="376"/>
                  </a:cubicBezTo>
                  <a:cubicBezTo>
                    <a:pt x="510" y="376"/>
                    <a:pt x="510" y="377"/>
                    <a:pt x="510" y="377"/>
                  </a:cubicBezTo>
                  <a:cubicBezTo>
                    <a:pt x="509" y="377"/>
                    <a:pt x="509" y="376"/>
                    <a:pt x="509" y="376"/>
                  </a:cubicBezTo>
                  <a:cubicBezTo>
                    <a:pt x="509" y="376"/>
                    <a:pt x="509" y="376"/>
                    <a:pt x="509" y="376"/>
                  </a:cubicBezTo>
                  <a:cubicBezTo>
                    <a:pt x="508" y="376"/>
                    <a:pt x="509" y="375"/>
                    <a:pt x="509" y="375"/>
                  </a:cubicBezTo>
                  <a:cubicBezTo>
                    <a:pt x="509" y="375"/>
                    <a:pt x="509" y="375"/>
                    <a:pt x="509" y="376"/>
                  </a:cubicBezTo>
                  <a:cubicBezTo>
                    <a:pt x="508" y="375"/>
                    <a:pt x="509" y="374"/>
                    <a:pt x="509" y="374"/>
                  </a:cubicBezTo>
                  <a:cubicBezTo>
                    <a:pt x="509" y="374"/>
                    <a:pt x="509" y="373"/>
                    <a:pt x="508" y="373"/>
                  </a:cubicBezTo>
                  <a:cubicBezTo>
                    <a:pt x="508" y="373"/>
                    <a:pt x="508" y="374"/>
                    <a:pt x="508" y="374"/>
                  </a:cubicBezTo>
                  <a:cubicBezTo>
                    <a:pt x="508" y="374"/>
                    <a:pt x="508" y="373"/>
                    <a:pt x="508" y="373"/>
                  </a:cubicBezTo>
                  <a:cubicBezTo>
                    <a:pt x="507" y="373"/>
                    <a:pt x="508" y="374"/>
                    <a:pt x="507" y="375"/>
                  </a:cubicBezTo>
                  <a:cubicBezTo>
                    <a:pt x="507" y="374"/>
                    <a:pt x="507" y="374"/>
                    <a:pt x="507" y="375"/>
                  </a:cubicBezTo>
                  <a:cubicBezTo>
                    <a:pt x="507" y="374"/>
                    <a:pt x="507" y="374"/>
                    <a:pt x="507" y="374"/>
                  </a:cubicBezTo>
                  <a:cubicBezTo>
                    <a:pt x="507" y="374"/>
                    <a:pt x="507" y="374"/>
                    <a:pt x="507" y="374"/>
                  </a:cubicBezTo>
                  <a:cubicBezTo>
                    <a:pt x="506" y="374"/>
                    <a:pt x="506" y="374"/>
                    <a:pt x="506" y="374"/>
                  </a:cubicBezTo>
                  <a:cubicBezTo>
                    <a:pt x="506" y="374"/>
                    <a:pt x="506" y="373"/>
                    <a:pt x="507" y="373"/>
                  </a:cubicBezTo>
                  <a:cubicBezTo>
                    <a:pt x="507" y="373"/>
                    <a:pt x="507" y="373"/>
                    <a:pt x="506" y="373"/>
                  </a:cubicBezTo>
                  <a:cubicBezTo>
                    <a:pt x="506" y="373"/>
                    <a:pt x="507" y="372"/>
                    <a:pt x="507" y="371"/>
                  </a:cubicBezTo>
                  <a:cubicBezTo>
                    <a:pt x="507" y="371"/>
                    <a:pt x="507" y="370"/>
                    <a:pt x="507" y="370"/>
                  </a:cubicBezTo>
                  <a:cubicBezTo>
                    <a:pt x="508" y="369"/>
                    <a:pt x="509" y="368"/>
                    <a:pt x="510" y="367"/>
                  </a:cubicBezTo>
                  <a:cubicBezTo>
                    <a:pt x="510" y="366"/>
                    <a:pt x="511" y="366"/>
                    <a:pt x="511" y="366"/>
                  </a:cubicBezTo>
                  <a:cubicBezTo>
                    <a:pt x="511" y="366"/>
                    <a:pt x="512" y="365"/>
                    <a:pt x="511" y="365"/>
                  </a:cubicBezTo>
                  <a:cubicBezTo>
                    <a:pt x="510" y="365"/>
                    <a:pt x="509" y="367"/>
                    <a:pt x="508" y="367"/>
                  </a:cubicBezTo>
                  <a:cubicBezTo>
                    <a:pt x="508" y="366"/>
                    <a:pt x="510" y="365"/>
                    <a:pt x="511" y="365"/>
                  </a:cubicBezTo>
                  <a:cubicBezTo>
                    <a:pt x="511" y="365"/>
                    <a:pt x="513" y="364"/>
                    <a:pt x="513" y="364"/>
                  </a:cubicBezTo>
                  <a:cubicBezTo>
                    <a:pt x="513" y="364"/>
                    <a:pt x="513" y="364"/>
                    <a:pt x="513" y="365"/>
                  </a:cubicBezTo>
                  <a:cubicBezTo>
                    <a:pt x="513" y="365"/>
                    <a:pt x="516" y="363"/>
                    <a:pt x="516" y="363"/>
                  </a:cubicBezTo>
                  <a:cubicBezTo>
                    <a:pt x="516" y="363"/>
                    <a:pt x="513" y="364"/>
                    <a:pt x="513" y="364"/>
                  </a:cubicBezTo>
                  <a:cubicBezTo>
                    <a:pt x="513" y="364"/>
                    <a:pt x="515" y="363"/>
                    <a:pt x="515" y="363"/>
                  </a:cubicBezTo>
                  <a:cubicBezTo>
                    <a:pt x="516" y="362"/>
                    <a:pt x="517" y="362"/>
                    <a:pt x="518" y="361"/>
                  </a:cubicBezTo>
                  <a:cubicBezTo>
                    <a:pt x="520" y="360"/>
                    <a:pt x="522" y="359"/>
                    <a:pt x="524" y="359"/>
                  </a:cubicBezTo>
                  <a:cubicBezTo>
                    <a:pt x="525" y="358"/>
                    <a:pt x="526" y="358"/>
                    <a:pt x="527" y="358"/>
                  </a:cubicBezTo>
                  <a:cubicBezTo>
                    <a:pt x="527" y="357"/>
                    <a:pt x="527" y="357"/>
                    <a:pt x="527" y="357"/>
                  </a:cubicBezTo>
                  <a:cubicBezTo>
                    <a:pt x="527" y="357"/>
                    <a:pt x="528" y="357"/>
                    <a:pt x="528" y="358"/>
                  </a:cubicBezTo>
                  <a:cubicBezTo>
                    <a:pt x="527" y="358"/>
                    <a:pt x="527" y="359"/>
                    <a:pt x="527" y="359"/>
                  </a:cubicBezTo>
                  <a:cubicBezTo>
                    <a:pt x="528" y="359"/>
                    <a:pt x="529" y="360"/>
                    <a:pt x="528" y="361"/>
                  </a:cubicBezTo>
                  <a:cubicBezTo>
                    <a:pt x="529" y="360"/>
                    <a:pt x="529" y="360"/>
                    <a:pt x="529" y="360"/>
                  </a:cubicBezTo>
                  <a:cubicBezTo>
                    <a:pt x="528" y="359"/>
                    <a:pt x="529" y="359"/>
                    <a:pt x="529" y="359"/>
                  </a:cubicBezTo>
                  <a:cubicBezTo>
                    <a:pt x="530" y="358"/>
                    <a:pt x="531" y="358"/>
                    <a:pt x="532" y="358"/>
                  </a:cubicBezTo>
                  <a:cubicBezTo>
                    <a:pt x="532" y="357"/>
                    <a:pt x="535" y="356"/>
                    <a:pt x="535" y="357"/>
                  </a:cubicBezTo>
                  <a:cubicBezTo>
                    <a:pt x="536" y="357"/>
                    <a:pt x="536" y="357"/>
                    <a:pt x="536" y="357"/>
                  </a:cubicBezTo>
                  <a:cubicBezTo>
                    <a:pt x="535" y="357"/>
                    <a:pt x="534" y="356"/>
                    <a:pt x="532" y="356"/>
                  </a:cubicBezTo>
                  <a:cubicBezTo>
                    <a:pt x="532" y="357"/>
                    <a:pt x="532" y="356"/>
                    <a:pt x="532" y="356"/>
                  </a:cubicBezTo>
                  <a:cubicBezTo>
                    <a:pt x="531" y="356"/>
                    <a:pt x="531" y="356"/>
                    <a:pt x="531" y="356"/>
                  </a:cubicBezTo>
                  <a:cubicBezTo>
                    <a:pt x="530" y="356"/>
                    <a:pt x="529" y="356"/>
                    <a:pt x="529" y="356"/>
                  </a:cubicBezTo>
                  <a:cubicBezTo>
                    <a:pt x="528" y="356"/>
                    <a:pt x="527" y="356"/>
                    <a:pt x="527" y="356"/>
                  </a:cubicBezTo>
                  <a:cubicBezTo>
                    <a:pt x="526" y="356"/>
                    <a:pt x="526" y="356"/>
                    <a:pt x="525" y="356"/>
                  </a:cubicBezTo>
                  <a:cubicBezTo>
                    <a:pt x="525" y="357"/>
                    <a:pt x="525" y="357"/>
                    <a:pt x="525" y="357"/>
                  </a:cubicBezTo>
                  <a:cubicBezTo>
                    <a:pt x="525" y="357"/>
                    <a:pt x="524" y="357"/>
                    <a:pt x="524" y="357"/>
                  </a:cubicBezTo>
                  <a:cubicBezTo>
                    <a:pt x="524" y="357"/>
                    <a:pt x="523" y="357"/>
                    <a:pt x="523" y="357"/>
                  </a:cubicBezTo>
                  <a:cubicBezTo>
                    <a:pt x="523" y="356"/>
                    <a:pt x="524" y="356"/>
                    <a:pt x="525" y="355"/>
                  </a:cubicBezTo>
                  <a:cubicBezTo>
                    <a:pt x="524" y="355"/>
                    <a:pt x="526" y="355"/>
                    <a:pt x="526" y="355"/>
                  </a:cubicBezTo>
                  <a:cubicBezTo>
                    <a:pt x="527" y="354"/>
                    <a:pt x="528" y="354"/>
                    <a:pt x="528" y="353"/>
                  </a:cubicBezTo>
                  <a:cubicBezTo>
                    <a:pt x="529" y="353"/>
                    <a:pt x="530" y="351"/>
                    <a:pt x="530" y="352"/>
                  </a:cubicBezTo>
                  <a:cubicBezTo>
                    <a:pt x="530" y="352"/>
                    <a:pt x="530" y="352"/>
                    <a:pt x="530" y="352"/>
                  </a:cubicBezTo>
                  <a:cubicBezTo>
                    <a:pt x="530" y="352"/>
                    <a:pt x="530" y="352"/>
                    <a:pt x="530" y="352"/>
                  </a:cubicBezTo>
                  <a:cubicBezTo>
                    <a:pt x="530" y="352"/>
                    <a:pt x="531" y="352"/>
                    <a:pt x="530" y="351"/>
                  </a:cubicBezTo>
                  <a:cubicBezTo>
                    <a:pt x="530" y="351"/>
                    <a:pt x="530" y="351"/>
                    <a:pt x="530" y="351"/>
                  </a:cubicBezTo>
                  <a:cubicBezTo>
                    <a:pt x="530" y="352"/>
                    <a:pt x="528" y="353"/>
                    <a:pt x="528" y="353"/>
                  </a:cubicBezTo>
                  <a:cubicBezTo>
                    <a:pt x="528" y="352"/>
                    <a:pt x="528" y="352"/>
                    <a:pt x="529" y="352"/>
                  </a:cubicBezTo>
                  <a:cubicBezTo>
                    <a:pt x="529" y="351"/>
                    <a:pt x="528" y="351"/>
                    <a:pt x="528" y="351"/>
                  </a:cubicBezTo>
                  <a:cubicBezTo>
                    <a:pt x="528" y="351"/>
                    <a:pt x="528" y="349"/>
                    <a:pt x="527" y="349"/>
                  </a:cubicBezTo>
                  <a:cubicBezTo>
                    <a:pt x="528" y="349"/>
                    <a:pt x="527" y="350"/>
                    <a:pt x="528" y="350"/>
                  </a:cubicBezTo>
                  <a:cubicBezTo>
                    <a:pt x="528" y="351"/>
                    <a:pt x="528" y="351"/>
                    <a:pt x="528" y="352"/>
                  </a:cubicBezTo>
                  <a:cubicBezTo>
                    <a:pt x="528" y="352"/>
                    <a:pt x="527" y="352"/>
                    <a:pt x="527" y="353"/>
                  </a:cubicBezTo>
                  <a:cubicBezTo>
                    <a:pt x="527" y="353"/>
                    <a:pt x="526" y="353"/>
                    <a:pt x="526" y="353"/>
                  </a:cubicBezTo>
                  <a:cubicBezTo>
                    <a:pt x="526" y="354"/>
                    <a:pt x="525" y="354"/>
                    <a:pt x="525" y="354"/>
                  </a:cubicBezTo>
                  <a:cubicBezTo>
                    <a:pt x="524" y="354"/>
                    <a:pt x="524" y="354"/>
                    <a:pt x="523" y="354"/>
                  </a:cubicBezTo>
                  <a:cubicBezTo>
                    <a:pt x="522" y="355"/>
                    <a:pt x="521" y="355"/>
                    <a:pt x="520" y="356"/>
                  </a:cubicBezTo>
                  <a:cubicBezTo>
                    <a:pt x="519" y="356"/>
                    <a:pt x="518" y="357"/>
                    <a:pt x="516" y="357"/>
                  </a:cubicBezTo>
                  <a:cubicBezTo>
                    <a:pt x="516" y="357"/>
                    <a:pt x="515" y="358"/>
                    <a:pt x="515" y="358"/>
                  </a:cubicBezTo>
                  <a:cubicBezTo>
                    <a:pt x="515" y="358"/>
                    <a:pt x="514" y="358"/>
                    <a:pt x="514" y="358"/>
                  </a:cubicBezTo>
                  <a:cubicBezTo>
                    <a:pt x="513" y="358"/>
                    <a:pt x="512" y="357"/>
                    <a:pt x="512" y="357"/>
                  </a:cubicBezTo>
                  <a:cubicBezTo>
                    <a:pt x="513" y="357"/>
                    <a:pt x="514" y="357"/>
                    <a:pt x="514" y="356"/>
                  </a:cubicBezTo>
                  <a:cubicBezTo>
                    <a:pt x="514" y="356"/>
                    <a:pt x="513" y="356"/>
                    <a:pt x="513" y="357"/>
                  </a:cubicBezTo>
                  <a:cubicBezTo>
                    <a:pt x="513" y="357"/>
                    <a:pt x="512" y="357"/>
                    <a:pt x="512" y="357"/>
                  </a:cubicBezTo>
                  <a:cubicBezTo>
                    <a:pt x="511" y="357"/>
                    <a:pt x="513" y="358"/>
                    <a:pt x="513" y="358"/>
                  </a:cubicBezTo>
                  <a:cubicBezTo>
                    <a:pt x="513" y="358"/>
                    <a:pt x="511" y="359"/>
                    <a:pt x="511" y="359"/>
                  </a:cubicBezTo>
                  <a:cubicBezTo>
                    <a:pt x="511" y="358"/>
                    <a:pt x="511" y="358"/>
                    <a:pt x="510" y="358"/>
                  </a:cubicBezTo>
                  <a:cubicBezTo>
                    <a:pt x="510" y="358"/>
                    <a:pt x="511" y="358"/>
                    <a:pt x="511" y="358"/>
                  </a:cubicBezTo>
                  <a:cubicBezTo>
                    <a:pt x="511" y="359"/>
                    <a:pt x="509" y="360"/>
                    <a:pt x="509" y="360"/>
                  </a:cubicBezTo>
                  <a:cubicBezTo>
                    <a:pt x="509" y="359"/>
                    <a:pt x="509" y="359"/>
                    <a:pt x="508" y="359"/>
                  </a:cubicBezTo>
                  <a:cubicBezTo>
                    <a:pt x="508" y="359"/>
                    <a:pt x="507" y="359"/>
                    <a:pt x="507" y="360"/>
                  </a:cubicBezTo>
                  <a:cubicBezTo>
                    <a:pt x="507" y="360"/>
                    <a:pt x="505" y="360"/>
                    <a:pt x="506" y="360"/>
                  </a:cubicBezTo>
                  <a:cubicBezTo>
                    <a:pt x="506" y="360"/>
                    <a:pt x="505" y="360"/>
                    <a:pt x="505" y="360"/>
                  </a:cubicBezTo>
                  <a:cubicBezTo>
                    <a:pt x="505" y="359"/>
                    <a:pt x="505" y="359"/>
                    <a:pt x="505" y="359"/>
                  </a:cubicBezTo>
                  <a:cubicBezTo>
                    <a:pt x="505" y="359"/>
                    <a:pt x="505" y="358"/>
                    <a:pt x="504" y="359"/>
                  </a:cubicBezTo>
                  <a:cubicBezTo>
                    <a:pt x="504" y="359"/>
                    <a:pt x="504" y="359"/>
                    <a:pt x="504" y="360"/>
                  </a:cubicBezTo>
                  <a:cubicBezTo>
                    <a:pt x="503" y="359"/>
                    <a:pt x="503" y="357"/>
                    <a:pt x="503" y="358"/>
                  </a:cubicBezTo>
                  <a:cubicBezTo>
                    <a:pt x="502" y="359"/>
                    <a:pt x="502" y="358"/>
                    <a:pt x="502" y="358"/>
                  </a:cubicBezTo>
                  <a:cubicBezTo>
                    <a:pt x="502" y="359"/>
                    <a:pt x="502" y="359"/>
                    <a:pt x="501" y="359"/>
                  </a:cubicBezTo>
                  <a:cubicBezTo>
                    <a:pt x="500" y="358"/>
                    <a:pt x="502" y="357"/>
                    <a:pt x="501" y="356"/>
                  </a:cubicBezTo>
                  <a:cubicBezTo>
                    <a:pt x="501" y="355"/>
                    <a:pt x="501" y="355"/>
                    <a:pt x="502" y="355"/>
                  </a:cubicBezTo>
                  <a:cubicBezTo>
                    <a:pt x="502" y="355"/>
                    <a:pt x="503" y="354"/>
                    <a:pt x="502" y="354"/>
                  </a:cubicBezTo>
                  <a:cubicBezTo>
                    <a:pt x="502" y="354"/>
                    <a:pt x="501" y="354"/>
                    <a:pt x="500" y="354"/>
                  </a:cubicBezTo>
                  <a:cubicBezTo>
                    <a:pt x="500" y="353"/>
                    <a:pt x="500" y="353"/>
                    <a:pt x="500" y="353"/>
                  </a:cubicBezTo>
                  <a:cubicBezTo>
                    <a:pt x="499" y="353"/>
                    <a:pt x="500" y="352"/>
                    <a:pt x="500" y="352"/>
                  </a:cubicBezTo>
                  <a:cubicBezTo>
                    <a:pt x="500" y="351"/>
                    <a:pt x="500" y="351"/>
                    <a:pt x="501" y="351"/>
                  </a:cubicBezTo>
                  <a:cubicBezTo>
                    <a:pt x="501" y="350"/>
                    <a:pt x="501" y="349"/>
                    <a:pt x="501" y="349"/>
                  </a:cubicBezTo>
                  <a:cubicBezTo>
                    <a:pt x="502" y="348"/>
                    <a:pt x="502" y="347"/>
                    <a:pt x="502" y="346"/>
                  </a:cubicBezTo>
                  <a:cubicBezTo>
                    <a:pt x="503" y="344"/>
                    <a:pt x="504" y="342"/>
                    <a:pt x="504" y="340"/>
                  </a:cubicBezTo>
                  <a:cubicBezTo>
                    <a:pt x="504" y="340"/>
                    <a:pt x="505" y="339"/>
                    <a:pt x="505" y="338"/>
                  </a:cubicBezTo>
                  <a:cubicBezTo>
                    <a:pt x="505" y="338"/>
                    <a:pt x="505" y="338"/>
                    <a:pt x="505" y="338"/>
                  </a:cubicBezTo>
                  <a:cubicBezTo>
                    <a:pt x="504" y="338"/>
                    <a:pt x="505" y="337"/>
                    <a:pt x="504" y="337"/>
                  </a:cubicBezTo>
                  <a:cubicBezTo>
                    <a:pt x="504" y="337"/>
                    <a:pt x="504" y="337"/>
                    <a:pt x="504" y="337"/>
                  </a:cubicBezTo>
                  <a:cubicBezTo>
                    <a:pt x="504" y="336"/>
                    <a:pt x="504" y="336"/>
                    <a:pt x="503" y="336"/>
                  </a:cubicBezTo>
                  <a:cubicBezTo>
                    <a:pt x="503" y="335"/>
                    <a:pt x="502" y="335"/>
                    <a:pt x="502" y="335"/>
                  </a:cubicBezTo>
                  <a:cubicBezTo>
                    <a:pt x="501" y="335"/>
                    <a:pt x="501" y="336"/>
                    <a:pt x="501" y="336"/>
                  </a:cubicBezTo>
                  <a:cubicBezTo>
                    <a:pt x="500" y="336"/>
                    <a:pt x="500" y="336"/>
                    <a:pt x="499" y="336"/>
                  </a:cubicBezTo>
                  <a:cubicBezTo>
                    <a:pt x="499" y="336"/>
                    <a:pt x="498" y="336"/>
                    <a:pt x="498" y="336"/>
                  </a:cubicBezTo>
                  <a:cubicBezTo>
                    <a:pt x="497" y="337"/>
                    <a:pt x="496" y="337"/>
                    <a:pt x="496" y="337"/>
                  </a:cubicBezTo>
                  <a:cubicBezTo>
                    <a:pt x="495" y="336"/>
                    <a:pt x="495" y="336"/>
                    <a:pt x="496" y="335"/>
                  </a:cubicBezTo>
                  <a:cubicBezTo>
                    <a:pt x="496" y="335"/>
                    <a:pt x="496" y="334"/>
                    <a:pt x="496" y="334"/>
                  </a:cubicBezTo>
                  <a:cubicBezTo>
                    <a:pt x="495" y="334"/>
                    <a:pt x="495" y="334"/>
                    <a:pt x="494" y="334"/>
                  </a:cubicBezTo>
                  <a:cubicBezTo>
                    <a:pt x="494" y="334"/>
                    <a:pt x="493" y="335"/>
                    <a:pt x="492" y="336"/>
                  </a:cubicBezTo>
                  <a:cubicBezTo>
                    <a:pt x="492" y="336"/>
                    <a:pt x="491" y="337"/>
                    <a:pt x="490" y="337"/>
                  </a:cubicBezTo>
                  <a:cubicBezTo>
                    <a:pt x="489" y="339"/>
                    <a:pt x="487" y="340"/>
                    <a:pt x="485" y="341"/>
                  </a:cubicBezTo>
                  <a:cubicBezTo>
                    <a:pt x="485" y="342"/>
                    <a:pt x="484" y="343"/>
                    <a:pt x="484" y="343"/>
                  </a:cubicBezTo>
                  <a:cubicBezTo>
                    <a:pt x="484" y="344"/>
                    <a:pt x="483" y="345"/>
                    <a:pt x="483" y="345"/>
                  </a:cubicBezTo>
                  <a:cubicBezTo>
                    <a:pt x="482" y="346"/>
                    <a:pt x="480" y="347"/>
                    <a:pt x="480" y="348"/>
                  </a:cubicBezTo>
                  <a:cubicBezTo>
                    <a:pt x="480" y="348"/>
                    <a:pt x="480" y="349"/>
                    <a:pt x="479" y="349"/>
                  </a:cubicBezTo>
                  <a:cubicBezTo>
                    <a:pt x="479" y="350"/>
                    <a:pt x="479" y="350"/>
                    <a:pt x="479" y="350"/>
                  </a:cubicBezTo>
                  <a:cubicBezTo>
                    <a:pt x="480" y="351"/>
                    <a:pt x="477" y="351"/>
                    <a:pt x="477" y="352"/>
                  </a:cubicBezTo>
                  <a:cubicBezTo>
                    <a:pt x="477" y="353"/>
                    <a:pt x="475" y="353"/>
                    <a:pt x="474" y="354"/>
                  </a:cubicBezTo>
                  <a:cubicBezTo>
                    <a:pt x="474" y="354"/>
                    <a:pt x="473" y="355"/>
                    <a:pt x="473" y="355"/>
                  </a:cubicBezTo>
                  <a:cubicBezTo>
                    <a:pt x="474" y="356"/>
                    <a:pt x="474" y="356"/>
                    <a:pt x="473" y="356"/>
                  </a:cubicBezTo>
                  <a:cubicBezTo>
                    <a:pt x="473" y="356"/>
                    <a:pt x="473" y="356"/>
                    <a:pt x="472" y="356"/>
                  </a:cubicBezTo>
                  <a:cubicBezTo>
                    <a:pt x="472" y="356"/>
                    <a:pt x="472" y="357"/>
                    <a:pt x="471" y="358"/>
                  </a:cubicBezTo>
                  <a:cubicBezTo>
                    <a:pt x="471" y="358"/>
                    <a:pt x="471" y="357"/>
                    <a:pt x="471" y="357"/>
                  </a:cubicBezTo>
                  <a:cubicBezTo>
                    <a:pt x="470" y="357"/>
                    <a:pt x="469" y="357"/>
                    <a:pt x="469" y="357"/>
                  </a:cubicBezTo>
                  <a:cubicBezTo>
                    <a:pt x="469" y="358"/>
                    <a:pt x="468" y="358"/>
                    <a:pt x="468" y="357"/>
                  </a:cubicBezTo>
                  <a:cubicBezTo>
                    <a:pt x="467" y="357"/>
                    <a:pt x="466" y="358"/>
                    <a:pt x="466" y="358"/>
                  </a:cubicBezTo>
                  <a:cubicBezTo>
                    <a:pt x="466" y="358"/>
                    <a:pt x="466" y="358"/>
                    <a:pt x="466" y="359"/>
                  </a:cubicBezTo>
                  <a:cubicBezTo>
                    <a:pt x="466" y="359"/>
                    <a:pt x="465" y="359"/>
                    <a:pt x="465" y="359"/>
                  </a:cubicBezTo>
                  <a:cubicBezTo>
                    <a:pt x="464" y="360"/>
                    <a:pt x="465" y="360"/>
                    <a:pt x="464" y="360"/>
                  </a:cubicBezTo>
                  <a:cubicBezTo>
                    <a:pt x="462" y="360"/>
                    <a:pt x="460" y="360"/>
                    <a:pt x="458" y="360"/>
                  </a:cubicBezTo>
                  <a:cubicBezTo>
                    <a:pt x="454" y="360"/>
                    <a:pt x="450" y="360"/>
                    <a:pt x="446" y="360"/>
                  </a:cubicBezTo>
                  <a:cubicBezTo>
                    <a:pt x="444" y="360"/>
                    <a:pt x="442" y="361"/>
                    <a:pt x="440" y="361"/>
                  </a:cubicBezTo>
                  <a:cubicBezTo>
                    <a:pt x="438" y="360"/>
                    <a:pt x="436" y="360"/>
                    <a:pt x="434" y="361"/>
                  </a:cubicBezTo>
                  <a:cubicBezTo>
                    <a:pt x="432" y="361"/>
                    <a:pt x="429" y="363"/>
                    <a:pt x="427" y="365"/>
                  </a:cubicBezTo>
                  <a:cubicBezTo>
                    <a:pt x="426" y="365"/>
                    <a:pt x="425" y="366"/>
                    <a:pt x="425" y="366"/>
                  </a:cubicBezTo>
                  <a:cubicBezTo>
                    <a:pt x="424" y="366"/>
                    <a:pt x="423" y="367"/>
                    <a:pt x="422" y="367"/>
                  </a:cubicBezTo>
                  <a:cubicBezTo>
                    <a:pt x="420" y="368"/>
                    <a:pt x="418" y="369"/>
                    <a:pt x="416" y="369"/>
                  </a:cubicBezTo>
                  <a:cubicBezTo>
                    <a:pt x="415" y="369"/>
                    <a:pt x="414" y="370"/>
                    <a:pt x="412" y="371"/>
                  </a:cubicBezTo>
                  <a:cubicBezTo>
                    <a:pt x="412" y="370"/>
                    <a:pt x="412" y="370"/>
                    <a:pt x="413" y="370"/>
                  </a:cubicBezTo>
                  <a:cubicBezTo>
                    <a:pt x="413" y="370"/>
                    <a:pt x="414" y="370"/>
                    <a:pt x="414" y="369"/>
                  </a:cubicBezTo>
                  <a:cubicBezTo>
                    <a:pt x="414" y="369"/>
                    <a:pt x="412" y="370"/>
                    <a:pt x="412" y="370"/>
                  </a:cubicBezTo>
                  <a:cubicBezTo>
                    <a:pt x="412" y="369"/>
                    <a:pt x="413" y="369"/>
                    <a:pt x="413" y="369"/>
                  </a:cubicBezTo>
                  <a:cubicBezTo>
                    <a:pt x="412" y="369"/>
                    <a:pt x="412" y="370"/>
                    <a:pt x="411" y="369"/>
                  </a:cubicBezTo>
                  <a:cubicBezTo>
                    <a:pt x="411" y="369"/>
                    <a:pt x="410" y="369"/>
                    <a:pt x="410" y="370"/>
                  </a:cubicBezTo>
                  <a:cubicBezTo>
                    <a:pt x="409" y="370"/>
                    <a:pt x="408" y="370"/>
                    <a:pt x="407" y="370"/>
                  </a:cubicBezTo>
                  <a:cubicBezTo>
                    <a:pt x="408" y="370"/>
                    <a:pt x="408" y="370"/>
                    <a:pt x="409" y="370"/>
                  </a:cubicBezTo>
                  <a:cubicBezTo>
                    <a:pt x="409" y="370"/>
                    <a:pt x="409" y="370"/>
                    <a:pt x="410" y="370"/>
                  </a:cubicBezTo>
                  <a:cubicBezTo>
                    <a:pt x="410" y="370"/>
                    <a:pt x="410" y="370"/>
                    <a:pt x="410" y="370"/>
                  </a:cubicBezTo>
                  <a:cubicBezTo>
                    <a:pt x="410" y="370"/>
                    <a:pt x="410" y="370"/>
                    <a:pt x="411" y="370"/>
                  </a:cubicBezTo>
                  <a:cubicBezTo>
                    <a:pt x="411" y="370"/>
                    <a:pt x="412" y="370"/>
                    <a:pt x="412" y="369"/>
                  </a:cubicBezTo>
                  <a:cubicBezTo>
                    <a:pt x="412" y="370"/>
                    <a:pt x="411" y="370"/>
                    <a:pt x="411" y="371"/>
                  </a:cubicBezTo>
                  <a:cubicBezTo>
                    <a:pt x="412" y="371"/>
                    <a:pt x="412" y="371"/>
                    <a:pt x="413" y="371"/>
                  </a:cubicBezTo>
                  <a:cubicBezTo>
                    <a:pt x="413" y="371"/>
                    <a:pt x="413" y="370"/>
                    <a:pt x="414" y="370"/>
                  </a:cubicBezTo>
                  <a:cubicBezTo>
                    <a:pt x="414" y="371"/>
                    <a:pt x="411" y="371"/>
                    <a:pt x="411" y="372"/>
                  </a:cubicBezTo>
                  <a:cubicBezTo>
                    <a:pt x="412" y="372"/>
                    <a:pt x="413" y="372"/>
                    <a:pt x="413" y="372"/>
                  </a:cubicBezTo>
                  <a:cubicBezTo>
                    <a:pt x="413" y="372"/>
                    <a:pt x="412" y="372"/>
                    <a:pt x="412" y="372"/>
                  </a:cubicBezTo>
                  <a:cubicBezTo>
                    <a:pt x="412" y="372"/>
                    <a:pt x="411" y="373"/>
                    <a:pt x="411" y="373"/>
                  </a:cubicBezTo>
                  <a:cubicBezTo>
                    <a:pt x="410" y="373"/>
                    <a:pt x="409" y="373"/>
                    <a:pt x="410" y="372"/>
                  </a:cubicBezTo>
                  <a:cubicBezTo>
                    <a:pt x="410" y="372"/>
                    <a:pt x="409" y="373"/>
                    <a:pt x="409" y="372"/>
                  </a:cubicBezTo>
                  <a:cubicBezTo>
                    <a:pt x="409" y="372"/>
                    <a:pt x="409" y="372"/>
                    <a:pt x="410" y="372"/>
                  </a:cubicBezTo>
                  <a:cubicBezTo>
                    <a:pt x="409" y="372"/>
                    <a:pt x="408" y="372"/>
                    <a:pt x="407" y="372"/>
                  </a:cubicBezTo>
                  <a:cubicBezTo>
                    <a:pt x="407" y="372"/>
                    <a:pt x="407" y="371"/>
                    <a:pt x="407" y="371"/>
                  </a:cubicBezTo>
                  <a:cubicBezTo>
                    <a:pt x="407" y="371"/>
                    <a:pt x="406" y="371"/>
                    <a:pt x="406" y="371"/>
                  </a:cubicBezTo>
                  <a:cubicBezTo>
                    <a:pt x="406" y="371"/>
                    <a:pt x="406" y="371"/>
                    <a:pt x="406" y="371"/>
                  </a:cubicBezTo>
                  <a:cubicBezTo>
                    <a:pt x="406" y="372"/>
                    <a:pt x="405" y="371"/>
                    <a:pt x="405" y="371"/>
                  </a:cubicBezTo>
                  <a:cubicBezTo>
                    <a:pt x="404" y="371"/>
                    <a:pt x="403" y="372"/>
                    <a:pt x="403" y="372"/>
                  </a:cubicBezTo>
                  <a:cubicBezTo>
                    <a:pt x="402" y="372"/>
                    <a:pt x="401" y="372"/>
                    <a:pt x="400" y="372"/>
                  </a:cubicBezTo>
                  <a:cubicBezTo>
                    <a:pt x="400" y="372"/>
                    <a:pt x="399" y="372"/>
                    <a:pt x="398" y="372"/>
                  </a:cubicBezTo>
                  <a:cubicBezTo>
                    <a:pt x="397" y="372"/>
                    <a:pt x="397" y="373"/>
                    <a:pt x="396" y="373"/>
                  </a:cubicBezTo>
                  <a:cubicBezTo>
                    <a:pt x="395" y="373"/>
                    <a:pt x="395" y="373"/>
                    <a:pt x="394" y="373"/>
                  </a:cubicBezTo>
                  <a:cubicBezTo>
                    <a:pt x="393" y="373"/>
                    <a:pt x="392" y="374"/>
                    <a:pt x="391" y="374"/>
                  </a:cubicBezTo>
                  <a:cubicBezTo>
                    <a:pt x="390" y="375"/>
                    <a:pt x="389" y="375"/>
                    <a:pt x="387" y="376"/>
                  </a:cubicBezTo>
                  <a:cubicBezTo>
                    <a:pt x="387" y="377"/>
                    <a:pt x="387" y="377"/>
                    <a:pt x="386" y="378"/>
                  </a:cubicBezTo>
                  <a:cubicBezTo>
                    <a:pt x="386" y="378"/>
                    <a:pt x="385" y="378"/>
                    <a:pt x="385" y="379"/>
                  </a:cubicBezTo>
                  <a:cubicBezTo>
                    <a:pt x="384" y="380"/>
                    <a:pt x="386" y="380"/>
                    <a:pt x="387" y="380"/>
                  </a:cubicBezTo>
                  <a:cubicBezTo>
                    <a:pt x="388" y="380"/>
                    <a:pt x="389" y="380"/>
                    <a:pt x="391" y="379"/>
                  </a:cubicBezTo>
                  <a:cubicBezTo>
                    <a:pt x="391" y="380"/>
                    <a:pt x="390" y="380"/>
                    <a:pt x="390" y="381"/>
                  </a:cubicBezTo>
                  <a:cubicBezTo>
                    <a:pt x="390" y="381"/>
                    <a:pt x="390" y="382"/>
                    <a:pt x="390" y="382"/>
                  </a:cubicBezTo>
                  <a:cubicBezTo>
                    <a:pt x="390" y="382"/>
                    <a:pt x="391" y="383"/>
                    <a:pt x="390" y="383"/>
                  </a:cubicBezTo>
                  <a:cubicBezTo>
                    <a:pt x="389" y="384"/>
                    <a:pt x="389" y="384"/>
                    <a:pt x="388" y="384"/>
                  </a:cubicBezTo>
                  <a:cubicBezTo>
                    <a:pt x="387" y="383"/>
                    <a:pt x="386" y="384"/>
                    <a:pt x="385" y="384"/>
                  </a:cubicBezTo>
                  <a:cubicBezTo>
                    <a:pt x="384" y="384"/>
                    <a:pt x="384" y="384"/>
                    <a:pt x="383" y="384"/>
                  </a:cubicBezTo>
                  <a:cubicBezTo>
                    <a:pt x="383" y="384"/>
                    <a:pt x="382" y="384"/>
                    <a:pt x="381" y="384"/>
                  </a:cubicBezTo>
                  <a:cubicBezTo>
                    <a:pt x="380" y="384"/>
                    <a:pt x="379" y="384"/>
                    <a:pt x="378" y="385"/>
                  </a:cubicBezTo>
                  <a:cubicBezTo>
                    <a:pt x="377" y="385"/>
                    <a:pt x="377" y="386"/>
                    <a:pt x="376" y="386"/>
                  </a:cubicBezTo>
                  <a:cubicBezTo>
                    <a:pt x="376" y="386"/>
                    <a:pt x="375" y="386"/>
                    <a:pt x="376" y="386"/>
                  </a:cubicBezTo>
                  <a:cubicBezTo>
                    <a:pt x="376" y="387"/>
                    <a:pt x="376" y="386"/>
                    <a:pt x="376" y="387"/>
                  </a:cubicBezTo>
                  <a:cubicBezTo>
                    <a:pt x="377" y="387"/>
                    <a:pt x="377" y="387"/>
                    <a:pt x="377" y="387"/>
                  </a:cubicBezTo>
                  <a:cubicBezTo>
                    <a:pt x="378" y="387"/>
                    <a:pt x="378" y="387"/>
                    <a:pt x="379" y="387"/>
                  </a:cubicBezTo>
                  <a:cubicBezTo>
                    <a:pt x="378" y="387"/>
                    <a:pt x="377" y="387"/>
                    <a:pt x="376" y="387"/>
                  </a:cubicBezTo>
                  <a:cubicBezTo>
                    <a:pt x="375" y="387"/>
                    <a:pt x="375" y="387"/>
                    <a:pt x="374" y="387"/>
                  </a:cubicBezTo>
                  <a:cubicBezTo>
                    <a:pt x="372" y="386"/>
                    <a:pt x="371" y="386"/>
                    <a:pt x="369" y="386"/>
                  </a:cubicBezTo>
                  <a:cubicBezTo>
                    <a:pt x="367" y="386"/>
                    <a:pt x="366" y="387"/>
                    <a:pt x="364" y="388"/>
                  </a:cubicBezTo>
                  <a:cubicBezTo>
                    <a:pt x="364" y="388"/>
                    <a:pt x="363" y="389"/>
                    <a:pt x="362" y="389"/>
                  </a:cubicBezTo>
                  <a:cubicBezTo>
                    <a:pt x="362" y="390"/>
                    <a:pt x="362" y="390"/>
                    <a:pt x="361" y="390"/>
                  </a:cubicBezTo>
                  <a:cubicBezTo>
                    <a:pt x="361" y="390"/>
                    <a:pt x="362" y="390"/>
                    <a:pt x="362" y="390"/>
                  </a:cubicBezTo>
                  <a:cubicBezTo>
                    <a:pt x="361" y="390"/>
                    <a:pt x="361" y="390"/>
                    <a:pt x="361" y="390"/>
                  </a:cubicBezTo>
                  <a:cubicBezTo>
                    <a:pt x="360" y="390"/>
                    <a:pt x="360" y="390"/>
                    <a:pt x="360" y="390"/>
                  </a:cubicBezTo>
                  <a:cubicBezTo>
                    <a:pt x="359" y="390"/>
                    <a:pt x="358" y="391"/>
                    <a:pt x="357" y="391"/>
                  </a:cubicBezTo>
                  <a:cubicBezTo>
                    <a:pt x="356" y="392"/>
                    <a:pt x="355" y="393"/>
                    <a:pt x="354" y="394"/>
                  </a:cubicBezTo>
                  <a:cubicBezTo>
                    <a:pt x="354" y="392"/>
                    <a:pt x="353" y="393"/>
                    <a:pt x="352" y="393"/>
                  </a:cubicBezTo>
                  <a:cubicBezTo>
                    <a:pt x="351" y="393"/>
                    <a:pt x="351" y="393"/>
                    <a:pt x="350" y="393"/>
                  </a:cubicBezTo>
                  <a:cubicBezTo>
                    <a:pt x="349" y="392"/>
                    <a:pt x="350" y="391"/>
                    <a:pt x="350" y="391"/>
                  </a:cubicBezTo>
                  <a:cubicBezTo>
                    <a:pt x="350" y="390"/>
                    <a:pt x="351" y="390"/>
                    <a:pt x="352" y="390"/>
                  </a:cubicBezTo>
                  <a:cubicBezTo>
                    <a:pt x="352" y="389"/>
                    <a:pt x="353" y="390"/>
                    <a:pt x="354" y="390"/>
                  </a:cubicBezTo>
                  <a:cubicBezTo>
                    <a:pt x="356" y="390"/>
                    <a:pt x="358" y="390"/>
                    <a:pt x="358" y="388"/>
                  </a:cubicBezTo>
                  <a:cubicBezTo>
                    <a:pt x="358" y="388"/>
                    <a:pt x="356" y="387"/>
                    <a:pt x="356" y="387"/>
                  </a:cubicBezTo>
                  <a:cubicBezTo>
                    <a:pt x="356" y="387"/>
                    <a:pt x="357" y="386"/>
                    <a:pt x="357" y="386"/>
                  </a:cubicBezTo>
                  <a:cubicBezTo>
                    <a:pt x="358" y="385"/>
                    <a:pt x="358" y="384"/>
                    <a:pt x="359" y="384"/>
                  </a:cubicBezTo>
                  <a:cubicBezTo>
                    <a:pt x="359" y="383"/>
                    <a:pt x="360" y="382"/>
                    <a:pt x="361" y="382"/>
                  </a:cubicBezTo>
                  <a:cubicBezTo>
                    <a:pt x="362" y="382"/>
                    <a:pt x="363" y="381"/>
                    <a:pt x="364" y="381"/>
                  </a:cubicBezTo>
                  <a:cubicBezTo>
                    <a:pt x="364" y="380"/>
                    <a:pt x="365" y="380"/>
                    <a:pt x="366" y="379"/>
                  </a:cubicBezTo>
                  <a:cubicBezTo>
                    <a:pt x="367" y="379"/>
                    <a:pt x="368" y="378"/>
                    <a:pt x="368" y="377"/>
                  </a:cubicBezTo>
                  <a:cubicBezTo>
                    <a:pt x="369" y="376"/>
                    <a:pt x="369" y="375"/>
                    <a:pt x="369" y="374"/>
                  </a:cubicBezTo>
                  <a:cubicBezTo>
                    <a:pt x="370" y="373"/>
                    <a:pt x="370" y="373"/>
                    <a:pt x="371" y="371"/>
                  </a:cubicBezTo>
                  <a:cubicBezTo>
                    <a:pt x="371" y="371"/>
                    <a:pt x="371" y="370"/>
                    <a:pt x="372" y="370"/>
                  </a:cubicBezTo>
                  <a:cubicBezTo>
                    <a:pt x="372" y="369"/>
                    <a:pt x="373" y="369"/>
                    <a:pt x="373" y="369"/>
                  </a:cubicBezTo>
                  <a:cubicBezTo>
                    <a:pt x="373" y="368"/>
                    <a:pt x="373" y="368"/>
                    <a:pt x="374" y="368"/>
                  </a:cubicBezTo>
                  <a:cubicBezTo>
                    <a:pt x="374" y="367"/>
                    <a:pt x="375" y="367"/>
                    <a:pt x="376" y="366"/>
                  </a:cubicBezTo>
                  <a:cubicBezTo>
                    <a:pt x="376" y="366"/>
                    <a:pt x="377" y="365"/>
                    <a:pt x="378" y="364"/>
                  </a:cubicBezTo>
                  <a:cubicBezTo>
                    <a:pt x="378" y="364"/>
                    <a:pt x="378" y="364"/>
                    <a:pt x="378" y="363"/>
                  </a:cubicBezTo>
                  <a:cubicBezTo>
                    <a:pt x="378" y="363"/>
                    <a:pt x="378" y="363"/>
                    <a:pt x="378" y="363"/>
                  </a:cubicBezTo>
                  <a:cubicBezTo>
                    <a:pt x="378" y="362"/>
                    <a:pt x="378" y="362"/>
                    <a:pt x="378" y="362"/>
                  </a:cubicBezTo>
                  <a:cubicBezTo>
                    <a:pt x="378" y="362"/>
                    <a:pt x="378" y="362"/>
                    <a:pt x="378" y="361"/>
                  </a:cubicBezTo>
                  <a:cubicBezTo>
                    <a:pt x="378" y="361"/>
                    <a:pt x="379" y="360"/>
                    <a:pt x="378" y="361"/>
                  </a:cubicBezTo>
                  <a:cubicBezTo>
                    <a:pt x="378" y="360"/>
                    <a:pt x="377" y="359"/>
                    <a:pt x="378" y="358"/>
                  </a:cubicBezTo>
                  <a:cubicBezTo>
                    <a:pt x="377" y="359"/>
                    <a:pt x="376" y="358"/>
                    <a:pt x="378" y="358"/>
                  </a:cubicBezTo>
                  <a:cubicBezTo>
                    <a:pt x="377" y="358"/>
                    <a:pt x="380" y="358"/>
                    <a:pt x="380" y="358"/>
                  </a:cubicBezTo>
                  <a:cubicBezTo>
                    <a:pt x="381" y="358"/>
                    <a:pt x="380" y="358"/>
                    <a:pt x="380" y="359"/>
                  </a:cubicBezTo>
                  <a:cubicBezTo>
                    <a:pt x="380" y="359"/>
                    <a:pt x="380" y="359"/>
                    <a:pt x="380" y="359"/>
                  </a:cubicBezTo>
                  <a:cubicBezTo>
                    <a:pt x="380" y="360"/>
                    <a:pt x="380" y="360"/>
                    <a:pt x="380" y="361"/>
                  </a:cubicBezTo>
                  <a:cubicBezTo>
                    <a:pt x="380" y="360"/>
                    <a:pt x="380" y="360"/>
                    <a:pt x="380" y="361"/>
                  </a:cubicBezTo>
                  <a:cubicBezTo>
                    <a:pt x="380" y="361"/>
                    <a:pt x="381" y="361"/>
                    <a:pt x="380" y="361"/>
                  </a:cubicBezTo>
                  <a:cubicBezTo>
                    <a:pt x="380" y="361"/>
                    <a:pt x="381" y="361"/>
                    <a:pt x="381" y="361"/>
                  </a:cubicBezTo>
                  <a:cubicBezTo>
                    <a:pt x="381" y="361"/>
                    <a:pt x="381" y="361"/>
                    <a:pt x="381" y="361"/>
                  </a:cubicBezTo>
                  <a:cubicBezTo>
                    <a:pt x="382" y="361"/>
                    <a:pt x="382" y="361"/>
                    <a:pt x="382" y="361"/>
                  </a:cubicBezTo>
                  <a:cubicBezTo>
                    <a:pt x="381" y="361"/>
                    <a:pt x="381" y="362"/>
                    <a:pt x="381" y="362"/>
                  </a:cubicBezTo>
                  <a:cubicBezTo>
                    <a:pt x="381" y="362"/>
                    <a:pt x="379" y="363"/>
                    <a:pt x="379" y="363"/>
                  </a:cubicBezTo>
                  <a:cubicBezTo>
                    <a:pt x="380" y="363"/>
                    <a:pt x="381" y="362"/>
                    <a:pt x="382" y="363"/>
                  </a:cubicBezTo>
                  <a:cubicBezTo>
                    <a:pt x="382" y="363"/>
                    <a:pt x="381" y="364"/>
                    <a:pt x="380" y="365"/>
                  </a:cubicBezTo>
                  <a:cubicBezTo>
                    <a:pt x="381" y="365"/>
                    <a:pt x="382" y="363"/>
                    <a:pt x="383" y="363"/>
                  </a:cubicBezTo>
                  <a:cubicBezTo>
                    <a:pt x="384" y="364"/>
                    <a:pt x="383" y="364"/>
                    <a:pt x="383" y="364"/>
                  </a:cubicBezTo>
                  <a:cubicBezTo>
                    <a:pt x="384" y="365"/>
                    <a:pt x="384" y="365"/>
                    <a:pt x="384" y="365"/>
                  </a:cubicBezTo>
                  <a:cubicBezTo>
                    <a:pt x="385" y="365"/>
                    <a:pt x="386" y="366"/>
                    <a:pt x="387" y="366"/>
                  </a:cubicBezTo>
                  <a:cubicBezTo>
                    <a:pt x="388" y="367"/>
                    <a:pt x="388" y="365"/>
                    <a:pt x="389" y="364"/>
                  </a:cubicBezTo>
                  <a:cubicBezTo>
                    <a:pt x="389" y="364"/>
                    <a:pt x="389" y="364"/>
                    <a:pt x="388" y="363"/>
                  </a:cubicBezTo>
                  <a:cubicBezTo>
                    <a:pt x="388" y="363"/>
                    <a:pt x="389" y="362"/>
                    <a:pt x="389" y="362"/>
                  </a:cubicBezTo>
                  <a:cubicBezTo>
                    <a:pt x="390" y="362"/>
                    <a:pt x="391" y="362"/>
                    <a:pt x="390" y="363"/>
                  </a:cubicBezTo>
                  <a:cubicBezTo>
                    <a:pt x="391" y="362"/>
                    <a:pt x="390" y="363"/>
                    <a:pt x="390" y="363"/>
                  </a:cubicBezTo>
                  <a:cubicBezTo>
                    <a:pt x="391" y="363"/>
                    <a:pt x="392" y="363"/>
                    <a:pt x="392" y="363"/>
                  </a:cubicBezTo>
                  <a:cubicBezTo>
                    <a:pt x="392" y="363"/>
                    <a:pt x="393" y="362"/>
                    <a:pt x="393" y="362"/>
                  </a:cubicBezTo>
                  <a:cubicBezTo>
                    <a:pt x="392" y="362"/>
                    <a:pt x="392" y="363"/>
                    <a:pt x="392" y="362"/>
                  </a:cubicBezTo>
                  <a:cubicBezTo>
                    <a:pt x="392" y="362"/>
                    <a:pt x="392" y="361"/>
                    <a:pt x="392" y="361"/>
                  </a:cubicBezTo>
                  <a:cubicBezTo>
                    <a:pt x="391" y="361"/>
                    <a:pt x="391" y="361"/>
                    <a:pt x="391" y="361"/>
                  </a:cubicBezTo>
                  <a:cubicBezTo>
                    <a:pt x="391" y="361"/>
                    <a:pt x="391" y="361"/>
                    <a:pt x="391" y="360"/>
                  </a:cubicBezTo>
                  <a:cubicBezTo>
                    <a:pt x="391" y="360"/>
                    <a:pt x="390" y="360"/>
                    <a:pt x="390" y="359"/>
                  </a:cubicBezTo>
                  <a:cubicBezTo>
                    <a:pt x="390" y="359"/>
                    <a:pt x="391" y="359"/>
                    <a:pt x="391" y="359"/>
                  </a:cubicBezTo>
                  <a:cubicBezTo>
                    <a:pt x="391" y="359"/>
                    <a:pt x="391" y="358"/>
                    <a:pt x="390" y="358"/>
                  </a:cubicBezTo>
                  <a:cubicBezTo>
                    <a:pt x="390" y="358"/>
                    <a:pt x="391" y="358"/>
                    <a:pt x="391" y="357"/>
                  </a:cubicBezTo>
                  <a:cubicBezTo>
                    <a:pt x="392" y="357"/>
                    <a:pt x="392" y="356"/>
                    <a:pt x="391" y="356"/>
                  </a:cubicBezTo>
                  <a:cubicBezTo>
                    <a:pt x="390" y="356"/>
                    <a:pt x="391" y="357"/>
                    <a:pt x="390" y="357"/>
                  </a:cubicBezTo>
                  <a:cubicBezTo>
                    <a:pt x="389" y="357"/>
                    <a:pt x="390" y="356"/>
                    <a:pt x="390" y="356"/>
                  </a:cubicBezTo>
                  <a:cubicBezTo>
                    <a:pt x="390" y="356"/>
                    <a:pt x="389" y="356"/>
                    <a:pt x="389" y="356"/>
                  </a:cubicBezTo>
                  <a:cubicBezTo>
                    <a:pt x="389" y="356"/>
                    <a:pt x="389" y="355"/>
                    <a:pt x="390" y="355"/>
                  </a:cubicBezTo>
                  <a:cubicBezTo>
                    <a:pt x="390" y="355"/>
                    <a:pt x="390" y="354"/>
                    <a:pt x="390" y="354"/>
                  </a:cubicBezTo>
                  <a:cubicBezTo>
                    <a:pt x="390" y="354"/>
                    <a:pt x="389" y="355"/>
                    <a:pt x="389" y="354"/>
                  </a:cubicBezTo>
                  <a:cubicBezTo>
                    <a:pt x="389" y="354"/>
                    <a:pt x="389" y="354"/>
                    <a:pt x="389" y="354"/>
                  </a:cubicBezTo>
                  <a:cubicBezTo>
                    <a:pt x="389" y="353"/>
                    <a:pt x="389" y="354"/>
                    <a:pt x="389" y="353"/>
                  </a:cubicBezTo>
                  <a:cubicBezTo>
                    <a:pt x="389" y="353"/>
                    <a:pt x="388" y="353"/>
                    <a:pt x="388" y="353"/>
                  </a:cubicBezTo>
                  <a:cubicBezTo>
                    <a:pt x="388" y="352"/>
                    <a:pt x="389" y="352"/>
                    <a:pt x="389" y="352"/>
                  </a:cubicBezTo>
                  <a:cubicBezTo>
                    <a:pt x="388" y="352"/>
                    <a:pt x="388" y="351"/>
                    <a:pt x="389" y="351"/>
                  </a:cubicBezTo>
                  <a:cubicBezTo>
                    <a:pt x="388" y="351"/>
                    <a:pt x="388" y="350"/>
                    <a:pt x="388" y="351"/>
                  </a:cubicBezTo>
                  <a:cubicBezTo>
                    <a:pt x="388" y="351"/>
                    <a:pt x="388" y="350"/>
                    <a:pt x="388" y="350"/>
                  </a:cubicBezTo>
                  <a:cubicBezTo>
                    <a:pt x="388" y="350"/>
                    <a:pt x="385" y="350"/>
                    <a:pt x="385" y="350"/>
                  </a:cubicBezTo>
                  <a:cubicBezTo>
                    <a:pt x="385" y="350"/>
                    <a:pt x="385" y="350"/>
                    <a:pt x="385" y="350"/>
                  </a:cubicBezTo>
                  <a:cubicBezTo>
                    <a:pt x="385" y="350"/>
                    <a:pt x="385" y="350"/>
                    <a:pt x="384" y="350"/>
                  </a:cubicBezTo>
                  <a:cubicBezTo>
                    <a:pt x="384" y="350"/>
                    <a:pt x="385" y="350"/>
                    <a:pt x="385" y="350"/>
                  </a:cubicBezTo>
                  <a:cubicBezTo>
                    <a:pt x="385" y="350"/>
                    <a:pt x="384" y="350"/>
                    <a:pt x="384" y="350"/>
                  </a:cubicBezTo>
                  <a:cubicBezTo>
                    <a:pt x="384" y="350"/>
                    <a:pt x="383" y="350"/>
                    <a:pt x="383" y="350"/>
                  </a:cubicBezTo>
                  <a:cubicBezTo>
                    <a:pt x="383" y="350"/>
                    <a:pt x="382" y="350"/>
                    <a:pt x="382" y="350"/>
                  </a:cubicBezTo>
                  <a:cubicBezTo>
                    <a:pt x="382" y="350"/>
                    <a:pt x="382" y="350"/>
                    <a:pt x="382" y="350"/>
                  </a:cubicBezTo>
                  <a:cubicBezTo>
                    <a:pt x="382" y="350"/>
                    <a:pt x="381" y="350"/>
                    <a:pt x="381" y="350"/>
                  </a:cubicBezTo>
                  <a:cubicBezTo>
                    <a:pt x="381" y="350"/>
                    <a:pt x="381" y="350"/>
                    <a:pt x="382" y="350"/>
                  </a:cubicBezTo>
                  <a:cubicBezTo>
                    <a:pt x="381" y="350"/>
                    <a:pt x="381" y="350"/>
                    <a:pt x="381" y="350"/>
                  </a:cubicBezTo>
                  <a:cubicBezTo>
                    <a:pt x="381" y="349"/>
                    <a:pt x="382" y="349"/>
                    <a:pt x="382" y="349"/>
                  </a:cubicBezTo>
                  <a:cubicBezTo>
                    <a:pt x="382" y="349"/>
                    <a:pt x="381" y="349"/>
                    <a:pt x="381" y="350"/>
                  </a:cubicBezTo>
                  <a:cubicBezTo>
                    <a:pt x="381" y="349"/>
                    <a:pt x="382" y="349"/>
                    <a:pt x="382" y="349"/>
                  </a:cubicBezTo>
                  <a:cubicBezTo>
                    <a:pt x="382" y="348"/>
                    <a:pt x="381" y="349"/>
                    <a:pt x="381" y="349"/>
                  </a:cubicBezTo>
                  <a:cubicBezTo>
                    <a:pt x="381" y="349"/>
                    <a:pt x="381" y="349"/>
                    <a:pt x="380" y="349"/>
                  </a:cubicBezTo>
                  <a:cubicBezTo>
                    <a:pt x="380" y="349"/>
                    <a:pt x="380" y="349"/>
                    <a:pt x="380" y="350"/>
                  </a:cubicBezTo>
                  <a:cubicBezTo>
                    <a:pt x="380" y="349"/>
                    <a:pt x="380" y="349"/>
                    <a:pt x="381" y="349"/>
                  </a:cubicBezTo>
                  <a:cubicBezTo>
                    <a:pt x="380" y="348"/>
                    <a:pt x="380" y="349"/>
                    <a:pt x="379" y="349"/>
                  </a:cubicBezTo>
                  <a:cubicBezTo>
                    <a:pt x="379" y="349"/>
                    <a:pt x="378" y="348"/>
                    <a:pt x="378" y="348"/>
                  </a:cubicBezTo>
                  <a:cubicBezTo>
                    <a:pt x="377" y="348"/>
                    <a:pt x="376" y="348"/>
                    <a:pt x="375" y="348"/>
                  </a:cubicBezTo>
                  <a:cubicBezTo>
                    <a:pt x="376" y="348"/>
                    <a:pt x="376" y="348"/>
                    <a:pt x="376" y="348"/>
                  </a:cubicBezTo>
                  <a:cubicBezTo>
                    <a:pt x="376" y="348"/>
                    <a:pt x="373" y="348"/>
                    <a:pt x="373" y="348"/>
                  </a:cubicBezTo>
                  <a:cubicBezTo>
                    <a:pt x="373" y="348"/>
                    <a:pt x="373" y="347"/>
                    <a:pt x="373" y="347"/>
                  </a:cubicBezTo>
                  <a:cubicBezTo>
                    <a:pt x="372" y="347"/>
                    <a:pt x="371" y="348"/>
                    <a:pt x="370" y="348"/>
                  </a:cubicBezTo>
                  <a:cubicBezTo>
                    <a:pt x="369" y="348"/>
                    <a:pt x="367" y="347"/>
                    <a:pt x="366" y="347"/>
                  </a:cubicBezTo>
                  <a:cubicBezTo>
                    <a:pt x="366" y="347"/>
                    <a:pt x="366" y="347"/>
                    <a:pt x="366" y="347"/>
                  </a:cubicBezTo>
                  <a:cubicBezTo>
                    <a:pt x="365" y="347"/>
                    <a:pt x="365" y="347"/>
                    <a:pt x="365" y="347"/>
                  </a:cubicBezTo>
                  <a:cubicBezTo>
                    <a:pt x="365" y="347"/>
                    <a:pt x="364" y="347"/>
                    <a:pt x="363" y="347"/>
                  </a:cubicBezTo>
                  <a:cubicBezTo>
                    <a:pt x="363" y="346"/>
                    <a:pt x="363" y="346"/>
                    <a:pt x="363" y="346"/>
                  </a:cubicBezTo>
                  <a:cubicBezTo>
                    <a:pt x="362" y="346"/>
                    <a:pt x="361" y="346"/>
                    <a:pt x="361" y="346"/>
                  </a:cubicBezTo>
                  <a:cubicBezTo>
                    <a:pt x="361" y="345"/>
                    <a:pt x="362" y="345"/>
                    <a:pt x="362" y="345"/>
                  </a:cubicBezTo>
                  <a:cubicBezTo>
                    <a:pt x="362" y="344"/>
                    <a:pt x="362" y="344"/>
                    <a:pt x="362" y="344"/>
                  </a:cubicBezTo>
                  <a:cubicBezTo>
                    <a:pt x="361" y="344"/>
                    <a:pt x="360" y="344"/>
                    <a:pt x="360" y="344"/>
                  </a:cubicBezTo>
                  <a:cubicBezTo>
                    <a:pt x="359" y="344"/>
                    <a:pt x="359" y="344"/>
                    <a:pt x="359" y="345"/>
                  </a:cubicBezTo>
                  <a:cubicBezTo>
                    <a:pt x="358" y="345"/>
                    <a:pt x="358" y="343"/>
                    <a:pt x="359" y="343"/>
                  </a:cubicBezTo>
                  <a:cubicBezTo>
                    <a:pt x="359" y="343"/>
                    <a:pt x="360" y="343"/>
                    <a:pt x="360" y="342"/>
                  </a:cubicBezTo>
                  <a:cubicBezTo>
                    <a:pt x="360" y="342"/>
                    <a:pt x="361" y="341"/>
                    <a:pt x="360" y="342"/>
                  </a:cubicBezTo>
                  <a:cubicBezTo>
                    <a:pt x="360" y="342"/>
                    <a:pt x="360" y="342"/>
                    <a:pt x="359" y="342"/>
                  </a:cubicBezTo>
                  <a:cubicBezTo>
                    <a:pt x="359" y="341"/>
                    <a:pt x="361" y="341"/>
                    <a:pt x="361" y="341"/>
                  </a:cubicBezTo>
                  <a:cubicBezTo>
                    <a:pt x="362" y="341"/>
                    <a:pt x="362" y="340"/>
                    <a:pt x="361" y="340"/>
                  </a:cubicBezTo>
                  <a:cubicBezTo>
                    <a:pt x="360" y="339"/>
                    <a:pt x="360" y="340"/>
                    <a:pt x="360" y="340"/>
                  </a:cubicBezTo>
                  <a:cubicBezTo>
                    <a:pt x="360" y="340"/>
                    <a:pt x="360" y="340"/>
                    <a:pt x="360" y="339"/>
                  </a:cubicBezTo>
                  <a:cubicBezTo>
                    <a:pt x="359" y="339"/>
                    <a:pt x="359" y="339"/>
                    <a:pt x="359" y="339"/>
                  </a:cubicBezTo>
                  <a:cubicBezTo>
                    <a:pt x="359" y="339"/>
                    <a:pt x="359" y="338"/>
                    <a:pt x="360" y="338"/>
                  </a:cubicBezTo>
                  <a:cubicBezTo>
                    <a:pt x="360" y="338"/>
                    <a:pt x="361" y="337"/>
                    <a:pt x="361" y="337"/>
                  </a:cubicBezTo>
                  <a:cubicBezTo>
                    <a:pt x="361" y="336"/>
                    <a:pt x="362" y="336"/>
                    <a:pt x="362" y="336"/>
                  </a:cubicBezTo>
                  <a:cubicBezTo>
                    <a:pt x="362" y="335"/>
                    <a:pt x="362" y="335"/>
                    <a:pt x="362" y="335"/>
                  </a:cubicBezTo>
                  <a:cubicBezTo>
                    <a:pt x="362" y="335"/>
                    <a:pt x="362" y="334"/>
                    <a:pt x="361" y="334"/>
                  </a:cubicBezTo>
                  <a:cubicBezTo>
                    <a:pt x="361" y="334"/>
                    <a:pt x="360" y="334"/>
                    <a:pt x="360" y="333"/>
                  </a:cubicBezTo>
                  <a:cubicBezTo>
                    <a:pt x="360" y="333"/>
                    <a:pt x="360" y="332"/>
                    <a:pt x="360" y="332"/>
                  </a:cubicBezTo>
                  <a:cubicBezTo>
                    <a:pt x="360" y="332"/>
                    <a:pt x="361" y="331"/>
                    <a:pt x="362" y="331"/>
                  </a:cubicBezTo>
                  <a:cubicBezTo>
                    <a:pt x="362" y="330"/>
                    <a:pt x="362" y="330"/>
                    <a:pt x="362" y="330"/>
                  </a:cubicBezTo>
                  <a:cubicBezTo>
                    <a:pt x="363" y="329"/>
                    <a:pt x="363" y="329"/>
                    <a:pt x="363" y="329"/>
                  </a:cubicBezTo>
                  <a:cubicBezTo>
                    <a:pt x="363" y="328"/>
                    <a:pt x="361" y="328"/>
                    <a:pt x="361" y="329"/>
                  </a:cubicBezTo>
                  <a:cubicBezTo>
                    <a:pt x="359" y="329"/>
                    <a:pt x="356" y="330"/>
                    <a:pt x="355" y="328"/>
                  </a:cubicBezTo>
                  <a:cubicBezTo>
                    <a:pt x="354" y="327"/>
                    <a:pt x="354" y="326"/>
                    <a:pt x="354" y="324"/>
                  </a:cubicBezTo>
                  <a:cubicBezTo>
                    <a:pt x="354" y="324"/>
                    <a:pt x="355" y="322"/>
                    <a:pt x="354" y="322"/>
                  </a:cubicBezTo>
                  <a:cubicBezTo>
                    <a:pt x="354" y="322"/>
                    <a:pt x="354" y="321"/>
                    <a:pt x="354" y="321"/>
                  </a:cubicBezTo>
                  <a:cubicBezTo>
                    <a:pt x="354" y="321"/>
                    <a:pt x="354" y="321"/>
                    <a:pt x="354" y="321"/>
                  </a:cubicBezTo>
                  <a:cubicBezTo>
                    <a:pt x="354" y="321"/>
                    <a:pt x="354" y="320"/>
                    <a:pt x="354" y="320"/>
                  </a:cubicBezTo>
                  <a:cubicBezTo>
                    <a:pt x="354" y="320"/>
                    <a:pt x="353" y="320"/>
                    <a:pt x="352" y="320"/>
                  </a:cubicBezTo>
                  <a:cubicBezTo>
                    <a:pt x="353" y="319"/>
                    <a:pt x="351" y="320"/>
                    <a:pt x="351" y="320"/>
                  </a:cubicBezTo>
                  <a:cubicBezTo>
                    <a:pt x="350" y="320"/>
                    <a:pt x="350" y="320"/>
                    <a:pt x="350" y="320"/>
                  </a:cubicBezTo>
                  <a:cubicBezTo>
                    <a:pt x="349" y="320"/>
                    <a:pt x="350" y="320"/>
                    <a:pt x="349" y="320"/>
                  </a:cubicBezTo>
                  <a:cubicBezTo>
                    <a:pt x="348" y="320"/>
                    <a:pt x="347" y="320"/>
                    <a:pt x="347" y="320"/>
                  </a:cubicBezTo>
                  <a:cubicBezTo>
                    <a:pt x="346" y="319"/>
                    <a:pt x="346" y="319"/>
                    <a:pt x="345" y="319"/>
                  </a:cubicBezTo>
                  <a:cubicBezTo>
                    <a:pt x="345" y="319"/>
                    <a:pt x="345" y="319"/>
                    <a:pt x="345" y="319"/>
                  </a:cubicBezTo>
                  <a:cubicBezTo>
                    <a:pt x="345" y="319"/>
                    <a:pt x="345" y="319"/>
                    <a:pt x="344" y="319"/>
                  </a:cubicBezTo>
                  <a:cubicBezTo>
                    <a:pt x="344" y="319"/>
                    <a:pt x="343" y="318"/>
                    <a:pt x="343" y="318"/>
                  </a:cubicBezTo>
                  <a:cubicBezTo>
                    <a:pt x="343" y="318"/>
                    <a:pt x="341" y="318"/>
                    <a:pt x="342" y="317"/>
                  </a:cubicBezTo>
                  <a:cubicBezTo>
                    <a:pt x="342" y="317"/>
                    <a:pt x="340" y="318"/>
                    <a:pt x="340" y="318"/>
                  </a:cubicBezTo>
                  <a:cubicBezTo>
                    <a:pt x="340" y="318"/>
                    <a:pt x="339" y="319"/>
                    <a:pt x="339" y="319"/>
                  </a:cubicBezTo>
                  <a:cubicBezTo>
                    <a:pt x="339" y="319"/>
                    <a:pt x="340" y="319"/>
                    <a:pt x="340" y="320"/>
                  </a:cubicBezTo>
                  <a:cubicBezTo>
                    <a:pt x="340" y="320"/>
                    <a:pt x="338" y="322"/>
                    <a:pt x="338" y="322"/>
                  </a:cubicBezTo>
                  <a:cubicBezTo>
                    <a:pt x="338" y="322"/>
                    <a:pt x="338" y="322"/>
                    <a:pt x="338" y="321"/>
                  </a:cubicBezTo>
                  <a:cubicBezTo>
                    <a:pt x="338" y="321"/>
                    <a:pt x="337" y="322"/>
                    <a:pt x="337" y="322"/>
                  </a:cubicBezTo>
                  <a:cubicBezTo>
                    <a:pt x="337" y="322"/>
                    <a:pt x="337" y="321"/>
                    <a:pt x="337" y="321"/>
                  </a:cubicBezTo>
                  <a:cubicBezTo>
                    <a:pt x="337" y="321"/>
                    <a:pt x="337" y="322"/>
                    <a:pt x="337" y="322"/>
                  </a:cubicBezTo>
                  <a:cubicBezTo>
                    <a:pt x="337" y="322"/>
                    <a:pt x="336" y="322"/>
                    <a:pt x="336" y="322"/>
                  </a:cubicBezTo>
                  <a:cubicBezTo>
                    <a:pt x="335" y="322"/>
                    <a:pt x="335" y="324"/>
                    <a:pt x="334" y="324"/>
                  </a:cubicBezTo>
                  <a:cubicBezTo>
                    <a:pt x="335" y="322"/>
                    <a:pt x="336" y="322"/>
                    <a:pt x="337" y="321"/>
                  </a:cubicBezTo>
                  <a:cubicBezTo>
                    <a:pt x="339" y="320"/>
                    <a:pt x="338" y="318"/>
                    <a:pt x="337" y="320"/>
                  </a:cubicBezTo>
                  <a:cubicBezTo>
                    <a:pt x="336" y="320"/>
                    <a:pt x="336" y="320"/>
                    <a:pt x="336" y="321"/>
                  </a:cubicBezTo>
                  <a:cubicBezTo>
                    <a:pt x="336" y="321"/>
                    <a:pt x="336" y="321"/>
                    <a:pt x="336" y="321"/>
                  </a:cubicBezTo>
                  <a:cubicBezTo>
                    <a:pt x="335" y="322"/>
                    <a:pt x="335" y="322"/>
                    <a:pt x="334" y="322"/>
                  </a:cubicBezTo>
                  <a:cubicBezTo>
                    <a:pt x="334" y="323"/>
                    <a:pt x="333" y="323"/>
                    <a:pt x="333" y="323"/>
                  </a:cubicBezTo>
                  <a:cubicBezTo>
                    <a:pt x="333" y="323"/>
                    <a:pt x="333" y="324"/>
                    <a:pt x="333" y="324"/>
                  </a:cubicBezTo>
                  <a:cubicBezTo>
                    <a:pt x="332" y="325"/>
                    <a:pt x="331" y="324"/>
                    <a:pt x="330" y="325"/>
                  </a:cubicBezTo>
                  <a:cubicBezTo>
                    <a:pt x="331" y="324"/>
                    <a:pt x="333" y="322"/>
                    <a:pt x="333" y="322"/>
                  </a:cubicBezTo>
                  <a:cubicBezTo>
                    <a:pt x="333" y="322"/>
                    <a:pt x="332" y="322"/>
                    <a:pt x="332" y="322"/>
                  </a:cubicBezTo>
                  <a:cubicBezTo>
                    <a:pt x="331" y="323"/>
                    <a:pt x="330" y="323"/>
                    <a:pt x="330" y="323"/>
                  </a:cubicBezTo>
                  <a:cubicBezTo>
                    <a:pt x="329" y="323"/>
                    <a:pt x="328" y="323"/>
                    <a:pt x="328" y="324"/>
                  </a:cubicBezTo>
                  <a:cubicBezTo>
                    <a:pt x="328" y="324"/>
                    <a:pt x="328" y="325"/>
                    <a:pt x="328" y="325"/>
                  </a:cubicBezTo>
                  <a:cubicBezTo>
                    <a:pt x="328" y="325"/>
                    <a:pt x="328" y="325"/>
                    <a:pt x="328" y="325"/>
                  </a:cubicBezTo>
                  <a:cubicBezTo>
                    <a:pt x="327" y="326"/>
                    <a:pt x="327" y="326"/>
                    <a:pt x="326" y="327"/>
                  </a:cubicBezTo>
                  <a:cubicBezTo>
                    <a:pt x="326" y="327"/>
                    <a:pt x="325" y="327"/>
                    <a:pt x="325" y="327"/>
                  </a:cubicBezTo>
                  <a:cubicBezTo>
                    <a:pt x="325" y="327"/>
                    <a:pt x="324" y="328"/>
                    <a:pt x="324" y="328"/>
                  </a:cubicBezTo>
                  <a:cubicBezTo>
                    <a:pt x="324" y="328"/>
                    <a:pt x="323" y="328"/>
                    <a:pt x="323" y="328"/>
                  </a:cubicBezTo>
                  <a:cubicBezTo>
                    <a:pt x="322" y="328"/>
                    <a:pt x="322" y="328"/>
                    <a:pt x="321" y="328"/>
                  </a:cubicBezTo>
                  <a:cubicBezTo>
                    <a:pt x="321" y="328"/>
                    <a:pt x="320" y="328"/>
                    <a:pt x="320" y="328"/>
                  </a:cubicBezTo>
                  <a:cubicBezTo>
                    <a:pt x="320" y="328"/>
                    <a:pt x="320" y="328"/>
                    <a:pt x="320" y="328"/>
                  </a:cubicBezTo>
                  <a:cubicBezTo>
                    <a:pt x="320" y="328"/>
                    <a:pt x="320" y="328"/>
                    <a:pt x="320" y="328"/>
                  </a:cubicBezTo>
                  <a:cubicBezTo>
                    <a:pt x="320" y="327"/>
                    <a:pt x="319" y="327"/>
                    <a:pt x="319" y="327"/>
                  </a:cubicBezTo>
                  <a:cubicBezTo>
                    <a:pt x="318" y="327"/>
                    <a:pt x="317" y="327"/>
                    <a:pt x="316" y="327"/>
                  </a:cubicBezTo>
                  <a:cubicBezTo>
                    <a:pt x="315" y="327"/>
                    <a:pt x="314" y="327"/>
                    <a:pt x="314" y="327"/>
                  </a:cubicBezTo>
                  <a:cubicBezTo>
                    <a:pt x="314" y="327"/>
                    <a:pt x="313" y="327"/>
                    <a:pt x="313" y="327"/>
                  </a:cubicBezTo>
                  <a:cubicBezTo>
                    <a:pt x="314" y="326"/>
                    <a:pt x="313" y="327"/>
                    <a:pt x="313" y="326"/>
                  </a:cubicBezTo>
                  <a:cubicBezTo>
                    <a:pt x="313" y="326"/>
                    <a:pt x="314" y="325"/>
                    <a:pt x="313" y="326"/>
                  </a:cubicBezTo>
                  <a:cubicBezTo>
                    <a:pt x="312" y="326"/>
                    <a:pt x="311" y="326"/>
                    <a:pt x="311" y="327"/>
                  </a:cubicBezTo>
                  <a:cubicBezTo>
                    <a:pt x="310" y="327"/>
                    <a:pt x="308" y="328"/>
                    <a:pt x="306" y="328"/>
                  </a:cubicBezTo>
                  <a:cubicBezTo>
                    <a:pt x="306" y="328"/>
                    <a:pt x="307" y="327"/>
                    <a:pt x="307" y="327"/>
                  </a:cubicBezTo>
                  <a:cubicBezTo>
                    <a:pt x="306" y="327"/>
                    <a:pt x="306" y="327"/>
                    <a:pt x="306" y="327"/>
                  </a:cubicBezTo>
                  <a:cubicBezTo>
                    <a:pt x="306" y="327"/>
                    <a:pt x="306" y="326"/>
                    <a:pt x="306" y="326"/>
                  </a:cubicBezTo>
                  <a:cubicBezTo>
                    <a:pt x="305" y="326"/>
                    <a:pt x="304" y="326"/>
                    <a:pt x="304" y="325"/>
                  </a:cubicBezTo>
                  <a:cubicBezTo>
                    <a:pt x="304" y="325"/>
                    <a:pt x="304" y="324"/>
                    <a:pt x="303" y="324"/>
                  </a:cubicBezTo>
                  <a:cubicBezTo>
                    <a:pt x="302" y="324"/>
                    <a:pt x="302" y="325"/>
                    <a:pt x="302" y="325"/>
                  </a:cubicBezTo>
                  <a:cubicBezTo>
                    <a:pt x="301" y="325"/>
                    <a:pt x="301" y="326"/>
                    <a:pt x="301" y="326"/>
                  </a:cubicBezTo>
                  <a:cubicBezTo>
                    <a:pt x="300" y="326"/>
                    <a:pt x="301" y="324"/>
                    <a:pt x="301" y="324"/>
                  </a:cubicBezTo>
                  <a:cubicBezTo>
                    <a:pt x="301" y="323"/>
                    <a:pt x="300" y="323"/>
                    <a:pt x="300" y="324"/>
                  </a:cubicBezTo>
                  <a:cubicBezTo>
                    <a:pt x="300" y="324"/>
                    <a:pt x="299" y="324"/>
                    <a:pt x="299" y="323"/>
                  </a:cubicBezTo>
                  <a:cubicBezTo>
                    <a:pt x="299" y="323"/>
                    <a:pt x="300" y="323"/>
                    <a:pt x="300" y="323"/>
                  </a:cubicBezTo>
                  <a:cubicBezTo>
                    <a:pt x="300" y="323"/>
                    <a:pt x="299" y="322"/>
                    <a:pt x="299" y="322"/>
                  </a:cubicBezTo>
                  <a:cubicBezTo>
                    <a:pt x="298" y="322"/>
                    <a:pt x="298" y="322"/>
                    <a:pt x="297" y="322"/>
                  </a:cubicBezTo>
                  <a:cubicBezTo>
                    <a:pt x="296" y="322"/>
                    <a:pt x="296" y="321"/>
                    <a:pt x="295" y="322"/>
                  </a:cubicBezTo>
                  <a:cubicBezTo>
                    <a:pt x="294" y="322"/>
                    <a:pt x="294" y="322"/>
                    <a:pt x="293" y="322"/>
                  </a:cubicBezTo>
                  <a:cubicBezTo>
                    <a:pt x="293" y="323"/>
                    <a:pt x="290" y="323"/>
                    <a:pt x="290" y="322"/>
                  </a:cubicBezTo>
                  <a:cubicBezTo>
                    <a:pt x="291" y="321"/>
                    <a:pt x="288" y="321"/>
                    <a:pt x="288" y="321"/>
                  </a:cubicBezTo>
                  <a:cubicBezTo>
                    <a:pt x="287" y="321"/>
                    <a:pt x="287" y="321"/>
                    <a:pt x="287" y="321"/>
                  </a:cubicBezTo>
                  <a:cubicBezTo>
                    <a:pt x="286" y="321"/>
                    <a:pt x="285" y="321"/>
                    <a:pt x="285" y="321"/>
                  </a:cubicBezTo>
                  <a:cubicBezTo>
                    <a:pt x="284" y="320"/>
                    <a:pt x="284" y="320"/>
                    <a:pt x="284" y="319"/>
                  </a:cubicBezTo>
                  <a:cubicBezTo>
                    <a:pt x="285" y="318"/>
                    <a:pt x="285" y="318"/>
                    <a:pt x="285" y="317"/>
                  </a:cubicBezTo>
                  <a:cubicBezTo>
                    <a:pt x="285" y="316"/>
                    <a:pt x="287" y="314"/>
                    <a:pt x="285" y="314"/>
                  </a:cubicBezTo>
                  <a:cubicBezTo>
                    <a:pt x="285" y="314"/>
                    <a:pt x="284" y="314"/>
                    <a:pt x="284" y="314"/>
                  </a:cubicBezTo>
                  <a:cubicBezTo>
                    <a:pt x="283" y="314"/>
                    <a:pt x="283" y="315"/>
                    <a:pt x="283" y="315"/>
                  </a:cubicBezTo>
                  <a:cubicBezTo>
                    <a:pt x="282" y="316"/>
                    <a:pt x="282" y="318"/>
                    <a:pt x="281" y="318"/>
                  </a:cubicBezTo>
                  <a:cubicBezTo>
                    <a:pt x="279" y="318"/>
                    <a:pt x="278" y="318"/>
                    <a:pt x="276" y="318"/>
                  </a:cubicBezTo>
                  <a:cubicBezTo>
                    <a:pt x="275" y="318"/>
                    <a:pt x="273" y="318"/>
                    <a:pt x="271" y="318"/>
                  </a:cubicBezTo>
                  <a:cubicBezTo>
                    <a:pt x="269" y="318"/>
                    <a:pt x="266" y="318"/>
                    <a:pt x="264" y="318"/>
                  </a:cubicBezTo>
                  <a:cubicBezTo>
                    <a:pt x="255" y="318"/>
                    <a:pt x="247" y="318"/>
                    <a:pt x="238" y="318"/>
                  </a:cubicBezTo>
                  <a:cubicBezTo>
                    <a:pt x="205" y="318"/>
                    <a:pt x="171" y="318"/>
                    <a:pt x="137" y="318"/>
                  </a:cubicBezTo>
                  <a:cubicBezTo>
                    <a:pt x="121" y="318"/>
                    <a:pt x="104" y="318"/>
                    <a:pt x="87" y="318"/>
                  </a:cubicBezTo>
                  <a:cubicBezTo>
                    <a:pt x="79" y="318"/>
                    <a:pt x="71" y="318"/>
                    <a:pt x="63" y="318"/>
                  </a:cubicBezTo>
                  <a:cubicBezTo>
                    <a:pt x="58" y="318"/>
                    <a:pt x="54" y="318"/>
                    <a:pt x="50" y="318"/>
                  </a:cubicBezTo>
                  <a:cubicBezTo>
                    <a:pt x="49" y="318"/>
                    <a:pt x="48" y="318"/>
                    <a:pt x="47" y="317"/>
                  </a:cubicBezTo>
                  <a:cubicBezTo>
                    <a:pt x="46" y="317"/>
                    <a:pt x="47" y="317"/>
                    <a:pt x="47" y="317"/>
                  </a:cubicBezTo>
                  <a:cubicBezTo>
                    <a:pt x="47" y="316"/>
                    <a:pt x="44" y="318"/>
                    <a:pt x="44" y="318"/>
                  </a:cubicBezTo>
                  <a:cubicBezTo>
                    <a:pt x="44" y="317"/>
                    <a:pt x="44" y="317"/>
                    <a:pt x="45" y="317"/>
                  </a:cubicBezTo>
                  <a:cubicBezTo>
                    <a:pt x="45" y="317"/>
                    <a:pt x="46" y="316"/>
                    <a:pt x="46" y="316"/>
                  </a:cubicBezTo>
                  <a:cubicBezTo>
                    <a:pt x="46" y="316"/>
                    <a:pt x="45" y="317"/>
                    <a:pt x="44" y="316"/>
                  </a:cubicBezTo>
                  <a:cubicBezTo>
                    <a:pt x="44" y="316"/>
                    <a:pt x="45" y="315"/>
                    <a:pt x="46" y="315"/>
                  </a:cubicBezTo>
                  <a:cubicBezTo>
                    <a:pt x="45" y="315"/>
                    <a:pt x="45" y="315"/>
                    <a:pt x="45" y="315"/>
                  </a:cubicBezTo>
                  <a:cubicBezTo>
                    <a:pt x="46" y="315"/>
                    <a:pt x="46" y="314"/>
                    <a:pt x="46" y="314"/>
                  </a:cubicBezTo>
                  <a:cubicBezTo>
                    <a:pt x="47" y="314"/>
                    <a:pt x="47" y="315"/>
                    <a:pt x="48" y="314"/>
                  </a:cubicBezTo>
                  <a:cubicBezTo>
                    <a:pt x="49" y="314"/>
                    <a:pt x="50" y="313"/>
                    <a:pt x="50" y="313"/>
                  </a:cubicBezTo>
                  <a:cubicBezTo>
                    <a:pt x="49" y="313"/>
                    <a:pt x="49" y="314"/>
                    <a:pt x="48" y="314"/>
                  </a:cubicBezTo>
                  <a:cubicBezTo>
                    <a:pt x="47" y="315"/>
                    <a:pt x="46" y="314"/>
                    <a:pt x="45" y="314"/>
                  </a:cubicBezTo>
                  <a:cubicBezTo>
                    <a:pt x="46" y="313"/>
                    <a:pt x="46" y="313"/>
                    <a:pt x="47" y="313"/>
                  </a:cubicBezTo>
                  <a:cubicBezTo>
                    <a:pt x="47" y="312"/>
                    <a:pt x="47" y="312"/>
                    <a:pt x="47" y="312"/>
                  </a:cubicBezTo>
                  <a:cubicBezTo>
                    <a:pt x="48" y="311"/>
                    <a:pt x="49" y="311"/>
                    <a:pt x="49" y="310"/>
                  </a:cubicBezTo>
                  <a:cubicBezTo>
                    <a:pt x="49" y="310"/>
                    <a:pt x="48" y="310"/>
                    <a:pt x="48" y="311"/>
                  </a:cubicBezTo>
                  <a:cubicBezTo>
                    <a:pt x="48" y="311"/>
                    <a:pt x="48" y="311"/>
                    <a:pt x="47" y="311"/>
                  </a:cubicBezTo>
                  <a:cubicBezTo>
                    <a:pt x="46" y="312"/>
                    <a:pt x="46" y="312"/>
                    <a:pt x="45" y="312"/>
                  </a:cubicBezTo>
                  <a:cubicBezTo>
                    <a:pt x="44" y="312"/>
                    <a:pt x="44" y="314"/>
                    <a:pt x="43" y="313"/>
                  </a:cubicBezTo>
                  <a:cubicBezTo>
                    <a:pt x="43" y="313"/>
                    <a:pt x="43" y="313"/>
                    <a:pt x="42" y="313"/>
                  </a:cubicBezTo>
                  <a:cubicBezTo>
                    <a:pt x="42" y="313"/>
                    <a:pt x="42" y="313"/>
                    <a:pt x="42" y="313"/>
                  </a:cubicBezTo>
                  <a:cubicBezTo>
                    <a:pt x="40" y="312"/>
                    <a:pt x="41" y="310"/>
                    <a:pt x="42" y="310"/>
                  </a:cubicBezTo>
                  <a:cubicBezTo>
                    <a:pt x="44" y="309"/>
                    <a:pt x="42" y="312"/>
                    <a:pt x="43" y="312"/>
                  </a:cubicBezTo>
                  <a:cubicBezTo>
                    <a:pt x="43" y="312"/>
                    <a:pt x="44" y="311"/>
                    <a:pt x="44" y="311"/>
                  </a:cubicBezTo>
                  <a:cubicBezTo>
                    <a:pt x="45" y="311"/>
                    <a:pt x="46" y="311"/>
                    <a:pt x="46" y="310"/>
                  </a:cubicBezTo>
                  <a:cubicBezTo>
                    <a:pt x="45" y="310"/>
                    <a:pt x="43" y="311"/>
                    <a:pt x="43" y="310"/>
                  </a:cubicBezTo>
                  <a:cubicBezTo>
                    <a:pt x="43" y="310"/>
                    <a:pt x="43" y="309"/>
                    <a:pt x="44" y="309"/>
                  </a:cubicBezTo>
                  <a:cubicBezTo>
                    <a:pt x="44" y="309"/>
                    <a:pt x="44" y="309"/>
                    <a:pt x="45" y="308"/>
                  </a:cubicBezTo>
                  <a:cubicBezTo>
                    <a:pt x="45" y="308"/>
                    <a:pt x="44" y="307"/>
                    <a:pt x="45" y="307"/>
                  </a:cubicBezTo>
                  <a:cubicBezTo>
                    <a:pt x="45" y="307"/>
                    <a:pt x="45" y="307"/>
                    <a:pt x="45" y="307"/>
                  </a:cubicBezTo>
                  <a:cubicBezTo>
                    <a:pt x="46" y="307"/>
                    <a:pt x="47" y="306"/>
                    <a:pt x="47" y="306"/>
                  </a:cubicBezTo>
                  <a:cubicBezTo>
                    <a:pt x="48" y="305"/>
                    <a:pt x="46" y="305"/>
                    <a:pt x="46" y="305"/>
                  </a:cubicBezTo>
                  <a:cubicBezTo>
                    <a:pt x="46" y="305"/>
                    <a:pt x="47" y="305"/>
                    <a:pt x="47" y="306"/>
                  </a:cubicBezTo>
                  <a:cubicBezTo>
                    <a:pt x="47" y="306"/>
                    <a:pt x="46" y="306"/>
                    <a:pt x="45" y="306"/>
                  </a:cubicBezTo>
                  <a:cubicBezTo>
                    <a:pt x="45" y="307"/>
                    <a:pt x="44" y="307"/>
                    <a:pt x="44" y="307"/>
                  </a:cubicBezTo>
                  <a:cubicBezTo>
                    <a:pt x="44" y="308"/>
                    <a:pt x="44" y="308"/>
                    <a:pt x="44" y="309"/>
                  </a:cubicBezTo>
                  <a:cubicBezTo>
                    <a:pt x="43" y="310"/>
                    <a:pt x="43" y="308"/>
                    <a:pt x="44" y="308"/>
                  </a:cubicBezTo>
                  <a:cubicBezTo>
                    <a:pt x="43" y="308"/>
                    <a:pt x="43" y="308"/>
                    <a:pt x="42" y="309"/>
                  </a:cubicBezTo>
                  <a:cubicBezTo>
                    <a:pt x="42" y="309"/>
                    <a:pt x="41" y="309"/>
                    <a:pt x="41" y="309"/>
                  </a:cubicBezTo>
                  <a:cubicBezTo>
                    <a:pt x="40" y="309"/>
                    <a:pt x="40" y="310"/>
                    <a:pt x="40" y="309"/>
                  </a:cubicBezTo>
                  <a:cubicBezTo>
                    <a:pt x="40" y="309"/>
                    <a:pt x="39" y="309"/>
                    <a:pt x="39" y="309"/>
                  </a:cubicBezTo>
                  <a:cubicBezTo>
                    <a:pt x="38" y="309"/>
                    <a:pt x="39" y="309"/>
                    <a:pt x="39" y="308"/>
                  </a:cubicBezTo>
                  <a:cubicBezTo>
                    <a:pt x="38" y="308"/>
                    <a:pt x="38" y="307"/>
                    <a:pt x="38" y="307"/>
                  </a:cubicBezTo>
                  <a:cubicBezTo>
                    <a:pt x="38" y="306"/>
                    <a:pt x="38" y="306"/>
                    <a:pt x="39" y="307"/>
                  </a:cubicBezTo>
                  <a:cubicBezTo>
                    <a:pt x="39" y="306"/>
                    <a:pt x="40" y="306"/>
                    <a:pt x="41" y="305"/>
                  </a:cubicBezTo>
                  <a:cubicBezTo>
                    <a:pt x="41" y="305"/>
                    <a:pt x="42" y="304"/>
                    <a:pt x="41" y="303"/>
                  </a:cubicBezTo>
                  <a:cubicBezTo>
                    <a:pt x="41" y="303"/>
                    <a:pt x="42" y="303"/>
                    <a:pt x="42" y="303"/>
                  </a:cubicBezTo>
                  <a:cubicBezTo>
                    <a:pt x="42" y="303"/>
                    <a:pt x="43" y="303"/>
                    <a:pt x="43" y="303"/>
                  </a:cubicBezTo>
                  <a:cubicBezTo>
                    <a:pt x="44" y="303"/>
                    <a:pt x="45" y="302"/>
                    <a:pt x="46" y="302"/>
                  </a:cubicBezTo>
                  <a:cubicBezTo>
                    <a:pt x="45" y="301"/>
                    <a:pt x="44" y="302"/>
                    <a:pt x="44" y="302"/>
                  </a:cubicBezTo>
                  <a:cubicBezTo>
                    <a:pt x="43" y="302"/>
                    <a:pt x="43" y="302"/>
                    <a:pt x="42" y="302"/>
                  </a:cubicBezTo>
                  <a:cubicBezTo>
                    <a:pt x="41" y="303"/>
                    <a:pt x="41" y="304"/>
                    <a:pt x="40" y="304"/>
                  </a:cubicBezTo>
                  <a:cubicBezTo>
                    <a:pt x="38" y="304"/>
                    <a:pt x="40" y="302"/>
                    <a:pt x="40" y="302"/>
                  </a:cubicBezTo>
                  <a:cubicBezTo>
                    <a:pt x="40" y="302"/>
                    <a:pt x="38" y="304"/>
                    <a:pt x="38" y="303"/>
                  </a:cubicBezTo>
                  <a:cubicBezTo>
                    <a:pt x="38" y="303"/>
                    <a:pt x="39" y="303"/>
                    <a:pt x="39" y="302"/>
                  </a:cubicBezTo>
                  <a:cubicBezTo>
                    <a:pt x="39" y="302"/>
                    <a:pt x="40" y="302"/>
                    <a:pt x="40" y="302"/>
                  </a:cubicBezTo>
                  <a:cubicBezTo>
                    <a:pt x="41" y="301"/>
                    <a:pt x="42" y="300"/>
                    <a:pt x="43" y="300"/>
                  </a:cubicBezTo>
                  <a:cubicBezTo>
                    <a:pt x="43" y="299"/>
                    <a:pt x="43" y="299"/>
                    <a:pt x="44" y="298"/>
                  </a:cubicBezTo>
                  <a:cubicBezTo>
                    <a:pt x="44" y="298"/>
                    <a:pt x="45" y="298"/>
                    <a:pt x="45" y="298"/>
                  </a:cubicBezTo>
                  <a:cubicBezTo>
                    <a:pt x="45" y="297"/>
                    <a:pt x="45" y="297"/>
                    <a:pt x="45" y="297"/>
                  </a:cubicBezTo>
                  <a:cubicBezTo>
                    <a:pt x="44" y="297"/>
                    <a:pt x="44" y="298"/>
                    <a:pt x="44" y="298"/>
                  </a:cubicBezTo>
                  <a:cubicBezTo>
                    <a:pt x="43" y="298"/>
                    <a:pt x="43" y="298"/>
                    <a:pt x="43" y="298"/>
                  </a:cubicBezTo>
                  <a:cubicBezTo>
                    <a:pt x="43" y="299"/>
                    <a:pt x="43" y="299"/>
                    <a:pt x="43" y="299"/>
                  </a:cubicBezTo>
                  <a:cubicBezTo>
                    <a:pt x="42" y="300"/>
                    <a:pt x="42" y="300"/>
                    <a:pt x="42" y="300"/>
                  </a:cubicBezTo>
                  <a:cubicBezTo>
                    <a:pt x="41" y="301"/>
                    <a:pt x="40" y="301"/>
                    <a:pt x="39" y="302"/>
                  </a:cubicBezTo>
                  <a:cubicBezTo>
                    <a:pt x="38" y="302"/>
                    <a:pt x="37" y="303"/>
                    <a:pt x="38" y="302"/>
                  </a:cubicBezTo>
                  <a:cubicBezTo>
                    <a:pt x="38" y="302"/>
                    <a:pt x="37" y="302"/>
                    <a:pt x="37" y="302"/>
                  </a:cubicBezTo>
                  <a:cubicBezTo>
                    <a:pt x="37" y="302"/>
                    <a:pt x="37" y="301"/>
                    <a:pt x="37" y="301"/>
                  </a:cubicBezTo>
                  <a:cubicBezTo>
                    <a:pt x="37" y="301"/>
                    <a:pt x="37" y="302"/>
                    <a:pt x="36" y="302"/>
                  </a:cubicBezTo>
                  <a:cubicBezTo>
                    <a:pt x="36" y="302"/>
                    <a:pt x="35" y="302"/>
                    <a:pt x="35" y="302"/>
                  </a:cubicBezTo>
                  <a:cubicBezTo>
                    <a:pt x="35" y="302"/>
                    <a:pt x="36" y="301"/>
                    <a:pt x="36" y="301"/>
                  </a:cubicBezTo>
                  <a:cubicBezTo>
                    <a:pt x="37" y="300"/>
                    <a:pt x="37" y="300"/>
                    <a:pt x="38" y="299"/>
                  </a:cubicBezTo>
                  <a:cubicBezTo>
                    <a:pt x="37" y="299"/>
                    <a:pt x="36" y="301"/>
                    <a:pt x="35" y="301"/>
                  </a:cubicBezTo>
                  <a:cubicBezTo>
                    <a:pt x="35" y="302"/>
                    <a:pt x="34" y="302"/>
                    <a:pt x="34" y="302"/>
                  </a:cubicBezTo>
                  <a:cubicBezTo>
                    <a:pt x="33" y="302"/>
                    <a:pt x="34" y="301"/>
                    <a:pt x="34" y="301"/>
                  </a:cubicBezTo>
                  <a:cubicBezTo>
                    <a:pt x="33" y="301"/>
                    <a:pt x="33" y="302"/>
                    <a:pt x="32" y="302"/>
                  </a:cubicBezTo>
                  <a:cubicBezTo>
                    <a:pt x="32" y="302"/>
                    <a:pt x="31" y="302"/>
                    <a:pt x="31" y="302"/>
                  </a:cubicBezTo>
                  <a:cubicBezTo>
                    <a:pt x="31" y="302"/>
                    <a:pt x="29" y="301"/>
                    <a:pt x="30" y="301"/>
                  </a:cubicBezTo>
                  <a:cubicBezTo>
                    <a:pt x="30" y="301"/>
                    <a:pt x="30" y="301"/>
                    <a:pt x="30" y="301"/>
                  </a:cubicBezTo>
                  <a:cubicBezTo>
                    <a:pt x="31" y="301"/>
                    <a:pt x="31" y="301"/>
                    <a:pt x="31" y="301"/>
                  </a:cubicBezTo>
                  <a:cubicBezTo>
                    <a:pt x="31" y="301"/>
                    <a:pt x="31" y="301"/>
                    <a:pt x="31" y="301"/>
                  </a:cubicBezTo>
                  <a:cubicBezTo>
                    <a:pt x="32" y="301"/>
                    <a:pt x="33" y="300"/>
                    <a:pt x="33" y="300"/>
                  </a:cubicBezTo>
                  <a:cubicBezTo>
                    <a:pt x="33" y="300"/>
                    <a:pt x="31" y="301"/>
                    <a:pt x="31" y="301"/>
                  </a:cubicBezTo>
                  <a:cubicBezTo>
                    <a:pt x="30" y="301"/>
                    <a:pt x="31" y="300"/>
                    <a:pt x="31" y="300"/>
                  </a:cubicBezTo>
                  <a:cubicBezTo>
                    <a:pt x="32" y="300"/>
                    <a:pt x="33" y="300"/>
                    <a:pt x="34" y="300"/>
                  </a:cubicBezTo>
                  <a:cubicBezTo>
                    <a:pt x="35" y="300"/>
                    <a:pt x="35" y="300"/>
                    <a:pt x="36" y="300"/>
                  </a:cubicBezTo>
                  <a:cubicBezTo>
                    <a:pt x="36" y="299"/>
                    <a:pt x="36" y="299"/>
                    <a:pt x="37" y="299"/>
                  </a:cubicBezTo>
                  <a:cubicBezTo>
                    <a:pt x="37" y="299"/>
                    <a:pt x="37" y="299"/>
                    <a:pt x="37" y="299"/>
                  </a:cubicBezTo>
                  <a:cubicBezTo>
                    <a:pt x="38" y="298"/>
                    <a:pt x="38" y="298"/>
                    <a:pt x="38" y="298"/>
                  </a:cubicBezTo>
                  <a:cubicBezTo>
                    <a:pt x="39" y="298"/>
                    <a:pt x="40" y="295"/>
                    <a:pt x="40" y="295"/>
                  </a:cubicBezTo>
                  <a:cubicBezTo>
                    <a:pt x="39" y="295"/>
                    <a:pt x="39" y="297"/>
                    <a:pt x="39" y="297"/>
                  </a:cubicBezTo>
                  <a:cubicBezTo>
                    <a:pt x="39" y="297"/>
                    <a:pt x="38" y="297"/>
                    <a:pt x="38" y="298"/>
                  </a:cubicBezTo>
                  <a:cubicBezTo>
                    <a:pt x="37" y="298"/>
                    <a:pt x="37" y="298"/>
                    <a:pt x="37" y="298"/>
                  </a:cubicBezTo>
                  <a:cubicBezTo>
                    <a:pt x="37" y="299"/>
                    <a:pt x="36" y="299"/>
                    <a:pt x="36" y="299"/>
                  </a:cubicBezTo>
                  <a:cubicBezTo>
                    <a:pt x="36" y="299"/>
                    <a:pt x="34" y="300"/>
                    <a:pt x="34" y="300"/>
                  </a:cubicBezTo>
                  <a:cubicBezTo>
                    <a:pt x="33" y="299"/>
                    <a:pt x="32" y="300"/>
                    <a:pt x="31" y="300"/>
                  </a:cubicBezTo>
                  <a:cubicBezTo>
                    <a:pt x="31" y="299"/>
                    <a:pt x="34" y="299"/>
                    <a:pt x="34" y="298"/>
                  </a:cubicBezTo>
                  <a:cubicBezTo>
                    <a:pt x="33" y="298"/>
                    <a:pt x="33" y="299"/>
                    <a:pt x="33" y="299"/>
                  </a:cubicBezTo>
                  <a:cubicBezTo>
                    <a:pt x="32" y="299"/>
                    <a:pt x="33" y="298"/>
                    <a:pt x="33" y="298"/>
                  </a:cubicBezTo>
                  <a:cubicBezTo>
                    <a:pt x="33" y="298"/>
                    <a:pt x="33" y="298"/>
                    <a:pt x="33" y="298"/>
                  </a:cubicBezTo>
                  <a:cubicBezTo>
                    <a:pt x="33" y="298"/>
                    <a:pt x="31" y="298"/>
                    <a:pt x="30" y="298"/>
                  </a:cubicBezTo>
                  <a:cubicBezTo>
                    <a:pt x="30" y="298"/>
                    <a:pt x="30" y="297"/>
                    <a:pt x="31" y="297"/>
                  </a:cubicBezTo>
                  <a:cubicBezTo>
                    <a:pt x="32" y="297"/>
                    <a:pt x="33" y="298"/>
                    <a:pt x="34" y="297"/>
                  </a:cubicBezTo>
                  <a:cubicBezTo>
                    <a:pt x="33" y="297"/>
                    <a:pt x="33" y="297"/>
                    <a:pt x="32" y="297"/>
                  </a:cubicBezTo>
                  <a:cubicBezTo>
                    <a:pt x="31" y="297"/>
                    <a:pt x="32" y="296"/>
                    <a:pt x="32" y="296"/>
                  </a:cubicBezTo>
                  <a:cubicBezTo>
                    <a:pt x="31" y="296"/>
                    <a:pt x="30" y="298"/>
                    <a:pt x="29" y="298"/>
                  </a:cubicBezTo>
                  <a:cubicBezTo>
                    <a:pt x="29" y="297"/>
                    <a:pt x="28" y="297"/>
                    <a:pt x="28" y="297"/>
                  </a:cubicBezTo>
                  <a:cubicBezTo>
                    <a:pt x="28" y="297"/>
                    <a:pt x="28" y="297"/>
                    <a:pt x="27" y="297"/>
                  </a:cubicBezTo>
                  <a:cubicBezTo>
                    <a:pt x="27" y="297"/>
                    <a:pt x="25" y="297"/>
                    <a:pt x="25" y="297"/>
                  </a:cubicBezTo>
                  <a:cubicBezTo>
                    <a:pt x="25" y="298"/>
                    <a:pt x="27" y="298"/>
                    <a:pt x="27" y="298"/>
                  </a:cubicBezTo>
                  <a:cubicBezTo>
                    <a:pt x="27" y="298"/>
                    <a:pt x="26" y="298"/>
                    <a:pt x="26" y="298"/>
                  </a:cubicBezTo>
                  <a:cubicBezTo>
                    <a:pt x="25" y="298"/>
                    <a:pt x="25" y="298"/>
                    <a:pt x="25" y="298"/>
                  </a:cubicBezTo>
                  <a:cubicBezTo>
                    <a:pt x="24" y="298"/>
                    <a:pt x="25" y="297"/>
                    <a:pt x="25" y="297"/>
                  </a:cubicBezTo>
                  <a:cubicBezTo>
                    <a:pt x="24" y="297"/>
                    <a:pt x="23" y="297"/>
                    <a:pt x="24" y="297"/>
                  </a:cubicBezTo>
                  <a:cubicBezTo>
                    <a:pt x="24" y="297"/>
                    <a:pt x="23" y="296"/>
                    <a:pt x="23" y="296"/>
                  </a:cubicBezTo>
                  <a:cubicBezTo>
                    <a:pt x="23" y="296"/>
                    <a:pt x="24" y="295"/>
                    <a:pt x="25" y="295"/>
                  </a:cubicBezTo>
                  <a:cubicBezTo>
                    <a:pt x="25" y="296"/>
                    <a:pt x="26" y="296"/>
                    <a:pt x="27" y="296"/>
                  </a:cubicBezTo>
                  <a:cubicBezTo>
                    <a:pt x="27" y="296"/>
                    <a:pt x="30" y="295"/>
                    <a:pt x="30" y="296"/>
                  </a:cubicBezTo>
                  <a:cubicBezTo>
                    <a:pt x="30" y="296"/>
                    <a:pt x="30" y="295"/>
                    <a:pt x="31" y="295"/>
                  </a:cubicBezTo>
                  <a:cubicBezTo>
                    <a:pt x="31" y="295"/>
                    <a:pt x="32" y="295"/>
                    <a:pt x="32" y="294"/>
                  </a:cubicBezTo>
                  <a:cubicBezTo>
                    <a:pt x="31" y="294"/>
                    <a:pt x="30" y="295"/>
                    <a:pt x="30" y="295"/>
                  </a:cubicBezTo>
                  <a:cubicBezTo>
                    <a:pt x="29" y="295"/>
                    <a:pt x="28" y="296"/>
                    <a:pt x="27" y="296"/>
                  </a:cubicBezTo>
                  <a:cubicBezTo>
                    <a:pt x="26" y="296"/>
                    <a:pt x="25" y="296"/>
                    <a:pt x="24" y="295"/>
                  </a:cubicBezTo>
                  <a:cubicBezTo>
                    <a:pt x="24" y="295"/>
                    <a:pt x="23" y="296"/>
                    <a:pt x="23" y="295"/>
                  </a:cubicBezTo>
                  <a:cubicBezTo>
                    <a:pt x="22" y="294"/>
                    <a:pt x="22" y="294"/>
                    <a:pt x="23" y="294"/>
                  </a:cubicBezTo>
                  <a:cubicBezTo>
                    <a:pt x="24" y="293"/>
                    <a:pt x="24" y="293"/>
                    <a:pt x="25" y="293"/>
                  </a:cubicBezTo>
                  <a:cubicBezTo>
                    <a:pt x="27" y="293"/>
                    <a:pt x="29" y="294"/>
                    <a:pt x="30" y="292"/>
                  </a:cubicBezTo>
                  <a:cubicBezTo>
                    <a:pt x="29" y="292"/>
                    <a:pt x="29" y="293"/>
                    <a:pt x="28" y="293"/>
                  </a:cubicBezTo>
                  <a:cubicBezTo>
                    <a:pt x="27" y="293"/>
                    <a:pt x="26" y="293"/>
                    <a:pt x="26" y="293"/>
                  </a:cubicBezTo>
                  <a:cubicBezTo>
                    <a:pt x="26" y="293"/>
                    <a:pt x="26" y="293"/>
                    <a:pt x="27" y="293"/>
                  </a:cubicBezTo>
                  <a:cubicBezTo>
                    <a:pt x="26" y="293"/>
                    <a:pt x="25" y="293"/>
                    <a:pt x="24" y="293"/>
                  </a:cubicBezTo>
                  <a:cubicBezTo>
                    <a:pt x="24" y="293"/>
                    <a:pt x="24" y="293"/>
                    <a:pt x="24" y="293"/>
                  </a:cubicBezTo>
                  <a:cubicBezTo>
                    <a:pt x="24" y="292"/>
                    <a:pt x="25" y="292"/>
                    <a:pt x="25" y="292"/>
                  </a:cubicBezTo>
                  <a:cubicBezTo>
                    <a:pt x="27" y="292"/>
                    <a:pt x="28" y="290"/>
                    <a:pt x="29" y="290"/>
                  </a:cubicBezTo>
                  <a:cubicBezTo>
                    <a:pt x="31" y="289"/>
                    <a:pt x="33" y="289"/>
                    <a:pt x="34" y="289"/>
                  </a:cubicBezTo>
                  <a:cubicBezTo>
                    <a:pt x="35" y="290"/>
                    <a:pt x="37" y="289"/>
                    <a:pt x="37" y="288"/>
                  </a:cubicBezTo>
                  <a:cubicBezTo>
                    <a:pt x="37" y="288"/>
                    <a:pt x="36" y="289"/>
                    <a:pt x="36" y="289"/>
                  </a:cubicBezTo>
                  <a:cubicBezTo>
                    <a:pt x="35" y="289"/>
                    <a:pt x="35" y="289"/>
                    <a:pt x="34" y="289"/>
                  </a:cubicBezTo>
                  <a:cubicBezTo>
                    <a:pt x="34" y="289"/>
                    <a:pt x="33" y="289"/>
                    <a:pt x="32" y="289"/>
                  </a:cubicBezTo>
                  <a:cubicBezTo>
                    <a:pt x="32" y="289"/>
                    <a:pt x="31" y="289"/>
                    <a:pt x="31" y="289"/>
                  </a:cubicBezTo>
                  <a:cubicBezTo>
                    <a:pt x="31" y="289"/>
                    <a:pt x="31" y="289"/>
                    <a:pt x="31" y="289"/>
                  </a:cubicBezTo>
                  <a:cubicBezTo>
                    <a:pt x="30" y="289"/>
                    <a:pt x="30" y="289"/>
                    <a:pt x="30" y="289"/>
                  </a:cubicBezTo>
                  <a:cubicBezTo>
                    <a:pt x="29" y="289"/>
                    <a:pt x="32" y="287"/>
                    <a:pt x="32" y="287"/>
                  </a:cubicBezTo>
                  <a:cubicBezTo>
                    <a:pt x="31" y="287"/>
                    <a:pt x="31" y="288"/>
                    <a:pt x="30" y="288"/>
                  </a:cubicBezTo>
                  <a:cubicBezTo>
                    <a:pt x="30" y="289"/>
                    <a:pt x="30" y="289"/>
                    <a:pt x="29" y="289"/>
                  </a:cubicBezTo>
                  <a:cubicBezTo>
                    <a:pt x="29" y="289"/>
                    <a:pt x="28" y="289"/>
                    <a:pt x="28" y="289"/>
                  </a:cubicBezTo>
                  <a:cubicBezTo>
                    <a:pt x="28" y="289"/>
                    <a:pt x="29" y="289"/>
                    <a:pt x="29" y="289"/>
                  </a:cubicBezTo>
                  <a:cubicBezTo>
                    <a:pt x="29" y="290"/>
                    <a:pt x="28" y="290"/>
                    <a:pt x="28" y="290"/>
                  </a:cubicBezTo>
                  <a:cubicBezTo>
                    <a:pt x="27" y="291"/>
                    <a:pt x="27" y="291"/>
                    <a:pt x="26" y="291"/>
                  </a:cubicBezTo>
                  <a:cubicBezTo>
                    <a:pt x="26" y="291"/>
                    <a:pt x="25" y="291"/>
                    <a:pt x="25" y="291"/>
                  </a:cubicBezTo>
                  <a:cubicBezTo>
                    <a:pt x="25" y="291"/>
                    <a:pt x="26" y="291"/>
                    <a:pt x="26" y="291"/>
                  </a:cubicBezTo>
                  <a:cubicBezTo>
                    <a:pt x="26" y="290"/>
                    <a:pt x="26" y="291"/>
                    <a:pt x="25" y="291"/>
                  </a:cubicBezTo>
                  <a:cubicBezTo>
                    <a:pt x="26" y="291"/>
                    <a:pt x="26" y="289"/>
                    <a:pt x="26" y="289"/>
                  </a:cubicBezTo>
                  <a:cubicBezTo>
                    <a:pt x="26" y="289"/>
                    <a:pt x="27" y="288"/>
                    <a:pt x="27" y="288"/>
                  </a:cubicBezTo>
                  <a:cubicBezTo>
                    <a:pt x="28" y="286"/>
                    <a:pt x="30" y="287"/>
                    <a:pt x="31" y="285"/>
                  </a:cubicBezTo>
                  <a:cubicBezTo>
                    <a:pt x="31" y="285"/>
                    <a:pt x="32" y="284"/>
                    <a:pt x="33" y="284"/>
                  </a:cubicBezTo>
                  <a:cubicBezTo>
                    <a:pt x="33" y="284"/>
                    <a:pt x="33" y="285"/>
                    <a:pt x="32" y="285"/>
                  </a:cubicBezTo>
                  <a:cubicBezTo>
                    <a:pt x="32" y="285"/>
                    <a:pt x="32" y="285"/>
                    <a:pt x="31" y="285"/>
                  </a:cubicBezTo>
                  <a:cubicBezTo>
                    <a:pt x="32" y="285"/>
                    <a:pt x="32" y="285"/>
                    <a:pt x="33" y="285"/>
                  </a:cubicBezTo>
                  <a:cubicBezTo>
                    <a:pt x="33" y="285"/>
                    <a:pt x="33" y="285"/>
                    <a:pt x="34" y="284"/>
                  </a:cubicBezTo>
                  <a:cubicBezTo>
                    <a:pt x="34" y="283"/>
                    <a:pt x="36" y="283"/>
                    <a:pt x="36" y="283"/>
                  </a:cubicBezTo>
                  <a:cubicBezTo>
                    <a:pt x="37" y="283"/>
                    <a:pt x="38" y="282"/>
                    <a:pt x="38" y="283"/>
                  </a:cubicBezTo>
                  <a:cubicBezTo>
                    <a:pt x="39" y="283"/>
                    <a:pt x="38" y="284"/>
                    <a:pt x="38" y="284"/>
                  </a:cubicBezTo>
                  <a:cubicBezTo>
                    <a:pt x="39" y="285"/>
                    <a:pt x="39" y="285"/>
                    <a:pt x="39" y="286"/>
                  </a:cubicBezTo>
                  <a:cubicBezTo>
                    <a:pt x="40" y="285"/>
                    <a:pt x="38" y="284"/>
                    <a:pt x="39" y="283"/>
                  </a:cubicBezTo>
                  <a:cubicBezTo>
                    <a:pt x="39" y="282"/>
                    <a:pt x="39" y="282"/>
                    <a:pt x="40" y="282"/>
                  </a:cubicBezTo>
                  <a:cubicBezTo>
                    <a:pt x="40" y="282"/>
                    <a:pt x="41" y="282"/>
                    <a:pt x="41" y="282"/>
                  </a:cubicBezTo>
                  <a:cubicBezTo>
                    <a:pt x="41" y="281"/>
                    <a:pt x="40" y="282"/>
                    <a:pt x="40" y="282"/>
                  </a:cubicBezTo>
                  <a:cubicBezTo>
                    <a:pt x="39" y="282"/>
                    <a:pt x="39" y="282"/>
                    <a:pt x="38" y="282"/>
                  </a:cubicBezTo>
                  <a:cubicBezTo>
                    <a:pt x="37" y="282"/>
                    <a:pt x="39" y="280"/>
                    <a:pt x="39" y="280"/>
                  </a:cubicBezTo>
                  <a:cubicBezTo>
                    <a:pt x="40" y="279"/>
                    <a:pt x="41" y="279"/>
                    <a:pt x="42" y="279"/>
                  </a:cubicBezTo>
                  <a:cubicBezTo>
                    <a:pt x="42" y="279"/>
                    <a:pt x="43" y="278"/>
                    <a:pt x="43" y="278"/>
                  </a:cubicBezTo>
                  <a:cubicBezTo>
                    <a:pt x="43" y="277"/>
                    <a:pt x="43" y="277"/>
                    <a:pt x="43" y="276"/>
                  </a:cubicBezTo>
                  <a:cubicBezTo>
                    <a:pt x="43" y="277"/>
                    <a:pt x="43" y="277"/>
                    <a:pt x="43" y="278"/>
                  </a:cubicBezTo>
                  <a:cubicBezTo>
                    <a:pt x="42" y="278"/>
                    <a:pt x="42" y="279"/>
                    <a:pt x="41" y="279"/>
                  </a:cubicBezTo>
                  <a:cubicBezTo>
                    <a:pt x="40" y="279"/>
                    <a:pt x="39" y="280"/>
                    <a:pt x="38" y="280"/>
                  </a:cubicBezTo>
                  <a:cubicBezTo>
                    <a:pt x="37" y="281"/>
                    <a:pt x="36" y="281"/>
                    <a:pt x="35" y="282"/>
                  </a:cubicBezTo>
                  <a:cubicBezTo>
                    <a:pt x="34" y="282"/>
                    <a:pt x="33" y="283"/>
                    <a:pt x="32" y="283"/>
                  </a:cubicBezTo>
                  <a:cubicBezTo>
                    <a:pt x="32" y="283"/>
                    <a:pt x="33" y="282"/>
                    <a:pt x="33" y="282"/>
                  </a:cubicBezTo>
                  <a:cubicBezTo>
                    <a:pt x="32" y="282"/>
                    <a:pt x="32" y="283"/>
                    <a:pt x="31" y="283"/>
                  </a:cubicBezTo>
                  <a:cubicBezTo>
                    <a:pt x="31" y="283"/>
                    <a:pt x="31" y="283"/>
                    <a:pt x="31" y="282"/>
                  </a:cubicBezTo>
                  <a:cubicBezTo>
                    <a:pt x="31" y="282"/>
                    <a:pt x="32" y="282"/>
                    <a:pt x="32" y="282"/>
                  </a:cubicBezTo>
                  <a:cubicBezTo>
                    <a:pt x="32" y="281"/>
                    <a:pt x="33" y="281"/>
                    <a:pt x="33" y="280"/>
                  </a:cubicBezTo>
                  <a:cubicBezTo>
                    <a:pt x="33" y="281"/>
                    <a:pt x="32" y="281"/>
                    <a:pt x="32" y="281"/>
                  </a:cubicBezTo>
                  <a:cubicBezTo>
                    <a:pt x="32" y="282"/>
                    <a:pt x="30" y="283"/>
                    <a:pt x="31" y="282"/>
                  </a:cubicBezTo>
                  <a:cubicBezTo>
                    <a:pt x="31" y="280"/>
                    <a:pt x="33" y="281"/>
                    <a:pt x="34" y="280"/>
                  </a:cubicBezTo>
                  <a:cubicBezTo>
                    <a:pt x="33" y="280"/>
                    <a:pt x="32" y="280"/>
                    <a:pt x="32" y="280"/>
                  </a:cubicBezTo>
                  <a:cubicBezTo>
                    <a:pt x="31" y="281"/>
                    <a:pt x="30" y="281"/>
                    <a:pt x="30" y="281"/>
                  </a:cubicBezTo>
                  <a:cubicBezTo>
                    <a:pt x="29" y="282"/>
                    <a:pt x="28" y="283"/>
                    <a:pt x="27" y="283"/>
                  </a:cubicBezTo>
                  <a:cubicBezTo>
                    <a:pt x="28" y="282"/>
                    <a:pt x="29" y="282"/>
                    <a:pt x="30" y="281"/>
                  </a:cubicBezTo>
                  <a:cubicBezTo>
                    <a:pt x="30" y="280"/>
                    <a:pt x="31" y="280"/>
                    <a:pt x="31" y="279"/>
                  </a:cubicBezTo>
                  <a:cubicBezTo>
                    <a:pt x="32" y="279"/>
                    <a:pt x="33" y="278"/>
                    <a:pt x="34" y="277"/>
                  </a:cubicBezTo>
                  <a:cubicBezTo>
                    <a:pt x="34" y="276"/>
                    <a:pt x="35" y="277"/>
                    <a:pt x="35" y="276"/>
                  </a:cubicBezTo>
                  <a:cubicBezTo>
                    <a:pt x="34" y="276"/>
                    <a:pt x="33" y="278"/>
                    <a:pt x="32" y="277"/>
                  </a:cubicBezTo>
                  <a:cubicBezTo>
                    <a:pt x="32" y="277"/>
                    <a:pt x="31" y="277"/>
                    <a:pt x="31" y="277"/>
                  </a:cubicBezTo>
                  <a:cubicBezTo>
                    <a:pt x="31" y="276"/>
                    <a:pt x="32" y="276"/>
                    <a:pt x="32" y="276"/>
                  </a:cubicBezTo>
                  <a:cubicBezTo>
                    <a:pt x="32" y="275"/>
                    <a:pt x="33" y="275"/>
                    <a:pt x="33" y="274"/>
                  </a:cubicBezTo>
                  <a:cubicBezTo>
                    <a:pt x="33" y="274"/>
                    <a:pt x="33" y="274"/>
                    <a:pt x="33" y="274"/>
                  </a:cubicBezTo>
                  <a:cubicBezTo>
                    <a:pt x="33" y="274"/>
                    <a:pt x="34" y="274"/>
                    <a:pt x="34" y="274"/>
                  </a:cubicBezTo>
                  <a:cubicBezTo>
                    <a:pt x="34" y="274"/>
                    <a:pt x="33" y="274"/>
                    <a:pt x="33" y="274"/>
                  </a:cubicBezTo>
                  <a:cubicBezTo>
                    <a:pt x="33" y="273"/>
                    <a:pt x="33" y="273"/>
                    <a:pt x="33" y="273"/>
                  </a:cubicBezTo>
                  <a:cubicBezTo>
                    <a:pt x="33" y="273"/>
                    <a:pt x="33" y="274"/>
                    <a:pt x="32" y="273"/>
                  </a:cubicBezTo>
                  <a:cubicBezTo>
                    <a:pt x="32" y="272"/>
                    <a:pt x="32" y="272"/>
                    <a:pt x="33" y="271"/>
                  </a:cubicBezTo>
                  <a:cubicBezTo>
                    <a:pt x="32" y="271"/>
                    <a:pt x="34" y="270"/>
                    <a:pt x="34" y="270"/>
                  </a:cubicBezTo>
                  <a:cubicBezTo>
                    <a:pt x="34" y="270"/>
                    <a:pt x="33" y="270"/>
                    <a:pt x="33" y="270"/>
                  </a:cubicBezTo>
                  <a:cubicBezTo>
                    <a:pt x="33" y="270"/>
                    <a:pt x="33" y="270"/>
                    <a:pt x="34" y="269"/>
                  </a:cubicBezTo>
                  <a:cubicBezTo>
                    <a:pt x="34" y="269"/>
                    <a:pt x="35" y="269"/>
                    <a:pt x="35" y="269"/>
                  </a:cubicBezTo>
                  <a:cubicBezTo>
                    <a:pt x="35" y="270"/>
                    <a:pt x="35" y="270"/>
                    <a:pt x="35" y="270"/>
                  </a:cubicBezTo>
                  <a:cubicBezTo>
                    <a:pt x="35" y="270"/>
                    <a:pt x="35" y="270"/>
                    <a:pt x="35" y="270"/>
                  </a:cubicBezTo>
                  <a:cubicBezTo>
                    <a:pt x="35" y="270"/>
                    <a:pt x="36" y="271"/>
                    <a:pt x="36" y="271"/>
                  </a:cubicBezTo>
                  <a:cubicBezTo>
                    <a:pt x="36" y="271"/>
                    <a:pt x="36" y="271"/>
                    <a:pt x="36" y="272"/>
                  </a:cubicBezTo>
                  <a:cubicBezTo>
                    <a:pt x="36" y="271"/>
                    <a:pt x="36" y="271"/>
                    <a:pt x="37" y="271"/>
                  </a:cubicBezTo>
                  <a:cubicBezTo>
                    <a:pt x="38" y="271"/>
                    <a:pt x="38" y="270"/>
                    <a:pt x="39" y="270"/>
                  </a:cubicBezTo>
                  <a:cubicBezTo>
                    <a:pt x="39" y="271"/>
                    <a:pt x="40" y="270"/>
                    <a:pt x="40" y="271"/>
                  </a:cubicBezTo>
                  <a:cubicBezTo>
                    <a:pt x="40" y="271"/>
                    <a:pt x="39" y="271"/>
                    <a:pt x="39" y="272"/>
                  </a:cubicBezTo>
                  <a:cubicBezTo>
                    <a:pt x="39" y="271"/>
                    <a:pt x="40" y="271"/>
                    <a:pt x="40" y="272"/>
                  </a:cubicBezTo>
                  <a:cubicBezTo>
                    <a:pt x="39" y="272"/>
                    <a:pt x="39" y="273"/>
                    <a:pt x="39" y="273"/>
                  </a:cubicBezTo>
                  <a:cubicBezTo>
                    <a:pt x="39" y="273"/>
                    <a:pt x="40" y="273"/>
                    <a:pt x="40" y="273"/>
                  </a:cubicBezTo>
                  <a:cubicBezTo>
                    <a:pt x="40" y="272"/>
                    <a:pt x="39" y="272"/>
                    <a:pt x="40" y="272"/>
                  </a:cubicBezTo>
                  <a:cubicBezTo>
                    <a:pt x="40" y="272"/>
                    <a:pt x="40" y="272"/>
                    <a:pt x="40" y="272"/>
                  </a:cubicBezTo>
                  <a:cubicBezTo>
                    <a:pt x="40" y="271"/>
                    <a:pt x="40" y="271"/>
                    <a:pt x="40" y="270"/>
                  </a:cubicBezTo>
                  <a:cubicBezTo>
                    <a:pt x="39" y="270"/>
                    <a:pt x="38" y="270"/>
                    <a:pt x="38" y="270"/>
                  </a:cubicBezTo>
                  <a:cubicBezTo>
                    <a:pt x="37" y="270"/>
                    <a:pt x="36" y="271"/>
                    <a:pt x="36" y="271"/>
                  </a:cubicBezTo>
                  <a:cubicBezTo>
                    <a:pt x="36" y="270"/>
                    <a:pt x="36" y="270"/>
                    <a:pt x="36" y="270"/>
                  </a:cubicBezTo>
                  <a:cubicBezTo>
                    <a:pt x="36" y="270"/>
                    <a:pt x="36" y="270"/>
                    <a:pt x="36" y="270"/>
                  </a:cubicBezTo>
                  <a:cubicBezTo>
                    <a:pt x="36" y="270"/>
                    <a:pt x="36" y="269"/>
                    <a:pt x="36" y="269"/>
                  </a:cubicBezTo>
                  <a:cubicBezTo>
                    <a:pt x="35" y="269"/>
                    <a:pt x="35" y="269"/>
                    <a:pt x="35" y="269"/>
                  </a:cubicBezTo>
                  <a:cubicBezTo>
                    <a:pt x="35" y="269"/>
                    <a:pt x="36" y="268"/>
                    <a:pt x="36" y="268"/>
                  </a:cubicBezTo>
                  <a:cubicBezTo>
                    <a:pt x="37" y="268"/>
                    <a:pt x="37" y="267"/>
                    <a:pt x="38" y="267"/>
                  </a:cubicBezTo>
                  <a:cubicBezTo>
                    <a:pt x="38" y="267"/>
                    <a:pt x="38" y="266"/>
                    <a:pt x="39" y="266"/>
                  </a:cubicBezTo>
                  <a:cubicBezTo>
                    <a:pt x="39" y="266"/>
                    <a:pt x="39" y="266"/>
                    <a:pt x="39" y="266"/>
                  </a:cubicBezTo>
                  <a:cubicBezTo>
                    <a:pt x="39" y="266"/>
                    <a:pt x="40" y="267"/>
                    <a:pt x="40" y="266"/>
                  </a:cubicBezTo>
                  <a:cubicBezTo>
                    <a:pt x="40" y="266"/>
                    <a:pt x="39" y="266"/>
                    <a:pt x="39" y="266"/>
                  </a:cubicBezTo>
                  <a:cubicBezTo>
                    <a:pt x="39" y="266"/>
                    <a:pt x="41" y="265"/>
                    <a:pt x="41" y="264"/>
                  </a:cubicBezTo>
                  <a:cubicBezTo>
                    <a:pt x="39" y="265"/>
                    <a:pt x="38" y="266"/>
                    <a:pt x="36" y="267"/>
                  </a:cubicBezTo>
                  <a:cubicBezTo>
                    <a:pt x="36" y="267"/>
                    <a:pt x="37" y="267"/>
                    <a:pt x="37" y="266"/>
                  </a:cubicBezTo>
                  <a:cubicBezTo>
                    <a:pt x="37" y="266"/>
                    <a:pt x="36" y="267"/>
                    <a:pt x="36" y="267"/>
                  </a:cubicBezTo>
                  <a:cubicBezTo>
                    <a:pt x="36" y="267"/>
                    <a:pt x="37" y="266"/>
                    <a:pt x="37" y="266"/>
                  </a:cubicBezTo>
                  <a:cubicBezTo>
                    <a:pt x="36" y="266"/>
                    <a:pt x="36" y="267"/>
                    <a:pt x="36" y="267"/>
                  </a:cubicBezTo>
                  <a:cubicBezTo>
                    <a:pt x="35" y="267"/>
                    <a:pt x="35" y="267"/>
                    <a:pt x="35" y="267"/>
                  </a:cubicBezTo>
                  <a:cubicBezTo>
                    <a:pt x="35" y="267"/>
                    <a:pt x="35" y="267"/>
                    <a:pt x="35" y="267"/>
                  </a:cubicBezTo>
                  <a:cubicBezTo>
                    <a:pt x="34" y="268"/>
                    <a:pt x="34" y="268"/>
                    <a:pt x="34" y="268"/>
                  </a:cubicBezTo>
                  <a:cubicBezTo>
                    <a:pt x="33" y="268"/>
                    <a:pt x="33" y="268"/>
                    <a:pt x="32" y="269"/>
                  </a:cubicBezTo>
                  <a:cubicBezTo>
                    <a:pt x="31" y="269"/>
                    <a:pt x="31" y="271"/>
                    <a:pt x="30" y="271"/>
                  </a:cubicBezTo>
                  <a:cubicBezTo>
                    <a:pt x="29" y="271"/>
                    <a:pt x="28" y="269"/>
                    <a:pt x="29" y="268"/>
                  </a:cubicBezTo>
                  <a:cubicBezTo>
                    <a:pt x="29" y="268"/>
                    <a:pt x="29" y="268"/>
                    <a:pt x="28" y="267"/>
                  </a:cubicBezTo>
                  <a:cubicBezTo>
                    <a:pt x="28" y="267"/>
                    <a:pt x="28" y="266"/>
                    <a:pt x="28" y="266"/>
                  </a:cubicBezTo>
                  <a:cubicBezTo>
                    <a:pt x="28" y="266"/>
                    <a:pt x="28" y="266"/>
                    <a:pt x="28" y="265"/>
                  </a:cubicBezTo>
                  <a:cubicBezTo>
                    <a:pt x="29" y="265"/>
                    <a:pt x="29" y="264"/>
                    <a:pt x="30" y="263"/>
                  </a:cubicBezTo>
                  <a:cubicBezTo>
                    <a:pt x="30" y="263"/>
                    <a:pt x="31" y="263"/>
                    <a:pt x="31" y="264"/>
                  </a:cubicBezTo>
                  <a:cubicBezTo>
                    <a:pt x="31" y="264"/>
                    <a:pt x="31" y="264"/>
                    <a:pt x="31" y="265"/>
                  </a:cubicBezTo>
                  <a:cubicBezTo>
                    <a:pt x="31" y="265"/>
                    <a:pt x="31" y="265"/>
                    <a:pt x="31" y="265"/>
                  </a:cubicBezTo>
                  <a:cubicBezTo>
                    <a:pt x="32" y="264"/>
                    <a:pt x="31" y="263"/>
                    <a:pt x="32" y="263"/>
                  </a:cubicBezTo>
                  <a:cubicBezTo>
                    <a:pt x="33" y="262"/>
                    <a:pt x="33" y="263"/>
                    <a:pt x="34" y="263"/>
                  </a:cubicBezTo>
                  <a:cubicBezTo>
                    <a:pt x="34" y="263"/>
                    <a:pt x="35" y="262"/>
                    <a:pt x="36" y="262"/>
                  </a:cubicBezTo>
                  <a:cubicBezTo>
                    <a:pt x="35" y="262"/>
                    <a:pt x="35" y="262"/>
                    <a:pt x="35" y="263"/>
                  </a:cubicBezTo>
                  <a:cubicBezTo>
                    <a:pt x="34" y="263"/>
                    <a:pt x="34" y="262"/>
                    <a:pt x="33" y="262"/>
                  </a:cubicBezTo>
                  <a:cubicBezTo>
                    <a:pt x="32" y="262"/>
                    <a:pt x="32" y="263"/>
                    <a:pt x="31" y="263"/>
                  </a:cubicBezTo>
                  <a:cubicBezTo>
                    <a:pt x="30" y="263"/>
                    <a:pt x="30" y="263"/>
                    <a:pt x="29" y="263"/>
                  </a:cubicBezTo>
                  <a:cubicBezTo>
                    <a:pt x="29" y="262"/>
                    <a:pt x="30" y="262"/>
                    <a:pt x="30" y="262"/>
                  </a:cubicBezTo>
                  <a:cubicBezTo>
                    <a:pt x="30" y="262"/>
                    <a:pt x="31" y="261"/>
                    <a:pt x="31" y="261"/>
                  </a:cubicBezTo>
                  <a:cubicBezTo>
                    <a:pt x="31" y="261"/>
                    <a:pt x="28" y="262"/>
                    <a:pt x="29" y="261"/>
                  </a:cubicBezTo>
                  <a:cubicBezTo>
                    <a:pt x="29" y="260"/>
                    <a:pt x="30" y="260"/>
                    <a:pt x="30" y="260"/>
                  </a:cubicBezTo>
                  <a:cubicBezTo>
                    <a:pt x="30" y="260"/>
                    <a:pt x="30" y="259"/>
                    <a:pt x="31" y="259"/>
                  </a:cubicBezTo>
                  <a:cubicBezTo>
                    <a:pt x="31" y="259"/>
                    <a:pt x="31" y="259"/>
                    <a:pt x="31" y="259"/>
                  </a:cubicBezTo>
                  <a:cubicBezTo>
                    <a:pt x="32" y="259"/>
                    <a:pt x="31" y="258"/>
                    <a:pt x="32" y="258"/>
                  </a:cubicBezTo>
                  <a:cubicBezTo>
                    <a:pt x="32" y="258"/>
                    <a:pt x="32" y="258"/>
                    <a:pt x="32" y="259"/>
                  </a:cubicBezTo>
                  <a:cubicBezTo>
                    <a:pt x="32" y="259"/>
                    <a:pt x="32" y="259"/>
                    <a:pt x="32" y="260"/>
                  </a:cubicBezTo>
                  <a:cubicBezTo>
                    <a:pt x="32" y="260"/>
                    <a:pt x="32" y="262"/>
                    <a:pt x="33" y="261"/>
                  </a:cubicBezTo>
                  <a:cubicBezTo>
                    <a:pt x="32" y="261"/>
                    <a:pt x="32" y="261"/>
                    <a:pt x="33" y="260"/>
                  </a:cubicBezTo>
                  <a:cubicBezTo>
                    <a:pt x="33" y="260"/>
                    <a:pt x="33" y="260"/>
                    <a:pt x="33" y="260"/>
                  </a:cubicBezTo>
                  <a:cubicBezTo>
                    <a:pt x="34" y="260"/>
                    <a:pt x="34" y="260"/>
                    <a:pt x="34" y="259"/>
                  </a:cubicBezTo>
                  <a:cubicBezTo>
                    <a:pt x="34" y="260"/>
                    <a:pt x="33" y="260"/>
                    <a:pt x="33" y="260"/>
                  </a:cubicBezTo>
                  <a:cubicBezTo>
                    <a:pt x="33" y="260"/>
                    <a:pt x="32" y="260"/>
                    <a:pt x="32" y="260"/>
                  </a:cubicBezTo>
                  <a:cubicBezTo>
                    <a:pt x="32" y="260"/>
                    <a:pt x="32" y="259"/>
                    <a:pt x="32" y="258"/>
                  </a:cubicBezTo>
                  <a:cubicBezTo>
                    <a:pt x="32" y="257"/>
                    <a:pt x="34" y="257"/>
                    <a:pt x="34" y="257"/>
                  </a:cubicBezTo>
                  <a:cubicBezTo>
                    <a:pt x="35" y="258"/>
                    <a:pt x="35" y="259"/>
                    <a:pt x="36" y="258"/>
                  </a:cubicBezTo>
                  <a:cubicBezTo>
                    <a:pt x="36" y="258"/>
                    <a:pt x="35" y="258"/>
                    <a:pt x="35" y="258"/>
                  </a:cubicBezTo>
                  <a:cubicBezTo>
                    <a:pt x="35" y="257"/>
                    <a:pt x="35" y="257"/>
                    <a:pt x="35" y="257"/>
                  </a:cubicBezTo>
                  <a:cubicBezTo>
                    <a:pt x="34" y="257"/>
                    <a:pt x="37" y="256"/>
                    <a:pt x="37" y="255"/>
                  </a:cubicBezTo>
                  <a:cubicBezTo>
                    <a:pt x="37" y="255"/>
                    <a:pt x="36" y="256"/>
                    <a:pt x="36" y="256"/>
                  </a:cubicBezTo>
                  <a:cubicBezTo>
                    <a:pt x="36" y="255"/>
                    <a:pt x="37" y="255"/>
                    <a:pt x="38" y="255"/>
                  </a:cubicBezTo>
                  <a:cubicBezTo>
                    <a:pt x="38" y="255"/>
                    <a:pt x="39" y="254"/>
                    <a:pt x="39" y="255"/>
                  </a:cubicBezTo>
                  <a:cubicBezTo>
                    <a:pt x="38" y="255"/>
                    <a:pt x="38" y="255"/>
                    <a:pt x="38" y="255"/>
                  </a:cubicBezTo>
                  <a:cubicBezTo>
                    <a:pt x="39" y="255"/>
                    <a:pt x="39" y="255"/>
                    <a:pt x="40" y="255"/>
                  </a:cubicBezTo>
                  <a:cubicBezTo>
                    <a:pt x="41" y="255"/>
                    <a:pt x="41" y="255"/>
                    <a:pt x="42" y="254"/>
                  </a:cubicBezTo>
                  <a:cubicBezTo>
                    <a:pt x="41" y="254"/>
                    <a:pt x="39" y="254"/>
                    <a:pt x="39" y="254"/>
                  </a:cubicBezTo>
                  <a:cubicBezTo>
                    <a:pt x="39" y="254"/>
                    <a:pt x="40" y="253"/>
                    <a:pt x="41" y="253"/>
                  </a:cubicBezTo>
                  <a:cubicBezTo>
                    <a:pt x="41" y="253"/>
                    <a:pt x="42" y="252"/>
                    <a:pt x="42" y="252"/>
                  </a:cubicBezTo>
                  <a:cubicBezTo>
                    <a:pt x="43" y="251"/>
                    <a:pt x="44" y="251"/>
                    <a:pt x="44" y="251"/>
                  </a:cubicBezTo>
                  <a:cubicBezTo>
                    <a:pt x="45" y="251"/>
                    <a:pt x="45" y="250"/>
                    <a:pt x="46" y="250"/>
                  </a:cubicBezTo>
                  <a:cubicBezTo>
                    <a:pt x="46" y="250"/>
                    <a:pt x="47" y="250"/>
                    <a:pt x="47" y="249"/>
                  </a:cubicBezTo>
                  <a:cubicBezTo>
                    <a:pt x="47" y="250"/>
                    <a:pt x="46" y="250"/>
                    <a:pt x="46" y="250"/>
                  </a:cubicBezTo>
                  <a:cubicBezTo>
                    <a:pt x="46" y="250"/>
                    <a:pt x="45" y="250"/>
                    <a:pt x="45" y="250"/>
                  </a:cubicBezTo>
                  <a:cubicBezTo>
                    <a:pt x="45" y="250"/>
                    <a:pt x="46" y="249"/>
                    <a:pt x="46" y="248"/>
                  </a:cubicBezTo>
                  <a:cubicBezTo>
                    <a:pt x="46" y="248"/>
                    <a:pt x="45" y="249"/>
                    <a:pt x="45" y="249"/>
                  </a:cubicBezTo>
                  <a:cubicBezTo>
                    <a:pt x="44" y="250"/>
                    <a:pt x="44" y="250"/>
                    <a:pt x="43" y="251"/>
                  </a:cubicBezTo>
                  <a:cubicBezTo>
                    <a:pt x="44" y="250"/>
                    <a:pt x="44" y="250"/>
                    <a:pt x="44" y="250"/>
                  </a:cubicBezTo>
                  <a:cubicBezTo>
                    <a:pt x="42" y="252"/>
                    <a:pt x="40" y="253"/>
                    <a:pt x="39" y="254"/>
                  </a:cubicBezTo>
                  <a:cubicBezTo>
                    <a:pt x="38" y="254"/>
                    <a:pt x="37" y="255"/>
                    <a:pt x="38" y="254"/>
                  </a:cubicBezTo>
                  <a:cubicBezTo>
                    <a:pt x="38" y="253"/>
                    <a:pt x="39" y="253"/>
                    <a:pt x="39" y="253"/>
                  </a:cubicBezTo>
                  <a:cubicBezTo>
                    <a:pt x="40" y="252"/>
                    <a:pt x="40" y="252"/>
                    <a:pt x="41" y="252"/>
                  </a:cubicBezTo>
                  <a:cubicBezTo>
                    <a:pt x="42" y="252"/>
                    <a:pt x="42" y="251"/>
                    <a:pt x="42" y="251"/>
                  </a:cubicBezTo>
                  <a:cubicBezTo>
                    <a:pt x="43" y="250"/>
                    <a:pt x="43" y="249"/>
                    <a:pt x="44" y="248"/>
                  </a:cubicBezTo>
                  <a:cubicBezTo>
                    <a:pt x="44" y="247"/>
                    <a:pt x="45" y="247"/>
                    <a:pt x="45" y="246"/>
                  </a:cubicBezTo>
                  <a:cubicBezTo>
                    <a:pt x="46" y="246"/>
                    <a:pt x="47" y="245"/>
                    <a:pt x="48" y="245"/>
                  </a:cubicBezTo>
                  <a:cubicBezTo>
                    <a:pt x="48" y="245"/>
                    <a:pt x="47" y="245"/>
                    <a:pt x="47" y="245"/>
                  </a:cubicBezTo>
                  <a:cubicBezTo>
                    <a:pt x="48" y="245"/>
                    <a:pt x="49" y="242"/>
                    <a:pt x="48" y="243"/>
                  </a:cubicBezTo>
                  <a:cubicBezTo>
                    <a:pt x="48" y="243"/>
                    <a:pt x="46" y="243"/>
                    <a:pt x="46" y="243"/>
                  </a:cubicBezTo>
                  <a:cubicBezTo>
                    <a:pt x="46" y="242"/>
                    <a:pt x="47" y="242"/>
                    <a:pt x="46" y="241"/>
                  </a:cubicBezTo>
                  <a:cubicBezTo>
                    <a:pt x="46" y="241"/>
                    <a:pt x="46" y="240"/>
                    <a:pt x="45" y="240"/>
                  </a:cubicBezTo>
                  <a:cubicBezTo>
                    <a:pt x="45" y="240"/>
                    <a:pt x="44" y="240"/>
                    <a:pt x="43" y="240"/>
                  </a:cubicBezTo>
                  <a:cubicBezTo>
                    <a:pt x="43" y="239"/>
                    <a:pt x="42" y="238"/>
                    <a:pt x="42" y="238"/>
                  </a:cubicBezTo>
                  <a:cubicBezTo>
                    <a:pt x="41" y="237"/>
                    <a:pt x="40" y="238"/>
                    <a:pt x="39" y="238"/>
                  </a:cubicBezTo>
                  <a:cubicBezTo>
                    <a:pt x="40" y="238"/>
                    <a:pt x="40" y="237"/>
                    <a:pt x="40" y="237"/>
                  </a:cubicBezTo>
                  <a:cubicBezTo>
                    <a:pt x="40" y="237"/>
                    <a:pt x="40" y="237"/>
                    <a:pt x="40" y="236"/>
                  </a:cubicBezTo>
                  <a:cubicBezTo>
                    <a:pt x="41" y="236"/>
                    <a:pt x="41" y="236"/>
                    <a:pt x="41" y="235"/>
                  </a:cubicBezTo>
                  <a:cubicBezTo>
                    <a:pt x="40" y="235"/>
                    <a:pt x="40" y="235"/>
                    <a:pt x="40" y="235"/>
                  </a:cubicBezTo>
                  <a:cubicBezTo>
                    <a:pt x="41" y="234"/>
                    <a:pt x="42" y="234"/>
                    <a:pt x="42" y="233"/>
                  </a:cubicBezTo>
                  <a:cubicBezTo>
                    <a:pt x="42" y="233"/>
                    <a:pt x="41" y="233"/>
                    <a:pt x="40" y="233"/>
                  </a:cubicBezTo>
                  <a:cubicBezTo>
                    <a:pt x="41" y="232"/>
                    <a:pt x="42" y="232"/>
                    <a:pt x="42" y="231"/>
                  </a:cubicBezTo>
                  <a:cubicBezTo>
                    <a:pt x="43" y="230"/>
                    <a:pt x="42" y="229"/>
                    <a:pt x="43" y="228"/>
                  </a:cubicBezTo>
                  <a:cubicBezTo>
                    <a:pt x="43" y="227"/>
                    <a:pt x="43" y="226"/>
                    <a:pt x="43" y="226"/>
                  </a:cubicBezTo>
                  <a:cubicBezTo>
                    <a:pt x="44" y="225"/>
                    <a:pt x="44" y="225"/>
                    <a:pt x="44" y="224"/>
                  </a:cubicBezTo>
                  <a:cubicBezTo>
                    <a:pt x="44" y="224"/>
                    <a:pt x="44" y="223"/>
                    <a:pt x="44" y="222"/>
                  </a:cubicBezTo>
                  <a:cubicBezTo>
                    <a:pt x="44" y="222"/>
                    <a:pt x="45" y="222"/>
                    <a:pt x="44" y="221"/>
                  </a:cubicBezTo>
                  <a:cubicBezTo>
                    <a:pt x="44" y="221"/>
                    <a:pt x="44" y="220"/>
                    <a:pt x="44" y="220"/>
                  </a:cubicBezTo>
                  <a:cubicBezTo>
                    <a:pt x="45" y="220"/>
                    <a:pt x="45" y="219"/>
                    <a:pt x="45" y="219"/>
                  </a:cubicBezTo>
                  <a:cubicBezTo>
                    <a:pt x="46" y="219"/>
                    <a:pt x="45" y="218"/>
                    <a:pt x="45" y="218"/>
                  </a:cubicBezTo>
                  <a:cubicBezTo>
                    <a:pt x="45" y="218"/>
                    <a:pt x="45" y="217"/>
                    <a:pt x="45" y="217"/>
                  </a:cubicBezTo>
                  <a:cubicBezTo>
                    <a:pt x="45" y="215"/>
                    <a:pt x="44" y="216"/>
                    <a:pt x="43" y="215"/>
                  </a:cubicBezTo>
                  <a:cubicBezTo>
                    <a:pt x="43" y="214"/>
                    <a:pt x="44" y="214"/>
                    <a:pt x="43" y="213"/>
                  </a:cubicBezTo>
                  <a:cubicBezTo>
                    <a:pt x="44" y="213"/>
                    <a:pt x="45" y="212"/>
                    <a:pt x="44" y="212"/>
                  </a:cubicBezTo>
                  <a:cubicBezTo>
                    <a:pt x="43" y="212"/>
                    <a:pt x="44" y="211"/>
                    <a:pt x="43" y="211"/>
                  </a:cubicBezTo>
                  <a:cubicBezTo>
                    <a:pt x="43" y="211"/>
                    <a:pt x="42" y="211"/>
                    <a:pt x="42" y="210"/>
                  </a:cubicBezTo>
                  <a:cubicBezTo>
                    <a:pt x="42" y="210"/>
                    <a:pt x="43" y="210"/>
                    <a:pt x="43" y="209"/>
                  </a:cubicBezTo>
                  <a:cubicBezTo>
                    <a:pt x="43" y="209"/>
                    <a:pt x="43" y="209"/>
                    <a:pt x="43" y="209"/>
                  </a:cubicBezTo>
                  <a:cubicBezTo>
                    <a:pt x="43" y="208"/>
                    <a:pt x="45" y="208"/>
                    <a:pt x="44" y="207"/>
                  </a:cubicBezTo>
                  <a:cubicBezTo>
                    <a:pt x="44" y="207"/>
                    <a:pt x="44" y="207"/>
                    <a:pt x="44" y="207"/>
                  </a:cubicBezTo>
                  <a:cubicBezTo>
                    <a:pt x="44" y="207"/>
                    <a:pt x="44" y="207"/>
                    <a:pt x="44" y="206"/>
                  </a:cubicBezTo>
                  <a:cubicBezTo>
                    <a:pt x="44" y="206"/>
                    <a:pt x="44" y="206"/>
                    <a:pt x="44" y="206"/>
                  </a:cubicBezTo>
                  <a:cubicBezTo>
                    <a:pt x="43" y="205"/>
                    <a:pt x="43" y="205"/>
                    <a:pt x="42" y="206"/>
                  </a:cubicBezTo>
                  <a:cubicBezTo>
                    <a:pt x="41" y="206"/>
                    <a:pt x="39" y="206"/>
                    <a:pt x="38" y="207"/>
                  </a:cubicBezTo>
                  <a:cubicBezTo>
                    <a:pt x="38" y="207"/>
                    <a:pt x="35" y="207"/>
                    <a:pt x="35" y="207"/>
                  </a:cubicBezTo>
                  <a:cubicBezTo>
                    <a:pt x="35" y="208"/>
                    <a:pt x="35" y="208"/>
                    <a:pt x="35" y="208"/>
                  </a:cubicBezTo>
                  <a:cubicBezTo>
                    <a:pt x="34" y="208"/>
                    <a:pt x="34" y="208"/>
                    <a:pt x="34" y="208"/>
                  </a:cubicBezTo>
                  <a:cubicBezTo>
                    <a:pt x="33" y="209"/>
                    <a:pt x="32" y="209"/>
                    <a:pt x="31" y="209"/>
                  </a:cubicBezTo>
                  <a:cubicBezTo>
                    <a:pt x="31" y="210"/>
                    <a:pt x="30" y="211"/>
                    <a:pt x="29" y="211"/>
                  </a:cubicBezTo>
                  <a:cubicBezTo>
                    <a:pt x="28" y="212"/>
                    <a:pt x="27" y="211"/>
                    <a:pt x="26" y="212"/>
                  </a:cubicBezTo>
                  <a:cubicBezTo>
                    <a:pt x="25" y="212"/>
                    <a:pt x="24" y="212"/>
                    <a:pt x="23" y="213"/>
                  </a:cubicBezTo>
                  <a:cubicBezTo>
                    <a:pt x="22" y="213"/>
                    <a:pt x="21" y="213"/>
                    <a:pt x="20" y="214"/>
                  </a:cubicBezTo>
                  <a:cubicBezTo>
                    <a:pt x="20" y="214"/>
                    <a:pt x="19" y="214"/>
                    <a:pt x="18" y="214"/>
                  </a:cubicBezTo>
                  <a:cubicBezTo>
                    <a:pt x="19" y="213"/>
                    <a:pt x="20" y="213"/>
                    <a:pt x="20" y="212"/>
                  </a:cubicBezTo>
                  <a:cubicBezTo>
                    <a:pt x="20" y="212"/>
                    <a:pt x="21" y="211"/>
                    <a:pt x="21" y="210"/>
                  </a:cubicBezTo>
                  <a:cubicBezTo>
                    <a:pt x="21" y="210"/>
                    <a:pt x="20" y="209"/>
                    <a:pt x="20" y="208"/>
                  </a:cubicBezTo>
                  <a:cubicBezTo>
                    <a:pt x="20" y="207"/>
                    <a:pt x="19" y="206"/>
                    <a:pt x="19" y="206"/>
                  </a:cubicBezTo>
                  <a:cubicBezTo>
                    <a:pt x="19" y="205"/>
                    <a:pt x="20" y="205"/>
                    <a:pt x="20" y="204"/>
                  </a:cubicBezTo>
                  <a:cubicBezTo>
                    <a:pt x="20" y="204"/>
                    <a:pt x="18" y="203"/>
                    <a:pt x="18" y="203"/>
                  </a:cubicBezTo>
                  <a:cubicBezTo>
                    <a:pt x="18" y="203"/>
                    <a:pt x="18" y="203"/>
                    <a:pt x="18" y="202"/>
                  </a:cubicBezTo>
                  <a:cubicBezTo>
                    <a:pt x="18" y="202"/>
                    <a:pt x="18" y="202"/>
                    <a:pt x="19" y="202"/>
                  </a:cubicBezTo>
                  <a:cubicBezTo>
                    <a:pt x="19" y="201"/>
                    <a:pt x="20" y="201"/>
                    <a:pt x="21" y="200"/>
                  </a:cubicBezTo>
                  <a:cubicBezTo>
                    <a:pt x="21" y="200"/>
                    <a:pt x="22" y="200"/>
                    <a:pt x="21" y="200"/>
                  </a:cubicBezTo>
                  <a:cubicBezTo>
                    <a:pt x="20" y="199"/>
                    <a:pt x="19" y="200"/>
                    <a:pt x="19" y="200"/>
                  </a:cubicBezTo>
                  <a:cubicBezTo>
                    <a:pt x="18" y="200"/>
                    <a:pt x="17" y="200"/>
                    <a:pt x="16" y="200"/>
                  </a:cubicBezTo>
                  <a:cubicBezTo>
                    <a:pt x="15" y="201"/>
                    <a:pt x="14" y="201"/>
                    <a:pt x="13" y="201"/>
                  </a:cubicBezTo>
                  <a:cubicBezTo>
                    <a:pt x="12" y="201"/>
                    <a:pt x="12" y="201"/>
                    <a:pt x="11" y="201"/>
                  </a:cubicBezTo>
                  <a:cubicBezTo>
                    <a:pt x="10" y="200"/>
                    <a:pt x="10" y="200"/>
                    <a:pt x="9" y="201"/>
                  </a:cubicBezTo>
                  <a:cubicBezTo>
                    <a:pt x="9" y="201"/>
                    <a:pt x="6" y="201"/>
                    <a:pt x="7" y="200"/>
                  </a:cubicBezTo>
                  <a:cubicBezTo>
                    <a:pt x="7" y="199"/>
                    <a:pt x="8" y="198"/>
                    <a:pt x="9" y="198"/>
                  </a:cubicBezTo>
                  <a:cubicBezTo>
                    <a:pt x="15" y="193"/>
                    <a:pt x="21" y="187"/>
                    <a:pt x="27" y="182"/>
                  </a:cubicBezTo>
                  <a:cubicBezTo>
                    <a:pt x="33" y="176"/>
                    <a:pt x="40" y="171"/>
                    <a:pt x="46" y="165"/>
                  </a:cubicBezTo>
                  <a:cubicBezTo>
                    <a:pt x="59" y="155"/>
                    <a:pt x="72" y="144"/>
                    <a:pt x="85" y="134"/>
                  </a:cubicBezTo>
                  <a:cubicBezTo>
                    <a:pt x="88" y="131"/>
                    <a:pt x="92" y="128"/>
                    <a:pt x="96" y="125"/>
                  </a:cubicBezTo>
                  <a:cubicBezTo>
                    <a:pt x="99" y="123"/>
                    <a:pt x="102" y="120"/>
                    <a:pt x="105" y="118"/>
                  </a:cubicBezTo>
                  <a:cubicBezTo>
                    <a:pt x="108" y="116"/>
                    <a:pt x="111" y="113"/>
                    <a:pt x="114" y="111"/>
                  </a:cubicBezTo>
                  <a:cubicBezTo>
                    <a:pt x="115" y="111"/>
                    <a:pt x="115" y="110"/>
                    <a:pt x="116" y="110"/>
                  </a:cubicBezTo>
                  <a:cubicBezTo>
                    <a:pt x="116" y="110"/>
                    <a:pt x="116" y="110"/>
                    <a:pt x="116" y="110"/>
                  </a:cubicBezTo>
                  <a:cubicBezTo>
                    <a:pt x="117" y="110"/>
                    <a:pt x="118" y="110"/>
                    <a:pt x="119" y="110"/>
                  </a:cubicBezTo>
                  <a:cubicBezTo>
                    <a:pt x="121" y="110"/>
                    <a:pt x="122" y="110"/>
                    <a:pt x="124" y="110"/>
                  </a:cubicBezTo>
                  <a:cubicBezTo>
                    <a:pt x="124" y="111"/>
                    <a:pt x="124" y="111"/>
                    <a:pt x="124" y="111"/>
                  </a:cubicBezTo>
                  <a:cubicBezTo>
                    <a:pt x="125" y="111"/>
                    <a:pt x="125" y="111"/>
                    <a:pt x="125" y="111"/>
                  </a:cubicBezTo>
                  <a:cubicBezTo>
                    <a:pt x="126" y="111"/>
                    <a:pt x="127" y="111"/>
                    <a:pt x="127" y="111"/>
                  </a:cubicBezTo>
                  <a:cubicBezTo>
                    <a:pt x="127" y="112"/>
                    <a:pt x="127" y="112"/>
                    <a:pt x="128" y="113"/>
                  </a:cubicBezTo>
                  <a:cubicBezTo>
                    <a:pt x="128" y="113"/>
                    <a:pt x="128" y="113"/>
                    <a:pt x="128" y="114"/>
                  </a:cubicBezTo>
                  <a:cubicBezTo>
                    <a:pt x="128" y="114"/>
                    <a:pt x="128" y="114"/>
                    <a:pt x="129" y="114"/>
                  </a:cubicBezTo>
                  <a:cubicBezTo>
                    <a:pt x="129" y="114"/>
                    <a:pt x="130" y="113"/>
                    <a:pt x="129" y="113"/>
                  </a:cubicBezTo>
                  <a:cubicBezTo>
                    <a:pt x="129" y="113"/>
                    <a:pt x="130" y="113"/>
                    <a:pt x="130" y="113"/>
                  </a:cubicBezTo>
                  <a:cubicBezTo>
                    <a:pt x="130" y="114"/>
                    <a:pt x="129" y="114"/>
                    <a:pt x="130" y="115"/>
                  </a:cubicBezTo>
                  <a:cubicBezTo>
                    <a:pt x="131" y="115"/>
                    <a:pt x="132" y="116"/>
                    <a:pt x="133" y="116"/>
                  </a:cubicBezTo>
                  <a:cubicBezTo>
                    <a:pt x="132" y="116"/>
                    <a:pt x="134" y="116"/>
                    <a:pt x="134" y="116"/>
                  </a:cubicBezTo>
                  <a:cubicBezTo>
                    <a:pt x="135" y="116"/>
                    <a:pt x="135" y="117"/>
                    <a:pt x="136" y="117"/>
                  </a:cubicBezTo>
                  <a:cubicBezTo>
                    <a:pt x="137" y="117"/>
                    <a:pt x="138" y="117"/>
                    <a:pt x="139" y="117"/>
                  </a:cubicBezTo>
                  <a:cubicBezTo>
                    <a:pt x="140" y="117"/>
                    <a:pt x="142" y="117"/>
                    <a:pt x="142" y="117"/>
                  </a:cubicBezTo>
                  <a:cubicBezTo>
                    <a:pt x="142" y="118"/>
                    <a:pt x="142" y="118"/>
                    <a:pt x="143" y="118"/>
                  </a:cubicBezTo>
                  <a:cubicBezTo>
                    <a:pt x="143" y="118"/>
                    <a:pt x="143" y="118"/>
                    <a:pt x="143" y="118"/>
                  </a:cubicBezTo>
                  <a:cubicBezTo>
                    <a:pt x="143" y="118"/>
                    <a:pt x="144" y="119"/>
                    <a:pt x="143" y="119"/>
                  </a:cubicBezTo>
                  <a:cubicBezTo>
                    <a:pt x="144" y="119"/>
                    <a:pt x="145" y="119"/>
                    <a:pt x="145" y="119"/>
                  </a:cubicBezTo>
                  <a:cubicBezTo>
                    <a:pt x="145" y="119"/>
                    <a:pt x="145" y="119"/>
                    <a:pt x="145" y="119"/>
                  </a:cubicBezTo>
                  <a:cubicBezTo>
                    <a:pt x="145" y="119"/>
                    <a:pt x="145" y="119"/>
                    <a:pt x="145" y="118"/>
                  </a:cubicBezTo>
                  <a:cubicBezTo>
                    <a:pt x="145" y="118"/>
                    <a:pt x="145" y="118"/>
                    <a:pt x="144" y="118"/>
                  </a:cubicBezTo>
                  <a:cubicBezTo>
                    <a:pt x="144" y="117"/>
                    <a:pt x="146" y="117"/>
                    <a:pt x="146" y="117"/>
                  </a:cubicBezTo>
                  <a:cubicBezTo>
                    <a:pt x="145" y="117"/>
                    <a:pt x="144" y="117"/>
                    <a:pt x="144" y="117"/>
                  </a:cubicBezTo>
                  <a:cubicBezTo>
                    <a:pt x="144" y="117"/>
                    <a:pt x="147" y="117"/>
                    <a:pt x="147" y="117"/>
                  </a:cubicBezTo>
                  <a:cubicBezTo>
                    <a:pt x="148" y="117"/>
                    <a:pt x="148" y="117"/>
                    <a:pt x="148" y="117"/>
                  </a:cubicBezTo>
                  <a:cubicBezTo>
                    <a:pt x="149" y="117"/>
                    <a:pt x="149" y="117"/>
                    <a:pt x="149" y="117"/>
                  </a:cubicBezTo>
                  <a:cubicBezTo>
                    <a:pt x="150" y="117"/>
                    <a:pt x="151" y="116"/>
                    <a:pt x="151" y="117"/>
                  </a:cubicBezTo>
                  <a:cubicBezTo>
                    <a:pt x="151" y="117"/>
                    <a:pt x="150" y="118"/>
                    <a:pt x="151" y="118"/>
                  </a:cubicBezTo>
                  <a:cubicBezTo>
                    <a:pt x="151" y="118"/>
                    <a:pt x="151" y="118"/>
                    <a:pt x="151" y="118"/>
                  </a:cubicBezTo>
                  <a:cubicBezTo>
                    <a:pt x="150" y="119"/>
                    <a:pt x="152" y="119"/>
                    <a:pt x="152" y="119"/>
                  </a:cubicBezTo>
                  <a:cubicBezTo>
                    <a:pt x="152" y="119"/>
                    <a:pt x="152" y="119"/>
                    <a:pt x="152" y="119"/>
                  </a:cubicBezTo>
                  <a:cubicBezTo>
                    <a:pt x="152" y="119"/>
                    <a:pt x="151" y="119"/>
                    <a:pt x="151" y="119"/>
                  </a:cubicBezTo>
                  <a:cubicBezTo>
                    <a:pt x="150" y="119"/>
                    <a:pt x="151" y="118"/>
                    <a:pt x="151" y="118"/>
                  </a:cubicBezTo>
                  <a:cubicBezTo>
                    <a:pt x="151" y="118"/>
                    <a:pt x="151" y="118"/>
                    <a:pt x="151" y="118"/>
                  </a:cubicBezTo>
                  <a:cubicBezTo>
                    <a:pt x="151" y="117"/>
                    <a:pt x="151" y="116"/>
                    <a:pt x="151" y="116"/>
                  </a:cubicBezTo>
                  <a:cubicBezTo>
                    <a:pt x="151" y="116"/>
                    <a:pt x="151" y="116"/>
                    <a:pt x="151" y="116"/>
                  </a:cubicBezTo>
                  <a:cubicBezTo>
                    <a:pt x="151" y="116"/>
                    <a:pt x="150" y="116"/>
                    <a:pt x="150" y="117"/>
                  </a:cubicBezTo>
                  <a:cubicBezTo>
                    <a:pt x="149" y="117"/>
                    <a:pt x="149" y="117"/>
                    <a:pt x="148" y="117"/>
                  </a:cubicBezTo>
                  <a:cubicBezTo>
                    <a:pt x="148" y="117"/>
                    <a:pt x="148" y="117"/>
                    <a:pt x="148" y="117"/>
                  </a:cubicBezTo>
                  <a:cubicBezTo>
                    <a:pt x="148" y="116"/>
                    <a:pt x="147" y="117"/>
                    <a:pt x="147" y="117"/>
                  </a:cubicBezTo>
                  <a:cubicBezTo>
                    <a:pt x="147" y="117"/>
                    <a:pt x="146" y="116"/>
                    <a:pt x="147" y="116"/>
                  </a:cubicBezTo>
                  <a:cubicBezTo>
                    <a:pt x="146" y="116"/>
                    <a:pt x="146" y="116"/>
                    <a:pt x="145" y="117"/>
                  </a:cubicBezTo>
                  <a:cubicBezTo>
                    <a:pt x="145" y="117"/>
                    <a:pt x="145" y="117"/>
                    <a:pt x="144" y="117"/>
                  </a:cubicBezTo>
                  <a:cubicBezTo>
                    <a:pt x="144" y="117"/>
                    <a:pt x="142" y="117"/>
                    <a:pt x="142" y="116"/>
                  </a:cubicBezTo>
                  <a:cubicBezTo>
                    <a:pt x="143" y="116"/>
                    <a:pt x="143" y="116"/>
                    <a:pt x="143" y="116"/>
                  </a:cubicBezTo>
                  <a:cubicBezTo>
                    <a:pt x="143" y="116"/>
                    <a:pt x="143" y="116"/>
                    <a:pt x="143" y="116"/>
                  </a:cubicBezTo>
                  <a:cubicBezTo>
                    <a:pt x="143" y="116"/>
                    <a:pt x="144" y="115"/>
                    <a:pt x="144" y="116"/>
                  </a:cubicBezTo>
                  <a:cubicBezTo>
                    <a:pt x="144" y="116"/>
                    <a:pt x="144" y="116"/>
                    <a:pt x="144" y="116"/>
                  </a:cubicBezTo>
                  <a:cubicBezTo>
                    <a:pt x="145" y="116"/>
                    <a:pt x="146" y="116"/>
                    <a:pt x="147" y="116"/>
                  </a:cubicBezTo>
                  <a:cubicBezTo>
                    <a:pt x="146" y="116"/>
                    <a:pt x="146" y="116"/>
                    <a:pt x="145" y="116"/>
                  </a:cubicBezTo>
                  <a:cubicBezTo>
                    <a:pt x="146" y="115"/>
                    <a:pt x="145" y="115"/>
                    <a:pt x="145" y="115"/>
                  </a:cubicBezTo>
                  <a:cubicBezTo>
                    <a:pt x="145" y="115"/>
                    <a:pt x="145" y="115"/>
                    <a:pt x="145" y="115"/>
                  </a:cubicBezTo>
                  <a:cubicBezTo>
                    <a:pt x="145" y="114"/>
                    <a:pt x="146" y="114"/>
                    <a:pt x="146" y="114"/>
                  </a:cubicBezTo>
                  <a:cubicBezTo>
                    <a:pt x="147" y="113"/>
                    <a:pt x="147" y="114"/>
                    <a:pt x="147" y="114"/>
                  </a:cubicBezTo>
                  <a:cubicBezTo>
                    <a:pt x="147" y="115"/>
                    <a:pt x="148" y="115"/>
                    <a:pt x="148" y="115"/>
                  </a:cubicBezTo>
                  <a:cubicBezTo>
                    <a:pt x="148" y="115"/>
                    <a:pt x="147" y="114"/>
                    <a:pt x="147" y="113"/>
                  </a:cubicBezTo>
                  <a:cubicBezTo>
                    <a:pt x="147" y="113"/>
                    <a:pt x="149" y="113"/>
                    <a:pt x="149" y="113"/>
                  </a:cubicBezTo>
                  <a:cubicBezTo>
                    <a:pt x="149" y="113"/>
                    <a:pt x="149" y="114"/>
                    <a:pt x="149" y="114"/>
                  </a:cubicBezTo>
                  <a:cubicBezTo>
                    <a:pt x="149" y="114"/>
                    <a:pt x="150" y="112"/>
                    <a:pt x="151" y="113"/>
                  </a:cubicBezTo>
                  <a:cubicBezTo>
                    <a:pt x="151" y="113"/>
                    <a:pt x="151" y="113"/>
                    <a:pt x="152" y="113"/>
                  </a:cubicBezTo>
                  <a:cubicBezTo>
                    <a:pt x="152" y="114"/>
                    <a:pt x="152" y="113"/>
                    <a:pt x="152" y="113"/>
                  </a:cubicBezTo>
                  <a:cubicBezTo>
                    <a:pt x="153" y="112"/>
                    <a:pt x="153" y="112"/>
                    <a:pt x="154" y="112"/>
                  </a:cubicBezTo>
                  <a:cubicBezTo>
                    <a:pt x="154" y="112"/>
                    <a:pt x="155" y="111"/>
                    <a:pt x="156" y="112"/>
                  </a:cubicBezTo>
                  <a:cubicBezTo>
                    <a:pt x="156" y="111"/>
                    <a:pt x="157" y="111"/>
                    <a:pt x="157" y="111"/>
                  </a:cubicBezTo>
                  <a:cubicBezTo>
                    <a:pt x="157" y="111"/>
                    <a:pt x="157" y="111"/>
                    <a:pt x="157" y="111"/>
                  </a:cubicBezTo>
                  <a:cubicBezTo>
                    <a:pt x="158" y="112"/>
                    <a:pt x="158" y="112"/>
                    <a:pt x="158" y="112"/>
                  </a:cubicBezTo>
                  <a:cubicBezTo>
                    <a:pt x="159" y="112"/>
                    <a:pt x="159" y="112"/>
                    <a:pt x="160" y="112"/>
                  </a:cubicBezTo>
                  <a:cubicBezTo>
                    <a:pt x="161" y="111"/>
                    <a:pt x="158" y="112"/>
                    <a:pt x="159" y="111"/>
                  </a:cubicBezTo>
                  <a:cubicBezTo>
                    <a:pt x="160" y="111"/>
                    <a:pt x="160" y="111"/>
                    <a:pt x="160" y="111"/>
                  </a:cubicBezTo>
                  <a:cubicBezTo>
                    <a:pt x="161" y="110"/>
                    <a:pt x="161" y="110"/>
                    <a:pt x="162" y="110"/>
                  </a:cubicBezTo>
                  <a:cubicBezTo>
                    <a:pt x="162" y="110"/>
                    <a:pt x="162" y="109"/>
                    <a:pt x="162" y="109"/>
                  </a:cubicBezTo>
                  <a:cubicBezTo>
                    <a:pt x="162" y="109"/>
                    <a:pt x="163" y="109"/>
                    <a:pt x="163" y="109"/>
                  </a:cubicBezTo>
                  <a:cubicBezTo>
                    <a:pt x="163" y="109"/>
                    <a:pt x="163" y="110"/>
                    <a:pt x="163" y="110"/>
                  </a:cubicBezTo>
                  <a:cubicBezTo>
                    <a:pt x="163" y="110"/>
                    <a:pt x="164" y="109"/>
                    <a:pt x="163" y="110"/>
                  </a:cubicBezTo>
                  <a:cubicBezTo>
                    <a:pt x="163" y="110"/>
                    <a:pt x="162" y="110"/>
                    <a:pt x="162" y="111"/>
                  </a:cubicBezTo>
                  <a:cubicBezTo>
                    <a:pt x="162" y="111"/>
                    <a:pt x="163" y="111"/>
                    <a:pt x="163" y="110"/>
                  </a:cubicBezTo>
                  <a:cubicBezTo>
                    <a:pt x="162" y="111"/>
                    <a:pt x="163" y="111"/>
                    <a:pt x="164" y="111"/>
                  </a:cubicBezTo>
                  <a:cubicBezTo>
                    <a:pt x="163" y="111"/>
                    <a:pt x="163" y="111"/>
                    <a:pt x="163" y="111"/>
                  </a:cubicBezTo>
                  <a:cubicBezTo>
                    <a:pt x="163" y="111"/>
                    <a:pt x="163" y="111"/>
                    <a:pt x="163" y="111"/>
                  </a:cubicBezTo>
                  <a:cubicBezTo>
                    <a:pt x="164" y="111"/>
                    <a:pt x="164" y="111"/>
                    <a:pt x="164" y="111"/>
                  </a:cubicBezTo>
                  <a:cubicBezTo>
                    <a:pt x="165" y="111"/>
                    <a:pt x="165" y="111"/>
                    <a:pt x="165" y="111"/>
                  </a:cubicBezTo>
                  <a:cubicBezTo>
                    <a:pt x="165" y="111"/>
                    <a:pt x="164" y="112"/>
                    <a:pt x="163" y="112"/>
                  </a:cubicBezTo>
                  <a:cubicBezTo>
                    <a:pt x="162" y="112"/>
                    <a:pt x="161" y="112"/>
                    <a:pt x="160" y="113"/>
                  </a:cubicBezTo>
                  <a:cubicBezTo>
                    <a:pt x="159" y="113"/>
                    <a:pt x="158" y="114"/>
                    <a:pt x="158" y="114"/>
                  </a:cubicBezTo>
                  <a:cubicBezTo>
                    <a:pt x="157" y="114"/>
                    <a:pt x="156" y="115"/>
                    <a:pt x="155" y="115"/>
                  </a:cubicBezTo>
                  <a:cubicBezTo>
                    <a:pt x="154" y="115"/>
                    <a:pt x="153" y="115"/>
                    <a:pt x="152" y="116"/>
                  </a:cubicBezTo>
                  <a:cubicBezTo>
                    <a:pt x="152" y="116"/>
                    <a:pt x="152" y="116"/>
                    <a:pt x="152" y="117"/>
                  </a:cubicBezTo>
                  <a:cubicBezTo>
                    <a:pt x="152" y="117"/>
                    <a:pt x="152" y="117"/>
                    <a:pt x="152" y="117"/>
                  </a:cubicBezTo>
                  <a:cubicBezTo>
                    <a:pt x="152" y="117"/>
                    <a:pt x="152" y="118"/>
                    <a:pt x="152" y="118"/>
                  </a:cubicBezTo>
                  <a:cubicBezTo>
                    <a:pt x="152" y="118"/>
                    <a:pt x="152" y="118"/>
                    <a:pt x="152" y="118"/>
                  </a:cubicBezTo>
                  <a:cubicBezTo>
                    <a:pt x="152" y="118"/>
                    <a:pt x="152" y="118"/>
                    <a:pt x="152" y="118"/>
                  </a:cubicBezTo>
                  <a:cubicBezTo>
                    <a:pt x="152" y="118"/>
                    <a:pt x="152" y="118"/>
                    <a:pt x="152" y="118"/>
                  </a:cubicBezTo>
                  <a:cubicBezTo>
                    <a:pt x="152" y="118"/>
                    <a:pt x="152" y="118"/>
                    <a:pt x="152" y="118"/>
                  </a:cubicBezTo>
                  <a:cubicBezTo>
                    <a:pt x="152" y="117"/>
                    <a:pt x="153" y="116"/>
                    <a:pt x="153" y="116"/>
                  </a:cubicBezTo>
                  <a:cubicBezTo>
                    <a:pt x="154" y="115"/>
                    <a:pt x="155" y="115"/>
                    <a:pt x="156" y="115"/>
                  </a:cubicBezTo>
                  <a:cubicBezTo>
                    <a:pt x="157" y="115"/>
                    <a:pt x="158" y="114"/>
                    <a:pt x="159" y="114"/>
                  </a:cubicBezTo>
                  <a:cubicBezTo>
                    <a:pt x="159" y="113"/>
                    <a:pt x="160" y="113"/>
                    <a:pt x="161" y="113"/>
                  </a:cubicBezTo>
                  <a:cubicBezTo>
                    <a:pt x="162" y="113"/>
                    <a:pt x="162" y="113"/>
                    <a:pt x="163" y="113"/>
                  </a:cubicBezTo>
                  <a:cubicBezTo>
                    <a:pt x="163" y="113"/>
                    <a:pt x="163" y="113"/>
                    <a:pt x="163" y="113"/>
                  </a:cubicBezTo>
                  <a:cubicBezTo>
                    <a:pt x="165" y="112"/>
                    <a:pt x="166" y="112"/>
                    <a:pt x="167" y="112"/>
                  </a:cubicBezTo>
                  <a:cubicBezTo>
                    <a:pt x="168" y="112"/>
                    <a:pt x="169" y="112"/>
                    <a:pt x="169" y="112"/>
                  </a:cubicBezTo>
                  <a:cubicBezTo>
                    <a:pt x="170" y="111"/>
                    <a:pt x="171" y="111"/>
                    <a:pt x="171" y="110"/>
                  </a:cubicBezTo>
                  <a:cubicBezTo>
                    <a:pt x="172" y="110"/>
                    <a:pt x="172" y="110"/>
                    <a:pt x="173" y="110"/>
                  </a:cubicBezTo>
                  <a:cubicBezTo>
                    <a:pt x="173" y="110"/>
                    <a:pt x="174" y="110"/>
                    <a:pt x="173" y="110"/>
                  </a:cubicBezTo>
                  <a:cubicBezTo>
                    <a:pt x="174" y="110"/>
                    <a:pt x="174" y="110"/>
                    <a:pt x="174" y="110"/>
                  </a:cubicBezTo>
                  <a:cubicBezTo>
                    <a:pt x="175" y="110"/>
                    <a:pt x="175" y="110"/>
                    <a:pt x="175" y="110"/>
                  </a:cubicBezTo>
                  <a:cubicBezTo>
                    <a:pt x="176" y="110"/>
                    <a:pt x="176" y="110"/>
                    <a:pt x="177" y="110"/>
                  </a:cubicBezTo>
                  <a:cubicBezTo>
                    <a:pt x="176" y="110"/>
                    <a:pt x="176" y="110"/>
                    <a:pt x="176" y="110"/>
                  </a:cubicBezTo>
                  <a:cubicBezTo>
                    <a:pt x="176" y="110"/>
                    <a:pt x="176" y="110"/>
                    <a:pt x="176" y="109"/>
                  </a:cubicBezTo>
                  <a:cubicBezTo>
                    <a:pt x="176" y="109"/>
                    <a:pt x="175" y="110"/>
                    <a:pt x="175" y="110"/>
                  </a:cubicBezTo>
                  <a:cubicBezTo>
                    <a:pt x="176" y="109"/>
                    <a:pt x="177" y="109"/>
                    <a:pt x="178" y="109"/>
                  </a:cubicBezTo>
                  <a:cubicBezTo>
                    <a:pt x="178" y="109"/>
                    <a:pt x="177" y="109"/>
                    <a:pt x="176" y="109"/>
                  </a:cubicBezTo>
                  <a:cubicBezTo>
                    <a:pt x="177" y="109"/>
                    <a:pt x="177" y="109"/>
                    <a:pt x="178" y="109"/>
                  </a:cubicBezTo>
                  <a:cubicBezTo>
                    <a:pt x="177" y="109"/>
                    <a:pt x="178" y="110"/>
                    <a:pt x="179" y="109"/>
                  </a:cubicBezTo>
                  <a:cubicBezTo>
                    <a:pt x="179" y="109"/>
                    <a:pt x="180" y="109"/>
                    <a:pt x="180" y="109"/>
                  </a:cubicBezTo>
                  <a:cubicBezTo>
                    <a:pt x="182" y="109"/>
                    <a:pt x="183" y="108"/>
                    <a:pt x="184" y="108"/>
                  </a:cubicBezTo>
                  <a:cubicBezTo>
                    <a:pt x="185" y="108"/>
                    <a:pt x="185" y="108"/>
                    <a:pt x="186" y="107"/>
                  </a:cubicBezTo>
                  <a:cubicBezTo>
                    <a:pt x="186" y="107"/>
                    <a:pt x="186" y="107"/>
                    <a:pt x="187" y="107"/>
                  </a:cubicBezTo>
                  <a:cubicBezTo>
                    <a:pt x="188" y="107"/>
                    <a:pt x="187" y="108"/>
                    <a:pt x="186" y="108"/>
                  </a:cubicBezTo>
                  <a:cubicBezTo>
                    <a:pt x="187" y="108"/>
                    <a:pt x="188" y="108"/>
                    <a:pt x="188" y="107"/>
                  </a:cubicBezTo>
                  <a:cubicBezTo>
                    <a:pt x="189" y="107"/>
                    <a:pt x="190" y="107"/>
                    <a:pt x="191" y="106"/>
                  </a:cubicBezTo>
                  <a:cubicBezTo>
                    <a:pt x="190" y="106"/>
                    <a:pt x="190" y="106"/>
                    <a:pt x="190" y="106"/>
                  </a:cubicBezTo>
                  <a:cubicBezTo>
                    <a:pt x="191" y="106"/>
                    <a:pt x="191" y="106"/>
                    <a:pt x="192" y="106"/>
                  </a:cubicBezTo>
                  <a:cubicBezTo>
                    <a:pt x="191" y="106"/>
                    <a:pt x="192" y="106"/>
                    <a:pt x="192" y="106"/>
                  </a:cubicBezTo>
                  <a:cubicBezTo>
                    <a:pt x="193" y="106"/>
                    <a:pt x="193" y="106"/>
                    <a:pt x="193" y="106"/>
                  </a:cubicBezTo>
                  <a:cubicBezTo>
                    <a:pt x="193" y="106"/>
                    <a:pt x="193" y="106"/>
                    <a:pt x="193" y="106"/>
                  </a:cubicBezTo>
                  <a:cubicBezTo>
                    <a:pt x="194" y="106"/>
                    <a:pt x="194" y="105"/>
                    <a:pt x="195" y="105"/>
                  </a:cubicBezTo>
                  <a:cubicBezTo>
                    <a:pt x="195" y="105"/>
                    <a:pt x="194" y="106"/>
                    <a:pt x="194" y="106"/>
                  </a:cubicBezTo>
                  <a:cubicBezTo>
                    <a:pt x="195" y="106"/>
                    <a:pt x="196" y="105"/>
                    <a:pt x="196" y="105"/>
                  </a:cubicBezTo>
                  <a:cubicBezTo>
                    <a:pt x="196" y="105"/>
                    <a:pt x="196" y="105"/>
                    <a:pt x="196" y="106"/>
                  </a:cubicBezTo>
                  <a:cubicBezTo>
                    <a:pt x="196" y="106"/>
                    <a:pt x="196" y="106"/>
                    <a:pt x="196" y="106"/>
                  </a:cubicBezTo>
                  <a:cubicBezTo>
                    <a:pt x="196" y="106"/>
                    <a:pt x="196" y="106"/>
                    <a:pt x="195" y="106"/>
                  </a:cubicBezTo>
                  <a:cubicBezTo>
                    <a:pt x="196" y="106"/>
                    <a:pt x="196" y="106"/>
                    <a:pt x="197" y="106"/>
                  </a:cubicBezTo>
                  <a:cubicBezTo>
                    <a:pt x="197" y="106"/>
                    <a:pt x="196" y="106"/>
                    <a:pt x="196" y="106"/>
                  </a:cubicBezTo>
                  <a:cubicBezTo>
                    <a:pt x="197" y="106"/>
                    <a:pt x="197" y="106"/>
                    <a:pt x="197" y="106"/>
                  </a:cubicBezTo>
                  <a:cubicBezTo>
                    <a:pt x="197" y="106"/>
                    <a:pt x="198" y="106"/>
                    <a:pt x="198" y="106"/>
                  </a:cubicBezTo>
                  <a:cubicBezTo>
                    <a:pt x="198" y="106"/>
                    <a:pt x="198" y="106"/>
                    <a:pt x="198" y="106"/>
                  </a:cubicBezTo>
                  <a:cubicBezTo>
                    <a:pt x="198" y="106"/>
                    <a:pt x="199" y="106"/>
                    <a:pt x="200" y="105"/>
                  </a:cubicBezTo>
                  <a:cubicBezTo>
                    <a:pt x="200" y="105"/>
                    <a:pt x="201" y="104"/>
                    <a:pt x="202" y="104"/>
                  </a:cubicBezTo>
                  <a:cubicBezTo>
                    <a:pt x="202" y="105"/>
                    <a:pt x="202" y="105"/>
                    <a:pt x="201" y="105"/>
                  </a:cubicBezTo>
                  <a:cubicBezTo>
                    <a:pt x="202" y="105"/>
                    <a:pt x="202" y="105"/>
                    <a:pt x="202" y="105"/>
                  </a:cubicBezTo>
                  <a:cubicBezTo>
                    <a:pt x="202" y="105"/>
                    <a:pt x="202" y="106"/>
                    <a:pt x="202" y="106"/>
                  </a:cubicBezTo>
                  <a:cubicBezTo>
                    <a:pt x="202" y="106"/>
                    <a:pt x="202" y="106"/>
                    <a:pt x="202" y="106"/>
                  </a:cubicBezTo>
                  <a:cubicBezTo>
                    <a:pt x="202" y="106"/>
                    <a:pt x="201" y="106"/>
                    <a:pt x="200" y="106"/>
                  </a:cubicBezTo>
                  <a:cubicBezTo>
                    <a:pt x="201" y="107"/>
                    <a:pt x="199" y="107"/>
                    <a:pt x="199" y="107"/>
                  </a:cubicBezTo>
                  <a:cubicBezTo>
                    <a:pt x="198" y="107"/>
                    <a:pt x="197" y="107"/>
                    <a:pt x="197" y="107"/>
                  </a:cubicBezTo>
                  <a:cubicBezTo>
                    <a:pt x="196" y="108"/>
                    <a:pt x="193" y="108"/>
                    <a:pt x="193" y="108"/>
                  </a:cubicBezTo>
                  <a:cubicBezTo>
                    <a:pt x="192" y="108"/>
                    <a:pt x="191" y="108"/>
                    <a:pt x="190" y="109"/>
                  </a:cubicBezTo>
                  <a:cubicBezTo>
                    <a:pt x="190" y="109"/>
                    <a:pt x="189" y="109"/>
                    <a:pt x="188" y="110"/>
                  </a:cubicBezTo>
                  <a:cubicBezTo>
                    <a:pt x="187" y="110"/>
                    <a:pt x="187" y="110"/>
                    <a:pt x="186" y="110"/>
                  </a:cubicBezTo>
                  <a:cubicBezTo>
                    <a:pt x="186" y="111"/>
                    <a:pt x="185" y="111"/>
                    <a:pt x="185" y="110"/>
                  </a:cubicBezTo>
                  <a:cubicBezTo>
                    <a:pt x="184" y="110"/>
                    <a:pt x="183" y="110"/>
                    <a:pt x="182" y="111"/>
                  </a:cubicBezTo>
                  <a:cubicBezTo>
                    <a:pt x="181" y="111"/>
                    <a:pt x="181" y="111"/>
                    <a:pt x="180" y="111"/>
                  </a:cubicBezTo>
                  <a:cubicBezTo>
                    <a:pt x="180" y="111"/>
                    <a:pt x="180" y="111"/>
                    <a:pt x="180" y="111"/>
                  </a:cubicBezTo>
                  <a:cubicBezTo>
                    <a:pt x="180" y="111"/>
                    <a:pt x="180" y="111"/>
                    <a:pt x="179" y="111"/>
                  </a:cubicBezTo>
                  <a:cubicBezTo>
                    <a:pt x="179" y="111"/>
                    <a:pt x="178" y="111"/>
                    <a:pt x="178" y="111"/>
                  </a:cubicBezTo>
                  <a:cubicBezTo>
                    <a:pt x="177" y="111"/>
                    <a:pt x="177" y="111"/>
                    <a:pt x="176" y="112"/>
                  </a:cubicBezTo>
                  <a:cubicBezTo>
                    <a:pt x="176" y="112"/>
                    <a:pt x="176" y="112"/>
                    <a:pt x="176" y="112"/>
                  </a:cubicBezTo>
                  <a:cubicBezTo>
                    <a:pt x="175" y="112"/>
                    <a:pt x="175" y="113"/>
                    <a:pt x="174" y="113"/>
                  </a:cubicBezTo>
                  <a:cubicBezTo>
                    <a:pt x="173" y="113"/>
                    <a:pt x="173" y="113"/>
                    <a:pt x="172" y="113"/>
                  </a:cubicBezTo>
                  <a:cubicBezTo>
                    <a:pt x="172" y="113"/>
                    <a:pt x="172" y="114"/>
                    <a:pt x="172" y="114"/>
                  </a:cubicBezTo>
                  <a:cubicBezTo>
                    <a:pt x="172" y="114"/>
                    <a:pt x="172" y="113"/>
                    <a:pt x="172" y="113"/>
                  </a:cubicBezTo>
                  <a:cubicBezTo>
                    <a:pt x="171" y="113"/>
                    <a:pt x="170" y="114"/>
                    <a:pt x="170" y="114"/>
                  </a:cubicBezTo>
                  <a:cubicBezTo>
                    <a:pt x="170" y="114"/>
                    <a:pt x="170" y="114"/>
                    <a:pt x="171" y="113"/>
                  </a:cubicBezTo>
                  <a:cubicBezTo>
                    <a:pt x="171" y="113"/>
                    <a:pt x="170" y="113"/>
                    <a:pt x="170" y="113"/>
                  </a:cubicBezTo>
                  <a:cubicBezTo>
                    <a:pt x="169" y="114"/>
                    <a:pt x="168" y="114"/>
                    <a:pt x="168" y="114"/>
                  </a:cubicBezTo>
                  <a:cubicBezTo>
                    <a:pt x="167" y="114"/>
                    <a:pt x="166" y="115"/>
                    <a:pt x="167" y="115"/>
                  </a:cubicBezTo>
                  <a:cubicBezTo>
                    <a:pt x="166" y="115"/>
                    <a:pt x="166" y="115"/>
                    <a:pt x="165" y="116"/>
                  </a:cubicBezTo>
                  <a:cubicBezTo>
                    <a:pt x="165" y="116"/>
                    <a:pt x="165" y="116"/>
                    <a:pt x="165" y="116"/>
                  </a:cubicBezTo>
                  <a:cubicBezTo>
                    <a:pt x="165" y="116"/>
                    <a:pt x="165" y="115"/>
                    <a:pt x="166" y="115"/>
                  </a:cubicBezTo>
                  <a:cubicBezTo>
                    <a:pt x="164" y="115"/>
                    <a:pt x="163" y="115"/>
                    <a:pt x="162" y="116"/>
                  </a:cubicBezTo>
                  <a:cubicBezTo>
                    <a:pt x="162" y="117"/>
                    <a:pt x="161" y="117"/>
                    <a:pt x="161" y="117"/>
                  </a:cubicBezTo>
                  <a:cubicBezTo>
                    <a:pt x="161" y="117"/>
                    <a:pt x="160" y="117"/>
                    <a:pt x="160" y="117"/>
                  </a:cubicBezTo>
                  <a:cubicBezTo>
                    <a:pt x="160" y="117"/>
                    <a:pt x="160" y="117"/>
                    <a:pt x="161" y="117"/>
                  </a:cubicBezTo>
                  <a:cubicBezTo>
                    <a:pt x="160" y="117"/>
                    <a:pt x="158" y="118"/>
                    <a:pt x="159" y="118"/>
                  </a:cubicBezTo>
                  <a:cubicBezTo>
                    <a:pt x="159" y="118"/>
                    <a:pt x="160" y="118"/>
                    <a:pt x="159" y="119"/>
                  </a:cubicBezTo>
                  <a:cubicBezTo>
                    <a:pt x="160" y="119"/>
                    <a:pt x="161" y="119"/>
                    <a:pt x="161" y="119"/>
                  </a:cubicBezTo>
                  <a:cubicBezTo>
                    <a:pt x="161" y="118"/>
                    <a:pt x="161" y="119"/>
                    <a:pt x="161" y="119"/>
                  </a:cubicBezTo>
                  <a:cubicBezTo>
                    <a:pt x="160" y="119"/>
                    <a:pt x="160" y="119"/>
                    <a:pt x="160" y="118"/>
                  </a:cubicBezTo>
                  <a:cubicBezTo>
                    <a:pt x="160" y="118"/>
                    <a:pt x="159" y="118"/>
                    <a:pt x="160" y="118"/>
                  </a:cubicBezTo>
                  <a:cubicBezTo>
                    <a:pt x="160" y="118"/>
                    <a:pt x="160" y="118"/>
                    <a:pt x="160" y="118"/>
                  </a:cubicBezTo>
                  <a:cubicBezTo>
                    <a:pt x="160" y="118"/>
                    <a:pt x="160" y="118"/>
                    <a:pt x="159" y="118"/>
                  </a:cubicBezTo>
                  <a:cubicBezTo>
                    <a:pt x="159" y="118"/>
                    <a:pt x="160" y="117"/>
                    <a:pt x="160" y="117"/>
                  </a:cubicBezTo>
                  <a:cubicBezTo>
                    <a:pt x="161" y="117"/>
                    <a:pt x="161" y="118"/>
                    <a:pt x="161" y="118"/>
                  </a:cubicBezTo>
                  <a:cubicBezTo>
                    <a:pt x="162" y="118"/>
                    <a:pt x="162" y="118"/>
                    <a:pt x="163" y="117"/>
                  </a:cubicBezTo>
                  <a:cubicBezTo>
                    <a:pt x="163" y="117"/>
                    <a:pt x="164" y="117"/>
                    <a:pt x="164" y="118"/>
                  </a:cubicBezTo>
                  <a:cubicBezTo>
                    <a:pt x="164" y="118"/>
                    <a:pt x="164" y="118"/>
                    <a:pt x="165" y="118"/>
                  </a:cubicBezTo>
                  <a:cubicBezTo>
                    <a:pt x="165" y="118"/>
                    <a:pt x="166" y="118"/>
                    <a:pt x="167" y="117"/>
                  </a:cubicBezTo>
                  <a:cubicBezTo>
                    <a:pt x="167" y="117"/>
                    <a:pt x="167" y="116"/>
                    <a:pt x="166" y="117"/>
                  </a:cubicBezTo>
                  <a:cubicBezTo>
                    <a:pt x="166" y="117"/>
                    <a:pt x="166" y="117"/>
                    <a:pt x="166" y="117"/>
                  </a:cubicBezTo>
                  <a:cubicBezTo>
                    <a:pt x="166" y="117"/>
                    <a:pt x="166" y="117"/>
                    <a:pt x="165" y="117"/>
                  </a:cubicBezTo>
                  <a:cubicBezTo>
                    <a:pt x="165" y="117"/>
                    <a:pt x="164" y="117"/>
                    <a:pt x="164" y="117"/>
                  </a:cubicBezTo>
                  <a:cubicBezTo>
                    <a:pt x="164" y="117"/>
                    <a:pt x="164" y="117"/>
                    <a:pt x="165" y="117"/>
                  </a:cubicBezTo>
                  <a:cubicBezTo>
                    <a:pt x="164" y="117"/>
                    <a:pt x="166" y="117"/>
                    <a:pt x="166" y="116"/>
                  </a:cubicBezTo>
                  <a:cubicBezTo>
                    <a:pt x="166" y="116"/>
                    <a:pt x="165" y="116"/>
                    <a:pt x="165" y="116"/>
                  </a:cubicBezTo>
                  <a:cubicBezTo>
                    <a:pt x="166" y="116"/>
                    <a:pt x="166" y="115"/>
                    <a:pt x="166" y="115"/>
                  </a:cubicBezTo>
                  <a:cubicBezTo>
                    <a:pt x="167" y="115"/>
                    <a:pt x="167" y="115"/>
                    <a:pt x="167" y="115"/>
                  </a:cubicBezTo>
                  <a:cubicBezTo>
                    <a:pt x="168" y="115"/>
                    <a:pt x="168" y="115"/>
                    <a:pt x="169" y="115"/>
                  </a:cubicBezTo>
                  <a:cubicBezTo>
                    <a:pt x="169" y="115"/>
                    <a:pt x="169" y="115"/>
                    <a:pt x="170" y="115"/>
                  </a:cubicBezTo>
                  <a:cubicBezTo>
                    <a:pt x="170" y="114"/>
                    <a:pt x="170" y="114"/>
                    <a:pt x="171" y="114"/>
                  </a:cubicBezTo>
                  <a:cubicBezTo>
                    <a:pt x="170" y="114"/>
                    <a:pt x="170" y="115"/>
                    <a:pt x="169" y="115"/>
                  </a:cubicBezTo>
                  <a:cubicBezTo>
                    <a:pt x="170" y="115"/>
                    <a:pt x="171" y="114"/>
                    <a:pt x="172" y="114"/>
                  </a:cubicBezTo>
                  <a:cubicBezTo>
                    <a:pt x="172" y="114"/>
                    <a:pt x="171" y="114"/>
                    <a:pt x="171" y="114"/>
                  </a:cubicBezTo>
                  <a:cubicBezTo>
                    <a:pt x="171" y="114"/>
                    <a:pt x="172" y="114"/>
                    <a:pt x="172" y="114"/>
                  </a:cubicBezTo>
                  <a:cubicBezTo>
                    <a:pt x="172" y="114"/>
                    <a:pt x="172" y="114"/>
                    <a:pt x="171" y="115"/>
                  </a:cubicBezTo>
                  <a:cubicBezTo>
                    <a:pt x="173" y="114"/>
                    <a:pt x="174" y="113"/>
                    <a:pt x="176" y="113"/>
                  </a:cubicBezTo>
                  <a:cubicBezTo>
                    <a:pt x="175" y="113"/>
                    <a:pt x="175" y="113"/>
                    <a:pt x="175" y="113"/>
                  </a:cubicBezTo>
                  <a:cubicBezTo>
                    <a:pt x="176" y="113"/>
                    <a:pt x="177" y="113"/>
                    <a:pt x="178" y="112"/>
                  </a:cubicBezTo>
                  <a:cubicBezTo>
                    <a:pt x="177" y="112"/>
                    <a:pt x="177" y="112"/>
                    <a:pt x="177" y="112"/>
                  </a:cubicBezTo>
                  <a:cubicBezTo>
                    <a:pt x="177" y="112"/>
                    <a:pt x="176" y="112"/>
                    <a:pt x="176" y="112"/>
                  </a:cubicBezTo>
                  <a:cubicBezTo>
                    <a:pt x="177" y="112"/>
                    <a:pt x="178" y="112"/>
                    <a:pt x="179" y="112"/>
                  </a:cubicBezTo>
                  <a:cubicBezTo>
                    <a:pt x="179" y="112"/>
                    <a:pt x="179" y="112"/>
                    <a:pt x="180" y="112"/>
                  </a:cubicBezTo>
                  <a:cubicBezTo>
                    <a:pt x="180" y="112"/>
                    <a:pt x="180" y="112"/>
                    <a:pt x="180" y="112"/>
                  </a:cubicBezTo>
                  <a:cubicBezTo>
                    <a:pt x="180" y="112"/>
                    <a:pt x="179" y="113"/>
                    <a:pt x="178" y="113"/>
                  </a:cubicBezTo>
                  <a:cubicBezTo>
                    <a:pt x="180" y="113"/>
                    <a:pt x="181" y="112"/>
                    <a:pt x="182" y="111"/>
                  </a:cubicBezTo>
                  <a:cubicBezTo>
                    <a:pt x="182" y="112"/>
                    <a:pt x="181" y="112"/>
                    <a:pt x="181" y="112"/>
                  </a:cubicBezTo>
                  <a:cubicBezTo>
                    <a:pt x="182" y="112"/>
                    <a:pt x="182" y="111"/>
                    <a:pt x="182" y="111"/>
                  </a:cubicBezTo>
                  <a:cubicBezTo>
                    <a:pt x="182" y="113"/>
                    <a:pt x="180" y="112"/>
                    <a:pt x="179" y="113"/>
                  </a:cubicBezTo>
                  <a:cubicBezTo>
                    <a:pt x="180" y="113"/>
                    <a:pt x="181" y="113"/>
                    <a:pt x="182" y="112"/>
                  </a:cubicBezTo>
                  <a:cubicBezTo>
                    <a:pt x="182" y="112"/>
                    <a:pt x="183" y="112"/>
                    <a:pt x="183" y="111"/>
                  </a:cubicBezTo>
                  <a:cubicBezTo>
                    <a:pt x="183" y="111"/>
                    <a:pt x="183" y="111"/>
                    <a:pt x="183" y="111"/>
                  </a:cubicBezTo>
                  <a:cubicBezTo>
                    <a:pt x="183" y="111"/>
                    <a:pt x="183" y="111"/>
                    <a:pt x="183" y="112"/>
                  </a:cubicBezTo>
                  <a:cubicBezTo>
                    <a:pt x="182" y="112"/>
                    <a:pt x="182" y="112"/>
                    <a:pt x="182" y="113"/>
                  </a:cubicBezTo>
                  <a:cubicBezTo>
                    <a:pt x="182" y="112"/>
                    <a:pt x="184" y="112"/>
                    <a:pt x="184" y="111"/>
                  </a:cubicBezTo>
                  <a:cubicBezTo>
                    <a:pt x="184" y="110"/>
                    <a:pt x="185" y="110"/>
                    <a:pt x="185" y="110"/>
                  </a:cubicBezTo>
                  <a:cubicBezTo>
                    <a:pt x="185" y="110"/>
                    <a:pt x="184" y="111"/>
                    <a:pt x="184" y="111"/>
                  </a:cubicBezTo>
                  <a:cubicBezTo>
                    <a:pt x="183" y="112"/>
                    <a:pt x="182" y="112"/>
                    <a:pt x="181" y="113"/>
                  </a:cubicBezTo>
                  <a:cubicBezTo>
                    <a:pt x="182" y="113"/>
                    <a:pt x="183" y="112"/>
                    <a:pt x="183" y="112"/>
                  </a:cubicBezTo>
                  <a:cubicBezTo>
                    <a:pt x="184" y="111"/>
                    <a:pt x="184" y="111"/>
                    <a:pt x="185" y="111"/>
                  </a:cubicBezTo>
                  <a:cubicBezTo>
                    <a:pt x="184" y="111"/>
                    <a:pt x="184" y="112"/>
                    <a:pt x="183" y="112"/>
                  </a:cubicBezTo>
                  <a:cubicBezTo>
                    <a:pt x="183" y="112"/>
                    <a:pt x="182" y="113"/>
                    <a:pt x="182" y="113"/>
                  </a:cubicBezTo>
                  <a:cubicBezTo>
                    <a:pt x="182" y="113"/>
                    <a:pt x="183" y="112"/>
                    <a:pt x="183" y="112"/>
                  </a:cubicBezTo>
                  <a:cubicBezTo>
                    <a:pt x="183" y="113"/>
                    <a:pt x="182" y="113"/>
                    <a:pt x="182" y="113"/>
                  </a:cubicBezTo>
                  <a:cubicBezTo>
                    <a:pt x="181" y="114"/>
                    <a:pt x="180" y="114"/>
                    <a:pt x="180" y="115"/>
                  </a:cubicBezTo>
                  <a:cubicBezTo>
                    <a:pt x="181" y="115"/>
                    <a:pt x="182" y="113"/>
                    <a:pt x="182" y="113"/>
                  </a:cubicBezTo>
                  <a:cubicBezTo>
                    <a:pt x="183" y="113"/>
                    <a:pt x="184" y="112"/>
                    <a:pt x="184" y="112"/>
                  </a:cubicBezTo>
                  <a:cubicBezTo>
                    <a:pt x="185" y="112"/>
                    <a:pt x="186" y="112"/>
                    <a:pt x="186" y="112"/>
                  </a:cubicBezTo>
                  <a:cubicBezTo>
                    <a:pt x="186" y="112"/>
                    <a:pt x="186" y="112"/>
                    <a:pt x="185" y="112"/>
                  </a:cubicBezTo>
                  <a:cubicBezTo>
                    <a:pt x="187" y="111"/>
                    <a:pt x="189" y="110"/>
                    <a:pt x="191" y="110"/>
                  </a:cubicBezTo>
                  <a:cubicBezTo>
                    <a:pt x="192" y="109"/>
                    <a:pt x="194" y="109"/>
                    <a:pt x="196" y="109"/>
                  </a:cubicBezTo>
                  <a:cubicBezTo>
                    <a:pt x="198" y="108"/>
                    <a:pt x="199" y="108"/>
                    <a:pt x="201" y="108"/>
                  </a:cubicBezTo>
                  <a:cubicBezTo>
                    <a:pt x="202" y="108"/>
                    <a:pt x="204" y="107"/>
                    <a:pt x="204" y="107"/>
                  </a:cubicBezTo>
                  <a:cubicBezTo>
                    <a:pt x="204" y="107"/>
                    <a:pt x="203" y="108"/>
                    <a:pt x="203" y="108"/>
                  </a:cubicBezTo>
                  <a:cubicBezTo>
                    <a:pt x="202" y="108"/>
                    <a:pt x="202" y="108"/>
                    <a:pt x="201" y="108"/>
                  </a:cubicBezTo>
                  <a:cubicBezTo>
                    <a:pt x="201" y="108"/>
                    <a:pt x="199" y="109"/>
                    <a:pt x="199" y="109"/>
                  </a:cubicBezTo>
                  <a:cubicBezTo>
                    <a:pt x="199" y="110"/>
                    <a:pt x="200" y="110"/>
                    <a:pt x="201" y="110"/>
                  </a:cubicBezTo>
                  <a:cubicBezTo>
                    <a:pt x="201" y="110"/>
                    <a:pt x="201" y="109"/>
                    <a:pt x="201" y="109"/>
                  </a:cubicBezTo>
                  <a:cubicBezTo>
                    <a:pt x="201" y="109"/>
                    <a:pt x="202" y="109"/>
                    <a:pt x="202" y="109"/>
                  </a:cubicBezTo>
                  <a:cubicBezTo>
                    <a:pt x="204" y="109"/>
                    <a:pt x="205" y="108"/>
                    <a:pt x="207" y="107"/>
                  </a:cubicBezTo>
                  <a:cubicBezTo>
                    <a:pt x="208" y="107"/>
                    <a:pt x="208" y="107"/>
                    <a:pt x="209" y="106"/>
                  </a:cubicBezTo>
                  <a:cubicBezTo>
                    <a:pt x="210" y="105"/>
                    <a:pt x="211" y="105"/>
                    <a:pt x="212" y="105"/>
                  </a:cubicBezTo>
                  <a:cubicBezTo>
                    <a:pt x="213" y="105"/>
                    <a:pt x="213" y="105"/>
                    <a:pt x="214" y="105"/>
                  </a:cubicBezTo>
                  <a:cubicBezTo>
                    <a:pt x="215" y="105"/>
                    <a:pt x="216" y="105"/>
                    <a:pt x="217" y="105"/>
                  </a:cubicBezTo>
                  <a:cubicBezTo>
                    <a:pt x="216" y="104"/>
                    <a:pt x="214" y="105"/>
                    <a:pt x="214" y="104"/>
                  </a:cubicBezTo>
                  <a:cubicBezTo>
                    <a:pt x="214" y="104"/>
                    <a:pt x="214" y="103"/>
                    <a:pt x="215" y="103"/>
                  </a:cubicBezTo>
                  <a:cubicBezTo>
                    <a:pt x="215" y="104"/>
                    <a:pt x="215" y="103"/>
                    <a:pt x="216" y="103"/>
                  </a:cubicBezTo>
                  <a:cubicBezTo>
                    <a:pt x="215" y="103"/>
                    <a:pt x="215" y="103"/>
                    <a:pt x="214" y="103"/>
                  </a:cubicBezTo>
                  <a:cubicBezTo>
                    <a:pt x="214" y="103"/>
                    <a:pt x="215" y="102"/>
                    <a:pt x="215" y="102"/>
                  </a:cubicBezTo>
                  <a:cubicBezTo>
                    <a:pt x="216" y="102"/>
                    <a:pt x="217" y="101"/>
                    <a:pt x="218" y="102"/>
                  </a:cubicBezTo>
                  <a:cubicBezTo>
                    <a:pt x="219" y="102"/>
                    <a:pt x="220" y="104"/>
                    <a:pt x="219" y="105"/>
                  </a:cubicBezTo>
                  <a:cubicBezTo>
                    <a:pt x="219" y="105"/>
                    <a:pt x="218" y="107"/>
                    <a:pt x="219" y="107"/>
                  </a:cubicBezTo>
                  <a:cubicBezTo>
                    <a:pt x="218" y="107"/>
                    <a:pt x="217" y="108"/>
                    <a:pt x="217" y="109"/>
                  </a:cubicBezTo>
                  <a:cubicBezTo>
                    <a:pt x="218" y="110"/>
                    <a:pt x="218" y="112"/>
                    <a:pt x="219" y="112"/>
                  </a:cubicBezTo>
                  <a:cubicBezTo>
                    <a:pt x="219" y="112"/>
                    <a:pt x="220" y="112"/>
                    <a:pt x="220" y="112"/>
                  </a:cubicBezTo>
                  <a:cubicBezTo>
                    <a:pt x="220" y="112"/>
                    <a:pt x="220" y="113"/>
                    <a:pt x="221" y="113"/>
                  </a:cubicBezTo>
                  <a:cubicBezTo>
                    <a:pt x="221" y="113"/>
                    <a:pt x="221" y="113"/>
                    <a:pt x="222" y="113"/>
                  </a:cubicBezTo>
                  <a:cubicBezTo>
                    <a:pt x="222" y="112"/>
                    <a:pt x="222" y="113"/>
                    <a:pt x="222" y="112"/>
                  </a:cubicBezTo>
                  <a:cubicBezTo>
                    <a:pt x="222" y="112"/>
                    <a:pt x="223" y="112"/>
                    <a:pt x="223" y="112"/>
                  </a:cubicBezTo>
                  <a:cubicBezTo>
                    <a:pt x="224" y="112"/>
                    <a:pt x="224" y="112"/>
                    <a:pt x="225" y="112"/>
                  </a:cubicBezTo>
                  <a:cubicBezTo>
                    <a:pt x="225" y="112"/>
                    <a:pt x="225" y="112"/>
                    <a:pt x="225" y="112"/>
                  </a:cubicBezTo>
                  <a:cubicBezTo>
                    <a:pt x="225" y="112"/>
                    <a:pt x="224" y="112"/>
                    <a:pt x="224" y="112"/>
                  </a:cubicBezTo>
                  <a:cubicBezTo>
                    <a:pt x="223" y="112"/>
                    <a:pt x="222" y="112"/>
                    <a:pt x="221" y="112"/>
                  </a:cubicBezTo>
                  <a:cubicBezTo>
                    <a:pt x="222" y="112"/>
                    <a:pt x="223" y="111"/>
                    <a:pt x="223" y="111"/>
                  </a:cubicBezTo>
                  <a:cubicBezTo>
                    <a:pt x="224" y="111"/>
                    <a:pt x="224" y="111"/>
                    <a:pt x="224" y="111"/>
                  </a:cubicBezTo>
                  <a:cubicBezTo>
                    <a:pt x="225" y="111"/>
                    <a:pt x="225" y="111"/>
                    <a:pt x="225" y="111"/>
                  </a:cubicBezTo>
                  <a:cubicBezTo>
                    <a:pt x="224" y="111"/>
                    <a:pt x="225" y="111"/>
                    <a:pt x="225" y="110"/>
                  </a:cubicBezTo>
                  <a:cubicBezTo>
                    <a:pt x="225" y="110"/>
                    <a:pt x="225" y="110"/>
                    <a:pt x="224" y="110"/>
                  </a:cubicBezTo>
                  <a:cubicBezTo>
                    <a:pt x="225" y="110"/>
                    <a:pt x="225" y="110"/>
                    <a:pt x="226" y="110"/>
                  </a:cubicBezTo>
                  <a:cubicBezTo>
                    <a:pt x="226" y="110"/>
                    <a:pt x="227" y="110"/>
                    <a:pt x="227" y="109"/>
                  </a:cubicBezTo>
                  <a:cubicBezTo>
                    <a:pt x="228" y="109"/>
                    <a:pt x="228" y="109"/>
                    <a:pt x="229" y="109"/>
                  </a:cubicBezTo>
                  <a:cubicBezTo>
                    <a:pt x="229" y="109"/>
                    <a:pt x="228" y="110"/>
                    <a:pt x="228" y="110"/>
                  </a:cubicBezTo>
                  <a:cubicBezTo>
                    <a:pt x="229" y="110"/>
                    <a:pt x="230" y="110"/>
                    <a:pt x="230" y="109"/>
                  </a:cubicBezTo>
                  <a:cubicBezTo>
                    <a:pt x="230" y="109"/>
                    <a:pt x="228" y="109"/>
                    <a:pt x="227" y="109"/>
                  </a:cubicBezTo>
                  <a:cubicBezTo>
                    <a:pt x="228" y="108"/>
                    <a:pt x="228" y="108"/>
                    <a:pt x="229" y="108"/>
                  </a:cubicBezTo>
                  <a:cubicBezTo>
                    <a:pt x="229" y="108"/>
                    <a:pt x="229" y="108"/>
                    <a:pt x="228" y="109"/>
                  </a:cubicBezTo>
                  <a:cubicBezTo>
                    <a:pt x="230" y="109"/>
                    <a:pt x="231" y="107"/>
                    <a:pt x="233" y="107"/>
                  </a:cubicBezTo>
                  <a:cubicBezTo>
                    <a:pt x="233" y="107"/>
                    <a:pt x="235" y="107"/>
                    <a:pt x="234" y="107"/>
                  </a:cubicBezTo>
                  <a:cubicBezTo>
                    <a:pt x="234" y="106"/>
                    <a:pt x="233" y="107"/>
                    <a:pt x="233" y="107"/>
                  </a:cubicBezTo>
                  <a:cubicBezTo>
                    <a:pt x="233" y="107"/>
                    <a:pt x="233" y="107"/>
                    <a:pt x="233" y="107"/>
                  </a:cubicBezTo>
                  <a:cubicBezTo>
                    <a:pt x="232" y="106"/>
                    <a:pt x="231" y="107"/>
                    <a:pt x="230" y="107"/>
                  </a:cubicBezTo>
                  <a:cubicBezTo>
                    <a:pt x="230" y="107"/>
                    <a:pt x="232" y="106"/>
                    <a:pt x="233" y="106"/>
                  </a:cubicBezTo>
                  <a:cubicBezTo>
                    <a:pt x="232" y="106"/>
                    <a:pt x="232" y="106"/>
                    <a:pt x="232" y="107"/>
                  </a:cubicBezTo>
                  <a:cubicBezTo>
                    <a:pt x="232" y="107"/>
                    <a:pt x="233" y="107"/>
                    <a:pt x="233" y="106"/>
                  </a:cubicBezTo>
                  <a:cubicBezTo>
                    <a:pt x="233" y="106"/>
                    <a:pt x="233" y="106"/>
                    <a:pt x="232" y="106"/>
                  </a:cubicBezTo>
                  <a:cubicBezTo>
                    <a:pt x="233" y="106"/>
                    <a:pt x="235" y="106"/>
                    <a:pt x="235" y="106"/>
                  </a:cubicBezTo>
                  <a:cubicBezTo>
                    <a:pt x="235" y="107"/>
                    <a:pt x="235" y="106"/>
                    <a:pt x="236" y="106"/>
                  </a:cubicBezTo>
                  <a:cubicBezTo>
                    <a:pt x="236" y="106"/>
                    <a:pt x="236" y="106"/>
                    <a:pt x="236" y="106"/>
                  </a:cubicBezTo>
                  <a:cubicBezTo>
                    <a:pt x="236" y="106"/>
                    <a:pt x="236" y="106"/>
                    <a:pt x="236" y="106"/>
                  </a:cubicBezTo>
                  <a:cubicBezTo>
                    <a:pt x="236" y="106"/>
                    <a:pt x="236" y="106"/>
                    <a:pt x="236" y="106"/>
                  </a:cubicBezTo>
                  <a:cubicBezTo>
                    <a:pt x="236" y="105"/>
                    <a:pt x="235" y="106"/>
                    <a:pt x="235" y="106"/>
                  </a:cubicBezTo>
                  <a:cubicBezTo>
                    <a:pt x="235" y="106"/>
                    <a:pt x="235" y="106"/>
                    <a:pt x="235" y="106"/>
                  </a:cubicBezTo>
                  <a:cubicBezTo>
                    <a:pt x="234" y="106"/>
                    <a:pt x="235" y="105"/>
                    <a:pt x="236" y="105"/>
                  </a:cubicBezTo>
                  <a:cubicBezTo>
                    <a:pt x="236" y="105"/>
                    <a:pt x="235" y="105"/>
                    <a:pt x="236" y="105"/>
                  </a:cubicBezTo>
                  <a:cubicBezTo>
                    <a:pt x="236" y="105"/>
                    <a:pt x="237" y="105"/>
                    <a:pt x="237" y="105"/>
                  </a:cubicBezTo>
                  <a:cubicBezTo>
                    <a:pt x="237" y="105"/>
                    <a:pt x="236" y="105"/>
                    <a:pt x="236" y="105"/>
                  </a:cubicBezTo>
                  <a:cubicBezTo>
                    <a:pt x="236" y="106"/>
                    <a:pt x="237" y="105"/>
                    <a:pt x="238" y="105"/>
                  </a:cubicBezTo>
                  <a:cubicBezTo>
                    <a:pt x="237" y="106"/>
                    <a:pt x="237" y="105"/>
                    <a:pt x="237" y="106"/>
                  </a:cubicBezTo>
                  <a:cubicBezTo>
                    <a:pt x="237" y="106"/>
                    <a:pt x="236" y="106"/>
                    <a:pt x="235" y="107"/>
                  </a:cubicBezTo>
                  <a:cubicBezTo>
                    <a:pt x="236" y="107"/>
                    <a:pt x="235" y="107"/>
                    <a:pt x="235" y="107"/>
                  </a:cubicBezTo>
                  <a:cubicBezTo>
                    <a:pt x="235" y="107"/>
                    <a:pt x="235" y="107"/>
                    <a:pt x="235" y="107"/>
                  </a:cubicBezTo>
                  <a:cubicBezTo>
                    <a:pt x="235" y="107"/>
                    <a:pt x="234" y="107"/>
                    <a:pt x="234" y="108"/>
                  </a:cubicBezTo>
                  <a:cubicBezTo>
                    <a:pt x="234" y="108"/>
                    <a:pt x="234" y="108"/>
                    <a:pt x="234" y="108"/>
                  </a:cubicBezTo>
                  <a:cubicBezTo>
                    <a:pt x="233" y="108"/>
                    <a:pt x="233" y="109"/>
                    <a:pt x="232" y="109"/>
                  </a:cubicBezTo>
                  <a:cubicBezTo>
                    <a:pt x="232" y="109"/>
                    <a:pt x="233" y="109"/>
                    <a:pt x="233" y="109"/>
                  </a:cubicBezTo>
                  <a:cubicBezTo>
                    <a:pt x="234" y="109"/>
                    <a:pt x="234" y="109"/>
                    <a:pt x="235" y="109"/>
                  </a:cubicBezTo>
                  <a:cubicBezTo>
                    <a:pt x="235" y="110"/>
                    <a:pt x="233" y="110"/>
                    <a:pt x="233" y="110"/>
                  </a:cubicBezTo>
                  <a:cubicBezTo>
                    <a:pt x="231" y="111"/>
                    <a:pt x="230" y="111"/>
                    <a:pt x="229" y="112"/>
                  </a:cubicBezTo>
                  <a:cubicBezTo>
                    <a:pt x="229" y="112"/>
                    <a:pt x="228" y="112"/>
                    <a:pt x="229" y="112"/>
                  </a:cubicBezTo>
                  <a:cubicBezTo>
                    <a:pt x="229" y="113"/>
                    <a:pt x="229" y="113"/>
                    <a:pt x="229" y="113"/>
                  </a:cubicBezTo>
                  <a:cubicBezTo>
                    <a:pt x="230" y="113"/>
                    <a:pt x="231" y="113"/>
                    <a:pt x="231" y="112"/>
                  </a:cubicBezTo>
                  <a:cubicBezTo>
                    <a:pt x="231" y="112"/>
                    <a:pt x="231" y="113"/>
                    <a:pt x="231" y="113"/>
                  </a:cubicBezTo>
                  <a:cubicBezTo>
                    <a:pt x="231" y="113"/>
                    <a:pt x="232" y="112"/>
                    <a:pt x="232" y="112"/>
                  </a:cubicBezTo>
                  <a:cubicBezTo>
                    <a:pt x="232" y="112"/>
                    <a:pt x="232" y="113"/>
                    <a:pt x="233" y="112"/>
                  </a:cubicBezTo>
                  <a:cubicBezTo>
                    <a:pt x="233" y="112"/>
                    <a:pt x="233" y="112"/>
                    <a:pt x="233" y="112"/>
                  </a:cubicBezTo>
                  <a:cubicBezTo>
                    <a:pt x="234" y="112"/>
                    <a:pt x="234" y="113"/>
                    <a:pt x="235" y="112"/>
                  </a:cubicBezTo>
                  <a:cubicBezTo>
                    <a:pt x="235" y="112"/>
                    <a:pt x="236" y="112"/>
                    <a:pt x="236" y="112"/>
                  </a:cubicBezTo>
                  <a:cubicBezTo>
                    <a:pt x="236" y="112"/>
                    <a:pt x="238" y="111"/>
                    <a:pt x="238" y="111"/>
                  </a:cubicBezTo>
                  <a:cubicBezTo>
                    <a:pt x="239" y="111"/>
                    <a:pt x="239" y="111"/>
                    <a:pt x="240" y="111"/>
                  </a:cubicBezTo>
                  <a:cubicBezTo>
                    <a:pt x="240" y="111"/>
                    <a:pt x="240" y="110"/>
                    <a:pt x="240" y="110"/>
                  </a:cubicBezTo>
                  <a:cubicBezTo>
                    <a:pt x="241" y="110"/>
                    <a:pt x="241" y="110"/>
                    <a:pt x="241" y="110"/>
                  </a:cubicBezTo>
                  <a:cubicBezTo>
                    <a:pt x="242" y="110"/>
                    <a:pt x="242" y="109"/>
                    <a:pt x="242" y="109"/>
                  </a:cubicBezTo>
                  <a:cubicBezTo>
                    <a:pt x="242" y="109"/>
                    <a:pt x="243" y="109"/>
                    <a:pt x="243" y="108"/>
                  </a:cubicBezTo>
                  <a:cubicBezTo>
                    <a:pt x="244" y="108"/>
                    <a:pt x="244" y="109"/>
                    <a:pt x="245" y="109"/>
                  </a:cubicBezTo>
                  <a:cubicBezTo>
                    <a:pt x="245" y="109"/>
                    <a:pt x="246" y="108"/>
                    <a:pt x="246" y="108"/>
                  </a:cubicBezTo>
                  <a:cubicBezTo>
                    <a:pt x="248" y="109"/>
                    <a:pt x="250" y="108"/>
                    <a:pt x="252" y="109"/>
                  </a:cubicBezTo>
                  <a:cubicBezTo>
                    <a:pt x="253" y="109"/>
                    <a:pt x="254" y="109"/>
                    <a:pt x="255" y="109"/>
                  </a:cubicBezTo>
                  <a:cubicBezTo>
                    <a:pt x="255" y="110"/>
                    <a:pt x="256" y="110"/>
                    <a:pt x="256" y="110"/>
                  </a:cubicBezTo>
                  <a:cubicBezTo>
                    <a:pt x="257" y="110"/>
                    <a:pt x="257" y="111"/>
                    <a:pt x="257" y="111"/>
                  </a:cubicBezTo>
                  <a:cubicBezTo>
                    <a:pt x="257" y="111"/>
                    <a:pt x="258" y="112"/>
                    <a:pt x="258" y="112"/>
                  </a:cubicBezTo>
                  <a:cubicBezTo>
                    <a:pt x="259" y="112"/>
                    <a:pt x="259" y="112"/>
                    <a:pt x="259" y="113"/>
                  </a:cubicBezTo>
                  <a:cubicBezTo>
                    <a:pt x="260" y="113"/>
                    <a:pt x="260" y="113"/>
                    <a:pt x="259" y="113"/>
                  </a:cubicBezTo>
                  <a:cubicBezTo>
                    <a:pt x="261" y="112"/>
                    <a:pt x="263" y="113"/>
                    <a:pt x="264" y="113"/>
                  </a:cubicBezTo>
                  <a:cubicBezTo>
                    <a:pt x="265" y="113"/>
                    <a:pt x="267" y="113"/>
                    <a:pt x="268" y="114"/>
                  </a:cubicBezTo>
                  <a:cubicBezTo>
                    <a:pt x="268" y="114"/>
                    <a:pt x="268" y="115"/>
                    <a:pt x="268" y="115"/>
                  </a:cubicBezTo>
                  <a:cubicBezTo>
                    <a:pt x="268" y="115"/>
                    <a:pt x="269" y="115"/>
                    <a:pt x="269" y="115"/>
                  </a:cubicBezTo>
                  <a:cubicBezTo>
                    <a:pt x="270" y="115"/>
                    <a:pt x="270" y="116"/>
                    <a:pt x="271" y="116"/>
                  </a:cubicBezTo>
                  <a:cubicBezTo>
                    <a:pt x="272" y="116"/>
                    <a:pt x="273" y="116"/>
                    <a:pt x="274" y="117"/>
                  </a:cubicBezTo>
                  <a:cubicBezTo>
                    <a:pt x="275" y="117"/>
                    <a:pt x="277" y="116"/>
                    <a:pt x="277" y="117"/>
                  </a:cubicBezTo>
                  <a:cubicBezTo>
                    <a:pt x="277" y="117"/>
                    <a:pt x="279" y="117"/>
                    <a:pt x="280" y="117"/>
                  </a:cubicBezTo>
                  <a:cubicBezTo>
                    <a:pt x="281" y="117"/>
                    <a:pt x="282" y="118"/>
                    <a:pt x="283" y="118"/>
                  </a:cubicBezTo>
                  <a:cubicBezTo>
                    <a:pt x="283" y="117"/>
                    <a:pt x="281" y="117"/>
                    <a:pt x="282" y="117"/>
                  </a:cubicBezTo>
                  <a:cubicBezTo>
                    <a:pt x="282" y="117"/>
                    <a:pt x="281" y="116"/>
                    <a:pt x="282" y="116"/>
                  </a:cubicBezTo>
                  <a:cubicBezTo>
                    <a:pt x="283" y="116"/>
                    <a:pt x="284" y="117"/>
                    <a:pt x="285" y="116"/>
                  </a:cubicBezTo>
                  <a:cubicBezTo>
                    <a:pt x="284" y="116"/>
                    <a:pt x="286" y="116"/>
                    <a:pt x="286" y="116"/>
                  </a:cubicBezTo>
                  <a:cubicBezTo>
                    <a:pt x="287" y="116"/>
                    <a:pt x="287" y="116"/>
                    <a:pt x="288" y="117"/>
                  </a:cubicBezTo>
                  <a:cubicBezTo>
                    <a:pt x="288" y="117"/>
                    <a:pt x="288" y="117"/>
                    <a:pt x="289" y="117"/>
                  </a:cubicBezTo>
                  <a:cubicBezTo>
                    <a:pt x="289" y="117"/>
                    <a:pt x="289" y="117"/>
                    <a:pt x="289" y="117"/>
                  </a:cubicBezTo>
                  <a:cubicBezTo>
                    <a:pt x="290" y="117"/>
                    <a:pt x="290" y="117"/>
                    <a:pt x="291" y="118"/>
                  </a:cubicBezTo>
                  <a:cubicBezTo>
                    <a:pt x="291" y="118"/>
                    <a:pt x="291" y="118"/>
                    <a:pt x="291" y="118"/>
                  </a:cubicBezTo>
                  <a:cubicBezTo>
                    <a:pt x="292" y="119"/>
                    <a:pt x="291" y="119"/>
                    <a:pt x="292" y="119"/>
                  </a:cubicBezTo>
                  <a:cubicBezTo>
                    <a:pt x="292" y="120"/>
                    <a:pt x="292" y="120"/>
                    <a:pt x="292" y="120"/>
                  </a:cubicBezTo>
                  <a:cubicBezTo>
                    <a:pt x="293" y="121"/>
                    <a:pt x="292" y="121"/>
                    <a:pt x="292" y="121"/>
                  </a:cubicBezTo>
                  <a:cubicBezTo>
                    <a:pt x="291" y="122"/>
                    <a:pt x="292" y="122"/>
                    <a:pt x="292" y="121"/>
                  </a:cubicBezTo>
                  <a:cubicBezTo>
                    <a:pt x="292" y="121"/>
                    <a:pt x="293" y="121"/>
                    <a:pt x="293" y="121"/>
                  </a:cubicBezTo>
                  <a:cubicBezTo>
                    <a:pt x="292" y="122"/>
                    <a:pt x="292" y="122"/>
                    <a:pt x="292" y="122"/>
                  </a:cubicBezTo>
                  <a:cubicBezTo>
                    <a:pt x="291" y="122"/>
                    <a:pt x="291" y="122"/>
                    <a:pt x="291" y="122"/>
                  </a:cubicBezTo>
                  <a:cubicBezTo>
                    <a:pt x="291" y="123"/>
                    <a:pt x="291" y="123"/>
                    <a:pt x="290" y="123"/>
                  </a:cubicBezTo>
                  <a:cubicBezTo>
                    <a:pt x="290" y="123"/>
                    <a:pt x="290" y="123"/>
                    <a:pt x="289" y="123"/>
                  </a:cubicBezTo>
                  <a:cubicBezTo>
                    <a:pt x="289" y="123"/>
                    <a:pt x="289" y="123"/>
                    <a:pt x="288" y="123"/>
                  </a:cubicBezTo>
                  <a:cubicBezTo>
                    <a:pt x="288" y="123"/>
                    <a:pt x="287" y="123"/>
                    <a:pt x="286" y="123"/>
                  </a:cubicBezTo>
                  <a:cubicBezTo>
                    <a:pt x="286" y="123"/>
                    <a:pt x="284" y="123"/>
                    <a:pt x="284" y="123"/>
                  </a:cubicBezTo>
                  <a:cubicBezTo>
                    <a:pt x="284" y="123"/>
                    <a:pt x="285" y="123"/>
                    <a:pt x="284" y="124"/>
                  </a:cubicBezTo>
                  <a:cubicBezTo>
                    <a:pt x="284" y="124"/>
                    <a:pt x="283" y="124"/>
                    <a:pt x="282" y="124"/>
                  </a:cubicBezTo>
                  <a:cubicBezTo>
                    <a:pt x="282" y="124"/>
                    <a:pt x="282" y="123"/>
                    <a:pt x="281" y="124"/>
                  </a:cubicBezTo>
                  <a:cubicBezTo>
                    <a:pt x="281" y="124"/>
                    <a:pt x="281" y="124"/>
                    <a:pt x="281" y="124"/>
                  </a:cubicBezTo>
                  <a:cubicBezTo>
                    <a:pt x="280" y="124"/>
                    <a:pt x="279" y="125"/>
                    <a:pt x="280" y="125"/>
                  </a:cubicBezTo>
                  <a:cubicBezTo>
                    <a:pt x="279" y="126"/>
                    <a:pt x="278" y="126"/>
                    <a:pt x="277" y="126"/>
                  </a:cubicBezTo>
                  <a:cubicBezTo>
                    <a:pt x="276" y="126"/>
                    <a:pt x="276" y="126"/>
                    <a:pt x="277" y="126"/>
                  </a:cubicBezTo>
                  <a:cubicBezTo>
                    <a:pt x="278" y="126"/>
                    <a:pt x="278" y="126"/>
                    <a:pt x="278" y="127"/>
                  </a:cubicBezTo>
                  <a:cubicBezTo>
                    <a:pt x="279" y="128"/>
                    <a:pt x="281" y="126"/>
                    <a:pt x="281" y="127"/>
                  </a:cubicBezTo>
                  <a:cubicBezTo>
                    <a:pt x="282" y="128"/>
                    <a:pt x="282" y="127"/>
                    <a:pt x="283" y="127"/>
                  </a:cubicBezTo>
                  <a:cubicBezTo>
                    <a:pt x="283" y="127"/>
                    <a:pt x="283" y="128"/>
                    <a:pt x="283" y="128"/>
                  </a:cubicBezTo>
                  <a:cubicBezTo>
                    <a:pt x="283" y="128"/>
                    <a:pt x="283" y="128"/>
                    <a:pt x="284" y="128"/>
                  </a:cubicBezTo>
                  <a:cubicBezTo>
                    <a:pt x="285" y="128"/>
                    <a:pt x="287" y="128"/>
                    <a:pt x="288" y="128"/>
                  </a:cubicBezTo>
                  <a:cubicBezTo>
                    <a:pt x="289" y="128"/>
                    <a:pt x="290" y="128"/>
                    <a:pt x="290" y="128"/>
                  </a:cubicBezTo>
                  <a:cubicBezTo>
                    <a:pt x="291" y="128"/>
                    <a:pt x="292" y="128"/>
                    <a:pt x="292" y="128"/>
                  </a:cubicBezTo>
                  <a:cubicBezTo>
                    <a:pt x="293" y="128"/>
                    <a:pt x="294" y="128"/>
                    <a:pt x="295" y="128"/>
                  </a:cubicBezTo>
                  <a:cubicBezTo>
                    <a:pt x="295" y="128"/>
                    <a:pt x="296" y="128"/>
                    <a:pt x="297" y="128"/>
                  </a:cubicBezTo>
                  <a:cubicBezTo>
                    <a:pt x="298" y="128"/>
                    <a:pt x="299" y="127"/>
                    <a:pt x="300" y="128"/>
                  </a:cubicBezTo>
                  <a:cubicBezTo>
                    <a:pt x="300" y="128"/>
                    <a:pt x="300" y="128"/>
                    <a:pt x="300" y="128"/>
                  </a:cubicBezTo>
                  <a:cubicBezTo>
                    <a:pt x="300" y="128"/>
                    <a:pt x="300" y="128"/>
                    <a:pt x="300" y="128"/>
                  </a:cubicBezTo>
                  <a:cubicBezTo>
                    <a:pt x="300" y="128"/>
                    <a:pt x="300" y="128"/>
                    <a:pt x="300" y="128"/>
                  </a:cubicBezTo>
                  <a:cubicBezTo>
                    <a:pt x="301" y="128"/>
                    <a:pt x="301" y="128"/>
                    <a:pt x="302" y="128"/>
                  </a:cubicBezTo>
                  <a:cubicBezTo>
                    <a:pt x="302" y="128"/>
                    <a:pt x="303" y="128"/>
                    <a:pt x="303" y="128"/>
                  </a:cubicBezTo>
                  <a:cubicBezTo>
                    <a:pt x="303" y="128"/>
                    <a:pt x="304" y="127"/>
                    <a:pt x="304" y="127"/>
                  </a:cubicBezTo>
                  <a:cubicBezTo>
                    <a:pt x="304" y="128"/>
                    <a:pt x="304" y="128"/>
                    <a:pt x="304" y="128"/>
                  </a:cubicBezTo>
                  <a:cubicBezTo>
                    <a:pt x="305" y="128"/>
                    <a:pt x="306" y="126"/>
                    <a:pt x="307" y="127"/>
                  </a:cubicBezTo>
                  <a:cubicBezTo>
                    <a:pt x="307" y="127"/>
                    <a:pt x="306" y="127"/>
                    <a:pt x="306" y="127"/>
                  </a:cubicBezTo>
                  <a:cubicBezTo>
                    <a:pt x="307" y="127"/>
                    <a:pt x="308" y="127"/>
                    <a:pt x="309" y="127"/>
                  </a:cubicBezTo>
                  <a:cubicBezTo>
                    <a:pt x="310" y="127"/>
                    <a:pt x="310" y="127"/>
                    <a:pt x="311" y="126"/>
                  </a:cubicBezTo>
                  <a:cubicBezTo>
                    <a:pt x="312" y="126"/>
                    <a:pt x="313" y="126"/>
                    <a:pt x="314" y="126"/>
                  </a:cubicBezTo>
                  <a:cubicBezTo>
                    <a:pt x="314" y="126"/>
                    <a:pt x="315" y="126"/>
                    <a:pt x="315" y="126"/>
                  </a:cubicBezTo>
                  <a:cubicBezTo>
                    <a:pt x="315" y="125"/>
                    <a:pt x="316" y="125"/>
                    <a:pt x="316" y="125"/>
                  </a:cubicBezTo>
                  <a:cubicBezTo>
                    <a:pt x="317" y="126"/>
                    <a:pt x="316" y="126"/>
                    <a:pt x="316" y="126"/>
                  </a:cubicBezTo>
                  <a:cubicBezTo>
                    <a:pt x="315" y="127"/>
                    <a:pt x="316" y="127"/>
                    <a:pt x="316" y="126"/>
                  </a:cubicBezTo>
                  <a:cubicBezTo>
                    <a:pt x="316" y="126"/>
                    <a:pt x="317" y="127"/>
                    <a:pt x="317" y="127"/>
                  </a:cubicBezTo>
                  <a:cubicBezTo>
                    <a:pt x="317" y="127"/>
                    <a:pt x="316" y="127"/>
                    <a:pt x="317" y="128"/>
                  </a:cubicBezTo>
                  <a:cubicBezTo>
                    <a:pt x="317" y="128"/>
                    <a:pt x="316" y="128"/>
                    <a:pt x="316" y="128"/>
                  </a:cubicBezTo>
                  <a:cubicBezTo>
                    <a:pt x="316" y="128"/>
                    <a:pt x="317" y="128"/>
                    <a:pt x="317" y="128"/>
                  </a:cubicBezTo>
                  <a:cubicBezTo>
                    <a:pt x="318" y="128"/>
                    <a:pt x="318" y="128"/>
                    <a:pt x="319" y="127"/>
                  </a:cubicBezTo>
                  <a:cubicBezTo>
                    <a:pt x="318" y="128"/>
                    <a:pt x="319" y="128"/>
                    <a:pt x="320" y="128"/>
                  </a:cubicBezTo>
                  <a:cubicBezTo>
                    <a:pt x="320" y="128"/>
                    <a:pt x="321" y="128"/>
                    <a:pt x="321" y="128"/>
                  </a:cubicBezTo>
                  <a:cubicBezTo>
                    <a:pt x="320" y="129"/>
                    <a:pt x="320" y="130"/>
                    <a:pt x="319" y="130"/>
                  </a:cubicBezTo>
                  <a:cubicBezTo>
                    <a:pt x="318" y="130"/>
                    <a:pt x="319" y="130"/>
                    <a:pt x="319" y="131"/>
                  </a:cubicBezTo>
                  <a:cubicBezTo>
                    <a:pt x="319" y="131"/>
                    <a:pt x="319" y="131"/>
                    <a:pt x="319" y="131"/>
                  </a:cubicBezTo>
                  <a:cubicBezTo>
                    <a:pt x="321" y="131"/>
                    <a:pt x="321" y="129"/>
                    <a:pt x="322" y="129"/>
                  </a:cubicBezTo>
                  <a:cubicBezTo>
                    <a:pt x="323" y="129"/>
                    <a:pt x="323" y="129"/>
                    <a:pt x="323" y="129"/>
                  </a:cubicBezTo>
                  <a:cubicBezTo>
                    <a:pt x="322" y="130"/>
                    <a:pt x="322" y="131"/>
                    <a:pt x="321" y="131"/>
                  </a:cubicBezTo>
                  <a:cubicBezTo>
                    <a:pt x="322" y="131"/>
                    <a:pt x="322" y="131"/>
                    <a:pt x="323" y="131"/>
                  </a:cubicBezTo>
                  <a:cubicBezTo>
                    <a:pt x="323" y="130"/>
                    <a:pt x="323" y="131"/>
                    <a:pt x="324" y="131"/>
                  </a:cubicBezTo>
                  <a:cubicBezTo>
                    <a:pt x="324" y="132"/>
                    <a:pt x="324" y="132"/>
                    <a:pt x="324" y="133"/>
                  </a:cubicBezTo>
                  <a:cubicBezTo>
                    <a:pt x="324" y="133"/>
                    <a:pt x="324" y="134"/>
                    <a:pt x="323" y="134"/>
                  </a:cubicBezTo>
                  <a:cubicBezTo>
                    <a:pt x="323" y="134"/>
                    <a:pt x="322" y="134"/>
                    <a:pt x="322" y="134"/>
                  </a:cubicBezTo>
                  <a:cubicBezTo>
                    <a:pt x="321" y="134"/>
                    <a:pt x="321" y="135"/>
                    <a:pt x="320" y="134"/>
                  </a:cubicBezTo>
                  <a:cubicBezTo>
                    <a:pt x="320" y="134"/>
                    <a:pt x="319" y="133"/>
                    <a:pt x="319" y="133"/>
                  </a:cubicBezTo>
                  <a:cubicBezTo>
                    <a:pt x="319" y="133"/>
                    <a:pt x="318" y="134"/>
                    <a:pt x="318" y="134"/>
                  </a:cubicBezTo>
                  <a:cubicBezTo>
                    <a:pt x="318" y="134"/>
                    <a:pt x="319" y="134"/>
                    <a:pt x="319" y="134"/>
                  </a:cubicBezTo>
                  <a:cubicBezTo>
                    <a:pt x="319" y="134"/>
                    <a:pt x="319" y="134"/>
                    <a:pt x="319" y="134"/>
                  </a:cubicBezTo>
                  <a:cubicBezTo>
                    <a:pt x="319" y="135"/>
                    <a:pt x="319" y="135"/>
                    <a:pt x="319" y="135"/>
                  </a:cubicBezTo>
                  <a:cubicBezTo>
                    <a:pt x="320" y="135"/>
                    <a:pt x="320" y="135"/>
                    <a:pt x="320" y="135"/>
                  </a:cubicBezTo>
                  <a:cubicBezTo>
                    <a:pt x="321" y="136"/>
                    <a:pt x="319" y="136"/>
                    <a:pt x="319" y="136"/>
                  </a:cubicBezTo>
                  <a:cubicBezTo>
                    <a:pt x="319" y="136"/>
                    <a:pt x="320" y="136"/>
                    <a:pt x="320" y="137"/>
                  </a:cubicBezTo>
                  <a:cubicBezTo>
                    <a:pt x="320" y="137"/>
                    <a:pt x="319" y="137"/>
                    <a:pt x="319" y="138"/>
                  </a:cubicBezTo>
                  <a:cubicBezTo>
                    <a:pt x="319" y="138"/>
                    <a:pt x="320" y="138"/>
                    <a:pt x="320" y="138"/>
                  </a:cubicBezTo>
                  <a:cubicBezTo>
                    <a:pt x="320" y="137"/>
                    <a:pt x="321" y="137"/>
                    <a:pt x="321" y="138"/>
                  </a:cubicBezTo>
                  <a:cubicBezTo>
                    <a:pt x="320" y="139"/>
                    <a:pt x="320" y="139"/>
                    <a:pt x="321" y="139"/>
                  </a:cubicBezTo>
                  <a:cubicBezTo>
                    <a:pt x="321" y="139"/>
                    <a:pt x="321" y="140"/>
                    <a:pt x="321" y="140"/>
                  </a:cubicBezTo>
                  <a:cubicBezTo>
                    <a:pt x="321" y="141"/>
                    <a:pt x="321" y="141"/>
                    <a:pt x="322" y="141"/>
                  </a:cubicBezTo>
                  <a:cubicBezTo>
                    <a:pt x="322" y="140"/>
                    <a:pt x="322" y="140"/>
                    <a:pt x="321" y="140"/>
                  </a:cubicBezTo>
                  <a:cubicBezTo>
                    <a:pt x="321" y="139"/>
                    <a:pt x="321" y="139"/>
                    <a:pt x="321" y="139"/>
                  </a:cubicBezTo>
                  <a:cubicBezTo>
                    <a:pt x="321" y="139"/>
                    <a:pt x="321" y="139"/>
                    <a:pt x="321" y="138"/>
                  </a:cubicBezTo>
                  <a:cubicBezTo>
                    <a:pt x="321" y="138"/>
                    <a:pt x="321" y="137"/>
                    <a:pt x="321" y="137"/>
                  </a:cubicBezTo>
                  <a:cubicBezTo>
                    <a:pt x="322" y="137"/>
                    <a:pt x="322" y="136"/>
                    <a:pt x="323" y="135"/>
                  </a:cubicBezTo>
                  <a:cubicBezTo>
                    <a:pt x="324" y="134"/>
                    <a:pt x="324" y="135"/>
                    <a:pt x="324" y="135"/>
                  </a:cubicBezTo>
                  <a:cubicBezTo>
                    <a:pt x="324" y="135"/>
                    <a:pt x="324" y="135"/>
                    <a:pt x="325" y="134"/>
                  </a:cubicBezTo>
                  <a:cubicBezTo>
                    <a:pt x="325" y="134"/>
                    <a:pt x="325" y="134"/>
                    <a:pt x="325" y="135"/>
                  </a:cubicBezTo>
                  <a:cubicBezTo>
                    <a:pt x="325" y="135"/>
                    <a:pt x="325" y="136"/>
                    <a:pt x="324" y="135"/>
                  </a:cubicBezTo>
                  <a:cubicBezTo>
                    <a:pt x="324" y="135"/>
                    <a:pt x="323" y="135"/>
                    <a:pt x="323" y="135"/>
                  </a:cubicBezTo>
                  <a:cubicBezTo>
                    <a:pt x="323" y="136"/>
                    <a:pt x="324" y="135"/>
                    <a:pt x="324" y="136"/>
                  </a:cubicBezTo>
                  <a:cubicBezTo>
                    <a:pt x="324" y="136"/>
                    <a:pt x="324" y="136"/>
                    <a:pt x="323" y="136"/>
                  </a:cubicBezTo>
                  <a:cubicBezTo>
                    <a:pt x="323" y="136"/>
                    <a:pt x="324" y="136"/>
                    <a:pt x="324" y="136"/>
                  </a:cubicBezTo>
                  <a:cubicBezTo>
                    <a:pt x="324" y="136"/>
                    <a:pt x="324" y="136"/>
                    <a:pt x="324" y="136"/>
                  </a:cubicBezTo>
                  <a:cubicBezTo>
                    <a:pt x="324" y="136"/>
                    <a:pt x="325" y="136"/>
                    <a:pt x="325" y="135"/>
                  </a:cubicBezTo>
                  <a:cubicBezTo>
                    <a:pt x="325" y="135"/>
                    <a:pt x="326" y="135"/>
                    <a:pt x="326" y="135"/>
                  </a:cubicBezTo>
                  <a:cubicBezTo>
                    <a:pt x="326" y="135"/>
                    <a:pt x="326" y="136"/>
                    <a:pt x="326" y="136"/>
                  </a:cubicBezTo>
                  <a:cubicBezTo>
                    <a:pt x="326" y="137"/>
                    <a:pt x="327" y="136"/>
                    <a:pt x="327" y="136"/>
                  </a:cubicBezTo>
                  <a:cubicBezTo>
                    <a:pt x="327" y="136"/>
                    <a:pt x="327" y="135"/>
                    <a:pt x="327" y="135"/>
                  </a:cubicBezTo>
                  <a:cubicBezTo>
                    <a:pt x="326" y="134"/>
                    <a:pt x="326" y="134"/>
                    <a:pt x="327" y="134"/>
                  </a:cubicBezTo>
                  <a:cubicBezTo>
                    <a:pt x="328" y="134"/>
                    <a:pt x="328" y="134"/>
                    <a:pt x="329" y="134"/>
                  </a:cubicBezTo>
                  <a:cubicBezTo>
                    <a:pt x="327" y="133"/>
                    <a:pt x="327" y="132"/>
                    <a:pt x="328" y="131"/>
                  </a:cubicBezTo>
                  <a:cubicBezTo>
                    <a:pt x="328" y="130"/>
                    <a:pt x="329" y="131"/>
                    <a:pt x="329" y="130"/>
                  </a:cubicBezTo>
                  <a:cubicBezTo>
                    <a:pt x="329" y="129"/>
                    <a:pt x="329" y="129"/>
                    <a:pt x="328" y="128"/>
                  </a:cubicBezTo>
                  <a:cubicBezTo>
                    <a:pt x="328" y="128"/>
                    <a:pt x="329" y="127"/>
                    <a:pt x="329" y="127"/>
                  </a:cubicBezTo>
                  <a:cubicBezTo>
                    <a:pt x="331" y="126"/>
                    <a:pt x="332" y="127"/>
                    <a:pt x="333" y="126"/>
                  </a:cubicBezTo>
                  <a:cubicBezTo>
                    <a:pt x="333" y="126"/>
                    <a:pt x="332" y="126"/>
                    <a:pt x="332" y="125"/>
                  </a:cubicBezTo>
                  <a:cubicBezTo>
                    <a:pt x="332" y="125"/>
                    <a:pt x="333" y="124"/>
                    <a:pt x="334" y="125"/>
                  </a:cubicBezTo>
                  <a:cubicBezTo>
                    <a:pt x="334" y="125"/>
                    <a:pt x="332" y="125"/>
                    <a:pt x="333" y="125"/>
                  </a:cubicBezTo>
                  <a:cubicBezTo>
                    <a:pt x="333" y="125"/>
                    <a:pt x="332" y="125"/>
                    <a:pt x="332" y="125"/>
                  </a:cubicBezTo>
                  <a:cubicBezTo>
                    <a:pt x="332" y="126"/>
                    <a:pt x="334" y="125"/>
                    <a:pt x="334" y="125"/>
                  </a:cubicBezTo>
                  <a:cubicBezTo>
                    <a:pt x="334" y="125"/>
                    <a:pt x="335" y="125"/>
                    <a:pt x="335" y="125"/>
                  </a:cubicBezTo>
                  <a:cubicBezTo>
                    <a:pt x="336" y="125"/>
                    <a:pt x="338" y="124"/>
                    <a:pt x="339" y="124"/>
                  </a:cubicBezTo>
                  <a:cubicBezTo>
                    <a:pt x="338" y="124"/>
                    <a:pt x="338" y="124"/>
                    <a:pt x="338" y="124"/>
                  </a:cubicBezTo>
                  <a:cubicBezTo>
                    <a:pt x="339" y="124"/>
                    <a:pt x="339" y="124"/>
                    <a:pt x="340" y="124"/>
                  </a:cubicBezTo>
                  <a:cubicBezTo>
                    <a:pt x="340" y="124"/>
                    <a:pt x="341" y="124"/>
                    <a:pt x="341" y="124"/>
                  </a:cubicBezTo>
                  <a:cubicBezTo>
                    <a:pt x="342" y="124"/>
                    <a:pt x="342" y="123"/>
                    <a:pt x="342" y="123"/>
                  </a:cubicBezTo>
                  <a:cubicBezTo>
                    <a:pt x="342" y="123"/>
                    <a:pt x="342" y="123"/>
                    <a:pt x="342" y="124"/>
                  </a:cubicBezTo>
                  <a:cubicBezTo>
                    <a:pt x="343" y="124"/>
                    <a:pt x="343" y="123"/>
                    <a:pt x="343" y="123"/>
                  </a:cubicBezTo>
                  <a:cubicBezTo>
                    <a:pt x="344" y="123"/>
                    <a:pt x="344" y="123"/>
                    <a:pt x="344" y="124"/>
                  </a:cubicBezTo>
                  <a:cubicBezTo>
                    <a:pt x="344" y="124"/>
                    <a:pt x="344" y="124"/>
                    <a:pt x="345" y="123"/>
                  </a:cubicBezTo>
                  <a:cubicBezTo>
                    <a:pt x="344" y="123"/>
                    <a:pt x="344" y="123"/>
                    <a:pt x="345" y="123"/>
                  </a:cubicBezTo>
                  <a:cubicBezTo>
                    <a:pt x="345" y="122"/>
                    <a:pt x="345" y="122"/>
                    <a:pt x="346" y="122"/>
                  </a:cubicBezTo>
                  <a:cubicBezTo>
                    <a:pt x="346" y="122"/>
                    <a:pt x="346" y="122"/>
                    <a:pt x="347" y="122"/>
                  </a:cubicBezTo>
                  <a:cubicBezTo>
                    <a:pt x="347" y="122"/>
                    <a:pt x="348" y="122"/>
                    <a:pt x="348" y="122"/>
                  </a:cubicBezTo>
                  <a:cubicBezTo>
                    <a:pt x="349" y="121"/>
                    <a:pt x="350" y="122"/>
                    <a:pt x="351" y="121"/>
                  </a:cubicBezTo>
                  <a:cubicBezTo>
                    <a:pt x="351" y="122"/>
                    <a:pt x="352" y="121"/>
                    <a:pt x="352" y="120"/>
                  </a:cubicBezTo>
                  <a:cubicBezTo>
                    <a:pt x="352" y="120"/>
                    <a:pt x="353" y="119"/>
                    <a:pt x="354" y="119"/>
                  </a:cubicBezTo>
                  <a:cubicBezTo>
                    <a:pt x="353" y="119"/>
                    <a:pt x="353" y="120"/>
                    <a:pt x="352" y="119"/>
                  </a:cubicBezTo>
                  <a:cubicBezTo>
                    <a:pt x="352" y="119"/>
                    <a:pt x="351" y="120"/>
                    <a:pt x="350" y="120"/>
                  </a:cubicBezTo>
                  <a:cubicBezTo>
                    <a:pt x="349" y="120"/>
                    <a:pt x="348" y="120"/>
                    <a:pt x="346" y="120"/>
                  </a:cubicBezTo>
                  <a:cubicBezTo>
                    <a:pt x="347" y="120"/>
                    <a:pt x="347" y="120"/>
                    <a:pt x="347" y="120"/>
                  </a:cubicBezTo>
                  <a:cubicBezTo>
                    <a:pt x="347" y="121"/>
                    <a:pt x="346" y="121"/>
                    <a:pt x="346" y="121"/>
                  </a:cubicBezTo>
                  <a:cubicBezTo>
                    <a:pt x="346" y="121"/>
                    <a:pt x="345" y="121"/>
                    <a:pt x="345" y="121"/>
                  </a:cubicBezTo>
                  <a:cubicBezTo>
                    <a:pt x="345" y="121"/>
                    <a:pt x="346" y="121"/>
                    <a:pt x="346" y="121"/>
                  </a:cubicBezTo>
                  <a:cubicBezTo>
                    <a:pt x="346" y="122"/>
                    <a:pt x="345" y="122"/>
                    <a:pt x="345" y="122"/>
                  </a:cubicBezTo>
                  <a:cubicBezTo>
                    <a:pt x="345" y="122"/>
                    <a:pt x="345" y="122"/>
                    <a:pt x="344" y="122"/>
                  </a:cubicBezTo>
                  <a:cubicBezTo>
                    <a:pt x="344" y="123"/>
                    <a:pt x="344" y="122"/>
                    <a:pt x="344" y="122"/>
                  </a:cubicBezTo>
                  <a:cubicBezTo>
                    <a:pt x="344" y="122"/>
                    <a:pt x="344" y="121"/>
                    <a:pt x="343" y="122"/>
                  </a:cubicBezTo>
                  <a:cubicBezTo>
                    <a:pt x="343" y="122"/>
                    <a:pt x="343" y="122"/>
                    <a:pt x="342" y="122"/>
                  </a:cubicBezTo>
                  <a:cubicBezTo>
                    <a:pt x="342" y="122"/>
                    <a:pt x="342" y="122"/>
                    <a:pt x="341" y="122"/>
                  </a:cubicBezTo>
                  <a:cubicBezTo>
                    <a:pt x="341" y="122"/>
                    <a:pt x="340" y="123"/>
                    <a:pt x="339" y="123"/>
                  </a:cubicBezTo>
                  <a:cubicBezTo>
                    <a:pt x="339" y="123"/>
                    <a:pt x="339" y="123"/>
                    <a:pt x="339" y="122"/>
                  </a:cubicBezTo>
                  <a:cubicBezTo>
                    <a:pt x="338" y="122"/>
                    <a:pt x="338" y="122"/>
                    <a:pt x="338" y="122"/>
                  </a:cubicBezTo>
                  <a:cubicBezTo>
                    <a:pt x="337" y="122"/>
                    <a:pt x="338" y="122"/>
                    <a:pt x="337" y="122"/>
                  </a:cubicBezTo>
                  <a:cubicBezTo>
                    <a:pt x="337" y="122"/>
                    <a:pt x="336" y="122"/>
                    <a:pt x="335" y="122"/>
                  </a:cubicBezTo>
                  <a:cubicBezTo>
                    <a:pt x="334" y="123"/>
                    <a:pt x="335" y="123"/>
                    <a:pt x="336" y="124"/>
                  </a:cubicBezTo>
                  <a:cubicBezTo>
                    <a:pt x="335" y="124"/>
                    <a:pt x="334" y="123"/>
                    <a:pt x="334" y="124"/>
                  </a:cubicBezTo>
                  <a:cubicBezTo>
                    <a:pt x="333" y="124"/>
                    <a:pt x="333" y="124"/>
                    <a:pt x="332" y="124"/>
                  </a:cubicBezTo>
                  <a:cubicBezTo>
                    <a:pt x="333" y="124"/>
                    <a:pt x="332" y="124"/>
                    <a:pt x="331" y="124"/>
                  </a:cubicBezTo>
                  <a:cubicBezTo>
                    <a:pt x="331" y="124"/>
                    <a:pt x="330" y="124"/>
                    <a:pt x="330" y="124"/>
                  </a:cubicBezTo>
                  <a:cubicBezTo>
                    <a:pt x="330" y="124"/>
                    <a:pt x="329" y="124"/>
                    <a:pt x="329" y="124"/>
                  </a:cubicBezTo>
                  <a:cubicBezTo>
                    <a:pt x="330" y="124"/>
                    <a:pt x="330" y="124"/>
                    <a:pt x="330" y="124"/>
                  </a:cubicBezTo>
                  <a:cubicBezTo>
                    <a:pt x="330" y="124"/>
                    <a:pt x="331" y="123"/>
                    <a:pt x="331" y="123"/>
                  </a:cubicBezTo>
                  <a:cubicBezTo>
                    <a:pt x="330" y="123"/>
                    <a:pt x="330" y="124"/>
                    <a:pt x="330" y="123"/>
                  </a:cubicBezTo>
                  <a:cubicBezTo>
                    <a:pt x="330" y="123"/>
                    <a:pt x="331" y="123"/>
                    <a:pt x="331" y="122"/>
                  </a:cubicBezTo>
                  <a:cubicBezTo>
                    <a:pt x="331" y="122"/>
                    <a:pt x="328" y="124"/>
                    <a:pt x="328" y="123"/>
                  </a:cubicBezTo>
                  <a:cubicBezTo>
                    <a:pt x="328" y="122"/>
                    <a:pt x="331" y="121"/>
                    <a:pt x="331" y="121"/>
                  </a:cubicBezTo>
                  <a:cubicBezTo>
                    <a:pt x="333" y="121"/>
                    <a:pt x="334" y="120"/>
                    <a:pt x="336" y="119"/>
                  </a:cubicBezTo>
                  <a:cubicBezTo>
                    <a:pt x="337" y="119"/>
                    <a:pt x="339" y="119"/>
                    <a:pt x="340" y="119"/>
                  </a:cubicBezTo>
                  <a:cubicBezTo>
                    <a:pt x="342" y="119"/>
                    <a:pt x="343" y="119"/>
                    <a:pt x="345" y="118"/>
                  </a:cubicBezTo>
                  <a:cubicBezTo>
                    <a:pt x="346" y="118"/>
                    <a:pt x="346" y="118"/>
                    <a:pt x="347" y="118"/>
                  </a:cubicBezTo>
                  <a:cubicBezTo>
                    <a:pt x="348" y="118"/>
                    <a:pt x="349" y="117"/>
                    <a:pt x="350" y="117"/>
                  </a:cubicBezTo>
                  <a:cubicBezTo>
                    <a:pt x="351" y="117"/>
                    <a:pt x="352" y="117"/>
                    <a:pt x="352" y="117"/>
                  </a:cubicBezTo>
                  <a:cubicBezTo>
                    <a:pt x="353" y="116"/>
                    <a:pt x="354" y="117"/>
                    <a:pt x="354" y="117"/>
                  </a:cubicBezTo>
                  <a:cubicBezTo>
                    <a:pt x="355" y="117"/>
                    <a:pt x="355" y="117"/>
                    <a:pt x="355" y="118"/>
                  </a:cubicBezTo>
                  <a:cubicBezTo>
                    <a:pt x="356" y="118"/>
                    <a:pt x="356" y="119"/>
                    <a:pt x="355" y="119"/>
                  </a:cubicBezTo>
                  <a:cubicBezTo>
                    <a:pt x="355" y="119"/>
                    <a:pt x="354" y="120"/>
                    <a:pt x="355" y="120"/>
                  </a:cubicBezTo>
                  <a:cubicBezTo>
                    <a:pt x="355" y="121"/>
                    <a:pt x="354" y="121"/>
                    <a:pt x="354" y="121"/>
                  </a:cubicBezTo>
                  <a:cubicBezTo>
                    <a:pt x="354" y="121"/>
                    <a:pt x="353" y="121"/>
                    <a:pt x="353" y="121"/>
                  </a:cubicBezTo>
                  <a:cubicBezTo>
                    <a:pt x="352" y="121"/>
                    <a:pt x="354" y="121"/>
                    <a:pt x="354" y="121"/>
                  </a:cubicBezTo>
                  <a:cubicBezTo>
                    <a:pt x="353" y="122"/>
                    <a:pt x="354" y="122"/>
                    <a:pt x="354" y="123"/>
                  </a:cubicBezTo>
                  <a:cubicBezTo>
                    <a:pt x="354" y="123"/>
                    <a:pt x="355" y="123"/>
                    <a:pt x="355" y="122"/>
                  </a:cubicBezTo>
                  <a:cubicBezTo>
                    <a:pt x="355" y="122"/>
                    <a:pt x="356" y="122"/>
                    <a:pt x="356" y="122"/>
                  </a:cubicBezTo>
                  <a:cubicBezTo>
                    <a:pt x="357" y="123"/>
                    <a:pt x="356" y="123"/>
                    <a:pt x="355" y="123"/>
                  </a:cubicBezTo>
                  <a:cubicBezTo>
                    <a:pt x="355" y="123"/>
                    <a:pt x="355" y="123"/>
                    <a:pt x="356" y="123"/>
                  </a:cubicBezTo>
                  <a:cubicBezTo>
                    <a:pt x="356" y="123"/>
                    <a:pt x="356" y="123"/>
                    <a:pt x="356" y="123"/>
                  </a:cubicBezTo>
                  <a:cubicBezTo>
                    <a:pt x="356" y="123"/>
                    <a:pt x="357" y="123"/>
                    <a:pt x="357" y="123"/>
                  </a:cubicBezTo>
                  <a:cubicBezTo>
                    <a:pt x="358" y="123"/>
                    <a:pt x="356" y="124"/>
                    <a:pt x="356" y="124"/>
                  </a:cubicBezTo>
                  <a:cubicBezTo>
                    <a:pt x="357" y="124"/>
                    <a:pt x="356" y="124"/>
                    <a:pt x="356" y="124"/>
                  </a:cubicBezTo>
                  <a:cubicBezTo>
                    <a:pt x="356" y="125"/>
                    <a:pt x="357" y="125"/>
                    <a:pt x="357" y="125"/>
                  </a:cubicBezTo>
                  <a:cubicBezTo>
                    <a:pt x="357" y="125"/>
                    <a:pt x="357" y="125"/>
                    <a:pt x="356" y="125"/>
                  </a:cubicBezTo>
                  <a:cubicBezTo>
                    <a:pt x="357" y="125"/>
                    <a:pt x="359" y="125"/>
                    <a:pt x="360" y="125"/>
                  </a:cubicBezTo>
                  <a:cubicBezTo>
                    <a:pt x="361" y="125"/>
                    <a:pt x="362" y="125"/>
                    <a:pt x="363" y="125"/>
                  </a:cubicBezTo>
                  <a:cubicBezTo>
                    <a:pt x="363" y="125"/>
                    <a:pt x="365" y="123"/>
                    <a:pt x="365" y="124"/>
                  </a:cubicBezTo>
                  <a:cubicBezTo>
                    <a:pt x="366" y="124"/>
                    <a:pt x="364" y="125"/>
                    <a:pt x="364" y="125"/>
                  </a:cubicBezTo>
                  <a:cubicBezTo>
                    <a:pt x="365" y="125"/>
                    <a:pt x="365" y="126"/>
                    <a:pt x="365" y="126"/>
                  </a:cubicBezTo>
                  <a:cubicBezTo>
                    <a:pt x="366" y="126"/>
                    <a:pt x="365" y="126"/>
                    <a:pt x="365" y="126"/>
                  </a:cubicBezTo>
                  <a:cubicBezTo>
                    <a:pt x="366" y="126"/>
                    <a:pt x="366" y="126"/>
                    <a:pt x="366" y="126"/>
                  </a:cubicBezTo>
                  <a:cubicBezTo>
                    <a:pt x="367" y="126"/>
                    <a:pt x="366" y="127"/>
                    <a:pt x="366" y="127"/>
                  </a:cubicBezTo>
                  <a:cubicBezTo>
                    <a:pt x="367" y="127"/>
                    <a:pt x="368" y="127"/>
                    <a:pt x="369" y="127"/>
                  </a:cubicBezTo>
                  <a:cubicBezTo>
                    <a:pt x="369" y="127"/>
                    <a:pt x="370" y="128"/>
                    <a:pt x="369" y="128"/>
                  </a:cubicBezTo>
                  <a:cubicBezTo>
                    <a:pt x="370" y="128"/>
                    <a:pt x="370" y="127"/>
                    <a:pt x="371" y="128"/>
                  </a:cubicBezTo>
                  <a:cubicBezTo>
                    <a:pt x="372" y="128"/>
                    <a:pt x="372" y="127"/>
                    <a:pt x="372" y="127"/>
                  </a:cubicBezTo>
                  <a:cubicBezTo>
                    <a:pt x="372" y="127"/>
                    <a:pt x="373" y="128"/>
                    <a:pt x="373" y="128"/>
                  </a:cubicBezTo>
                  <a:cubicBezTo>
                    <a:pt x="373" y="128"/>
                    <a:pt x="373" y="128"/>
                    <a:pt x="374" y="128"/>
                  </a:cubicBezTo>
                  <a:cubicBezTo>
                    <a:pt x="374" y="128"/>
                    <a:pt x="375" y="128"/>
                    <a:pt x="375" y="128"/>
                  </a:cubicBezTo>
                  <a:cubicBezTo>
                    <a:pt x="375" y="128"/>
                    <a:pt x="375" y="128"/>
                    <a:pt x="376" y="128"/>
                  </a:cubicBezTo>
                  <a:cubicBezTo>
                    <a:pt x="376" y="128"/>
                    <a:pt x="376" y="128"/>
                    <a:pt x="376" y="128"/>
                  </a:cubicBezTo>
                  <a:cubicBezTo>
                    <a:pt x="377" y="128"/>
                    <a:pt x="377" y="127"/>
                    <a:pt x="378" y="127"/>
                  </a:cubicBezTo>
                  <a:cubicBezTo>
                    <a:pt x="378" y="127"/>
                    <a:pt x="378" y="128"/>
                    <a:pt x="378" y="128"/>
                  </a:cubicBezTo>
                  <a:cubicBezTo>
                    <a:pt x="378" y="128"/>
                    <a:pt x="379" y="128"/>
                    <a:pt x="379" y="128"/>
                  </a:cubicBezTo>
                  <a:cubicBezTo>
                    <a:pt x="380" y="127"/>
                    <a:pt x="380" y="127"/>
                    <a:pt x="380" y="127"/>
                  </a:cubicBezTo>
                  <a:cubicBezTo>
                    <a:pt x="381" y="127"/>
                    <a:pt x="382" y="127"/>
                    <a:pt x="383" y="127"/>
                  </a:cubicBezTo>
                  <a:cubicBezTo>
                    <a:pt x="382" y="127"/>
                    <a:pt x="382" y="127"/>
                    <a:pt x="382" y="127"/>
                  </a:cubicBezTo>
                  <a:cubicBezTo>
                    <a:pt x="383" y="127"/>
                    <a:pt x="384" y="127"/>
                    <a:pt x="385" y="127"/>
                  </a:cubicBezTo>
                  <a:cubicBezTo>
                    <a:pt x="386" y="127"/>
                    <a:pt x="386" y="127"/>
                    <a:pt x="387" y="127"/>
                  </a:cubicBezTo>
                  <a:cubicBezTo>
                    <a:pt x="387" y="127"/>
                    <a:pt x="390" y="127"/>
                    <a:pt x="390" y="127"/>
                  </a:cubicBezTo>
                  <a:cubicBezTo>
                    <a:pt x="391" y="127"/>
                    <a:pt x="391" y="128"/>
                    <a:pt x="391" y="128"/>
                  </a:cubicBezTo>
                  <a:cubicBezTo>
                    <a:pt x="392" y="128"/>
                    <a:pt x="393" y="128"/>
                    <a:pt x="393" y="128"/>
                  </a:cubicBezTo>
                  <a:cubicBezTo>
                    <a:pt x="394" y="128"/>
                    <a:pt x="394" y="128"/>
                    <a:pt x="394" y="128"/>
                  </a:cubicBezTo>
                  <a:cubicBezTo>
                    <a:pt x="395" y="128"/>
                    <a:pt x="395" y="127"/>
                    <a:pt x="396" y="127"/>
                  </a:cubicBezTo>
                  <a:cubicBezTo>
                    <a:pt x="396" y="127"/>
                    <a:pt x="399" y="128"/>
                    <a:pt x="398" y="127"/>
                  </a:cubicBezTo>
                  <a:cubicBezTo>
                    <a:pt x="397" y="126"/>
                    <a:pt x="396" y="126"/>
                    <a:pt x="397" y="125"/>
                  </a:cubicBezTo>
                  <a:cubicBezTo>
                    <a:pt x="398" y="125"/>
                    <a:pt x="399" y="124"/>
                    <a:pt x="399" y="125"/>
                  </a:cubicBezTo>
                  <a:cubicBezTo>
                    <a:pt x="399" y="125"/>
                    <a:pt x="400" y="125"/>
                    <a:pt x="400" y="126"/>
                  </a:cubicBezTo>
                  <a:cubicBezTo>
                    <a:pt x="400" y="126"/>
                    <a:pt x="400" y="127"/>
                    <a:pt x="400" y="127"/>
                  </a:cubicBezTo>
                  <a:cubicBezTo>
                    <a:pt x="400" y="128"/>
                    <a:pt x="401" y="127"/>
                    <a:pt x="400" y="128"/>
                  </a:cubicBezTo>
                  <a:cubicBezTo>
                    <a:pt x="400" y="128"/>
                    <a:pt x="401" y="128"/>
                    <a:pt x="401" y="128"/>
                  </a:cubicBezTo>
                  <a:cubicBezTo>
                    <a:pt x="401" y="128"/>
                    <a:pt x="401" y="128"/>
                    <a:pt x="401" y="129"/>
                  </a:cubicBezTo>
                  <a:cubicBezTo>
                    <a:pt x="402" y="129"/>
                    <a:pt x="402" y="129"/>
                    <a:pt x="403" y="129"/>
                  </a:cubicBezTo>
                  <a:cubicBezTo>
                    <a:pt x="403" y="129"/>
                    <a:pt x="404" y="129"/>
                    <a:pt x="405" y="128"/>
                  </a:cubicBezTo>
                  <a:cubicBezTo>
                    <a:pt x="405" y="129"/>
                    <a:pt x="406" y="128"/>
                    <a:pt x="406" y="128"/>
                  </a:cubicBezTo>
                  <a:cubicBezTo>
                    <a:pt x="406" y="128"/>
                    <a:pt x="406" y="128"/>
                    <a:pt x="406" y="128"/>
                  </a:cubicBezTo>
                  <a:cubicBezTo>
                    <a:pt x="406" y="128"/>
                    <a:pt x="407" y="128"/>
                    <a:pt x="407" y="127"/>
                  </a:cubicBezTo>
                  <a:cubicBezTo>
                    <a:pt x="407" y="127"/>
                    <a:pt x="407" y="126"/>
                    <a:pt x="407" y="126"/>
                  </a:cubicBezTo>
                  <a:cubicBezTo>
                    <a:pt x="407" y="126"/>
                    <a:pt x="406" y="127"/>
                    <a:pt x="406" y="126"/>
                  </a:cubicBezTo>
                  <a:cubicBezTo>
                    <a:pt x="406" y="126"/>
                    <a:pt x="405" y="126"/>
                    <a:pt x="405" y="125"/>
                  </a:cubicBezTo>
                  <a:cubicBezTo>
                    <a:pt x="405" y="125"/>
                    <a:pt x="404" y="125"/>
                    <a:pt x="404" y="126"/>
                  </a:cubicBezTo>
                  <a:cubicBezTo>
                    <a:pt x="403" y="126"/>
                    <a:pt x="403" y="126"/>
                    <a:pt x="402" y="126"/>
                  </a:cubicBezTo>
                  <a:cubicBezTo>
                    <a:pt x="402" y="126"/>
                    <a:pt x="402" y="126"/>
                    <a:pt x="402" y="126"/>
                  </a:cubicBezTo>
                  <a:cubicBezTo>
                    <a:pt x="402" y="126"/>
                    <a:pt x="401" y="126"/>
                    <a:pt x="401" y="126"/>
                  </a:cubicBezTo>
                  <a:cubicBezTo>
                    <a:pt x="401" y="126"/>
                    <a:pt x="401" y="127"/>
                    <a:pt x="400" y="127"/>
                  </a:cubicBezTo>
                  <a:cubicBezTo>
                    <a:pt x="400" y="127"/>
                    <a:pt x="400" y="126"/>
                    <a:pt x="400" y="126"/>
                  </a:cubicBezTo>
                  <a:cubicBezTo>
                    <a:pt x="400" y="126"/>
                    <a:pt x="400" y="126"/>
                    <a:pt x="400" y="125"/>
                  </a:cubicBezTo>
                  <a:cubicBezTo>
                    <a:pt x="399" y="125"/>
                    <a:pt x="400" y="125"/>
                    <a:pt x="400" y="124"/>
                  </a:cubicBezTo>
                  <a:cubicBezTo>
                    <a:pt x="400" y="124"/>
                    <a:pt x="400" y="124"/>
                    <a:pt x="400" y="124"/>
                  </a:cubicBezTo>
                  <a:cubicBezTo>
                    <a:pt x="400" y="124"/>
                    <a:pt x="401" y="123"/>
                    <a:pt x="401" y="124"/>
                  </a:cubicBezTo>
                  <a:cubicBezTo>
                    <a:pt x="399" y="125"/>
                    <a:pt x="403" y="124"/>
                    <a:pt x="401" y="123"/>
                  </a:cubicBezTo>
                  <a:cubicBezTo>
                    <a:pt x="401" y="123"/>
                    <a:pt x="401" y="123"/>
                    <a:pt x="401" y="123"/>
                  </a:cubicBezTo>
                  <a:cubicBezTo>
                    <a:pt x="401" y="123"/>
                    <a:pt x="401" y="123"/>
                    <a:pt x="401" y="122"/>
                  </a:cubicBezTo>
                  <a:cubicBezTo>
                    <a:pt x="401" y="122"/>
                    <a:pt x="401" y="122"/>
                    <a:pt x="401" y="122"/>
                  </a:cubicBezTo>
                  <a:cubicBezTo>
                    <a:pt x="402" y="122"/>
                    <a:pt x="401" y="122"/>
                    <a:pt x="402" y="122"/>
                  </a:cubicBezTo>
                  <a:cubicBezTo>
                    <a:pt x="402" y="122"/>
                    <a:pt x="402" y="122"/>
                    <a:pt x="402" y="122"/>
                  </a:cubicBezTo>
                  <a:cubicBezTo>
                    <a:pt x="403" y="122"/>
                    <a:pt x="402" y="121"/>
                    <a:pt x="402" y="121"/>
                  </a:cubicBezTo>
                  <a:cubicBezTo>
                    <a:pt x="402" y="121"/>
                    <a:pt x="403" y="122"/>
                    <a:pt x="403" y="122"/>
                  </a:cubicBezTo>
                  <a:cubicBezTo>
                    <a:pt x="404" y="122"/>
                    <a:pt x="405" y="122"/>
                    <a:pt x="405" y="122"/>
                  </a:cubicBezTo>
                  <a:cubicBezTo>
                    <a:pt x="405" y="122"/>
                    <a:pt x="406" y="122"/>
                    <a:pt x="406" y="122"/>
                  </a:cubicBezTo>
                  <a:cubicBezTo>
                    <a:pt x="406" y="122"/>
                    <a:pt x="407" y="122"/>
                    <a:pt x="407" y="122"/>
                  </a:cubicBezTo>
                  <a:cubicBezTo>
                    <a:pt x="408" y="121"/>
                    <a:pt x="407" y="121"/>
                    <a:pt x="407" y="121"/>
                  </a:cubicBezTo>
                  <a:cubicBezTo>
                    <a:pt x="407" y="121"/>
                    <a:pt x="407" y="121"/>
                    <a:pt x="407" y="121"/>
                  </a:cubicBezTo>
                  <a:cubicBezTo>
                    <a:pt x="406" y="120"/>
                    <a:pt x="408" y="120"/>
                    <a:pt x="408" y="120"/>
                  </a:cubicBezTo>
                  <a:cubicBezTo>
                    <a:pt x="408" y="120"/>
                    <a:pt x="410" y="120"/>
                    <a:pt x="409" y="121"/>
                  </a:cubicBezTo>
                  <a:cubicBezTo>
                    <a:pt x="408" y="121"/>
                    <a:pt x="410" y="121"/>
                    <a:pt x="410" y="121"/>
                  </a:cubicBezTo>
                  <a:cubicBezTo>
                    <a:pt x="410" y="121"/>
                    <a:pt x="409" y="121"/>
                    <a:pt x="409" y="121"/>
                  </a:cubicBezTo>
                  <a:cubicBezTo>
                    <a:pt x="410" y="120"/>
                    <a:pt x="411" y="120"/>
                    <a:pt x="411" y="121"/>
                  </a:cubicBezTo>
                  <a:cubicBezTo>
                    <a:pt x="412" y="121"/>
                    <a:pt x="412" y="121"/>
                    <a:pt x="412" y="122"/>
                  </a:cubicBezTo>
                  <a:cubicBezTo>
                    <a:pt x="412" y="122"/>
                    <a:pt x="412" y="122"/>
                    <a:pt x="412" y="122"/>
                  </a:cubicBezTo>
                  <a:cubicBezTo>
                    <a:pt x="412" y="122"/>
                    <a:pt x="413" y="122"/>
                    <a:pt x="412" y="122"/>
                  </a:cubicBezTo>
                  <a:cubicBezTo>
                    <a:pt x="412" y="123"/>
                    <a:pt x="412" y="122"/>
                    <a:pt x="411" y="123"/>
                  </a:cubicBezTo>
                  <a:cubicBezTo>
                    <a:pt x="412" y="123"/>
                    <a:pt x="412" y="123"/>
                    <a:pt x="413" y="123"/>
                  </a:cubicBezTo>
                  <a:cubicBezTo>
                    <a:pt x="414" y="123"/>
                    <a:pt x="414" y="122"/>
                    <a:pt x="414" y="123"/>
                  </a:cubicBezTo>
                  <a:cubicBezTo>
                    <a:pt x="414" y="123"/>
                    <a:pt x="413" y="123"/>
                    <a:pt x="414" y="124"/>
                  </a:cubicBezTo>
                  <a:cubicBezTo>
                    <a:pt x="414" y="124"/>
                    <a:pt x="415" y="123"/>
                    <a:pt x="415" y="123"/>
                  </a:cubicBezTo>
                  <a:cubicBezTo>
                    <a:pt x="415" y="123"/>
                    <a:pt x="416" y="122"/>
                    <a:pt x="416" y="122"/>
                  </a:cubicBezTo>
                  <a:cubicBezTo>
                    <a:pt x="415" y="123"/>
                    <a:pt x="414" y="124"/>
                    <a:pt x="413" y="124"/>
                  </a:cubicBezTo>
                  <a:cubicBezTo>
                    <a:pt x="413" y="124"/>
                    <a:pt x="411" y="125"/>
                    <a:pt x="411" y="125"/>
                  </a:cubicBezTo>
                  <a:cubicBezTo>
                    <a:pt x="411" y="126"/>
                    <a:pt x="413" y="125"/>
                    <a:pt x="413" y="125"/>
                  </a:cubicBezTo>
                  <a:cubicBezTo>
                    <a:pt x="413" y="125"/>
                    <a:pt x="413" y="125"/>
                    <a:pt x="413" y="125"/>
                  </a:cubicBezTo>
                  <a:cubicBezTo>
                    <a:pt x="414" y="125"/>
                    <a:pt x="414" y="125"/>
                    <a:pt x="414" y="124"/>
                  </a:cubicBezTo>
                  <a:cubicBezTo>
                    <a:pt x="414" y="124"/>
                    <a:pt x="414" y="124"/>
                    <a:pt x="414" y="124"/>
                  </a:cubicBezTo>
                  <a:cubicBezTo>
                    <a:pt x="414" y="124"/>
                    <a:pt x="416" y="124"/>
                    <a:pt x="417" y="123"/>
                  </a:cubicBezTo>
                  <a:cubicBezTo>
                    <a:pt x="418" y="123"/>
                    <a:pt x="419" y="123"/>
                    <a:pt x="420" y="122"/>
                  </a:cubicBezTo>
                  <a:cubicBezTo>
                    <a:pt x="419" y="123"/>
                    <a:pt x="419" y="123"/>
                    <a:pt x="418" y="124"/>
                  </a:cubicBezTo>
                  <a:cubicBezTo>
                    <a:pt x="417" y="124"/>
                    <a:pt x="417" y="124"/>
                    <a:pt x="417" y="125"/>
                  </a:cubicBezTo>
                  <a:cubicBezTo>
                    <a:pt x="415" y="126"/>
                    <a:pt x="414" y="127"/>
                    <a:pt x="413" y="128"/>
                  </a:cubicBezTo>
                  <a:cubicBezTo>
                    <a:pt x="413" y="128"/>
                    <a:pt x="412" y="129"/>
                    <a:pt x="412" y="129"/>
                  </a:cubicBezTo>
                  <a:cubicBezTo>
                    <a:pt x="412" y="129"/>
                    <a:pt x="412" y="128"/>
                    <a:pt x="412" y="128"/>
                  </a:cubicBezTo>
                  <a:cubicBezTo>
                    <a:pt x="412" y="128"/>
                    <a:pt x="411" y="129"/>
                    <a:pt x="410" y="129"/>
                  </a:cubicBezTo>
                  <a:cubicBezTo>
                    <a:pt x="410" y="129"/>
                    <a:pt x="409" y="130"/>
                    <a:pt x="409" y="130"/>
                  </a:cubicBezTo>
                  <a:cubicBezTo>
                    <a:pt x="409" y="130"/>
                    <a:pt x="409" y="130"/>
                    <a:pt x="410" y="130"/>
                  </a:cubicBezTo>
                  <a:cubicBezTo>
                    <a:pt x="410" y="130"/>
                    <a:pt x="410" y="130"/>
                    <a:pt x="410" y="131"/>
                  </a:cubicBezTo>
                  <a:cubicBezTo>
                    <a:pt x="411" y="131"/>
                    <a:pt x="411" y="130"/>
                    <a:pt x="411" y="130"/>
                  </a:cubicBezTo>
                  <a:cubicBezTo>
                    <a:pt x="411" y="131"/>
                    <a:pt x="409" y="132"/>
                    <a:pt x="409" y="132"/>
                  </a:cubicBezTo>
                  <a:cubicBezTo>
                    <a:pt x="409" y="132"/>
                    <a:pt x="409" y="132"/>
                    <a:pt x="409" y="132"/>
                  </a:cubicBezTo>
                  <a:cubicBezTo>
                    <a:pt x="409" y="132"/>
                    <a:pt x="409" y="132"/>
                    <a:pt x="409" y="133"/>
                  </a:cubicBezTo>
                  <a:cubicBezTo>
                    <a:pt x="411" y="133"/>
                    <a:pt x="412" y="131"/>
                    <a:pt x="413" y="131"/>
                  </a:cubicBezTo>
                  <a:cubicBezTo>
                    <a:pt x="413" y="131"/>
                    <a:pt x="413" y="131"/>
                    <a:pt x="413" y="132"/>
                  </a:cubicBezTo>
                  <a:cubicBezTo>
                    <a:pt x="414" y="132"/>
                    <a:pt x="414" y="131"/>
                    <a:pt x="415" y="131"/>
                  </a:cubicBezTo>
                  <a:cubicBezTo>
                    <a:pt x="415" y="131"/>
                    <a:pt x="414" y="132"/>
                    <a:pt x="414" y="132"/>
                  </a:cubicBezTo>
                  <a:cubicBezTo>
                    <a:pt x="413" y="132"/>
                    <a:pt x="412" y="132"/>
                    <a:pt x="411" y="133"/>
                  </a:cubicBezTo>
                  <a:cubicBezTo>
                    <a:pt x="412" y="133"/>
                    <a:pt x="412" y="133"/>
                    <a:pt x="413" y="133"/>
                  </a:cubicBezTo>
                  <a:cubicBezTo>
                    <a:pt x="412" y="133"/>
                    <a:pt x="413" y="133"/>
                    <a:pt x="414" y="133"/>
                  </a:cubicBezTo>
                  <a:cubicBezTo>
                    <a:pt x="414" y="133"/>
                    <a:pt x="413" y="133"/>
                    <a:pt x="413" y="133"/>
                  </a:cubicBezTo>
                  <a:cubicBezTo>
                    <a:pt x="413" y="133"/>
                    <a:pt x="414" y="133"/>
                    <a:pt x="414" y="133"/>
                  </a:cubicBezTo>
                  <a:cubicBezTo>
                    <a:pt x="414" y="133"/>
                    <a:pt x="413" y="134"/>
                    <a:pt x="413" y="134"/>
                  </a:cubicBezTo>
                  <a:cubicBezTo>
                    <a:pt x="413" y="134"/>
                    <a:pt x="414" y="134"/>
                    <a:pt x="413" y="135"/>
                  </a:cubicBezTo>
                  <a:cubicBezTo>
                    <a:pt x="413" y="135"/>
                    <a:pt x="413" y="135"/>
                    <a:pt x="412" y="135"/>
                  </a:cubicBezTo>
                  <a:cubicBezTo>
                    <a:pt x="412" y="135"/>
                    <a:pt x="411" y="135"/>
                    <a:pt x="411" y="135"/>
                  </a:cubicBezTo>
                  <a:cubicBezTo>
                    <a:pt x="411" y="135"/>
                    <a:pt x="411" y="135"/>
                    <a:pt x="411" y="135"/>
                  </a:cubicBezTo>
                  <a:cubicBezTo>
                    <a:pt x="410" y="135"/>
                    <a:pt x="410" y="135"/>
                    <a:pt x="409" y="135"/>
                  </a:cubicBezTo>
                  <a:cubicBezTo>
                    <a:pt x="408" y="135"/>
                    <a:pt x="409" y="135"/>
                    <a:pt x="408" y="135"/>
                  </a:cubicBezTo>
                  <a:cubicBezTo>
                    <a:pt x="409" y="134"/>
                    <a:pt x="409" y="134"/>
                    <a:pt x="409" y="134"/>
                  </a:cubicBezTo>
                  <a:cubicBezTo>
                    <a:pt x="408" y="134"/>
                    <a:pt x="408" y="135"/>
                    <a:pt x="407" y="135"/>
                  </a:cubicBezTo>
                  <a:cubicBezTo>
                    <a:pt x="407" y="135"/>
                    <a:pt x="407" y="135"/>
                    <a:pt x="407" y="135"/>
                  </a:cubicBezTo>
                  <a:cubicBezTo>
                    <a:pt x="407" y="135"/>
                    <a:pt x="406" y="135"/>
                    <a:pt x="406" y="134"/>
                  </a:cubicBezTo>
                  <a:cubicBezTo>
                    <a:pt x="407" y="134"/>
                    <a:pt x="407" y="134"/>
                    <a:pt x="406" y="134"/>
                  </a:cubicBezTo>
                  <a:cubicBezTo>
                    <a:pt x="406" y="134"/>
                    <a:pt x="406" y="134"/>
                    <a:pt x="406" y="134"/>
                  </a:cubicBezTo>
                  <a:cubicBezTo>
                    <a:pt x="405" y="135"/>
                    <a:pt x="406" y="135"/>
                    <a:pt x="406" y="135"/>
                  </a:cubicBezTo>
                  <a:cubicBezTo>
                    <a:pt x="406" y="136"/>
                    <a:pt x="406" y="136"/>
                    <a:pt x="406" y="136"/>
                  </a:cubicBezTo>
                  <a:cubicBezTo>
                    <a:pt x="407" y="136"/>
                    <a:pt x="406" y="136"/>
                    <a:pt x="406" y="136"/>
                  </a:cubicBezTo>
                  <a:cubicBezTo>
                    <a:pt x="406" y="136"/>
                    <a:pt x="406" y="137"/>
                    <a:pt x="407" y="137"/>
                  </a:cubicBezTo>
                  <a:cubicBezTo>
                    <a:pt x="408" y="137"/>
                    <a:pt x="407" y="138"/>
                    <a:pt x="406" y="139"/>
                  </a:cubicBezTo>
                  <a:cubicBezTo>
                    <a:pt x="407" y="138"/>
                    <a:pt x="407" y="138"/>
                    <a:pt x="408" y="138"/>
                  </a:cubicBezTo>
                  <a:cubicBezTo>
                    <a:pt x="408" y="138"/>
                    <a:pt x="409" y="137"/>
                    <a:pt x="408" y="137"/>
                  </a:cubicBezTo>
                  <a:cubicBezTo>
                    <a:pt x="408" y="137"/>
                    <a:pt x="408" y="138"/>
                    <a:pt x="407" y="138"/>
                  </a:cubicBezTo>
                  <a:cubicBezTo>
                    <a:pt x="407" y="138"/>
                    <a:pt x="408" y="137"/>
                    <a:pt x="408" y="137"/>
                  </a:cubicBezTo>
                  <a:cubicBezTo>
                    <a:pt x="407" y="136"/>
                    <a:pt x="407" y="135"/>
                    <a:pt x="408" y="135"/>
                  </a:cubicBezTo>
                  <a:cubicBezTo>
                    <a:pt x="408" y="135"/>
                    <a:pt x="408" y="135"/>
                    <a:pt x="409" y="135"/>
                  </a:cubicBezTo>
                  <a:cubicBezTo>
                    <a:pt x="409" y="135"/>
                    <a:pt x="409" y="135"/>
                    <a:pt x="409" y="135"/>
                  </a:cubicBezTo>
                  <a:cubicBezTo>
                    <a:pt x="409" y="135"/>
                    <a:pt x="409" y="136"/>
                    <a:pt x="409" y="136"/>
                  </a:cubicBezTo>
                  <a:cubicBezTo>
                    <a:pt x="410" y="136"/>
                    <a:pt x="411" y="136"/>
                    <a:pt x="411" y="135"/>
                  </a:cubicBezTo>
                  <a:cubicBezTo>
                    <a:pt x="412" y="135"/>
                    <a:pt x="412" y="136"/>
                    <a:pt x="413" y="135"/>
                  </a:cubicBezTo>
                  <a:cubicBezTo>
                    <a:pt x="413" y="135"/>
                    <a:pt x="414" y="135"/>
                    <a:pt x="413" y="135"/>
                  </a:cubicBezTo>
                  <a:cubicBezTo>
                    <a:pt x="414" y="134"/>
                    <a:pt x="414" y="134"/>
                    <a:pt x="414" y="134"/>
                  </a:cubicBezTo>
                  <a:cubicBezTo>
                    <a:pt x="414" y="134"/>
                    <a:pt x="414" y="133"/>
                    <a:pt x="415" y="133"/>
                  </a:cubicBezTo>
                  <a:cubicBezTo>
                    <a:pt x="415" y="133"/>
                    <a:pt x="417" y="132"/>
                    <a:pt x="417" y="132"/>
                  </a:cubicBezTo>
                  <a:cubicBezTo>
                    <a:pt x="417" y="132"/>
                    <a:pt x="416" y="132"/>
                    <a:pt x="416" y="131"/>
                  </a:cubicBezTo>
                  <a:cubicBezTo>
                    <a:pt x="416" y="130"/>
                    <a:pt x="417" y="130"/>
                    <a:pt x="417" y="130"/>
                  </a:cubicBezTo>
                  <a:cubicBezTo>
                    <a:pt x="418" y="129"/>
                    <a:pt x="416" y="128"/>
                    <a:pt x="417" y="128"/>
                  </a:cubicBezTo>
                  <a:cubicBezTo>
                    <a:pt x="417" y="127"/>
                    <a:pt x="418" y="127"/>
                    <a:pt x="418" y="127"/>
                  </a:cubicBezTo>
                  <a:cubicBezTo>
                    <a:pt x="419" y="127"/>
                    <a:pt x="419" y="126"/>
                    <a:pt x="419" y="126"/>
                  </a:cubicBezTo>
                  <a:cubicBezTo>
                    <a:pt x="419" y="126"/>
                    <a:pt x="422" y="125"/>
                    <a:pt x="421" y="125"/>
                  </a:cubicBezTo>
                  <a:cubicBezTo>
                    <a:pt x="422" y="124"/>
                    <a:pt x="422" y="125"/>
                    <a:pt x="423" y="124"/>
                  </a:cubicBezTo>
                  <a:cubicBezTo>
                    <a:pt x="423" y="125"/>
                    <a:pt x="423" y="125"/>
                    <a:pt x="422" y="125"/>
                  </a:cubicBezTo>
                  <a:cubicBezTo>
                    <a:pt x="423" y="125"/>
                    <a:pt x="424" y="124"/>
                    <a:pt x="424" y="125"/>
                  </a:cubicBezTo>
                  <a:cubicBezTo>
                    <a:pt x="424" y="125"/>
                    <a:pt x="425" y="125"/>
                    <a:pt x="426" y="125"/>
                  </a:cubicBezTo>
                  <a:cubicBezTo>
                    <a:pt x="427" y="125"/>
                    <a:pt x="427" y="124"/>
                    <a:pt x="428" y="124"/>
                  </a:cubicBezTo>
                  <a:cubicBezTo>
                    <a:pt x="429" y="123"/>
                    <a:pt x="430" y="123"/>
                    <a:pt x="431" y="123"/>
                  </a:cubicBezTo>
                  <a:cubicBezTo>
                    <a:pt x="432" y="123"/>
                    <a:pt x="432" y="122"/>
                    <a:pt x="433" y="122"/>
                  </a:cubicBezTo>
                  <a:cubicBezTo>
                    <a:pt x="433" y="121"/>
                    <a:pt x="434" y="121"/>
                    <a:pt x="435" y="121"/>
                  </a:cubicBezTo>
                  <a:cubicBezTo>
                    <a:pt x="437" y="120"/>
                    <a:pt x="439" y="120"/>
                    <a:pt x="441" y="119"/>
                  </a:cubicBezTo>
                  <a:cubicBezTo>
                    <a:pt x="440" y="119"/>
                    <a:pt x="439" y="120"/>
                    <a:pt x="438" y="120"/>
                  </a:cubicBezTo>
                  <a:cubicBezTo>
                    <a:pt x="439" y="119"/>
                    <a:pt x="440" y="118"/>
                    <a:pt x="441" y="118"/>
                  </a:cubicBezTo>
                  <a:cubicBezTo>
                    <a:pt x="441" y="118"/>
                    <a:pt x="441" y="116"/>
                    <a:pt x="442" y="116"/>
                  </a:cubicBezTo>
                  <a:cubicBezTo>
                    <a:pt x="441" y="116"/>
                    <a:pt x="441" y="116"/>
                    <a:pt x="441" y="116"/>
                  </a:cubicBezTo>
                  <a:cubicBezTo>
                    <a:pt x="441" y="116"/>
                    <a:pt x="440" y="116"/>
                    <a:pt x="440" y="116"/>
                  </a:cubicBezTo>
                  <a:cubicBezTo>
                    <a:pt x="440" y="116"/>
                    <a:pt x="440" y="116"/>
                    <a:pt x="441" y="116"/>
                  </a:cubicBezTo>
                  <a:cubicBezTo>
                    <a:pt x="440" y="116"/>
                    <a:pt x="440" y="116"/>
                    <a:pt x="440" y="116"/>
                  </a:cubicBezTo>
                  <a:cubicBezTo>
                    <a:pt x="440" y="116"/>
                    <a:pt x="441" y="116"/>
                    <a:pt x="441" y="115"/>
                  </a:cubicBezTo>
                  <a:cubicBezTo>
                    <a:pt x="441" y="115"/>
                    <a:pt x="441" y="115"/>
                    <a:pt x="440" y="116"/>
                  </a:cubicBezTo>
                  <a:cubicBezTo>
                    <a:pt x="440" y="116"/>
                    <a:pt x="440" y="116"/>
                    <a:pt x="440" y="116"/>
                  </a:cubicBezTo>
                  <a:cubicBezTo>
                    <a:pt x="439" y="116"/>
                    <a:pt x="439" y="116"/>
                    <a:pt x="439" y="116"/>
                  </a:cubicBezTo>
                  <a:cubicBezTo>
                    <a:pt x="438" y="117"/>
                    <a:pt x="438" y="117"/>
                    <a:pt x="438" y="117"/>
                  </a:cubicBezTo>
                  <a:cubicBezTo>
                    <a:pt x="438" y="118"/>
                    <a:pt x="439" y="117"/>
                    <a:pt x="439" y="117"/>
                  </a:cubicBezTo>
                  <a:cubicBezTo>
                    <a:pt x="438" y="117"/>
                    <a:pt x="440" y="117"/>
                    <a:pt x="440" y="117"/>
                  </a:cubicBezTo>
                  <a:cubicBezTo>
                    <a:pt x="438" y="118"/>
                    <a:pt x="437" y="118"/>
                    <a:pt x="435" y="118"/>
                  </a:cubicBezTo>
                  <a:cubicBezTo>
                    <a:pt x="435" y="118"/>
                    <a:pt x="434" y="118"/>
                    <a:pt x="434" y="118"/>
                  </a:cubicBezTo>
                  <a:cubicBezTo>
                    <a:pt x="433" y="119"/>
                    <a:pt x="433" y="118"/>
                    <a:pt x="433" y="118"/>
                  </a:cubicBezTo>
                  <a:cubicBezTo>
                    <a:pt x="433" y="118"/>
                    <a:pt x="434" y="117"/>
                    <a:pt x="435" y="117"/>
                  </a:cubicBezTo>
                  <a:cubicBezTo>
                    <a:pt x="435" y="116"/>
                    <a:pt x="436" y="116"/>
                    <a:pt x="436" y="116"/>
                  </a:cubicBezTo>
                  <a:cubicBezTo>
                    <a:pt x="436" y="116"/>
                    <a:pt x="437" y="116"/>
                    <a:pt x="437" y="116"/>
                  </a:cubicBezTo>
                  <a:cubicBezTo>
                    <a:pt x="437" y="116"/>
                    <a:pt x="438" y="116"/>
                    <a:pt x="438" y="116"/>
                  </a:cubicBezTo>
                  <a:cubicBezTo>
                    <a:pt x="439" y="115"/>
                    <a:pt x="439" y="115"/>
                    <a:pt x="439" y="115"/>
                  </a:cubicBezTo>
                  <a:cubicBezTo>
                    <a:pt x="440" y="115"/>
                    <a:pt x="440" y="115"/>
                    <a:pt x="440" y="114"/>
                  </a:cubicBezTo>
                  <a:cubicBezTo>
                    <a:pt x="440" y="115"/>
                    <a:pt x="439" y="115"/>
                    <a:pt x="439" y="115"/>
                  </a:cubicBezTo>
                  <a:cubicBezTo>
                    <a:pt x="438" y="114"/>
                    <a:pt x="440" y="113"/>
                    <a:pt x="440" y="113"/>
                  </a:cubicBezTo>
                  <a:cubicBezTo>
                    <a:pt x="440" y="112"/>
                    <a:pt x="443" y="113"/>
                    <a:pt x="443" y="113"/>
                  </a:cubicBezTo>
                  <a:cubicBezTo>
                    <a:pt x="444" y="113"/>
                    <a:pt x="445" y="112"/>
                    <a:pt x="446" y="112"/>
                  </a:cubicBezTo>
                  <a:cubicBezTo>
                    <a:pt x="445" y="113"/>
                    <a:pt x="444" y="113"/>
                    <a:pt x="442" y="114"/>
                  </a:cubicBezTo>
                  <a:cubicBezTo>
                    <a:pt x="443" y="114"/>
                    <a:pt x="443" y="114"/>
                    <a:pt x="443" y="113"/>
                  </a:cubicBezTo>
                  <a:cubicBezTo>
                    <a:pt x="443" y="114"/>
                    <a:pt x="442" y="114"/>
                    <a:pt x="443" y="114"/>
                  </a:cubicBezTo>
                  <a:cubicBezTo>
                    <a:pt x="442" y="114"/>
                    <a:pt x="442" y="114"/>
                    <a:pt x="442" y="114"/>
                  </a:cubicBezTo>
                  <a:cubicBezTo>
                    <a:pt x="443" y="114"/>
                    <a:pt x="444" y="113"/>
                    <a:pt x="445" y="113"/>
                  </a:cubicBezTo>
                  <a:cubicBezTo>
                    <a:pt x="446" y="113"/>
                    <a:pt x="446" y="113"/>
                    <a:pt x="447" y="112"/>
                  </a:cubicBezTo>
                  <a:cubicBezTo>
                    <a:pt x="447" y="112"/>
                    <a:pt x="446" y="112"/>
                    <a:pt x="445" y="113"/>
                  </a:cubicBezTo>
                  <a:cubicBezTo>
                    <a:pt x="446" y="112"/>
                    <a:pt x="448" y="111"/>
                    <a:pt x="447" y="111"/>
                  </a:cubicBezTo>
                  <a:cubicBezTo>
                    <a:pt x="447" y="111"/>
                    <a:pt x="445" y="111"/>
                    <a:pt x="444" y="112"/>
                  </a:cubicBezTo>
                  <a:cubicBezTo>
                    <a:pt x="444" y="112"/>
                    <a:pt x="442" y="112"/>
                    <a:pt x="441" y="112"/>
                  </a:cubicBezTo>
                  <a:cubicBezTo>
                    <a:pt x="440" y="111"/>
                    <a:pt x="441" y="111"/>
                    <a:pt x="441" y="110"/>
                  </a:cubicBezTo>
                  <a:cubicBezTo>
                    <a:pt x="441" y="110"/>
                    <a:pt x="441" y="110"/>
                    <a:pt x="441" y="110"/>
                  </a:cubicBezTo>
                  <a:cubicBezTo>
                    <a:pt x="441" y="110"/>
                    <a:pt x="441" y="110"/>
                    <a:pt x="441" y="110"/>
                  </a:cubicBezTo>
                  <a:cubicBezTo>
                    <a:pt x="440" y="110"/>
                    <a:pt x="440" y="110"/>
                    <a:pt x="440" y="110"/>
                  </a:cubicBezTo>
                  <a:cubicBezTo>
                    <a:pt x="439" y="110"/>
                    <a:pt x="439" y="110"/>
                    <a:pt x="439" y="111"/>
                  </a:cubicBezTo>
                  <a:cubicBezTo>
                    <a:pt x="439" y="111"/>
                    <a:pt x="437" y="110"/>
                    <a:pt x="438" y="110"/>
                  </a:cubicBezTo>
                  <a:cubicBezTo>
                    <a:pt x="437" y="110"/>
                    <a:pt x="436" y="110"/>
                    <a:pt x="435" y="109"/>
                  </a:cubicBezTo>
                  <a:cubicBezTo>
                    <a:pt x="435" y="109"/>
                    <a:pt x="435" y="109"/>
                    <a:pt x="434" y="109"/>
                  </a:cubicBezTo>
                  <a:cubicBezTo>
                    <a:pt x="434" y="109"/>
                    <a:pt x="433" y="109"/>
                    <a:pt x="433" y="109"/>
                  </a:cubicBezTo>
                  <a:cubicBezTo>
                    <a:pt x="433" y="109"/>
                    <a:pt x="433" y="109"/>
                    <a:pt x="434" y="109"/>
                  </a:cubicBezTo>
                  <a:cubicBezTo>
                    <a:pt x="433" y="108"/>
                    <a:pt x="432" y="109"/>
                    <a:pt x="432" y="108"/>
                  </a:cubicBezTo>
                  <a:cubicBezTo>
                    <a:pt x="432" y="108"/>
                    <a:pt x="432" y="108"/>
                    <a:pt x="431" y="108"/>
                  </a:cubicBezTo>
                  <a:cubicBezTo>
                    <a:pt x="432" y="108"/>
                    <a:pt x="433" y="107"/>
                    <a:pt x="432" y="107"/>
                  </a:cubicBezTo>
                  <a:cubicBezTo>
                    <a:pt x="432" y="107"/>
                    <a:pt x="431" y="106"/>
                    <a:pt x="432" y="105"/>
                  </a:cubicBezTo>
                  <a:cubicBezTo>
                    <a:pt x="432" y="104"/>
                    <a:pt x="433" y="103"/>
                    <a:pt x="434" y="103"/>
                  </a:cubicBezTo>
                  <a:cubicBezTo>
                    <a:pt x="435" y="103"/>
                    <a:pt x="436" y="102"/>
                    <a:pt x="437" y="101"/>
                  </a:cubicBezTo>
                  <a:cubicBezTo>
                    <a:pt x="437" y="102"/>
                    <a:pt x="438" y="101"/>
                    <a:pt x="438" y="101"/>
                  </a:cubicBezTo>
                  <a:cubicBezTo>
                    <a:pt x="439" y="101"/>
                    <a:pt x="440" y="102"/>
                    <a:pt x="440" y="102"/>
                  </a:cubicBezTo>
                  <a:cubicBezTo>
                    <a:pt x="440" y="102"/>
                    <a:pt x="439" y="101"/>
                    <a:pt x="439" y="101"/>
                  </a:cubicBezTo>
                  <a:cubicBezTo>
                    <a:pt x="439" y="100"/>
                    <a:pt x="441" y="100"/>
                    <a:pt x="442" y="100"/>
                  </a:cubicBezTo>
                  <a:cubicBezTo>
                    <a:pt x="441" y="100"/>
                    <a:pt x="440" y="100"/>
                    <a:pt x="439" y="101"/>
                  </a:cubicBezTo>
                  <a:cubicBezTo>
                    <a:pt x="439" y="101"/>
                    <a:pt x="438" y="101"/>
                    <a:pt x="438" y="101"/>
                  </a:cubicBezTo>
                  <a:cubicBezTo>
                    <a:pt x="437" y="101"/>
                    <a:pt x="438" y="100"/>
                    <a:pt x="437" y="100"/>
                  </a:cubicBezTo>
                  <a:cubicBezTo>
                    <a:pt x="437" y="100"/>
                    <a:pt x="437" y="100"/>
                    <a:pt x="437" y="99"/>
                  </a:cubicBezTo>
                  <a:cubicBezTo>
                    <a:pt x="438" y="99"/>
                    <a:pt x="439" y="98"/>
                    <a:pt x="439" y="98"/>
                  </a:cubicBezTo>
                  <a:cubicBezTo>
                    <a:pt x="440" y="97"/>
                    <a:pt x="441" y="97"/>
                    <a:pt x="441" y="96"/>
                  </a:cubicBezTo>
                  <a:cubicBezTo>
                    <a:pt x="441" y="97"/>
                    <a:pt x="440" y="97"/>
                    <a:pt x="440" y="96"/>
                  </a:cubicBezTo>
                  <a:cubicBezTo>
                    <a:pt x="440" y="96"/>
                    <a:pt x="442" y="96"/>
                    <a:pt x="442" y="96"/>
                  </a:cubicBezTo>
                  <a:cubicBezTo>
                    <a:pt x="442" y="96"/>
                    <a:pt x="442" y="96"/>
                    <a:pt x="442" y="95"/>
                  </a:cubicBezTo>
                  <a:cubicBezTo>
                    <a:pt x="441" y="95"/>
                    <a:pt x="443" y="95"/>
                    <a:pt x="443" y="95"/>
                  </a:cubicBezTo>
                  <a:cubicBezTo>
                    <a:pt x="444" y="94"/>
                    <a:pt x="445" y="94"/>
                    <a:pt x="446" y="94"/>
                  </a:cubicBezTo>
                  <a:cubicBezTo>
                    <a:pt x="447" y="94"/>
                    <a:pt x="447" y="95"/>
                    <a:pt x="448" y="95"/>
                  </a:cubicBezTo>
                  <a:cubicBezTo>
                    <a:pt x="448" y="95"/>
                    <a:pt x="449" y="95"/>
                    <a:pt x="449" y="95"/>
                  </a:cubicBezTo>
                  <a:cubicBezTo>
                    <a:pt x="449" y="95"/>
                    <a:pt x="449" y="94"/>
                    <a:pt x="449" y="94"/>
                  </a:cubicBezTo>
                  <a:cubicBezTo>
                    <a:pt x="449" y="94"/>
                    <a:pt x="450" y="94"/>
                    <a:pt x="450" y="94"/>
                  </a:cubicBezTo>
                  <a:cubicBezTo>
                    <a:pt x="449" y="94"/>
                    <a:pt x="451" y="93"/>
                    <a:pt x="452" y="93"/>
                  </a:cubicBezTo>
                  <a:cubicBezTo>
                    <a:pt x="451" y="93"/>
                    <a:pt x="450" y="93"/>
                    <a:pt x="449" y="93"/>
                  </a:cubicBezTo>
                  <a:cubicBezTo>
                    <a:pt x="449" y="93"/>
                    <a:pt x="449" y="93"/>
                    <a:pt x="448" y="93"/>
                  </a:cubicBezTo>
                  <a:cubicBezTo>
                    <a:pt x="448" y="93"/>
                    <a:pt x="449" y="92"/>
                    <a:pt x="449" y="92"/>
                  </a:cubicBezTo>
                  <a:cubicBezTo>
                    <a:pt x="450" y="92"/>
                    <a:pt x="451" y="92"/>
                    <a:pt x="451" y="92"/>
                  </a:cubicBezTo>
                  <a:cubicBezTo>
                    <a:pt x="452" y="91"/>
                    <a:pt x="452" y="91"/>
                    <a:pt x="453" y="91"/>
                  </a:cubicBezTo>
                  <a:cubicBezTo>
                    <a:pt x="453" y="91"/>
                    <a:pt x="454" y="91"/>
                    <a:pt x="454" y="91"/>
                  </a:cubicBezTo>
                  <a:cubicBezTo>
                    <a:pt x="455" y="91"/>
                    <a:pt x="455" y="90"/>
                    <a:pt x="456" y="90"/>
                  </a:cubicBezTo>
                  <a:cubicBezTo>
                    <a:pt x="456" y="90"/>
                    <a:pt x="457" y="90"/>
                    <a:pt x="457" y="90"/>
                  </a:cubicBezTo>
                  <a:cubicBezTo>
                    <a:pt x="458" y="90"/>
                    <a:pt x="459" y="90"/>
                    <a:pt x="460" y="90"/>
                  </a:cubicBezTo>
                  <a:cubicBezTo>
                    <a:pt x="459" y="90"/>
                    <a:pt x="459" y="90"/>
                    <a:pt x="458" y="90"/>
                  </a:cubicBezTo>
                  <a:cubicBezTo>
                    <a:pt x="458" y="90"/>
                    <a:pt x="457" y="90"/>
                    <a:pt x="457" y="90"/>
                  </a:cubicBezTo>
                  <a:cubicBezTo>
                    <a:pt x="455" y="90"/>
                    <a:pt x="456" y="89"/>
                    <a:pt x="457" y="89"/>
                  </a:cubicBezTo>
                  <a:cubicBezTo>
                    <a:pt x="457" y="89"/>
                    <a:pt x="458" y="89"/>
                    <a:pt x="458" y="89"/>
                  </a:cubicBezTo>
                  <a:cubicBezTo>
                    <a:pt x="458" y="89"/>
                    <a:pt x="458" y="89"/>
                    <a:pt x="457" y="89"/>
                  </a:cubicBezTo>
                  <a:cubicBezTo>
                    <a:pt x="458" y="89"/>
                    <a:pt x="458" y="89"/>
                    <a:pt x="458" y="89"/>
                  </a:cubicBezTo>
                  <a:cubicBezTo>
                    <a:pt x="458" y="89"/>
                    <a:pt x="457" y="89"/>
                    <a:pt x="457" y="89"/>
                  </a:cubicBezTo>
                  <a:cubicBezTo>
                    <a:pt x="458" y="88"/>
                    <a:pt x="458" y="88"/>
                    <a:pt x="459" y="88"/>
                  </a:cubicBezTo>
                  <a:cubicBezTo>
                    <a:pt x="459" y="88"/>
                    <a:pt x="458" y="88"/>
                    <a:pt x="458" y="88"/>
                  </a:cubicBezTo>
                  <a:cubicBezTo>
                    <a:pt x="459" y="88"/>
                    <a:pt x="459" y="87"/>
                    <a:pt x="459" y="87"/>
                  </a:cubicBezTo>
                  <a:cubicBezTo>
                    <a:pt x="459" y="87"/>
                    <a:pt x="459" y="87"/>
                    <a:pt x="459" y="87"/>
                  </a:cubicBezTo>
                  <a:cubicBezTo>
                    <a:pt x="459" y="87"/>
                    <a:pt x="459" y="87"/>
                    <a:pt x="459" y="87"/>
                  </a:cubicBezTo>
                  <a:cubicBezTo>
                    <a:pt x="460" y="86"/>
                    <a:pt x="460" y="86"/>
                    <a:pt x="460" y="86"/>
                  </a:cubicBezTo>
                  <a:cubicBezTo>
                    <a:pt x="461" y="86"/>
                    <a:pt x="461" y="85"/>
                    <a:pt x="462" y="85"/>
                  </a:cubicBezTo>
                  <a:cubicBezTo>
                    <a:pt x="462" y="85"/>
                    <a:pt x="462" y="84"/>
                    <a:pt x="462" y="84"/>
                  </a:cubicBezTo>
                  <a:cubicBezTo>
                    <a:pt x="461" y="83"/>
                    <a:pt x="462" y="84"/>
                    <a:pt x="462" y="83"/>
                  </a:cubicBezTo>
                  <a:cubicBezTo>
                    <a:pt x="462" y="83"/>
                    <a:pt x="461" y="83"/>
                    <a:pt x="461" y="82"/>
                  </a:cubicBezTo>
                  <a:cubicBezTo>
                    <a:pt x="461" y="82"/>
                    <a:pt x="462" y="82"/>
                    <a:pt x="462" y="82"/>
                  </a:cubicBezTo>
                  <a:cubicBezTo>
                    <a:pt x="461" y="82"/>
                    <a:pt x="462" y="81"/>
                    <a:pt x="462" y="81"/>
                  </a:cubicBezTo>
                  <a:cubicBezTo>
                    <a:pt x="463" y="81"/>
                    <a:pt x="463" y="80"/>
                    <a:pt x="463" y="80"/>
                  </a:cubicBezTo>
                  <a:cubicBezTo>
                    <a:pt x="463" y="80"/>
                    <a:pt x="466" y="78"/>
                    <a:pt x="466" y="78"/>
                  </a:cubicBezTo>
                  <a:cubicBezTo>
                    <a:pt x="466" y="78"/>
                    <a:pt x="466" y="77"/>
                    <a:pt x="467" y="77"/>
                  </a:cubicBezTo>
                  <a:cubicBezTo>
                    <a:pt x="467" y="77"/>
                    <a:pt x="467" y="76"/>
                    <a:pt x="468" y="76"/>
                  </a:cubicBezTo>
                  <a:cubicBezTo>
                    <a:pt x="468" y="75"/>
                    <a:pt x="469" y="75"/>
                    <a:pt x="469" y="75"/>
                  </a:cubicBezTo>
                  <a:cubicBezTo>
                    <a:pt x="469" y="75"/>
                    <a:pt x="469" y="75"/>
                    <a:pt x="470" y="75"/>
                  </a:cubicBezTo>
                  <a:cubicBezTo>
                    <a:pt x="470" y="75"/>
                    <a:pt x="469" y="74"/>
                    <a:pt x="469" y="74"/>
                  </a:cubicBezTo>
                  <a:cubicBezTo>
                    <a:pt x="470" y="74"/>
                    <a:pt x="470" y="73"/>
                    <a:pt x="471" y="73"/>
                  </a:cubicBezTo>
                  <a:cubicBezTo>
                    <a:pt x="471" y="73"/>
                    <a:pt x="472" y="73"/>
                    <a:pt x="473" y="73"/>
                  </a:cubicBezTo>
                  <a:cubicBezTo>
                    <a:pt x="474" y="73"/>
                    <a:pt x="474" y="74"/>
                    <a:pt x="475" y="74"/>
                  </a:cubicBezTo>
                  <a:cubicBezTo>
                    <a:pt x="475" y="74"/>
                    <a:pt x="477" y="74"/>
                    <a:pt x="477" y="74"/>
                  </a:cubicBezTo>
                  <a:cubicBezTo>
                    <a:pt x="476" y="74"/>
                    <a:pt x="475" y="74"/>
                    <a:pt x="475" y="73"/>
                  </a:cubicBezTo>
                  <a:cubicBezTo>
                    <a:pt x="474" y="72"/>
                    <a:pt x="475" y="72"/>
                    <a:pt x="476" y="72"/>
                  </a:cubicBezTo>
                  <a:cubicBezTo>
                    <a:pt x="476" y="72"/>
                    <a:pt x="475" y="73"/>
                    <a:pt x="475" y="72"/>
                  </a:cubicBezTo>
                  <a:cubicBezTo>
                    <a:pt x="474" y="72"/>
                    <a:pt x="474" y="72"/>
                    <a:pt x="475" y="71"/>
                  </a:cubicBezTo>
                  <a:cubicBezTo>
                    <a:pt x="476" y="71"/>
                    <a:pt x="477" y="71"/>
                    <a:pt x="479" y="70"/>
                  </a:cubicBezTo>
                  <a:cubicBezTo>
                    <a:pt x="480" y="70"/>
                    <a:pt x="482" y="70"/>
                    <a:pt x="483" y="70"/>
                  </a:cubicBezTo>
                  <a:cubicBezTo>
                    <a:pt x="484" y="70"/>
                    <a:pt x="485" y="70"/>
                    <a:pt x="486" y="70"/>
                  </a:cubicBezTo>
                  <a:cubicBezTo>
                    <a:pt x="486" y="70"/>
                    <a:pt x="486" y="70"/>
                    <a:pt x="487" y="70"/>
                  </a:cubicBezTo>
                  <a:cubicBezTo>
                    <a:pt x="486" y="69"/>
                    <a:pt x="489" y="69"/>
                    <a:pt x="489" y="69"/>
                  </a:cubicBezTo>
                  <a:cubicBezTo>
                    <a:pt x="490" y="69"/>
                    <a:pt x="492" y="69"/>
                    <a:pt x="493" y="70"/>
                  </a:cubicBezTo>
                  <a:cubicBezTo>
                    <a:pt x="493" y="70"/>
                    <a:pt x="493" y="70"/>
                    <a:pt x="493" y="70"/>
                  </a:cubicBezTo>
                  <a:cubicBezTo>
                    <a:pt x="493" y="70"/>
                    <a:pt x="493" y="70"/>
                    <a:pt x="493" y="70"/>
                  </a:cubicBezTo>
                  <a:cubicBezTo>
                    <a:pt x="494" y="70"/>
                    <a:pt x="495" y="70"/>
                    <a:pt x="495" y="70"/>
                  </a:cubicBezTo>
                  <a:cubicBezTo>
                    <a:pt x="496" y="71"/>
                    <a:pt x="495" y="71"/>
                    <a:pt x="495" y="71"/>
                  </a:cubicBezTo>
                  <a:cubicBezTo>
                    <a:pt x="496" y="71"/>
                    <a:pt x="496" y="71"/>
                    <a:pt x="497" y="71"/>
                  </a:cubicBezTo>
                  <a:cubicBezTo>
                    <a:pt x="499" y="71"/>
                    <a:pt x="500" y="71"/>
                    <a:pt x="501" y="71"/>
                  </a:cubicBezTo>
                  <a:cubicBezTo>
                    <a:pt x="502" y="71"/>
                    <a:pt x="504" y="71"/>
                    <a:pt x="505" y="71"/>
                  </a:cubicBezTo>
                  <a:cubicBezTo>
                    <a:pt x="505" y="71"/>
                    <a:pt x="506" y="71"/>
                    <a:pt x="507" y="72"/>
                  </a:cubicBezTo>
                  <a:cubicBezTo>
                    <a:pt x="507" y="72"/>
                    <a:pt x="508" y="72"/>
                    <a:pt x="508" y="72"/>
                  </a:cubicBezTo>
                  <a:cubicBezTo>
                    <a:pt x="508" y="72"/>
                    <a:pt x="508" y="72"/>
                    <a:pt x="507" y="72"/>
                  </a:cubicBezTo>
                  <a:cubicBezTo>
                    <a:pt x="508" y="72"/>
                    <a:pt x="506" y="73"/>
                    <a:pt x="506" y="73"/>
                  </a:cubicBezTo>
                  <a:cubicBezTo>
                    <a:pt x="506" y="73"/>
                    <a:pt x="505" y="73"/>
                    <a:pt x="504" y="74"/>
                  </a:cubicBezTo>
                  <a:cubicBezTo>
                    <a:pt x="503" y="74"/>
                    <a:pt x="502" y="74"/>
                    <a:pt x="502" y="75"/>
                  </a:cubicBezTo>
                  <a:cubicBezTo>
                    <a:pt x="501" y="75"/>
                    <a:pt x="500" y="75"/>
                    <a:pt x="500" y="75"/>
                  </a:cubicBezTo>
                  <a:cubicBezTo>
                    <a:pt x="500" y="75"/>
                    <a:pt x="500" y="75"/>
                    <a:pt x="499" y="76"/>
                  </a:cubicBezTo>
                  <a:cubicBezTo>
                    <a:pt x="499" y="76"/>
                    <a:pt x="498" y="76"/>
                    <a:pt x="497" y="76"/>
                  </a:cubicBezTo>
                  <a:cubicBezTo>
                    <a:pt x="497" y="77"/>
                    <a:pt x="496" y="77"/>
                    <a:pt x="495" y="77"/>
                  </a:cubicBezTo>
                  <a:cubicBezTo>
                    <a:pt x="494" y="78"/>
                    <a:pt x="494" y="77"/>
                    <a:pt x="493" y="78"/>
                  </a:cubicBezTo>
                  <a:cubicBezTo>
                    <a:pt x="493" y="78"/>
                    <a:pt x="494" y="78"/>
                    <a:pt x="494" y="78"/>
                  </a:cubicBezTo>
                  <a:cubicBezTo>
                    <a:pt x="493" y="79"/>
                    <a:pt x="492" y="79"/>
                    <a:pt x="491" y="79"/>
                  </a:cubicBezTo>
                  <a:cubicBezTo>
                    <a:pt x="490" y="80"/>
                    <a:pt x="489" y="80"/>
                    <a:pt x="488" y="81"/>
                  </a:cubicBezTo>
                  <a:cubicBezTo>
                    <a:pt x="487" y="81"/>
                    <a:pt x="486" y="82"/>
                    <a:pt x="485" y="82"/>
                  </a:cubicBezTo>
                  <a:cubicBezTo>
                    <a:pt x="483" y="82"/>
                    <a:pt x="482" y="82"/>
                    <a:pt x="481" y="82"/>
                  </a:cubicBezTo>
                  <a:cubicBezTo>
                    <a:pt x="479" y="82"/>
                    <a:pt x="477" y="81"/>
                    <a:pt x="476" y="82"/>
                  </a:cubicBezTo>
                  <a:cubicBezTo>
                    <a:pt x="475" y="82"/>
                    <a:pt x="474" y="82"/>
                    <a:pt x="473" y="82"/>
                  </a:cubicBezTo>
                  <a:cubicBezTo>
                    <a:pt x="472" y="82"/>
                    <a:pt x="470" y="82"/>
                    <a:pt x="470" y="82"/>
                  </a:cubicBezTo>
                  <a:cubicBezTo>
                    <a:pt x="470" y="82"/>
                    <a:pt x="471" y="82"/>
                    <a:pt x="471" y="82"/>
                  </a:cubicBezTo>
                  <a:cubicBezTo>
                    <a:pt x="472" y="82"/>
                    <a:pt x="473" y="82"/>
                    <a:pt x="474" y="82"/>
                  </a:cubicBezTo>
                  <a:cubicBezTo>
                    <a:pt x="473" y="82"/>
                    <a:pt x="473" y="82"/>
                    <a:pt x="473" y="83"/>
                  </a:cubicBezTo>
                  <a:cubicBezTo>
                    <a:pt x="472" y="83"/>
                    <a:pt x="473" y="83"/>
                    <a:pt x="473" y="83"/>
                  </a:cubicBezTo>
                  <a:cubicBezTo>
                    <a:pt x="474" y="84"/>
                    <a:pt x="472" y="85"/>
                    <a:pt x="472" y="85"/>
                  </a:cubicBezTo>
                  <a:cubicBezTo>
                    <a:pt x="471" y="86"/>
                    <a:pt x="469" y="86"/>
                    <a:pt x="468" y="87"/>
                  </a:cubicBezTo>
                  <a:cubicBezTo>
                    <a:pt x="467" y="87"/>
                    <a:pt x="466" y="87"/>
                    <a:pt x="466" y="88"/>
                  </a:cubicBezTo>
                  <a:cubicBezTo>
                    <a:pt x="465" y="88"/>
                    <a:pt x="465" y="88"/>
                    <a:pt x="464" y="88"/>
                  </a:cubicBezTo>
                  <a:cubicBezTo>
                    <a:pt x="465" y="89"/>
                    <a:pt x="465" y="88"/>
                    <a:pt x="466" y="88"/>
                  </a:cubicBezTo>
                  <a:cubicBezTo>
                    <a:pt x="465" y="88"/>
                    <a:pt x="465" y="89"/>
                    <a:pt x="464" y="89"/>
                  </a:cubicBezTo>
                  <a:cubicBezTo>
                    <a:pt x="464" y="89"/>
                    <a:pt x="463" y="88"/>
                    <a:pt x="462" y="88"/>
                  </a:cubicBezTo>
                  <a:cubicBezTo>
                    <a:pt x="462" y="88"/>
                    <a:pt x="461" y="89"/>
                    <a:pt x="460" y="89"/>
                  </a:cubicBezTo>
                  <a:cubicBezTo>
                    <a:pt x="461" y="89"/>
                    <a:pt x="462" y="88"/>
                    <a:pt x="462" y="89"/>
                  </a:cubicBezTo>
                  <a:cubicBezTo>
                    <a:pt x="462" y="89"/>
                    <a:pt x="462" y="89"/>
                    <a:pt x="462" y="89"/>
                  </a:cubicBezTo>
                  <a:cubicBezTo>
                    <a:pt x="462" y="89"/>
                    <a:pt x="461" y="89"/>
                    <a:pt x="461" y="89"/>
                  </a:cubicBezTo>
                  <a:cubicBezTo>
                    <a:pt x="462" y="90"/>
                    <a:pt x="461" y="90"/>
                    <a:pt x="460" y="90"/>
                  </a:cubicBezTo>
                  <a:cubicBezTo>
                    <a:pt x="460" y="90"/>
                    <a:pt x="459" y="90"/>
                    <a:pt x="459" y="91"/>
                  </a:cubicBezTo>
                  <a:cubicBezTo>
                    <a:pt x="459" y="91"/>
                    <a:pt x="461" y="90"/>
                    <a:pt x="461" y="90"/>
                  </a:cubicBezTo>
                  <a:cubicBezTo>
                    <a:pt x="461" y="90"/>
                    <a:pt x="461" y="90"/>
                    <a:pt x="461" y="90"/>
                  </a:cubicBezTo>
                  <a:cubicBezTo>
                    <a:pt x="461" y="90"/>
                    <a:pt x="460" y="91"/>
                    <a:pt x="460" y="92"/>
                  </a:cubicBezTo>
                  <a:cubicBezTo>
                    <a:pt x="460" y="91"/>
                    <a:pt x="461" y="91"/>
                    <a:pt x="462" y="91"/>
                  </a:cubicBezTo>
                  <a:cubicBezTo>
                    <a:pt x="462" y="90"/>
                    <a:pt x="462" y="91"/>
                    <a:pt x="463" y="91"/>
                  </a:cubicBezTo>
                  <a:cubicBezTo>
                    <a:pt x="463" y="90"/>
                    <a:pt x="463" y="91"/>
                    <a:pt x="464" y="91"/>
                  </a:cubicBezTo>
                  <a:cubicBezTo>
                    <a:pt x="464" y="91"/>
                    <a:pt x="465" y="90"/>
                    <a:pt x="465" y="91"/>
                  </a:cubicBezTo>
                  <a:cubicBezTo>
                    <a:pt x="466" y="91"/>
                    <a:pt x="463" y="91"/>
                    <a:pt x="464" y="92"/>
                  </a:cubicBezTo>
                  <a:cubicBezTo>
                    <a:pt x="465" y="93"/>
                    <a:pt x="466" y="93"/>
                    <a:pt x="466" y="93"/>
                  </a:cubicBezTo>
                  <a:cubicBezTo>
                    <a:pt x="466" y="93"/>
                    <a:pt x="466" y="94"/>
                    <a:pt x="466" y="94"/>
                  </a:cubicBezTo>
                  <a:cubicBezTo>
                    <a:pt x="467" y="94"/>
                    <a:pt x="467" y="95"/>
                    <a:pt x="466" y="95"/>
                  </a:cubicBezTo>
                  <a:cubicBezTo>
                    <a:pt x="466" y="96"/>
                    <a:pt x="465" y="97"/>
                    <a:pt x="464" y="98"/>
                  </a:cubicBezTo>
                  <a:cubicBezTo>
                    <a:pt x="464" y="98"/>
                    <a:pt x="463" y="99"/>
                    <a:pt x="462" y="99"/>
                  </a:cubicBezTo>
                  <a:cubicBezTo>
                    <a:pt x="463" y="99"/>
                    <a:pt x="462" y="98"/>
                    <a:pt x="462" y="99"/>
                  </a:cubicBezTo>
                  <a:cubicBezTo>
                    <a:pt x="462" y="99"/>
                    <a:pt x="463" y="99"/>
                    <a:pt x="463" y="99"/>
                  </a:cubicBezTo>
                  <a:cubicBezTo>
                    <a:pt x="464" y="100"/>
                    <a:pt x="464" y="100"/>
                    <a:pt x="463" y="100"/>
                  </a:cubicBezTo>
                  <a:cubicBezTo>
                    <a:pt x="464" y="100"/>
                    <a:pt x="463" y="100"/>
                    <a:pt x="463" y="100"/>
                  </a:cubicBezTo>
                  <a:cubicBezTo>
                    <a:pt x="463" y="100"/>
                    <a:pt x="463" y="100"/>
                    <a:pt x="463" y="100"/>
                  </a:cubicBezTo>
                  <a:cubicBezTo>
                    <a:pt x="464" y="100"/>
                    <a:pt x="464" y="101"/>
                    <a:pt x="465" y="101"/>
                  </a:cubicBezTo>
                  <a:cubicBezTo>
                    <a:pt x="465" y="101"/>
                    <a:pt x="464" y="101"/>
                    <a:pt x="465" y="101"/>
                  </a:cubicBezTo>
                  <a:cubicBezTo>
                    <a:pt x="465" y="101"/>
                    <a:pt x="466" y="101"/>
                    <a:pt x="466" y="101"/>
                  </a:cubicBezTo>
                  <a:cubicBezTo>
                    <a:pt x="465" y="101"/>
                    <a:pt x="465" y="101"/>
                    <a:pt x="465" y="102"/>
                  </a:cubicBezTo>
                  <a:cubicBezTo>
                    <a:pt x="465" y="102"/>
                    <a:pt x="465" y="102"/>
                    <a:pt x="465" y="102"/>
                  </a:cubicBezTo>
                  <a:cubicBezTo>
                    <a:pt x="465" y="102"/>
                    <a:pt x="464" y="102"/>
                    <a:pt x="464" y="102"/>
                  </a:cubicBezTo>
                  <a:cubicBezTo>
                    <a:pt x="464" y="102"/>
                    <a:pt x="465" y="102"/>
                    <a:pt x="465" y="102"/>
                  </a:cubicBezTo>
                  <a:cubicBezTo>
                    <a:pt x="465" y="103"/>
                    <a:pt x="465" y="103"/>
                    <a:pt x="465" y="103"/>
                  </a:cubicBezTo>
                  <a:cubicBezTo>
                    <a:pt x="465" y="103"/>
                    <a:pt x="465" y="103"/>
                    <a:pt x="465" y="103"/>
                  </a:cubicBezTo>
                  <a:cubicBezTo>
                    <a:pt x="465" y="103"/>
                    <a:pt x="465" y="103"/>
                    <a:pt x="465" y="103"/>
                  </a:cubicBezTo>
                  <a:cubicBezTo>
                    <a:pt x="465" y="103"/>
                    <a:pt x="465" y="103"/>
                    <a:pt x="465" y="103"/>
                  </a:cubicBezTo>
                  <a:cubicBezTo>
                    <a:pt x="465" y="103"/>
                    <a:pt x="465" y="103"/>
                    <a:pt x="465" y="103"/>
                  </a:cubicBezTo>
                  <a:cubicBezTo>
                    <a:pt x="465" y="104"/>
                    <a:pt x="465" y="104"/>
                    <a:pt x="465" y="103"/>
                  </a:cubicBezTo>
                  <a:cubicBezTo>
                    <a:pt x="465" y="104"/>
                    <a:pt x="464" y="104"/>
                    <a:pt x="464" y="104"/>
                  </a:cubicBezTo>
                  <a:cubicBezTo>
                    <a:pt x="464" y="104"/>
                    <a:pt x="464" y="104"/>
                    <a:pt x="464" y="104"/>
                  </a:cubicBezTo>
                  <a:cubicBezTo>
                    <a:pt x="464" y="105"/>
                    <a:pt x="465" y="104"/>
                    <a:pt x="465" y="104"/>
                  </a:cubicBezTo>
                  <a:cubicBezTo>
                    <a:pt x="466" y="104"/>
                    <a:pt x="466" y="103"/>
                    <a:pt x="466" y="104"/>
                  </a:cubicBezTo>
                  <a:cubicBezTo>
                    <a:pt x="467" y="104"/>
                    <a:pt x="467" y="103"/>
                    <a:pt x="467" y="104"/>
                  </a:cubicBezTo>
                  <a:cubicBezTo>
                    <a:pt x="466" y="104"/>
                    <a:pt x="466" y="105"/>
                    <a:pt x="466" y="105"/>
                  </a:cubicBezTo>
                  <a:cubicBezTo>
                    <a:pt x="466" y="105"/>
                    <a:pt x="466" y="104"/>
                    <a:pt x="467" y="105"/>
                  </a:cubicBezTo>
                  <a:cubicBezTo>
                    <a:pt x="467" y="105"/>
                    <a:pt x="467" y="105"/>
                    <a:pt x="466" y="105"/>
                  </a:cubicBezTo>
                  <a:cubicBezTo>
                    <a:pt x="466" y="106"/>
                    <a:pt x="465" y="105"/>
                    <a:pt x="465" y="105"/>
                  </a:cubicBezTo>
                  <a:cubicBezTo>
                    <a:pt x="464" y="105"/>
                    <a:pt x="463" y="106"/>
                    <a:pt x="463" y="105"/>
                  </a:cubicBezTo>
                  <a:cubicBezTo>
                    <a:pt x="462" y="105"/>
                    <a:pt x="462" y="105"/>
                    <a:pt x="462" y="104"/>
                  </a:cubicBezTo>
                  <a:cubicBezTo>
                    <a:pt x="462" y="104"/>
                    <a:pt x="462" y="105"/>
                    <a:pt x="461" y="105"/>
                  </a:cubicBezTo>
                  <a:cubicBezTo>
                    <a:pt x="462" y="105"/>
                    <a:pt x="460" y="105"/>
                    <a:pt x="460" y="105"/>
                  </a:cubicBezTo>
                  <a:cubicBezTo>
                    <a:pt x="460" y="105"/>
                    <a:pt x="460" y="105"/>
                    <a:pt x="460" y="105"/>
                  </a:cubicBezTo>
                  <a:cubicBezTo>
                    <a:pt x="460" y="106"/>
                    <a:pt x="459" y="106"/>
                    <a:pt x="458" y="106"/>
                  </a:cubicBezTo>
                  <a:cubicBezTo>
                    <a:pt x="459" y="106"/>
                    <a:pt x="459" y="106"/>
                    <a:pt x="459" y="106"/>
                  </a:cubicBezTo>
                  <a:cubicBezTo>
                    <a:pt x="460" y="106"/>
                    <a:pt x="460" y="106"/>
                    <a:pt x="461" y="106"/>
                  </a:cubicBezTo>
                  <a:cubicBezTo>
                    <a:pt x="461" y="106"/>
                    <a:pt x="461" y="106"/>
                    <a:pt x="462" y="106"/>
                  </a:cubicBezTo>
                  <a:cubicBezTo>
                    <a:pt x="463" y="106"/>
                    <a:pt x="462" y="107"/>
                    <a:pt x="461" y="107"/>
                  </a:cubicBezTo>
                  <a:cubicBezTo>
                    <a:pt x="460" y="107"/>
                    <a:pt x="459" y="108"/>
                    <a:pt x="458" y="108"/>
                  </a:cubicBezTo>
                  <a:cubicBezTo>
                    <a:pt x="458" y="108"/>
                    <a:pt x="457" y="108"/>
                    <a:pt x="456" y="109"/>
                  </a:cubicBezTo>
                  <a:cubicBezTo>
                    <a:pt x="456" y="109"/>
                    <a:pt x="456" y="109"/>
                    <a:pt x="456" y="109"/>
                  </a:cubicBezTo>
                  <a:cubicBezTo>
                    <a:pt x="455" y="109"/>
                    <a:pt x="454" y="109"/>
                    <a:pt x="453" y="109"/>
                  </a:cubicBezTo>
                  <a:cubicBezTo>
                    <a:pt x="454" y="109"/>
                    <a:pt x="455" y="109"/>
                    <a:pt x="455" y="109"/>
                  </a:cubicBezTo>
                  <a:cubicBezTo>
                    <a:pt x="455" y="110"/>
                    <a:pt x="454" y="109"/>
                    <a:pt x="453" y="110"/>
                  </a:cubicBezTo>
                  <a:cubicBezTo>
                    <a:pt x="453" y="110"/>
                    <a:pt x="454" y="110"/>
                    <a:pt x="455" y="110"/>
                  </a:cubicBezTo>
                  <a:cubicBezTo>
                    <a:pt x="455" y="109"/>
                    <a:pt x="456" y="109"/>
                    <a:pt x="457" y="109"/>
                  </a:cubicBezTo>
                  <a:cubicBezTo>
                    <a:pt x="457" y="110"/>
                    <a:pt x="457" y="110"/>
                    <a:pt x="456" y="110"/>
                  </a:cubicBezTo>
                  <a:cubicBezTo>
                    <a:pt x="457" y="110"/>
                    <a:pt x="457" y="110"/>
                    <a:pt x="457" y="110"/>
                  </a:cubicBezTo>
                  <a:cubicBezTo>
                    <a:pt x="458" y="110"/>
                    <a:pt x="458" y="110"/>
                    <a:pt x="458" y="110"/>
                  </a:cubicBezTo>
                  <a:cubicBezTo>
                    <a:pt x="458" y="110"/>
                    <a:pt x="457" y="110"/>
                    <a:pt x="457" y="110"/>
                  </a:cubicBezTo>
                  <a:cubicBezTo>
                    <a:pt x="457" y="111"/>
                    <a:pt x="458" y="111"/>
                    <a:pt x="459" y="111"/>
                  </a:cubicBezTo>
                  <a:cubicBezTo>
                    <a:pt x="459" y="111"/>
                    <a:pt x="461" y="111"/>
                    <a:pt x="461" y="111"/>
                  </a:cubicBezTo>
                  <a:cubicBezTo>
                    <a:pt x="462" y="110"/>
                    <a:pt x="462" y="110"/>
                    <a:pt x="463" y="110"/>
                  </a:cubicBezTo>
                  <a:cubicBezTo>
                    <a:pt x="464" y="110"/>
                    <a:pt x="465" y="110"/>
                    <a:pt x="465" y="110"/>
                  </a:cubicBezTo>
                  <a:cubicBezTo>
                    <a:pt x="465" y="110"/>
                    <a:pt x="465" y="110"/>
                    <a:pt x="465" y="110"/>
                  </a:cubicBezTo>
                  <a:cubicBezTo>
                    <a:pt x="465" y="110"/>
                    <a:pt x="464" y="110"/>
                    <a:pt x="464" y="110"/>
                  </a:cubicBezTo>
                  <a:cubicBezTo>
                    <a:pt x="464" y="110"/>
                    <a:pt x="463" y="111"/>
                    <a:pt x="463" y="111"/>
                  </a:cubicBezTo>
                  <a:cubicBezTo>
                    <a:pt x="462" y="111"/>
                    <a:pt x="462" y="111"/>
                    <a:pt x="461" y="111"/>
                  </a:cubicBezTo>
                  <a:cubicBezTo>
                    <a:pt x="462" y="111"/>
                    <a:pt x="463" y="110"/>
                    <a:pt x="464" y="111"/>
                  </a:cubicBezTo>
                  <a:cubicBezTo>
                    <a:pt x="464" y="111"/>
                    <a:pt x="464" y="111"/>
                    <a:pt x="464" y="111"/>
                  </a:cubicBezTo>
                  <a:cubicBezTo>
                    <a:pt x="464" y="111"/>
                    <a:pt x="464" y="111"/>
                    <a:pt x="465" y="111"/>
                  </a:cubicBezTo>
                  <a:cubicBezTo>
                    <a:pt x="465" y="111"/>
                    <a:pt x="465" y="111"/>
                    <a:pt x="466" y="111"/>
                  </a:cubicBezTo>
                  <a:cubicBezTo>
                    <a:pt x="466" y="111"/>
                    <a:pt x="466" y="111"/>
                    <a:pt x="465" y="111"/>
                  </a:cubicBezTo>
                  <a:cubicBezTo>
                    <a:pt x="466" y="112"/>
                    <a:pt x="467" y="111"/>
                    <a:pt x="468" y="111"/>
                  </a:cubicBezTo>
                  <a:cubicBezTo>
                    <a:pt x="468" y="111"/>
                    <a:pt x="469" y="112"/>
                    <a:pt x="469" y="112"/>
                  </a:cubicBezTo>
                  <a:cubicBezTo>
                    <a:pt x="469" y="112"/>
                    <a:pt x="468" y="112"/>
                    <a:pt x="468" y="112"/>
                  </a:cubicBezTo>
                  <a:cubicBezTo>
                    <a:pt x="468" y="112"/>
                    <a:pt x="467" y="112"/>
                    <a:pt x="467" y="112"/>
                  </a:cubicBezTo>
                  <a:cubicBezTo>
                    <a:pt x="467" y="112"/>
                    <a:pt x="467" y="112"/>
                    <a:pt x="466" y="112"/>
                  </a:cubicBezTo>
                  <a:cubicBezTo>
                    <a:pt x="467" y="112"/>
                    <a:pt x="467" y="112"/>
                    <a:pt x="467" y="112"/>
                  </a:cubicBezTo>
                  <a:cubicBezTo>
                    <a:pt x="466" y="112"/>
                    <a:pt x="465" y="112"/>
                    <a:pt x="464" y="113"/>
                  </a:cubicBezTo>
                  <a:cubicBezTo>
                    <a:pt x="464" y="113"/>
                    <a:pt x="464" y="113"/>
                    <a:pt x="464" y="114"/>
                  </a:cubicBezTo>
                  <a:cubicBezTo>
                    <a:pt x="464" y="114"/>
                    <a:pt x="463" y="114"/>
                    <a:pt x="464" y="113"/>
                  </a:cubicBezTo>
                  <a:cubicBezTo>
                    <a:pt x="463" y="113"/>
                    <a:pt x="463" y="113"/>
                    <a:pt x="463" y="113"/>
                  </a:cubicBezTo>
                  <a:cubicBezTo>
                    <a:pt x="463" y="113"/>
                    <a:pt x="463" y="113"/>
                    <a:pt x="464" y="113"/>
                  </a:cubicBezTo>
                  <a:cubicBezTo>
                    <a:pt x="464" y="113"/>
                    <a:pt x="462" y="113"/>
                    <a:pt x="462" y="113"/>
                  </a:cubicBezTo>
                  <a:cubicBezTo>
                    <a:pt x="462" y="113"/>
                    <a:pt x="464" y="113"/>
                    <a:pt x="464" y="113"/>
                  </a:cubicBezTo>
                  <a:cubicBezTo>
                    <a:pt x="463" y="113"/>
                    <a:pt x="463" y="113"/>
                    <a:pt x="462" y="113"/>
                  </a:cubicBezTo>
                  <a:cubicBezTo>
                    <a:pt x="461" y="113"/>
                    <a:pt x="461" y="113"/>
                    <a:pt x="460" y="113"/>
                  </a:cubicBezTo>
                  <a:cubicBezTo>
                    <a:pt x="461" y="113"/>
                    <a:pt x="464" y="114"/>
                    <a:pt x="463" y="115"/>
                  </a:cubicBezTo>
                  <a:cubicBezTo>
                    <a:pt x="463" y="115"/>
                    <a:pt x="462" y="116"/>
                    <a:pt x="463" y="116"/>
                  </a:cubicBezTo>
                  <a:cubicBezTo>
                    <a:pt x="463" y="116"/>
                    <a:pt x="463" y="116"/>
                    <a:pt x="463" y="117"/>
                  </a:cubicBezTo>
                  <a:cubicBezTo>
                    <a:pt x="463" y="117"/>
                    <a:pt x="464" y="117"/>
                    <a:pt x="463" y="117"/>
                  </a:cubicBezTo>
                  <a:cubicBezTo>
                    <a:pt x="464" y="117"/>
                    <a:pt x="463" y="117"/>
                    <a:pt x="463" y="117"/>
                  </a:cubicBezTo>
                  <a:cubicBezTo>
                    <a:pt x="462" y="118"/>
                    <a:pt x="462" y="118"/>
                    <a:pt x="462" y="118"/>
                  </a:cubicBezTo>
                  <a:cubicBezTo>
                    <a:pt x="462" y="118"/>
                    <a:pt x="463" y="118"/>
                    <a:pt x="463" y="118"/>
                  </a:cubicBezTo>
                  <a:cubicBezTo>
                    <a:pt x="462" y="118"/>
                    <a:pt x="461" y="119"/>
                    <a:pt x="460" y="120"/>
                  </a:cubicBezTo>
                  <a:cubicBezTo>
                    <a:pt x="460" y="120"/>
                    <a:pt x="460" y="120"/>
                    <a:pt x="460" y="120"/>
                  </a:cubicBezTo>
                  <a:cubicBezTo>
                    <a:pt x="460" y="120"/>
                    <a:pt x="460" y="121"/>
                    <a:pt x="460" y="121"/>
                  </a:cubicBezTo>
                  <a:cubicBezTo>
                    <a:pt x="460" y="121"/>
                    <a:pt x="459" y="121"/>
                    <a:pt x="459" y="121"/>
                  </a:cubicBezTo>
                  <a:cubicBezTo>
                    <a:pt x="459" y="121"/>
                    <a:pt x="460" y="122"/>
                    <a:pt x="460" y="122"/>
                  </a:cubicBezTo>
                  <a:cubicBezTo>
                    <a:pt x="460" y="122"/>
                    <a:pt x="459" y="122"/>
                    <a:pt x="459" y="122"/>
                  </a:cubicBezTo>
                  <a:cubicBezTo>
                    <a:pt x="459" y="122"/>
                    <a:pt x="460" y="122"/>
                    <a:pt x="460" y="122"/>
                  </a:cubicBezTo>
                  <a:cubicBezTo>
                    <a:pt x="460" y="122"/>
                    <a:pt x="459" y="123"/>
                    <a:pt x="460" y="123"/>
                  </a:cubicBezTo>
                  <a:cubicBezTo>
                    <a:pt x="461" y="123"/>
                    <a:pt x="461" y="122"/>
                    <a:pt x="461" y="122"/>
                  </a:cubicBezTo>
                  <a:cubicBezTo>
                    <a:pt x="462" y="122"/>
                    <a:pt x="462" y="122"/>
                    <a:pt x="463" y="122"/>
                  </a:cubicBezTo>
                  <a:cubicBezTo>
                    <a:pt x="463" y="122"/>
                    <a:pt x="463" y="121"/>
                    <a:pt x="463" y="121"/>
                  </a:cubicBezTo>
                  <a:cubicBezTo>
                    <a:pt x="464" y="121"/>
                    <a:pt x="465" y="120"/>
                    <a:pt x="465" y="120"/>
                  </a:cubicBezTo>
                  <a:cubicBezTo>
                    <a:pt x="465" y="120"/>
                    <a:pt x="464" y="120"/>
                    <a:pt x="465" y="119"/>
                  </a:cubicBezTo>
                  <a:cubicBezTo>
                    <a:pt x="465" y="119"/>
                    <a:pt x="466" y="119"/>
                    <a:pt x="466" y="119"/>
                  </a:cubicBezTo>
                  <a:cubicBezTo>
                    <a:pt x="467" y="118"/>
                    <a:pt x="467" y="119"/>
                    <a:pt x="466" y="119"/>
                  </a:cubicBezTo>
                  <a:cubicBezTo>
                    <a:pt x="467" y="119"/>
                    <a:pt x="468" y="118"/>
                    <a:pt x="468" y="117"/>
                  </a:cubicBezTo>
                  <a:cubicBezTo>
                    <a:pt x="469" y="117"/>
                    <a:pt x="469" y="116"/>
                    <a:pt x="469" y="116"/>
                  </a:cubicBezTo>
                  <a:cubicBezTo>
                    <a:pt x="470" y="116"/>
                    <a:pt x="470" y="115"/>
                    <a:pt x="471" y="115"/>
                  </a:cubicBezTo>
                  <a:cubicBezTo>
                    <a:pt x="472" y="115"/>
                    <a:pt x="474" y="114"/>
                    <a:pt x="475" y="113"/>
                  </a:cubicBezTo>
                  <a:cubicBezTo>
                    <a:pt x="477" y="113"/>
                    <a:pt x="477" y="115"/>
                    <a:pt x="478" y="116"/>
                  </a:cubicBezTo>
                  <a:cubicBezTo>
                    <a:pt x="479" y="116"/>
                    <a:pt x="481" y="117"/>
                    <a:pt x="480" y="119"/>
                  </a:cubicBezTo>
                  <a:cubicBezTo>
                    <a:pt x="480" y="119"/>
                    <a:pt x="479" y="120"/>
                    <a:pt x="479" y="120"/>
                  </a:cubicBezTo>
                  <a:cubicBezTo>
                    <a:pt x="479" y="121"/>
                    <a:pt x="479" y="121"/>
                    <a:pt x="479" y="121"/>
                  </a:cubicBezTo>
                  <a:cubicBezTo>
                    <a:pt x="479" y="121"/>
                    <a:pt x="479" y="121"/>
                    <a:pt x="478" y="121"/>
                  </a:cubicBezTo>
                  <a:cubicBezTo>
                    <a:pt x="478" y="122"/>
                    <a:pt x="478" y="122"/>
                    <a:pt x="477" y="123"/>
                  </a:cubicBezTo>
                  <a:cubicBezTo>
                    <a:pt x="477" y="123"/>
                    <a:pt x="476" y="123"/>
                    <a:pt x="476" y="123"/>
                  </a:cubicBezTo>
                  <a:cubicBezTo>
                    <a:pt x="476" y="123"/>
                    <a:pt x="475" y="123"/>
                    <a:pt x="475" y="123"/>
                  </a:cubicBezTo>
                  <a:cubicBezTo>
                    <a:pt x="474" y="123"/>
                    <a:pt x="476" y="122"/>
                    <a:pt x="475" y="122"/>
                  </a:cubicBezTo>
                  <a:cubicBezTo>
                    <a:pt x="475" y="122"/>
                    <a:pt x="474" y="122"/>
                    <a:pt x="474" y="122"/>
                  </a:cubicBezTo>
                  <a:cubicBezTo>
                    <a:pt x="473" y="122"/>
                    <a:pt x="473" y="123"/>
                    <a:pt x="473" y="123"/>
                  </a:cubicBezTo>
                  <a:cubicBezTo>
                    <a:pt x="473" y="124"/>
                    <a:pt x="472" y="124"/>
                    <a:pt x="472" y="125"/>
                  </a:cubicBezTo>
                  <a:cubicBezTo>
                    <a:pt x="471" y="125"/>
                    <a:pt x="471" y="126"/>
                    <a:pt x="471" y="126"/>
                  </a:cubicBezTo>
                  <a:cubicBezTo>
                    <a:pt x="470" y="127"/>
                    <a:pt x="470" y="128"/>
                    <a:pt x="470" y="128"/>
                  </a:cubicBezTo>
                  <a:cubicBezTo>
                    <a:pt x="470" y="129"/>
                    <a:pt x="471" y="129"/>
                    <a:pt x="471" y="129"/>
                  </a:cubicBezTo>
                  <a:cubicBezTo>
                    <a:pt x="472" y="130"/>
                    <a:pt x="472" y="131"/>
                    <a:pt x="472" y="131"/>
                  </a:cubicBezTo>
                  <a:cubicBezTo>
                    <a:pt x="473" y="131"/>
                    <a:pt x="472" y="132"/>
                    <a:pt x="472" y="132"/>
                  </a:cubicBezTo>
                  <a:cubicBezTo>
                    <a:pt x="472" y="132"/>
                    <a:pt x="472" y="132"/>
                    <a:pt x="473" y="132"/>
                  </a:cubicBezTo>
                  <a:cubicBezTo>
                    <a:pt x="473" y="132"/>
                    <a:pt x="471" y="133"/>
                    <a:pt x="470" y="134"/>
                  </a:cubicBezTo>
                  <a:cubicBezTo>
                    <a:pt x="471" y="134"/>
                    <a:pt x="472" y="133"/>
                    <a:pt x="472" y="133"/>
                  </a:cubicBezTo>
                  <a:cubicBezTo>
                    <a:pt x="472" y="133"/>
                    <a:pt x="472" y="134"/>
                    <a:pt x="472" y="134"/>
                  </a:cubicBezTo>
                  <a:cubicBezTo>
                    <a:pt x="472" y="134"/>
                    <a:pt x="473" y="133"/>
                    <a:pt x="473" y="133"/>
                  </a:cubicBezTo>
                  <a:cubicBezTo>
                    <a:pt x="474" y="132"/>
                    <a:pt x="474" y="133"/>
                    <a:pt x="474" y="133"/>
                  </a:cubicBezTo>
                  <a:cubicBezTo>
                    <a:pt x="474" y="133"/>
                    <a:pt x="475" y="132"/>
                    <a:pt x="475" y="132"/>
                  </a:cubicBezTo>
                  <a:cubicBezTo>
                    <a:pt x="475" y="132"/>
                    <a:pt x="475" y="132"/>
                    <a:pt x="476" y="132"/>
                  </a:cubicBezTo>
                  <a:cubicBezTo>
                    <a:pt x="475" y="132"/>
                    <a:pt x="475" y="131"/>
                    <a:pt x="476" y="131"/>
                  </a:cubicBezTo>
                  <a:cubicBezTo>
                    <a:pt x="476" y="132"/>
                    <a:pt x="477" y="131"/>
                    <a:pt x="477" y="131"/>
                  </a:cubicBezTo>
                  <a:cubicBezTo>
                    <a:pt x="477" y="131"/>
                    <a:pt x="478" y="130"/>
                    <a:pt x="478" y="131"/>
                  </a:cubicBezTo>
                  <a:cubicBezTo>
                    <a:pt x="479" y="131"/>
                    <a:pt x="479" y="131"/>
                    <a:pt x="479" y="131"/>
                  </a:cubicBezTo>
                  <a:cubicBezTo>
                    <a:pt x="479" y="131"/>
                    <a:pt x="479" y="131"/>
                    <a:pt x="479" y="131"/>
                  </a:cubicBezTo>
                  <a:cubicBezTo>
                    <a:pt x="480" y="131"/>
                    <a:pt x="480" y="130"/>
                    <a:pt x="481" y="130"/>
                  </a:cubicBezTo>
                  <a:cubicBezTo>
                    <a:pt x="481" y="130"/>
                    <a:pt x="482" y="129"/>
                    <a:pt x="482" y="129"/>
                  </a:cubicBezTo>
                  <a:cubicBezTo>
                    <a:pt x="482" y="129"/>
                    <a:pt x="482" y="128"/>
                    <a:pt x="482" y="128"/>
                  </a:cubicBezTo>
                  <a:cubicBezTo>
                    <a:pt x="483" y="127"/>
                    <a:pt x="484" y="127"/>
                    <a:pt x="485" y="126"/>
                  </a:cubicBezTo>
                  <a:cubicBezTo>
                    <a:pt x="486" y="126"/>
                    <a:pt x="486" y="126"/>
                    <a:pt x="487" y="126"/>
                  </a:cubicBezTo>
                  <a:cubicBezTo>
                    <a:pt x="487" y="126"/>
                    <a:pt x="487" y="125"/>
                    <a:pt x="487" y="125"/>
                  </a:cubicBezTo>
                  <a:cubicBezTo>
                    <a:pt x="487" y="125"/>
                    <a:pt x="487" y="125"/>
                    <a:pt x="487" y="125"/>
                  </a:cubicBezTo>
                  <a:cubicBezTo>
                    <a:pt x="488" y="125"/>
                    <a:pt x="489" y="125"/>
                    <a:pt x="489" y="125"/>
                  </a:cubicBezTo>
                  <a:cubicBezTo>
                    <a:pt x="490" y="124"/>
                    <a:pt x="491" y="124"/>
                    <a:pt x="491" y="123"/>
                  </a:cubicBezTo>
                  <a:cubicBezTo>
                    <a:pt x="491" y="123"/>
                    <a:pt x="494" y="121"/>
                    <a:pt x="494" y="121"/>
                  </a:cubicBezTo>
                  <a:cubicBezTo>
                    <a:pt x="493" y="121"/>
                    <a:pt x="495" y="119"/>
                    <a:pt x="495" y="119"/>
                  </a:cubicBezTo>
                  <a:cubicBezTo>
                    <a:pt x="496" y="119"/>
                    <a:pt x="496" y="118"/>
                    <a:pt x="496" y="118"/>
                  </a:cubicBezTo>
                  <a:cubicBezTo>
                    <a:pt x="497" y="118"/>
                    <a:pt x="497" y="118"/>
                    <a:pt x="498" y="118"/>
                  </a:cubicBezTo>
                  <a:cubicBezTo>
                    <a:pt x="498" y="118"/>
                    <a:pt x="497" y="118"/>
                    <a:pt x="497" y="118"/>
                  </a:cubicBezTo>
                  <a:cubicBezTo>
                    <a:pt x="498" y="118"/>
                    <a:pt x="498" y="118"/>
                    <a:pt x="498" y="118"/>
                  </a:cubicBezTo>
                  <a:cubicBezTo>
                    <a:pt x="498" y="118"/>
                    <a:pt x="498" y="118"/>
                    <a:pt x="499" y="118"/>
                  </a:cubicBezTo>
                  <a:cubicBezTo>
                    <a:pt x="499" y="118"/>
                    <a:pt x="499" y="118"/>
                    <a:pt x="499" y="118"/>
                  </a:cubicBezTo>
                  <a:cubicBezTo>
                    <a:pt x="500" y="118"/>
                    <a:pt x="502" y="119"/>
                    <a:pt x="503" y="118"/>
                  </a:cubicBezTo>
                  <a:cubicBezTo>
                    <a:pt x="503" y="117"/>
                    <a:pt x="501" y="118"/>
                    <a:pt x="501" y="117"/>
                  </a:cubicBezTo>
                  <a:cubicBezTo>
                    <a:pt x="500" y="117"/>
                    <a:pt x="501" y="117"/>
                    <a:pt x="501" y="117"/>
                  </a:cubicBezTo>
                  <a:cubicBezTo>
                    <a:pt x="502" y="117"/>
                    <a:pt x="502" y="117"/>
                    <a:pt x="502" y="117"/>
                  </a:cubicBezTo>
                  <a:cubicBezTo>
                    <a:pt x="502" y="117"/>
                    <a:pt x="502" y="117"/>
                    <a:pt x="502" y="117"/>
                  </a:cubicBezTo>
                  <a:cubicBezTo>
                    <a:pt x="502" y="117"/>
                    <a:pt x="502" y="117"/>
                    <a:pt x="502" y="116"/>
                  </a:cubicBezTo>
                  <a:cubicBezTo>
                    <a:pt x="501" y="116"/>
                    <a:pt x="503" y="117"/>
                    <a:pt x="504" y="117"/>
                  </a:cubicBezTo>
                  <a:cubicBezTo>
                    <a:pt x="505" y="117"/>
                    <a:pt x="503" y="116"/>
                    <a:pt x="503" y="116"/>
                  </a:cubicBezTo>
                  <a:cubicBezTo>
                    <a:pt x="504" y="115"/>
                    <a:pt x="506" y="116"/>
                    <a:pt x="506" y="116"/>
                  </a:cubicBezTo>
                  <a:cubicBezTo>
                    <a:pt x="506" y="116"/>
                    <a:pt x="505" y="116"/>
                    <a:pt x="505" y="115"/>
                  </a:cubicBezTo>
                  <a:cubicBezTo>
                    <a:pt x="505" y="115"/>
                    <a:pt x="505" y="115"/>
                    <a:pt x="505" y="115"/>
                  </a:cubicBezTo>
                  <a:cubicBezTo>
                    <a:pt x="505" y="115"/>
                    <a:pt x="504" y="115"/>
                    <a:pt x="504" y="115"/>
                  </a:cubicBezTo>
                  <a:cubicBezTo>
                    <a:pt x="504" y="115"/>
                    <a:pt x="504" y="115"/>
                    <a:pt x="504" y="115"/>
                  </a:cubicBezTo>
                  <a:cubicBezTo>
                    <a:pt x="504" y="115"/>
                    <a:pt x="504" y="115"/>
                    <a:pt x="504" y="115"/>
                  </a:cubicBezTo>
                  <a:cubicBezTo>
                    <a:pt x="504" y="115"/>
                    <a:pt x="503" y="115"/>
                    <a:pt x="503" y="115"/>
                  </a:cubicBezTo>
                  <a:cubicBezTo>
                    <a:pt x="503" y="114"/>
                    <a:pt x="504" y="115"/>
                    <a:pt x="504" y="114"/>
                  </a:cubicBezTo>
                  <a:cubicBezTo>
                    <a:pt x="504" y="114"/>
                    <a:pt x="503" y="114"/>
                    <a:pt x="503" y="114"/>
                  </a:cubicBezTo>
                  <a:cubicBezTo>
                    <a:pt x="503" y="115"/>
                    <a:pt x="502" y="115"/>
                    <a:pt x="502" y="115"/>
                  </a:cubicBezTo>
                  <a:cubicBezTo>
                    <a:pt x="502" y="114"/>
                    <a:pt x="503" y="114"/>
                    <a:pt x="503" y="114"/>
                  </a:cubicBezTo>
                  <a:cubicBezTo>
                    <a:pt x="502" y="114"/>
                    <a:pt x="502" y="114"/>
                    <a:pt x="502" y="113"/>
                  </a:cubicBezTo>
                  <a:cubicBezTo>
                    <a:pt x="502" y="113"/>
                    <a:pt x="503" y="113"/>
                    <a:pt x="503" y="113"/>
                  </a:cubicBezTo>
                  <a:cubicBezTo>
                    <a:pt x="503" y="113"/>
                    <a:pt x="502" y="113"/>
                    <a:pt x="502" y="113"/>
                  </a:cubicBezTo>
                  <a:cubicBezTo>
                    <a:pt x="502" y="112"/>
                    <a:pt x="504" y="112"/>
                    <a:pt x="504" y="112"/>
                  </a:cubicBezTo>
                  <a:cubicBezTo>
                    <a:pt x="504" y="112"/>
                    <a:pt x="502" y="112"/>
                    <a:pt x="503" y="111"/>
                  </a:cubicBezTo>
                  <a:cubicBezTo>
                    <a:pt x="503" y="111"/>
                    <a:pt x="503" y="111"/>
                    <a:pt x="504" y="111"/>
                  </a:cubicBezTo>
                  <a:cubicBezTo>
                    <a:pt x="504" y="111"/>
                    <a:pt x="504" y="111"/>
                    <a:pt x="505" y="111"/>
                  </a:cubicBezTo>
                  <a:cubicBezTo>
                    <a:pt x="505" y="111"/>
                    <a:pt x="504" y="110"/>
                    <a:pt x="505" y="110"/>
                  </a:cubicBezTo>
                  <a:cubicBezTo>
                    <a:pt x="505" y="110"/>
                    <a:pt x="505" y="109"/>
                    <a:pt x="505" y="109"/>
                  </a:cubicBezTo>
                  <a:cubicBezTo>
                    <a:pt x="506" y="109"/>
                    <a:pt x="507" y="108"/>
                    <a:pt x="506" y="109"/>
                  </a:cubicBezTo>
                  <a:cubicBezTo>
                    <a:pt x="506" y="109"/>
                    <a:pt x="507" y="109"/>
                    <a:pt x="507" y="108"/>
                  </a:cubicBezTo>
                  <a:cubicBezTo>
                    <a:pt x="507" y="108"/>
                    <a:pt x="506" y="108"/>
                    <a:pt x="505" y="108"/>
                  </a:cubicBezTo>
                  <a:cubicBezTo>
                    <a:pt x="506" y="107"/>
                    <a:pt x="507" y="108"/>
                    <a:pt x="508" y="109"/>
                  </a:cubicBezTo>
                  <a:cubicBezTo>
                    <a:pt x="509" y="109"/>
                    <a:pt x="510" y="108"/>
                    <a:pt x="510" y="108"/>
                  </a:cubicBezTo>
                  <a:cubicBezTo>
                    <a:pt x="510" y="108"/>
                    <a:pt x="512" y="108"/>
                    <a:pt x="513" y="108"/>
                  </a:cubicBezTo>
                  <a:cubicBezTo>
                    <a:pt x="513" y="108"/>
                    <a:pt x="514" y="108"/>
                    <a:pt x="514" y="108"/>
                  </a:cubicBezTo>
                  <a:cubicBezTo>
                    <a:pt x="515" y="108"/>
                    <a:pt x="515" y="108"/>
                    <a:pt x="515" y="108"/>
                  </a:cubicBezTo>
                  <a:cubicBezTo>
                    <a:pt x="516" y="109"/>
                    <a:pt x="517" y="109"/>
                    <a:pt x="519" y="110"/>
                  </a:cubicBezTo>
                  <a:cubicBezTo>
                    <a:pt x="520" y="110"/>
                    <a:pt x="521" y="109"/>
                    <a:pt x="522" y="110"/>
                  </a:cubicBezTo>
                  <a:cubicBezTo>
                    <a:pt x="522" y="110"/>
                    <a:pt x="523" y="110"/>
                    <a:pt x="524" y="110"/>
                  </a:cubicBezTo>
                  <a:cubicBezTo>
                    <a:pt x="524" y="110"/>
                    <a:pt x="525" y="109"/>
                    <a:pt x="525" y="109"/>
                  </a:cubicBezTo>
                  <a:cubicBezTo>
                    <a:pt x="525" y="109"/>
                    <a:pt x="525" y="110"/>
                    <a:pt x="526" y="110"/>
                  </a:cubicBezTo>
                  <a:cubicBezTo>
                    <a:pt x="526" y="110"/>
                    <a:pt x="527" y="110"/>
                    <a:pt x="527" y="110"/>
                  </a:cubicBezTo>
                  <a:cubicBezTo>
                    <a:pt x="527" y="110"/>
                    <a:pt x="526" y="110"/>
                    <a:pt x="526" y="110"/>
                  </a:cubicBezTo>
                  <a:cubicBezTo>
                    <a:pt x="525" y="110"/>
                    <a:pt x="525" y="110"/>
                    <a:pt x="524" y="110"/>
                  </a:cubicBezTo>
                  <a:cubicBezTo>
                    <a:pt x="524" y="110"/>
                    <a:pt x="525" y="110"/>
                    <a:pt x="525" y="110"/>
                  </a:cubicBezTo>
                  <a:cubicBezTo>
                    <a:pt x="524" y="111"/>
                    <a:pt x="524" y="110"/>
                    <a:pt x="523" y="111"/>
                  </a:cubicBezTo>
                  <a:cubicBezTo>
                    <a:pt x="524" y="111"/>
                    <a:pt x="524" y="111"/>
                    <a:pt x="524" y="111"/>
                  </a:cubicBezTo>
                  <a:cubicBezTo>
                    <a:pt x="525" y="111"/>
                    <a:pt x="524" y="111"/>
                    <a:pt x="524" y="111"/>
                  </a:cubicBezTo>
                  <a:cubicBezTo>
                    <a:pt x="523" y="111"/>
                    <a:pt x="523" y="111"/>
                    <a:pt x="522" y="111"/>
                  </a:cubicBezTo>
                  <a:cubicBezTo>
                    <a:pt x="522" y="111"/>
                    <a:pt x="520" y="110"/>
                    <a:pt x="519" y="111"/>
                  </a:cubicBezTo>
                  <a:cubicBezTo>
                    <a:pt x="520" y="111"/>
                    <a:pt x="521" y="111"/>
                    <a:pt x="521" y="111"/>
                  </a:cubicBezTo>
                  <a:cubicBezTo>
                    <a:pt x="522" y="111"/>
                    <a:pt x="522" y="111"/>
                    <a:pt x="523" y="111"/>
                  </a:cubicBezTo>
                  <a:cubicBezTo>
                    <a:pt x="524" y="112"/>
                    <a:pt x="525" y="112"/>
                    <a:pt x="525" y="112"/>
                  </a:cubicBezTo>
                  <a:cubicBezTo>
                    <a:pt x="525" y="112"/>
                    <a:pt x="525" y="112"/>
                    <a:pt x="524" y="112"/>
                  </a:cubicBezTo>
                  <a:cubicBezTo>
                    <a:pt x="525" y="113"/>
                    <a:pt x="526" y="113"/>
                    <a:pt x="525" y="113"/>
                  </a:cubicBezTo>
                  <a:cubicBezTo>
                    <a:pt x="525" y="113"/>
                    <a:pt x="524" y="114"/>
                    <a:pt x="524" y="114"/>
                  </a:cubicBezTo>
                  <a:cubicBezTo>
                    <a:pt x="526" y="114"/>
                    <a:pt x="527" y="113"/>
                    <a:pt x="528" y="114"/>
                  </a:cubicBezTo>
                  <a:cubicBezTo>
                    <a:pt x="529" y="114"/>
                    <a:pt x="530" y="114"/>
                    <a:pt x="530" y="114"/>
                  </a:cubicBezTo>
                  <a:cubicBezTo>
                    <a:pt x="530" y="115"/>
                    <a:pt x="530" y="115"/>
                    <a:pt x="529" y="115"/>
                  </a:cubicBezTo>
                  <a:cubicBezTo>
                    <a:pt x="528" y="115"/>
                    <a:pt x="528" y="116"/>
                    <a:pt x="527" y="116"/>
                  </a:cubicBezTo>
                  <a:cubicBezTo>
                    <a:pt x="526" y="116"/>
                    <a:pt x="526" y="116"/>
                    <a:pt x="526" y="116"/>
                  </a:cubicBezTo>
                  <a:cubicBezTo>
                    <a:pt x="525" y="117"/>
                    <a:pt x="524" y="117"/>
                    <a:pt x="523" y="117"/>
                  </a:cubicBezTo>
                  <a:cubicBezTo>
                    <a:pt x="523" y="117"/>
                    <a:pt x="527" y="117"/>
                    <a:pt x="526" y="117"/>
                  </a:cubicBezTo>
                  <a:cubicBezTo>
                    <a:pt x="527" y="118"/>
                    <a:pt x="527" y="117"/>
                    <a:pt x="528" y="118"/>
                  </a:cubicBezTo>
                  <a:cubicBezTo>
                    <a:pt x="528" y="118"/>
                    <a:pt x="527" y="118"/>
                    <a:pt x="527" y="119"/>
                  </a:cubicBezTo>
                  <a:cubicBezTo>
                    <a:pt x="526" y="120"/>
                    <a:pt x="525" y="120"/>
                    <a:pt x="523" y="120"/>
                  </a:cubicBezTo>
                  <a:cubicBezTo>
                    <a:pt x="523" y="121"/>
                    <a:pt x="522" y="120"/>
                    <a:pt x="522" y="121"/>
                  </a:cubicBezTo>
                  <a:cubicBezTo>
                    <a:pt x="521" y="121"/>
                    <a:pt x="521" y="121"/>
                    <a:pt x="520" y="121"/>
                  </a:cubicBezTo>
                  <a:cubicBezTo>
                    <a:pt x="520" y="121"/>
                    <a:pt x="520" y="121"/>
                    <a:pt x="520" y="121"/>
                  </a:cubicBezTo>
                  <a:cubicBezTo>
                    <a:pt x="520" y="120"/>
                    <a:pt x="519" y="120"/>
                    <a:pt x="519" y="120"/>
                  </a:cubicBezTo>
                  <a:cubicBezTo>
                    <a:pt x="519" y="120"/>
                    <a:pt x="519" y="121"/>
                    <a:pt x="519" y="121"/>
                  </a:cubicBezTo>
                  <a:cubicBezTo>
                    <a:pt x="519" y="121"/>
                    <a:pt x="518" y="121"/>
                    <a:pt x="518" y="121"/>
                  </a:cubicBezTo>
                  <a:cubicBezTo>
                    <a:pt x="517" y="121"/>
                    <a:pt x="516" y="120"/>
                    <a:pt x="516" y="121"/>
                  </a:cubicBezTo>
                  <a:cubicBezTo>
                    <a:pt x="516" y="121"/>
                    <a:pt x="516" y="121"/>
                    <a:pt x="517" y="121"/>
                  </a:cubicBezTo>
                  <a:cubicBezTo>
                    <a:pt x="516" y="121"/>
                    <a:pt x="515" y="121"/>
                    <a:pt x="515" y="121"/>
                  </a:cubicBezTo>
                  <a:cubicBezTo>
                    <a:pt x="516" y="122"/>
                    <a:pt x="516" y="121"/>
                    <a:pt x="517" y="122"/>
                  </a:cubicBezTo>
                  <a:cubicBezTo>
                    <a:pt x="517" y="122"/>
                    <a:pt x="516" y="122"/>
                    <a:pt x="516" y="122"/>
                  </a:cubicBezTo>
                  <a:cubicBezTo>
                    <a:pt x="516" y="122"/>
                    <a:pt x="515" y="122"/>
                    <a:pt x="516" y="123"/>
                  </a:cubicBezTo>
                  <a:cubicBezTo>
                    <a:pt x="516" y="123"/>
                    <a:pt x="516" y="123"/>
                    <a:pt x="516" y="123"/>
                  </a:cubicBezTo>
                  <a:cubicBezTo>
                    <a:pt x="517" y="123"/>
                    <a:pt x="516" y="123"/>
                    <a:pt x="516" y="124"/>
                  </a:cubicBezTo>
                  <a:cubicBezTo>
                    <a:pt x="515" y="124"/>
                    <a:pt x="516" y="124"/>
                    <a:pt x="516" y="124"/>
                  </a:cubicBezTo>
                  <a:cubicBezTo>
                    <a:pt x="517" y="124"/>
                    <a:pt x="517" y="124"/>
                    <a:pt x="518" y="123"/>
                  </a:cubicBezTo>
                  <a:cubicBezTo>
                    <a:pt x="518" y="123"/>
                    <a:pt x="518" y="123"/>
                    <a:pt x="518" y="124"/>
                  </a:cubicBezTo>
                  <a:cubicBezTo>
                    <a:pt x="518" y="124"/>
                    <a:pt x="517" y="124"/>
                    <a:pt x="517" y="124"/>
                  </a:cubicBezTo>
                  <a:cubicBezTo>
                    <a:pt x="516" y="124"/>
                    <a:pt x="516" y="125"/>
                    <a:pt x="515" y="126"/>
                  </a:cubicBezTo>
                  <a:cubicBezTo>
                    <a:pt x="515" y="126"/>
                    <a:pt x="516" y="127"/>
                    <a:pt x="517" y="127"/>
                  </a:cubicBezTo>
                  <a:cubicBezTo>
                    <a:pt x="516" y="127"/>
                    <a:pt x="517" y="128"/>
                    <a:pt x="517" y="128"/>
                  </a:cubicBezTo>
                  <a:cubicBezTo>
                    <a:pt x="518" y="129"/>
                    <a:pt x="518" y="129"/>
                    <a:pt x="518" y="130"/>
                  </a:cubicBezTo>
                  <a:cubicBezTo>
                    <a:pt x="518" y="131"/>
                    <a:pt x="517" y="131"/>
                    <a:pt x="517" y="131"/>
                  </a:cubicBezTo>
                  <a:cubicBezTo>
                    <a:pt x="516" y="132"/>
                    <a:pt x="516" y="132"/>
                    <a:pt x="515" y="133"/>
                  </a:cubicBezTo>
                  <a:cubicBezTo>
                    <a:pt x="514" y="134"/>
                    <a:pt x="513" y="134"/>
                    <a:pt x="512" y="135"/>
                  </a:cubicBezTo>
                  <a:cubicBezTo>
                    <a:pt x="511" y="135"/>
                    <a:pt x="511" y="135"/>
                    <a:pt x="510" y="135"/>
                  </a:cubicBezTo>
                  <a:cubicBezTo>
                    <a:pt x="509" y="135"/>
                    <a:pt x="509" y="135"/>
                    <a:pt x="508" y="136"/>
                  </a:cubicBezTo>
                  <a:cubicBezTo>
                    <a:pt x="508" y="136"/>
                    <a:pt x="507" y="136"/>
                    <a:pt x="507" y="137"/>
                  </a:cubicBezTo>
                  <a:cubicBezTo>
                    <a:pt x="506" y="137"/>
                    <a:pt x="506" y="137"/>
                    <a:pt x="506" y="137"/>
                  </a:cubicBezTo>
                  <a:cubicBezTo>
                    <a:pt x="506" y="137"/>
                    <a:pt x="506" y="137"/>
                    <a:pt x="505" y="137"/>
                  </a:cubicBezTo>
                  <a:cubicBezTo>
                    <a:pt x="504" y="137"/>
                    <a:pt x="503" y="139"/>
                    <a:pt x="501" y="139"/>
                  </a:cubicBezTo>
                  <a:cubicBezTo>
                    <a:pt x="501" y="139"/>
                    <a:pt x="500" y="139"/>
                    <a:pt x="499" y="139"/>
                  </a:cubicBezTo>
                  <a:cubicBezTo>
                    <a:pt x="499" y="139"/>
                    <a:pt x="498" y="140"/>
                    <a:pt x="497" y="140"/>
                  </a:cubicBezTo>
                  <a:cubicBezTo>
                    <a:pt x="496" y="140"/>
                    <a:pt x="495" y="141"/>
                    <a:pt x="493" y="141"/>
                  </a:cubicBezTo>
                  <a:cubicBezTo>
                    <a:pt x="493" y="141"/>
                    <a:pt x="493" y="140"/>
                    <a:pt x="494" y="140"/>
                  </a:cubicBezTo>
                  <a:cubicBezTo>
                    <a:pt x="493" y="140"/>
                    <a:pt x="494" y="141"/>
                    <a:pt x="494" y="140"/>
                  </a:cubicBezTo>
                  <a:cubicBezTo>
                    <a:pt x="494" y="140"/>
                    <a:pt x="494" y="140"/>
                    <a:pt x="494" y="140"/>
                  </a:cubicBezTo>
                  <a:cubicBezTo>
                    <a:pt x="494" y="139"/>
                    <a:pt x="492" y="139"/>
                    <a:pt x="493" y="139"/>
                  </a:cubicBezTo>
                  <a:cubicBezTo>
                    <a:pt x="493" y="139"/>
                    <a:pt x="492" y="139"/>
                    <a:pt x="492" y="139"/>
                  </a:cubicBezTo>
                  <a:cubicBezTo>
                    <a:pt x="492" y="138"/>
                    <a:pt x="492" y="138"/>
                    <a:pt x="493" y="138"/>
                  </a:cubicBezTo>
                  <a:cubicBezTo>
                    <a:pt x="493" y="137"/>
                    <a:pt x="493" y="138"/>
                    <a:pt x="493" y="138"/>
                  </a:cubicBezTo>
                  <a:cubicBezTo>
                    <a:pt x="494" y="138"/>
                    <a:pt x="493" y="138"/>
                    <a:pt x="493" y="137"/>
                  </a:cubicBezTo>
                  <a:cubicBezTo>
                    <a:pt x="493" y="137"/>
                    <a:pt x="495" y="137"/>
                    <a:pt x="495" y="136"/>
                  </a:cubicBezTo>
                  <a:cubicBezTo>
                    <a:pt x="495" y="136"/>
                    <a:pt x="492" y="137"/>
                    <a:pt x="492" y="137"/>
                  </a:cubicBezTo>
                  <a:cubicBezTo>
                    <a:pt x="492" y="137"/>
                    <a:pt x="491" y="137"/>
                    <a:pt x="491" y="137"/>
                  </a:cubicBezTo>
                  <a:cubicBezTo>
                    <a:pt x="491" y="137"/>
                    <a:pt x="491" y="137"/>
                    <a:pt x="491" y="137"/>
                  </a:cubicBezTo>
                  <a:cubicBezTo>
                    <a:pt x="491" y="137"/>
                    <a:pt x="490" y="136"/>
                    <a:pt x="491" y="136"/>
                  </a:cubicBezTo>
                  <a:cubicBezTo>
                    <a:pt x="491" y="136"/>
                    <a:pt x="491" y="136"/>
                    <a:pt x="492" y="136"/>
                  </a:cubicBezTo>
                  <a:cubicBezTo>
                    <a:pt x="492" y="136"/>
                    <a:pt x="491" y="136"/>
                    <a:pt x="491" y="136"/>
                  </a:cubicBezTo>
                  <a:cubicBezTo>
                    <a:pt x="491" y="136"/>
                    <a:pt x="491" y="136"/>
                    <a:pt x="491" y="135"/>
                  </a:cubicBezTo>
                  <a:cubicBezTo>
                    <a:pt x="491" y="135"/>
                    <a:pt x="491" y="135"/>
                    <a:pt x="491" y="135"/>
                  </a:cubicBezTo>
                  <a:cubicBezTo>
                    <a:pt x="491" y="135"/>
                    <a:pt x="492" y="135"/>
                    <a:pt x="492" y="135"/>
                  </a:cubicBezTo>
                  <a:cubicBezTo>
                    <a:pt x="492" y="135"/>
                    <a:pt x="489" y="134"/>
                    <a:pt x="489" y="134"/>
                  </a:cubicBezTo>
                  <a:cubicBezTo>
                    <a:pt x="489" y="134"/>
                    <a:pt x="489" y="135"/>
                    <a:pt x="489" y="135"/>
                  </a:cubicBezTo>
                  <a:cubicBezTo>
                    <a:pt x="489" y="135"/>
                    <a:pt x="490" y="134"/>
                    <a:pt x="490" y="135"/>
                  </a:cubicBezTo>
                  <a:cubicBezTo>
                    <a:pt x="489" y="135"/>
                    <a:pt x="487" y="135"/>
                    <a:pt x="486" y="136"/>
                  </a:cubicBezTo>
                  <a:cubicBezTo>
                    <a:pt x="486" y="136"/>
                    <a:pt x="485" y="136"/>
                    <a:pt x="485" y="136"/>
                  </a:cubicBezTo>
                  <a:cubicBezTo>
                    <a:pt x="485" y="136"/>
                    <a:pt x="486" y="136"/>
                    <a:pt x="486" y="136"/>
                  </a:cubicBezTo>
                  <a:cubicBezTo>
                    <a:pt x="486" y="136"/>
                    <a:pt x="487" y="136"/>
                    <a:pt x="488" y="136"/>
                  </a:cubicBezTo>
                  <a:cubicBezTo>
                    <a:pt x="487" y="136"/>
                    <a:pt x="487" y="136"/>
                    <a:pt x="487" y="135"/>
                  </a:cubicBezTo>
                  <a:cubicBezTo>
                    <a:pt x="488" y="135"/>
                    <a:pt x="489" y="135"/>
                    <a:pt x="490" y="135"/>
                  </a:cubicBezTo>
                  <a:cubicBezTo>
                    <a:pt x="490" y="136"/>
                    <a:pt x="489" y="135"/>
                    <a:pt x="489" y="136"/>
                  </a:cubicBezTo>
                  <a:cubicBezTo>
                    <a:pt x="489" y="136"/>
                    <a:pt x="490" y="136"/>
                    <a:pt x="490" y="136"/>
                  </a:cubicBezTo>
                  <a:cubicBezTo>
                    <a:pt x="490" y="137"/>
                    <a:pt x="489" y="136"/>
                    <a:pt x="489" y="136"/>
                  </a:cubicBezTo>
                  <a:cubicBezTo>
                    <a:pt x="489" y="136"/>
                    <a:pt x="491" y="137"/>
                    <a:pt x="491" y="137"/>
                  </a:cubicBezTo>
                  <a:cubicBezTo>
                    <a:pt x="491" y="137"/>
                    <a:pt x="490" y="137"/>
                    <a:pt x="490" y="137"/>
                  </a:cubicBezTo>
                  <a:cubicBezTo>
                    <a:pt x="490" y="137"/>
                    <a:pt x="490" y="138"/>
                    <a:pt x="491" y="138"/>
                  </a:cubicBezTo>
                  <a:cubicBezTo>
                    <a:pt x="491" y="138"/>
                    <a:pt x="492" y="138"/>
                    <a:pt x="491" y="138"/>
                  </a:cubicBezTo>
                  <a:cubicBezTo>
                    <a:pt x="491" y="138"/>
                    <a:pt x="490" y="138"/>
                    <a:pt x="491" y="139"/>
                  </a:cubicBezTo>
                  <a:cubicBezTo>
                    <a:pt x="491" y="139"/>
                    <a:pt x="491" y="139"/>
                    <a:pt x="491" y="140"/>
                  </a:cubicBezTo>
                  <a:cubicBezTo>
                    <a:pt x="492" y="140"/>
                    <a:pt x="491" y="140"/>
                    <a:pt x="491" y="141"/>
                  </a:cubicBezTo>
                  <a:cubicBezTo>
                    <a:pt x="491" y="141"/>
                    <a:pt x="492" y="141"/>
                    <a:pt x="491" y="142"/>
                  </a:cubicBezTo>
                  <a:cubicBezTo>
                    <a:pt x="491" y="142"/>
                    <a:pt x="492" y="142"/>
                    <a:pt x="491" y="142"/>
                  </a:cubicBezTo>
                  <a:cubicBezTo>
                    <a:pt x="491" y="143"/>
                    <a:pt x="490" y="143"/>
                    <a:pt x="490" y="143"/>
                  </a:cubicBezTo>
                  <a:cubicBezTo>
                    <a:pt x="490" y="142"/>
                    <a:pt x="490" y="142"/>
                    <a:pt x="491" y="142"/>
                  </a:cubicBezTo>
                  <a:cubicBezTo>
                    <a:pt x="490" y="142"/>
                    <a:pt x="490" y="142"/>
                    <a:pt x="489" y="142"/>
                  </a:cubicBezTo>
                  <a:cubicBezTo>
                    <a:pt x="489" y="142"/>
                    <a:pt x="489" y="142"/>
                    <a:pt x="489" y="142"/>
                  </a:cubicBezTo>
                  <a:cubicBezTo>
                    <a:pt x="488" y="142"/>
                    <a:pt x="489" y="141"/>
                    <a:pt x="488" y="141"/>
                  </a:cubicBezTo>
                  <a:cubicBezTo>
                    <a:pt x="488" y="141"/>
                    <a:pt x="487" y="142"/>
                    <a:pt x="487" y="141"/>
                  </a:cubicBezTo>
                  <a:cubicBezTo>
                    <a:pt x="487" y="141"/>
                    <a:pt x="487" y="141"/>
                    <a:pt x="487" y="141"/>
                  </a:cubicBezTo>
                  <a:cubicBezTo>
                    <a:pt x="487" y="140"/>
                    <a:pt x="487" y="141"/>
                    <a:pt x="487" y="140"/>
                  </a:cubicBezTo>
                  <a:cubicBezTo>
                    <a:pt x="486" y="140"/>
                    <a:pt x="486" y="141"/>
                    <a:pt x="485" y="141"/>
                  </a:cubicBezTo>
                  <a:cubicBezTo>
                    <a:pt x="485" y="141"/>
                    <a:pt x="486" y="142"/>
                    <a:pt x="486" y="142"/>
                  </a:cubicBezTo>
                  <a:cubicBezTo>
                    <a:pt x="487" y="143"/>
                    <a:pt x="484" y="142"/>
                    <a:pt x="484" y="142"/>
                  </a:cubicBezTo>
                  <a:cubicBezTo>
                    <a:pt x="483" y="142"/>
                    <a:pt x="483" y="142"/>
                    <a:pt x="483" y="142"/>
                  </a:cubicBezTo>
                  <a:cubicBezTo>
                    <a:pt x="483" y="142"/>
                    <a:pt x="482" y="142"/>
                    <a:pt x="482" y="142"/>
                  </a:cubicBezTo>
                  <a:cubicBezTo>
                    <a:pt x="482" y="142"/>
                    <a:pt x="482" y="141"/>
                    <a:pt x="482" y="141"/>
                  </a:cubicBezTo>
                  <a:cubicBezTo>
                    <a:pt x="481" y="141"/>
                    <a:pt x="481" y="142"/>
                    <a:pt x="481" y="142"/>
                  </a:cubicBezTo>
                  <a:cubicBezTo>
                    <a:pt x="480" y="142"/>
                    <a:pt x="481" y="141"/>
                    <a:pt x="481" y="141"/>
                  </a:cubicBezTo>
                  <a:cubicBezTo>
                    <a:pt x="481" y="140"/>
                    <a:pt x="482" y="138"/>
                    <a:pt x="480" y="139"/>
                  </a:cubicBezTo>
                  <a:cubicBezTo>
                    <a:pt x="479" y="139"/>
                    <a:pt x="477" y="140"/>
                    <a:pt x="476" y="139"/>
                  </a:cubicBezTo>
                  <a:cubicBezTo>
                    <a:pt x="475" y="139"/>
                    <a:pt x="475" y="139"/>
                    <a:pt x="474" y="139"/>
                  </a:cubicBezTo>
                  <a:cubicBezTo>
                    <a:pt x="474" y="139"/>
                    <a:pt x="473" y="139"/>
                    <a:pt x="473" y="139"/>
                  </a:cubicBezTo>
                  <a:cubicBezTo>
                    <a:pt x="472" y="139"/>
                    <a:pt x="472" y="139"/>
                    <a:pt x="472" y="139"/>
                  </a:cubicBezTo>
                  <a:cubicBezTo>
                    <a:pt x="471" y="139"/>
                    <a:pt x="471" y="140"/>
                    <a:pt x="472" y="140"/>
                  </a:cubicBezTo>
                  <a:cubicBezTo>
                    <a:pt x="471" y="140"/>
                    <a:pt x="470" y="140"/>
                    <a:pt x="470" y="140"/>
                  </a:cubicBezTo>
                  <a:cubicBezTo>
                    <a:pt x="471" y="141"/>
                    <a:pt x="471" y="141"/>
                    <a:pt x="472" y="141"/>
                  </a:cubicBezTo>
                  <a:cubicBezTo>
                    <a:pt x="473" y="141"/>
                    <a:pt x="473" y="142"/>
                    <a:pt x="474" y="142"/>
                  </a:cubicBezTo>
                  <a:cubicBezTo>
                    <a:pt x="475" y="142"/>
                    <a:pt x="475" y="143"/>
                    <a:pt x="474" y="143"/>
                  </a:cubicBezTo>
                  <a:cubicBezTo>
                    <a:pt x="473" y="143"/>
                    <a:pt x="473" y="144"/>
                    <a:pt x="472" y="144"/>
                  </a:cubicBezTo>
                  <a:cubicBezTo>
                    <a:pt x="471" y="144"/>
                    <a:pt x="471" y="145"/>
                    <a:pt x="470" y="145"/>
                  </a:cubicBezTo>
                  <a:cubicBezTo>
                    <a:pt x="468" y="146"/>
                    <a:pt x="468" y="147"/>
                    <a:pt x="466" y="147"/>
                  </a:cubicBezTo>
                  <a:cubicBezTo>
                    <a:pt x="464" y="148"/>
                    <a:pt x="463" y="149"/>
                    <a:pt x="461" y="149"/>
                  </a:cubicBezTo>
                  <a:cubicBezTo>
                    <a:pt x="461" y="149"/>
                    <a:pt x="460" y="149"/>
                    <a:pt x="461" y="150"/>
                  </a:cubicBezTo>
                  <a:cubicBezTo>
                    <a:pt x="461" y="150"/>
                    <a:pt x="461" y="150"/>
                    <a:pt x="460" y="150"/>
                  </a:cubicBezTo>
                  <a:cubicBezTo>
                    <a:pt x="460" y="150"/>
                    <a:pt x="459" y="150"/>
                    <a:pt x="458" y="151"/>
                  </a:cubicBezTo>
                  <a:cubicBezTo>
                    <a:pt x="457" y="151"/>
                    <a:pt x="456" y="151"/>
                    <a:pt x="455" y="151"/>
                  </a:cubicBezTo>
                  <a:cubicBezTo>
                    <a:pt x="455" y="151"/>
                    <a:pt x="454" y="151"/>
                    <a:pt x="453" y="150"/>
                  </a:cubicBezTo>
                  <a:cubicBezTo>
                    <a:pt x="452" y="150"/>
                    <a:pt x="452" y="149"/>
                    <a:pt x="451" y="149"/>
                  </a:cubicBezTo>
                  <a:cubicBezTo>
                    <a:pt x="451" y="148"/>
                    <a:pt x="450" y="148"/>
                    <a:pt x="450" y="148"/>
                  </a:cubicBezTo>
                  <a:cubicBezTo>
                    <a:pt x="451" y="147"/>
                    <a:pt x="451" y="148"/>
                    <a:pt x="452" y="148"/>
                  </a:cubicBezTo>
                  <a:cubicBezTo>
                    <a:pt x="452" y="147"/>
                    <a:pt x="451" y="148"/>
                    <a:pt x="450" y="147"/>
                  </a:cubicBezTo>
                  <a:cubicBezTo>
                    <a:pt x="450" y="147"/>
                    <a:pt x="450" y="147"/>
                    <a:pt x="450" y="147"/>
                  </a:cubicBezTo>
                  <a:cubicBezTo>
                    <a:pt x="450" y="147"/>
                    <a:pt x="449" y="147"/>
                    <a:pt x="449" y="147"/>
                  </a:cubicBezTo>
                  <a:cubicBezTo>
                    <a:pt x="448" y="147"/>
                    <a:pt x="448" y="146"/>
                    <a:pt x="447" y="146"/>
                  </a:cubicBezTo>
                  <a:cubicBezTo>
                    <a:pt x="447" y="146"/>
                    <a:pt x="447" y="145"/>
                    <a:pt x="447" y="145"/>
                  </a:cubicBezTo>
                  <a:cubicBezTo>
                    <a:pt x="447" y="146"/>
                    <a:pt x="446" y="146"/>
                    <a:pt x="446" y="146"/>
                  </a:cubicBezTo>
                  <a:cubicBezTo>
                    <a:pt x="446" y="145"/>
                    <a:pt x="446" y="145"/>
                    <a:pt x="446" y="145"/>
                  </a:cubicBezTo>
                  <a:cubicBezTo>
                    <a:pt x="445" y="145"/>
                    <a:pt x="444" y="145"/>
                    <a:pt x="443" y="145"/>
                  </a:cubicBezTo>
                  <a:cubicBezTo>
                    <a:pt x="444" y="145"/>
                    <a:pt x="445" y="146"/>
                    <a:pt x="444" y="146"/>
                  </a:cubicBezTo>
                  <a:cubicBezTo>
                    <a:pt x="444" y="146"/>
                    <a:pt x="443" y="145"/>
                    <a:pt x="443" y="145"/>
                  </a:cubicBezTo>
                  <a:cubicBezTo>
                    <a:pt x="443" y="145"/>
                    <a:pt x="442" y="145"/>
                    <a:pt x="441" y="145"/>
                  </a:cubicBezTo>
                  <a:cubicBezTo>
                    <a:pt x="441" y="146"/>
                    <a:pt x="440" y="146"/>
                    <a:pt x="440" y="145"/>
                  </a:cubicBezTo>
                  <a:cubicBezTo>
                    <a:pt x="440" y="145"/>
                    <a:pt x="441" y="145"/>
                    <a:pt x="441" y="145"/>
                  </a:cubicBezTo>
                  <a:cubicBezTo>
                    <a:pt x="441" y="145"/>
                    <a:pt x="439" y="145"/>
                    <a:pt x="439" y="145"/>
                  </a:cubicBezTo>
                  <a:cubicBezTo>
                    <a:pt x="438" y="145"/>
                    <a:pt x="438" y="145"/>
                    <a:pt x="437" y="145"/>
                  </a:cubicBezTo>
                  <a:cubicBezTo>
                    <a:pt x="435" y="145"/>
                    <a:pt x="434" y="144"/>
                    <a:pt x="432" y="145"/>
                  </a:cubicBezTo>
                  <a:cubicBezTo>
                    <a:pt x="433" y="145"/>
                    <a:pt x="435" y="147"/>
                    <a:pt x="435" y="146"/>
                  </a:cubicBezTo>
                  <a:cubicBezTo>
                    <a:pt x="435" y="144"/>
                    <a:pt x="438" y="145"/>
                    <a:pt x="438" y="145"/>
                  </a:cubicBezTo>
                  <a:cubicBezTo>
                    <a:pt x="440" y="145"/>
                    <a:pt x="442" y="146"/>
                    <a:pt x="443" y="146"/>
                  </a:cubicBezTo>
                  <a:cubicBezTo>
                    <a:pt x="443" y="147"/>
                    <a:pt x="444" y="147"/>
                    <a:pt x="444" y="148"/>
                  </a:cubicBezTo>
                  <a:cubicBezTo>
                    <a:pt x="445" y="148"/>
                    <a:pt x="444" y="148"/>
                    <a:pt x="444" y="149"/>
                  </a:cubicBezTo>
                  <a:cubicBezTo>
                    <a:pt x="444" y="150"/>
                    <a:pt x="445" y="149"/>
                    <a:pt x="445" y="150"/>
                  </a:cubicBezTo>
                  <a:cubicBezTo>
                    <a:pt x="445" y="151"/>
                    <a:pt x="446" y="151"/>
                    <a:pt x="446" y="151"/>
                  </a:cubicBezTo>
                  <a:cubicBezTo>
                    <a:pt x="448" y="151"/>
                    <a:pt x="449" y="151"/>
                    <a:pt x="451" y="151"/>
                  </a:cubicBezTo>
                  <a:cubicBezTo>
                    <a:pt x="452" y="151"/>
                    <a:pt x="453" y="151"/>
                    <a:pt x="455" y="151"/>
                  </a:cubicBezTo>
                  <a:cubicBezTo>
                    <a:pt x="456" y="151"/>
                    <a:pt x="458" y="151"/>
                    <a:pt x="460" y="152"/>
                  </a:cubicBezTo>
                  <a:cubicBezTo>
                    <a:pt x="459" y="152"/>
                    <a:pt x="460" y="152"/>
                    <a:pt x="459" y="153"/>
                  </a:cubicBezTo>
                  <a:cubicBezTo>
                    <a:pt x="459" y="153"/>
                    <a:pt x="459" y="153"/>
                    <a:pt x="458" y="153"/>
                  </a:cubicBezTo>
                  <a:cubicBezTo>
                    <a:pt x="458" y="154"/>
                    <a:pt x="458" y="154"/>
                    <a:pt x="457" y="154"/>
                  </a:cubicBezTo>
                  <a:cubicBezTo>
                    <a:pt x="457" y="155"/>
                    <a:pt x="456" y="155"/>
                    <a:pt x="455" y="155"/>
                  </a:cubicBezTo>
                  <a:cubicBezTo>
                    <a:pt x="454" y="156"/>
                    <a:pt x="454" y="156"/>
                    <a:pt x="454" y="156"/>
                  </a:cubicBezTo>
                  <a:cubicBezTo>
                    <a:pt x="453" y="156"/>
                    <a:pt x="452" y="157"/>
                    <a:pt x="453" y="156"/>
                  </a:cubicBezTo>
                  <a:cubicBezTo>
                    <a:pt x="452" y="156"/>
                    <a:pt x="452" y="157"/>
                    <a:pt x="451" y="158"/>
                  </a:cubicBezTo>
                  <a:cubicBezTo>
                    <a:pt x="450" y="158"/>
                    <a:pt x="449" y="158"/>
                    <a:pt x="449" y="159"/>
                  </a:cubicBezTo>
                  <a:cubicBezTo>
                    <a:pt x="448" y="159"/>
                    <a:pt x="447" y="160"/>
                    <a:pt x="446" y="160"/>
                  </a:cubicBezTo>
                  <a:cubicBezTo>
                    <a:pt x="446" y="161"/>
                    <a:pt x="444" y="161"/>
                    <a:pt x="445" y="161"/>
                  </a:cubicBezTo>
                  <a:cubicBezTo>
                    <a:pt x="445" y="162"/>
                    <a:pt x="443" y="162"/>
                    <a:pt x="443" y="162"/>
                  </a:cubicBezTo>
                  <a:cubicBezTo>
                    <a:pt x="442" y="162"/>
                    <a:pt x="441" y="163"/>
                    <a:pt x="440" y="163"/>
                  </a:cubicBezTo>
                  <a:cubicBezTo>
                    <a:pt x="439" y="163"/>
                    <a:pt x="438" y="164"/>
                    <a:pt x="437" y="164"/>
                  </a:cubicBezTo>
                  <a:cubicBezTo>
                    <a:pt x="437" y="164"/>
                    <a:pt x="437" y="164"/>
                    <a:pt x="437" y="163"/>
                  </a:cubicBezTo>
                  <a:cubicBezTo>
                    <a:pt x="436" y="163"/>
                    <a:pt x="436" y="164"/>
                    <a:pt x="436" y="164"/>
                  </a:cubicBezTo>
                  <a:cubicBezTo>
                    <a:pt x="436" y="163"/>
                    <a:pt x="435" y="163"/>
                    <a:pt x="435" y="163"/>
                  </a:cubicBezTo>
                  <a:cubicBezTo>
                    <a:pt x="435" y="163"/>
                    <a:pt x="435" y="162"/>
                    <a:pt x="435" y="162"/>
                  </a:cubicBezTo>
                  <a:cubicBezTo>
                    <a:pt x="434" y="162"/>
                    <a:pt x="434" y="164"/>
                    <a:pt x="435" y="164"/>
                  </a:cubicBezTo>
                  <a:cubicBezTo>
                    <a:pt x="435" y="164"/>
                    <a:pt x="435" y="164"/>
                    <a:pt x="434" y="164"/>
                  </a:cubicBezTo>
                  <a:cubicBezTo>
                    <a:pt x="434" y="164"/>
                    <a:pt x="434" y="163"/>
                    <a:pt x="434" y="163"/>
                  </a:cubicBezTo>
                  <a:cubicBezTo>
                    <a:pt x="434" y="164"/>
                    <a:pt x="433" y="163"/>
                    <a:pt x="433" y="163"/>
                  </a:cubicBezTo>
                  <a:cubicBezTo>
                    <a:pt x="433" y="163"/>
                    <a:pt x="433" y="163"/>
                    <a:pt x="433" y="163"/>
                  </a:cubicBezTo>
                  <a:cubicBezTo>
                    <a:pt x="433" y="163"/>
                    <a:pt x="433" y="163"/>
                    <a:pt x="432" y="163"/>
                  </a:cubicBezTo>
                  <a:cubicBezTo>
                    <a:pt x="432" y="163"/>
                    <a:pt x="432" y="163"/>
                    <a:pt x="432" y="163"/>
                  </a:cubicBezTo>
                  <a:cubicBezTo>
                    <a:pt x="432" y="163"/>
                    <a:pt x="432" y="164"/>
                    <a:pt x="432" y="164"/>
                  </a:cubicBezTo>
                  <a:cubicBezTo>
                    <a:pt x="432" y="163"/>
                    <a:pt x="431" y="163"/>
                    <a:pt x="431" y="163"/>
                  </a:cubicBezTo>
                  <a:cubicBezTo>
                    <a:pt x="431" y="163"/>
                    <a:pt x="430" y="163"/>
                    <a:pt x="431" y="162"/>
                  </a:cubicBezTo>
                  <a:cubicBezTo>
                    <a:pt x="431" y="162"/>
                    <a:pt x="432" y="162"/>
                    <a:pt x="432" y="161"/>
                  </a:cubicBezTo>
                  <a:cubicBezTo>
                    <a:pt x="432" y="161"/>
                    <a:pt x="431" y="162"/>
                    <a:pt x="431" y="162"/>
                  </a:cubicBezTo>
                  <a:cubicBezTo>
                    <a:pt x="431" y="162"/>
                    <a:pt x="431" y="162"/>
                    <a:pt x="431" y="162"/>
                  </a:cubicBezTo>
                  <a:cubicBezTo>
                    <a:pt x="430" y="162"/>
                    <a:pt x="430" y="162"/>
                    <a:pt x="429" y="162"/>
                  </a:cubicBezTo>
                  <a:cubicBezTo>
                    <a:pt x="430" y="162"/>
                    <a:pt x="430" y="162"/>
                    <a:pt x="430" y="161"/>
                  </a:cubicBezTo>
                  <a:cubicBezTo>
                    <a:pt x="429" y="162"/>
                    <a:pt x="429" y="162"/>
                    <a:pt x="428" y="162"/>
                  </a:cubicBezTo>
                  <a:cubicBezTo>
                    <a:pt x="429" y="163"/>
                    <a:pt x="429" y="162"/>
                    <a:pt x="430" y="163"/>
                  </a:cubicBezTo>
                  <a:cubicBezTo>
                    <a:pt x="429" y="163"/>
                    <a:pt x="429" y="163"/>
                    <a:pt x="430" y="163"/>
                  </a:cubicBezTo>
                  <a:cubicBezTo>
                    <a:pt x="429" y="163"/>
                    <a:pt x="429" y="163"/>
                    <a:pt x="429" y="164"/>
                  </a:cubicBezTo>
                  <a:cubicBezTo>
                    <a:pt x="429" y="164"/>
                    <a:pt x="429" y="164"/>
                    <a:pt x="429" y="164"/>
                  </a:cubicBezTo>
                  <a:cubicBezTo>
                    <a:pt x="429" y="164"/>
                    <a:pt x="428" y="164"/>
                    <a:pt x="428" y="164"/>
                  </a:cubicBezTo>
                  <a:cubicBezTo>
                    <a:pt x="429" y="164"/>
                    <a:pt x="427" y="164"/>
                    <a:pt x="427" y="164"/>
                  </a:cubicBezTo>
                  <a:cubicBezTo>
                    <a:pt x="427" y="163"/>
                    <a:pt x="427" y="163"/>
                    <a:pt x="426" y="164"/>
                  </a:cubicBezTo>
                  <a:cubicBezTo>
                    <a:pt x="427" y="164"/>
                    <a:pt x="426" y="165"/>
                    <a:pt x="427" y="165"/>
                  </a:cubicBezTo>
                  <a:cubicBezTo>
                    <a:pt x="428" y="166"/>
                    <a:pt x="426" y="166"/>
                    <a:pt x="426" y="166"/>
                  </a:cubicBezTo>
                  <a:cubicBezTo>
                    <a:pt x="426" y="166"/>
                    <a:pt x="424" y="168"/>
                    <a:pt x="423" y="167"/>
                  </a:cubicBezTo>
                  <a:cubicBezTo>
                    <a:pt x="423" y="167"/>
                    <a:pt x="424" y="167"/>
                    <a:pt x="424" y="167"/>
                  </a:cubicBezTo>
                  <a:cubicBezTo>
                    <a:pt x="423" y="167"/>
                    <a:pt x="423" y="168"/>
                    <a:pt x="422" y="167"/>
                  </a:cubicBezTo>
                  <a:cubicBezTo>
                    <a:pt x="422" y="167"/>
                    <a:pt x="422" y="167"/>
                    <a:pt x="422" y="167"/>
                  </a:cubicBezTo>
                  <a:cubicBezTo>
                    <a:pt x="422" y="167"/>
                    <a:pt x="422" y="167"/>
                    <a:pt x="422" y="167"/>
                  </a:cubicBezTo>
                  <a:cubicBezTo>
                    <a:pt x="421" y="166"/>
                    <a:pt x="421" y="167"/>
                    <a:pt x="420" y="167"/>
                  </a:cubicBezTo>
                  <a:cubicBezTo>
                    <a:pt x="421" y="167"/>
                    <a:pt x="422" y="167"/>
                    <a:pt x="421" y="167"/>
                  </a:cubicBezTo>
                  <a:cubicBezTo>
                    <a:pt x="421" y="168"/>
                    <a:pt x="420" y="168"/>
                    <a:pt x="419" y="168"/>
                  </a:cubicBezTo>
                  <a:cubicBezTo>
                    <a:pt x="419" y="168"/>
                    <a:pt x="418" y="168"/>
                    <a:pt x="418" y="168"/>
                  </a:cubicBezTo>
                  <a:cubicBezTo>
                    <a:pt x="417" y="167"/>
                    <a:pt x="417" y="167"/>
                    <a:pt x="417" y="167"/>
                  </a:cubicBezTo>
                  <a:cubicBezTo>
                    <a:pt x="417" y="167"/>
                    <a:pt x="415" y="167"/>
                    <a:pt x="415" y="167"/>
                  </a:cubicBezTo>
                  <a:cubicBezTo>
                    <a:pt x="415" y="167"/>
                    <a:pt x="416" y="167"/>
                    <a:pt x="416" y="167"/>
                  </a:cubicBezTo>
                  <a:cubicBezTo>
                    <a:pt x="415" y="166"/>
                    <a:pt x="414" y="167"/>
                    <a:pt x="414" y="166"/>
                  </a:cubicBezTo>
                  <a:cubicBezTo>
                    <a:pt x="414" y="166"/>
                    <a:pt x="414" y="166"/>
                    <a:pt x="414" y="166"/>
                  </a:cubicBezTo>
                  <a:cubicBezTo>
                    <a:pt x="414" y="166"/>
                    <a:pt x="412" y="166"/>
                    <a:pt x="412" y="166"/>
                  </a:cubicBezTo>
                  <a:cubicBezTo>
                    <a:pt x="411" y="166"/>
                    <a:pt x="412" y="166"/>
                    <a:pt x="413" y="165"/>
                  </a:cubicBezTo>
                  <a:cubicBezTo>
                    <a:pt x="412" y="165"/>
                    <a:pt x="411" y="166"/>
                    <a:pt x="411" y="166"/>
                  </a:cubicBezTo>
                  <a:cubicBezTo>
                    <a:pt x="410" y="166"/>
                    <a:pt x="410" y="166"/>
                    <a:pt x="409" y="166"/>
                  </a:cubicBezTo>
                  <a:cubicBezTo>
                    <a:pt x="409" y="166"/>
                    <a:pt x="409" y="165"/>
                    <a:pt x="408" y="165"/>
                  </a:cubicBezTo>
                  <a:cubicBezTo>
                    <a:pt x="407" y="165"/>
                    <a:pt x="407" y="165"/>
                    <a:pt x="407" y="165"/>
                  </a:cubicBezTo>
                  <a:cubicBezTo>
                    <a:pt x="407" y="164"/>
                    <a:pt x="406" y="165"/>
                    <a:pt x="406" y="164"/>
                  </a:cubicBezTo>
                  <a:cubicBezTo>
                    <a:pt x="406" y="164"/>
                    <a:pt x="405" y="164"/>
                    <a:pt x="405" y="164"/>
                  </a:cubicBezTo>
                  <a:cubicBezTo>
                    <a:pt x="405" y="164"/>
                    <a:pt x="405" y="164"/>
                    <a:pt x="404" y="164"/>
                  </a:cubicBezTo>
                  <a:cubicBezTo>
                    <a:pt x="404" y="164"/>
                    <a:pt x="401" y="163"/>
                    <a:pt x="403" y="162"/>
                  </a:cubicBezTo>
                  <a:cubicBezTo>
                    <a:pt x="402" y="162"/>
                    <a:pt x="402" y="162"/>
                    <a:pt x="402" y="162"/>
                  </a:cubicBezTo>
                  <a:cubicBezTo>
                    <a:pt x="402" y="162"/>
                    <a:pt x="402" y="163"/>
                    <a:pt x="402" y="163"/>
                  </a:cubicBezTo>
                  <a:cubicBezTo>
                    <a:pt x="402" y="163"/>
                    <a:pt x="402" y="163"/>
                    <a:pt x="402" y="163"/>
                  </a:cubicBezTo>
                  <a:cubicBezTo>
                    <a:pt x="402" y="163"/>
                    <a:pt x="402" y="164"/>
                    <a:pt x="402" y="164"/>
                  </a:cubicBezTo>
                  <a:cubicBezTo>
                    <a:pt x="401" y="164"/>
                    <a:pt x="400" y="163"/>
                    <a:pt x="400" y="164"/>
                  </a:cubicBezTo>
                  <a:cubicBezTo>
                    <a:pt x="401" y="164"/>
                    <a:pt x="400" y="164"/>
                    <a:pt x="400" y="165"/>
                  </a:cubicBezTo>
                  <a:cubicBezTo>
                    <a:pt x="401" y="165"/>
                    <a:pt x="401" y="165"/>
                    <a:pt x="402" y="165"/>
                  </a:cubicBezTo>
                  <a:cubicBezTo>
                    <a:pt x="402" y="165"/>
                    <a:pt x="403" y="165"/>
                    <a:pt x="403" y="165"/>
                  </a:cubicBezTo>
                  <a:cubicBezTo>
                    <a:pt x="402" y="165"/>
                    <a:pt x="402" y="164"/>
                    <a:pt x="403" y="164"/>
                  </a:cubicBezTo>
                  <a:cubicBezTo>
                    <a:pt x="403" y="164"/>
                    <a:pt x="404" y="164"/>
                    <a:pt x="404" y="165"/>
                  </a:cubicBezTo>
                  <a:cubicBezTo>
                    <a:pt x="404" y="165"/>
                    <a:pt x="405" y="165"/>
                    <a:pt x="405" y="165"/>
                  </a:cubicBezTo>
                  <a:cubicBezTo>
                    <a:pt x="405" y="165"/>
                    <a:pt x="406" y="165"/>
                    <a:pt x="406" y="165"/>
                  </a:cubicBezTo>
                  <a:cubicBezTo>
                    <a:pt x="407" y="165"/>
                    <a:pt x="407" y="166"/>
                    <a:pt x="407" y="165"/>
                  </a:cubicBezTo>
                  <a:cubicBezTo>
                    <a:pt x="408" y="165"/>
                    <a:pt x="408" y="165"/>
                    <a:pt x="408" y="166"/>
                  </a:cubicBezTo>
                  <a:cubicBezTo>
                    <a:pt x="408" y="167"/>
                    <a:pt x="410" y="166"/>
                    <a:pt x="410" y="166"/>
                  </a:cubicBezTo>
                  <a:cubicBezTo>
                    <a:pt x="410" y="167"/>
                    <a:pt x="409" y="167"/>
                    <a:pt x="409" y="167"/>
                  </a:cubicBezTo>
                  <a:cubicBezTo>
                    <a:pt x="409" y="167"/>
                    <a:pt x="408" y="167"/>
                    <a:pt x="408" y="167"/>
                  </a:cubicBezTo>
                  <a:cubicBezTo>
                    <a:pt x="407" y="168"/>
                    <a:pt x="406" y="168"/>
                    <a:pt x="406" y="168"/>
                  </a:cubicBezTo>
                  <a:cubicBezTo>
                    <a:pt x="406" y="168"/>
                    <a:pt x="407" y="168"/>
                    <a:pt x="407" y="168"/>
                  </a:cubicBezTo>
                  <a:cubicBezTo>
                    <a:pt x="408" y="168"/>
                    <a:pt x="408" y="168"/>
                    <a:pt x="408" y="168"/>
                  </a:cubicBezTo>
                  <a:cubicBezTo>
                    <a:pt x="409" y="167"/>
                    <a:pt x="410" y="167"/>
                    <a:pt x="411" y="167"/>
                  </a:cubicBezTo>
                  <a:cubicBezTo>
                    <a:pt x="411" y="167"/>
                    <a:pt x="414" y="166"/>
                    <a:pt x="413" y="167"/>
                  </a:cubicBezTo>
                  <a:cubicBezTo>
                    <a:pt x="413" y="168"/>
                    <a:pt x="413" y="168"/>
                    <a:pt x="414" y="168"/>
                  </a:cubicBezTo>
                  <a:cubicBezTo>
                    <a:pt x="414" y="168"/>
                    <a:pt x="414" y="168"/>
                    <a:pt x="414" y="168"/>
                  </a:cubicBezTo>
                  <a:cubicBezTo>
                    <a:pt x="414" y="168"/>
                    <a:pt x="416" y="169"/>
                    <a:pt x="416" y="169"/>
                  </a:cubicBezTo>
                  <a:cubicBezTo>
                    <a:pt x="416" y="169"/>
                    <a:pt x="417" y="169"/>
                    <a:pt x="417" y="169"/>
                  </a:cubicBezTo>
                  <a:cubicBezTo>
                    <a:pt x="417" y="169"/>
                    <a:pt x="417" y="169"/>
                    <a:pt x="418" y="169"/>
                  </a:cubicBezTo>
                  <a:cubicBezTo>
                    <a:pt x="417" y="170"/>
                    <a:pt x="417" y="169"/>
                    <a:pt x="417" y="169"/>
                  </a:cubicBezTo>
                  <a:cubicBezTo>
                    <a:pt x="416" y="169"/>
                    <a:pt x="417" y="170"/>
                    <a:pt x="417" y="170"/>
                  </a:cubicBezTo>
                  <a:cubicBezTo>
                    <a:pt x="418" y="170"/>
                    <a:pt x="419" y="170"/>
                    <a:pt x="418" y="170"/>
                  </a:cubicBezTo>
                  <a:cubicBezTo>
                    <a:pt x="417" y="170"/>
                    <a:pt x="417" y="171"/>
                    <a:pt x="417" y="171"/>
                  </a:cubicBezTo>
                  <a:cubicBezTo>
                    <a:pt x="417" y="171"/>
                    <a:pt x="417" y="171"/>
                    <a:pt x="417" y="172"/>
                  </a:cubicBezTo>
                  <a:cubicBezTo>
                    <a:pt x="417" y="172"/>
                    <a:pt x="417" y="172"/>
                    <a:pt x="416" y="172"/>
                  </a:cubicBezTo>
                  <a:cubicBezTo>
                    <a:pt x="416" y="172"/>
                    <a:pt x="416" y="173"/>
                    <a:pt x="416" y="173"/>
                  </a:cubicBezTo>
                  <a:cubicBezTo>
                    <a:pt x="416" y="173"/>
                    <a:pt x="416" y="173"/>
                    <a:pt x="415" y="173"/>
                  </a:cubicBezTo>
                  <a:cubicBezTo>
                    <a:pt x="415" y="173"/>
                    <a:pt x="415" y="174"/>
                    <a:pt x="415" y="174"/>
                  </a:cubicBezTo>
                  <a:cubicBezTo>
                    <a:pt x="414" y="174"/>
                    <a:pt x="413" y="174"/>
                    <a:pt x="413" y="174"/>
                  </a:cubicBezTo>
                  <a:cubicBezTo>
                    <a:pt x="412" y="174"/>
                    <a:pt x="411" y="174"/>
                    <a:pt x="410" y="175"/>
                  </a:cubicBezTo>
                  <a:cubicBezTo>
                    <a:pt x="410" y="175"/>
                    <a:pt x="409" y="175"/>
                    <a:pt x="409" y="175"/>
                  </a:cubicBezTo>
                  <a:cubicBezTo>
                    <a:pt x="409" y="175"/>
                    <a:pt x="409" y="175"/>
                    <a:pt x="409" y="175"/>
                  </a:cubicBezTo>
                  <a:cubicBezTo>
                    <a:pt x="409" y="176"/>
                    <a:pt x="404" y="174"/>
                    <a:pt x="403" y="175"/>
                  </a:cubicBezTo>
                  <a:cubicBezTo>
                    <a:pt x="403" y="175"/>
                    <a:pt x="404" y="175"/>
                    <a:pt x="403" y="175"/>
                  </a:cubicBezTo>
                  <a:cubicBezTo>
                    <a:pt x="403" y="175"/>
                    <a:pt x="403" y="175"/>
                    <a:pt x="403" y="175"/>
                  </a:cubicBezTo>
                  <a:cubicBezTo>
                    <a:pt x="402" y="175"/>
                    <a:pt x="402" y="175"/>
                    <a:pt x="401" y="175"/>
                  </a:cubicBezTo>
                  <a:cubicBezTo>
                    <a:pt x="400" y="175"/>
                    <a:pt x="401" y="176"/>
                    <a:pt x="401" y="176"/>
                  </a:cubicBezTo>
                  <a:cubicBezTo>
                    <a:pt x="401" y="176"/>
                    <a:pt x="401" y="176"/>
                    <a:pt x="401" y="177"/>
                  </a:cubicBezTo>
                  <a:cubicBezTo>
                    <a:pt x="401" y="177"/>
                    <a:pt x="404" y="177"/>
                    <a:pt x="403" y="177"/>
                  </a:cubicBezTo>
                  <a:cubicBezTo>
                    <a:pt x="403" y="178"/>
                    <a:pt x="402" y="178"/>
                    <a:pt x="402" y="178"/>
                  </a:cubicBezTo>
                  <a:cubicBezTo>
                    <a:pt x="402" y="178"/>
                    <a:pt x="401" y="178"/>
                    <a:pt x="401" y="178"/>
                  </a:cubicBezTo>
                  <a:cubicBezTo>
                    <a:pt x="401" y="178"/>
                    <a:pt x="402" y="177"/>
                    <a:pt x="401" y="177"/>
                  </a:cubicBezTo>
                  <a:cubicBezTo>
                    <a:pt x="400" y="177"/>
                    <a:pt x="400" y="178"/>
                    <a:pt x="400" y="178"/>
                  </a:cubicBezTo>
                  <a:cubicBezTo>
                    <a:pt x="400" y="178"/>
                    <a:pt x="398" y="178"/>
                    <a:pt x="399" y="177"/>
                  </a:cubicBezTo>
                  <a:cubicBezTo>
                    <a:pt x="398" y="177"/>
                    <a:pt x="398" y="178"/>
                    <a:pt x="398" y="177"/>
                  </a:cubicBezTo>
                  <a:cubicBezTo>
                    <a:pt x="398" y="177"/>
                    <a:pt x="398" y="178"/>
                    <a:pt x="397" y="178"/>
                  </a:cubicBezTo>
                  <a:cubicBezTo>
                    <a:pt x="398" y="178"/>
                    <a:pt x="398" y="178"/>
                    <a:pt x="398" y="178"/>
                  </a:cubicBezTo>
                  <a:cubicBezTo>
                    <a:pt x="398" y="179"/>
                    <a:pt x="397" y="179"/>
                    <a:pt x="396" y="179"/>
                  </a:cubicBezTo>
                  <a:cubicBezTo>
                    <a:pt x="396" y="179"/>
                    <a:pt x="395" y="179"/>
                    <a:pt x="396" y="179"/>
                  </a:cubicBezTo>
                  <a:cubicBezTo>
                    <a:pt x="395" y="180"/>
                    <a:pt x="395" y="180"/>
                    <a:pt x="394" y="180"/>
                  </a:cubicBezTo>
                  <a:cubicBezTo>
                    <a:pt x="395" y="180"/>
                    <a:pt x="396" y="180"/>
                    <a:pt x="395" y="181"/>
                  </a:cubicBezTo>
                  <a:cubicBezTo>
                    <a:pt x="395" y="181"/>
                    <a:pt x="395" y="181"/>
                    <a:pt x="395" y="181"/>
                  </a:cubicBezTo>
                  <a:cubicBezTo>
                    <a:pt x="395" y="182"/>
                    <a:pt x="395" y="181"/>
                    <a:pt x="395" y="182"/>
                  </a:cubicBezTo>
                  <a:cubicBezTo>
                    <a:pt x="395" y="182"/>
                    <a:pt x="395" y="182"/>
                    <a:pt x="395" y="182"/>
                  </a:cubicBezTo>
                  <a:cubicBezTo>
                    <a:pt x="395" y="182"/>
                    <a:pt x="395" y="181"/>
                    <a:pt x="395" y="181"/>
                  </a:cubicBezTo>
                  <a:cubicBezTo>
                    <a:pt x="395" y="180"/>
                    <a:pt x="393" y="180"/>
                    <a:pt x="392" y="180"/>
                  </a:cubicBezTo>
                  <a:cubicBezTo>
                    <a:pt x="392" y="180"/>
                    <a:pt x="394" y="181"/>
                    <a:pt x="394" y="181"/>
                  </a:cubicBezTo>
                  <a:cubicBezTo>
                    <a:pt x="394" y="182"/>
                    <a:pt x="393" y="181"/>
                    <a:pt x="392" y="181"/>
                  </a:cubicBezTo>
                  <a:cubicBezTo>
                    <a:pt x="392" y="181"/>
                    <a:pt x="392" y="181"/>
                    <a:pt x="392" y="182"/>
                  </a:cubicBezTo>
                  <a:cubicBezTo>
                    <a:pt x="391" y="182"/>
                    <a:pt x="391" y="181"/>
                    <a:pt x="391" y="182"/>
                  </a:cubicBezTo>
                  <a:cubicBezTo>
                    <a:pt x="390" y="182"/>
                    <a:pt x="391" y="182"/>
                    <a:pt x="392" y="182"/>
                  </a:cubicBezTo>
                  <a:cubicBezTo>
                    <a:pt x="391" y="183"/>
                    <a:pt x="389" y="183"/>
                    <a:pt x="389" y="183"/>
                  </a:cubicBezTo>
                  <a:cubicBezTo>
                    <a:pt x="389" y="183"/>
                    <a:pt x="389" y="183"/>
                    <a:pt x="389" y="183"/>
                  </a:cubicBezTo>
                  <a:cubicBezTo>
                    <a:pt x="389" y="182"/>
                    <a:pt x="388" y="183"/>
                    <a:pt x="388" y="183"/>
                  </a:cubicBezTo>
                  <a:cubicBezTo>
                    <a:pt x="388" y="183"/>
                    <a:pt x="387" y="183"/>
                    <a:pt x="387" y="183"/>
                  </a:cubicBezTo>
                  <a:cubicBezTo>
                    <a:pt x="388" y="183"/>
                    <a:pt x="388" y="183"/>
                    <a:pt x="388" y="184"/>
                  </a:cubicBezTo>
                  <a:cubicBezTo>
                    <a:pt x="388" y="184"/>
                    <a:pt x="387" y="184"/>
                    <a:pt x="387" y="184"/>
                  </a:cubicBezTo>
                  <a:cubicBezTo>
                    <a:pt x="388" y="184"/>
                    <a:pt x="387" y="185"/>
                    <a:pt x="386" y="184"/>
                  </a:cubicBezTo>
                  <a:cubicBezTo>
                    <a:pt x="386" y="184"/>
                    <a:pt x="385" y="184"/>
                    <a:pt x="385" y="184"/>
                  </a:cubicBezTo>
                  <a:cubicBezTo>
                    <a:pt x="385" y="184"/>
                    <a:pt x="386" y="184"/>
                    <a:pt x="386" y="184"/>
                  </a:cubicBezTo>
                  <a:cubicBezTo>
                    <a:pt x="385" y="185"/>
                    <a:pt x="385" y="184"/>
                    <a:pt x="385" y="185"/>
                  </a:cubicBezTo>
                  <a:cubicBezTo>
                    <a:pt x="385" y="185"/>
                    <a:pt x="386" y="185"/>
                    <a:pt x="386" y="185"/>
                  </a:cubicBezTo>
                  <a:cubicBezTo>
                    <a:pt x="386" y="185"/>
                    <a:pt x="385" y="185"/>
                    <a:pt x="386" y="185"/>
                  </a:cubicBezTo>
                  <a:cubicBezTo>
                    <a:pt x="386" y="185"/>
                    <a:pt x="387" y="185"/>
                    <a:pt x="387" y="186"/>
                  </a:cubicBezTo>
                  <a:cubicBezTo>
                    <a:pt x="387" y="186"/>
                    <a:pt x="385" y="185"/>
                    <a:pt x="385" y="186"/>
                  </a:cubicBezTo>
                  <a:cubicBezTo>
                    <a:pt x="385" y="186"/>
                    <a:pt x="386" y="186"/>
                    <a:pt x="386" y="186"/>
                  </a:cubicBezTo>
                  <a:cubicBezTo>
                    <a:pt x="385" y="186"/>
                    <a:pt x="384" y="186"/>
                    <a:pt x="383" y="187"/>
                  </a:cubicBezTo>
                  <a:cubicBezTo>
                    <a:pt x="383" y="187"/>
                    <a:pt x="382" y="187"/>
                    <a:pt x="381" y="187"/>
                  </a:cubicBezTo>
                  <a:cubicBezTo>
                    <a:pt x="380" y="188"/>
                    <a:pt x="381" y="187"/>
                    <a:pt x="381" y="187"/>
                  </a:cubicBezTo>
                  <a:cubicBezTo>
                    <a:pt x="380" y="188"/>
                    <a:pt x="380" y="188"/>
                    <a:pt x="380" y="188"/>
                  </a:cubicBezTo>
                  <a:cubicBezTo>
                    <a:pt x="379" y="188"/>
                    <a:pt x="379" y="188"/>
                    <a:pt x="379" y="188"/>
                  </a:cubicBezTo>
                  <a:cubicBezTo>
                    <a:pt x="379" y="189"/>
                    <a:pt x="379" y="189"/>
                    <a:pt x="378" y="189"/>
                  </a:cubicBezTo>
                  <a:cubicBezTo>
                    <a:pt x="379" y="189"/>
                    <a:pt x="379" y="189"/>
                    <a:pt x="379" y="190"/>
                  </a:cubicBezTo>
                  <a:cubicBezTo>
                    <a:pt x="378" y="190"/>
                    <a:pt x="377" y="190"/>
                    <a:pt x="377" y="190"/>
                  </a:cubicBezTo>
                  <a:cubicBezTo>
                    <a:pt x="377" y="190"/>
                    <a:pt x="377" y="191"/>
                    <a:pt x="377" y="191"/>
                  </a:cubicBezTo>
                  <a:cubicBezTo>
                    <a:pt x="376" y="191"/>
                    <a:pt x="376" y="191"/>
                    <a:pt x="375" y="192"/>
                  </a:cubicBezTo>
                  <a:cubicBezTo>
                    <a:pt x="376" y="192"/>
                    <a:pt x="376" y="192"/>
                    <a:pt x="376" y="192"/>
                  </a:cubicBezTo>
                  <a:cubicBezTo>
                    <a:pt x="376" y="192"/>
                    <a:pt x="375" y="192"/>
                    <a:pt x="375" y="192"/>
                  </a:cubicBezTo>
                  <a:cubicBezTo>
                    <a:pt x="375" y="192"/>
                    <a:pt x="376" y="192"/>
                    <a:pt x="376" y="192"/>
                  </a:cubicBezTo>
                  <a:cubicBezTo>
                    <a:pt x="376" y="192"/>
                    <a:pt x="371" y="195"/>
                    <a:pt x="371" y="195"/>
                  </a:cubicBezTo>
                  <a:cubicBezTo>
                    <a:pt x="370" y="196"/>
                    <a:pt x="369" y="196"/>
                    <a:pt x="368" y="197"/>
                  </a:cubicBezTo>
                  <a:cubicBezTo>
                    <a:pt x="367" y="198"/>
                    <a:pt x="366" y="197"/>
                    <a:pt x="366" y="198"/>
                  </a:cubicBezTo>
                  <a:cubicBezTo>
                    <a:pt x="366" y="198"/>
                    <a:pt x="366" y="198"/>
                    <a:pt x="366" y="198"/>
                  </a:cubicBezTo>
                  <a:cubicBezTo>
                    <a:pt x="366" y="198"/>
                    <a:pt x="365" y="198"/>
                    <a:pt x="365" y="198"/>
                  </a:cubicBezTo>
                  <a:cubicBezTo>
                    <a:pt x="365" y="199"/>
                    <a:pt x="366" y="199"/>
                    <a:pt x="365" y="200"/>
                  </a:cubicBezTo>
                  <a:cubicBezTo>
                    <a:pt x="365" y="200"/>
                    <a:pt x="364" y="200"/>
                    <a:pt x="364" y="201"/>
                  </a:cubicBezTo>
                  <a:cubicBezTo>
                    <a:pt x="363" y="201"/>
                    <a:pt x="363" y="202"/>
                    <a:pt x="362" y="202"/>
                  </a:cubicBezTo>
                  <a:cubicBezTo>
                    <a:pt x="362" y="203"/>
                    <a:pt x="361" y="203"/>
                    <a:pt x="361" y="203"/>
                  </a:cubicBezTo>
                  <a:cubicBezTo>
                    <a:pt x="361" y="203"/>
                    <a:pt x="361" y="204"/>
                    <a:pt x="360" y="204"/>
                  </a:cubicBezTo>
                  <a:cubicBezTo>
                    <a:pt x="360" y="204"/>
                    <a:pt x="360" y="205"/>
                    <a:pt x="360" y="205"/>
                  </a:cubicBezTo>
                  <a:cubicBezTo>
                    <a:pt x="359" y="206"/>
                    <a:pt x="359" y="206"/>
                    <a:pt x="358" y="207"/>
                  </a:cubicBezTo>
                  <a:cubicBezTo>
                    <a:pt x="358" y="207"/>
                    <a:pt x="358" y="207"/>
                    <a:pt x="358" y="207"/>
                  </a:cubicBezTo>
                  <a:cubicBezTo>
                    <a:pt x="358" y="208"/>
                    <a:pt x="358" y="208"/>
                    <a:pt x="358" y="208"/>
                  </a:cubicBezTo>
                  <a:cubicBezTo>
                    <a:pt x="357" y="209"/>
                    <a:pt x="357" y="209"/>
                    <a:pt x="356" y="210"/>
                  </a:cubicBezTo>
                  <a:cubicBezTo>
                    <a:pt x="357" y="210"/>
                    <a:pt x="357" y="210"/>
                    <a:pt x="357" y="210"/>
                  </a:cubicBezTo>
                  <a:cubicBezTo>
                    <a:pt x="357" y="210"/>
                    <a:pt x="356" y="210"/>
                    <a:pt x="356" y="211"/>
                  </a:cubicBezTo>
                  <a:cubicBezTo>
                    <a:pt x="355" y="211"/>
                    <a:pt x="355" y="211"/>
                    <a:pt x="355" y="212"/>
                  </a:cubicBezTo>
                  <a:cubicBezTo>
                    <a:pt x="354" y="212"/>
                    <a:pt x="354" y="212"/>
                    <a:pt x="354" y="212"/>
                  </a:cubicBezTo>
                  <a:cubicBezTo>
                    <a:pt x="353" y="213"/>
                    <a:pt x="353" y="212"/>
                    <a:pt x="352" y="213"/>
                  </a:cubicBezTo>
                  <a:cubicBezTo>
                    <a:pt x="353" y="213"/>
                    <a:pt x="354" y="212"/>
                    <a:pt x="354" y="213"/>
                  </a:cubicBezTo>
                  <a:cubicBezTo>
                    <a:pt x="355" y="213"/>
                    <a:pt x="353" y="215"/>
                    <a:pt x="353" y="215"/>
                  </a:cubicBezTo>
                  <a:cubicBezTo>
                    <a:pt x="353" y="215"/>
                    <a:pt x="354" y="214"/>
                    <a:pt x="354" y="215"/>
                  </a:cubicBezTo>
                  <a:cubicBezTo>
                    <a:pt x="354" y="215"/>
                    <a:pt x="354" y="216"/>
                    <a:pt x="354" y="216"/>
                  </a:cubicBezTo>
                  <a:cubicBezTo>
                    <a:pt x="354" y="217"/>
                    <a:pt x="356" y="215"/>
                    <a:pt x="356" y="215"/>
                  </a:cubicBezTo>
                  <a:cubicBezTo>
                    <a:pt x="356" y="216"/>
                    <a:pt x="356" y="216"/>
                    <a:pt x="356" y="217"/>
                  </a:cubicBezTo>
                  <a:cubicBezTo>
                    <a:pt x="355" y="217"/>
                    <a:pt x="354" y="217"/>
                    <a:pt x="354" y="218"/>
                  </a:cubicBezTo>
                  <a:cubicBezTo>
                    <a:pt x="353" y="219"/>
                    <a:pt x="352" y="220"/>
                    <a:pt x="351" y="221"/>
                  </a:cubicBezTo>
                  <a:cubicBezTo>
                    <a:pt x="352" y="220"/>
                    <a:pt x="353" y="220"/>
                    <a:pt x="354" y="218"/>
                  </a:cubicBezTo>
                  <a:cubicBezTo>
                    <a:pt x="355" y="217"/>
                    <a:pt x="356" y="217"/>
                    <a:pt x="357" y="216"/>
                  </a:cubicBezTo>
                  <a:cubicBezTo>
                    <a:pt x="357" y="215"/>
                    <a:pt x="359" y="216"/>
                    <a:pt x="359" y="216"/>
                  </a:cubicBezTo>
                  <a:cubicBezTo>
                    <a:pt x="360" y="216"/>
                    <a:pt x="362" y="215"/>
                    <a:pt x="362" y="216"/>
                  </a:cubicBezTo>
                  <a:cubicBezTo>
                    <a:pt x="361" y="217"/>
                    <a:pt x="364" y="216"/>
                    <a:pt x="364" y="216"/>
                  </a:cubicBezTo>
                  <a:cubicBezTo>
                    <a:pt x="365" y="216"/>
                    <a:pt x="363" y="218"/>
                    <a:pt x="363" y="218"/>
                  </a:cubicBezTo>
                  <a:cubicBezTo>
                    <a:pt x="362" y="220"/>
                    <a:pt x="363" y="221"/>
                    <a:pt x="362" y="223"/>
                  </a:cubicBezTo>
                  <a:cubicBezTo>
                    <a:pt x="362" y="223"/>
                    <a:pt x="361" y="225"/>
                    <a:pt x="361" y="225"/>
                  </a:cubicBezTo>
                  <a:cubicBezTo>
                    <a:pt x="362" y="225"/>
                    <a:pt x="360" y="230"/>
                    <a:pt x="360" y="231"/>
                  </a:cubicBezTo>
                  <a:cubicBezTo>
                    <a:pt x="359" y="232"/>
                    <a:pt x="358" y="232"/>
                    <a:pt x="357" y="233"/>
                  </a:cubicBezTo>
                  <a:cubicBezTo>
                    <a:pt x="356" y="233"/>
                    <a:pt x="355" y="234"/>
                    <a:pt x="355" y="234"/>
                  </a:cubicBezTo>
                  <a:cubicBezTo>
                    <a:pt x="354" y="234"/>
                    <a:pt x="354" y="234"/>
                    <a:pt x="353" y="235"/>
                  </a:cubicBezTo>
                  <a:cubicBezTo>
                    <a:pt x="355" y="235"/>
                    <a:pt x="357" y="232"/>
                    <a:pt x="359" y="233"/>
                  </a:cubicBezTo>
                  <a:cubicBezTo>
                    <a:pt x="359" y="234"/>
                    <a:pt x="357" y="234"/>
                    <a:pt x="357" y="234"/>
                  </a:cubicBezTo>
                  <a:cubicBezTo>
                    <a:pt x="358" y="234"/>
                    <a:pt x="358" y="234"/>
                    <a:pt x="359" y="233"/>
                  </a:cubicBezTo>
                  <a:cubicBezTo>
                    <a:pt x="360" y="233"/>
                    <a:pt x="362" y="233"/>
                    <a:pt x="363" y="233"/>
                  </a:cubicBezTo>
                  <a:cubicBezTo>
                    <a:pt x="365" y="232"/>
                    <a:pt x="368" y="231"/>
                    <a:pt x="370" y="231"/>
                  </a:cubicBezTo>
                  <a:cubicBezTo>
                    <a:pt x="371" y="231"/>
                    <a:pt x="373" y="231"/>
                    <a:pt x="374" y="232"/>
                  </a:cubicBezTo>
                  <a:cubicBezTo>
                    <a:pt x="375" y="232"/>
                    <a:pt x="377" y="233"/>
                    <a:pt x="377" y="234"/>
                  </a:cubicBezTo>
                  <a:cubicBezTo>
                    <a:pt x="377" y="234"/>
                    <a:pt x="379" y="234"/>
                    <a:pt x="379" y="234"/>
                  </a:cubicBezTo>
                  <a:cubicBezTo>
                    <a:pt x="380" y="234"/>
                    <a:pt x="381" y="235"/>
                    <a:pt x="382" y="235"/>
                  </a:cubicBezTo>
                  <a:cubicBezTo>
                    <a:pt x="383" y="235"/>
                    <a:pt x="383" y="235"/>
                    <a:pt x="384" y="235"/>
                  </a:cubicBezTo>
                  <a:cubicBezTo>
                    <a:pt x="384" y="235"/>
                    <a:pt x="384" y="235"/>
                    <a:pt x="385" y="235"/>
                  </a:cubicBezTo>
                  <a:cubicBezTo>
                    <a:pt x="385" y="235"/>
                    <a:pt x="384" y="236"/>
                    <a:pt x="385" y="236"/>
                  </a:cubicBezTo>
                  <a:cubicBezTo>
                    <a:pt x="385" y="236"/>
                    <a:pt x="385" y="236"/>
                    <a:pt x="385" y="236"/>
                  </a:cubicBezTo>
                  <a:cubicBezTo>
                    <a:pt x="385" y="237"/>
                    <a:pt x="385" y="237"/>
                    <a:pt x="386" y="237"/>
                  </a:cubicBezTo>
                  <a:cubicBezTo>
                    <a:pt x="386" y="237"/>
                    <a:pt x="386" y="238"/>
                    <a:pt x="387" y="238"/>
                  </a:cubicBezTo>
                  <a:cubicBezTo>
                    <a:pt x="387" y="239"/>
                    <a:pt x="389" y="239"/>
                    <a:pt x="389" y="240"/>
                  </a:cubicBezTo>
                  <a:cubicBezTo>
                    <a:pt x="389" y="240"/>
                    <a:pt x="389" y="240"/>
                    <a:pt x="389" y="241"/>
                  </a:cubicBezTo>
                  <a:cubicBezTo>
                    <a:pt x="389" y="241"/>
                    <a:pt x="389" y="242"/>
                    <a:pt x="389" y="242"/>
                  </a:cubicBezTo>
                  <a:cubicBezTo>
                    <a:pt x="389" y="243"/>
                    <a:pt x="390" y="243"/>
                    <a:pt x="390" y="243"/>
                  </a:cubicBezTo>
                  <a:cubicBezTo>
                    <a:pt x="389" y="244"/>
                    <a:pt x="389" y="244"/>
                    <a:pt x="389" y="244"/>
                  </a:cubicBezTo>
                  <a:cubicBezTo>
                    <a:pt x="389" y="244"/>
                    <a:pt x="390" y="243"/>
                    <a:pt x="390" y="244"/>
                  </a:cubicBezTo>
                  <a:cubicBezTo>
                    <a:pt x="390" y="244"/>
                    <a:pt x="391" y="244"/>
                    <a:pt x="391" y="244"/>
                  </a:cubicBezTo>
                  <a:cubicBezTo>
                    <a:pt x="392" y="244"/>
                    <a:pt x="394" y="245"/>
                    <a:pt x="395" y="246"/>
                  </a:cubicBezTo>
                  <a:cubicBezTo>
                    <a:pt x="396" y="246"/>
                    <a:pt x="397" y="246"/>
                    <a:pt x="397" y="246"/>
                  </a:cubicBezTo>
                  <a:cubicBezTo>
                    <a:pt x="398" y="247"/>
                    <a:pt x="398" y="247"/>
                    <a:pt x="398" y="247"/>
                  </a:cubicBezTo>
                  <a:cubicBezTo>
                    <a:pt x="399" y="247"/>
                    <a:pt x="400" y="247"/>
                    <a:pt x="401" y="248"/>
                  </a:cubicBezTo>
                  <a:cubicBezTo>
                    <a:pt x="401" y="248"/>
                    <a:pt x="402" y="248"/>
                    <a:pt x="402" y="248"/>
                  </a:cubicBezTo>
                  <a:cubicBezTo>
                    <a:pt x="402" y="248"/>
                    <a:pt x="402" y="249"/>
                    <a:pt x="402" y="249"/>
                  </a:cubicBezTo>
                  <a:cubicBezTo>
                    <a:pt x="403" y="250"/>
                    <a:pt x="404" y="250"/>
                    <a:pt x="404" y="251"/>
                  </a:cubicBezTo>
                  <a:cubicBezTo>
                    <a:pt x="405" y="251"/>
                    <a:pt x="403" y="252"/>
                    <a:pt x="402" y="252"/>
                  </a:cubicBezTo>
                  <a:cubicBezTo>
                    <a:pt x="402" y="253"/>
                    <a:pt x="401" y="253"/>
                    <a:pt x="400" y="254"/>
                  </a:cubicBezTo>
                  <a:cubicBezTo>
                    <a:pt x="401" y="254"/>
                    <a:pt x="401" y="254"/>
                    <a:pt x="402" y="253"/>
                  </a:cubicBezTo>
                  <a:cubicBezTo>
                    <a:pt x="402" y="253"/>
                    <a:pt x="403" y="252"/>
                    <a:pt x="404" y="252"/>
                  </a:cubicBezTo>
                  <a:cubicBezTo>
                    <a:pt x="405" y="251"/>
                    <a:pt x="407" y="252"/>
                    <a:pt x="408" y="252"/>
                  </a:cubicBezTo>
                  <a:cubicBezTo>
                    <a:pt x="409" y="252"/>
                    <a:pt x="410" y="251"/>
                    <a:pt x="411" y="251"/>
                  </a:cubicBezTo>
                  <a:cubicBezTo>
                    <a:pt x="412" y="251"/>
                    <a:pt x="412" y="252"/>
                    <a:pt x="412" y="251"/>
                  </a:cubicBezTo>
                  <a:cubicBezTo>
                    <a:pt x="413" y="251"/>
                    <a:pt x="413" y="251"/>
                    <a:pt x="414" y="251"/>
                  </a:cubicBezTo>
                  <a:cubicBezTo>
                    <a:pt x="414" y="251"/>
                    <a:pt x="416" y="252"/>
                    <a:pt x="415" y="252"/>
                  </a:cubicBezTo>
                  <a:cubicBezTo>
                    <a:pt x="415" y="252"/>
                    <a:pt x="416" y="252"/>
                    <a:pt x="416" y="252"/>
                  </a:cubicBezTo>
                  <a:cubicBezTo>
                    <a:pt x="416" y="252"/>
                    <a:pt x="416" y="253"/>
                    <a:pt x="416" y="253"/>
                  </a:cubicBezTo>
                  <a:cubicBezTo>
                    <a:pt x="416" y="253"/>
                    <a:pt x="416" y="252"/>
                    <a:pt x="416" y="252"/>
                  </a:cubicBezTo>
                  <a:cubicBezTo>
                    <a:pt x="416" y="252"/>
                    <a:pt x="416" y="252"/>
                    <a:pt x="416" y="252"/>
                  </a:cubicBezTo>
                  <a:cubicBezTo>
                    <a:pt x="415" y="251"/>
                    <a:pt x="416" y="251"/>
                    <a:pt x="416" y="251"/>
                  </a:cubicBezTo>
                  <a:cubicBezTo>
                    <a:pt x="417" y="252"/>
                    <a:pt x="417" y="252"/>
                    <a:pt x="417" y="252"/>
                  </a:cubicBezTo>
                  <a:cubicBezTo>
                    <a:pt x="418" y="252"/>
                    <a:pt x="419" y="252"/>
                    <a:pt x="420" y="252"/>
                  </a:cubicBezTo>
                  <a:cubicBezTo>
                    <a:pt x="420" y="252"/>
                    <a:pt x="420" y="252"/>
                    <a:pt x="421" y="252"/>
                  </a:cubicBezTo>
                  <a:cubicBezTo>
                    <a:pt x="421" y="252"/>
                    <a:pt x="422" y="252"/>
                    <a:pt x="422" y="252"/>
                  </a:cubicBezTo>
                  <a:cubicBezTo>
                    <a:pt x="421" y="253"/>
                    <a:pt x="421" y="253"/>
                    <a:pt x="421" y="253"/>
                  </a:cubicBezTo>
                  <a:cubicBezTo>
                    <a:pt x="421" y="253"/>
                    <a:pt x="421" y="253"/>
                    <a:pt x="422" y="253"/>
                  </a:cubicBezTo>
                  <a:cubicBezTo>
                    <a:pt x="422" y="253"/>
                    <a:pt x="422" y="253"/>
                    <a:pt x="423" y="253"/>
                  </a:cubicBezTo>
                  <a:cubicBezTo>
                    <a:pt x="423" y="253"/>
                    <a:pt x="424" y="253"/>
                    <a:pt x="425" y="253"/>
                  </a:cubicBezTo>
                  <a:cubicBezTo>
                    <a:pt x="425" y="253"/>
                    <a:pt x="425" y="254"/>
                    <a:pt x="425" y="254"/>
                  </a:cubicBezTo>
                  <a:cubicBezTo>
                    <a:pt x="426" y="253"/>
                    <a:pt x="426" y="253"/>
                    <a:pt x="426" y="253"/>
                  </a:cubicBezTo>
                  <a:cubicBezTo>
                    <a:pt x="427" y="253"/>
                    <a:pt x="425" y="254"/>
                    <a:pt x="425" y="255"/>
                  </a:cubicBezTo>
                  <a:cubicBezTo>
                    <a:pt x="425" y="255"/>
                    <a:pt x="425" y="256"/>
                    <a:pt x="425" y="256"/>
                  </a:cubicBezTo>
                  <a:cubicBezTo>
                    <a:pt x="424" y="257"/>
                    <a:pt x="424" y="258"/>
                    <a:pt x="423" y="258"/>
                  </a:cubicBezTo>
                  <a:cubicBezTo>
                    <a:pt x="422" y="259"/>
                    <a:pt x="421" y="260"/>
                    <a:pt x="420" y="261"/>
                  </a:cubicBezTo>
                  <a:cubicBezTo>
                    <a:pt x="420" y="261"/>
                    <a:pt x="420" y="262"/>
                    <a:pt x="419" y="262"/>
                  </a:cubicBezTo>
                  <a:cubicBezTo>
                    <a:pt x="419" y="263"/>
                    <a:pt x="420" y="263"/>
                    <a:pt x="419" y="263"/>
                  </a:cubicBezTo>
                  <a:cubicBezTo>
                    <a:pt x="420" y="263"/>
                    <a:pt x="420" y="264"/>
                    <a:pt x="420" y="265"/>
                  </a:cubicBezTo>
                  <a:cubicBezTo>
                    <a:pt x="420" y="266"/>
                    <a:pt x="419" y="267"/>
                    <a:pt x="419" y="267"/>
                  </a:cubicBezTo>
                  <a:cubicBezTo>
                    <a:pt x="418" y="268"/>
                    <a:pt x="417" y="269"/>
                    <a:pt x="417" y="270"/>
                  </a:cubicBezTo>
                  <a:cubicBezTo>
                    <a:pt x="417" y="272"/>
                    <a:pt x="416" y="272"/>
                    <a:pt x="415" y="273"/>
                  </a:cubicBezTo>
                  <a:cubicBezTo>
                    <a:pt x="414" y="273"/>
                    <a:pt x="414" y="274"/>
                    <a:pt x="413" y="275"/>
                  </a:cubicBezTo>
                  <a:cubicBezTo>
                    <a:pt x="413" y="276"/>
                    <a:pt x="414" y="276"/>
                    <a:pt x="414" y="276"/>
                  </a:cubicBezTo>
                  <a:cubicBezTo>
                    <a:pt x="414" y="277"/>
                    <a:pt x="414" y="277"/>
                    <a:pt x="414" y="278"/>
                  </a:cubicBezTo>
                  <a:cubicBezTo>
                    <a:pt x="414" y="279"/>
                    <a:pt x="415" y="280"/>
                    <a:pt x="415" y="280"/>
                  </a:cubicBezTo>
                  <a:cubicBezTo>
                    <a:pt x="416" y="281"/>
                    <a:pt x="415" y="282"/>
                    <a:pt x="416" y="282"/>
                  </a:cubicBezTo>
                  <a:cubicBezTo>
                    <a:pt x="416" y="282"/>
                    <a:pt x="414" y="283"/>
                    <a:pt x="414" y="283"/>
                  </a:cubicBezTo>
                  <a:cubicBezTo>
                    <a:pt x="414" y="283"/>
                    <a:pt x="413" y="283"/>
                    <a:pt x="412" y="283"/>
                  </a:cubicBezTo>
                  <a:cubicBezTo>
                    <a:pt x="413" y="283"/>
                    <a:pt x="412" y="284"/>
                    <a:pt x="412" y="284"/>
                  </a:cubicBezTo>
                  <a:cubicBezTo>
                    <a:pt x="413" y="284"/>
                    <a:pt x="414" y="283"/>
                    <a:pt x="415" y="283"/>
                  </a:cubicBezTo>
                  <a:cubicBezTo>
                    <a:pt x="415" y="283"/>
                    <a:pt x="415" y="284"/>
                    <a:pt x="415" y="284"/>
                  </a:cubicBezTo>
                  <a:cubicBezTo>
                    <a:pt x="415" y="285"/>
                    <a:pt x="416" y="285"/>
                    <a:pt x="416" y="285"/>
                  </a:cubicBezTo>
                  <a:cubicBezTo>
                    <a:pt x="417" y="285"/>
                    <a:pt x="418" y="285"/>
                    <a:pt x="418" y="286"/>
                  </a:cubicBezTo>
                  <a:cubicBezTo>
                    <a:pt x="418" y="287"/>
                    <a:pt x="419" y="287"/>
                    <a:pt x="419" y="288"/>
                  </a:cubicBezTo>
                  <a:cubicBezTo>
                    <a:pt x="420" y="289"/>
                    <a:pt x="419" y="289"/>
                    <a:pt x="419" y="290"/>
                  </a:cubicBezTo>
                  <a:cubicBezTo>
                    <a:pt x="419" y="290"/>
                    <a:pt x="420" y="291"/>
                    <a:pt x="420" y="291"/>
                  </a:cubicBezTo>
                  <a:cubicBezTo>
                    <a:pt x="419" y="292"/>
                    <a:pt x="419" y="293"/>
                    <a:pt x="418" y="293"/>
                  </a:cubicBezTo>
                  <a:cubicBezTo>
                    <a:pt x="417" y="293"/>
                    <a:pt x="416" y="294"/>
                    <a:pt x="415" y="294"/>
                  </a:cubicBezTo>
                  <a:cubicBezTo>
                    <a:pt x="414" y="295"/>
                    <a:pt x="414" y="295"/>
                    <a:pt x="414" y="295"/>
                  </a:cubicBezTo>
                  <a:cubicBezTo>
                    <a:pt x="413" y="296"/>
                    <a:pt x="413" y="296"/>
                    <a:pt x="412" y="296"/>
                  </a:cubicBezTo>
                  <a:cubicBezTo>
                    <a:pt x="413" y="296"/>
                    <a:pt x="413" y="296"/>
                    <a:pt x="413" y="296"/>
                  </a:cubicBezTo>
                  <a:cubicBezTo>
                    <a:pt x="413" y="296"/>
                    <a:pt x="413" y="296"/>
                    <a:pt x="413" y="296"/>
                  </a:cubicBezTo>
                  <a:cubicBezTo>
                    <a:pt x="413" y="296"/>
                    <a:pt x="414" y="295"/>
                    <a:pt x="414" y="295"/>
                  </a:cubicBezTo>
                  <a:cubicBezTo>
                    <a:pt x="415" y="295"/>
                    <a:pt x="416" y="295"/>
                    <a:pt x="417" y="294"/>
                  </a:cubicBezTo>
                  <a:cubicBezTo>
                    <a:pt x="418" y="293"/>
                    <a:pt x="419" y="292"/>
                    <a:pt x="420" y="293"/>
                  </a:cubicBezTo>
                  <a:cubicBezTo>
                    <a:pt x="421" y="293"/>
                    <a:pt x="422" y="293"/>
                    <a:pt x="422" y="294"/>
                  </a:cubicBezTo>
                  <a:cubicBezTo>
                    <a:pt x="423" y="295"/>
                    <a:pt x="423" y="295"/>
                    <a:pt x="424" y="296"/>
                  </a:cubicBezTo>
                  <a:cubicBezTo>
                    <a:pt x="424" y="297"/>
                    <a:pt x="425" y="298"/>
                    <a:pt x="425" y="299"/>
                  </a:cubicBezTo>
                  <a:cubicBezTo>
                    <a:pt x="425" y="299"/>
                    <a:pt x="425" y="297"/>
                    <a:pt x="425" y="297"/>
                  </a:cubicBezTo>
                  <a:cubicBezTo>
                    <a:pt x="424" y="296"/>
                    <a:pt x="423" y="295"/>
                    <a:pt x="424" y="294"/>
                  </a:cubicBezTo>
                  <a:cubicBezTo>
                    <a:pt x="424" y="294"/>
                    <a:pt x="425" y="294"/>
                    <a:pt x="425" y="293"/>
                  </a:cubicBezTo>
                  <a:cubicBezTo>
                    <a:pt x="425" y="293"/>
                    <a:pt x="425" y="292"/>
                    <a:pt x="426" y="292"/>
                  </a:cubicBezTo>
                  <a:cubicBezTo>
                    <a:pt x="426" y="292"/>
                    <a:pt x="426" y="291"/>
                    <a:pt x="427" y="291"/>
                  </a:cubicBezTo>
                  <a:cubicBezTo>
                    <a:pt x="427" y="291"/>
                    <a:pt x="427" y="291"/>
                    <a:pt x="427" y="291"/>
                  </a:cubicBezTo>
                  <a:cubicBezTo>
                    <a:pt x="428" y="290"/>
                    <a:pt x="429" y="289"/>
                    <a:pt x="430" y="289"/>
                  </a:cubicBezTo>
                  <a:cubicBezTo>
                    <a:pt x="431" y="290"/>
                    <a:pt x="429" y="291"/>
                    <a:pt x="430" y="291"/>
                  </a:cubicBezTo>
                  <a:cubicBezTo>
                    <a:pt x="433" y="291"/>
                    <a:pt x="430" y="294"/>
                    <a:pt x="431" y="295"/>
                  </a:cubicBezTo>
                  <a:cubicBezTo>
                    <a:pt x="431" y="294"/>
                    <a:pt x="431" y="294"/>
                    <a:pt x="431" y="293"/>
                  </a:cubicBezTo>
                  <a:cubicBezTo>
                    <a:pt x="432" y="293"/>
                    <a:pt x="432" y="293"/>
                    <a:pt x="432" y="293"/>
                  </a:cubicBezTo>
                  <a:cubicBezTo>
                    <a:pt x="432" y="292"/>
                    <a:pt x="432" y="292"/>
                    <a:pt x="432" y="292"/>
                  </a:cubicBezTo>
                  <a:cubicBezTo>
                    <a:pt x="432" y="292"/>
                    <a:pt x="433" y="292"/>
                    <a:pt x="433" y="292"/>
                  </a:cubicBezTo>
                  <a:cubicBezTo>
                    <a:pt x="433" y="291"/>
                    <a:pt x="434" y="291"/>
                    <a:pt x="434" y="291"/>
                  </a:cubicBezTo>
                  <a:cubicBezTo>
                    <a:pt x="434" y="291"/>
                    <a:pt x="433" y="291"/>
                    <a:pt x="433" y="291"/>
                  </a:cubicBezTo>
                  <a:cubicBezTo>
                    <a:pt x="433" y="290"/>
                    <a:pt x="434" y="290"/>
                    <a:pt x="434" y="290"/>
                  </a:cubicBezTo>
                  <a:cubicBezTo>
                    <a:pt x="434" y="290"/>
                    <a:pt x="433" y="289"/>
                    <a:pt x="433" y="289"/>
                  </a:cubicBezTo>
                  <a:cubicBezTo>
                    <a:pt x="433" y="289"/>
                    <a:pt x="433" y="288"/>
                    <a:pt x="433" y="288"/>
                  </a:cubicBezTo>
                  <a:cubicBezTo>
                    <a:pt x="434" y="288"/>
                    <a:pt x="434" y="288"/>
                    <a:pt x="435" y="288"/>
                  </a:cubicBezTo>
                  <a:cubicBezTo>
                    <a:pt x="435" y="287"/>
                    <a:pt x="435" y="286"/>
                    <a:pt x="435" y="286"/>
                  </a:cubicBezTo>
                  <a:cubicBezTo>
                    <a:pt x="436" y="286"/>
                    <a:pt x="437" y="286"/>
                    <a:pt x="437" y="285"/>
                  </a:cubicBezTo>
                  <a:cubicBezTo>
                    <a:pt x="437" y="285"/>
                    <a:pt x="438" y="285"/>
                    <a:pt x="439" y="284"/>
                  </a:cubicBezTo>
                  <a:cubicBezTo>
                    <a:pt x="440" y="284"/>
                    <a:pt x="439" y="283"/>
                    <a:pt x="441" y="283"/>
                  </a:cubicBezTo>
                  <a:cubicBezTo>
                    <a:pt x="441" y="283"/>
                    <a:pt x="440" y="283"/>
                    <a:pt x="440" y="283"/>
                  </a:cubicBezTo>
                  <a:cubicBezTo>
                    <a:pt x="440" y="282"/>
                    <a:pt x="440" y="282"/>
                    <a:pt x="441" y="282"/>
                  </a:cubicBezTo>
                  <a:cubicBezTo>
                    <a:pt x="441" y="282"/>
                    <a:pt x="441" y="282"/>
                    <a:pt x="441" y="282"/>
                  </a:cubicBezTo>
                  <a:cubicBezTo>
                    <a:pt x="441" y="282"/>
                    <a:pt x="441" y="281"/>
                    <a:pt x="441" y="281"/>
                  </a:cubicBezTo>
                  <a:cubicBezTo>
                    <a:pt x="442" y="280"/>
                    <a:pt x="440" y="280"/>
                    <a:pt x="440" y="280"/>
                  </a:cubicBezTo>
                  <a:cubicBezTo>
                    <a:pt x="440" y="280"/>
                    <a:pt x="441" y="279"/>
                    <a:pt x="440" y="279"/>
                  </a:cubicBezTo>
                  <a:cubicBezTo>
                    <a:pt x="440" y="279"/>
                    <a:pt x="440" y="279"/>
                    <a:pt x="440" y="278"/>
                  </a:cubicBezTo>
                  <a:cubicBezTo>
                    <a:pt x="440" y="278"/>
                    <a:pt x="440" y="278"/>
                    <a:pt x="440" y="278"/>
                  </a:cubicBezTo>
                  <a:cubicBezTo>
                    <a:pt x="441" y="278"/>
                    <a:pt x="440" y="278"/>
                    <a:pt x="440" y="278"/>
                  </a:cubicBezTo>
                  <a:cubicBezTo>
                    <a:pt x="441" y="277"/>
                    <a:pt x="441" y="278"/>
                    <a:pt x="441" y="277"/>
                  </a:cubicBezTo>
                  <a:cubicBezTo>
                    <a:pt x="440" y="277"/>
                    <a:pt x="442" y="277"/>
                    <a:pt x="442" y="276"/>
                  </a:cubicBezTo>
                  <a:cubicBezTo>
                    <a:pt x="442" y="276"/>
                    <a:pt x="441" y="277"/>
                    <a:pt x="441" y="276"/>
                  </a:cubicBezTo>
                  <a:cubicBezTo>
                    <a:pt x="440" y="276"/>
                    <a:pt x="442" y="276"/>
                    <a:pt x="442" y="275"/>
                  </a:cubicBezTo>
                  <a:cubicBezTo>
                    <a:pt x="441" y="275"/>
                    <a:pt x="442" y="275"/>
                    <a:pt x="441" y="275"/>
                  </a:cubicBezTo>
                  <a:cubicBezTo>
                    <a:pt x="441" y="275"/>
                    <a:pt x="441" y="275"/>
                    <a:pt x="441" y="275"/>
                  </a:cubicBezTo>
                  <a:cubicBezTo>
                    <a:pt x="441" y="275"/>
                    <a:pt x="441" y="275"/>
                    <a:pt x="441" y="274"/>
                  </a:cubicBezTo>
                  <a:cubicBezTo>
                    <a:pt x="440" y="275"/>
                    <a:pt x="442" y="274"/>
                    <a:pt x="442" y="273"/>
                  </a:cubicBezTo>
                  <a:cubicBezTo>
                    <a:pt x="442" y="273"/>
                    <a:pt x="442" y="273"/>
                    <a:pt x="443" y="272"/>
                  </a:cubicBezTo>
                  <a:cubicBezTo>
                    <a:pt x="442" y="272"/>
                    <a:pt x="442" y="272"/>
                    <a:pt x="442" y="272"/>
                  </a:cubicBezTo>
                  <a:cubicBezTo>
                    <a:pt x="442" y="272"/>
                    <a:pt x="443" y="270"/>
                    <a:pt x="442" y="271"/>
                  </a:cubicBezTo>
                  <a:cubicBezTo>
                    <a:pt x="442" y="270"/>
                    <a:pt x="442" y="270"/>
                    <a:pt x="443" y="270"/>
                  </a:cubicBezTo>
                  <a:cubicBezTo>
                    <a:pt x="442" y="270"/>
                    <a:pt x="443" y="270"/>
                    <a:pt x="443" y="270"/>
                  </a:cubicBezTo>
                  <a:cubicBezTo>
                    <a:pt x="443" y="269"/>
                    <a:pt x="444" y="269"/>
                    <a:pt x="444" y="269"/>
                  </a:cubicBezTo>
                  <a:cubicBezTo>
                    <a:pt x="445" y="269"/>
                    <a:pt x="444" y="269"/>
                    <a:pt x="443" y="269"/>
                  </a:cubicBezTo>
                  <a:cubicBezTo>
                    <a:pt x="443" y="269"/>
                    <a:pt x="444" y="269"/>
                    <a:pt x="444" y="268"/>
                  </a:cubicBezTo>
                  <a:cubicBezTo>
                    <a:pt x="444" y="268"/>
                    <a:pt x="444" y="268"/>
                    <a:pt x="444" y="268"/>
                  </a:cubicBezTo>
                  <a:cubicBezTo>
                    <a:pt x="444" y="268"/>
                    <a:pt x="443" y="268"/>
                    <a:pt x="443" y="268"/>
                  </a:cubicBezTo>
                  <a:cubicBezTo>
                    <a:pt x="443" y="268"/>
                    <a:pt x="444" y="268"/>
                    <a:pt x="444" y="268"/>
                  </a:cubicBezTo>
                  <a:cubicBezTo>
                    <a:pt x="444" y="267"/>
                    <a:pt x="444" y="267"/>
                    <a:pt x="445" y="267"/>
                  </a:cubicBezTo>
                  <a:cubicBezTo>
                    <a:pt x="445" y="266"/>
                    <a:pt x="446" y="267"/>
                    <a:pt x="446" y="267"/>
                  </a:cubicBezTo>
                  <a:cubicBezTo>
                    <a:pt x="446" y="266"/>
                    <a:pt x="445" y="266"/>
                    <a:pt x="445" y="266"/>
                  </a:cubicBezTo>
                  <a:cubicBezTo>
                    <a:pt x="445" y="266"/>
                    <a:pt x="445" y="266"/>
                    <a:pt x="445" y="266"/>
                  </a:cubicBezTo>
                  <a:cubicBezTo>
                    <a:pt x="445" y="266"/>
                    <a:pt x="446" y="266"/>
                    <a:pt x="446" y="266"/>
                  </a:cubicBezTo>
                  <a:cubicBezTo>
                    <a:pt x="446" y="265"/>
                    <a:pt x="445" y="265"/>
                    <a:pt x="445" y="265"/>
                  </a:cubicBezTo>
                  <a:cubicBezTo>
                    <a:pt x="445" y="265"/>
                    <a:pt x="445" y="265"/>
                    <a:pt x="446" y="265"/>
                  </a:cubicBezTo>
                  <a:cubicBezTo>
                    <a:pt x="445" y="265"/>
                    <a:pt x="445" y="265"/>
                    <a:pt x="445" y="265"/>
                  </a:cubicBezTo>
                  <a:cubicBezTo>
                    <a:pt x="446" y="265"/>
                    <a:pt x="445" y="265"/>
                    <a:pt x="446" y="265"/>
                  </a:cubicBezTo>
                  <a:cubicBezTo>
                    <a:pt x="446" y="265"/>
                    <a:pt x="446" y="265"/>
                    <a:pt x="446" y="265"/>
                  </a:cubicBezTo>
                  <a:cubicBezTo>
                    <a:pt x="446" y="265"/>
                    <a:pt x="446" y="264"/>
                    <a:pt x="446" y="264"/>
                  </a:cubicBezTo>
                  <a:cubicBezTo>
                    <a:pt x="445" y="264"/>
                    <a:pt x="446" y="264"/>
                    <a:pt x="445" y="264"/>
                  </a:cubicBezTo>
                  <a:cubicBezTo>
                    <a:pt x="445" y="264"/>
                    <a:pt x="445" y="264"/>
                    <a:pt x="444" y="264"/>
                  </a:cubicBezTo>
                  <a:cubicBezTo>
                    <a:pt x="445" y="264"/>
                    <a:pt x="445" y="264"/>
                    <a:pt x="446" y="263"/>
                  </a:cubicBezTo>
                  <a:cubicBezTo>
                    <a:pt x="446" y="263"/>
                    <a:pt x="446" y="263"/>
                    <a:pt x="446" y="263"/>
                  </a:cubicBezTo>
                  <a:cubicBezTo>
                    <a:pt x="446" y="263"/>
                    <a:pt x="446" y="263"/>
                    <a:pt x="447" y="263"/>
                  </a:cubicBezTo>
                  <a:cubicBezTo>
                    <a:pt x="446" y="263"/>
                    <a:pt x="446" y="263"/>
                    <a:pt x="445" y="263"/>
                  </a:cubicBezTo>
                  <a:cubicBezTo>
                    <a:pt x="445" y="263"/>
                    <a:pt x="445" y="263"/>
                    <a:pt x="444" y="263"/>
                  </a:cubicBezTo>
                  <a:cubicBezTo>
                    <a:pt x="444" y="262"/>
                    <a:pt x="445" y="262"/>
                    <a:pt x="445" y="262"/>
                  </a:cubicBezTo>
                  <a:cubicBezTo>
                    <a:pt x="445" y="262"/>
                    <a:pt x="444" y="262"/>
                    <a:pt x="444" y="262"/>
                  </a:cubicBezTo>
                  <a:cubicBezTo>
                    <a:pt x="444" y="262"/>
                    <a:pt x="445" y="261"/>
                    <a:pt x="444" y="261"/>
                  </a:cubicBezTo>
                  <a:cubicBezTo>
                    <a:pt x="444" y="261"/>
                    <a:pt x="445" y="260"/>
                    <a:pt x="445" y="260"/>
                  </a:cubicBezTo>
                  <a:cubicBezTo>
                    <a:pt x="444" y="260"/>
                    <a:pt x="445" y="259"/>
                    <a:pt x="445" y="259"/>
                  </a:cubicBezTo>
                  <a:cubicBezTo>
                    <a:pt x="445" y="259"/>
                    <a:pt x="445" y="259"/>
                    <a:pt x="445" y="259"/>
                  </a:cubicBezTo>
                  <a:cubicBezTo>
                    <a:pt x="445" y="258"/>
                    <a:pt x="445" y="259"/>
                    <a:pt x="444" y="259"/>
                  </a:cubicBezTo>
                  <a:cubicBezTo>
                    <a:pt x="444" y="259"/>
                    <a:pt x="445" y="258"/>
                    <a:pt x="445" y="258"/>
                  </a:cubicBezTo>
                  <a:cubicBezTo>
                    <a:pt x="445" y="258"/>
                    <a:pt x="444" y="258"/>
                    <a:pt x="444" y="258"/>
                  </a:cubicBezTo>
                  <a:cubicBezTo>
                    <a:pt x="445" y="258"/>
                    <a:pt x="445" y="258"/>
                    <a:pt x="445" y="258"/>
                  </a:cubicBezTo>
                  <a:cubicBezTo>
                    <a:pt x="444" y="258"/>
                    <a:pt x="444" y="258"/>
                    <a:pt x="444" y="258"/>
                  </a:cubicBezTo>
                  <a:cubicBezTo>
                    <a:pt x="445" y="257"/>
                    <a:pt x="446" y="257"/>
                    <a:pt x="447" y="257"/>
                  </a:cubicBezTo>
                  <a:cubicBezTo>
                    <a:pt x="449" y="257"/>
                    <a:pt x="450" y="256"/>
                    <a:pt x="451" y="256"/>
                  </a:cubicBezTo>
                  <a:cubicBezTo>
                    <a:pt x="452" y="256"/>
                    <a:pt x="454" y="255"/>
                    <a:pt x="455" y="255"/>
                  </a:cubicBezTo>
                  <a:cubicBezTo>
                    <a:pt x="456" y="254"/>
                    <a:pt x="457" y="254"/>
                    <a:pt x="459" y="253"/>
                  </a:cubicBezTo>
                  <a:cubicBezTo>
                    <a:pt x="459" y="253"/>
                    <a:pt x="459" y="253"/>
                    <a:pt x="460" y="253"/>
                  </a:cubicBezTo>
                  <a:cubicBezTo>
                    <a:pt x="461" y="253"/>
                    <a:pt x="461" y="252"/>
                    <a:pt x="462" y="252"/>
                  </a:cubicBezTo>
                  <a:cubicBezTo>
                    <a:pt x="463" y="251"/>
                    <a:pt x="465" y="251"/>
                    <a:pt x="466" y="250"/>
                  </a:cubicBezTo>
                  <a:cubicBezTo>
                    <a:pt x="467" y="250"/>
                    <a:pt x="468" y="249"/>
                    <a:pt x="469" y="248"/>
                  </a:cubicBezTo>
                  <a:cubicBezTo>
                    <a:pt x="470" y="248"/>
                    <a:pt x="471" y="248"/>
                    <a:pt x="472" y="247"/>
                  </a:cubicBezTo>
                  <a:cubicBezTo>
                    <a:pt x="471" y="247"/>
                    <a:pt x="471" y="247"/>
                    <a:pt x="471" y="247"/>
                  </a:cubicBezTo>
                  <a:cubicBezTo>
                    <a:pt x="472" y="246"/>
                    <a:pt x="473" y="246"/>
                    <a:pt x="475" y="245"/>
                  </a:cubicBezTo>
                  <a:cubicBezTo>
                    <a:pt x="476" y="244"/>
                    <a:pt x="477" y="244"/>
                    <a:pt x="478" y="243"/>
                  </a:cubicBezTo>
                  <a:cubicBezTo>
                    <a:pt x="479" y="242"/>
                    <a:pt x="480" y="241"/>
                    <a:pt x="481" y="239"/>
                  </a:cubicBezTo>
                  <a:cubicBezTo>
                    <a:pt x="481" y="238"/>
                    <a:pt x="482" y="237"/>
                    <a:pt x="483" y="236"/>
                  </a:cubicBezTo>
                  <a:cubicBezTo>
                    <a:pt x="483" y="235"/>
                    <a:pt x="484" y="234"/>
                    <a:pt x="484" y="233"/>
                  </a:cubicBezTo>
                  <a:cubicBezTo>
                    <a:pt x="484" y="233"/>
                    <a:pt x="485" y="232"/>
                    <a:pt x="485" y="232"/>
                  </a:cubicBezTo>
                  <a:cubicBezTo>
                    <a:pt x="486" y="230"/>
                    <a:pt x="485" y="229"/>
                    <a:pt x="486" y="228"/>
                  </a:cubicBezTo>
                  <a:cubicBezTo>
                    <a:pt x="486" y="227"/>
                    <a:pt x="486" y="227"/>
                    <a:pt x="486" y="226"/>
                  </a:cubicBezTo>
                  <a:cubicBezTo>
                    <a:pt x="486" y="225"/>
                    <a:pt x="485" y="225"/>
                    <a:pt x="485" y="224"/>
                  </a:cubicBezTo>
                  <a:cubicBezTo>
                    <a:pt x="485" y="223"/>
                    <a:pt x="485" y="223"/>
                    <a:pt x="484" y="222"/>
                  </a:cubicBezTo>
                  <a:cubicBezTo>
                    <a:pt x="485" y="222"/>
                    <a:pt x="483" y="221"/>
                    <a:pt x="483" y="221"/>
                  </a:cubicBezTo>
                  <a:cubicBezTo>
                    <a:pt x="482" y="220"/>
                    <a:pt x="481" y="220"/>
                    <a:pt x="481" y="219"/>
                  </a:cubicBezTo>
                  <a:cubicBezTo>
                    <a:pt x="481" y="219"/>
                    <a:pt x="481" y="219"/>
                    <a:pt x="480" y="219"/>
                  </a:cubicBezTo>
                  <a:cubicBezTo>
                    <a:pt x="480" y="219"/>
                    <a:pt x="480" y="218"/>
                    <a:pt x="480" y="218"/>
                  </a:cubicBezTo>
                  <a:cubicBezTo>
                    <a:pt x="480" y="218"/>
                    <a:pt x="480" y="217"/>
                    <a:pt x="479" y="217"/>
                  </a:cubicBezTo>
                  <a:cubicBezTo>
                    <a:pt x="479" y="217"/>
                    <a:pt x="479" y="217"/>
                    <a:pt x="479" y="217"/>
                  </a:cubicBezTo>
                  <a:cubicBezTo>
                    <a:pt x="480" y="219"/>
                    <a:pt x="479" y="217"/>
                    <a:pt x="478" y="217"/>
                  </a:cubicBezTo>
                  <a:cubicBezTo>
                    <a:pt x="478" y="217"/>
                    <a:pt x="478" y="217"/>
                    <a:pt x="478" y="217"/>
                  </a:cubicBezTo>
                  <a:cubicBezTo>
                    <a:pt x="478" y="217"/>
                    <a:pt x="479" y="217"/>
                    <a:pt x="479" y="217"/>
                  </a:cubicBezTo>
                  <a:cubicBezTo>
                    <a:pt x="479" y="216"/>
                    <a:pt x="479" y="216"/>
                    <a:pt x="479" y="215"/>
                  </a:cubicBezTo>
                  <a:cubicBezTo>
                    <a:pt x="480" y="215"/>
                    <a:pt x="480" y="215"/>
                    <a:pt x="480" y="215"/>
                  </a:cubicBezTo>
                  <a:cubicBezTo>
                    <a:pt x="480" y="214"/>
                    <a:pt x="480" y="214"/>
                    <a:pt x="480" y="214"/>
                  </a:cubicBezTo>
                  <a:cubicBezTo>
                    <a:pt x="480" y="214"/>
                    <a:pt x="481" y="214"/>
                    <a:pt x="481" y="214"/>
                  </a:cubicBezTo>
                  <a:cubicBezTo>
                    <a:pt x="481" y="214"/>
                    <a:pt x="481" y="213"/>
                    <a:pt x="482" y="214"/>
                  </a:cubicBezTo>
                  <a:cubicBezTo>
                    <a:pt x="482" y="214"/>
                    <a:pt x="482" y="214"/>
                    <a:pt x="481" y="214"/>
                  </a:cubicBezTo>
                  <a:cubicBezTo>
                    <a:pt x="482" y="214"/>
                    <a:pt x="482" y="214"/>
                    <a:pt x="483" y="213"/>
                  </a:cubicBezTo>
                  <a:cubicBezTo>
                    <a:pt x="483" y="213"/>
                    <a:pt x="482" y="213"/>
                    <a:pt x="482" y="213"/>
                  </a:cubicBezTo>
                  <a:cubicBezTo>
                    <a:pt x="483" y="213"/>
                    <a:pt x="483" y="213"/>
                    <a:pt x="483" y="213"/>
                  </a:cubicBezTo>
                  <a:cubicBezTo>
                    <a:pt x="483" y="213"/>
                    <a:pt x="484" y="213"/>
                    <a:pt x="484" y="212"/>
                  </a:cubicBezTo>
                  <a:cubicBezTo>
                    <a:pt x="484" y="212"/>
                    <a:pt x="484" y="212"/>
                    <a:pt x="485" y="212"/>
                  </a:cubicBezTo>
                  <a:cubicBezTo>
                    <a:pt x="485" y="212"/>
                    <a:pt x="485" y="212"/>
                    <a:pt x="485" y="212"/>
                  </a:cubicBezTo>
                  <a:cubicBezTo>
                    <a:pt x="486" y="211"/>
                    <a:pt x="486" y="211"/>
                    <a:pt x="487" y="211"/>
                  </a:cubicBezTo>
                  <a:cubicBezTo>
                    <a:pt x="487" y="211"/>
                    <a:pt x="488" y="210"/>
                    <a:pt x="488" y="210"/>
                  </a:cubicBezTo>
                  <a:cubicBezTo>
                    <a:pt x="488" y="210"/>
                    <a:pt x="488" y="210"/>
                    <a:pt x="488" y="210"/>
                  </a:cubicBezTo>
                  <a:cubicBezTo>
                    <a:pt x="488" y="210"/>
                    <a:pt x="489" y="210"/>
                    <a:pt x="490" y="209"/>
                  </a:cubicBezTo>
                  <a:cubicBezTo>
                    <a:pt x="489" y="209"/>
                    <a:pt x="489" y="209"/>
                    <a:pt x="488" y="209"/>
                  </a:cubicBezTo>
                  <a:cubicBezTo>
                    <a:pt x="489" y="209"/>
                    <a:pt x="489" y="208"/>
                    <a:pt x="489" y="208"/>
                  </a:cubicBezTo>
                  <a:cubicBezTo>
                    <a:pt x="490" y="208"/>
                    <a:pt x="491" y="208"/>
                    <a:pt x="491" y="207"/>
                  </a:cubicBezTo>
                  <a:cubicBezTo>
                    <a:pt x="490" y="207"/>
                    <a:pt x="491" y="207"/>
                    <a:pt x="491" y="206"/>
                  </a:cubicBezTo>
                  <a:cubicBezTo>
                    <a:pt x="491" y="206"/>
                    <a:pt x="491" y="206"/>
                    <a:pt x="492" y="206"/>
                  </a:cubicBezTo>
                  <a:cubicBezTo>
                    <a:pt x="492" y="206"/>
                    <a:pt x="493" y="206"/>
                    <a:pt x="493" y="207"/>
                  </a:cubicBezTo>
                  <a:cubicBezTo>
                    <a:pt x="493" y="208"/>
                    <a:pt x="493" y="208"/>
                    <a:pt x="494" y="208"/>
                  </a:cubicBezTo>
                  <a:cubicBezTo>
                    <a:pt x="494" y="207"/>
                    <a:pt x="493" y="207"/>
                    <a:pt x="493" y="207"/>
                  </a:cubicBezTo>
                  <a:cubicBezTo>
                    <a:pt x="493" y="207"/>
                    <a:pt x="493" y="207"/>
                    <a:pt x="493" y="207"/>
                  </a:cubicBezTo>
                  <a:cubicBezTo>
                    <a:pt x="493" y="206"/>
                    <a:pt x="493" y="206"/>
                    <a:pt x="493" y="206"/>
                  </a:cubicBezTo>
                  <a:cubicBezTo>
                    <a:pt x="493" y="206"/>
                    <a:pt x="494" y="205"/>
                    <a:pt x="495" y="205"/>
                  </a:cubicBezTo>
                  <a:cubicBezTo>
                    <a:pt x="496" y="205"/>
                    <a:pt x="496" y="204"/>
                    <a:pt x="495" y="204"/>
                  </a:cubicBezTo>
                  <a:cubicBezTo>
                    <a:pt x="496" y="204"/>
                    <a:pt x="496" y="203"/>
                    <a:pt x="497" y="203"/>
                  </a:cubicBezTo>
                  <a:cubicBezTo>
                    <a:pt x="497" y="203"/>
                    <a:pt x="497" y="203"/>
                    <a:pt x="497" y="203"/>
                  </a:cubicBezTo>
                  <a:cubicBezTo>
                    <a:pt x="497" y="203"/>
                    <a:pt x="497" y="203"/>
                    <a:pt x="498" y="203"/>
                  </a:cubicBezTo>
                  <a:cubicBezTo>
                    <a:pt x="498" y="203"/>
                    <a:pt x="497" y="203"/>
                    <a:pt x="497" y="203"/>
                  </a:cubicBezTo>
                  <a:cubicBezTo>
                    <a:pt x="497" y="203"/>
                    <a:pt x="497" y="203"/>
                    <a:pt x="496" y="203"/>
                  </a:cubicBezTo>
                  <a:cubicBezTo>
                    <a:pt x="496" y="203"/>
                    <a:pt x="495" y="203"/>
                    <a:pt x="495" y="202"/>
                  </a:cubicBezTo>
                  <a:cubicBezTo>
                    <a:pt x="495" y="202"/>
                    <a:pt x="495" y="202"/>
                    <a:pt x="496" y="202"/>
                  </a:cubicBezTo>
                  <a:cubicBezTo>
                    <a:pt x="496" y="202"/>
                    <a:pt x="496" y="202"/>
                    <a:pt x="496" y="202"/>
                  </a:cubicBezTo>
                  <a:cubicBezTo>
                    <a:pt x="496" y="202"/>
                    <a:pt x="496" y="201"/>
                    <a:pt x="496" y="201"/>
                  </a:cubicBezTo>
                  <a:cubicBezTo>
                    <a:pt x="496" y="201"/>
                    <a:pt x="497" y="201"/>
                    <a:pt x="496" y="201"/>
                  </a:cubicBezTo>
                  <a:cubicBezTo>
                    <a:pt x="496" y="200"/>
                    <a:pt x="496" y="200"/>
                    <a:pt x="497" y="200"/>
                  </a:cubicBezTo>
                  <a:cubicBezTo>
                    <a:pt x="496" y="200"/>
                    <a:pt x="496" y="200"/>
                    <a:pt x="496" y="200"/>
                  </a:cubicBezTo>
                  <a:cubicBezTo>
                    <a:pt x="496" y="200"/>
                    <a:pt x="497" y="200"/>
                    <a:pt x="496" y="200"/>
                  </a:cubicBezTo>
                  <a:cubicBezTo>
                    <a:pt x="496" y="199"/>
                    <a:pt x="496" y="199"/>
                    <a:pt x="496" y="199"/>
                  </a:cubicBezTo>
                  <a:cubicBezTo>
                    <a:pt x="497" y="198"/>
                    <a:pt x="498" y="198"/>
                    <a:pt x="499" y="198"/>
                  </a:cubicBezTo>
                  <a:cubicBezTo>
                    <a:pt x="499" y="197"/>
                    <a:pt x="497" y="198"/>
                    <a:pt x="497" y="197"/>
                  </a:cubicBezTo>
                  <a:cubicBezTo>
                    <a:pt x="497" y="196"/>
                    <a:pt x="499" y="196"/>
                    <a:pt x="499" y="196"/>
                  </a:cubicBezTo>
                  <a:cubicBezTo>
                    <a:pt x="499" y="195"/>
                    <a:pt x="498" y="196"/>
                    <a:pt x="498" y="196"/>
                  </a:cubicBezTo>
                  <a:cubicBezTo>
                    <a:pt x="499" y="195"/>
                    <a:pt x="500" y="195"/>
                    <a:pt x="500" y="195"/>
                  </a:cubicBezTo>
                  <a:cubicBezTo>
                    <a:pt x="499" y="195"/>
                    <a:pt x="498" y="195"/>
                    <a:pt x="497" y="196"/>
                  </a:cubicBezTo>
                  <a:cubicBezTo>
                    <a:pt x="497" y="196"/>
                    <a:pt x="497" y="195"/>
                    <a:pt x="497" y="195"/>
                  </a:cubicBezTo>
                  <a:cubicBezTo>
                    <a:pt x="497" y="195"/>
                    <a:pt x="497" y="195"/>
                    <a:pt x="497" y="195"/>
                  </a:cubicBezTo>
                  <a:cubicBezTo>
                    <a:pt x="497" y="195"/>
                    <a:pt x="497" y="195"/>
                    <a:pt x="497" y="195"/>
                  </a:cubicBezTo>
                  <a:cubicBezTo>
                    <a:pt x="497" y="195"/>
                    <a:pt x="496" y="195"/>
                    <a:pt x="495" y="195"/>
                  </a:cubicBezTo>
                  <a:cubicBezTo>
                    <a:pt x="496" y="194"/>
                    <a:pt x="498" y="193"/>
                    <a:pt x="499" y="193"/>
                  </a:cubicBezTo>
                  <a:cubicBezTo>
                    <a:pt x="500" y="192"/>
                    <a:pt x="500" y="192"/>
                    <a:pt x="501" y="191"/>
                  </a:cubicBezTo>
                  <a:cubicBezTo>
                    <a:pt x="501" y="191"/>
                    <a:pt x="502" y="191"/>
                    <a:pt x="501" y="191"/>
                  </a:cubicBezTo>
                  <a:cubicBezTo>
                    <a:pt x="501" y="191"/>
                    <a:pt x="502" y="189"/>
                    <a:pt x="503" y="189"/>
                  </a:cubicBezTo>
                  <a:cubicBezTo>
                    <a:pt x="503" y="189"/>
                    <a:pt x="503" y="189"/>
                    <a:pt x="503" y="189"/>
                  </a:cubicBezTo>
                  <a:cubicBezTo>
                    <a:pt x="504" y="189"/>
                    <a:pt x="504" y="189"/>
                    <a:pt x="504" y="188"/>
                  </a:cubicBezTo>
                  <a:cubicBezTo>
                    <a:pt x="504" y="188"/>
                    <a:pt x="503" y="188"/>
                    <a:pt x="504" y="188"/>
                  </a:cubicBezTo>
                  <a:cubicBezTo>
                    <a:pt x="504" y="188"/>
                    <a:pt x="505" y="188"/>
                    <a:pt x="505" y="188"/>
                  </a:cubicBezTo>
                  <a:cubicBezTo>
                    <a:pt x="505" y="187"/>
                    <a:pt x="504" y="187"/>
                    <a:pt x="504" y="187"/>
                  </a:cubicBezTo>
                  <a:cubicBezTo>
                    <a:pt x="504" y="187"/>
                    <a:pt x="505" y="187"/>
                    <a:pt x="505" y="187"/>
                  </a:cubicBezTo>
                  <a:cubicBezTo>
                    <a:pt x="505" y="187"/>
                    <a:pt x="504" y="187"/>
                    <a:pt x="504" y="187"/>
                  </a:cubicBezTo>
                  <a:cubicBezTo>
                    <a:pt x="504" y="187"/>
                    <a:pt x="504" y="186"/>
                    <a:pt x="504" y="186"/>
                  </a:cubicBezTo>
                  <a:cubicBezTo>
                    <a:pt x="504" y="186"/>
                    <a:pt x="503" y="186"/>
                    <a:pt x="503" y="186"/>
                  </a:cubicBezTo>
                  <a:cubicBezTo>
                    <a:pt x="502" y="186"/>
                    <a:pt x="503" y="185"/>
                    <a:pt x="503" y="185"/>
                  </a:cubicBezTo>
                  <a:cubicBezTo>
                    <a:pt x="503" y="185"/>
                    <a:pt x="503" y="185"/>
                    <a:pt x="503" y="184"/>
                  </a:cubicBezTo>
                  <a:cubicBezTo>
                    <a:pt x="503" y="184"/>
                    <a:pt x="503" y="184"/>
                    <a:pt x="503" y="183"/>
                  </a:cubicBezTo>
                  <a:cubicBezTo>
                    <a:pt x="504" y="183"/>
                    <a:pt x="504" y="182"/>
                    <a:pt x="504" y="182"/>
                  </a:cubicBezTo>
                  <a:cubicBezTo>
                    <a:pt x="505" y="180"/>
                    <a:pt x="506" y="180"/>
                    <a:pt x="507" y="179"/>
                  </a:cubicBezTo>
                  <a:cubicBezTo>
                    <a:pt x="508" y="179"/>
                    <a:pt x="509" y="179"/>
                    <a:pt x="509" y="179"/>
                  </a:cubicBezTo>
                  <a:cubicBezTo>
                    <a:pt x="510" y="179"/>
                    <a:pt x="510" y="178"/>
                    <a:pt x="511" y="178"/>
                  </a:cubicBezTo>
                  <a:cubicBezTo>
                    <a:pt x="511" y="178"/>
                    <a:pt x="512" y="177"/>
                    <a:pt x="513" y="177"/>
                  </a:cubicBezTo>
                  <a:cubicBezTo>
                    <a:pt x="513" y="178"/>
                    <a:pt x="514" y="178"/>
                    <a:pt x="514" y="178"/>
                  </a:cubicBezTo>
                  <a:cubicBezTo>
                    <a:pt x="516" y="178"/>
                    <a:pt x="517" y="178"/>
                    <a:pt x="518" y="179"/>
                  </a:cubicBezTo>
                  <a:cubicBezTo>
                    <a:pt x="519" y="179"/>
                    <a:pt x="520" y="179"/>
                    <a:pt x="520" y="179"/>
                  </a:cubicBezTo>
                  <a:cubicBezTo>
                    <a:pt x="521" y="179"/>
                    <a:pt x="521" y="180"/>
                    <a:pt x="521" y="180"/>
                  </a:cubicBezTo>
                  <a:cubicBezTo>
                    <a:pt x="521" y="180"/>
                    <a:pt x="524" y="180"/>
                    <a:pt x="524" y="180"/>
                  </a:cubicBezTo>
                  <a:cubicBezTo>
                    <a:pt x="524" y="181"/>
                    <a:pt x="522" y="181"/>
                    <a:pt x="521" y="182"/>
                  </a:cubicBezTo>
                  <a:cubicBezTo>
                    <a:pt x="522" y="182"/>
                    <a:pt x="524" y="181"/>
                    <a:pt x="524" y="181"/>
                  </a:cubicBezTo>
                  <a:cubicBezTo>
                    <a:pt x="525" y="180"/>
                    <a:pt x="526" y="180"/>
                    <a:pt x="527" y="180"/>
                  </a:cubicBezTo>
                  <a:cubicBezTo>
                    <a:pt x="527" y="180"/>
                    <a:pt x="528" y="180"/>
                    <a:pt x="527" y="181"/>
                  </a:cubicBezTo>
                  <a:cubicBezTo>
                    <a:pt x="528" y="181"/>
                    <a:pt x="529" y="180"/>
                    <a:pt x="529" y="181"/>
                  </a:cubicBezTo>
                  <a:cubicBezTo>
                    <a:pt x="530" y="182"/>
                    <a:pt x="530" y="182"/>
                    <a:pt x="531" y="182"/>
                  </a:cubicBezTo>
                  <a:cubicBezTo>
                    <a:pt x="531" y="182"/>
                    <a:pt x="530" y="181"/>
                    <a:pt x="531" y="181"/>
                  </a:cubicBezTo>
                  <a:cubicBezTo>
                    <a:pt x="532" y="181"/>
                    <a:pt x="533" y="181"/>
                    <a:pt x="534" y="181"/>
                  </a:cubicBezTo>
                  <a:cubicBezTo>
                    <a:pt x="535" y="180"/>
                    <a:pt x="536" y="180"/>
                    <a:pt x="537" y="180"/>
                  </a:cubicBezTo>
                  <a:cubicBezTo>
                    <a:pt x="538" y="179"/>
                    <a:pt x="538" y="179"/>
                    <a:pt x="539" y="179"/>
                  </a:cubicBezTo>
                  <a:cubicBezTo>
                    <a:pt x="540" y="178"/>
                    <a:pt x="540" y="179"/>
                    <a:pt x="541" y="179"/>
                  </a:cubicBezTo>
                  <a:cubicBezTo>
                    <a:pt x="541" y="180"/>
                    <a:pt x="542" y="180"/>
                    <a:pt x="542" y="180"/>
                  </a:cubicBezTo>
                  <a:cubicBezTo>
                    <a:pt x="543" y="180"/>
                    <a:pt x="542" y="181"/>
                    <a:pt x="543" y="181"/>
                  </a:cubicBezTo>
                  <a:cubicBezTo>
                    <a:pt x="543" y="181"/>
                    <a:pt x="544" y="182"/>
                    <a:pt x="544" y="182"/>
                  </a:cubicBezTo>
                  <a:cubicBezTo>
                    <a:pt x="544" y="182"/>
                    <a:pt x="544" y="182"/>
                    <a:pt x="545" y="182"/>
                  </a:cubicBezTo>
                  <a:cubicBezTo>
                    <a:pt x="544" y="182"/>
                    <a:pt x="546" y="182"/>
                    <a:pt x="546" y="182"/>
                  </a:cubicBezTo>
                  <a:cubicBezTo>
                    <a:pt x="546" y="182"/>
                    <a:pt x="546" y="183"/>
                    <a:pt x="546" y="183"/>
                  </a:cubicBezTo>
                  <a:cubicBezTo>
                    <a:pt x="545" y="183"/>
                    <a:pt x="545" y="183"/>
                    <a:pt x="544" y="184"/>
                  </a:cubicBezTo>
                  <a:cubicBezTo>
                    <a:pt x="544" y="184"/>
                    <a:pt x="544" y="185"/>
                    <a:pt x="543" y="185"/>
                  </a:cubicBezTo>
                  <a:cubicBezTo>
                    <a:pt x="543" y="185"/>
                    <a:pt x="544" y="185"/>
                    <a:pt x="544" y="184"/>
                  </a:cubicBezTo>
                  <a:cubicBezTo>
                    <a:pt x="544" y="185"/>
                    <a:pt x="544" y="185"/>
                    <a:pt x="544" y="185"/>
                  </a:cubicBezTo>
                  <a:cubicBezTo>
                    <a:pt x="545" y="185"/>
                    <a:pt x="544" y="184"/>
                    <a:pt x="545" y="184"/>
                  </a:cubicBezTo>
                  <a:cubicBezTo>
                    <a:pt x="545" y="184"/>
                    <a:pt x="546" y="184"/>
                    <a:pt x="546" y="184"/>
                  </a:cubicBezTo>
                  <a:cubicBezTo>
                    <a:pt x="547" y="184"/>
                    <a:pt x="547" y="184"/>
                    <a:pt x="548" y="185"/>
                  </a:cubicBezTo>
                  <a:cubicBezTo>
                    <a:pt x="548" y="185"/>
                    <a:pt x="547" y="185"/>
                    <a:pt x="548" y="185"/>
                  </a:cubicBezTo>
                  <a:cubicBezTo>
                    <a:pt x="547" y="185"/>
                    <a:pt x="547" y="185"/>
                    <a:pt x="547" y="185"/>
                  </a:cubicBezTo>
                  <a:cubicBezTo>
                    <a:pt x="546" y="186"/>
                    <a:pt x="548" y="186"/>
                    <a:pt x="548" y="186"/>
                  </a:cubicBezTo>
                  <a:cubicBezTo>
                    <a:pt x="549" y="186"/>
                    <a:pt x="547" y="187"/>
                    <a:pt x="547" y="187"/>
                  </a:cubicBezTo>
                  <a:cubicBezTo>
                    <a:pt x="546" y="187"/>
                    <a:pt x="546" y="187"/>
                    <a:pt x="545" y="187"/>
                  </a:cubicBezTo>
                  <a:cubicBezTo>
                    <a:pt x="546" y="187"/>
                    <a:pt x="547" y="187"/>
                    <a:pt x="548" y="187"/>
                  </a:cubicBezTo>
                  <a:cubicBezTo>
                    <a:pt x="548" y="187"/>
                    <a:pt x="548" y="187"/>
                    <a:pt x="548" y="186"/>
                  </a:cubicBezTo>
                  <a:cubicBezTo>
                    <a:pt x="548" y="186"/>
                    <a:pt x="548" y="186"/>
                    <a:pt x="548" y="186"/>
                  </a:cubicBezTo>
                  <a:cubicBezTo>
                    <a:pt x="549" y="186"/>
                    <a:pt x="551" y="187"/>
                    <a:pt x="551" y="187"/>
                  </a:cubicBezTo>
                  <a:cubicBezTo>
                    <a:pt x="550" y="188"/>
                    <a:pt x="549" y="188"/>
                    <a:pt x="548" y="188"/>
                  </a:cubicBezTo>
                  <a:cubicBezTo>
                    <a:pt x="549" y="188"/>
                    <a:pt x="548" y="188"/>
                    <a:pt x="549" y="188"/>
                  </a:cubicBezTo>
                  <a:cubicBezTo>
                    <a:pt x="548" y="189"/>
                    <a:pt x="548" y="189"/>
                    <a:pt x="547" y="189"/>
                  </a:cubicBezTo>
                  <a:cubicBezTo>
                    <a:pt x="548" y="189"/>
                    <a:pt x="549" y="189"/>
                    <a:pt x="549" y="189"/>
                  </a:cubicBezTo>
                  <a:cubicBezTo>
                    <a:pt x="549" y="189"/>
                    <a:pt x="548" y="189"/>
                    <a:pt x="547" y="189"/>
                  </a:cubicBezTo>
                  <a:cubicBezTo>
                    <a:pt x="547" y="189"/>
                    <a:pt x="548" y="190"/>
                    <a:pt x="548" y="190"/>
                  </a:cubicBezTo>
                  <a:cubicBezTo>
                    <a:pt x="547" y="190"/>
                    <a:pt x="547" y="190"/>
                    <a:pt x="547" y="190"/>
                  </a:cubicBezTo>
                  <a:cubicBezTo>
                    <a:pt x="548" y="190"/>
                    <a:pt x="549" y="190"/>
                    <a:pt x="548" y="190"/>
                  </a:cubicBezTo>
                  <a:cubicBezTo>
                    <a:pt x="548" y="191"/>
                    <a:pt x="548" y="191"/>
                    <a:pt x="548" y="191"/>
                  </a:cubicBezTo>
                  <a:cubicBezTo>
                    <a:pt x="548" y="191"/>
                    <a:pt x="548" y="191"/>
                    <a:pt x="548" y="191"/>
                  </a:cubicBezTo>
                  <a:cubicBezTo>
                    <a:pt x="548" y="191"/>
                    <a:pt x="548" y="192"/>
                    <a:pt x="548" y="192"/>
                  </a:cubicBezTo>
                  <a:cubicBezTo>
                    <a:pt x="549" y="192"/>
                    <a:pt x="548" y="191"/>
                    <a:pt x="549" y="191"/>
                  </a:cubicBezTo>
                  <a:cubicBezTo>
                    <a:pt x="549" y="191"/>
                    <a:pt x="549" y="192"/>
                    <a:pt x="549" y="192"/>
                  </a:cubicBezTo>
                  <a:cubicBezTo>
                    <a:pt x="550" y="192"/>
                    <a:pt x="550" y="192"/>
                    <a:pt x="551" y="192"/>
                  </a:cubicBezTo>
                  <a:cubicBezTo>
                    <a:pt x="551" y="192"/>
                    <a:pt x="551" y="192"/>
                    <a:pt x="551" y="192"/>
                  </a:cubicBezTo>
                  <a:cubicBezTo>
                    <a:pt x="551" y="192"/>
                    <a:pt x="553" y="192"/>
                    <a:pt x="552" y="192"/>
                  </a:cubicBezTo>
                  <a:cubicBezTo>
                    <a:pt x="553" y="192"/>
                    <a:pt x="553" y="193"/>
                    <a:pt x="553" y="193"/>
                  </a:cubicBezTo>
                  <a:cubicBezTo>
                    <a:pt x="554" y="193"/>
                    <a:pt x="554" y="192"/>
                    <a:pt x="554" y="192"/>
                  </a:cubicBezTo>
                  <a:cubicBezTo>
                    <a:pt x="554" y="192"/>
                    <a:pt x="555" y="193"/>
                    <a:pt x="554" y="193"/>
                  </a:cubicBezTo>
                  <a:cubicBezTo>
                    <a:pt x="554" y="193"/>
                    <a:pt x="555" y="193"/>
                    <a:pt x="555" y="193"/>
                  </a:cubicBezTo>
                  <a:cubicBezTo>
                    <a:pt x="555" y="193"/>
                    <a:pt x="555" y="193"/>
                    <a:pt x="555" y="193"/>
                  </a:cubicBezTo>
                  <a:cubicBezTo>
                    <a:pt x="556" y="193"/>
                    <a:pt x="556" y="193"/>
                    <a:pt x="556" y="193"/>
                  </a:cubicBezTo>
                  <a:cubicBezTo>
                    <a:pt x="557" y="192"/>
                    <a:pt x="556" y="192"/>
                    <a:pt x="557" y="192"/>
                  </a:cubicBezTo>
                  <a:cubicBezTo>
                    <a:pt x="557" y="193"/>
                    <a:pt x="557" y="192"/>
                    <a:pt x="557" y="192"/>
                  </a:cubicBezTo>
                  <a:cubicBezTo>
                    <a:pt x="557" y="192"/>
                    <a:pt x="558" y="192"/>
                    <a:pt x="559" y="193"/>
                  </a:cubicBezTo>
                  <a:cubicBezTo>
                    <a:pt x="559" y="193"/>
                    <a:pt x="558" y="193"/>
                    <a:pt x="558" y="193"/>
                  </a:cubicBezTo>
                  <a:cubicBezTo>
                    <a:pt x="558" y="193"/>
                    <a:pt x="558" y="193"/>
                    <a:pt x="558" y="193"/>
                  </a:cubicBezTo>
                  <a:cubicBezTo>
                    <a:pt x="558" y="193"/>
                    <a:pt x="558" y="193"/>
                    <a:pt x="558" y="194"/>
                  </a:cubicBezTo>
                  <a:cubicBezTo>
                    <a:pt x="558" y="194"/>
                    <a:pt x="558" y="194"/>
                    <a:pt x="557" y="194"/>
                  </a:cubicBezTo>
                  <a:cubicBezTo>
                    <a:pt x="558" y="194"/>
                    <a:pt x="559" y="196"/>
                    <a:pt x="559" y="195"/>
                  </a:cubicBezTo>
                  <a:cubicBezTo>
                    <a:pt x="559" y="195"/>
                    <a:pt x="559" y="195"/>
                    <a:pt x="559" y="195"/>
                  </a:cubicBezTo>
                  <a:cubicBezTo>
                    <a:pt x="559" y="194"/>
                    <a:pt x="560" y="194"/>
                    <a:pt x="561" y="194"/>
                  </a:cubicBezTo>
                  <a:cubicBezTo>
                    <a:pt x="560" y="194"/>
                    <a:pt x="561" y="194"/>
                    <a:pt x="561" y="194"/>
                  </a:cubicBezTo>
                  <a:cubicBezTo>
                    <a:pt x="561" y="194"/>
                    <a:pt x="561" y="193"/>
                    <a:pt x="562" y="193"/>
                  </a:cubicBezTo>
                  <a:cubicBezTo>
                    <a:pt x="562" y="193"/>
                    <a:pt x="563" y="192"/>
                    <a:pt x="563" y="193"/>
                  </a:cubicBezTo>
                  <a:cubicBezTo>
                    <a:pt x="563" y="193"/>
                    <a:pt x="563" y="194"/>
                    <a:pt x="563" y="194"/>
                  </a:cubicBezTo>
                  <a:cubicBezTo>
                    <a:pt x="563" y="194"/>
                    <a:pt x="563" y="195"/>
                    <a:pt x="563" y="195"/>
                  </a:cubicBezTo>
                  <a:cubicBezTo>
                    <a:pt x="562" y="195"/>
                    <a:pt x="562" y="195"/>
                    <a:pt x="561" y="196"/>
                  </a:cubicBezTo>
                  <a:cubicBezTo>
                    <a:pt x="561" y="196"/>
                    <a:pt x="560" y="196"/>
                    <a:pt x="560" y="196"/>
                  </a:cubicBezTo>
                  <a:cubicBezTo>
                    <a:pt x="559" y="197"/>
                    <a:pt x="560" y="197"/>
                    <a:pt x="559" y="198"/>
                  </a:cubicBezTo>
                  <a:cubicBezTo>
                    <a:pt x="558" y="198"/>
                    <a:pt x="558" y="198"/>
                    <a:pt x="558" y="199"/>
                  </a:cubicBezTo>
                  <a:cubicBezTo>
                    <a:pt x="558" y="199"/>
                    <a:pt x="557" y="199"/>
                    <a:pt x="557" y="200"/>
                  </a:cubicBezTo>
                  <a:cubicBezTo>
                    <a:pt x="557" y="200"/>
                    <a:pt x="557" y="201"/>
                    <a:pt x="557" y="201"/>
                  </a:cubicBezTo>
                  <a:cubicBezTo>
                    <a:pt x="558" y="201"/>
                    <a:pt x="557" y="201"/>
                    <a:pt x="557" y="201"/>
                  </a:cubicBezTo>
                  <a:cubicBezTo>
                    <a:pt x="558" y="201"/>
                    <a:pt x="557" y="202"/>
                    <a:pt x="557" y="202"/>
                  </a:cubicBezTo>
                  <a:cubicBezTo>
                    <a:pt x="556" y="202"/>
                    <a:pt x="556" y="203"/>
                    <a:pt x="556" y="203"/>
                  </a:cubicBezTo>
                  <a:cubicBezTo>
                    <a:pt x="556" y="203"/>
                    <a:pt x="555" y="202"/>
                    <a:pt x="555" y="203"/>
                  </a:cubicBezTo>
                  <a:cubicBezTo>
                    <a:pt x="555" y="203"/>
                    <a:pt x="555" y="203"/>
                    <a:pt x="555" y="203"/>
                  </a:cubicBezTo>
                  <a:cubicBezTo>
                    <a:pt x="555" y="204"/>
                    <a:pt x="553" y="203"/>
                    <a:pt x="553" y="203"/>
                  </a:cubicBezTo>
                  <a:cubicBezTo>
                    <a:pt x="552" y="203"/>
                    <a:pt x="552" y="203"/>
                    <a:pt x="551" y="203"/>
                  </a:cubicBezTo>
                  <a:cubicBezTo>
                    <a:pt x="551" y="203"/>
                    <a:pt x="551" y="203"/>
                    <a:pt x="550" y="203"/>
                  </a:cubicBezTo>
                  <a:cubicBezTo>
                    <a:pt x="549" y="203"/>
                    <a:pt x="549" y="203"/>
                    <a:pt x="548" y="203"/>
                  </a:cubicBezTo>
                  <a:cubicBezTo>
                    <a:pt x="547" y="203"/>
                    <a:pt x="546" y="202"/>
                    <a:pt x="546" y="203"/>
                  </a:cubicBezTo>
                  <a:cubicBezTo>
                    <a:pt x="546" y="203"/>
                    <a:pt x="547" y="203"/>
                    <a:pt x="547" y="203"/>
                  </a:cubicBezTo>
                  <a:cubicBezTo>
                    <a:pt x="547" y="203"/>
                    <a:pt x="548" y="203"/>
                    <a:pt x="547" y="203"/>
                  </a:cubicBezTo>
                  <a:cubicBezTo>
                    <a:pt x="548" y="203"/>
                    <a:pt x="549" y="204"/>
                    <a:pt x="549" y="204"/>
                  </a:cubicBezTo>
                  <a:cubicBezTo>
                    <a:pt x="550" y="203"/>
                    <a:pt x="551" y="203"/>
                    <a:pt x="551" y="203"/>
                  </a:cubicBezTo>
                  <a:cubicBezTo>
                    <a:pt x="552" y="203"/>
                    <a:pt x="552" y="204"/>
                    <a:pt x="553" y="204"/>
                  </a:cubicBezTo>
                  <a:cubicBezTo>
                    <a:pt x="554" y="204"/>
                    <a:pt x="555" y="203"/>
                    <a:pt x="555" y="204"/>
                  </a:cubicBezTo>
                  <a:cubicBezTo>
                    <a:pt x="555" y="204"/>
                    <a:pt x="555" y="204"/>
                    <a:pt x="555" y="204"/>
                  </a:cubicBezTo>
                  <a:cubicBezTo>
                    <a:pt x="555" y="204"/>
                    <a:pt x="555" y="204"/>
                    <a:pt x="556" y="205"/>
                  </a:cubicBezTo>
                  <a:cubicBezTo>
                    <a:pt x="556" y="205"/>
                    <a:pt x="555" y="205"/>
                    <a:pt x="555" y="205"/>
                  </a:cubicBezTo>
                  <a:cubicBezTo>
                    <a:pt x="555" y="206"/>
                    <a:pt x="555" y="206"/>
                    <a:pt x="555" y="206"/>
                  </a:cubicBezTo>
                  <a:cubicBezTo>
                    <a:pt x="554" y="206"/>
                    <a:pt x="555" y="206"/>
                    <a:pt x="555" y="207"/>
                  </a:cubicBezTo>
                  <a:cubicBezTo>
                    <a:pt x="555" y="207"/>
                    <a:pt x="552" y="208"/>
                    <a:pt x="552" y="208"/>
                  </a:cubicBezTo>
                  <a:cubicBezTo>
                    <a:pt x="552" y="209"/>
                    <a:pt x="553" y="209"/>
                    <a:pt x="553" y="209"/>
                  </a:cubicBezTo>
                  <a:cubicBezTo>
                    <a:pt x="553" y="209"/>
                    <a:pt x="552" y="210"/>
                    <a:pt x="552" y="210"/>
                  </a:cubicBezTo>
                  <a:cubicBezTo>
                    <a:pt x="552" y="210"/>
                    <a:pt x="551" y="210"/>
                    <a:pt x="551" y="210"/>
                  </a:cubicBezTo>
                  <a:cubicBezTo>
                    <a:pt x="552" y="211"/>
                    <a:pt x="553" y="210"/>
                    <a:pt x="553" y="210"/>
                  </a:cubicBezTo>
                  <a:cubicBezTo>
                    <a:pt x="554" y="210"/>
                    <a:pt x="555" y="210"/>
                    <a:pt x="554" y="210"/>
                  </a:cubicBezTo>
                  <a:cubicBezTo>
                    <a:pt x="554" y="210"/>
                    <a:pt x="555" y="210"/>
                    <a:pt x="555" y="210"/>
                  </a:cubicBezTo>
                  <a:cubicBezTo>
                    <a:pt x="555" y="210"/>
                    <a:pt x="555" y="211"/>
                    <a:pt x="554" y="211"/>
                  </a:cubicBezTo>
                  <a:cubicBezTo>
                    <a:pt x="554" y="211"/>
                    <a:pt x="554" y="211"/>
                    <a:pt x="554" y="211"/>
                  </a:cubicBezTo>
                  <a:cubicBezTo>
                    <a:pt x="554" y="211"/>
                    <a:pt x="554" y="211"/>
                    <a:pt x="553" y="211"/>
                  </a:cubicBezTo>
                  <a:cubicBezTo>
                    <a:pt x="553" y="211"/>
                    <a:pt x="552" y="211"/>
                    <a:pt x="552" y="212"/>
                  </a:cubicBezTo>
                  <a:cubicBezTo>
                    <a:pt x="552" y="212"/>
                    <a:pt x="553" y="212"/>
                    <a:pt x="553" y="212"/>
                  </a:cubicBezTo>
                  <a:cubicBezTo>
                    <a:pt x="553" y="212"/>
                    <a:pt x="552" y="213"/>
                    <a:pt x="552" y="213"/>
                  </a:cubicBezTo>
                  <a:cubicBezTo>
                    <a:pt x="552" y="213"/>
                    <a:pt x="552" y="213"/>
                    <a:pt x="552" y="213"/>
                  </a:cubicBezTo>
                  <a:cubicBezTo>
                    <a:pt x="551" y="213"/>
                    <a:pt x="552" y="214"/>
                    <a:pt x="551" y="214"/>
                  </a:cubicBezTo>
                  <a:cubicBezTo>
                    <a:pt x="550" y="215"/>
                    <a:pt x="550" y="215"/>
                    <a:pt x="550" y="215"/>
                  </a:cubicBezTo>
                  <a:cubicBezTo>
                    <a:pt x="549" y="216"/>
                    <a:pt x="549" y="215"/>
                    <a:pt x="549" y="215"/>
                  </a:cubicBezTo>
                  <a:cubicBezTo>
                    <a:pt x="549" y="214"/>
                    <a:pt x="550" y="214"/>
                    <a:pt x="549" y="214"/>
                  </a:cubicBezTo>
                  <a:cubicBezTo>
                    <a:pt x="550" y="214"/>
                    <a:pt x="549" y="213"/>
                    <a:pt x="549" y="213"/>
                  </a:cubicBezTo>
                  <a:cubicBezTo>
                    <a:pt x="549" y="214"/>
                    <a:pt x="549" y="213"/>
                    <a:pt x="549" y="213"/>
                  </a:cubicBezTo>
                  <a:cubicBezTo>
                    <a:pt x="548" y="213"/>
                    <a:pt x="548" y="214"/>
                    <a:pt x="548" y="214"/>
                  </a:cubicBezTo>
                  <a:cubicBezTo>
                    <a:pt x="549" y="214"/>
                    <a:pt x="548" y="215"/>
                    <a:pt x="548" y="215"/>
                  </a:cubicBezTo>
                  <a:cubicBezTo>
                    <a:pt x="548" y="215"/>
                    <a:pt x="548" y="215"/>
                    <a:pt x="547" y="215"/>
                  </a:cubicBezTo>
                  <a:cubicBezTo>
                    <a:pt x="547" y="215"/>
                    <a:pt x="547" y="215"/>
                    <a:pt x="547" y="215"/>
                  </a:cubicBezTo>
                  <a:cubicBezTo>
                    <a:pt x="547" y="215"/>
                    <a:pt x="546" y="215"/>
                    <a:pt x="546" y="215"/>
                  </a:cubicBezTo>
                  <a:cubicBezTo>
                    <a:pt x="545" y="215"/>
                    <a:pt x="545" y="215"/>
                    <a:pt x="544" y="216"/>
                  </a:cubicBezTo>
                  <a:cubicBezTo>
                    <a:pt x="545" y="216"/>
                    <a:pt x="545" y="216"/>
                    <a:pt x="546" y="216"/>
                  </a:cubicBezTo>
                  <a:cubicBezTo>
                    <a:pt x="546" y="216"/>
                    <a:pt x="546" y="216"/>
                    <a:pt x="547" y="216"/>
                  </a:cubicBezTo>
                  <a:cubicBezTo>
                    <a:pt x="547" y="216"/>
                    <a:pt x="546" y="216"/>
                    <a:pt x="546" y="216"/>
                  </a:cubicBezTo>
                  <a:cubicBezTo>
                    <a:pt x="546" y="216"/>
                    <a:pt x="547" y="216"/>
                    <a:pt x="547" y="216"/>
                  </a:cubicBezTo>
                  <a:cubicBezTo>
                    <a:pt x="547" y="217"/>
                    <a:pt x="547" y="217"/>
                    <a:pt x="547" y="217"/>
                  </a:cubicBezTo>
                  <a:cubicBezTo>
                    <a:pt x="546" y="217"/>
                    <a:pt x="546" y="217"/>
                    <a:pt x="547" y="217"/>
                  </a:cubicBezTo>
                  <a:cubicBezTo>
                    <a:pt x="547" y="217"/>
                    <a:pt x="547" y="217"/>
                    <a:pt x="548" y="217"/>
                  </a:cubicBezTo>
                  <a:cubicBezTo>
                    <a:pt x="548" y="216"/>
                    <a:pt x="548" y="216"/>
                    <a:pt x="549" y="216"/>
                  </a:cubicBezTo>
                  <a:cubicBezTo>
                    <a:pt x="549" y="216"/>
                    <a:pt x="550" y="216"/>
                    <a:pt x="550" y="215"/>
                  </a:cubicBezTo>
                  <a:cubicBezTo>
                    <a:pt x="551" y="215"/>
                    <a:pt x="552" y="215"/>
                    <a:pt x="553" y="214"/>
                  </a:cubicBezTo>
                  <a:cubicBezTo>
                    <a:pt x="553" y="214"/>
                    <a:pt x="554" y="214"/>
                    <a:pt x="555" y="214"/>
                  </a:cubicBezTo>
                  <a:cubicBezTo>
                    <a:pt x="554" y="215"/>
                    <a:pt x="556" y="214"/>
                    <a:pt x="557" y="214"/>
                  </a:cubicBezTo>
                  <a:cubicBezTo>
                    <a:pt x="557" y="214"/>
                    <a:pt x="558" y="214"/>
                    <a:pt x="558" y="215"/>
                  </a:cubicBezTo>
                  <a:cubicBezTo>
                    <a:pt x="558" y="215"/>
                    <a:pt x="559" y="215"/>
                    <a:pt x="559" y="216"/>
                  </a:cubicBezTo>
                  <a:cubicBezTo>
                    <a:pt x="559" y="216"/>
                    <a:pt x="558" y="217"/>
                    <a:pt x="558" y="217"/>
                  </a:cubicBezTo>
                  <a:cubicBezTo>
                    <a:pt x="558" y="217"/>
                    <a:pt x="559" y="218"/>
                    <a:pt x="559" y="218"/>
                  </a:cubicBezTo>
                  <a:cubicBezTo>
                    <a:pt x="559" y="218"/>
                    <a:pt x="558" y="218"/>
                    <a:pt x="558" y="218"/>
                  </a:cubicBezTo>
                  <a:cubicBezTo>
                    <a:pt x="558" y="218"/>
                    <a:pt x="559" y="218"/>
                    <a:pt x="559" y="218"/>
                  </a:cubicBezTo>
                  <a:cubicBezTo>
                    <a:pt x="558" y="219"/>
                    <a:pt x="557" y="220"/>
                    <a:pt x="556" y="221"/>
                  </a:cubicBezTo>
                  <a:cubicBezTo>
                    <a:pt x="555" y="222"/>
                    <a:pt x="555" y="223"/>
                    <a:pt x="553" y="223"/>
                  </a:cubicBezTo>
                  <a:cubicBezTo>
                    <a:pt x="551" y="224"/>
                    <a:pt x="548" y="224"/>
                    <a:pt x="545" y="226"/>
                  </a:cubicBezTo>
                  <a:cubicBezTo>
                    <a:pt x="547" y="225"/>
                    <a:pt x="549" y="224"/>
                    <a:pt x="551" y="224"/>
                  </a:cubicBezTo>
                  <a:cubicBezTo>
                    <a:pt x="553" y="223"/>
                    <a:pt x="555" y="223"/>
                    <a:pt x="556" y="222"/>
                  </a:cubicBezTo>
                  <a:cubicBezTo>
                    <a:pt x="556" y="221"/>
                    <a:pt x="557" y="221"/>
                    <a:pt x="558" y="220"/>
                  </a:cubicBezTo>
                  <a:cubicBezTo>
                    <a:pt x="558" y="220"/>
                    <a:pt x="558" y="219"/>
                    <a:pt x="559" y="218"/>
                  </a:cubicBezTo>
                  <a:cubicBezTo>
                    <a:pt x="560" y="218"/>
                    <a:pt x="560" y="218"/>
                    <a:pt x="560" y="218"/>
                  </a:cubicBezTo>
                  <a:cubicBezTo>
                    <a:pt x="561" y="217"/>
                    <a:pt x="561" y="218"/>
                    <a:pt x="561" y="218"/>
                  </a:cubicBezTo>
                  <a:cubicBezTo>
                    <a:pt x="561" y="218"/>
                    <a:pt x="561" y="219"/>
                    <a:pt x="560" y="219"/>
                  </a:cubicBezTo>
                  <a:cubicBezTo>
                    <a:pt x="560" y="219"/>
                    <a:pt x="560" y="220"/>
                    <a:pt x="560" y="220"/>
                  </a:cubicBezTo>
                  <a:cubicBezTo>
                    <a:pt x="559" y="222"/>
                    <a:pt x="558" y="222"/>
                    <a:pt x="557" y="223"/>
                  </a:cubicBezTo>
                  <a:cubicBezTo>
                    <a:pt x="558" y="223"/>
                    <a:pt x="558" y="221"/>
                    <a:pt x="559" y="221"/>
                  </a:cubicBezTo>
                  <a:cubicBezTo>
                    <a:pt x="560" y="221"/>
                    <a:pt x="560" y="221"/>
                    <a:pt x="561" y="220"/>
                  </a:cubicBezTo>
                  <a:cubicBezTo>
                    <a:pt x="561" y="219"/>
                    <a:pt x="562" y="218"/>
                    <a:pt x="562" y="219"/>
                  </a:cubicBezTo>
                  <a:cubicBezTo>
                    <a:pt x="563" y="219"/>
                    <a:pt x="561" y="220"/>
                    <a:pt x="561" y="221"/>
                  </a:cubicBezTo>
                  <a:cubicBezTo>
                    <a:pt x="562" y="221"/>
                    <a:pt x="561" y="222"/>
                    <a:pt x="561" y="222"/>
                  </a:cubicBezTo>
                  <a:cubicBezTo>
                    <a:pt x="560" y="222"/>
                    <a:pt x="560" y="223"/>
                    <a:pt x="560" y="223"/>
                  </a:cubicBezTo>
                  <a:cubicBezTo>
                    <a:pt x="560" y="223"/>
                    <a:pt x="559" y="224"/>
                    <a:pt x="559" y="224"/>
                  </a:cubicBezTo>
                  <a:cubicBezTo>
                    <a:pt x="560" y="224"/>
                    <a:pt x="560" y="224"/>
                    <a:pt x="560" y="223"/>
                  </a:cubicBezTo>
                  <a:cubicBezTo>
                    <a:pt x="560" y="223"/>
                    <a:pt x="560" y="223"/>
                    <a:pt x="561" y="223"/>
                  </a:cubicBezTo>
                  <a:cubicBezTo>
                    <a:pt x="561" y="223"/>
                    <a:pt x="561" y="223"/>
                    <a:pt x="561" y="222"/>
                  </a:cubicBezTo>
                  <a:cubicBezTo>
                    <a:pt x="561" y="222"/>
                    <a:pt x="562" y="221"/>
                    <a:pt x="563" y="221"/>
                  </a:cubicBezTo>
                  <a:cubicBezTo>
                    <a:pt x="564" y="220"/>
                    <a:pt x="565" y="220"/>
                    <a:pt x="566" y="220"/>
                  </a:cubicBezTo>
                  <a:cubicBezTo>
                    <a:pt x="566" y="219"/>
                    <a:pt x="566" y="220"/>
                    <a:pt x="567" y="220"/>
                  </a:cubicBezTo>
                  <a:cubicBezTo>
                    <a:pt x="567" y="219"/>
                    <a:pt x="567" y="219"/>
                    <a:pt x="567" y="219"/>
                  </a:cubicBezTo>
                  <a:cubicBezTo>
                    <a:pt x="568" y="219"/>
                    <a:pt x="568" y="218"/>
                    <a:pt x="569" y="218"/>
                  </a:cubicBezTo>
                  <a:cubicBezTo>
                    <a:pt x="569" y="219"/>
                    <a:pt x="568" y="219"/>
                    <a:pt x="569" y="219"/>
                  </a:cubicBezTo>
                  <a:cubicBezTo>
                    <a:pt x="570" y="219"/>
                    <a:pt x="570" y="218"/>
                    <a:pt x="570" y="218"/>
                  </a:cubicBezTo>
                  <a:cubicBezTo>
                    <a:pt x="570" y="218"/>
                    <a:pt x="571" y="219"/>
                    <a:pt x="571" y="218"/>
                  </a:cubicBezTo>
                  <a:cubicBezTo>
                    <a:pt x="571" y="218"/>
                    <a:pt x="571" y="218"/>
                    <a:pt x="571" y="218"/>
                  </a:cubicBezTo>
                  <a:cubicBezTo>
                    <a:pt x="572" y="218"/>
                    <a:pt x="572" y="217"/>
                    <a:pt x="572" y="217"/>
                  </a:cubicBezTo>
                  <a:cubicBezTo>
                    <a:pt x="572" y="216"/>
                    <a:pt x="574" y="216"/>
                    <a:pt x="574" y="216"/>
                  </a:cubicBezTo>
                  <a:cubicBezTo>
                    <a:pt x="574" y="215"/>
                    <a:pt x="575" y="214"/>
                    <a:pt x="575" y="215"/>
                  </a:cubicBezTo>
                  <a:cubicBezTo>
                    <a:pt x="575" y="215"/>
                    <a:pt x="576" y="216"/>
                    <a:pt x="576" y="216"/>
                  </a:cubicBezTo>
                  <a:cubicBezTo>
                    <a:pt x="576" y="216"/>
                    <a:pt x="576" y="217"/>
                    <a:pt x="576" y="217"/>
                  </a:cubicBezTo>
                  <a:cubicBezTo>
                    <a:pt x="577" y="217"/>
                    <a:pt x="577" y="217"/>
                    <a:pt x="577" y="217"/>
                  </a:cubicBezTo>
                  <a:cubicBezTo>
                    <a:pt x="577" y="217"/>
                    <a:pt x="577" y="217"/>
                    <a:pt x="577" y="217"/>
                  </a:cubicBezTo>
                  <a:cubicBezTo>
                    <a:pt x="577" y="218"/>
                    <a:pt x="577" y="218"/>
                    <a:pt x="576" y="218"/>
                  </a:cubicBezTo>
                  <a:cubicBezTo>
                    <a:pt x="576" y="218"/>
                    <a:pt x="576" y="218"/>
                    <a:pt x="576" y="219"/>
                  </a:cubicBezTo>
                  <a:cubicBezTo>
                    <a:pt x="576" y="219"/>
                    <a:pt x="576" y="219"/>
                    <a:pt x="575" y="219"/>
                  </a:cubicBezTo>
                  <a:cubicBezTo>
                    <a:pt x="575" y="220"/>
                    <a:pt x="574" y="220"/>
                    <a:pt x="575" y="220"/>
                  </a:cubicBezTo>
                  <a:cubicBezTo>
                    <a:pt x="575" y="220"/>
                    <a:pt x="576" y="219"/>
                    <a:pt x="576" y="219"/>
                  </a:cubicBezTo>
                  <a:cubicBezTo>
                    <a:pt x="576" y="219"/>
                    <a:pt x="576" y="219"/>
                    <a:pt x="577" y="218"/>
                  </a:cubicBezTo>
                  <a:cubicBezTo>
                    <a:pt x="577" y="218"/>
                    <a:pt x="577" y="217"/>
                    <a:pt x="578" y="218"/>
                  </a:cubicBezTo>
                  <a:cubicBezTo>
                    <a:pt x="578" y="217"/>
                    <a:pt x="577" y="217"/>
                    <a:pt x="577" y="216"/>
                  </a:cubicBezTo>
                  <a:cubicBezTo>
                    <a:pt x="577" y="216"/>
                    <a:pt x="577" y="217"/>
                    <a:pt x="577" y="216"/>
                  </a:cubicBezTo>
                  <a:cubicBezTo>
                    <a:pt x="577" y="216"/>
                    <a:pt x="577" y="216"/>
                    <a:pt x="577" y="216"/>
                  </a:cubicBezTo>
                  <a:cubicBezTo>
                    <a:pt x="577" y="214"/>
                    <a:pt x="579" y="215"/>
                    <a:pt x="580" y="215"/>
                  </a:cubicBezTo>
                  <a:cubicBezTo>
                    <a:pt x="579" y="215"/>
                    <a:pt x="578" y="215"/>
                    <a:pt x="578" y="214"/>
                  </a:cubicBezTo>
                  <a:cubicBezTo>
                    <a:pt x="579" y="214"/>
                    <a:pt x="580" y="214"/>
                    <a:pt x="580" y="213"/>
                  </a:cubicBezTo>
                  <a:cubicBezTo>
                    <a:pt x="580" y="213"/>
                    <a:pt x="581" y="214"/>
                    <a:pt x="581" y="214"/>
                  </a:cubicBezTo>
                  <a:cubicBezTo>
                    <a:pt x="581" y="214"/>
                    <a:pt x="581" y="213"/>
                    <a:pt x="580" y="213"/>
                  </a:cubicBezTo>
                  <a:cubicBezTo>
                    <a:pt x="581" y="213"/>
                    <a:pt x="581" y="213"/>
                    <a:pt x="581" y="213"/>
                  </a:cubicBezTo>
                  <a:cubicBezTo>
                    <a:pt x="582" y="213"/>
                    <a:pt x="582" y="214"/>
                    <a:pt x="583" y="213"/>
                  </a:cubicBezTo>
                  <a:cubicBezTo>
                    <a:pt x="583" y="213"/>
                    <a:pt x="582" y="213"/>
                    <a:pt x="583" y="213"/>
                  </a:cubicBezTo>
                  <a:cubicBezTo>
                    <a:pt x="583" y="213"/>
                    <a:pt x="584" y="213"/>
                    <a:pt x="584" y="213"/>
                  </a:cubicBezTo>
                  <a:cubicBezTo>
                    <a:pt x="584" y="213"/>
                    <a:pt x="583" y="212"/>
                    <a:pt x="583" y="212"/>
                  </a:cubicBezTo>
                  <a:cubicBezTo>
                    <a:pt x="582" y="212"/>
                    <a:pt x="582" y="213"/>
                    <a:pt x="582" y="212"/>
                  </a:cubicBezTo>
                  <a:cubicBezTo>
                    <a:pt x="582" y="212"/>
                    <a:pt x="582" y="212"/>
                    <a:pt x="582" y="211"/>
                  </a:cubicBezTo>
                  <a:cubicBezTo>
                    <a:pt x="582" y="211"/>
                    <a:pt x="583" y="210"/>
                    <a:pt x="583" y="211"/>
                  </a:cubicBezTo>
                  <a:cubicBezTo>
                    <a:pt x="583" y="211"/>
                    <a:pt x="583" y="211"/>
                    <a:pt x="583" y="211"/>
                  </a:cubicBezTo>
                  <a:cubicBezTo>
                    <a:pt x="583" y="211"/>
                    <a:pt x="584" y="211"/>
                    <a:pt x="584" y="211"/>
                  </a:cubicBezTo>
                  <a:cubicBezTo>
                    <a:pt x="584" y="211"/>
                    <a:pt x="584" y="209"/>
                    <a:pt x="584" y="210"/>
                  </a:cubicBezTo>
                  <a:cubicBezTo>
                    <a:pt x="584" y="210"/>
                    <a:pt x="585" y="211"/>
                    <a:pt x="585" y="210"/>
                  </a:cubicBezTo>
                  <a:cubicBezTo>
                    <a:pt x="585" y="210"/>
                    <a:pt x="585" y="209"/>
                    <a:pt x="586" y="209"/>
                  </a:cubicBezTo>
                  <a:cubicBezTo>
                    <a:pt x="586" y="209"/>
                    <a:pt x="585" y="209"/>
                    <a:pt x="585" y="209"/>
                  </a:cubicBezTo>
                  <a:cubicBezTo>
                    <a:pt x="585" y="209"/>
                    <a:pt x="585" y="209"/>
                    <a:pt x="585" y="208"/>
                  </a:cubicBezTo>
                  <a:cubicBezTo>
                    <a:pt x="586" y="208"/>
                    <a:pt x="587" y="208"/>
                    <a:pt x="587" y="209"/>
                  </a:cubicBezTo>
                  <a:cubicBezTo>
                    <a:pt x="588" y="209"/>
                    <a:pt x="588" y="210"/>
                    <a:pt x="589" y="209"/>
                  </a:cubicBezTo>
                  <a:cubicBezTo>
                    <a:pt x="588" y="209"/>
                    <a:pt x="588" y="209"/>
                    <a:pt x="588" y="209"/>
                  </a:cubicBezTo>
                  <a:cubicBezTo>
                    <a:pt x="588" y="209"/>
                    <a:pt x="588" y="208"/>
                    <a:pt x="588" y="208"/>
                  </a:cubicBezTo>
                  <a:cubicBezTo>
                    <a:pt x="587" y="208"/>
                    <a:pt x="587" y="208"/>
                    <a:pt x="586" y="208"/>
                  </a:cubicBezTo>
                  <a:cubicBezTo>
                    <a:pt x="586" y="208"/>
                    <a:pt x="586" y="206"/>
                    <a:pt x="586" y="206"/>
                  </a:cubicBezTo>
                  <a:cubicBezTo>
                    <a:pt x="587" y="206"/>
                    <a:pt x="587" y="206"/>
                    <a:pt x="587" y="205"/>
                  </a:cubicBezTo>
                  <a:cubicBezTo>
                    <a:pt x="588" y="206"/>
                    <a:pt x="588" y="205"/>
                    <a:pt x="588" y="205"/>
                  </a:cubicBezTo>
                  <a:cubicBezTo>
                    <a:pt x="589" y="205"/>
                    <a:pt x="590" y="206"/>
                    <a:pt x="591" y="206"/>
                  </a:cubicBezTo>
                  <a:cubicBezTo>
                    <a:pt x="590" y="206"/>
                    <a:pt x="590" y="205"/>
                    <a:pt x="589" y="205"/>
                  </a:cubicBezTo>
                  <a:cubicBezTo>
                    <a:pt x="590" y="205"/>
                    <a:pt x="590" y="204"/>
                    <a:pt x="590" y="204"/>
                  </a:cubicBezTo>
                  <a:cubicBezTo>
                    <a:pt x="590" y="204"/>
                    <a:pt x="590" y="204"/>
                    <a:pt x="590" y="204"/>
                  </a:cubicBezTo>
                  <a:cubicBezTo>
                    <a:pt x="591" y="204"/>
                    <a:pt x="590" y="204"/>
                    <a:pt x="590" y="204"/>
                  </a:cubicBezTo>
                  <a:cubicBezTo>
                    <a:pt x="590" y="204"/>
                    <a:pt x="590" y="204"/>
                    <a:pt x="591" y="204"/>
                  </a:cubicBezTo>
                  <a:cubicBezTo>
                    <a:pt x="591" y="204"/>
                    <a:pt x="591" y="204"/>
                    <a:pt x="591" y="204"/>
                  </a:cubicBezTo>
                  <a:cubicBezTo>
                    <a:pt x="591" y="204"/>
                    <a:pt x="591" y="203"/>
                    <a:pt x="591" y="203"/>
                  </a:cubicBezTo>
                  <a:cubicBezTo>
                    <a:pt x="592" y="203"/>
                    <a:pt x="591" y="203"/>
                    <a:pt x="591" y="203"/>
                  </a:cubicBezTo>
                  <a:cubicBezTo>
                    <a:pt x="591" y="203"/>
                    <a:pt x="592" y="203"/>
                    <a:pt x="592" y="202"/>
                  </a:cubicBezTo>
                  <a:cubicBezTo>
                    <a:pt x="592" y="202"/>
                    <a:pt x="593" y="202"/>
                    <a:pt x="593" y="202"/>
                  </a:cubicBezTo>
                  <a:cubicBezTo>
                    <a:pt x="593" y="201"/>
                    <a:pt x="594" y="201"/>
                    <a:pt x="594" y="201"/>
                  </a:cubicBezTo>
                  <a:cubicBezTo>
                    <a:pt x="594" y="201"/>
                    <a:pt x="594" y="201"/>
                    <a:pt x="594" y="201"/>
                  </a:cubicBezTo>
                  <a:cubicBezTo>
                    <a:pt x="594" y="200"/>
                    <a:pt x="595" y="200"/>
                    <a:pt x="595" y="200"/>
                  </a:cubicBezTo>
                  <a:cubicBezTo>
                    <a:pt x="595" y="200"/>
                    <a:pt x="595" y="199"/>
                    <a:pt x="596" y="200"/>
                  </a:cubicBezTo>
                  <a:cubicBezTo>
                    <a:pt x="597" y="200"/>
                    <a:pt x="598" y="200"/>
                    <a:pt x="598" y="201"/>
                  </a:cubicBezTo>
                  <a:cubicBezTo>
                    <a:pt x="597" y="201"/>
                    <a:pt x="596" y="200"/>
                    <a:pt x="595" y="201"/>
                  </a:cubicBezTo>
                  <a:cubicBezTo>
                    <a:pt x="596" y="201"/>
                    <a:pt x="597" y="200"/>
                    <a:pt x="597" y="201"/>
                  </a:cubicBezTo>
                  <a:cubicBezTo>
                    <a:pt x="597" y="201"/>
                    <a:pt x="597" y="201"/>
                    <a:pt x="596" y="201"/>
                  </a:cubicBezTo>
                  <a:cubicBezTo>
                    <a:pt x="597" y="202"/>
                    <a:pt x="597" y="201"/>
                    <a:pt x="598" y="201"/>
                  </a:cubicBezTo>
                  <a:cubicBezTo>
                    <a:pt x="597" y="201"/>
                    <a:pt x="598" y="201"/>
                    <a:pt x="597" y="202"/>
                  </a:cubicBezTo>
                  <a:cubicBezTo>
                    <a:pt x="597" y="202"/>
                    <a:pt x="597" y="202"/>
                    <a:pt x="597" y="202"/>
                  </a:cubicBezTo>
                  <a:cubicBezTo>
                    <a:pt x="596" y="203"/>
                    <a:pt x="596" y="202"/>
                    <a:pt x="595" y="203"/>
                  </a:cubicBezTo>
                  <a:cubicBezTo>
                    <a:pt x="595" y="203"/>
                    <a:pt x="594" y="203"/>
                    <a:pt x="593" y="203"/>
                  </a:cubicBezTo>
                  <a:cubicBezTo>
                    <a:pt x="593" y="203"/>
                    <a:pt x="594" y="203"/>
                    <a:pt x="594" y="203"/>
                  </a:cubicBezTo>
                  <a:cubicBezTo>
                    <a:pt x="595" y="203"/>
                    <a:pt x="596" y="203"/>
                    <a:pt x="596" y="203"/>
                  </a:cubicBezTo>
                  <a:cubicBezTo>
                    <a:pt x="596" y="203"/>
                    <a:pt x="598" y="202"/>
                    <a:pt x="598" y="202"/>
                  </a:cubicBezTo>
                  <a:cubicBezTo>
                    <a:pt x="598" y="202"/>
                    <a:pt x="597" y="202"/>
                    <a:pt x="597" y="202"/>
                  </a:cubicBezTo>
                  <a:cubicBezTo>
                    <a:pt x="597" y="203"/>
                    <a:pt x="597" y="203"/>
                    <a:pt x="597" y="203"/>
                  </a:cubicBezTo>
                  <a:cubicBezTo>
                    <a:pt x="597" y="203"/>
                    <a:pt x="596" y="203"/>
                    <a:pt x="596" y="203"/>
                  </a:cubicBezTo>
                  <a:cubicBezTo>
                    <a:pt x="596" y="203"/>
                    <a:pt x="597" y="203"/>
                    <a:pt x="596" y="203"/>
                  </a:cubicBezTo>
                  <a:cubicBezTo>
                    <a:pt x="596" y="204"/>
                    <a:pt x="596" y="204"/>
                    <a:pt x="595" y="204"/>
                  </a:cubicBezTo>
                  <a:cubicBezTo>
                    <a:pt x="596" y="204"/>
                    <a:pt x="597" y="204"/>
                    <a:pt x="597" y="204"/>
                  </a:cubicBezTo>
                  <a:cubicBezTo>
                    <a:pt x="597" y="203"/>
                    <a:pt x="598" y="203"/>
                    <a:pt x="598" y="203"/>
                  </a:cubicBezTo>
                  <a:cubicBezTo>
                    <a:pt x="598" y="203"/>
                    <a:pt x="597" y="203"/>
                    <a:pt x="597" y="203"/>
                  </a:cubicBezTo>
                  <a:cubicBezTo>
                    <a:pt x="597" y="203"/>
                    <a:pt x="598" y="203"/>
                    <a:pt x="598" y="203"/>
                  </a:cubicBezTo>
                  <a:cubicBezTo>
                    <a:pt x="599" y="203"/>
                    <a:pt x="598" y="204"/>
                    <a:pt x="597" y="204"/>
                  </a:cubicBezTo>
                  <a:cubicBezTo>
                    <a:pt x="597" y="204"/>
                    <a:pt x="598" y="204"/>
                    <a:pt x="598" y="204"/>
                  </a:cubicBezTo>
                  <a:cubicBezTo>
                    <a:pt x="598" y="204"/>
                    <a:pt x="597" y="204"/>
                    <a:pt x="597" y="204"/>
                  </a:cubicBezTo>
                  <a:cubicBezTo>
                    <a:pt x="598" y="205"/>
                    <a:pt x="598" y="204"/>
                    <a:pt x="598" y="204"/>
                  </a:cubicBezTo>
                  <a:cubicBezTo>
                    <a:pt x="598" y="204"/>
                    <a:pt x="597" y="205"/>
                    <a:pt x="597" y="205"/>
                  </a:cubicBezTo>
                  <a:cubicBezTo>
                    <a:pt x="597" y="206"/>
                    <a:pt x="597" y="205"/>
                    <a:pt x="597" y="206"/>
                  </a:cubicBezTo>
                  <a:cubicBezTo>
                    <a:pt x="597" y="207"/>
                    <a:pt x="598" y="206"/>
                    <a:pt x="598" y="206"/>
                  </a:cubicBezTo>
                  <a:cubicBezTo>
                    <a:pt x="598" y="207"/>
                    <a:pt x="598" y="207"/>
                    <a:pt x="598" y="207"/>
                  </a:cubicBezTo>
                  <a:cubicBezTo>
                    <a:pt x="598" y="207"/>
                    <a:pt x="598" y="207"/>
                    <a:pt x="597" y="207"/>
                  </a:cubicBezTo>
                  <a:cubicBezTo>
                    <a:pt x="597" y="207"/>
                    <a:pt x="597" y="208"/>
                    <a:pt x="596" y="208"/>
                  </a:cubicBezTo>
                  <a:cubicBezTo>
                    <a:pt x="597" y="208"/>
                    <a:pt x="597" y="207"/>
                    <a:pt x="598" y="207"/>
                  </a:cubicBezTo>
                  <a:cubicBezTo>
                    <a:pt x="598" y="207"/>
                    <a:pt x="599" y="207"/>
                    <a:pt x="599" y="207"/>
                  </a:cubicBezTo>
                  <a:cubicBezTo>
                    <a:pt x="599" y="208"/>
                    <a:pt x="598" y="208"/>
                    <a:pt x="597" y="208"/>
                  </a:cubicBezTo>
                  <a:cubicBezTo>
                    <a:pt x="598" y="208"/>
                    <a:pt x="598" y="207"/>
                    <a:pt x="599" y="208"/>
                  </a:cubicBezTo>
                  <a:cubicBezTo>
                    <a:pt x="599" y="208"/>
                    <a:pt x="599" y="208"/>
                    <a:pt x="599" y="208"/>
                  </a:cubicBezTo>
                  <a:cubicBezTo>
                    <a:pt x="598" y="209"/>
                    <a:pt x="597" y="209"/>
                    <a:pt x="596" y="209"/>
                  </a:cubicBezTo>
                  <a:cubicBezTo>
                    <a:pt x="597" y="210"/>
                    <a:pt x="598" y="210"/>
                    <a:pt x="598" y="209"/>
                  </a:cubicBezTo>
                  <a:cubicBezTo>
                    <a:pt x="598" y="210"/>
                    <a:pt x="598" y="210"/>
                    <a:pt x="598" y="210"/>
                  </a:cubicBezTo>
                  <a:cubicBezTo>
                    <a:pt x="598" y="210"/>
                    <a:pt x="598" y="210"/>
                    <a:pt x="598" y="210"/>
                  </a:cubicBezTo>
                  <a:cubicBezTo>
                    <a:pt x="598" y="210"/>
                    <a:pt x="598" y="211"/>
                    <a:pt x="597" y="211"/>
                  </a:cubicBezTo>
                  <a:cubicBezTo>
                    <a:pt x="598" y="211"/>
                    <a:pt x="599" y="210"/>
                    <a:pt x="599" y="210"/>
                  </a:cubicBezTo>
                  <a:cubicBezTo>
                    <a:pt x="600" y="210"/>
                    <a:pt x="599" y="211"/>
                    <a:pt x="598" y="211"/>
                  </a:cubicBezTo>
                  <a:cubicBezTo>
                    <a:pt x="599" y="212"/>
                    <a:pt x="600" y="210"/>
                    <a:pt x="601" y="210"/>
                  </a:cubicBezTo>
                  <a:cubicBezTo>
                    <a:pt x="601" y="211"/>
                    <a:pt x="600" y="211"/>
                    <a:pt x="600" y="211"/>
                  </a:cubicBezTo>
                  <a:cubicBezTo>
                    <a:pt x="600" y="211"/>
                    <a:pt x="600" y="211"/>
                    <a:pt x="600" y="211"/>
                  </a:cubicBezTo>
                  <a:cubicBezTo>
                    <a:pt x="600" y="211"/>
                    <a:pt x="600" y="211"/>
                    <a:pt x="600" y="211"/>
                  </a:cubicBezTo>
                  <a:cubicBezTo>
                    <a:pt x="601" y="212"/>
                    <a:pt x="598" y="213"/>
                    <a:pt x="598" y="213"/>
                  </a:cubicBezTo>
                  <a:cubicBezTo>
                    <a:pt x="596" y="213"/>
                    <a:pt x="595" y="212"/>
                    <a:pt x="594" y="213"/>
                  </a:cubicBezTo>
                  <a:cubicBezTo>
                    <a:pt x="595" y="213"/>
                    <a:pt x="595" y="213"/>
                    <a:pt x="595" y="213"/>
                  </a:cubicBezTo>
                  <a:cubicBezTo>
                    <a:pt x="595" y="213"/>
                    <a:pt x="595" y="213"/>
                    <a:pt x="595" y="214"/>
                  </a:cubicBezTo>
                  <a:cubicBezTo>
                    <a:pt x="595" y="214"/>
                    <a:pt x="596" y="213"/>
                    <a:pt x="596" y="213"/>
                  </a:cubicBezTo>
                  <a:cubicBezTo>
                    <a:pt x="596" y="213"/>
                    <a:pt x="596" y="213"/>
                    <a:pt x="596" y="213"/>
                  </a:cubicBezTo>
                  <a:cubicBezTo>
                    <a:pt x="597" y="213"/>
                    <a:pt x="598" y="213"/>
                    <a:pt x="599" y="213"/>
                  </a:cubicBezTo>
                  <a:cubicBezTo>
                    <a:pt x="599" y="213"/>
                    <a:pt x="600" y="212"/>
                    <a:pt x="600" y="212"/>
                  </a:cubicBezTo>
                  <a:cubicBezTo>
                    <a:pt x="600" y="213"/>
                    <a:pt x="601" y="213"/>
                    <a:pt x="601" y="213"/>
                  </a:cubicBezTo>
                  <a:cubicBezTo>
                    <a:pt x="601" y="213"/>
                    <a:pt x="600" y="213"/>
                    <a:pt x="600" y="213"/>
                  </a:cubicBezTo>
                  <a:cubicBezTo>
                    <a:pt x="600" y="213"/>
                    <a:pt x="600" y="213"/>
                    <a:pt x="600" y="213"/>
                  </a:cubicBezTo>
                  <a:cubicBezTo>
                    <a:pt x="600" y="213"/>
                    <a:pt x="600" y="214"/>
                    <a:pt x="600" y="214"/>
                  </a:cubicBezTo>
                  <a:cubicBezTo>
                    <a:pt x="600" y="214"/>
                    <a:pt x="600" y="213"/>
                    <a:pt x="601" y="214"/>
                  </a:cubicBezTo>
                  <a:cubicBezTo>
                    <a:pt x="601" y="214"/>
                    <a:pt x="600" y="214"/>
                    <a:pt x="600" y="214"/>
                  </a:cubicBezTo>
                  <a:cubicBezTo>
                    <a:pt x="600" y="214"/>
                    <a:pt x="600" y="214"/>
                    <a:pt x="601" y="214"/>
                  </a:cubicBezTo>
                  <a:cubicBezTo>
                    <a:pt x="600" y="214"/>
                    <a:pt x="599" y="215"/>
                    <a:pt x="599" y="215"/>
                  </a:cubicBezTo>
                  <a:cubicBezTo>
                    <a:pt x="599" y="215"/>
                    <a:pt x="600" y="215"/>
                    <a:pt x="600" y="215"/>
                  </a:cubicBezTo>
                  <a:cubicBezTo>
                    <a:pt x="600" y="215"/>
                    <a:pt x="600" y="215"/>
                    <a:pt x="600" y="215"/>
                  </a:cubicBezTo>
                  <a:cubicBezTo>
                    <a:pt x="600" y="215"/>
                    <a:pt x="601" y="214"/>
                    <a:pt x="602" y="214"/>
                  </a:cubicBezTo>
                  <a:cubicBezTo>
                    <a:pt x="601" y="215"/>
                    <a:pt x="601" y="215"/>
                    <a:pt x="601" y="215"/>
                  </a:cubicBezTo>
                  <a:cubicBezTo>
                    <a:pt x="601" y="215"/>
                    <a:pt x="602" y="215"/>
                    <a:pt x="602" y="216"/>
                  </a:cubicBezTo>
                  <a:cubicBezTo>
                    <a:pt x="601" y="216"/>
                    <a:pt x="601" y="216"/>
                    <a:pt x="600" y="216"/>
                  </a:cubicBezTo>
                  <a:cubicBezTo>
                    <a:pt x="601" y="216"/>
                    <a:pt x="602" y="216"/>
                    <a:pt x="602" y="217"/>
                  </a:cubicBezTo>
                  <a:cubicBezTo>
                    <a:pt x="602" y="217"/>
                    <a:pt x="601" y="217"/>
                    <a:pt x="601" y="217"/>
                  </a:cubicBezTo>
                  <a:cubicBezTo>
                    <a:pt x="601" y="217"/>
                    <a:pt x="600" y="218"/>
                    <a:pt x="600" y="218"/>
                  </a:cubicBezTo>
                  <a:cubicBezTo>
                    <a:pt x="599" y="218"/>
                    <a:pt x="598" y="218"/>
                    <a:pt x="597" y="218"/>
                  </a:cubicBezTo>
                  <a:cubicBezTo>
                    <a:pt x="597" y="218"/>
                    <a:pt x="597" y="218"/>
                    <a:pt x="596" y="218"/>
                  </a:cubicBezTo>
                  <a:cubicBezTo>
                    <a:pt x="596" y="218"/>
                    <a:pt x="596" y="219"/>
                    <a:pt x="595" y="219"/>
                  </a:cubicBezTo>
                  <a:cubicBezTo>
                    <a:pt x="596" y="219"/>
                    <a:pt x="597" y="219"/>
                    <a:pt x="596" y="219"/>
                  </a:cubicBezTo>
                  <a:cubicBezTo>
                    <a:pt x="595" y="220"/>
                    <a:pt x="594" y="220"/>
                    <a:pt x="594" y="220"/>
                  </a:cubicBezTo>
                  <a:cubicBezTo>
                    <a:pt x="595" y="220"/>
                    <a:pt x="596" y="219"/>
                    <a:pt x="598" y="219"/>
                  </a:cubicBezTo>
                  <a:cubicBezTo>
                    <a:pt x="598" y="219"/>
                    <a:pt x="599" y="218"/>
                    <a:pt x="599" y="219"/>
                  </a:cubicBezTo>
                  <a:cubicBezTo>
                    <a:pt x="598" y="219"/>
                    <a:pt x="598" y="219"/>
                    <a:pt x="598" y="220"/>
                  </a:cubicBezTo>
                  <a:cubicBezTo>
                    <a:pt x="598" y="219"/>
                    <a:pt x="598" y="219"/>
                    <a:pt x="599" y="219"/>
                  </a:cubicBezTo>
                  <a:cubicBezTo>
                    <a:pt x="599" y="219"/>
                    <a:pt x="599" y="219"/>
                    <a:pt x="599" y="219"/>
                  </a:cubicBezTo>
                  <a:cubicBezTo>
                    <a:pt x="600" y="219"/>
                    <a:pt x="601" y="219"/>
                    <a:pt x="601" y="218"/>
                  </a:cubicBezTo>
                  <a:cubicBezTo>
                    <a:pt x="601" y="219"/>
                    <a:pt x="601" y="219"/>
                    <a:pt x="601" y="219"/>
                  </a:cubicBezTo>
                  <a:cubicBezTo>
                    <a:pt x="601" y="219"/>
                    <a:pt x="602" y="218"/>
                    <a:pt x="603" y="218"/>
                  </a:cubicBezTo>
                  <a:cubicBezTo>
                    <a:pt x="603" y="218"/>
                    <a:pt x="602" y="219"/>
                    <a:pt x="602" y="219"/>
                  </a:cubicBezTo>
                  <a:cubicBezTo>
                    <a:pt x="602" y="220"/>
                    <a:pt x="601" y="221"/>
                    <a:pt x="600" y="221"/>
                  </a:cubicBezTo>
                  <a:cubicBezTo>
                    <a:pt x="600" y="221"/>
                    <a:pt x="599" y="221"/>
                    <a:pt x="599" y="221"/>
                  </a:cubicBezTo>
                  <a:cubicBezTo>
                    <a:pt x="599" y="221"/>
                    <a:pt x="602" y="220"/>
                    <a:pt x="601" y="221"/>
                  </a:cubicBezTo>
                  <a:cubicBezTo>
                    <a:pt x="601" y="222"/>
                    <a:pt x="598" y="222"/>
                    <a:pt x="597" y="222"/>
                  </a:cubicBezTo>
                  <a:cubicBezTo>
                    <a:pt x="598" y="222"/>
                    <a:pt x="596" y="223"/>
                    <a:pt x="596" y="223"/>
                  </a:cubicBezTo>
                  <a:cubicBezTo>
                    <a:pt x="596" y="223"/>
                    <a:pt x="596" y="223"/>
                    <a:pt x="596" y="223"/>
                  </a:cubicBezTo>
                  <a:cubicBezTo>
                    <a:pt x="596" y="224"/>
                    <a:pt x="595" y="223"/>
                    <a:pt x="594" y="224"/>
                  </a:cubicBezTo>
                  <a:cubicBezTo>
                    <a:pt x="596" y="224"/>
                    <a:pt x="597" y="222"/>
                    <a:pt x="599" y="222"/>
                  </a:cubicBezTo>
                  <a:cubicBezTo>
                    <a:pt x="598" y="222"/>
                    <a:pt x="600" y="222"/>
                    <a:pt x="600" y="222"/>
                  </a:cubicBezTo>
                  <a:cubicBezTo>
                    <a:pt x="600" y="222"/>
                    <a:pt x="600" y="222"/>
                    <a:pt x="601" y="222"/>
                  </a:cubicBezTo>
                  <a:cubicBezTo>
                    <a:pt x="601" y="222"/>
                    <a:pt x="601" y="222"/>
                    <a:pt x="601" y="222"/>
                  </a:cubicBezTo>
                  <a:cubicBezTo>
                    <a:pt x="601" y="223"/>
                    <a:pt x="602" y="222"/>
                    <a:pt x="602" y="222"/>
                  </a:cubicBezTo>
                  <a:cubicBezTo>
                    <a:pt x="602" y="222"/>
                    <a:pt x="601" y="222"/>
                    <a:pt x="601" y="223"/>
                  </a:cubicBezTo>
                  <a:cubicBezTo>
                    <a:pt x="602" y="223"/>
                    <a:pt x="602" y="222"/>
                    <a:pt x="602" y="222"/>
                  </a:cubicBezTo>
                  <a:cubicBezTo>
                    <a:pt x="603" y="222"/>
                    <a:pt x="602" y="223"/>
                    <a:pt x="602" y="223"/>
                  </a:cubicBezTo>
                  <a:cubicBezTo>
                    <a:pt x="602" y="223"/>
                    <a:pt x="602" y="223"/>
                    <a:pt x="602" y="223"/>
                  </a:cubicBezTo>
                  <a:cubicBezTo>
                    <a:pt x="602" y="223"/>
                    <a:pt x="602" y="223"/>
                    <a:pt x="602" y="223"/>
                  </a:cubicBezTo>
                  <a:cubicBezTo>
                    <a:pt x="602" y="223"/>
                    <a:pt x="603" y="223"/>
                    <a:pt x="602" y="223"/>
                  </a:cubicBezTo>
                  <a:cubicBezTo>
                    <a:pt x="602" y="224"/>
                    <a:pt x="602" y="224"/>
                    <a:pt x="601" y="223"/>
                  </a:cubicBezTo>
                  <a:cubicBezTo>
                    <a:pt x="601" y="223"/>
                    <a:pt x="600" y="224"/>
                    <a:pt x="599" y="224"/>
                  </a:cubicBezTo>
                  <a:cubicBezTo>
                    <a:pt x="600" y="224"/>
                    <a:pt x="601" y="223"/>
                    <a:pt x="601" y="224"/>
                  </a:cubicBezTo>
                  <a:cubicBezTo>
                    <a:pt x="601" y="224"/>
                    <a:pt x="601" y="225"/>
                    <a:pt x="601" y="225"/>
                  </a:cubicBezTo>
                  <a:cubicBezTo>
                    <a:pt x="601" y="225"/>
                    <a:pt x="602" y="224"/>
                    <a:pt x="602" y="224"/>
                  </a:cubicBezTo>
                  <a:cubicBezTo>
                    <a:pt x="602" y="224"/>
                    <a:pt x="602" y="224"/>
                    <a:pt x="602" y="224"/>
                  </a:cubicBezTo>
                  <a:cubicBezTo>
                    <a:pt x="602" y="224"/>
                    <a:pt x="602" y="224"/>
                    <a:pt x="602" y="224"/>
                  </a:cubicBezTo>
                  <a:cubicBezTo>
                    <a:pt x="603" y="224"/>
                    <a:pt x="603" y="224"/>
                    <a:pt x="603" y="224"/>
                  </a:cubicBezTo>
                  <a:cubicBezTo>
                    <a:pt x="603" y="224"/>
                    <a:pt x="603" y="224"/>
                    <a:pt x="604" y="224"/>
                  </a:cubicBezTo>
                  <a:cubicBezTo>
                    <a:pt x="604" y="224"/>
                    <a:pt x="604" y="225"/>
                    <a:pt x="603" y="225"/>
                  </a:cubicBezTo>
                  <a:cubicBezTo>
                    <a:pt x="603" y="225"/>
                    <a:pt x="603" y="226"/>
                    <a:pt x="603" y="226"/>
                  </a:cubicBezTo>
                  <a:cubicBezTo>
                    <a:pt x="604" y="226"/>
                    <a:pt x="603" y="227"/>
                    <a:pt x="604" y="227"/>
                  </a:cubicBezTo>
                  <a:cubicBezTo>
                    <a:pt x="604" y="227"/>
                    <a:pt x="604" y="227"/>
                    <a:pt x="604" y="227"/>
                  </a:cubicBezTo>
                  <a:cubicBezTo>
                    <a:pt x="604" y="227"/>
                    <a:pt x="604" y="227"/>
                    <a:pt x="603" y="227"/>
                  </a:cubicBezTo>
                  <a:cubicBezTo>
                    <a:pt x="603" y="228"/>
                    <a:pt x="602" y="228"/>
                    <a:pt x="602" y="228"/>
                  </a:cubicBezTo>
                  <a:cubicBezTo>
                    <a:pt x="601" y="229"/>
                    <a:pt x="601" y="228"/>
                    <a:pt x="600" y="229"/>
                  </a:cubicBezTo>
                  <a:cubicBezTo>
                    <a:pt x="599" y="229"/>
                    <a:pt x="599" y="229"/>
                    <a:pt x="598" y="229"/>
                  </a:cubicBezTo>
                  <a:cubicBezTo>
                    <a:pt x="599" y="230"/>
                    <a:pt x="600" y="229"/>
                    <a:pt x="601" y="229"/>
                  </a:cubicBezTo>
                  <a:cubicBezTo>
                    <a:pt x="601" y="229"/>
                    <a:pt x="604" y="229"/>
                    <a:pt x="603" y="230"/>
                  </a:cubicBezTo>
                  <a:cubicBezTo>
                    <a:pt x="603" y="230"/>
                    <a:pt x="602" y="230"/>
                    <a:pt x="602" y="230"/>
                  </a:cubicBezTo>
                  <a:cubicBezTo>
                    <a:pt x="603" y="231"/>
                    <a:pt x="601" y="231"/>
                    <a:pt x="601" y="231"/>
                  </a:cubicBezTo>
                  <a:cubicBezTo>
                    <a:pt x="601" y="231"/>
                    <a:pt x="602" y="231"/>
                    <a:pt x="602" y="232"/>
                  </a:cubicBezTo>
                  <a:cubicBezTo>
                    <a:pt x="602" y="232"/>
                    <a:pt x="602" y="232"/>
                    <a:pt x="603" y="232"/>
                  </a:cubicBezTo>
                  <a:cubicBezTo>
                    <a:pt x="602" y="232"/>
                    <a:pt x="602" y="232"/>
                    <a:pt x="602" y="232"/>
                  </a:cubicBezTo>
                  <a:cubicBezTo>
                    <a:pt x="602" y="232"/>
                    <a:pt x="604" y="231"/>
                    <a:pt x="604" y="231"/>
                  </a:cubicBezTo>
                  <a:cubicBezTo>
                    <a:pt x="604" y="232"/>
                    <a:pt x="603" y="232"/>
                    <a:pt x="603" y="232"/>
                  </a:cubicBezTo>
                  <a:cubicBezTo>
                    <a:pt x="604" y="232"/>
                    <a:pt x="604" y="232"/>
                    <a:pt x="605" y="232"/>
                  </a:cubicBezTo>
                  <a:cubicBezTo>
                    <a:pt x="605" y="232"/>
                    <a:pt x="605" y="233"/>
                    <a:pt x="605" y="233"/>
                  </a:cubicBezTo>
                  <a:cubicBezTo>
                    <a:pt x="605" y="233"/>
                    <a:pt x="605" y="234"/>
                    <a:pt x="605" y="234"/>
                  </a:cubicBezTo>
                  <a:cubicBezTo>
                    <a:pt x="605" y="233"/>
                    <a:pt x="602" y="235"/>
                    <a:pt x="602" y="235"/>
                  </a:cubicBezTo>
                  <a:cubicBezTo>
                    <a:pt x="601" y="236"/>
                    <a:pt x="601" y="236"/>
                    <a:pt x="600" y="236"/>
                  </a:cubicBezTo>
                  <a:cubicBezTo>
                    <a:pt x="599" y="236"/>
                    <a:pt x="599" y="236"/>
                    <a:pt x="599" y="237"/>
                  </a:cubicBezTo>
                  <a:cubicBezTo>
                    <a:pt x="600" y="237"/>
                    <a:pt x="600" y="236"/>
                    <a:pt x="600" y="236"/>
                  </a:cubicBezTo>
                  <a:cubicBezTo>
                    <a:pt x="600" y="236"/>
                    <a:pt x="601" y="236"/>
                    <a:pt x="601" y="237"/>
                  </a:cubicBezTo>
                  <a:cubicBezTo>
                    <a:pt x="601" y="237"/>
                    <a:pt x="600" y="237"/>
                    <a:pt x="600" y="237"/>
                  </a:cubicBezTo>
                  <a:cubicBezTo>
                    <a:pt x="600" y="237"/>
                    <a:pt x="601" y="237"/>
                    <a:pt x="601" y="237"/>
                  </a:cubicBezTo>
                  <a:cubicBezTo>
                    <a:pt x="600" y="238"/>
                    <a:pt x="599" y="237"/>
                    <a:pt x="599" y="237"/>
                  </a:cubicBezTo>
                  <a:cubicBezTo>
                    <a:pt x="599" y="237"/>
                    <a:pt x="599" y="237"/>
                    <a:pt x="599" y="237"/>
                  </a:cubicBezTo>
                  <a:cubicBezTo>
                    <a:pt x="599" y="237"/>
                    <a:pt x="598" y="237"/>
                    <a:pt x="598" y="237"/>
                  </a:cubicBezTo>
                  <a:cubicBezTo>
                    <a:pt x="598" y="237"/>
                    <a:pt x="597" y="237"/>
                    <a:pt x="597" y="237"/>
                  </a:cubicBezTo>
                  <a:cubicBezTo>
                    <a:pt x="597" y="237"/>
                    <a:pt x="595" y="236"/>
                    <a:pt x="595" y="236"/>
                  </a:cubicBezTo>
                  <a:cubicBezTo>
                    <a:pt x="595" y="235"/>
                    <a:pt x="598" y="236"/>
                    <a:pt x="599" y="235"/>
                  </a:cubicBezTo>
                  <a:cubicBezTo>
                    <a:pt x="598" y="235"/>
                    <a:pt x="597" y="235"/>
                    <a:pt x="596" y="235"/>
                  </a:cubicBezTo>
                  <a:cubicBezTo>
                    <a:pt x="596" y="235"/>
                    <a:pt x="595" y="235"/>
                    <a:pt x="595" y="235"/>
                  </a:cubicBezTo>
                  <a:cubicBezTo>
                    <a:pt x="594" y="235"/>
                    <a:pt x="594" y="236"/>
                    <a:pt x="594" y="236"/>
                  </a:cubicBezTo>
                  <a:cubicBezTo>
                    <a:pt x="595" y="236"/>
                    <a:pt x="596" y="237"/>
                    <a:pt x="597" y="237"/>
                  </a:cubicBezTo>
                  <a:cubicBezTo>
                    <a:pt x="597" y="237"/>
                    <a:pt x="597" y="237"/>
                    <a:pt x="598" y="237"/>
                  </a:cubicBezTo>
                  <a:cubicBezTo>
                    <a:pt x="598" y="237"/>
                    <a:pt x="598" y="237"/>
                    <a:pt x="599" y="238"/>
                  </a:cubicBezTo>
                  <a:cubicBezTo>
                    <a:pt x="598" y="238"/>
                    <a:pt x="597" y="237"/>
                    <a:pt x="596" y="238"/>
                  </a:cubicBezTo>
                  <a:cubicBezTo>
                    <a:pt x="597" y="238"/>
                    <a:pt x="600" y="237"/>
                    <a:pt x="600" y="238"/>
                  </a:cubicBezTo>
                  <a:cubicBezTo>
                    <a:pt x="600" y="239"/>
                    <a:pt x="599" y="239"/>
                    <a:pt x="599" y="239"/>
                  </a:cubicBezTo>
                  <a:cubicBezTo>
                    <a:pt x="598" y="239"/>
                    <a:pt x="597" y="238"/>
                    <a:pt x="597" y="239"/>
                  </a:cubicBezTo>
                  <a:cubicBezTo>
                    <a:pt x="597" y="239"/>
                    <a:pt x="597" y="239"/>
                    <a:pt x="597" y="239"/>
                  </a:cubicBezTo>
                  <a:cubicBezTo>
                    <a:pt x="597" y="239"/>
                    <a:pt x="596" y="239"/>
                    <a:pt x="596" y="239"/>
                  </a:cubicBezTo>
                  <a:cubicBezTo>
                    <a:pt x="596" y="240"/>
                    <a:pt x="597" y="240"/>
                    <a:pt x="597" y="240"/>
                  </a:cubicBezTo>
                  <a:cubicBezTo>
                    <a:pt x="597" y="240"/>
                    <a:pt x="597" y="239"/>
                    <a:pt x="597" y="240"/>
                  </a:cubicBezTo>
                  <a:cubicBezTo>
                    <a:pt x="598" y="240"/>
                    <a:pt x="598" y="240"/>
                    <a:pt x="598" y="240"/>
                  </a:cubicBezTo>
                  <a:cubicBezTo>
                    <a:pt x="598" y="240"/>
                    <a:pt x="598" y="240"/>
                    <a:pt x="598" y="240"/>
                  </a:cubicBezTo>
                  <a:cubicBezTo>
                    <a:pt x="598" y="240"/>
                    <a:pt x="598" y="241"/>
                    <a:pt x="599" y="240"/>
                  </a:cubicBezTo>
                  <a:cubicBezTo>
                    <a:pt x="598" y="241"/>
                    <a:pt x="599" y="241"/>
                    <a:pt x="599" y="241"/>
                  </a:cubicBezTo>
                  <a:cubicBezTo>
                    <a:pt x="600" y="241"/>
                    <a:pt x="598" y="241"/>
                    <a:pt x="598" y="241"/>
                  </a:cubicBezTo>
                  <a:cubicBezTo>
                    <a:pt x="598" y="241"/>
                    <a:pt x="598" y="241"/>
                    <a:pt x="599" y="241"/>
                  </a:cubicBezTo>
                  <a:cubicBezTo>
                    <a:pt x="598" y="241"/>
                    <a:pt x="598" y="241"/>
                    <a:pt x="598" y="241"/>
                  </a:cubicBezTo>
                  <a:cubicBezTo>
                    <a:pt x="598" y="241"/>
                    <a:pt x="598" y="241"/>
                    <a:pt x="598" y="241"/>
                  </a:cubicBezTo>
                  <a:cubicBezTo>
                    <a:pt x="598" y="241"/>
                    <a:pt x="595" y="241"/>
                    <a:pt x="596" y="241"/>
                  </a:cubicBezTo>
                  <a:cubicBezTo>
                    <a:pt x="596" y="242"/>
                    <a:pt x="597" y="242"/>
                    <a:pt x="598" y="242"/>
                  </a:cubicBezTo>
                  <a:cubicBezTo>
                    <a:pt x="598" y="242"/>
                    <a:pt x="599" y="242"/>
                    <a:pt x="599" y="242"/>
                  </a:cubicBezTo>
                  <a:cubicBezTo>
                    <a:pt x="599" y="242"/>
                    <a:pt x="600" y="242"/>
                    <a:pt x="600" y="242"/>
                  </a:cubicBezTo>
                  <a:cubicBezTo>
                    <a:pt x="600" y="242"/>
                    <a:pt x="601" y="242"/>
                    <a:pt x="601" y="242"/>
                  </a:cubicBezTo>
                  <a:cubicBezTo>
                    <a:pt x="601" y="242"/>
                    <a:pt x="600" y="242"/>
                    <a:pt x="600" y="243"/>
                  </a:cubicBezTo>
                  <a:cubicBezTo>
                    <a:pt x="600" y="243"/>
                    <a:pt x="601" y="243"/>
                    <a:pt x="600" y="243"/>
                  </a:cubicBezTo>
                  <a:cubicBezTo>
                    <a:pt x="600" y="243"/>
                    <a:pt x="599" y="243"/>
                    <a:pt x="600" y="243"/>
                  </a:cubicBezTo>
                  <a:cubicBezTo>
                    <a:pt x="600" y="244"/>
                    <a:pt x="601" y="243"/>
                    <a:pt x="601" y="244"/>
                  </a:cubicBezTo>
                  <a:cubicBezTo>
                    <a:pt x="601" y="244"/>
                    <a:pt x="601" y="244"/>
                    <a:pt x="600" y="244"/>
                  </a:cubicBezTo>
                  <a:cubicBezTo>
                    <a:pt x="601" y="244"/>
                    <a:pt x="600" y="244"/>
                    <a:pt x="600" y="244"/>
                  </a:cubicBezTo>
                  <a:cubicBezTo>
                    <a:pt x="599" y="244"/>
                    <a:pt x="599" y="244"/>
                    <a:pt x="599" y="244"/>
                  </a:cubicBezTo>
                  <a:cubicBezTo>
                    <a:pt x="599" y="244"/>
                    <a:pt x="600" y="244"/>
                    <a:pt x="600" y="244"/>
                  </a:cubicBezTo>
                  <a:cubicBezTo>
                    <a:pt x="600" y="244"/>
                    <a:pt x="599" y="244"/>
                    <a:pt x="599" y="244"/>
                  </a:cubicBezTo>
                  <a:cubicBezTo>
                    <a:pt x="600" y="245"/>
                    <a:pt x="600" y="244"/>
                    <a:pt x="601" y="244"/>
                  </a:cubicBezTo>
                  <a:cubicBezTo>
                    <a:pt x="601" y="244"/>
                    <a:pt x="602" y="244"/>
                    <a:pt x="602" y="245"/>
                  </a:cubicBezTo>
                  <a:cubicBezTo>
                    <a:pt x="602" y="245"/>
                    <a:pt x="601" y="245"/>
                    <a:pt x="601" y="245"/>
                  </a:cubicBezTo>
                  <a:cubicBezTo>
                    <a:pt x="601" y="246"/>
                    <a:pt x="604" y="245"/>
                    <a:pt x="604" y="246"/>
                  </a:cubicBezTo>
                  <a:cubicBezTo>
                    <a:pt x="604" y="246"/>
                    <a:pt x="602" y="247"/>
                    <a:pt x="602" y="247"/>
                  </a:cubicBezTo>
                  <a:cubicBezTo>
                    <a:pt x="602" y="247"/>
                    <a:pt x="603" y="247"/>
                    <a:pt x="603" y="247"/>
                  </a:cubicBezTo>
                  <a:cubicBezTo>
                    <a:pt x="604" y="247"/>
                    <a:pt x="604" y="246"/>
                    <a:pt x="605" y="246"/>
                  </a:cubicBezTo>
                  <a:cubicBezTo>
                    <a:pt x="605" y="246"/>
                    <a:pt x="605" y="247"/>
                    <a:pt x="605" y="247"/>
                  </a:cubicBezTo>
                  <a:cubicBezTo>
                    <a:pt x="604" y="247"/>
                    <a:pt x="604" y="247"/>
                    <a:pt x="604" y="248"/>
                  </a:cubicBezTo>
                  <a:cubicBezTo>
                    <a:pt x="604" y="248"/>
                    <a:pt x="603" y="248"/>
                    <a:pt x="603" y="248"/>
                  </a:cubicBezTo>
                  <a:cubicBezTo>
                    <a:pt x="604" y="248"/>
                    <a:pt x="605" y="247"/>
                    <a:pt x="606" y="246"/>
                  </a:cubicBezTo>
                  <a:cubicBezTo>
                    <a:pt x="606" y="246"/>
                    <a:pt x="606" y="246"/>
                    <a:pt x="606" y="246"/>
                  </a:cubicBezTo>
                  <a:cubicBezTo>
                    <a:pt x="606" y="246"/>
                    <a:pt x="607" y="246"/>
                    <a:pt x="607" y="246"/>
                  </a:cubicBezTo>
                  <a:cubicBezTo>
                    <a:pt x="607" y="247"/>
                    <a:pt x="605" y="248"/>
                    <a:pt x="605" y="248"/>
                  </a:cubicBezTo>
                  <a:cubicBezTo>
                    <a:pt x="605" y="248"/>
                    <a:pt x="606" y="247"/>
                    <a:pt x="606" y="248"/>
                  </a:cubicBezTo>
                  <a:cubicBezTo>
                    <a:pt x="606" y="249"/>
                    <a:pt x="605" y="249"/>
                    <a:pt x="605" y="249"/>
                  </a:cubicBezTo>
                  <a:cubicBezTo>
                    <a:pt x="605" y="249"/>
                    <a:pt x="606" y="248"/>
                    <a:pt x="606" y="248"/>
                  </a:cubicBezTo>
                  <a:cubicBezTo>
                    <a:pt x="606" y="249"/>
                    <a:pt x="606" y="249"/>
                    <a:pt x="606" y="249"/>
                  </a:cubicBezTo>
                  <a:cubicBezTo>
                    <a:pt x="605" y="250"/>
                    <a:pt x="604" y="250"/>
                    <a:pt x="604" y="251"/>
                  </a:cubicBezTo>
                  <a:cubicBezTo>
                    <a:pt x="605" y="250"/>
                    <a:pt x="605" y="249"/>
                    <a:pt x="606" y="249"/>
                  </a:cubicBezTo>
                  <a:cubicBezTo>
                    <a:pt x="606" y="249"/>
                    <a:pt x="605" y="250"/>
                    <a:pt x="605" y="250"/>
                  </a:cubicBezTo>
                  <a:cubicBezTo>
                    <a:pt x="606" y="250"/>
                    <a:pt x="606" y="249"/>
                    <a:pt x="607" y="249"/>
                  </a:cubicBezTo>
                  <a:cubicBezTo>
                    <a:pt x="607" y="250"/>
                    <a:pt x="606" y="250"/>
                    <a:pt x="606" y="250"/>
                  </a:cubicBezTo>
                  <a:cubicBezTo>
                    <a:pt x="605" y="250"/>
                    <a:pt x="605" y="251"/>
                    <a:pt x="604" y="251"/>
                  </a:cubicBezTo>
                  <a:cubicBezTo>
                    <a:pt x="604" y="251"/>
                    <a:pt x="604" y="251"/>
                    <a:pt x="604" y="251"/>
                  </a:cubicBezTo>
                  <a:cubicBezTo>
                    <a:pt x="604" y="251"/>
                    <a:pt x="603" y="252"/>
                    <a:pt x="603" y="252"/>
                  </a:cubicBezTo>
                  <a:cubicBezTo>
                    <a:pt x="603" y="252"/>
                    <a:pt x="602" y="252"/>
                    <a:pt x="602" y="253"/>
                  </a:cubicBezTo>
                  <a:cubicBezTo>
                    <a:pt x="602" y="253"/>
                    <a:pt x="603" y="252"/>
                    <a:pt x="603" y="252"/>
                  </a:cubicBezTo>
                  <a:cubicBezTo>
                    <a:pt x="604" y="252"/>
                    <a:pt x="604" y="252"/>
                    <a:pt x="604" y="252"/>
                  </a:cubicBezTo>
                  <a:cubicBezTo>
                    <a:pt x="604" y="252"/>
                    <a:pt x="604" y="252"/>
                    <a:pt x="603" y="252"/>
                  </a:cubicBezTo>
                  <a:cubicBezTo>
                    <a:pt x="603" y="252"/>
                    <a:pt x="603" y="253"/>
                    <a:pt x="602" y="253"/>
                  </a:cubicBezTo>
                  <a:cubicBezTo>
                    <a:pt x="602" y="253"/>
                    <a:pt x="602" y="253"/>
                    <a:pt x="601" y="254"/>
                  </a:cubicBezTo>
                  <a:cubicBezTo>
                    <a:pt x="601" y="254"/>
                    <a:pt x="601" y="254"/>
                    <a:pt x="601" y="254"/>
                  </a:cubicBezTo>
                  <a:cubicBezTo>
                    <a:pt x="601" y="254"/>
                    <a:pt x="602" y="254"/>
                    <a:pt x="602" y="253"/>
                  </a:cubicBezTo>
                  <a:cubicBezTo>
                    <a:pt x="603" y="253"/>
                    <a:pt x="603" y="253"/>
                    <a:pt x="604" y="253"/>
                  </a:cubicBezTo>
                  <a:cubicBezTo>
                    <a:pt x="604" y="253"/>
                    <a:pt x="605" y="252"/>
                    <a:pt x="606" y="251"/>
                  </a:cubicBezTo>
                  <a:cubicBezTo>
                    <a:pt x="606" y="252"/>
                    <a:pt x="606" y="252"/>
                    <a:pt x="605" y="252"/>
                  </a:cubicBezTo>
                  <a:cubicBezTo>
                    <a:pt x="606" y="252"/>
                    <a:pt x="606" y="252"/>
                    <a:pt x="607" y="252"/>
                  </a:cubicBezTo>
                  <a:cubicBezTo>
                    <a:pt x="607" y="252"/>
                    <a:pt x="606" y="253"/>
                    <a:pt x="605" y="253"/>
                  </a:cubicBezTo>
                  <a:cubicBezTo>
                    <a:pt x="605" y="253"/>
                    <a:pt x="604" y="253"/>
                    <a:pt x="604" y="254"/>
                  </a:cubicBezTo>
                  <a:cubicBezTo>
                    <a:pt x="604" y="254"/>
                    <a:pt x="605" y="253"/>
                    <a:pt x="606" y="253"/>
                  </a:cubicBezTo>
                  <a:cubicBezTo>
                    <a:pt x="606" y="253"/>
                    <a:pt x="606" y="252"/>
                    <a:pt x="607" y="252"/>
                  </a:cubicBezTo>
                  <a:cubicBezTo>
                    <a:pt x="607" y="252"/>
                    <a:pt x="608" y="252"/>
                    <a:pt x="608" y="252"/>
                  </a:cubicBezTo>
                  <a:cubicBezTo>
                    <a:pt x="609" y="251"/>
                    <a:pt x="609" y="251"/>
                    <a:pt x="609" y="251"/>
                  </a:cubicBezTo>
                  <a:cubicBezTo>
                    <a:pt x="609" y="251"/>
                    <a:pt x="610" y="251"/>
                    <a:pt x="609" y="252"/>
                  </a:cubicBezTo>
                  <a:cubicBezTo>
                    <a:pt x="609" y="252"/>
                    <a:pt x="609" y="252"/>
                    <a:pt x="609" y="252"/>
                  </a:cubicBezTo>
                  <a:cubicBezTo>
                    <a:pt x="608" y="253"/>
                    <a:pt x="608" y="253"/>
                    <a:pt x="607" y="253"/>
                  </a:cubicBezTo>
                  <a:cubicBezTo>
                    <a:pt x="607" y="253"/>
                    <a:pt x="607" y="253"/>
                    <a:pt x="607" y="253"/>
                  </a:cubicBezTo>
                  <a:cubicBezTo>
                    <a:pt x="607" y="253"/>
                    <a:pt x="607" y="253"/>
                    <a:pt x="608" y="253"/>
                  </a:cubicBezTo>
                  <a:cubicBezTo>
                    <a:pt x="608" y="253"/>
                    <a:pt x="608" y="253"/>
                    <a:pt x="609" y="253"/>
                  </a:cubicBezTo>
                  <a:cubicBezTo>
                    <a:pt x="609" y="253"/>
                    <a:pt x="609" y="253"/>
                    <a:pt x="610" y="253"/>
                  </a:cubicBezTo>
                  <a:cubicBezTo>
                    <a:pt x="610" y="253"/>
                    <a:pt x="611" y="252"/>
                    <a:pt x="611" y="252"/>
                  </a:cubicBezTo>
                  <a:cubicBezTo>
                    <a:pt x="611" y="252"/>
                    <a:pt x="611" y="253"/>
                    <a:pt x="611" y="253"/>
                  </a:cubicBezTo>
                  <a:cubicBezTo>
                    <a:pt x="611" y="253"/>
                    <a:pt x="611" y="253"/>
                    <a:pt x="611" y="253"/>
                  </a:cubicBezTo>
                  <a:cubicBezTo>
                    <a:pt x="611" y="253"/>
                    <a:pt x="609" y="254"/>
                    <a:pt x="609" y="255"/>
                  </a:cubicBezTo>
                  <a:cubicBezTo>
                    <a:pt x="608" y="255"/>
                    <a:pt x="607" y="255"/>
                    <a:pt x="606" y="256"/>
                  </a:cubicBezTo>
                  <a:cubicBezTo>
                    <a:pt x="607" y="256"/>
                    <a:pt x="605" y="257"/>
                    <a:pt x="605" y="257"/>
                  </a:cubicBezTo>
                  <a:cubicBezTo>
                    <a:pt x="606" y="257"/>
                    <a:pt x="607" y="257"/>
                    <a:pt x="607" y="256"/>
                  </a:cubicBezTo>
                  <a:cubicBezTo>
                    <a:pt x="607" y="256"/>
                    <a:pt x="607" y="255"/>
                    <a:pt x="608" y="255"/>
                  </a:cubicBezTo>
                  <a:cubicBezTo>
                    <a:pt x="609" y="255"/>
                    <a:pt x="609" y="255"/>
                    <a:pt x="610" y="254"/>
                  </a:cubicBezTo>
                  <a:cubicBezTo>
                    <a:pt x="610" y="254"/>
                    <a:pt x="611" y="253"/>
                    <a:pt x="611" y="254"/>
                  </a:cubicBezTo>
                  <a:cubicBezTo>
                    <a:pt x="612" y="254"/>
                    <a:pt x="612" y="252"/>
                    <a:pt x="613" y="252"/>
                  </a:cubicBezTo>
                  <a:cubicBezTo>
                    <a:pt x="613" y="252"/>
                    <a:pt x="613" y="252"/>
                    <a:pt x="613" y="253"/>
                  </a:cubicBezTo>
                  <a:cubicBezTo>
                    <a:pt x="613" y="253"/>
                    <a:pt x="614" y="252"/>
                    <a:pt x="614" y="252"/>
                  </a:cubicBezTo>
                  <a:cubicBezTo>
                    <a:pt x="614" y="252"/>
                    <a:pt x="614" y="253"/>
                    <a:pt x="613" y="253"/>
                  </a:cubicBezTo>
                  <a:cubicBezTo>
                    <a:pt x="613" y="253"/>
                    <a:pt x="613" y="253"/>
                    <a:pt x="612" y="254"/>
                  </a:cubicBezTo>
                  <a:cubicBezTo>
                    <a:pt x="612" y="254"/>
                    <a:pt x="611" y="254"/>
                    <a:pt x="611" y="255"/>
                  </a:cubicBezTo>
                  <a:cubicBezTo>
                    <a:pt x="611" y="255"/>
                    <a:pt x="612" y="254"/>
                    <a:pt x="612" y="254"/>
                  </a:cubicBezTo>
                  <a:cubicBezTo>
                    <a:pt x="613" y="253"/>
                    <a:pt x="613" y="253"/>
                    <a:pt x="613" y="254"/>
                  </a:cubicBezTo>
                  <a:cubicBezTo>
                    <a:pt x="613" y="253"/>
                    <a:pt x="614" y="253"/>
                    <a:pt x="614" y="253"/>
                  </a:cubicBezTo>
                  <a:cubicBezTo>
                    <a:pt x="614" y="253"/>
                    <a:pt x="614" y="253"/>
                    <a:pt x="615" y="253"/>
                  </a:cubicBezTo>
                  <a:cubicBezTo>
                    <a:pt x="615" y="252"/>
                    <a:pt x="614" y="253"/>
                    <a:pt x="615" y="253"/>
                  </a:cubicBezTo>
                  <a:cubicBezTo>
                    <a:pt x="615" y="254"/>
                    <a:pt x="614" y="254"/>
                    <a:pt x="614" y="254"/>
                  </a:cubicBezTo>
                  <a:cubicBezTo>
                    <a:pt x="614" y="254"/>
                    <a:pt x="615" y="254"/>
                    <a:pt x="615" y="255"/>
                  </a:cubicBezTo>
                  <a:cubicBezTo>
                    <a:pt x="614" y="255"/>
                    <a:pt x="614" y="255"/>
                    <a:pt x="614" y="255"/>
                  </a:cubicBezTo>
                  <a:cubicBezTo>
                    <a:pt x="614" y="256"/>
                    <a:pt x="614" y="255"/>
                    <a:pt x="615" y="255"/>
                  </a:cubicBezTo>
                  <a:cubicBezTo>
                    <a:pt x="615" y="255"/>
                    <a:pt x="614" y="256"/>
                    <a:pt x="615" y="256"/>
                  </a:cubicBezTo>
                  <a:cubicBezTo>
                    <a:pt x="615" y="256"/>
                    <a:pt x="616" y="256"/>
                    <a:pt x="615" y="256"/>
                  </a:cubicBezTo>
                  <a:cubicBezTo>
                    <a:pt x="615" y="256"/>
                    <a:pt x="616" y="256"/>
                    <a:pt x="616" y="256"/>
                  </a:cubicBezTo>
                  <a:cubicBezTo>
                    <a:pt x="616" y="256"/>
                    <a:pt x="617" y="256"/>
                    <a:pt x="617" y="256"/>
                  </a:cubicBezTo>
                  <a:cubicBezTo>
                    <a:pt x="617" y="256"/>
                    <a:pt x="617" y="257"/>
                    <a:pt x="617" y="257"/>
                  </a:cubicBezTo>
                  <a:cubicBezTo>
                    <a:pt x="617" y="257"/>
                    <a:pt x="617" y="257"/>
                    <a:pt x="618" y="257"/>
                  </a:cubicBezTo>
                  <a:cubicBezTo>
                    <a:pt x="618" y="257"/>
                    <a:pt x="618" y="257"/>
                    <a:pt x="618" y="257"/>
                  </a:cubicBezTo>
                  <a:cubicBezTo>
                    <a:pt x="618" y="256"/>
                    <a:pt x="619" y="256"/>
                    <a:pt x="620" y="256"/>
                  </a:cubicBezTo>
                  <a:cubicBezTo>
                    <a:pt x="619" y="257"/>
                    <a:pt x="621" y="257"/>
                    <a:pt x="621" y="257"/>
                  </a:cubicBezTo>
                  <a:cubicBezTo>
                    <a:pt x="621" y="257"/>
                    <a:pt x="622" y="257"/>
                    <a:pt x="622" y="257"/>
                  </a:cubicBezTo>
                  <a:cubicBezTo>
                    <a:pt x="623" y="257"/>
                    <a:pt x="623" y="258"/>
                    <a:pt x="623" y="258"/>
                  </a:cubicBezTo>
                  <a:cubicBezTo>
                    <a:pt x="623" y="259"/>
                    <a:pt x="624" y="258"/>
                    <a:pt x="625" y="258"/>
                  </a:cubicBezTo>
                  <a:cubicBezTo>
                    <a:pt x="625" y="258"/>
                    <a:pt x="625" y="259"/>
                    <a:pt x="625" y="259"/>
                  </a:cubicBezTo>
                  <a:cubicBezTo>
                    <a:pt x="626" y="259"/>
                    <a:pt x="625" y="259"/>
                    <a:pt x="625" y="259"/>
                  </a:cubicBezTo>
                  <a:cubicBezTo>
                    <a:pt x="626" y="259"/>
                    <a:pt x="624" y="260"/>
                    <a:pt x="624" y="260"/>
                  </a:cubicBezTo>
                  <a:cubicBezTo>
                    <a:pt x="624" y="260"/>
                    <a:pt x="623" y="259"/>
                    <a:pt x="622" y="260"/>
                  </a:cubicBezTo>
                  <a:cubicBezTo>
                    <a:pt x="623" y="260"/>
                    <a:pt x="624" y="260"/>
                    <a:pt x="624" y="260"/>
                  </a:cubicBezTo>
                  <a:cubicBezTo>
                    <a:pt x="625" y="260"/>
                    <a:pt x="624" y="260"/>
                    <a:pt x="624" y="260"/>
                  </a:cubicBezTo>
                  <a:cubicBezTo>
                    <a:pt x="624" y="260"/>
                    <a:pt x="624" y="260"/>
                    <a:pt x="623" y="260"/>
                  </a:cubicBezTo>
                  <a:cubicBezTo>
                    <a:pt x="623" y="261"/>
                    <a:pt x="622" y="261"/>
                    <a:pt x="621" y="261"/>
                  </a:cubicBezTo>
                  <a:cubicBezTo>
                    <a:pt x="620" y="261"/>
                    <a:pt x="618" y="261"/>
                    <a:pt x="617" y="261"/>
                  </a:cubicBezTo>
                  <a:cubicBezTo>
                    <a:pt x="617" y="262"/>
                    <a:pt x="618" y="261"/>
                    <a:pt x="618" y="261"/>
                  </a:cubicBezTo>
                  <a:cubicBezTo>
                    <a:pt x="618" y="262"/>
                    <a:pt x="617" y="262"/>
                    <a:pt x="617" y="262"/>
                  </a:cubicBezTo>
                  <a:cubicBezTo>
                    <a:pt x="617" y="262"/>
                    <a:pt x="617" y="262"/>
                    <a:pt x="617" y="262"/>
                  </a:cubicBezTo>
                  <a:cubicBezTo>
                    <a:pt x="616" y="262"/>
                    <a:pt x="616" y="262"/>
                    <a:pt x="616" y="262"/>
                  </a:cubicBezTo>
                  <a:cubicBezTo>
                    <a:pt x="615" y="262"/>
                    <a:pt x="614" y="263"/>
                    <a:pt x="613" y="263"/>
                  </a:cubicBezTo>
                  <a:cubicBezTo>
                    <a:pt x="611" y="264"/>
                    <a:pt x="610" y="263"/>
                    <a:pt x="608" y="264"/>
                  </a:cubicBezTo>
                  <a:cubicBezTo>
                    <a:pt x="608" y="264"/>
                    <a:pt x="607" y="264"/>
                    <a:pt x="606" y="264"/>
                  </a:cubicBezTo>
                  <a:cubicBezTo>
                    <a:pt x="606" y="264"/>
                    <a:pt x="605" y="264"/>
                    <a:pt x="605" y="264"/>
                  </a:cubicBezTo>
                  <a:cubicBezTo>
                    <a:pt x="605" y="265"/>
                    <a:pt x="605" y="264"/>
                    <a:pt x="605" y="265"/>
                  </a:cubicBezTo>
                  <a:cubicBezTo>
                    <a:pt x="607" y="265"/>
                    <a:pt x="609" y="264"/>
                    <a:pt x="611" y="264"/>
                  </a:cubicBezTo>
                  <a:cubicBezTo>
                    <a:pt x="612" y="264"/>
                    <a:pt x="613" y="263"/>
                    <a:pt x="614" y="263"/>
                  </a:cubicBezTo>
                  <a:cubicBezTo>
                    <a:pt x="614" y="263"/>
                    <a:pt x="615" y="262"/>
                    <a:pt x="616" y="262"/>
                  </a:cubicBezTo>
                  <a:cubicBezTo>
                    <a:pt x="615" y="263"/>
                    <a:pt x="614" y="264"/>
                    <a:pt x="613" y="264"/>
                  </a:cubicBezTo>
                  <a:cubicBezTo>
                    <a:pt x="612" y="265"/>
                    <a:pt x="612" y="264"/>
                    <a:pt x="611" y="264"/>
                  </a:cubicBezTo>
                  <a:cubicBezTo>
                    <a:pt x="610" y="264"/>
                    <a:pt x="610" y="264"/>
                    <a:pt x="609" y="264"/>
                  </a:cubicBezTo>
                  <a:cubicBezTo>
                    <a:pt x="610" y="265"/>
                    <a:pt x="610" y="265"/>
                    <a:pt x="610" y="265"/>
                  </a:cubicBezTo>
                  <a:cubicBezTo>
                    <a:pt x="610" y="265"/>
                    <a:pt x="609" y="265"/>
                    <a:pt x="608" y="265"/>
                  </a:cubicBezTo>
                  <a:cubicBezTo>
                    <a:pt x="607" y="266"/>
                    <a:pt x="607" y="266"/>
                    <a:pt x="606" y="266"/>
                  </a:cubicBezTo>
                  <a:cubicBezTo>
                    <a:pt x="605" y="266"/>
                    <a:pt x="604" y="267"/>
                    <a:pt x="603" y="267"/>
                  </a:cubicBezTo>
                  <a:cubicBezTo>
                    <a:pt x="603" y="266"/>
                    <a:pt x="602" y="266"/>
                    <a:pt x="602" y="267"/>
                  </a:cubicBezTo>
                  <a:cubicBezTo>
                    <a:pt x="602" y="267"/>
                    <a:pt x="602" y="267"/>
                    <a:pt x="602" y="267"/>
                  </a:cubicBezTo>
                  <a:cubicBezTo>
                    <a:pt x="602" y="267"/>
                    <a:pt x="601" y="267"/>
                    <a:pt x="601" y="267"/>
                  </a:cubicBezTo>
                  <a:cubicBezTo>
                    <a:pt x="600" y="267"/>
                    <a:pt x="600" y="267"/>
                    <a:pt x="599" y="267"/>
                  </a:cubicBezTo>
                  <a:cubicBezTo>
                    <a:pt x="599" y="267"/>
                    <a:pt x="600" y="268"/>
                    <a:pt x="600" y="268"/>
                  </a:cubicBezTo>
                  <a:cubicBezTo>
                    <a:pt x="598" y="268"/>
                    <a:pt x="599" y="271"/>
                    <a:pt x="597" y="269"/>
                  </a:cubicBezTo>
                  <a:cubicBezTo>
                    <a:pt x="597" y="269"/>
                    <a:pt x="596" y="268"/>
                    <a:pt x="595" y="268"/>
                  </a:cubicBezTo>
                  <a:cubicBezTo>
                    <a:pt x="595" y="268"/>
                    <a:pt x="594" y="267"/>
                    <a:pt x="594" y="267"/>
                  </a:cubicBezTo>
                  <a:cubicBezTo>
                    <a:pt x="594" y="267"/>
                    <a:pt x="594" y="267"/>
                    <a:pt x="593" y="267"/>
                  </a:cubicBezTo>
                  <a:cubicBezTo>
                    <a:pt x="593" y="267"/>
                    <a:pt x="592" y="268"/>
                    <a:pt x="593" y="268"/>
                  </a:cubicBezTo>
                  <a:cubicBezTo>
                    <a:pt x="593" y="268"/>
                    <a:pt x="594" y="268"/>
                    <a:pt x="594" y="268"/>
                  </a:cubicBezTo>
                  <a:cubicBezTo>
                    <a:pt x="594" y="268"/>
                    <a:pt x="595" y="268"/>
                    <a:pt x="595" y="268"/>
                  </a:cubicBezTo>
                  <a:cubicBezTo>
                    <a:pt x="596" y="268"/>
                    <a:pt x="596" y="269"/>
                    <a:pt x="597" y="269"/>
                  </a:cubicBezTo>
                  <a:cubicBezTo>
                    <a:pt x="597" y="269"/>
                    <a:pt x="598" y="269"/>
                    <a:pt x="598" y="270"/>
                  </a:cubicBezTo>
                  <a:cubicBezTo>
                    <a:pt x="598" y="270"/>
                    <a:pt x="598" y="270"/>
                    <a:pt x="598" y="270"/>
                  </a:cubicBezTo>
                  <a:cubicBezTo>
                    <a:pt x="598" y="270"/>
                    <a:pt x="599" y="270"/>
                    <a:pt x="599" y="270"/>
                  </a:cubicBezTo>
                  <a:cubicBezTo>
                    <a:pt x="599" y="270"/>
                    <a:pt x="599" y="270"/>
                    <a:pt x="598" y="271"/>
                  </a:cubicBezTo>
                  <a:cubicBezTo>
                    <a:pt x="598" y="271"/>
                    <a:pt x="597" y="270"/>
                    <a:pt x="597" y="271"/>
                  </a:cubicBezTo>
                  <a:cubicBezTo>
                    <a:pt x="597" y="271"/>
                    <a:pt x="595" y="272"/>
                    <a:pt x="595" y="272"/>
                  </a:cubicBezTo>
                  <a:cubicBezTo>
                    <a:pt x="595" y="272"/>
                    <a:pt x="597" y="271"/>
                    <a:pt x="597" y="272"/>
                  </a:cubicBezTo>
                  <a:cubicBezTo>
                    <a:pt x="597" y="272"/>
                    <a:pt x="595" y="272"/>
                    <a:pt x="595" y="272"/>
                  </a:cubicBezTo>
                  <a:cubicBezTo>
                    <a:pt x="595" y="272"/>
                    <a:pt x="597" y="272"/>
                    <a:pt x="597" y="272"/>
                  </a:cubicBezTo>
                  <a:cubicBezTo>
                    <a:pt x="597" y="273"/>
                    <a:pt x="597" y="272"/>
                    <a:pt x="597" y="272"/>
                  </a:cubicBezTo>
                  <a:cubicBezTo>
                    <a:pt x="597" y="272"/>
                    <a:pt x="598" y="272"/>
                    <a:pt x="598" y="272"/>
                  </a:cubicBezTo>
                  <a:cubicBezTo>
                    <a:pt x="599" y="271"/>
                    <a:pt x="599" y="271"/>
                    <a:pt x="599" y="271"/>
                  </a:cubicBezTo>
                  <a:cubicBezTo>
                    <a:pt x="600" y="270"/>
                    <a:pt x="599" y="271"/>
                    <a:pt x="600" y="271"/>
                  </a:cubicBezTo>
                  <a:cubicBezTo>
                    <a:pt x="600" y="270"/>
                    <a:pt x="600" y="270"/>
                    <a:pt x="600" y="270"/>
                  </a:cubicBezTo>
                  <a:cubicBezTo>
                    <a:pt x="600" y="270"/>
                    <a:pt x="600" y="270"/>
                    <a:pt x="601" y="270"/>
                  </a:cubicBezTo>
                  <a:cubicBezTo>
                    <a:pt x="601" y="270"/>
                    <a:pt x="599" y="270"/>
                    <a:pt x="600" y="270"/>
                  </a:cubicBezTo>
                  <a:cubicBezTo>
                    <a:pt x="601" y="270"/>
                    <a:pt x="601" y="270"/>
                    <a:pt x="602" y="270"/>
                  </a:cubicBezTo>
                  <a:cubicBezTo>
                    <a:pt x="602" y="270"/>
                    <a:pt x="603" y="270"/>
                    <a:pt x="603" y="269"/>
                  </a:cubicBezTo>
                  <a:cubicBezTo>
                    <a:pt x="604" y="269"/>
                    <a:pt x="605" y="268"/>
                    <a:pt x="606" y="268"/>
                  </a:cubicBezTo>
                  <a:cubicBezTo>
                    <a:pt x="607" y="268"/>
                    <a:pt x="608" y="268"/>
                    <a:pt x="608" y="267"/>
                  </a:cubicBezTo>
                  <a:cubicBezTo>
                    <a:pt x="607" y="267"/>
                    <a:pt x="610" y="266"/>
                    <a:pt x="610" y="266"/>
                  </a:cubicBezTo>
                  <a:cubicBezTo>
                    <a:pt x="611" y="265"/>
                    <a:pt x="612" y="265"/>
                    <a:pt x="613" y="265"/>
                  </a:cubicBezTo>
                  <a:cubicBezTo>
                    <a:pt x="614" y="264"/>
                    <a:pt x="615" y="264"/>
                    <a:pt x="615" y="264"/>
                  </a:cubicBezTo>
                  <a:cubicBezTo>
                    <a:pt x="616" y="264"/>
                    <a:pt x="617" y="264"/>
                    <a:pt x="617" y="264"/>
                  </a:cubicBezTo>
                  <a:cubicBezTo>
                    <a:pt x="617" y="264"/>
                    <a:pt x="620" y="264"/>
                    <a:pt x="620" y="264"/>
                  </a:cubicBezTo>
                  <a:cubicBezTo>
                    <a:pt x="620" y="264"/>
                    <a:pt x="617" y="263"/>
                    <a:pt x="617" y="263"/>
                  </a:cubicBezTo>
                  <a:cubicBezTo>
                    <a:pt x="617" y="263"/>
                    <a:pt x="615" y="264"/>
                    <a:pt x="615" y="263"/>
                  </a:cubicBezTo>
                  <a:cubicBezTo>
                    <a:pt x="615" y="262"/>
                    <a:pt x="620" y="263"/>
                    <a:pt x="620" y="263"/>
                  </a:cubicBezTo>
                  <a:cubicBezTo>
                    <a:pt x="620" y="263"/>
                    <a:pt x="622" y="262"/>
                    <a:pt x="622" y="263"/>
                  </a:cubicBezTo>
                  <a:cubicBezTo>
                    <a:pt x="622" y="263"/>
                    <a:pt x="624" y="263"/>
                    <a:pt x="623" y="263"/>
                  </a:cubicBezTo>
                  <a:cubicBezTo>
                    <a:pt x="624" y="263"/>
                    <a:pt x="623" y="264"/>
                    <a:pt x="623" y="264"/>
                  </a:cubicBezTo>
                  <a:cubicBezTo>
                    <a:pt x="623" y="264"/>
                    <a:pt x="623" y="264"/>
                    <a:pt x="623" y="265"/>
                  </a:cubicBezTo>
                  <a:cubicBezTo>
                    <a:pt x="624" y="265"/>
                    <a:pt x="624" y="265"/>
                    <a:pt x="624" y="265"/>
                  </a:cubicBezTo>
                  <a:cubicBezTo>
                    <a:pt x="624" y="265"/>
                    <a:pt x="623" y="266"/>
                    <a:pt x="624" y="266"/>
                  </a:cubicBezTo>
                  <a:cubicBezTo>
                    <a:pt x="624" y="266"/>
                    <a:pt x="624" y="266"/>
                    <a:pt x="624" y="267"/>
                  </a:cubicBezTo>
                  <a:cubicBezTo>
                    <a:pt x="624" y="266"/>
                    <a:pt x="624" y="267"/>
                    <a:pt x="624" y="267"/>
                  </a:cubicBezTo>
                  <a:cubicBezTo>
                    <a:pt x="624" y="267"/>
                    <a:pt x="623" y="267"/>
                    <a:pt x="624" y="267"/>
                  </a:cubicBezTo>
                  <a:cubicBezTo>
                    <a:pt x="623" y="268"/>
                    <a:pt x="622" y="268"/>
                    <a:pt x="621" y="268"/>
                  </a:cubicBezTo>
                  <a:cubicBezTo>
                    <a:pt x="621" y="268"/>
                    <a:pt x="620" y="269"/>
                    <a:pt x="620" y="269"/>
                  </a:cubicBezTo>
                  <a:cubicBezTo>
                    <a:pt x="620" y="269"/>
                    <a:pt x="620" y="269"/>
                    <a:pt x="621" y="269"/>
                  </a:cubicBezTo>
                  <a:cubicBezTo>
                    <a:pt x="620" y="269"/>
                    <a:pt x="621" y="269"/>
                    <a:pt x="621" y="269"/>
                  </a:cubicBezTo>
                  <a:cubicBezTo>
                    <a:pt x="621" y="269"/>
                    <a:pt x="621" y="269"/>
                    <a:pt x="621" y="270"/>
                  </a:cubicBezTo>
                  <a:cubicBezTo>
                    <a:pt x="622" y="270"/>
                    <a:pt x="621" y="271"/>
                    <a:pt x="620" y="271"/>
                  </a:cubicBezTo>
                  <a:cubicBezTo>
                    <a:pt x="621" y="271"/>
                    <a:pt x="621" y="271"/>
                    <a:pt x="621" y="270"/>
                  </a:cubicBezTo>
                  <a:cubicBezTo>
                    <a:pt x="621" y="270"/>
                    <a:pt x="621" y="270"/>
                    <a:pt x="622" y="270"/>
                  </a:cubicBezTo>
                  <a:cubicBezTo>
                    <a:pt x="622" y="270"/>
                    <a:pt x="623" y="270"/>
                    <a:pt x="623" y="269"/>
                  </a:cubicBezTo>
                  <a:cubicBezTo>
                    <a:pt x="623" y="269"/>
                    <a:pt x="624" y="269"/>
                    <a:pt x="624" y="268"/>
                  </a:cubicBezTo>
                  <a:cubicBezTo>
                    <a:pt x="624" y="268"/>
                    <a:pt x="624" y="268"/>
                    <a:pt x="625" y="268"/>
                  </a:cubicBezTo>
                  <a:cubicBezTo>
                    <a:pt x="625" y="267"/>
                    <a:pt x="626" y="268"/>
                    <a:pt x="627" y="268"/>
                  </a:cubicBezTo>
                  <a:cubicBezTo>
                    <a:pt x="627" y="267"/>
                    <a:pt x="628" y="268"/>
                    <a:pt x="628" y="267"/>
                  </a:cubicBezTo>
                  <a:cubicBezTo>
                    <a:pt x="628" y="267"/>
                    <a:pt x="629" y="267"/>
                    <a:pt x="629" y="267"/>
                  </a:cubicBezTo>
                  <a:cubicBezTo>
                    <a:pt x="629" y="267"/>
                    <a:pt x="630" y="267"/>
                    <a:pt x="629" y="268"/>
                  </a:cubicBezTo>
                  <a:cubicBezTo>
                    <a:pt x="629" y="268"/>
                    <a:pt x="629" y="268"/>
                    <a:pt x="629" y="268"/>
                  </a:cubicBezTo>
                  <a:cubicBezTo>
                    <a:pt x="628" y="268"/>
                    <a:pt x="628" y="268"/>
                    <a:pt x="628" y="268"/>
                  </a:cubicBezTo>
                  <a:cubicBezTo>
                    <a:pt x="627" y="268"/>
                    <a:pt x="627" y="268"/>
                    <a:pt x="627" y="268"/>
                  </a:cubicBezTo>
                  <a:cubicBezTo>
                    <a:pt x="627" y="268"/>
                    <a:pt x="628" y="269"/>
                    <a:pt x="629" y="269"/>
                  </a:cubicBezTo>
                  <a:cubicBezTo>
                    <a:pt x="629" y="269"/>
                    <a:pt x="630" y="268"/>
                    <a:pt x="630" y="269"/>
                  </a:cubicBezTo>
                  <a:cubicBezTo>
                    <a:pt x="630" y="269"/>
                    <a:pt x="630" y="269"/>
                    <a:pt x="629" y="269"/>
                  </a:cubicBezTo>
                  <a:cubicBezTo>
                    <a:pt x="630" y="269"/>
                    <a:pt x="631" y="269"/>
                    <a:pt x="631" y="269"/>
                  </a:cubicBezTo>
                  <a:cubicBezTo>
                    <a:pt x="632" y="269"/>
                    <a:pt x="633" y="269"/>
                    <a:pt x="632" y="270"/>
                  </a:cubicBezTo>
                  <a:cubicBezTo>
                    <a:pt x="632" y="270"/>
                    <a:pt x="631" y="269"/>
                    <a:pt x="630" y="269"/>
                  </a:cubicBezTo>
                  <a:cubicBezTo>
                    <a:pt x="629" y="269"/>
                    <a:pt x="631" y="270"/>
                    <a:pt x="631" y="270"/>
                  </a:cubicBezTo>
                  <a:cubicBezTo>
                    <a:pt x="631" y="270"/>
                    <a:pt x="631" y="271"/>
                    <a:pt x="632" y="271"/>
                  </a:cubicBezTo>
                  <a:cubicBezTo>
                    <a:pt x="632" y="271"/>
                    <a:pt x="631" y="271"/>
                    <a:pt x="631" y="271"/>
                  </a:cubicBezTo>
                  <a:cubicBezTo>
                    <a:pt x="631" y="271"/>
                    <a:pt x="633" y="271"/>
                    <a:pt x="632" y="272"/>
                  </a:cubicBezTo>
                  <a:cubicBezTo>
                    <a:pt x="632" y="272"/>
                    <a:pt x="633" y="272"/>
                    <a:pt x="633" y="272"/>
                  </a:cubicBezTo>
                  <a:cubicBezTo>
                    <a:pt x="632" y="272"/>
                    <a:pt x="632" y="272"/>
                    <a:pt x="632" y="272"/>
                  </a:cubicBezTo>
                  <a:cubicBezTo>
                    <a:pt x="632" y="272"/>
                    <a:pt x="633" y="272"/>
                    <a:pt x="632" y="273"/>
                  </a:cubicBezTo>
                  <a:cubicBezTo>
                    <a:pt x="632" y="273"/>
                    <a:pt x="633" y="273"/>
                    <a:pt x="633" y="273"/>
                  </a:cubicBezTo>
                  <a:cubicBezTo>
                    <a:pt x="633" y="273"/>
                    <a:pt x="632" y="273"/>
                    <a:pt x="632" y="273"/>
                  </a:cubicBezTo>
                  <a:cubicBezTo>
                    <a:pt x="632" y="273"/>
                    <a:pt x="632" y="273"/>
                    <a:pt x="632" y="274"/>
                  </a:cubicBezTo>
                  <a:cubicBezTo>
                    <a:pt x="632" y="274"/>
                    <a:pt x="631" y="274"/>
                    <a:pt x="631" y="274"/>
                  </a:cubicBezTo>
                  <a:cubicBezTo>
                    <a:pt x="631" y="274"/>
                    <a:pt x="631" y="275"/>
                    <a:pt x="630" y="275"/>
                  </a:cubicBezTo>
                  <a:cubicBezTo>
                    <a:pt x="630" y="275"/>
                    <a:pt x="629" y="275"/>
                    <a:pt x="629" y="275"/>
                  </a:cubicBezTo>
                  <a:cubicBezTo>
                    <a:pt x="629" y="275"/>
                    <a:pt x="629" y="275"/>
                    <a:pt x="629" y="275"/>
                  </a:cubicBezTo>
                  <a:cubicBezTo>
                    <a:pt x="629" y="275"/>
                    <a:pt x="628" y="275"/>
                    <a:pt x="629" y="276"/>
                  </a:cubicBezTo>
                  <a:cubicBezTo>
                    <a:pt x="629" y="276"/>
                    <a:pt x="629" y="275"/>
                    <a:pt x="629" y="275"/>
                  </a:cubicBezTo>
                  <a:cubicBezTo>
                    <a:pt x="629" y="275"/>
                    <a:pt x="630" y="275"/>
                    <a:pt x="630" y="275"/>
                  </a:cubicBezTo>
                  <a:cubicBezTo>
                    <a:pt x="630" y="275"/>
                    <a:pt x="630" y="276"/>
                    <a:pt x="631" y="276"/>
                  </a:cubicBezTo>
                  <a:cubicBezTo>
                    <a:pt x="631" y="276"/>
                    <a:pt x="631" y="277"/>
                    <a:pt x="630" y="277"/>
                  </a:cubicBezTo>
                  <a:cubicBezTo>
                    <a:pt x="630" y="277"/>
                    <a:pt x="629" y="277"/>
                    <a:pt x="629" y="277"/>
                  </a:cubicBezTo>
                  <a:cubicBezTo>
                    <a:pt x="629" y="277"/>
                    <a:pt x="629" y="277"/>
                    <a:pt x="629" y="277"/>
                  </a:cubicBezTo>
                  <a:cubicBezTo>
                    <a:pt x="629" y="278"/>
                    <a:pt x="628" y="277"/>
                    <a:pt x="628" y="277"/>
                  </a:cubicBezTo>
                  <a:cubicBezTo>
                    <a:pt x="628" y="278"/>
                    <a:pt x="628" y="277"/>
                    <a:pt x="628" y="278"/>
                  </a:cubicBezTo>
                  <a:cubicBezTo>
                    <a:pt x="628" y="278"/>
                    <a:pt x="628" y="278"/>
                    <a:pt x="628" y="278"/>
                  </a:cubicBezTo>
                  <a:cubicBezTo>
                    <a:pt x="629" y="278"/>
                    <a:pt x="629" y="279"/>
                    <a:pt x="629" y="279"/>
                  </a:cubicBezTo>
                  <a:cubicBezTo>
                    <a:pt x="629" y="279"/>
                    <a:pt x="630" y="278"/>
                    <a:pt x="630" y="279"/>
                  </a:cubicBezTo>
                  <a:cubicBezTo>
                    <a:pt x="630" y="279"/>
                    <a:pt x="630" y="279"/>
                    <a:pt x="630" y="279"/>
                  </a:cubicBezTo>
                  <a:cubicBezTo>
                    <a:pt x="629" y="279"/>
                    <a:pt x="628" y="278"/>
                    <a:pt x="627" y="279"/>
                  </a:cubicBezTo>
                  <a:cubicBezTo>
                    <a:pt x="627" y="279"/>
                    <a:pt x="628" y="279"/>
                    <a:pt x="628" y="279"/>
                  </a:cubicBezTo>
                  <a:cubicBezTo>
                    <a:pt x="628" y="279"/>
                    <a:pt x="628" y="280"/>
                    <a:pt x="628" y="280"/>
                  </a:cubicBezTo>
                  <a:cubicBezTo>
                    <a:pt x="628" y="280"/>
                    <a:pt x="628" y="280"/>
                    <a:pt x="628" y="280"/>
                  </a:cubicBezTo>
                  <a:cubicBezTo>
                    <a:pt x="627" y="280"/>
                    <a:pt x="627" y="280"/>
                    <a:pt x="627" y="280"/>
                  </a:cubicBezTo>
                  <a:cubicBezTo>
                    <a:pt x="626" y="280"/>
                    <a:pt x="625" y="279"/>
                    <a:pt x="624" y="279"/>
                  </a:cubicBezTo>
                  <a:cubicBezTo>
                    <a:pt x="624" y="280"/>
                    <a:pt x="626" y="280"/>
                    <a:pt x="627" y="280"/>
                  </a:cubicBezTo>
                  <a:cubicBezTo>
                    <a:pt x="627" y="280"/>
                    <a:pt x="627" y="280"/>
                    <a:pt x="628" y="280"/>
                  </a:cubicBezTo>
                  <a:cubicBezTo>
                    <a:pt x="628" y="281"/>
                    <a:pt x="629" y="280"/>
                    <a:pt x="629" y="280"/>
                  </a:cubicBezTo>
                  <a:cubicBezTo>
                    <a:pt x="629" y="281"/>
                    <a:pt x="629" y="280"/>
                    <a:pt x="629" y="281"/>
                  </a:cubicBezTo>
                  <a:cubicBezTo>
                    <a:pt x="630" y="281"/>
                    <a:pt x="630" y="281"/>
                    <a:pt x="629" y="281"/>
                  </a:cubicBezTo>
                  <a:cubicBezTo>
                    <a:pt x="630" y="281"/>
                    <a:pt x="630" y="281"/>
                    <a:pt x="630" y="281"/>
                  </a:cubicBezTo>
                  <a:cubicBezTo>
                    <a:pt x="630" y="281"/>
                    <a:pt x="630" y="282"/>
                    <a:pt x="630" y="282"/>
                  </a:cubicBezTo>
                  <a:cubicBezTo>
                    <a:pt x="630" y="282"/>
                    <a:pt x="630" y="282"/>
                    <a:pt x="629" y="282"/>
                  </a:cubicBezTo>
                  <a:cubicBezTo>
                    <a:pt x="629" y="282"/>
                    <a:pt x="629" y="281"/>
                    <a:pt x="629" y="282"/>
                  </a:cubicBezTo>
                  <a:cubicBezTo>
                    <a:pt x="629" y="282"/>
                    <a:pt x="629" y="282"/>
                    <a:pt x="629" y="282"/>
                  </a:cubicBezTo>
                  <a:cubicBezTo>
                    <a:pt x="628" y="283"/>
                    <a:pt x="627" y="281"/>
                    <a:pt x="626" y="281"/>
                  </a:cubicBezTo>
                  <a:cubicBezTo>
                    <a:pt x="626" y="281"/>
                    <a:pt x="627" y="282"/>
                    <a:pt x="627" y="282"/>
                  </a:cubicBezTo>
                  <a:cubicBezTo>
                    <a:pt x="628" y="282"/>
                    <a:pt x="628" y="282"/>
                    <a:pt x="628" y="283"/>
                  </a:cubicBezTo>
                  <a:cubicBezTo>
                    <a:pt x="628" y="283"/>
                    <a:pt x="629" y="283"/>
                    <a:pt x="629" y="283"/>
                  </a:cubicBezTo>
                  <a:cubicBezTo>
                    <a:pt x="629" y="283"/>
                    <a:pt x="628" y="283"/>
                    <a:pt x="628" y="283"/>
                  </a:cubicBezTo>
                  <a:cubicBezTo>
                    <a:pt x="629" y="283"/>
                    <a:pt x="629" y="283"/>
                    <a:pt x="629" y="283"/>
                  </a:cubicBezTo>
                  <a:cubicBezTo>
                    <a:pt x="629" y="284"/>
                    <a:pt x="629" y="283"/>
                    <a:pt x="628" y="284"/>
                  </a:cubicBezTo>
                  <a:cubicBezTo>
                    <a:pt x="628" y="284"/>
                    <a:pt x="629" y="284"/>
                    <a:pt x="629" y="284"/>
                  </a:cubicBezTo>
                  <a:cubicBezTo>
                    <a:pt x="629" y="284"/>
                    <a:pt x="629" y="284"/>
                    <a:pt x="628" y="285"/>
                  </a:cubicBezTo>
                  <a:cubicBezTo>
                    <a:pt x="628" y="285"/>
                    <a:pt x="628" y="285"/>
                    <a:pt x="628" y="285"/>
                  </a:cubicBezTo>
                  <a:cubicBezTo>
                    <a:pt x="627" y="285"/>
                    <a:pt x="627" y="286"/>
                    <a:pt x="627" y="286"/>
                  </a:cubicBezTo>
                  <a:cubicBezTo>
                    <a:pt x="627" y="286"/>
                    <a:pt x="626" y="286"/>
                    <a:pt x="626" y="286"/>
                  </a:cubicBezTo>
                  <a:cubicBezTo>
                    <a:pt x="626" y="286"/>
                    <a:pt x="626" y="286"/>
                    <a:pt x="626" y="286"/>
                  </a:cubicBezTo>
                  <a:cubicBezTo>
                    <a:pt x="626" y="287"/>
                    <a:pt x="625" y="287"/>
                    <a:pt x="625" y="287"/>
                  </a:cubicBezTo>
                  <a:cubicBezTo>
                    <a:pt x="624" y="287"/>
                    <a:pt x="623" y="288"/>
                    <a:pt x="622" y="288"/>
                  </a:cubicBezTo>
                  <a:cubicBezTo>
                    <a:pt x="621" y="288"/>
                    <a:pt x="621" y="289"/>
                    <a:pt x="620" y="289"/>
                  </a:cubicBezTo>
                  <a:cubicBezTo>
                    <a:pt x="620" y="289"/>
                    <a:pt x="619" y="289"/>
                    <a:pt x="619" y="289"/>
                  </a:cubicBezTo>
                  <a:cubicBezTo>
                    <a:pt x="618" y="290"/>
                    <a:pt x="617" y="291"/>
                    <a:pt x="617" y="291"/>
                  </a:cubicBezTo>
                  <a:cubicBezTo>
                    <a:pt x="616" y="291"/>
                    <a:pt x="616" y="291"/>
                    <a:pt x="615" y="291"/>
                  </a:cubicBezTo>
                  <a:cubicBezTo>
                    <a:pt x="615" y="292"/>
                    <a:pt x="615" y="292"/>
                    <a:pt x="615" y="292"/>
                  </a:cubicBezTo>
                  <a:cubicBezTo>
                    <a:pt x="614" y="292"/>
                    <a:pt x="613" y="292"/>
                    <a:pt x="613" y="292"/>
                  </a:cubicBezTo>
                  <a:cubicBezTo>
                    <a:pt x="613" y="292"/>
                    <a:pt x="613" y="291"/>
                    <a:pt x="613" y="291"/>
                  </a:cubicBezTo>
                  <a:cubicBezTo>
                    <a:pt x="613" y="291"/>
                    <a:pt x="612" y="291"/>
                    <a:pt x="612" y="291"/>
                  </a:cubicBezTo>
                  <a:cubicBezTo>
                    <a:pt x="611" y="291"/>
                    <a:pt x="610" y="292"/>
                    <a:pt x="610" y="292"/>
                  </a:cubicBezTo>
                  <a:cubicBezTo>
                    <a:pt x="610" y="292"/>
                    <a:pt x="610" y="291"/>
                    <a:pt x="610" y="291"/>
                  </a:cubicBezTo>
                  <a:cubicBezTo>
                    <a:pt x="610" y="292"/>
                    <a:pt x="609" y="292"/>
                    <a:pt x="609" y="291"/>
                  </a:cubicBezTo>
                  <a:cubicBezTo>
                    <a:pt x="609" y="291"/>
                    <a:pt x="608" y="292"/>
                    <a:pt x="608" y="292"/>
                  </a:cubicBezTo>
                  <a:cubicBezTo>
                    <a:pt x="608" y="292"/>
                    <a:pt x="607" y="292"/>
                    <a:pt x="607" y="292"/>
                  </a:cubicBezTo>
                  <a:cubicBezTo>
                    <a:pt x="606" y="293"/>
                    <a:pt x="606" y="293"/>
                    <a:pt x="605" y="293"/>
                  </a:cubicBezTo>
                  <a:cubicBezTo>
                    <a:pt x="605" y="293"/>
                    <a:pt x="604" y="294"/>
                    <a:pt x="604" y="293"/>
                  </a:cubicBezTo>
                  <a:cubicBezTo>
                    <a:pt x="604" y="293"/>
                    <a:pt x="604" y="293"/>
                    <a:pt x="604" y="293"/>
                  </a:cubicBezTo>
                  <a:cubicBezTo>
                    <a:pt x="604" y="293"/>
                    <a:pt x="603" y="293"/>
                    <a:pt x="603" y="293"/>
                  </a:cubicBezTo>
                  <a:cubicBezTo>
                    <a:pt x="602" y="293"/>
                    <a:pt x="602" y="293"/>
                    <a:pt x="602" y="293"/>
                  </a:cubicBezTo>
                  <a:cubicBezTo>
                    <a:pt x="601" y="294"/>
                    <a:pt x="600" y="294"/>
                    <a:pt x="600" y="294"/>
                  </a:cubicBezTo>
                  <a:cubicBezTo>
                    <a:pt x="600" y="294"/>
                    <a:pt x="601" y="294"/>
                    <a:pt x="600" y="295"/>
                  </a:cubicBezTo>
                  <a:cubicBezTo>
                    <a:pt x="600" y="295"/>
                    <a:pt x="599" y="295"/>
                    <a:pt x="599" y="295"/>
                  </a:cubicBezTo>
                  <a:cubicBezTo>
                    <a:pt x="598" y="295"/>
                    <a:pt x="598" y="295"/>
                    <a:pt x="598" y="296"/>
                  </a:cubicBezTo>
                  <a:cubicBezTo>
                    <a:pt x="598" y="296"/>
                    <a:pt x="597" y="296"/>
                    <a:pt x="597" y="296"/>
                  </a:cubicBezTo>
                  <a:cubicBezTo>
                    <a:pt x="597" y="296"/>
                    <a:pt x="598" y="296"/>
                    <a:pt x="597" y="296"/>
                  </a:cubicBezTo>
                  <a:cubicBezTo>
                    <a:pt x="597" y="296"/>
                    <a:pt x="596" y="296"/>
                    <a:pt x="596" y="296"/>
                  </a:cubicBezTo>
                  <a:cubicBezTo>
                    <a:pt x="596" y="296"/>
                    <a:pt x="597" y="296"/>
                    <a:pt x="597" y="296"/>
                  </a:cubicBezTo>
                  <a:cubicBezTo>
                    <a:pt x="597" y="297"/>
                    <a:pt x="596" y="297"/>
                    <a:pt x="596" y="297"/>
                  </a:cubicBezTo>
                  <a:cubicBezTo>
                    <a:pt x="596" y="297"/>
                    <a:pt x="596" y="298"/>
                    <a:pt x="596" y="298"/>
                  </a:cubicBezTo>
                  <a:cubicBezTo>
                    <a:pt x="596" y="298"/>
                    <a:pt x="596" y="298"/>
                    <a:pt x="595" y="299"/>
                  </a:cubicBezTo>
                  <a:cubicBezTo>
                    <a:pt x="595" y="299"/>
                    <a:pt x="595" y="299"/>
                    <a:pt x="595" y="299"/>
                  </a:cubicBezTo>
                  <a:cubicBezTo>
                    <a:pt x="595" y="298"/>
                    <a:pt x="595" y="298"/>
                    <a:pt x="595" y="298"/>
                  </a:cubicBezTo>
                  <a:cubicBezTo>
                    <a:pt x="595" y="297"/>
                    <a:pt x="594" y="298"/>
                    <a:pt x="594" y="299"/>
                  </a:cubicBezTo>
                  <a:cubicBezTo>
                    <a:pt x="594" y="299"/>
                    <a:pt x="594" y="299"/>
                    <a:pt x="593" y="299"/>
                  </a:cubicBezTo>
                  <a:cubicBezTo>
                    <a:pt x="593" y="299"/>
                    <a:pt x="593" y="299"/>
                    <a:pt x="593" y="299"/>
                  </a:cubicBezTo>
                  <a:cubicBezTo>
                    <a:pt x="593" y="299"/>
                    <a:pt x="593" y="299"/>
                    <a:pt x="593" y="299"/>
                  </a:cubicBezTo>
                  <a:cubicBezTo>
                    <a:pt x="592" y="299"/>
                    <a:pt x="592" y="300"/>
                    <a:pt x="592" y="300"/>
                  </a:cubicBezTo>
                  <a:cubicBezTo>
                    <a:pt x="591" y="300"/>
                    <a:pt x="590" y="301"/>
                    <a:pt x="590" y="301"/>
                  </a:cubicBezTo>
                  <a:cubicBezTo>
                    <a:pt x="589" y="302"/>
                    <a:pt x="586" y="302"/>
                    <a:pt x="586" y="303"/>
                  </a:cubicBezTo>
                  <a:cubicBezTo>
                    <a:pt x="586" y="303"/>
                    <a:pt x="587" y="303"/>
                    <a:pt x="587" y="303"/>
                  </a:cubicBezTo>
                  <a:cubicBezTo>
                    <a:pt x="587" y="304"/>
                    <a:pt x="584" y="304"/>
                    <a:pt x="583" y="305"/>
                  </a:cubicBezTo>
                  <a:cubicBezTo>
                    <a:pt x="583" y="305"/>
                    <a:pt x="583" y="305"/>
                    <a:pt x="583" y="305"/>
                  </a:cubicBezTo>
                  <a:cubicBezTo>
                    <a:pt x="583" y="304"/>
                    <a:pt x="583" y="304"/>
                    <a:pt x="583" y="304"/>
                  </a:cubicBezTo>
                  <a:cubicBezTo>
                    <a:pt x="583" y="304"/>
                    <a:pt x="583" y="304"/>
                    <a:pt x="584" y="304"/>
                  </a:cubicBezTo>
                  <a:cubicBezTo>
                    <a:pt x="583" y="304"/>
                    <a:pt x="583" y="304"/>
                    <a:pt x="582" y="304"/>
                  </a:cubicBezTo>
                  <a:cubicBezTo>
                    <a:pt x="583" y="304"/>
                    <a:pt x="583" y="304"/>
                    <a:pt x="583" y="304"/>
                  </a:cubicBezTo>
                  <a:cubicBezTo>
                    <a:pt x="582" y="305"/>
                    <a:pt x="581" y="304"/>
                    <a:pt x="581" y="304"/>
                  </a:cubicBezTo>
                  <a:close/>
                  <a:moveTo>
                    <a:pt x="595" y="203"/>
                  </a:moveTo>
                  <a:cubicBezTo>
                    <a:pt x="595" y="203"/>
                    <a:pt x="596" y="203"/>
                    <a:pt x="596" y="203"/>
                  </a:cubicBezTo>
                  <a:cubicBezTo>
                    <a:pt x="596" y="203"/>
                    <a:pt x="595" y="203"/>
                    <a:pt x="595" y="203"/>
                  </a:cubicBezTo>
                  <a:close/>
                  <a:moveTo>
                    <a:pt x="461" y="87"/>
                  </a:moveTo>
                  <a:cubicBezTo>
                    <a:pt x="461" y="87"/>
                    <a:pt x="461" y="87"/>
                    <a:pt x="462" y="87"/>
                  </a:cubicBezTo>
                  <a:cubicBezTo>
                    <a:pt x="461" y="87"/>
                    <a:pt x="461" y="87"/>
                    <a:pt x="461" y="87"/>
                  </a:cubicBezTo>
                  <a:close/>
                  <a:moveTo>
                    <a:pt x="191" y="153"/>
                  </a:moveTo>
                  <a:cubicBezTo>
                    <a:pt x="192" y="153"/>
                    <a:pt x="195" y="153"/>
                    <a:pt x="196" y="154"/>
                  </a:cubicBezTo>
                  <a:cubicBezTo>
                    <a:pt x="197" y="154"/>
                    <a:pt x="198" y="154"/>
                    <a:pt x="198" y="154"/>
                  </a:cubicBezTo>
                  <a:cubicBezTo>
                    <a:pt x="199" y="154"/>
                    <a:pt x="199" y="155"/>
                    <a:pt x="199" y="154"/>
                  </a:cubicBezTo>
                  <a:cubicBezTo>
                    <a:pt x="200" y="154"/>
                    <a:pt x="201" y="154"/>
                    <a:pt x="202" y="153"/>
                  </a:cubicBezTo>
                  <a:cubicBezTo>
                    <a:pt x="203" y="153"/>
                    <a:pt x="203" y="153"/>
                    <a:pt x="204" y="153"/>
                  </a:cubicBezTo>
                  <a:cubicBezTo>
                    <a:pt x="204" y="153"/>
                    <a:pt x="204" y="153"/>
                    <a:pt x="204" y="153"/>
                  </a:cubicBezTo>
                  <a:cubicBezTo>
                    <a:pt x="204" y="152"/>
                    <a:pt x="205" y="152"/>
                    <a:pt x="205" y="152"/>
                  </a:cubicBezTo>
                  <a:cubicBezTo>
                    <a:pt x="205" y="151"/>
                    <a:pt x="206" y="151"/>
                    <a:pt x="206" y="151"/>
                  </a:cubicBezTo>
                  <a:cubicBezTo>
                    <a:pt x="206" y="151"/>
                    <a:pt x="208" y="150"/>
                    <a:pt x="207" y="150"/>
                  </a:cubicBezTo>
                  <a:cubicBezTo>
                    <a:pt x="208" y="150"/>
                    <a:pt x="210" y="150"/>
                    <a:pt x="211" y="149"/>
                  </a:cubicBezTo>
                  <a:cubicBezTo>
                    <a:pt x="212" y="149"/>
                    <a:pt x="214" y="148"/>
                    <a:pt x="215" y="148"/>
                  </a:cubicBezTo>
                  <a:cubicBezTo>
                    <a:pt x="216" y="148"/>
                    <a:pt x="217" y="148"/>
                    <a:pt x="217" y="148"/>
                  </a:cubicBezTo>
                  <a:cubicBezTo>
                    <a:pt x="218" y="148"/>
                    <a:pt x="218" y="148"/>
                    <a:pt x="217" y="149"/>
                  </a:cubicBezTo>
                  <a:cubicBezTo>
                    <a:pt x="216" y="150"/>
                    <a:pt x="215" y="150"/>
                    <a:pt x="214" y="151"/>
                  </a:cubicBezTo>
                  <a:cubicBezTo>
                    <a:pt x="213" y="151"/>
                    <a:pt x="211" y="152"/>
                    <a:pt x="210" y="152"/>
                  </a:cubicBezTo>
                  <a:cubicBezTo>
                    <a:pt x="209" y="153"/>
                    <a:pt x="208" y="153"/>
                    <a:pt x="208" y="153"/>
                  </a:cubicBezTo>
                  <a:cubicBezTo>
                    <a:pt x="208" y="154"/>
                    <a:pt x="207" y="154"/>
                    <a:pt x="207" y="154"/>
                  </a:cubicBezTo>
                  <a:cubicBezTo>
                    <a:pt x="207" y="154"/>
                    <a:pt x="204" y="154"/>
                    <a:pt x="204" y="154"/>
                  </a:cubicBezTo>
                  <a:cubicBezTo>
                    <a:pt x="203" y="154"/>
                    <a:pt x="202" y="154"/>
                    <a:pt x="203" y="156"/>
                  </a:cubicBezTo>
                  <a:cubicBezTo>
                    <a:pt x="203" y="156"/>
                    <a:pt x="204" y="156"/>
                    <a:pt x="204" y="156"/>
                  </a:cubicBezTo>
                  <a:cubicBezTo>
                    <a:pt x="205" y="155"/>
                    <a:pt x="205" y="155"/>
                    <a:pt x="206" y="155"/>
                  </a:cubicBezTo>
                  <a:cubicBezTo>
                    <a:pt x="207" y="154"/>
                    <a:pt x="208" y="154"/>
                    <a:pt x="210" y="154"/>
                  </a:cubicBezTo>
                  <a:cubicBezTo>
                    <a:pt x="211" y="154"/>
                    <a:pt x="212" y="153"/>
                    <a:pt x="214" y="153"/>
                  </a:cubicBezTo>
                  <a:cubicBezTo>
                    <a:pt x="215" y="152"/>
                    <a:pt x="215" y="152"/>
                    <a:pt x="216" y="152"/>
                  </a:cubicBezTo>
                  <a:cubicBezTo>
                    <a:pt x="217" y="152"/>
                    <a:pt x="217" y="151"/>
                    <a:pt x="217" y="151"/>
                  </a:cubicBezTo>
                  <a:cubicBezTo>
                    <a:pt x="217" y="152"/>
                    <a:pt x="217" y="152"/>
                    <a:pt x="217" y="152"/>
                  </a:cubicBezTo>
                  <a:cubicBezTo>
                    <a:pt x="217" y="151"/>
                    <a:pt x="219" y="151"/>
                    <a:pt x="220" y="151"/>
                  </a:cubicBezTo>
                  <a:cubicBezTo>
                    <a:pt x="221" y="150"/>
                    <a:pt x="222" y="151"/>
                    <a:pt x="222" y="150"/>
                  </a:cubicBezTo>
                  <a:cubicBezTo>
                    <a:pt x="222" y="149"/>
                    <a:pt x="221" y="149"/>
                    <a:pt x="221" y="149"/>
                  </a:cubicBezTo>
                  <a:cubicBezTo>
                    <a:pt x="221" y="149"/>
                    <a:pt x="220" y="148"/>
                    <a:pt x="220" y="148"/>
                  </a:cubicBezTo>
                  <a:cubicBezTo>
                    <a:pt x="221" y="148"/>
                    <a:pt x="221" y="148"/>
                    <a:pt x="222" y="148"/>
                  </a:cubicBezTo>
                  <a:cubicBezTo>
                    <a:pt x="222" y="148"/>
                    <a:pt x="222" y="147"/>
                    <a:pt x="223" y="147"/>
                  </a:cubicBezTo>
                  <a:cubicBezTo>
                    <a:pt x="223" y="147"/>
                    <a:pt x="224" y="147"/>
                    <a:pt x="225" y="147"/>
                  </a:cubicBezTo>
                  <a:cubicBezTo>
                    <a:pt x="225" y="147"/>
                    <a:pt x="224" y="147"/>
                    <a:pt x="224" y="147"/>
                  </a:cubicBezTo>
                  <a:cubicBezTo>
                    <a:pt x="224" y="147"/>
                    <a:pt x="224" y="147"/>
                    <a:pt x="224" y="147"/>
                  </a:cubicBezTo>
                  <a:cubicBezTo>
                    <a:pt x="225" y="146"/>
                    <a:pt x="227" y="146"/>
                    <a:pt x="228" y="146"/>
                  </a:cubicBezTo>
                  <a:cubicBezTo>
                    <a:pt x="229" y="146"/>
                    <a:pt x="230" y="146"/>
                    <a:pt x="231" y="147"/>
                  </a:cubicBezTo>
                  <a:cubicBezTo>
                    <a:pt x="231" y="147"/>
                    <a:pt x="231" y="147"/>
                    <a:pt x="230" y="147"/>
                  </a:cubicBezTo>
                  <a:cubicBezTo>
                    <a:pt x="231" y="147"/>
                    <a:pt x="231" y="147"/>
                    <a:pt x="232" y="147"/>
                  </a:cubicBezTo>
                  <a:cubicBezTo>
                    <a:pt x="231" y="147"/>
                    <a:pt x="232" y="148"/>
                    <a:pt x="232" y="148"/>
                  </a:cubicBezTo>
                  <a:cubicBezTo>
                    <a:pt x="231" y="147"/>
                    <a:pt x="233" y="147"/>
                    <a:pt x="234" y="147"/>
                  </a:cubicBezTo>
                  <a:cubicBezTo>
                    <a:pt x="233" y="147"/>
                    <a:pt x="233" y="147"/>
                    <a:pt x="233" y="148"/>
                  </a:cubicBezTo>
                  <a:cubicBezTo>
                    <a:pt x="234" y="148"/>
                    <a:pt x="235" y="147"/>
                    <a:pt x="237" y="147"/>
                  </a:cubicBezTo>
                  <a:cubicBezTo>
                    <a:pt x="237" y="147"/>
                    <a:pt x="238" y="147"/>
                    <a:pt x="238" y="146"/>
                  </a:cubicBezTo>
                  <a:cubicBezTo>
                    <a:pt x="238" y="146"/>
                    <a:pt x="237" y="147"/>
                    <a:pt x="237" y="146"/>
                  </a:cubicBezTo>
                  <a:cubicBezTo>
                    <a:pt x="238" y="146"/>
                    <a:pt x="239" y="146"/>
                    <a:pt x="239" y="146"/>
                  </a:cubicBezTo>
                  <a:cubicBezTo>
                    <a:pt x="239" y="145"/>
                    <a:pt x="238" y="146"/>
                    <a:pt x="237" y="146"/>
                  </a:cubicBezTo>
                  <a:cubicBezTo>
                    <a:pt x="237" y="146"/>
                    <a:pt x="236" y="146"/>
                    <a:pt x="236" y="146"/>
                  </a:cubicBezTo>
                  <a:cubicBezTo>
                    <a:pt x="236" y="146"/>
                    <a:pt x="236" y="146"/>
                    <a:pt x="236" y="146"/>
                  </a:cubicBezTo>
                  <a:cubicBezTo>
                    <a:pt x="237" y="145"/>
                    <a:pt x="237" y="145"/>
                    <a:pt x="238" y="145"/>
                  </a:cubicBezTo>
                  <a:cubicBezTo>
                    <a:pt x="239" y="144"/>
                    <a:pt x="239" y="144"/>
                    <a:pt x="239" y="144"/>
                  </a:cubicBezTo>
                  <a:cubicBezTo>
                    <a:pt x="240" y="144"/>
                    <a:pt x="241" y="143"/>
                    <a:pt x="240" y="144"/>
                  </a:cubicBezTo>
                  <a:cubicBezTo>
                    <a:pt x="241" y="144"/>
                    <a:pt x="241" y="144"/>
                    <a:pt x="242" y="144"/>
                  </a:cubicBezTo>
                  <a:cubicBezTo>
                    <a:pt x="241" y="144"/>
                    <a:pt x="241" y="144"/>
                    <a:pt x="240" y="144"/>
                  </a:cubicBezTo>
                  <a:cubicBezTo>
                    <a:pt x="240" y="143"/>
                    <a:pt x="240" y="143"/>
                    <a:pt x="240" y="143"/>
                  </a:cubicBezTo>
                  <a:cubicBezTo>
                    <a:pt x="240" y="143"/>
                    <a:pt x="240" y="143"/>
                    <a:pt x="240" y="143"/>
                  </a:cubicBezTo>
                  <a:cubicBezTo>
                    <a:pt x="241" y="143"/>
                    <a:pt x="243" y="143"/>
                    <a:pt x="244" y="142"/>
                  </a:cubicBezTo>
                  <a:cubicBezTo>
                    <a:pt x="243" y="142"/>
                    <a:pt x="243" y="142"/>
                    <a:pt x="243" y="143"/>
                  </a:cubicBezTo>
                  <a:cubicBezTo>
                    <a:pt x="243" y="142"/>
                    <a:pt x="243" y="142"/>
                    <a:pt x="244" y="142"/>
                  </a:cubicBezTo>
                  <a:cubicBezTo>
                    <a:pt x="243" y="143"/>
                    <a:pt x="245" y="141"/>
                    <a:pt x="245" y="141"/>
                  </a:cubicBezTo>
                  <a:cubicBezTo>
                    <a:pt x="245" y="141"/>
                    <a:pt x="245" y="141"/>
                    <a:pt x="245" y="141"/>
                  </a:cubicBezTo>
                  <a:cubicBezTo>
                    <a:pt x="245" y="141"/>
                    <a:pt x="246" y="141"/>
                    <a:pt x="246" y="141"/>
                  </a:cubicBezTo>
                  <a:cubicBezTo>
                    <a:pt x="246" y="141"/>
                    <a:pt x="246" y="141"/>
                    <a:pt x="246" y="141"/>
                  </a:cubicBezTo>
                  <a:cubicBezTo>
                    <a:pt x="246" y="140"/>
                    <a:pt x="247" y="140"/>
                    <a:pt x="247" y="140"/>
                  </a:cubicBezTo>
                  <a:cubicBezTo>
                    <a:pt x="247" y="140"/>
                    <a:pt x="248" y="140"/>
                    <a:pt x="248" y="140"/>
                  </a:cubicBezTo>
                  <a:cubicBezTo>
                    <a:pt x="248" y="140"/>
                    <a:pt x="247" y="140"/>
                    <a:pt x="247" y="140"/>
                  </a:cubicBezTo>
                  <a:cubicBezTo>
                    <a:pt x="247" y="140"/>
                    <a:pt x="248" y="140"/>
                    <a:pt x="248" y="140"/>
                  </a:cubicBezTo>
                  <a:cubicBezTo>
                    <a:pt x="247" y="139"/>
                    <a:pt x="245" y="140"/>
                    <a:pt x="244" y="140"/>
                  </a:cubicBezTo>
                  <a:cubicBezTo>
                    <a:pt x="245" y="140"/>
                    <a:pt x="245" y="140"/>
                    <a:pt x="245" y="140"/>
                  </a:cubicBezTo>
                  <a:cubicBezTo>
                    <a:pt x="245" y="139"/>
                    <a:pt x="246" y="139"/>
                    <a:pt x="246" y="139"/>
                  </a:cubicBezTo>
                  <a:cubicBezTo>
                    <a:pt x="247" y="139"/>
                    <a:pt x="247" y="139"/>
                    <a:pt x="247" y="139"/>
                  </a:cubicBezTo>
                  <a:cubicBezTo>
                    <a:pt x="248" y="138"/>
                    <a:pt x="248" y="138"/>
                    <a:pt x="249" y="138"/>
                  </a:cubicBezTo>
                  <a:cubicBezTo>
                    <a:pt x="248" y="138"/>
                    <a:pt x="248" y="138"/>
                    <a:pt x="248" y="138"/>
                  </a:cubicBezTo>
                  <a:cubicBezTo>
                    <a:pt x="248" y="138"/>
                    <a:pt x="249" y="138"/>
                    <a:pt x="249" y="138"/>
                  </a:cubicBezTo>
                  <a:cubicBezTo>
                    <a:pt x="248" y="138"/>
                    <a:pt x="248" y="138"/>
                    <a:pt x="247" y="138"/>
                  </a:cubicBezTo>
                  <a:cubicBezTo>
                    <a:pt x="246" y="138"/>
                    <a:pt x="246" y="138"/>
                    <a:pt x="245" y="139"/>
                  </a:cubicBezTo>
                  <a:cubicBezTo>
                    <a:pt x="244" y="139"/>
                    <a:pt x="243" y="139"/>
                    <a:pt x="242" y="140"/>
                  </a:cubicBezTo>
                  <a:cubicBezTo>
                    <a:pt x="242" y="140"/>
                    <a:pt x="243" y="140"/>
                    <a:pt x="243" y="139"/>
                  </a:cubicBezTo>
                  <a:cubicBezTo>
                    <a:pt x="243" y="140"/>
                    <a:pt x="242" y="140"/>
                    <a:pt x="241" y="140"/>
                  </a:cubicBezTo>
                  <a:cubicBezTo>
                    <a:pt x="240" y="141"/>
                    <a:pt x="239" y="141"/>
                    <a:pt x="238" y="141"/>
                  </a:cubicBezTo>
                  <a:cubicBezTo>
                    <a:pt x="237" y="141"/>
                    <a:pt x="236" y="141"/>
                    <a:pt x="235" y="141"/>
                  </a:cubicBezTo>
                  <a:cubicBezTo>
                    <a:pt x="234" y="141"/>
                    <a:pt x="233" y="141"/>
                    <a:pt x="232" y="141"/>
                  </a:cubicBezTo>
                  <a:cubicBezTo>
                    <a:pt x="232" y="141"/>
                    <a:pt x="230" y="141"/>
                    <a:pt x="230" y="141"/>
                  </a:cubicBezTo>
                  <a:cubicBezTo>
                    <a:pt x="230" y="141"/>
                    <a:pt x="231" y="141"/>
                    <a:pt x="231" y="141"/>
                  </a:cubicBezTo>
                  <a:cubicBezTo>
                    <a:pt x="231" y="141"/>
                    <a:pt x="230" y="141"/>
                    <a:pt x="230" y="141"/>
                  </a:cubicBezTo>
                  <a:cubicBezTo>
                    <a:pt x="229" y="141"/>
                    <a:pt x="229" y="141"/>
                    <a:pt x="228" y="141"/>
                  </a:cubicBezTo>
                  <a:cubicBezTo>
                    <a:pt x="229" y="141"/>
                    <a:pt x="229" y="141"/>
                    <a:pt x="229" y="141"/>
                  </a:cubicBezTo>
                  <a:cubicBezTo>
                    <a:pt x="228" y="140"/>
                    <a:pt x="227" y="141"/>
                    <a:pt x="225" y="141"/>
                  </a:cubicBezTo>
                  <a:cubicBezTo>
                    <a:pt x="225" y="139"/>
                    <a:pt x="227" y="140"/>
                    <a:pt x="228" y="140"/>
                  </a:cubicBezTo>
                  <a:cubicBezTo>
                    <a:pt x="228" y="140"/>
                    <a:pt x="227" y="140"/>
                    <a:pt x="227" y="140"/>
                  </a:cubicBezTo>
                  <a:cubicBezTo>
                    <a:pt x="227" y="140"/>
                    <a:pt x="227" y="140"/>
                    <a:pt x="227" y="139"/>
                  </a:cubicBezTo>
                  <a:cubicBezTo>
                    <a:pt x="227" y="139"/>
                    <a:pt x="229" y="139"/>
                    <a:pt x="229" y="139"/>
                  </a:cubicBezTo>
                  <a:cubicBezTo>
                    <a:pt x="229" y="139"/>
                    <a:pt x="231" y="138"/>
                    <a:pt x="231" y="138"/>
                  </a:cubicBezTo>
                  <a:cubicBezTo>
                    <a:pt x="232" y="138"/>
                    <a:pt x="233" y="138"/>
                    <a:pt x="234" y="138"/>
                  </a:cubicBezTo>
                  <a:cubicBezTo>
                    <a:pt x="234" y="137"/>
                    <a:pt x="235" y="137"/>
                    <a:pt x="235" y="137"/>
                  </a:cubicBezTo>
                  <a:cubicBezTo>
                    <a:pt x="235" y="137"/>
                    <a:pt x="236" y="137"/>
                    <a:pt x="236" y="137"/>
                  </a:cubicBezTo>
                  <a:cubicBezTo>
                    <a:pt x="236" y="137"/>
                    <a:pt x="237" y="137"/>
                    <a:pt x="237" y="137"/>
                  </a:cubicBezTo>
                  <a:cubicBezTo>
                    <a:pt x="238" y="137"/>
                    <a:pt x="238" y="136"/>
                    <a:pt x="239" y="136"/>
                  </a:cubicBezTo>
                  <a:cubicBezTo>
                    <a:pt x="239" y="136"/>
                    <a:pt x="240" y="136"/>
                    <a:pt x="241" y="136"/>
                  </a:cubicBezTo>
                  <a:cubicBezTo>
                    <a:pt x="242" y="135"/>
                    <a:pt x="239" y="136"/>
                    <a:pt x="240" y="135"/>
                  </a:cubicBezTo>
                  <a:cubicBezTo>
                    <a:pt x="240" y="135"/>
                    <a:pt x="238" y="136"/>
                    <a:pt x="238" y="135"/>
                  </a:cubicBezTo>
                  <a:cubicBezTo>
                    <a:pt x="238" y="135"/>
                    <a:pt x="239" y="135"/>
                    <a:pt x="239" y="135"/>
                  </a:cubicBezTo>
                  <a:cubicBezTo>
                    <a:pt x="238" y="135"/>
                    <a:pt x="238" y="135"/>
                    <a:pt x="237" y="135"/>
                  </a:cubicBezTo>
                  <a:cubicBezTo>
                    <a:pt x="238" y="135"/>
                    <a:pt x="238" y="135"/>
                    <a:pt x="238" y="135"/>
                  </a:cubicBezTo>
                  <a:cubicBezTo>
                    <a:pt x="238" y="135"/>
                    <a:pt x="236" y="135"/>
                    <a:pt x="237" y="135"/>
                  </a:cubicBezTo>
                  <a:cubicBezTo>
                    <a:pt x="237" y="135"/>
                    <a:pt x="237" y="135"/>
                    <a:pt x="237" y="134"/>
                  </a:cubicBezTo>
                  <a:cubicBezTo>
                    <a:pt x="237" y="134"/>
                    <a:pt x="236" y="134"/>
                    <a:pt x="236" y="134"/>
                  </a:cubicBezTo>
                  <a:cubicBezTo>
                    <a:pt x="236" y="134"/>
                    <a:pt x="235" y="135"/>
                    <a:pt x="235" y="134"/>
                  </a:cubicBezTo>
                  <a:cubicBezTo>
                    <a:pt x="234" y="135"/>
                    <a:pt x="233" y="135"/>
                    <a:pt x="232" y="135"/>
                  </a:cubicBezTo>
                  <a:cubicBezTo>
                    <a:pt x="231" y="135"/>
                    <a:pt x="230" y="135"/>
                    <a:pt x="229" y="136"/>
                  </a:cubicBezTo>
                  <a:cubicBezTo>
                    <a:pt x="228" y="136"/>
                    <a:pt x="227" y="136"/>
                    <a:pt x="226" y="136"/>
                  </a:cubicBezTo>
                  <a:cubicBezTo>
                    <a:pt x="225" y="136"/>
                    <a:pt x="224" y="136"/>
                    <a:pt x="223" y="137"/>
                  </a:cubicBezTo>
                  <a:cubicBezTo>
                    <a:pt x="223" y="137"/>
                    <a:pt x="223" y="137"/>
                    <a:pt x="222" y="137"/>
                  </a:cubicBezTo>
                  <a:cubicBezTo>
                    <a:pt x="222" y="137"/>
                    <a:pt x="222" y="137"/>
                    <a:pt x="221" y="137"/>
                  </a:cubicBezTo>
                  <a:cubicBezTo>
                    <a:pt x="221" y="138"/>
                    <a:pt x="220" y="138"/>
                    <a:pt x="219" y="138"/>
                  </a:cubicBezTo>
                  <a:cubicBezTo>
                    <a:pt x="218" y="138"/>
                    <a:pt x="217" y="138"/>
                    <a:pt x="216" y="138"/>
                  </a:cubicBezTo>
                  <a:cubicBezTo>
                    <a:pt x="215" y="138"/>
                    <a:pt x="214" y="139"/>
                    <a:pt x="213" y="139"/>
                  </a:cubicBezTo>
                  <a:cubicBezTo>
                    <a:pt x="213" y="139"/>
                    <a:pt x="214" y="139"/>
                    <a:pt x="214" y="138"/>
                  </a:cubicBezTo>
                  <a:cubicBezTo>
                    <a:pt x="214" y="138"/>
                    <a:pt x="213" y="139"/>
                    <a:pt x="213" y="139"/>
                  </a:cubicBezTo>
                  <a:cubicBezTo>
                    <a:pt x="213" y="139"/>
                    <a:pt x="213" y="138"/>
                    <a:pt x="213" y="138"/>
                  </a:cubicBezTo>
                  <a:cubicBezTo>
                    <a:pt x="213" y="138"/>
                    <a:pt x="212" y="139"/>
                    <a:pt x="212" y="139"/>
                  </a:cubicBezTo>
                  <a:cubicBezTo>
                    <a:pt x="212" y="139"/>
                    <a:pt x="212" y="139"/>
                    <a:pt x="213" y="139"/>
                  </a:cubicBezTo>
                  <a:cubicBezTo>
                    <a:pt x="211" y="139"/>
                    <a:pt x="210" y="139"/>
                    <a:pt x="209" y="139"/>
                  </a:cubicBezTo>
                  <a:cubicBezTo>
                    <a:pt x="209" y="139"/>
                    <a:pt x="207" y="140"/>
                    <a:pt x="207" y="140"/>
                  </a:cubicBezTo>
                  <a:cubicBezTo>
                    <a:pt x="207" y="140"/>
                    <a:pt x="207" y="139"/>
                    <a:pt x="207" y="139"/>
                  </a:cubicBezTo>
                  <a:cubicBezTo>
                    <a:pt x="207" y="139"/>
                    <a:pt x="207" y="139"/>
                    <a:pt x="206" y="140"/>
                  </a:cubicBezTo>
                  <a:cubicBezTo>
                    <a:pt x="206" y="140"/>
                    <a:pt x="205" y="140"/>
                    <a:pt x="205" y="140"/>
                  </a:cubicBezTo>
                  <a:cubicBezTo>
                    <a:pt x="204" y="140"/>
                    <a:pt x="203" y="140"/>
                    <a:pt x="203" y="140"/>
                  </a:cubicBezTo>
                  <a:cubicBezTo>
                    <a:pt x="202" y="140"/>
                    <a:pt x="200" y="141"/>
                    <a:pt x="199" y="141"/>
                  </a:cubicBezTo>
                  <a:cubicBezTo>
                    <a:pt x="199" y="141"/>
                    <a:pt x="198" y="141"/>
                    <a:pt x="197" y="141"/>
                  </a:cubicBezTo>
                  <a:cubicBezTo>
                    <a:pt x="197" y="141"/>
                    <a:pt x="196" y="141"/>
                    <a:pt x="195" y="142"/>
                  </a:cubicBezTo>
                  <a:cubicBezTo>
                    <a:pt x="195" y="142"/>
                    <a:pt x="194" y="142"/>
                    <a:pt x="194" y="141"/>
                  </a:cubicBezTo>
                  <a:cubicBezTo>
                    <a:pt x="193" y="141"/>
                    <a:pt x="191" y="142"/>
                    <a:pt x="192" y="141"/>
                  </a:cubicBezTo>
                  <a:cubicBezTo>
                    <a:pt x="191" y="141"/>
                    <a:pt x="190" y="142"/>
                    <a:pt x="190" y="142"/>
                  </a:cubicBezTo>
                  <a:cubicBezTo>
                    <a:pt x="189" y="143"/>
                    <a:pt x="189" y="144"/>
                    <a:pt x="189" y="144"/>
                  </a:cubicBezTo>
                  <a:cubicBezTo>
                    <a:pt x="189" y="145"/>
                    <a:pt x="189" y="145"/>
                    <a:pt x="190" y="144"/>
                  </a:cubicBezTo>
                  <a:cubicBezTo>
                    <a:pt x="190" y="144"/>
                    <a:pt x="191" y="143"/>
                    <a:pt x="191" y="144"/>
                  </a:cubicBezTo>
                  <a:cubicBezTo>
                    <a:pt x="191" y="144"/>
                    <a:pt x="190" y="144"/>
                    <a:pt x="191" y="144"/>
                  </a:cubicBezTo>
                  <a:cubicBezTo>
                    <a:pt x="191" y="144"/>
                    <a:pt x="192" y="144"/>
                    <a:pt x="192" y="144"/>
                  </a:cubicBezTo>
                  <a:cubicBezTo>
                    <a:pt x="192" y="144"/>
                    <a:pt x="193" y="143"/>
                    <a:pt x="193" y="143"/>
                  </a:cubicBezTo>
                  <a:cubicBezTo>
                    <a:pt x="192" y="143"/>
                    <a:pt x="193" y="143"/>
                    <a:pt x="193" y="143"/>
                  </a:cubicBezTo>
                  <a:cubicBezTo>
                    <a:pt x="194" y="143"/>
                    <a:pt x="195" y="142"/>
                    <a:pt x="196" y="143"/>
                  </a:cubicBezTo>
                  <a:cubicBezTo>
                    <a:pt x="197" y="143"/>
                    <a:pt x="196" y="143"/>
                    <a:pt x="197" y="143"/>
                  </a:cubicBezTo>
                  <a:cubicBezTo>
                    <a:pt x="197" y="143"/>
                    <a:pt x="198" y="143"/>
                    <a:pt x="198" y="143"/>
                  </a:cubicBezTo>
                  <a:cubicBezTo>
                    <a:pt x="200" y="143"/>
                    <a:pt x="201" y="143"/>
                    <a:pt x="202" y="143"/>
                  </a:cubicBezTo>
                  <a:cubicBezTo>
                    <a:pt x="203" y="143"/>
                    <a:pt x="202" y="144"/>
                    <a:pt x="203" y="144"/>
                  </a:cubicBezTo>
                  <a:cubicBezTo>
                    <a:pt x="203" y="143"/>
                    <a:pt x="203" y="143"/>
                    <a:pt x="204" y="143"/>
                  </a:cubicBezTo>
                  <a:cubicBezTo>
                    <a:pt x="204" y="143"/>
                    <a:pt x="204" y="143"/>
                    <a:pt x="205" y="143"/>
                  </a:cubicBezTo>
                  <a:cubicBezTo>
                    <a:pt x="206" y="142"/>
                    <a:pt x="205" y="142"/>
                    <a:pt x="206" y="142"/>
                  </a:cubicBezTo>
                  <a:cubicBezTo>
                    <a:pt x="207" y="142"/>
                    <a:pt x="209" y="142"/>
                    <a:pt x="210" y="142"/>
                  </a:cubicBezTo>
                  <a:cubicBezTo>
                    <a:pt x="212" y="142"/>
                    <a:pt x="213" y="141"/>
                    <a:pt x="214" y="142"/>
                  </a:cubicBezTo>
                  <a:cubicBezTo>
                    <a:pt x="215" y="143"/>
                    <a:pt x="214" y="143"/>
                    <a:pt x="215" y="143"/>
                  </a:cubicBezTo>
                  <a:cubicBezTo>
                    <a:pt x="215" y="143"/>
                    <a:pt x="217" y="143"/>
                    <a:pt x="217" y="144"/>
                  </a:cubicBezTo>
                  <a:cubicBezTo>
                    <a:pt x="216" y="145"/>
                    <a:pt x="212" y="145"/>
                    <a:pt x="211" y="145"/>
                  </a:cubicBezTo>
                  <a:cubicBezTo>
                    <a:pt x="210" y="145"/>
                    <a:pt x="210" y="144"/>
                    <a:pt x="209" y="144"/>
                  </a:cubicBezTo>
                  <a:cubicBezTo>
                    <a:pt x="209" y="144"/>
                    <a:pt x="208" y="144"/>
                    <a:pt x="207" y="144"/>
                  </a:cubicBezTo>
                  <a:cubicBezTo>
                    <a:pt x="206" y="144"/>
                    <a:pt x="205" y="144"/>
                    <a:pt x="204" y="145"/>
                  </a:cubicBezTo>
                  <a:cubicBezTo>
                    <a:pt x="205" y="145"/>
                    <a:pt x="205" y="144"/>
                    <a:pt x="206" y="145"/>
                  </a:cubicBezTo>
                  <a:cubicBezTo>
                    <a:pt x="205" y="145"/>
                    <a:pt x="207" y="145"/>
                    <a:pt x="207" y="146"/>
                  </a:cubicBezTo>
                  <a:cubicBezTo>
                    <a:pt x="207" y="147"/>
                    <a:pt x="206" y="147"/>
                    <a:pt x="205" y="147"/>
                  </a:cubicBezTo>
                  <a:cubicBezTo>
                    <a:pt x="204" y="148"/>
                    <a:pt x="202" y="148"/>
                    <a:pt x="201" y="148"/>
                  </a:cubicBezTo>
                  <a:cubicBezTo>
                    <a:pt x="201" y="148"/>
                    <a:pt x="200" y="148"/>
                    <a:pt x="199" y="149"/>
                  </a:cubicBezTo>
                  <a:cubicBezTo>
                    <a:pt x="199" y="149"/>
                    <a:pt x="199" y="149"/>
                    <a:pt x="198" y="149"/>
                  </a:cubicBezTo>
                  <a:cubicBezTo>
                    <a:pt x="200" y="150"/>
                    <a:pt x="196" y="152"/>
                    <a:pt x="195" y="152"/>
                  </a:cubicBezTo>
                  <a:cubicBezTo>
                    <a:pt x="194" y="152"/>
                    <a:pt x="193" y="152"/>
                    <a:pt x="191" y="152"/>
                  </a:cubicBezTo>
                  <a:cubicBezTo>
                    <a:pt x="191" y="152"/>
                    <a:pt x="190" y="152"/>
                    <a:pt x="191" y="153"/>
                  </a:cubicBezTo>
                  <a:close/>
                  <a:moveTo>
                    <a:pt x="274" y="177"/>
                  </a:moveTo>
                  <a:cubicBezTo>
                    <a:pt x="275" y="176"/>
                    <a:pt x="275" y="176"/>
                    <a:pt x="275" y="176"/>
                  </a:cubicBezTo>
                  <a:cubicBezTo>
                    <a:pt x="276" y="176"/>
                    <a:pt x="276" y="176"/>
                    <a:pt x="276" y="175"/>
                  </a:cubicBezTo>
                  <a:cubicBezTo>
                    <a:pt x="276" y="175"/>
                    <a:pt x="275" y="176"/>
                    <a:pt x="274" y="176"/>
                  </a:cubicBezTo>
                  <a:cubicBezTo>
                    <a:pt x="275" y="176"/>
                    <a:pt x="275" y="176"/>
                    <a:pt x="276" y="175"/>
                  </a:cubicBezTo>
                  <a:cubicBezTo>
                    <a:pt x="275" y="175"/>
                    <a:pt x="275" y="175"/>
                    <a:pt x="274" y="175"/>
                  </a:cubicBezTo>
                  <a:cubicBezTo>
                    <a:pt x="273" y="175"/>
                    <a:pt x="273" y="175"/>
                    <a:pt x="272" y="174"/>
                  </a:cubicBezTo>
                  <a:cubicBezTo>
                    <a:pt x="272" y="174"/>
                    <a:pt x="272" y="174"/>
                    <a:pt x="272" y="174"/>
                  </a:cubicBezTo>
                  <a:cubicBezTo>
                    <a:pt x="271" y="174"/>
                    <a:pt x="270" y="174"/>
                    <a:pt x="270" y="174"/>
                  </a:cubicBezTo>
                  <a:cubicBezTo>
                    <a:pt x="270" y="174"/>
                    <a:pt x="270" y="174"/>
                    <a:pt x="270" y="174"/>
                  </a:cubicBezTo>
                  <a:cubicBezTo>
                    <a:pt x="267" y="174"/>
                    <a:pt x="264" y="174"/>
                    <a:pt x="262" y="175"/>
                  </a:cubicBezTo>
                  <a:cubicBezTo>
                    <a:pt x="260" y="175"/>
                    <a:pt x="259" y="175"/>
                    <a:pt x="257" y="176"/>
                  </a:cubicBezTo>
                  <a:cubicBezTo>
                    <a:pt x="256" y="176"/>
                    <a:pt x="255" y="177"/>
                    <a:pt x="254" y="178"/>
                  </a:cubicBezTo>
                  <a:cubicBezTo>
                    <a:pt x="253" y="178"/>
                    <a:pt x="252" y="179"/>
                    <a:pt x="251" y="180"/>
                  </a:cubicBezTo>
                  <a:cubicBezTo>
                    <a:pt x="250" y="180"/>
                    <a:pt x="250" y="180"/>
                    <a:pt x="249" y="180"/>
                  </a:cubicBezTo>
                  <a:cubicBezTo>
                    <a:pt x="248" y="180"/>
                    <a:pt x="248" y="181"/>
                    <a:pt x="247" y="181"/>
                  </a:cubicBezTo>
                  <a:cubicBezTo>
                    <a:pt x="246" y="181"/>
                    <a:pt x="244" y="182"/>
                    <a:pt x="243" y="182"/>
                  </a:cubicBezTo>
                  <a:cubicBezTo>
                    <a:pt x="242" y="183"/>
                    <a:pt x="242" y="183"/>
                    <a:pt x="241" y="183"/>
                  </a:cubicBezTo>
                  <a:cubicBezTo>
                    <a:pt x="240" y="183"/>
                    <a:pt x="240" y="183"/>
                    <a:pt x="239" y="183"/>
                  </a:cubicBezTo>
                  <a:cubicBezTo>
                    <a:pt x="239" y="183"/>
                    <a:pt x="239" y="183"/>
                    <a:pt x="239" y="183"/>
                  </a:cubicBezTo>
                  <a:cubicBezTo>
                    <a:pt x="239" y="182"/>
                    <a:pt x="238" y="183"/>
                    <a:pt x="238" y="183"/>
                  </a:cubicBezTo>
                  <a:cubicBezTo>
                    <a:pt x="237" y="183"/>
                    <a:pt x="237" y="183"/>
                    <a:pt x="237" y="183"/>
                  </a:cubicBezTo>
                  <a:cubicBezTo>
                    <a:pt x="237" y="183"/>
                    <a:pt x="237" y="183"/>
                    <a:pt x="236" y="183"/>
                  </a:cubicBezTo>
                  <a:cubicBezTo>
                    <a:pt x="236" y="183"/>
                    <a:pt x="235" y="183"/>
                    <a:pt x="235" y="183"/>
                  </a:cubicBezTo>
                  <a:cubicBezTo>
                    <a:pt x="235" y="183"/>
                    <a:pt x="235" y="183"/>
                    <a:pt x="235" y="183"/>
                  </a:cubicBezTo>
                  <a:cubicBezTo>
                    <a:pt x="235" y="183"/>
                    <a:pt x="234" y="183"/>
                    <a:pt x="234" y="183"/>
                  </a:cubicBezTo>
                  <a:cubicBezTo>
                    <a:pt x="234" y="183"/>
                    <a:pt x="234" y="183"/>
                    <a:pt x="235" y="183"/>
                  </a:cubicBezTo>
                  <a:cubicBezTo>
                    <a:pt x="234" y="183"/>
                    <a:pt x="233" y="182"/>
                    <a:pt x="234" y="182"/>
                  </a:cubicBezTo>
                  <a:cubicBezTo>
                    <a:pt x="233" y="182"/>
                    <a:pt x="233" y="180"/>
                    <a:pt x="232" y="180"/>
                  </a:cubicBezTo>
                  <a:cubicBezTo>
                    <a:pt x="232" y="180"/>
                    <a:pt x="231" y="180"/>
                    <a:pt x="232" y="180"/>
                  </a:cubicBezTo>
                  <a:cubicBezTo>
                    <a:pt x="233" y="179"/>
                    <a:pt x="232" y="179"/>
                    <a:pt x="232" y="179"/>
                  </a:cubicBezTo>
                  <a:cubicBezTo>
                    <a:pt x="231" y="179"/>
                    <a:pt x="229" y="180"/>
                    <a:pt x="229" y="180"/>
                  </a:cubicBezTo>
                  <a:cubicBezTo>
                    <a:pt x="228" y="179"/>
                    <a:pt x="228" y="179"/>
                    <a:pt x="228" y="179"/>
                  </a:cubicBezTo>
                  <a:cubicBezTo>
                    <a:pt x="228" y="179"/>
                    <a:pt x="227" y="178"/>
                    <a:pt x="226" y="178"/>
                  </a:cubicBezTo>
                  <a:cubicBezTo>
                    <a:pt x="226" y="178"/>
                    <a:pt x="227" y="178"/>
                    <a:pt x="227" y="177"/>
                  </a:cubicBezTo>
                  <a:cubicBezTo>
                    <a:pt x="226" y="177"/>
                    <a:pt x="226" y="177"/>
                    <a:pt x="226" y="177"/>
                  </a:cubicBezTo>
                  <a:cubicBezTo>
                    <a:pt x="225" y="177"/>
                    <a:pt x="224" y="177"/>
                    <a:pt x="223" y="177"/>
                  </a:cubicBezTo>
                  <a:cubicBezTo>
                    <a:pt x="223" y="177"/>
                    <a:pt x="224" y="176"/>
                    <a:pt x="224" y="176"/>
                  </a:cubicBezTo>
                  <a:cubicBezTo>
                    <a:pt x="224" y="176"/>
                    <a:pt x="223" y="175"/>
                    <a:pt x="222" y="176"/>
                  </a:cubicBezTo>
                  <a:cubicBezTo>
                    <a:pt x="221" y="176"/>
                    <a:pt x="222" y="177"/>
                    <a:pt x="223" y="177"/>
                  </a:cubicBezTo>
                  <a:cubicBezTo>
                    <a:pt x="222" y="177"/>
                    <a:pt x="222" y="177"/>
                    <a:pt x="222" y="178"/>
                  </a:cubicBezTo>
                  <a:cubicBezTo>
                    <a:pt x="222" y="178"/>
                    <a:pt x="223" y="177"/>
                    <a:pt x="223" y="178"/>
                  </a:cubicBezTo>
                  <a:cubicBezTo>
                    <a:pt x="223" y="178"/>
                    <a:pt x="222" y="178"/>
                    <a:pt x="222" y="178"/>
                  </a:cubicBezTo>
                  <a:cubicBezTo>
                    <a:pt x="222" y="178"/>
                    <a:pt x="222" y="179"/>
                    <a:pt x="222" y="179"/>
                  </a:cubicBezTo>
                  <a:cubicBezTo>
                    <a:pt x="223" y="178"/>
                    <a:pt x="223" y="178"/>
                    <a:pt x="224" y="179"/>
                  </a:cubicBezTo>
                  <a:cubicBezTo>
                    <a:pt x="224" y="179"/>
                    <a:pt x="225" y="178"/>
                    <a:pt x="225" y="178"/>
                  </a:cubicBezTo>
                  <a:cubicBezTo>
                    <a:pt x="225" y="178"/>
                    <a:pt x="223" y="180"/>
                    <a:pt x="224" y="180"/>
                  </a:cubicBezTo>
                  <a:cubicBezTo>
                    <a:pt x="224" y="180"/>
                    <a:pt x="223" y="181"/>
                    <a:pt x="223" y="181"/>
                  </a:cubicBezTo>
                  <a:cubicBezTo>
                    <a:pt x="223" y="181"/>
                    <a:pt x="224" y="181"/>
                    <a:pt x="224" y="181"/>
                  </a:cubicBezTo>
                  <a:cubicBezTo>
                    <a:pt x="224" y="181"/>
                    <a:pt x="224" y="181"/>
                    <a:pt x="224" y="181"/>
                  </a:cubicBezTo>
                  <a:cubicBezTo>
                    <a:pt x="224" y="181"/>
                    <a:pt x="225" y="182"/>
                    <a:pt x="224" y="182"/>
                  </a:cubicBezTo>
                  <a:cubicBezTo>
                    <a:pt x="224" y="182"/>
                    <a:pt x="224" y="182"/>
                    <a:pt x="224" y="182"/>
                  </a:cubicBezTo>
                  <a:cubicBezTo>
                    <a:pt x="224" y="182"/>
                    <a:pt x="224" y="183"/>
                    <a:pt x="224" y="183"/>
                  </a:cubicBezTo>
                  <a:cubicBezTo>
                    <a:pt x="224" y="183"/>
                    <a:pt x="225" y="183"/>
                    <a:pt x="225" y="183"/>
                  </a:cubicBezTo>
                  <a:cubicBezTo>
                    <a:pt x="225" y="183"/>
                    <a:pt x="224" y="184"/>
                    <a:pt x="224" y="184"/>
                  </a:cubicBezTo>
                  <a:cubicBezTo>
                    <a:pt x="224" y="184"/>
                    <a:pt x="225" y="184"/>
                    <a:pt x="225" y="184"/>
                  </a:cubicBezTo>
                  <a:cubicBezTo>
                    <a:pt x="225" y="184"/>
                    <a:pt x="224" y="184"/>
                    <a:pt x="224" y="184"/>
                  </a:cubicBezTo>
                  <a:cubicBezTo>
                    <a:pt x="224" y="184"/>
                    <a:pt x="224" y="184"/>
                    <a:pt x="225" y="184"/>
                  </a:cubicBezTo>
                  <a:cubicBezTo>
                    <a:pt x="225" y="185"/>
                    <a:pt x="223" y="185"/>
                    <a:pt x="224" y="185"/>
                  </a:cubicBezTo>
                  <a:cubicBezTo>
                    <a:pt x="223" y="185"/>
                    <a:pt x="223" y="185"/>
                    <a:pt x="222" y="185"/>
                  </a:cubicBezTo>
                  <a:cubicBezTo>
                    <a:pt x="222" y="186"/>
                    <a:pt x="222" y="185"/>
                    <a:pt x="221" y="186"/>
                  </a:cubicBezTo>
                  <a:cubicBezTo>
                    <a:pt x="221" y="186"/>
                    <a:pt x="220" y="186"/>
                    <a:pt x="219" y="186"/>
                  </a:cubicBezTo>
                  <a:cubicBezTo>
                    <a:pt x="219" y="186"/>
                    <a:pt x="219" y="186"/>
                    <a:pt x="219" y="186"/>
                  </a:cubicBezTo>
                  <a:cubicBezTo>
                    <a:pt x="219" y="186"/>
                    <a:pt x="216" y="185"/>
                    <a:pt x="216" y="186"/>
                  </a:cubicBezTo>
                  <a:cubicBezTo>
                    <a:pt x="216" y="186"/>
                    <a:pt x="216" y="186"/>
                    <a:pt x="216" y="186"/>
                  </a:cubicBezTo>
                  <a:cubicBezTo>
                    <a:pt x="215" y="187"/>
                    <a:pt x="214" y="187"/>
                    <a:pt x="213" y="188"/>
                  </a:cubicBezTo>
                  <a:cubicBezTo>
                    <a:pt x="213" y="188"/>
                    <a:pt x="213" y="188"/>
                    <a:pt x="212" y="189"/>
                  </a:cubicBezTo>
                  <a:cubicBezTo>
                    <a:pt x="211" y="189"/>
                    <a:pt x="210" y="189"/>
                    <a:pt x="209" y="189"/>
                  </a:cubicBezTo>
                  <a:cubicBezTo>
                    <a:pt x="209" y="189"/>
                    <a:pt x="210" y="190"/>
                    <a:pt x="210" y="190"/>
                  </a:cubicBezTo>
                  <a:cubicBezTo>
                    <a:pt x="210" y="191"/>
                    <a:pt x="208" y="191"/>
                    <a:pt x="208" y="191"/>
                  </a:cubicBezTo>
                  <a:cubicBezTo>
                    <a:pt x="208" y="191"/>
                    <a:pt x="208" y="192"/>
                    <a:pt x="208" y="191"/>
                  </a:cubicBezTo>
                  <a:cubicBezTo>
                    <a:pt x="207" y="191"/>
                    <a:pt x="207" y="191"/>
                    <a:pt x="207" y="191"/>
                  </a:cubicBezTo>
                  <a:cubicBezTo>
                    <a:pt x="207" y="190"/>
                    <a:pt x="207" y="190"/>
                    <a:pt x="207" y="190"/>
                  </a:cubicBezTo>
                  <a:cubicBezTo>
                    <a:pt x="206" y="190"/>
                    <a:pt x="205" y="190"/>
                    <a:pt x="205" y="190"/>
                  </a:cubicBezTo>
                  <a:cubicBezTo>
                    <a:pt x="204" y="190"/>
                    <a:pt x="203" y="190"/>
                    <a:pt x="203" y="190"/>
                  </a:cubicBezTo>
                  <a:cubicBezTo>
                    <a:pt x="202" y="190"/>
                    <a:pt x="203" y="191"/>
                    <a:pt x="202" y="191"/>
                  </a:cubicBezTo>
                  <a:cubicBezTo>
                    <a:pt x="201" y="191"/>
                    <a:pt x="200" y="191"/>
                    <a:pt x="200" y="192"/>
                  </a:cubicBezTo>
                  <a:cubicBezTo>
                    <a:pt x="198" y="192"/>
                    <a:pt x="197" y="190"/>
                    <a:pt x="196" y="190"/>
                  </a:cubicBezTo>
                  <a:cubicBezTo>
                    <a:pt x="196" y="190"/>
                    <a:pt x="197" y="190"/>
                    <a:pt x="197" y="191"/>
                  </a:cubicBezTo>
                  <a:cubicBezTo>
                    <a:pt x="197" y="191"/>
                    <a:pt x="196" y="191"/>
                    <a:pt x="197" y="191"/>
                  </a:cubicBezTo>
                  <a:cubicBezTo>
                    <a:pt x="197" y="192"/>
                    <a:pt x="197" y="192"/>
                    <a:pt x="198" y="193"/>
                  </a:cubicBezTo>
                  <a:cubicBezTo>
                    <a:pt x="199" y="193"/>
                    <a:pt x="200" y="193"/>
                    <a:pt x="201" y="193"/>
                  </a:cubicBezTo>
                  <a:cubicBezTo>
                    <a:pt x="201" y="193"/>
                    <a:pt x="201" y="193"/>
                    <a:pt x="202" y="193"/>
                  </a:cubicBezTo>
                  <a:cubicBezTo>
                    <a:pt x="202" y="193"/>
                    <a:pt x="203" y="193"/>
                    <a:pt x="202" y="193"/>
                  </a:cubicBezTo>
                  <a:cubicBezTo>
                    <a:pt x="202" y="193"/>
                    <a:pt x="202" y="194"/>
                    <a:pt x="203" y="194"/>
                  </a:cubicBezTo>
                  <a:cubicBezTo>
                    <a:pt x="203" y="194"/>
                    <a:pt x="204" y="194"/>
                    <a:pt x="205" y="195"/>
                  </a:cubicBezTo>
                  <a:cubicBezTo>
                    <a:pt x="205" y="195"/>
                    <a:pt x="206" y="195"/>
                    <a:pt x="206" y="195"/>
                  </a:cubicBezTo>
                  <a:cubicBezTo>
                    <a:pt x="207" y="194"/>
                    <a:pt x="207" y="195"/>
                    <a:pt x="208" y="195"/>
                  </a:cubicBezTo>
                  <a:cubicBezTo>
                    <a:pt x="209" y="195"/>
                    <a:pt x="211" y="195"/>
                    <a:pt x="212" y="194"/>
                  </a:cubicBezTo>
                  <a:cubicBezTo>
                    <a:pt x="213" y="194"/>
                    <a:pt x="213" y="194"/>
                    <a:pt x="214" y="194"/>
                  </a:cubicBezTo>
                  <a:cubicBezTo>
                    <a:pt x="215" y="194"/>
                    <a:pt x="215" y="194"/>
                    <a:pt x="215" y="194"/>
                  </a:cubicBezTo>
                  <a:cubicBezTo>
                    <a:pt x="216" y="194"/>
                    <a:pt x="217" y="194"/>
                    <a:pt x="217" y="194"/>
                  </a:cubicBezTo>
                  <a:cubicBezTo>
                    <a:pt x="218" y="194"/>
                    <a:pt x="218" y="194"/>
                    <a:pt x="219" y="193"/>
                  </a:cubicBezTo>
                  <a:cubicBezTo>
                    <a:pt x="219" y="193"/>
                    <a:pt x="220" y="193"/>
                    <a:pt x="220" y="193"/>
                  </a:cubicBezTo>
                  <a:cubicBezTo>
                    <a:pt x="221" y="193"/>
                    <a:pt x="221" y="193"/>
                    <a:pt x="221" y="193"/>
                  </a:cubicBezTo>
                  <a:cubicBezTo>
                    <a:pt x="222" y="193"/>
                    <a:pt x="224" y="193"/>
                    <a:pt x="225" y="192"/>
                  </a:cubicBezTo>
                  <a:cubicBezTo>
                    <a:pt x="225" y="192"/>
                    <a:pt x="226" y="191"/>
                    <a:pt x="225" y="192"/>
                  </a:cubicBezTo>
                  <a:cubicBezTo>
                    <a:pt x="225" y="191"/>
                    <a:pt x="226" y="191"/>
                    <a:pt x="226" y="190"/>
                  </a:cubicBezTo>
                  <a:cubicBezTo>
                    <a:pt x="227" y="190"/>
                    <a:pt x="228" y="190"/>
                    <a:pt x="228" y="190"/>
                  </a:cubicBezTo>
                  <a:cubicBezTo>
                    <a:pt x="229" y="189"/>
                    <a:pt x="230" y="189"/>
                    <a:pt x="231" y="189"/>
                  </a:cubicBezTo>
                  <a:cubicBezTo>
                    <a:pt x="231" y="189"/>
                    <a:pt x="232" y="189"/>
                    <a:pt x="233" y="189"/>
                  </a:cubicBezTo>
                  <a:cubicBezTo>
                    <a:pt x="232" y="188"/>
                    <a:pt x="233" y="188"/>
                    <a:pt x="233" y="189"/>
                  </a:cubicBezTo>
                  <a:cubicBezTo>
                    <a:pt x="233" y="189"/>
                    <a:pt x="233" y="189"/>
                    <a:pt x="233" y="189"/>
                  </a:cubicBezTo>
                  <a:cubicBezTo>
                    <a:pt x="233" y="189"/>
                    <a:pt x="234" y="189"/>
                    <a:pt x="235" y="189"/>
                  </a:cubicBezTo>
                  <a:cubicBezTo>
                    <a:pt x="235" y="189"/>
                    <a:pt x="236" y="188"/>
                    <a:pt x="237" y="188"/>
                  </a:cubicBezTo>
                  <a:cubicBezTo>
                    <a:pt x="238" y="188"/>
                    <a:pt x="240" y="188"/>
                    <a:pt x="241" y="187"/>
                  </a:cubicBezTo>
                  <a:cubicBezTo>
                    <a:pt x="242" y="186"/>
                    <a:pt x="243" y="186"/>
                    <a:pt x="244" y="185"/>
                  </a:cubicBezTo>
                  <a:cubicBezTo>
                    <a:pt x="244" y="185"/>
                    <a:pt x="246" y="185"/>
                    <a:pt x="246" y="184"/>
                  </a:cubicBezTo>
                  <a:cubicBezTo>
                    <a:pt x="247" y="184"/>
                    <a:pt x="249" y="184"/>
                    <a:pt x="250" y="182"/>
                  </a:cubicBezTo>
                  <a:cubicBezTo>
                    <a:pt x="250" y="182"/>
                    <a:pt x="249" y="183"/>
                    <a:pt x="248" y="183"/>
                  </a:cubicBezTo>
                  <a:cubicBezTo>
                    <a:pt x="249" y="182"/>
                    <a:pt x="250" y="182"/>
                    <a:pt x="251" y="182"/>
                  </a:cubicBezTo>
                  <a:cubicBezTo>
                    <a:pt x="250" y="182"/>
                    <a:pt x="250" y="182"/>
                    <a:pt x="250" y="182"/>
                  </a:cubicBezTo>
                  <a:cubicBezTo>
                    <a:pt x="251" y="182"/>
                    <a:pt x="251" y="182"/>
                    <a:pt x="252" y="181"/>
                  </a:cubicBezTo>
                  <a:cubicBezTo>
                    <a:pt x="253" y="181"/>
                    <a:pt x="253" y="181"/>
                    <a:pt x="254" y="181"/>
                  </a:cubicBezTo>
                  <a:cubicBezTo>
                    <a:pt x="254" y="181"/>
                    <a:pt x="254" y="181"/>
                    <a:pt x="253" y="181"/>
                  </a:cubicBezTo>
                  <a:cubicBezTo>
                    <a:pt x="254" y="180"/>
                    <a:pt x="254" y="180"/>
                    <a:pt x="255" y="180"/>
                  </a:cubicBezTo>
                  <a:cubicBezTo>
                    <a:pt x="255" y="180"/>
                    <a:pt x="256" y="180"/>
                    <a:pt x="255" y="180"/>
                  </a:cubicBezTo>
                  <a:cubicBezTo>
                    <a:pt x="256" y="179"/>
                    <a:pt x="257" y="179"/>
                    <a:pt x="258" y="179"/>
                  </a:cubicBezTo>
                  <a:cubicBezTo>
                    <a:pt x="258" y="179"/>
                    <a:pt x="260" y="179"/>
                    <a:pt x="260" y="179"/>
                  </a:cubicBezTo>
                  <a:cubicBezTo>
                    <a:pt x="260" y="179"/>
                    <a:pt x="259" y="180"/>
                    <a:pt x="259" y="180"/>
                  </a:cubicBezTo>
                  <a:cubicBezTo>
                    <a:pt x="260" y="180"/>
                    <a:pt x="262" y="180"/>
                    <a:pt x="263" y="179"/>
                  </a:cubicBezTo>
                  <a:cubicBezTo>
                    <a:pt x="262" y="179"/>
                    <a:pt x="262" y="179"/>
                    <a:pt x="261" y="179"/>
                  </a:cubicBezTo>
                  <a:cubicBezTo>
                    <a:pt x="261" y="179"/>
                    <a:pt x="262" y="179"/>
                    <a:pt x="263" y="179"/>
                  </a:cubicBezTo>
                  <a:cubicBezTo>
                    <a:pt x="262" y="179"/>
                    <a:pt x="263" y="179"/>
                    <a:pt x="264" y="179"/>
                  </a:cubicBezTo>
                  <a:cubicBezTo>
                    <a:pt x="264" y="179"/>
                    <a:pt x="264" y="179"/>
                    <a:pt x="265" y="179"/>
                  </a:cubicBezTo>
                  <a:cubicBezTo>
                    <a:pt x="265" y="178"/>
                    <a:pt x="266" y="178"/>
                    <a:pt x="267" y="178"/>
                  </a:cubicBezTo>
                  <a:cubicBezTo>
                    <a:pt x="266" y="178"/>
                    <a:pt x="266" y="178"/>
                    <a:pt x="265" y="178"/>
                  </a:cubicBezTo>
                  <a:cubicBezTo>
                    <a:pt x="265" y="178"/>
                    <a:pt x="263" y="179"/>
                    <a:pt x="264" y="178"/>
                  </a:cubicBezTo>
                  <a:cubicBezTo>
                    <a:pt x="263" y="178"/>
                    <a:pt x="261" y="179"/>
                    <a:pt x="260" y="179"/>
                  </a:cubicBezTo>
                  <a:cubicBezTo>
                    <a:pt x="260" y="179"/>
                    <a:pt x="261" y="178"/>
                    <a:pt x="261" y="178"/>
                  </a:cubicBezTo>
                  <a:cubicBezTo>
                    <a:pt x="261" y="178"/>
                    <a:pt x="260" y="178"/>
                    <a:pt x="260" y="178"/>
                  </a:cubicBezTo>
                  <a:cubicBezTo>
                    <a:pt x="260" y="178"/>
                    <a:pt x="262" y="178"/>
                    <a:pt x="262" y="178"/>
                  </a:cubicBezTo>
                  <a:cubicBezTo>
                    <a:pt x="263" y="178"/>
                    <a:pt x="264" y="178"/>
                    <a:pt x="264" y="178"/>
                  </a:cubicBezTo>
                  <a:cubicBezTo>
                    <a:pt x="265" y="178"/>
                    <a:pt x="265" y="178"/>
                    <a:pt x="265" y="178"/>
                  </a:cubicBezTo>
                  <a:cubicBezTo>
                    <a:pt x="266" y="178"/>
                    <a:pt x="266" y="178"/>
                    <a:pt x="267" y="177"/>
                  </a:cubicBezTo>
                  <a:cubicBezTo>
                    <a:pt x="268" y="177"/>
                    <a:pt x="269" y="177"/>
                    <a:pt x="269" y="177"/>
                  </a:cubicBezTo>
                  <a:cubicBezTo>
                    <a:pt x="269" y="176"/>
                    <a:pt x="264" y="177"/>
                    <a:pt x="264" y="176"/>
                  </a:cubicBezTo>
                  <a:cubicBezTo>
                    <a:pt x="264" y="175"/>
                    <a:pt x="269" y="176"/>
                    <a:pt x="269" y="176"/>
                  </a:cubicBezTo>
                  <a:cubicBezTo>
                    <a:pt x="269" y="176"/>
                    <a:pt x="268" y="176"/>
                    <a:pt x="268" y="176"/>
                  </a:cubicBezTo>
                  <a:cubicBezTo>
                    <a:pt x="267" y="175"/>
                    <a:pt x="266" y="176"/>
                    <a:pt x="265" y="176"/>
                  </a:cubicBezTo>
                  <a:cubicBezTo>
                    <a:pt x="265" y="176"/>
                    <a:pt x="264" y="175"/>
                    <a:pt x="264" y="176"/>
                  </a:cubicBezTo>
                  <a:cubicBezTo>
                    <a:pt x="264" y="176"/>
                    <a:pt x="264" y="176"/>
                    <a:pt x="264" y="176"/>
                  </a:cubicBezTo>
                  <a:cubicBezTo>
                    <a:pt x="265" y="176"/>
                    <a:pt x="264" y="176"/>
                    <a:pt x="263" y="177"/>
                  </a:cubicBezTo>
                  <a:cubicBezTo>
                    <a:pt x="263" y="177"/>
                    <a:pt x="263" y="177"/>
                    <a:pt x="262" y="177"/>
                  </a:cubicBezTo>
                  <a:cubicBezTo>
                    <a:pt x="261" y="176"/>
                    <a:pt x="260" y="177"/>
                    <a:pt x="258" y="177"/>
                  </a:cubicBezTo>
                  <a:cubicBezTo>
                    <a:pt x="257" y="177"/>
                    <a:pt x="256" y="178"/>
                    <a:pt x="255" y="178"/>
                  </a:cubicBezTo>
                  <a:cubicBezTo>
                    <a:pt x="254" y="178"/>
                    <a:pt x="253" y="179"/>
                    <a:pt x="252" y="180"/>
                  </a:cubicBezTo>
                  <a:cubicBezTo>
                    <a:pt x="253" y="178"/>
                    <a:pt x="256" y="177"/>
                    <a:pt x="258" y="177"/>
                  </a:cubicBezTo>
                  <a:cubicBezTo>
                    <a:pt x="259" y="176"/>
                    <a:pt x="260" y="176"/>
                    <a:pt x="262" y="176"/>
                  </a:cubicBezTo>
                  <a:cubicBezTo>
                    <a:pt x="262" y="176"/>
                    <a:pt x="263" y="176"/>
                    <a:pt x="264" y="175"/>
                  </a:cubicBezTo>
                  <a:cubicBezTo>
                    <a:pt x="264" y="175"/>
                    <a:pt x="263" y="175"/>
                    <a:pt x="263" y="175"/>
                  </a:cubicBezTo>
                  <a:cubicBezTo>
                    <a:pt x="263" y="175"/>
                    <a:pt x="265" y="175"/>
                    <a:pt x="265" y="175"/>
                  </a:cubicBezTo>
                  <a:cubicBezTo>
                    <a:pt x="266" y="175"/>
                    <a:pt x="268" y="175"/>
                    <a:pt x="269" y="175"/>
                  </a:cubicBezTo>
                  <a:cubicBezTo>
                    <a:pt x="270" y="176"/>
                    <a:pt x="271" y="176"/>
                    <a:pt x="272" y="176"/>
                  </a:cubicBezTo>
                  <a:cubicBezTo>
                    <a:pt x="272" y="176"/>
                    <a:pt x="273" y="176"/>
                    <a:pt x="272" y="176"/>
                  </a:cubicBezTo>
                  <a:cubicBezTo>
                    <a:pt x="273" y="176"/>
                    <a:pt x="273" y="176"/>
                    <a:pt x="273" y="176"/>
                  </a:cubicBezTo>
                  <a:cubicBezTo>
                    <a:pt x="273" y="177"/>
                    <a:pt x="273" y="177"/>
                    <a:pt x="272" y="177"/>
                  </a:cubicBezTo>
                  <a:cubicBezTo>
                    <a:pt x="273" y="177"/>
                    <a:pt x="273" y="177"/>
                    <a:pt x="273" y="177"/>
                  </a:cubicBezTo>
                  <a:cubicBezTo>
                    <a:pt x="272" y="177"/>
                    <a:pt x="272" y="177"/>
                    <a:pt x="271" y="177"/>
                  </a:cubicBezTo>
                  <a:cubicBezTo>
                    <a:pt x="272" y="178"/>
                    <a:pt x="273" y="177"/>
                    <a:pt x="274" y="177"/>
                  </a:cubicBezTo>
                  <a:close/>
                  <a:moveTo>
                    <a:pt x="261" y="178"/>
                  </a:moveTo>
                  <a:cubicBezTo>
                    <a:pt x="262" y="178"/>
                    <a:pt x="263" y="178"/>
                    <a:pt x="263" y="178"/>
                  </a:cubicBezTo>
                  <a:cubicBezTo>
                    <a:pt x="263" y="178"/>
                    <a:pt x="262" y="178"/>
                    <a:pt x="261" y="178"/>
                  </a:cubicBezTo>
                  <a:close/>
                  <a:moveTo>
                    <a:pt x="290" y="268"/>
                  </a:moveTo>
                  <a:cubicBezTo>
                    <a:pt x="290" y="267"/>
                    <a:pt x="289" y="268"/>
                    <a:pt x="289" y="268"/>
                  </a:cubicBezTo>
                  <a:cubicBezTo>
                    <a:pt x="288" y="268"/>
                    <a:pt x="289" y="267"/>
                    <a:pt x="288" y="267"/>
                  </a:cubicBezTo>
                  <a:cubicBezTo>
                    <a:pt x="288" y="267"/>
                    <a:pt x="287" y="266"/>
                    <a:pt x="287" y="266"/>
                  </a:cubicBezTo>
                  <a:cubicBezTo>
                    <a:pt x="286" y="266"/>
                    <a:pt x="285" y="266"/>
                    <a:pt x="284" y="266"/>
                  </a:cubicBezTo>
                  <a:cubicBezTo>
                    <a:pt x="285" y="265"/>
                    <a:pt x="282" y="266"/>
                    <a:pt x="281" y="267"/>
                  </a:cubicBezTo>
                  <a:cubicBezTo>
                    <a:pt x="281" y="267"/>
                    <a:pt x="281" y="267"/>
                    <a:pt x="280" y="268"/>
                  </a:cubicBezTo>
                  <a:cubicBezTo>
                    <a:pt x="280" y="268"/>
                    <a:pt x="280" y="269"/>
                    <a:pt x="279" y="269"/>
                  </a:cubicBezTo>
                  <a:cubicBezTo>
                    <a:pt x="279" y="270"/>
                    <a:pt x="278" y="271"/>
                    <a:pt x="277" y="271"/>
                  </a:cubicBezTo>
                  <a:cubicBezTo>
                    <a:pt x="276" y="271"/>
                    <a:pt x="275" y="272"/>
                    <a:pt x="275" y="273"/>
                  </a:cubicBezTo>
                  <a:cubicBezTo>
                    <a:pt x="276" y="273"/>
                    <a:pt x="275" y="275"/>
                    <a:pt x="276" y="275"/>
                  </a:cubicBezTo>
                  <a:cubicBezTo>
                    <a:pt x="277" y="274"/>
                    <a:pt x="277" y="275"/>
                    <a:pt x="277" y="275"/>
                  </a:cubicBezTo>
                  <a:cubicBezTo>
                    <a:pt x="278" y="274"/>
                    <a:pt x="278" y="275"/>
                    <a:pt x="279" y="275"/>
                  </a:cubicBezTo>
                  <a:cubicBezTo>
                    <a:pt x="279" y="275"/>
                    <a:pt x="281" y="275"/>
                    <a:pt x="280" y="275"/>
                  </a:cubicBezTo>
                  <a:cubicBezTo>
                    <a:pt x="280" y="275"/>
                    <a:pt x="279" y="275"/>
                    <a:pt x="278" y="275"/>
                  </a:cubicBezTo>
                  <a:cubicBezTo>
                    <a:pt x="277" y="276"/>
                    <a:pt x="277" y="276"/>
                    <a:pt x="276" y="276"/>
                  </a:cubicBezTo>
                  <a:cubicBezTo>
                    <a:pt x="275" y="277"/>
                    <a:pt x="276" y="277"/>
                    <a:pt x="275" y="278"/>
                  </a:cubicBezTo>
                  <a:cubicBezTo>
                    <a:pt x="275" y="278"/>
                    <a:pt x="275" y="279"/>
                    <a:pt x="275" y="279"/>
                  </a:cubicBezTo>
                  <a:cubicBezTo>
                    <a:pt x="276" y="279"/>
                    <a:pt x="276" y="279"/>
                    <a:pt x="276" y="279"/>
                  </a:cubicBezTo>
                  <a:cubicBezTo>
                    <a:pt x="276" y="280"/>
                    <a:pt x="276" y="280"/>
                    <a:pt x="276" y="280"/>
                  </a:cubicBezTo>
                  <a:cubicBezTo>
                    <a:pt x="276" y="281"/>
                    <a:pt x="276" y="281"/>
                    <a:pt x="276" y="282"/>
                  </a:cubicBezTo>
                  <a:cubicBezTo>
                    <a:pt x="276" y="282"/>
                    <a:pt x="277" y="282"/>
                    <a:pt x="277" y="282"/>
                  </a:cubicBezTo>
                  <a:cubicBezTo>
                    <a:pt x="277" y="283"/>
                    <a:pt x="277" y="284"/>
                    <a:pt x="277" y="284"/>
                  </a:cubicBezTo>
                  <a:cubicBezTo>
                    <a:pt x="276" y="284"/>
                    <a:pt x="277" y="284"/>
                    <a:pt x="277" y="285"/>
                  </a:cubicBezTo>
                  <a:cubicBezTo>
                    <a:pt x="277" y="285"/>
                    <a:pt x="276" y="287"/>
                    <a:pt x="277" y="287"/>
                  </a:cubicBezTo>
                  <a:cubicBezTo>
                    <a:pt x="277" y="287"/>
                    <a:pt x="278" y="287"/>
                    <a:pt x="278" y="287"/>
                  </a:cubicBezTo>
                  <a:cubicBezTo>
                    <a:pt x="278" y="287"/>
                    <a:pt x="278" y="287"/>
                    <a:pt x="278" y="286"/>
                  </a:cubicBezTo>
                  <a:cubicBezTo>
                    <a:pt x="278" y="286"/>
                    <a:pt x="279" y="286"/>
                    <a:pt x="279" y="286"/>
                  </a:cubicBezTo>
                  <a:cubicBezTo>
                    <a:pt x="279" y="286"/>
                    <a:pt x="280" y="285"/>
                    <a:pt x="280" y="285"/>
                  </a:cubicBezTo>
                  <a:cubicBezTo>
                    <a:pt x="280" y="285"/>
                    <a:pt x="279" y="285"/>
                    <a:pt x="279" y="285"/>
                  </a:cubicBezTo>
                  <a:cubicBezTo>
                    <a:pt x="279" y="284"/>
                    <a:pt x="280" y="284"/>
                    <a:pt x="280" y="284"/>
                  </a:cubicBezTo>
                  <a:cubicBezTo>
                    <a:pt x="280" y="285"/>
                    <a:pt x="282" y="284"/>
                    <a:pt x="282" y="284"/>
                  </a:cubicBezTo>
                  <a:cubicBezTo>
                    <a:pt x="282" y="284"/>
                    <a:pt x="279" y="286"/>
                    <a:pt x="280" y="287"/>
                  </a:cubicBezTo>
                  <a:cubicBezTo>
                    <a:pt x="280" y="287"/>
                    <a:pt x="282" y="285"/>
                    <a:pt x="282" y="285"/>
                  </a:cubicBezTo>
                  <a:cubicBezTo>
                    <a:pt x="283" y="285"/>
                    <a:pt x="282" y="286"/>
                    <a:pt x="282" y="287"/>
                  </a:cubicBezTo>
                  <a:cubicBezTo>
                    <a:pt x="282" y="288"/>
                    <a:pt x="282" y="288"/>
                    <a:pt x="281" y="289"/>
                  </a:cubicBezTo>
                  <a:cubicBezTo>
                    <a:pt x="280" y="289"/>
                    <a:pt x="280" y="290"/>
                    <a:pt x="279" y="291"/>
                  </a:cubicBezTo>
                  <a:cubicBezTo>
                    <a:pt x="279" y="292"/>
                    <a:pt x="279" y="292"/>
                    <a:pt x="280" y="291"/>
                  </a:cubicBezTo>
                  <a:cubicBezTo>
                    <a:pt x="281" y="291"/>
                    <a:pt x="281" y="290"/>
                    <a:pt x="282" y="290"/>
                  </a:cubicBezTo>
                  <a:cubicBezTo>
                    <a:pt x="282" y="289"/>
                    <a:pt x="282" y="289"/>
                    <a:pt x="283" y="289"/>
                  </a:cubicBezTo>
                  <a:cubicBezTo>
                    <a:pt x="283" y="289"/>
                    <a:pt x="284" y="289"/>
                    <a:pt x="284" y="289"/>
                  </a:cubicBezTo>
                  <a:cubicBezTo>
                    <a:pt x="285" y="289"/>
                    <a:pt x="284" y="289"/>
                    <a:pt x="284" y="289"/>
                  </a:cubicBezTo>
                  <a:cubicBezTo>
                    <a:pt x="284" y="289"/>
                    <a:pt x="285" y="289"/>
                    <a:pt x="284" y="290"/>
                  </a:cubicBezTo>
                  <a:cubicBezTo>
                    <a:pt x="284" y="290"/>
                    <a:pt x="284" y="290"/>
                    <a:pt x="284" y="290"/>
                  </a:cubicBezTo>
                  <a:cubicBezTo>
                    <a:pt x="284" y="290"/>
                    <a:pt x="284" y="290"/>
                    <a:pt x="285" y="290"/>
                  </a:cubicBezTo>
                  <a:cubicBezTo>
                    <a:pt x="284" y="291"/>
                    <a:pt x="283" y="292"/>
                    <a:pt x="282" y="292"/>
                  </a:cubicBezTo>
                  <a:cubicBezTo>
                    <a:pt x="281" y="293"/>
                    <a:pt x="280" y="294"/>
                    <a:pt x="280" y="294"/>
                  </a:cubicBezTo>
                  <a:cubicBezTo>
                    <a:pt x="280" y="295"/>
                    <a:pt x="283" y="292"/>
                    <a:pt x="283" y="292"/>
                  </a:cubicBezTo>
                  <a:cubicBezTo>
                    <a:pt x="283" y="293"/>
                    <a:pt x="283" y="293"/>
                    <a:pt x="283" y="293"/>
                  </a:cubicBezTo>
                  <a:cubicBezTo>
                    <a:pt x="283" y="293"/>
                    <a:pt x="284" y="292"/>
                    <a:pt x="284" y="293"/>
                  </a:cubicBezTo>
                  <a:cubicBezTo>
                    <a:pt x="284" y="293"/>
                    <a:pt x="282" y="294"/>
                    <a:pt x="281" y="294"/>
                  </a:cubicBezTo>
                  <a:cubicBezTo>
                    <a:pt x="281" y="295"/>
                    <a:pt x="281" y="295"/>
                    <a:pt x="280" y="295"/>
                  </a:cubicBezTo>
                  <a:cubicBezTo>
                    <a:pt x="279" y="295"/>
                    <a:pt x="279" y="296"/>
                    <a:pt x="279" y="296"/>
                  </a:cubicBezTo>
                  <a:cubicBezTo>
                    <a:pt x="279" y="297"/>
                    <a:pt x="278" y="297"/>
                    <a:pt x="278" y="297"/>
                  </a:cubicBezTo>
                  <a:cubicBezTo>
                    <a:pt x="278" y="298"/>
                    <a:pt x="278" y="298"/>
                    <a:pt x="278" y="298"/>
                  </a:cubicBezTo>
                  <a:cubicBezTo>
                    <a:pt x="277" y="298"/>
                    <a:pt x="277" y="298"/>
                    <a:pt x="277" y="299"/>
                  </a:cubicBezTo>
                  <a:cubicBezTo>
                    <a:pt x="277" y="299"/>
                    <a:pt x="276" y="300"/>
                    <a:pt x="276" y="300"/>
                  </a:cubicBezTo>
                  <a:cubicBezTo>
                    <a:pt x="276" y="301"/>
                    <a:pt x="276" y="301"/>
                    <a:pt x="276" y="301"/>
                  </a:cubicBezTo>
                  <a:cubicBezTo>
                    <a:pt x="275" y="302"/>
                    <a:pt x="275" y="303"/>
                    <a:pt x="276" y="303"/>
                  </a:cubicBezTo>
                  <a:cubicBezTo>
                    <a:pt x="277" y="303"/>
                    <a:pt x="278" y="303"/>
                    <a:pt x="279" y="302"/>
                  </a:cubicBezTo>
                  <a:cubicBezTo>
                    <a:pt x="279" y="302"/>
                    <a:pt x="279" y="301"/>
                    <a:pt x="279" y="301"/>
                  </a:cubicBezTo>
                  <a:cubicBezTo>
                    <a:pt x="279" y="301"/>
                    <a:pt x="279" y="300"/>
                    <a:pt x="280" y="300"/>
                  </a:cubicBezTo>
                  <a:cubicBezTo>
                    <a:pt x="280" y="300"/>
                    <a:pt x="280" y="299"/>
                    <a:pt x="281" y="300"/>
                  </a:cubicBezTo>
                  <a:cubicBezTo>
                    <a:pt x="281" y="300"/>
                    <a:pt x="281" y="300"/>
                    <a:pt x="281" y="300"/>
                  </a:cubicBezTo>
                  <a:cubicBezTo>
                    <a:pt x="281" y="300"/>
                    <a:pt x="282" y="300"/>
                    <a:pt x="282" y="300"/>
                  </a:cubicBezTo>
                  <a:cubicBezTo>
                    <a:pt x="281" y="300"/>
                    <a:pt x="283" y="298"/>
                    <a:pt x="283" y="298"/>
                  </a:cubicBezTo>
                  <a:cubicBezTo>
                    <a:pt x="283" y="297"/>
                    <a:pt x="283" y="295"/>
                    <a:pt x="284" y="295"/>
                  </a:cubicBezTo>
                  <a:cubicBezTo>
                    <a:pt x="285" y="295"/>
                    <a:pt x="285" y="295"/>
                    <a:pt x="285" y="295"/>
                  </a:cubicBezTo>
                  <a:cubicBezTo>
                    <a:pt x="285" y="294"/>
                    <a:pt x="286" y="294"/>
                    <a:pt x="286" y="294"/>
                  </a:cubicBezTo>
                  <a:cubicBezTo>
                    <a:pt x="286" y="294"/>
                    <a:pt x="286" y="293"/>
                    <a:pt x="286" y="293"/>
                  </a:cubicBezTo>
                  <a:cubicBezTo>
                    <a:pt x="286" y="293"/>
                    <a:pt x="285" y="293"/>
                    <a:pt x="285" y="292"/>
                  </a:cubicBezTo>
                  <a:cubicBezTo>
                    <a:pt x="285" y="292"/>
                    <a:pt x="285" y="292"/>
                    <a:pt x="285" y="291"/>
                  </a:cubicBezTo>
                  <a:cubicBezTo>
                    <a:pt x="285" y="291"/>
                    <a:pt x="286" y="291"/>
                    <a:pt x="286" y="290"/>
                  </a:cubicBezTo>
                  <a:cubicBezTo>
                    <a:pt x="286" y="290"/>
                    <a:pt x="285" y="289"/>
                    <a:pt x="285" y="288"/>
                  </a:cubicBezTo>
                  <a:cubicBezTo>
                    <a:pt x="285" y="288"/>
                    <a:pt x="286" y="288"/>
                    <a:pt x="286" y="288"/>
                  </a:cubicBezTo>
                  <a:cubicBezTo>
                    <a:pt x="287" y="288"/>
                    <a:pt x="285" y="287"/>
                    <a:pt x="285" y="287"/>
                  </a:cubicBezTo>
                  <a:cubicBezTo>
                    <a:pt x="285" y="287"/>
                    <a:pt x="286" y="287"/>
                    <a:pt x="286" y="286"/>
                  </a:cubicBezTo>
                  <a:cubicBezTo>
                    <a:pt x="286" y="285"/>
                    <a:pt x="286" y="285"/>
                    <a:pt x="286" y="285"/>
                  </a:cubicBezTo>
                  <a:cubicBezTo>
                    <a:pt x="286" y="284"/>
                    <a:pt x="286" y="283"/>
                    <a:pt x="286" y="283"/>
                  </a:cubicBezTo>
                  <a:cubicBezTo>
                    <a:pt x="287" y="283"/>
                    <a:pt x="287" y="283"/>
                    <a:pt x="287" y="282"/>
                  </a:cubicBezTo>
                  <a:cubicBezTo>
                    <a:pt x="287" y="282"/>
                    <a:pt x="287" y="282"/>
                    <a:pt x="287" y="282"/>
                  </a:cubicBezTo>
                  <a:cubicBezTo>
                    <a:pt x="287" y="282"/>
                    <a:pt x="288" y="281"/>
                    <a:pt x="288" y="281"/>
                  </a:cubicBezTo>
                  <a:cubicBezTo>
                    <a:pt x="288" y="281"/>
                    <a:pt x="287" y="281"/>
                    <a:pt x="287" y="281"/>
                  </a:cubicBezTo>
                  <a:cubicBezTo>
                    <a:pt x="287" y="281"/>
                    <a:pt x="288" y="280"/>
                    <a:pt x="288" y="280"/>
                  </a:cubicBezTo>
                  <a:cubicBezTo>
                    <a:pt x="288" y="280"/>
                    <a:pt x="288" y="279"/>
                    <a:pt x="288" y="279"/>
                  </a:cubicBezTo>
                  <a:cubicBezTo>
                    <a:pt x="288" y="278"/>
                    <a:pt x="288" y="278"/>
                    <a:pt x="288" y="277"/>
                  </a:cubicBezTo>
                  <a:cubicBezTo>
                    <a:pt x="288" y="277"/>
                    <a:pt x="288" y="276"/>
                    <a:pt x="288" y="276"/>
                  </a:cubicBezTo>
                  <a:cubicBezTo>
                    <a:pt x="288" y="276"/>
                    <a:pt x="289" y="275"/>
                    <a:pt x="289" y="275"/>
                  </a:cubicBezTo>
                  <a:cubicBezTo>
                    <a:pt x="289" y="275"/>
                    <a:pt x="289" y="275"/>
                    <a:pt x="289" y="275"/>
                  </a:cubicBezTo>
                  <a:cubicBezTo>
                    <a:pt x="289" y="274"/>
                    <a:pt x="289" y="274"/>
                    <a:pt x="289" y="273"/>
                  </a:cubicBezTo>
                  <a:cubicBezTo>
                    <a:pt x="290" y="273"/>
                    <a:pt x="289" y="273"/>
                    <a:pt x="289" y="273"/>
                  </a:cubicBezTo>
                  <a:cubicBezTo>
                    <a:pt x="289" y="272"/>
                    <a:pt x="289" y="272"/>
                    <a:pt x="290" y="272"/>
                  </a:cubicBezTo>
                  <a:cubicBezTo>
                    <a:pt x="290" y="271"/>
                    <a:pt x="289" y="271"/>
                    <a:pt x="289" y="271"/>
                  </a:cubicBezTo>
                  <a:cubicBezTo>
                    <a:pt x="289" y="270"/>
                    <a:pt x="290" y="270"/>
                    <a:pt x="290" y="270"/>
                  </a:cubicBezTo>
                  <a:cubicBezTo>
                    <a:pt x="290" y="269"/>
                    <a:pt x="289" y="269"/>
                    <a:pt x="290" y="269"/>
                  </a:cubicBezTo>
                  <a:cubicBezTo>
                    <a:pt x="290" y="268"/>
                    <a:pt x="290" y="268"/>
                    <a:pt x="290" y="268"/>
                  </a:cubicBezTo>
                  <a:cubicBezTo>
                    <a:pt x="290" y="268"/>
                    <a:pt x="290" y="268"/>
                    <a:pt x="290" y="268"/>
                  </a:cubicBezTo>
                  <a:close/>
                  <a:moveTo>
                    <a:pt x="295" y="261"/>
                  </a:moveTo>
                  <a:cubicBezTo>
                    <a:pt x="294" y="261"/>
                    <a:pt x="293" y="262"/>
                    <a:pt x="293" y="261"/>
                  </a:cubicBezTo>
                  <a:cubicBezTo>
                    <a:pt x="293" y="262"/>
                    <a:pt x="295" y="261"/>
                    <a:pt x="294" y="260"/>
                  </a:cubicBezTo>
                  <a:cubicBezTo>
                    <a:pt x="293" y="261"/>
                    <a:pt x="293" y="261"/>
                    <a:pt x="292" y="261"/>
                  </a:cubicBezTo>
                  <a:cubicBezTo>
                    <a:pt x="292" y="262"/>
                    <a:pt x="292" y="262"/>
                    <a:pt x="291" y="262"/>
                  </a:cubicBezTo>
                  <a:cubicBezTo>
                    <a:pt x="291" y="263"/>
                    <a:pt x="290" y="264"/>
                    <a:pt x="289" y="264"/>
                  </a:cubicBezTo>
                  <a:cubicBezTo>
                    <a:pt x="289" y="264"/>
                    <a:pt x="288" y="266"/>
                    <a:pt x="288" y="266"/>
                  </a:cubicBezTo>
                  <a:cubicBezTo>
                    <a:pt x="288" y="266"/>
                    <a:pt x="289" y="266"/>
                    <a:pt x="289" y="266"/>
                  </a:cubicBezTo>
                  <a:cubicBezTo>
                    <a:pt x="289" y="267"/>
                    <a:pt x="289" y="267"/>
                    <a:pt x="289" y="267"/>
                  </a:cubicBezTo>
                  <a:cubicBezTo>
                    <a:pt x="290" y="267"/>
                    <a:pt x="291" y="267"/>
                    <a:pt x="290" y="266"/>
                  </a:cubicBezTo>
                  <a:cubicBezTo>
                    <a:pt x="290" y="266"/>
                    <a:pt x="291" y="266"/>
                    <a:pt x="291" y="266"/>
                  </a:cubicBezTo>
                  <a:cubicBezTo>
                    <a:pt x="290" y="265"/>
                    <a:pt x="291" y="265"/>
                    <a:pt x="291" y="265"/>
                  </a:cubicBezTo>
                  <a:cubicBezTo>
                    <a:pt x="292" y="265"/>
                    <a:pt x="293" y="265"/>
                    <a:pt x="294" y="264"/>
                  </a:cubicBezTo>
                  <a:cubicBezTo>
                    <a:pt x="293" y="264"/>
                    <a:pt x="292" y="265"/>
                    <a:pt x="292" y="264"/>
                  </a:cubicBezTo>
                  <a:cubicBezTo>
                    <a:pt x="292" y="264"/>
                    <a:pt x="291" y="265"/>
                    <a:pt x="291" y="265"/>
                  </a:cubicBezTo>
                  <a:cubicBezTo>
                    <a:pt x="291" y="265"/>
                    <a:pt x="290" y="266"/>
                    <a:pt x="289" y="266"/>
                  </a:cubicBezTo>
                  <a:cubicBezTo>
                    <a:pt x="289" y="265"/>
                    <a:pt x="289" y="265"/>
                    <a:pt x="289" y="265"/>
                  </a:cubicBezTo>
                  <a:cubicBezTo>
                    <a:pt x="289" y="264"/>
                    <a:pt x="290" y="264"/>
                    <a:pt x="290" y="264"/>
                  </a:cubicBezTo>
                  <a:cubicBezTo>
                    <a:pt x="290" y="264"/>
                    <a:pt x="290" y="263"/>
                    <a:pt x="291" y="263"/>
                  </a:cubicBezTo>
                  <a:cubicBezTo>
                    <a:pt x="292" y="262"/>
                    <a:pt x="293" y="262"/>
                    <a:pt x="294" y="262"/>
                  </a:cubicBezTo>
                  <a:cubicBezTo>
                    <a:pt x="294" y="262"/>
                    <a:pt x="295" y="262"/>
                    <a:pt x="295" y="261"/>
                  </a:cubicBezTo>
                  <a:close/>
                  <a:moveTo>
                    <a:pt x="602" y="223"/>
                  </a:moveTo>
                  <a:cubicBezTo>
                    <a:pt x="602" y="223"/>
                    <a:pt x="602" y="223"/>
                    <a:pt x="602" y="223"/>
                  </a:cubicBezTo>
                  <a:close/>
                  <a:moveTo>
                    <a:pt x="293" y="120"/>
                  </a:moveTo>
                  <a:cubicBezTo>
                    <a:pt x="293" y="120"/>
                    <a:pt x="293" y="120"/>
                    <a:pt x="293" y="120"/>
                  </a:cubicBezTo>
                  <a:cubicBezTo>
                    <a:pt x="293" y="120"/>
                    <a:pt x="293" y="120"/>
                    <a:pt x="293" y="120"/>
                  </a:cubicBezTo>
                  <a:cubicBezTo>
                    <a:pt x="293" y="120"/>
                    <a:pt x="293" y="120"/>
                    <a:pt x="293" y="120"/>
                  </a:cubicBezTo>
                  <a:close/>
                  <a:moveTo>
                    <a:pt x="458" y="78"/>
                  </a:moveTo>
                  <a:cubicBezTo>
                    <a:pt x="457" y="78"/>
                    <a:pt x="453" y="79"/>
                    <a:pt x="454" y="80"/>
                  </a:cubicBezTo>
                  <a:cubicBezTo>
                    <a:pt x="454" y="81"/>
                    <a:pt x="458" y="80"/>
                    <a:pt x="458" y="78"/>
                  </a:cubicBezTo>
                  <a:cubicBezTo>
                    <a:pt x="458" y="79"/>
                    <a:pt x="458" y="79"/>
                    <a:pt x="457" y="79"/>
                  </a:cubicBezTo>
                  <a:cubicBezTo>
                    <a:pt x="457" y="79"/>
                    <a:pt x="458" y="78"/>
                    <a:pt x="458" y="78"/>
                  </a:cubicBezTo>
                  <a:close/>
                  <a:moveTo>
                    <a:pt x="435" y="73"/>
                  </a:moveTo>
                  <a:cubicBezTo>
                    <a:pt x="435" y="73"/>
                    <a:pt x="435" y="73"/>
                    <a:pt x="434" y="73"/>
                  </a:cubicBezTo>
                  <a:cubicBezTo>
                    <a:pt x="435" y="73"/>
                    <a:pt x="434" y="73"/>
                    <a:pt x="434" y="74"/>
                  </a:cubicBezTo>
                  <a:cubicBezTo>
                    <a:pt x="434" y="74"/>
                    <a:pt x="435" y="74"/>
                    <a:pt x="435" y="74"/>
                  </a:cubicBezTo>
                  <a:cubicBezTo>
                    <a:pt x="435" y="74"/>
                    <a:pt x="435" y="74"/>
                    <a:pt x="434" y="74"/>
                  </a:cubicBezTo>
                  <a:cubicBezTo>
                    <a:pt x="435" y="74"/>
                    <a:pt x="436" y="75"/>
                    <a:pt x="436" y="74"/>
                  </a:cubicBezTo>
                  <a:cubicBezTo>
                    <a:pt x="436" y="75"/>
                    <a:pt x="436" y="75"/>
                    <a:pt x="435" y="75"/>
                  </a:cubicBezTo>
                  <a:cubicBezTo>
                    <a:pt x="435" y="75"/>
                    <a:pt x="436" y="76"/>
                    <a:pt x="435" y="76"/>
                  </a:cubicBezTo>
                  <a:cubicBezTo>
                    <a:pt x="435" y="76"/>
                    <a:pt x="435" y="76"/>
                    <a:pt x="435" y="76"/>
                  </a:cubicBezTo>
                  <a:cubicBezTo>
                    <a:pt x="434" y="75"/>
                    <a:pt x="435" y="75"/>
                    <a:pt x="434" y="75"/>
                  </a:cubicBezTo>
                  <a:cubicBezTo>
                    <a:pt x="434" y="74"/>
                    <a:pt x="432" y="74"/>
                    <a:pt x="431" y="75"/>
                  </a:cubicBezTo>
                  <a:cubicBezTo>
                    <a:pt x="430" y="75"/>
                    <a:pt x="429" y="75"/>
                    <a:pt x="428" y="76"/>
                  </a:cubicBezTo>
                  <a:cubicBezTo>
                    <a:pt x="429" y="76"/>
                    <a:pt x="429" y="76"/>
                    <a:pt x="429" y="76"/>
                  </a:cubicBezTo>
                  <a:cubicBezTo>
                    <a:pt x="429" y="77"/>
                    <a:pt x="430" y="77"/>
                    <a:pt x="431" y="77"/>
                  </a:cubicBezTo>
                  <a:cubicBezTo>
                    <a:pt x="430" y="77"/>
                    <a:pt x="431" y="77"/>
                    <a:pt x="432" y="77"/>
                  </a:cubicBezTo>
                  <a:cubicBezTo>
                    <a:pt x="432" y="77"/>
                    <a:pt x="433" y="77"/>
                    <a:pt x="433" y="77"/>
                  </a:cubicBezTo>
                  <a:cubicBezTo>
                    <a:pt x="434" y="77"/>
                    <a:pt x="435" y="77"/>
                    <a:pt x="435" y="77"/>
                  </a:cubicBezTo>
                  <a:cubicBezTo>
                    <a:pt x="436" y="76"/>
                    <a:pt x="436" y="76"/>
                    <a:pt x="436" y="77"/>
                  </a:cubicBezTo>
                  <a:cubicBezTo>
                    <a:pt x="436" y="78"/>
                    <a:pt x="437" y="78"/>
                    <a:pt x="438" y="78"/>
                  </a:cubicBezTo>
                  <a:cubicBezTo>
                    <a:pt x="437" y="78"/>
                    <a:pt x="437" y="78"/>
                    <a:pt x="436" y="78"/>
                  </a:cubicBezTo>
                  <a:cubicBezTo>
                    <a:pt x="436" y="78"/>
                    <a:pt x="435" y="78"/>
                    <a:pt x="436" y="78"/>
                  </a:cubicBezTo>
                  <a:cubicBezTo>
                    <a:pt x="436" y="78"/>
                    <a:pt x="435" y="77"/>
                    <a:pt x="435" y="77"/>
                  </a:cubicBezTo>
                  <a:cubicBezTo>
                    <a:pt x="434" y="77"/>
                    <a:pt x="433" y="77"/>
                    <a:pt x="433" y="78"/>
                  </a:cubicBezTo>
                  <a:cubicBezTo>
                    <a:pt x="434" y="78"/>
                    <a:pt x="432" y="78"/>
                    <a:pt x="432" y="78"/>
                  </a:cubicBezTo>
                  <a:cubicBezTo>
                    <a:pt x="432" y="78"/>
                    <a:pt x="432" y="79"/>
                    <a:pt x="432" y="79"/>
                  </a:cubicBezTo>
                  <a:cubicBezTo>
                    <a:pt x="433" y="79"/>
                    <a:pt x="433" y="78"/>
                    <a:pt x="434" y="78"/>
                  </a:cubicBezTo>
                  <a:cubicBezTo>
                    <a:pt x="434" y="79"/>
                    <a:pt x="433" y="79"/>
                    <a:pt x="433" y="79"/>
                  </a:cubicBezTo>
                  <a:cubicBezTo>
                    <a:pt x="433" y="79"/>
                    <a:pt x="434" y="79"/>
                    <a:pt x="434" y="79"/>
                  </a:cubicBezTo>
                  <a:cubicBezTo>
                    <a:pt x="434" y="79"/>
                    <a:pt x="433" y="79"/>
                    <a:pt x="433" y="79"/>
                  </a:cubicBezTo>
                  <a:cubicBezTo>
                    <a:pt x="434" y="79"/>
                    <a:pt x="433" y="80"/>
                    <a:pt x="433" y="80"/>
                  </a:cubicBezTo>
                  <a:cubicBezTo>
                    <a:pt x="433" y="80"/>
                    <a:pt x="433" y="80"/>
                    <a:pt x="434" y="80"/>
                  </a:cubicBezTo>
                  <a:cubicBezTo>
                    <a:pt x="433" y="81"/>
                    <a:pt x="432" y="81"/>
                    <a:pt x="431" y="81"/>
                  </a:cubicBezTo>
                  <a:cubicBezTo>
                    <a:pt x="431" y="80"/>
                    <a:pt x="432" y="81"/>
                    <a:pt x="432" y="80"/>
                  </a:cubicBezTo>
                  <a:cubicBezTo>
                    <a:pt x="432" y="80"/>
                    <a:pt x="431" y="80"/>
                    <a:pt x="431" y="80"/>
                  </a:cubicBezTo>
                  <a:cubicBezTo>
                    <a:pt x="431" y="79"/>
                    <a:pt x="432" y="80"/>
                    <a:pt x="432" y="79"/>
                  </a:cubicBezTo>
                  <a:cubicBezTo>
                    <a:pt x="432" y="80"/>
                    <a:pt x="432" y="79"/>
                    <a:pt x="431" y="79"/>
                  </a:cubicBezTo>
                  <a:cubicBezTo>
                    <a:pt x="431" y="80"/>
                    <a:pt x="431" y="80"/>
                    <a:pt x="431" y="80"/>
                  </a:cubicBezTo>
                  <a:cubicBezTo>
                    <a:pt x="431" y="80"/>
                    <a:pt x="431" y="80"/>
                    <a:pt x="431" y="80"/>
                  </a:cubicBezTo>
                  <a:cubicBezTo>
                    <a:pt x="431" y="80"/>
                    <a:pt x="431" y="81"/>
                    <a:pt x="430" y="81"/>
                  </a:cubicBezTo>
                  <a:cubicBezTo>
                    <a:pt x="431" y="81"/>
                    <a:pt x="430" y="82"/>
                    <a:pt x="430" y="82"/>
                  </a:cubicBezTo>
                  <a:cubicBezTo>
                    <a:pt x="429" y="82"/>
                    <a:pt x="429" y="82"/>
                    <a:pt x="428" y="82"/>
                  </a:cubicBezTo>
                  <a:cubicBezTo>
                    <a:pt x="428" y="82"/>
                    <a:pt x="427" y="82"/>
                    <a:pt x="426" y="82"/>
                  </a:cubicBezTo>
                  <a:cubicBezTo>
                    <a:pt x="426" y="82"/>
                    <a:pt x="426" y="82"/>
                    <a:pt x="426" y="82"/>
                  </a:cubicBezTo>
                  <a:cubicBezTo>
                    <a:pt x="426" y="82"/>
                    <a:pt x="425" y="82"/>
                    <a:pt x="425" y="82"/>
                  </a:cubicBezTo>
                  <a:cubicBezTo>
                    <a:pt x="424" y="83"/>
                    <a:pt x="423" y="83"/>
                    <a:pt x="422" y="82"/>
                  </a:cubicBezTo>
                  <a:cubicBezTo>
                    <a:pt x="423" y="82"/>
                    <a:pt x="423" y="82"/>
                    <a:pt x="424" y="82"/>
                  </a:cubicBezTo>
                  <a:cubicBezTo>
                    <a:pt x="424" y="82"/>
                    <a:pt x="423" y="82"/>
                    <a:pt x="423" y="82"/>
                  </a:cubicBezTo>
                  <a:cubicBezTo>
                    <a:pt x="423" y="81"/>
                    <a:pt x="423" y="80"/>
                    <a:pt x="423" y="80"/>
                  </a:cubicBezTo>
                  <a:cubicBezTo>
                    <a:pt x="423" y="80"/>
                    <a:pt x="422" y="81"/>
                    <a:pt x="422" y="80"/>
                  </a:cubicBezTo>
                  <a:cubicBezTo>
                    <a:pt x="422" y="80"/>
                    <a:pt x="422" y="80"/>
                    <a:pt x="422" y="80"/>
                  </a:cubicBezTo>
                  <a:cubicBezTo>
                    <a:pt x="422" y="80"/>
                    <a:pt x="422" y="80"/>
                    <a:pt x="423" y="80"/>
                  </a:cubicBezTo>
                  <a:cubicBezTo>
                    <a:pt x="422" y="80"/>
                    <a:pt x="422" y="79"/>
                    <a:pt x="422" y="79"/>
                  </a:cubicBezTo>
                  <a:cubicBezTo>
                    <a:pt x="422" y="79"/>
                    <a:pt x="422" y="79"/>
                    <a:pt x="422" y="79"/>
                  </a:cubicBezTo>
                  <a:cubicBezTo>
                    <a:pt x="421" y="79"/>
                    <a:pt x="420" y="79"/>
                    <a:pt x="419" y="79"/>
                  </a:cubicBezTo>
                  <a:cubicBezTo>
                    <a:pt x="419" y="79"/>
                    <a:pt x="419" y="79"/>
                    <a:pt x="418" y="79"/>
                  </a:cubicBezTo>
                  <a:cubicBezTo>
                    <a:pt x="418" y="79"/>
                    <a:pt x="417" y="80"/>
                    <a:pt x="416" y="80"/>
                  </a:cubicBezTo>
                  <a:cubicBezTo>
                    <a:pt x="416" y="81"/>
                    <a:pt x="415" y="81"/>
                    <a:pt x="414" y="81"/>
                  </a:cubicBezTo>
                  <a:cubicBezTo>
                    <a:pt x="414" y="81"/>
                    <a:pt x="414" y="82"/>
                    <a:pt x="413" y="82"/>
                  </a:cubicBezTo>
                  <a:cubicBezTo>
                    <a:pt x="414" y="82"/>
                    <a:pt x="414" y="83"/>
                    <a:pt x="414" y="83"/>
                  </a:cubicBezTo>
                  <a:cubicBezTo>
                    <a:pt x="414" y="84"/>
                    <a:pt x="415" y="84"/>
                    <a:pt x="415" y="84"/>
                  </a:cubicBezTo>
                  <a:cubicBezTo>
                    <a:pt x="416" y="84"/>
                    <a:pt x="416" y="84"/>
                    <a:pt x="416" y="85"/>
                  </a:cubicBezTo>
                  <a:cubicBezTo>
                    <a:pt x="416" y="85"/>
                    <a:pt x="416" y="85"/>
                    <a:pt x="416" y="85"/>
                  </a:cubicBezTo>
                  <a:cubicBezTo>
                    <a:pt x="416" y="85"/>
                    <a:pt x="415" y="86"/>
                    <a:pt x="416" y="86"/>
                  </a:cubicBezTo>
                  <a:cubicBezTo>
                    <a:pt x="416" y="86"/>
                    <a:pt x="416" y="86"/>
                    <a:pt x="417" y="86"/>
                  </a:cubicBezTo>
                  <a:cubicBezTo>
                    <a:pt x="417" y="86"/>
                    <a:pt x="418" y="86"/>
                    <a:pt x="417" y="86"/>
                  </a:cubicBezTo>
                  <a:cubicBezTo>
                    <a:pt x="418" y="87"/>
                    <a:pt x="418" y="86"/>
                    <a:pt x="419" y="86"/>
                  </a:cubicBezTo>
                  <a:cubicBezTo>
                    <a:pt x="420" y="86"/>
                    <a:pt x="420" y="86"/>
                    <a:pt x="420" y="86"/>
                  </a:cubicBezTo>
                  <a:cubicBezTo>
                    <a:pt x="420" y="86"/>
                    <a:pt x="421" y="86"/>
                    <a:pt x="420" y="86"/>
                  </a:cubicBezTo>
                  <a:cubicBezTo>
                    <a:pt x="420" y="86"/>
                    <a:pt x="420" y="86"/>
                    <a:pt x="420" y="86"/>
                  </a:cubicBezTo>
                  <a:cubicBezTo>
                    <a:pt x="420" y="86"/>
                    <a:pt x="419" y="87"/>
                    <a:pt x="420" y="87"/>
                  </a:cubicBezTo>
                  <a:cubicBezTo>
                    <a:pt x="421" y="87"/>
                    <a:pt x="421" y="87"/>
                    <a:pt x="421" y="87"/>
                  </a:cubicBezTo>
                  <a:cubicBezTo>
                    <a:pt x="422" y="87"/>
                    <a:pt x="422" y="87"/>
                    <a:pt x="422" y="87"/>
                  </a:cubicBezTo>
                  <a:cubicBezTo>
                    <a:pt x="422" y="88"/>
                    <a:pt x="422" y="88"/>
                    <a:pt x="423" y="88"/>
                  </a:cubicBezTo>
                  <a:cubicBezTo>
                    <a:pt x="422" y="88"/>
                    <a:pt x="423" y="90"/>
                    <a:pt x="424" y="90"/>
                  </a:cubicBezTo>
                  <a:cubicBezTo>
                    <a:pt x="424" y="90"/>
                    <a:pt x="425" y="91"/>
                    <a:pt x="424" y="91"/>
                  </a:cubicBezTo>
                  <a:cubicBezTo>
                    <a:pt x="424" y="91"/>
                    <a:pt x="424" y="92"/>
                    <a:pt x="424" y="92"/>
                  </a:cubicBezTo>
                  <a:cubicBezTo>
                    <a:pt x="424" y="92"/>
                    <a:pt x="425" y="92"/>
                    <a:pt x="425" y="92"/>
                  </a:cubicBezTo>
                  <a:cubicBezTo>
                    <a:pt x="425" y="93"/>
                    <a:pt x="424" y="93"/>
                    <a:pt x="424" y="93"/>
                  </a:cubicBezTo>
                  <a:cubicBezTo>
                    <a:pt x="424" y="93"/>
                    <a:pt x="424" y="94"/>
                    <a:pt x="424" y="94"/>
                  </a:cubicBezTo>
                  <a:cubicBezTo>
                    <a:pt x="424" y="95"/>
                    <a:pt x="425" y="94"/>
                    <a:pt x="426" y="94"/>
                  </a:cubicBezTo>
                  <a:cubicBezTo>
                    <a:pt x="426" y="94"/>
                    <a:pt x="426" y="95"/>
                    <a:pt x="427" y="95"/>
                  </a:cubicBezTo>
                  <a:cubicBezTo>
                    <a:pt x="427" y="95"/>
                    <a:pt x="428" y="95"/>
                    <a:pt x="428" y="95"/>
                  </a:cubicBezTo>
                  <a:cubicBezTo>
                    <a:pt x="429" y="95"/>
                    <a:pt x="430" y="94"/>
                    <a:pt x="430" y="94"/>
                  </a:cubicBezTo>
                  <a:cubicBezTo>
                    <a:pt x="431" y="94"/>
                    <a:pt x="433" y="94"/>
                    <a:pt x="434" y="93"/>
                  </a:cubicBezTo>
                  <a:cubicBezTo>
                    <a:pt x="433" y="93"/>
                    <a:pt x="433" y="93"/>
                    <a:pt x="433" y="93"/>
                  </a:cubicBezTo>
                  <a:cubicBezTo>
                    <a:pt x="433" y="92"/>
                    <a:pt x="432" y="92"/>
                    <a:pt x="433" y="91"/>
                  </a:cubicBezTo>
                  <a:cubicBezTo>
                    <a:pt x="433" y="91"/>
                    <a:pt x="433" y="91"/>
                    <a:pt x="432" y="91"/>
                  </a:cubicBezTo>
                  <a:cubicBezTo>
                    <a:pt x="433" y="90"/>
                    <a:pt x="435" y="89"/>
                    <a:pt x="436" y="90"/>
                  </a:cubicBezTo>
                  <a:cubicBezTo>
                    <a:pt x="435" y="90"/>
                    <a:pt x="434" y="90"/>
                    <a:pt x="434" y="91"/>
                  </a:cubicBezTo>
                  <a:cubicBezTo>
                    <a:pt x="433" y="91"/>
                    <a:pt x="433" y="91"/>
                    <a:pt x="434" y="92"/>
                  </a:cubicBezTo>
                  <a:cubicBezTo>
                    <a:pt x="434" y="92"/>
                    <a:pt x="435" y="92"/>
                    <a:pt x="435" y="92"/>
                  </a:cubicBezTo>
                  <a:cubicBezTo>
                    <a:pt x="436" y="92"/>
                    <a:pt x="437" y="92"/>
                    <a:pt x="438" y="92"/>
                  </a:cubicBezTo>
                  <a:cubicBezTo>
                    <a:pt x="439" y="92"/>
                    <a:pt x="440" y="92"/>
                    <a:pt x="441" y="91"/>
                  </a:cubicBezTo>
                  <a:cubicBezTo>
                    <a:pt x="442" y="91"/>
                    <a:pt x="444" y="90"/>
                    <a:pt x="446" y="90"/>
                  </a:cubicBezTo>
                  <a:cubicBezTo>
                    <a:pt x="445" y="90"/>
                    <a:pt x="445" y="90"/>
                    <a:pt x="445" y="90"/>
                  </a:cubicBezTo>
                  <a:cubicBezTo>
                    <a:pt x="446" y="90"/>
                    <a:pt x="447" y="90"/>
                    <a:pt x="448" y="90"/>
                  </a:cubicBezTo>
                  <a:cubicBezTo>
                    <a:pt x="448" y="89"/>
                    <a:pt x="446" y="89"/>
                    <a:pt x="446" y="89"/>
                  </a:cubicBezTo>
                  <a:cubicBezTo>
                    <a:pt x="447" y="88"/>
                    <a:pt x="448" y="89"/>
                    <a:pt x="449" y="88"/>
                  </a:cubicBezTo>
                  <a:cubicBezTo>
                    <a:pt x="448" y="88"/>
                    <a:pt x="448" y="88"/>
                    <a:pt x="447" y="88"/>
                  </a:cubicBezTo>
                  <a:cubicBezTo>
                    <a:pt x="447" y="88"/>
                    <a:pt x="447" y="88"/>
                    <a:pt x="446" y="88"/>
                  </a:cubicBezTo>
                  <a:cubicBezTo>
                    <a:pt x="447" y="88"/>
                    <a:pt x="448" y="88"/>
                    <a:pt x="449" y="88"/>
                  </a:cubicBezTo>
                  <a:cubicBezTo>
                    <a:pt x="450" y="88"/>
                    <a:pt x="450" y="87"/>
                    <a:pt x="450" y="86"/>
                  </a:cubicBezTo>
                  <a:cubicBezTo>
                    <a:pt x="450" y="87"/>
                    <a:pt x="450" y="87"/>
                    <a:pt x="450" y="86"/>
                  </a:cubicBezTo>
                  <a:cubicBezTo>
                    <a:pt x="450" y="86"/>
                    <a:pt x="450" y="86"/>
                    <a:pt x="451" y="86"/>
                  </a:cubicBezTo>
                  <a:cubicBezTo>
                    <a:pt x="450" y="86"/>
                    <a:pt x="449" y="86"/>
                    <a:pt x="449" y="86"/>
                  </a:cubicBezTo>
                  <a:cubicBezTo>
                    <a:pt x="450" y="86"/>
                    <a:pt x="450" y="86"/>
                    <a:pt x="451" y="86"/>
                  </a:cubicBezTo>
                  <a:cubicBezTo>
                    <a:pt x="451" y="85"/>
                    <a:pt x="452" y="85"/>
                    <a:pt x="453" y="85"/>
                  </a:cubicBezTo>
                  <a:cubicBezTo>
                    <a:pt x="453" y="85"/>
                    <a:pt x="454" y="85"/>
                    <a:pt x="454" y="84"/>
                  </a:cubicBezTo>
                  <a:cubicBezTo>
                    <a:pt x="454" y="84"/>
                    <a:pt x="454" y="84"/>
                    <a:pt x="454" y="84"/>
                  </a:cubicBezTo>
                  <a:cubicBezTo>
                    <a:pt x="454" y="84"/>
                    <a:pt x="455" y="83"/>
                    <a:pt x="454" y="82"/>
                  </a:cubicBezTo>
                  <a:cubicBezTo>
                    <a:pt x="455" y="82"/>
                    <a:pt x="455" y="82"/>
                    <a:pt x="455" y="82"/>
                  </a:cubicBezTo>
                  <a:cubicBezTo>
                    <a:pt x="455" y="82"/>
                    <a:pt x="454" y="82"/>
                    <a:pt x="454" y="82"/>
                  </a:cubicBezTo>
                  <a:cubicBezTo>
                    <a:pt x="453" y="82"/>
                    <a:pt x="453" y="82"/>
                    <a:pt x="452" y="82"/>
                  </a:cubicBezTo>
                  <a:cubicBezTo>
                    <a:pt x="451" y="83"/>
                    <a:pt x="450" y="83"/>
                    <a:pt x="450" y="83"/>
                  </a:cubicBezTo>
                  <a:cubicBezTo>
                    <a:pt x="450" y="83"/>
                    <a:pt x="452" y="82"/>
                    <a:pt x="452" y="82"/>
                  </a:cubicBezTo>
                  <a:cubicBezTo>
                    <a:pt x="452" y="82"/>
                    <a:pt x="451" y="82"/>
                    <a:pt x="451" y="81"/>
                  </a:cubicBezTo>
                  <a:cubicBezTo>
                    <a:pt x="452" y="81"/>
                    <a:pt x="451" y="81"/>
                    <a:pt x="450" y="81"/>
                  </a:cubicBezTo>
                  <a:cubicBezTo>
                    <a:pt x="451" y="81"/>
                    <a:pt x="452" y="81"/>
                    <a:pt x="452" y="80"/>
                  </a:cubicBezTo>
                  <a:cubicBezTo>
                    <a:pt x="453" y="80"/>
                    <a:pt x="451" y="79"/>
                    <a:pt x="450" y="79"/>
                  </a:cubicBezTo>
                  <a:cubicBezTo>
                    <a:pt x="449" y="79"/>
                    <a:pt x="448" y="79"/>
                    <a:pt x="446" y="80"/>
                  </a:cubicBezTo>
                  <a:cubicBezTo>
                    <a:pt x="445" y="80"/>
                    <a:pt x="445" y="81"/>
                    <a:pt x="443" y="81"/>
                  </a:cubicBezTo>
                  <a:cubicBezTo>
                    <a:pt x="444" y="81"/>
                    <a:pt x="445" y="80"/>
                    <a:pt x="444" y="80"/>
                  </a:cubicBezTo>
                  <a:cubicBezTo>
                    <a:pt x="446" y="79"/>
                    <a:pt x="447" y="79"/>
                    <a:pt x="449" y="78"/>
                  </a:cubicBezTo>
                  <a:cubicBezTo>
                    <a:pt x="450" y="78"/>
                    <a:pt x="451" y="77"/>
                    <a:pt x="452" y="77"/>
                  </a:cubicBezTo>
                  <a:cubicBezTo>
                    <a:pt x="454" y="77"/>
                    <a:pt x="455" y="77"/>
                    <a:pt x="456" y="77"/>
                  </a:cubicBezTo>
                  <a:cubicBezTo>
                    <a:pt x="456" y="77"/>
                    <a:pt x="458" y="76"/>
                    <a:pt x="457" y="76"/>
                  </a:cubicBezTo>
                  <a:cubicBezTo>
                    <a:pt x="457" y="76"/>
                    <a:pt x="457" y="76"/>
                    <a:pt x="458" y="76"/>
                  </a:cubicBezTo>
                  <a:cubicBezTo>
                    <a:pt x="457" y="76"/>
                    <a:pt x="456" y="75"/>
                    <a:pt x="456" y="75"/>
                  </a:cubicBezTo>
                  <a:cubicBezTo>
                    <a:pt x="456" y="75"/>
                    <a:pt x="455" y="76"/>
                    <a:pt x="455" y="76"/>
                  </a:cubicBezTo>
                  <a:cubicBezTo>
                    <a:pt x="455" y="75"/>
                    <a:pt x="456" y="75"/>
                    <a:pt x="456" y="75"/>
                  </a:cubicBezTo>
                  <a:cubicBezTo>
                    <a:pt x="456" y="75"/>
                    <a:pt x="457" y="75"/>
                    <a:pt x="457" y="75"/>
                  </a:cubicBezTo>
                  <a:cubicBezTo>
                    <a:pt x="457" y="74"/>
                    <a:pt x="458" y="75"/>
                    <a:pt x="458" y="75"/>
                  </a:cubicBezTo>
                  <a:cubicBezTo>
                    <a:pt x="459" y="75"/>
                    <a:pt x="462" y="74"/>
                    <a:pt x="461" y="73"/>
                  </a:cubicBezTo>
                  <a:cubicBezTo>
                    <a:pt x="461" y="72"/>
                    <a:pt x="460" y="73"/>
                    <a:pt x="460" y="72"/>
                  </a:cubicBezTo>
                  <a:cubicBezTo>
                    <a:pt x="459" y="72"/>
                    <a:pt x="458" y="72"/>
                    <a:pt x="457" y="72"/>
                  </a:cubicBezTo>
                  <a:cubicBezTo>
                    <a:pt x="458" y="72"/>
                    <a:pt x="458" y="72"/>
                    <a:pt x="458" y="72"/>
                  </a:cubicBezTo>
                  <a:cubicBezTo>
                    <a:pt x="457" y="71"/>
                    <a:pt x="456" y="72"/>
                    <a:pt x="455" y="72"/>
                  </a:cubicBezTo>
                  <a:cubicBezTo>
                    <a:pt x="454" y="73"/>
                    <a:pt x="453" y="73"/>
                    <a:pt x="452" y="73"/>
                  </a:cubicBezTo>
                  <a:cubicBezTo>
                    <a:pt x="451" y="73"/>
                    <a:pt x="450" y="73"/>
                    <a:pt x="449" y="73"/>
                  </a:cubicBezTo>
                  <a:cubicBezTo>
                    <a:pt x="448" y="73"/>
                    <a:pt x="448" y="73"/>
                    <a:pt x="447" y="73"/>
                  </a:cubicBezTo>
                  <a:cubicBezTo>
                    <a:pt x="447" y="73"/>
                    <a:pt x="447" y="74"/>
                    <a:pt x="446" y="74"/>
                  </a:cubicBezTo>
                  <a:cubicBezTo>
                    <a:pt x="447" y="73"/>
                    <a:pt x="446" y="72"/>
                    <a:pt x="445" y="72"/>
                  </a:cubicBezTo>
                  <a:cubicBezTo>
                    <a:pt x="445" y="72"/>
                    <a:pt x="444" y="72"/>
                    <a:pt x="445" y="72"/>
                  </a:cubicBezTo>
                  <a:cubicBezTo>
                    <a:pt x="444" y="71"/>
                    <a:pt x="443" y="71"/>
                    <a:pt x="442" y="72"/>
                  </a:cubicBezTo>
                  <a:cubicBezTo>
                    <a:pt x="442" y="72"/>
                    <a:pt x="441" y="72"/>
                    <a:pt x="441" y="72"/>
                  </a:cubicBezTo>
                  <a:cubicBezTo>
                    <a:pt x="442" y="73"/>
                    <a:pt x="444" y="71"/>
                    <a:pt x="444" y="72"/>
                  </a:cubicBezTo>
                  <a:cubicBezTo>
                    <a:pt x="444" y="72"/>
                    <a:pt x="442" y="73"/>
                    <a:pt x="441" y="73"/>
                  </a:cubicBezTo>
                  <a:cubicBezTo>
                    <a:pt x="442" y="72"/>
                    <a:pt x="439" y="72"/>
                    <a:pt x="438" y="72"/>
                  </a:cubicBezTo>
                  <a:cubicBezTo>
                    <a:pt x="437" y="73"/>
                    <a:pt x="437" y="72"/>
                    <a:pt x="436" y="73"/>
                  </a:cubicBezTo>
                  <a:cubicBezTo>
                    <a:pt x="436" y="73"/>
                    <a:pt x="435" y="73"/>
                    <a:pt x="435" y="73"/>
                  </a:cubicBezTo>
                  <a:close/>
                  <a:moveTo>
                    <a:pt x="600" y="54"/>
                  </a:moveTo>
                  <a:cubicBezTo>
                    <a:pt x="600" y="54"/>
                    <a:pt x="601" y="54"/>
                    <a:pt x="601" y="54"/>
                  </a:cubicBezTo>
                  <a:cubicBezTo>
                    <a:pt x="601" y="53"/>
                    <a:pt x="603" y="53"/>
                    <a:pt x="602" y="53"/>
                  </a:cubicBezTo>
                  <a:cubicBezTo>
                    <a:pt x="601" y="53"/>
                    <a:pt x="601" y="53"/>
                    <a:pt x="600" y="53"/>
                  </a:cubicBezTo>
                  <a:cubicBezTo>
                    <a:pt x="599" y="53"/>
                    <a:pt x="598" y="54"/>
                    <a:pt x="598" y="54"/>
                  </a:cubicBezTo>
                  <a:cubicBezTo>
                    <a:pt x="597" y="54"/>
                    <a:pt x="596" y="55"/>
                    <a:pt x="595" y="55"/>
                  </a:cubicBezTo>
                  <a:cubicBezTo>
                    <a:pt x="595" y="55"/>
                    <a:pt x="594" y="55"/>
                    <a:pt x="595" y="55"/>
                  </a:cubicBezTo>
                  <a:cubicBezTo>
                    <a:pt x="595" y="55"/>
                    <a:pt x="596" y="55"/>
                    <a:pt x="595" y="55"/>
                  </a:cubicBezTo>
                  <a:cubicBezTo>
                    <a:pt x="596" y="55"/>
                    <a:pt x="596" y="55"/>
                    <a:pt x="597" y="55"/>
                  </a:cubicBezTo>
                  <a:cubicBezTo>
                    <a:pt x="597" y="55"/>
                    <a:pt x="596" y="55"/>
                    <a:pt x="596" y="55"/>
                  </a:cubicBezTo>
                  <a:cubicBezTo>
                    <a:pt x="597" y="55"/>
                    <a:pt x="598" y="55"/>
                    <a:pt x="599" y="55"/>
                  </a:cubicBezTo>
                  <a:cubicBezTo>
                    <a:pt x="599" y="55"/>
                    <a:pt x="599" y="55"/>
                    <a:pt x="599" y="55"/>
                  </a:cubicBezTo>
                  <a:cubicBezTo>
                    <a:pt x="599" y="55"/>
                    <a:pt x="600" y="55"/>
                    <a:pt x="600" y="55"/>
                  </a:cubicBezTo>
                  <a:cubicBezTo>
                    <a:pt x="599" y="55"/>
                    <a:pt x="598" y="54"/>
                    <a:pt x="600" y="54"/>
                  </a:cubicBezTo>
                  <a:close/>
                  <a:moveTo>
                    <a:pt x="389" y="74"/>
                  </a:moveTo>
                  <a:cubicBezTo>
                    <a:pt x="389" y="74"/>
                    <a:pt x="388" y="74"/>
                    <a:pt x="387" y="74"/>
                  </a:cubicBezTo>
                  <a:cubicBezTo>
                    <a:pt x="387" y="74"/>
                    <a:pt x="386" y="74"/>
                    <a:pt x="386" y="75"/>
                  </a:cubicBezTo>
                  <a:cubicBezTo>
                    <a:pt x="386" y="75"/>
                    <a:pt x="389" y="75"/>
                    <a:pt x="389" y="75"/>
                  </a:cubicBezTo>
                  <a:cubicBezTo>
                    <a:pt x="390" y="75"/>
                    <a:pt x="390" y="74"/>
                    <a:pt x="389" y="74"/>
                  </a:cubicBezTo>
                  <a:close/>
                  <a:moveTo>
                    <a:pt x="409" y="74"/>
                  </a:moveTo>
                  <a:cubicBezTo>
                    <a:pt x="409" y="74"/>
                    <a:pt x="408" y="74"/>
                    <a:pt x="408" y="73"/>
                  </a:cubicBezTo>
                  <a:cubicBezTo>
                    <a:pt x="407" y="73"/>
                    <a:pt x="407" y="73"/>
                    <a:pt x="406" y="73"/>
                  </a:cubicBezTo>
                  <a:cubicBezTo>
                    <a:pt x="404" y="73"/>
                    <a:pt x="403" y="73"/>
                    <a:pt x="401" y="73"/>
                  </a:cubicBezTo>
                  <a:cubicBezTo>
                    <a:pt x="399" y="73"/>
                    <a:pt x="397" y="73"/>
                    <a:pt x="396" y="74"/>
                  </a:cubicBezTo>
                  <a:cubicBezTo>
                    <a:pt x="395" y="74"/>
                    <a:pt x="394" y="75"/>
                    <a:pt x="393" y="75"/>
                  </a:cubicBezTo>
                  <a:cubicBezTo>
                    <a:pt x="393" y="75"/>
                    <a:pt x="392" y="76"/>
                    <a:pt x="393" y="76"/>
                  </a:cubicBezTo>
                  <a:cubicBezTo>
                    <a:pt x="394" y="76"/>
                    <a:pt x="395" y="76"/>
                    <a:pt x="396" y="77"/>
                  </a:cubicBezTo>
                  <a:cubicBezTo>
                    <a:pt x="396" y="77"/>
                    <a:pt x="396" y="77"/>
                    <a:pt x="396" y="77"/>
                  </a:cubicBezTo>
                  <a:cubicBezTo>
                    <a:pt x="396" y="78"/>
                    <a:pt x="396" y="78"/>
                    <a:pt x="395" y="78"/>
                  </a:cubicBezTo>
                  <a:cubicBezTo>
                    <a:pt x="396" y="78"/>
                    <a:pt x="396" y="78"/>
                    <a:pt x="396" y="78"/>
                  </a:cubicBezTo>
                  <a:cubicBezTo>
                    <a:pt x="396" y="78"/>
                    <a:pt x="396" y="79"/>
                    <a:pt x="396" y="80"/>
                  </a:cubicBezTo>
                  <a:cubicBezTo>
                    <a:pt x="396" y="80"/>
                    <a:pt x="397" y="80"/>
                    <a:pt x="397" y="80"/>
                  </a:cubicBezTo>
                  <a:cubicBezTo>
                    <a:pt x="397" y="80"/>
                    <a:pt x="397" y="80"/>
                    <a:pt x="397" y="81"/>
                  </a:cubicBezTo>
                  <a:cubicBezTo>
                    <a:pt x="397" y="81"/>
                    <a:pt x="398" y="81"/>
                    <a:pt x="398" y="81"/>
                  </a:cubicBezTo>
                  <a:cubicBezTo>
                    <a:pt x="397" y="81"/>
                    <a:pt x="398" y="80"/>
                    <a:pt x="398" y="80"/>
                  </a:cubicBezTo>
                  <a:cubicBezTo>
                    <a:pt x="398" y="80"/>
                    <a:pt x="398" y="80"/>
                    <a:pt x="399" y="80"/>
                  </a:cubicBezTo>
                  <a:cubicBezTo>
                    <a:pt x="399" y="80"/>
                    <a:pt x="399" y="80"/>
                    <a:pt x="400" y="80"/>
                  </a:cubicBezTo>
                  <a:cubicBezTo>
                    <a:pt x="401" y="80"/>
                    <a:pt x="401" y="79"/>
                    <a:pt x="402" y="79"/>
                  </a:cubicBezTo>
                  <a:cubicBezTo>
                    <a:pt x="404" y="78"/>
                    <a:pt x="405" y="78"/>
                    <a:pt x="407" y="77"/>
                  </a:cubicBezTo>
                  <a:cubicBezTo>
                    <a:pt x="408" y="76"/>
                    <a:pt x="408" y="76"/>
                    <a:pt x="409" y="75"/>
                  </a:cubicBezTo>
                  <a:cubicBezTo>
                    <a:pt x="410" y="75"/>
                    <a:pt x="410" y="74"/>
                    <a:pt x="409" y="74"/>
                  </a:cubicBezTo>
                  <a:close/>
                  <a:moveTo>
                    <a:pt x="592" y="77"/>
                  </a:moveTo>
                  <a:cubicBezTo>
                    <a:pt x="591" y="77"/>
                    <a:pt x="592" y="76"/>
                    <a:pt x="592" y="76"/>
                  </a:cubicBezTo>
                  <a:cubicBezTo>
                    <a:pt x="592" y="75"/>
                    <a:pt x="591" y="75"/>
                    <a:pt x="590" y="75"/>
                  </a:cubicBezTo>
                  <a:cubicBezTo>
                    <a:pt x="589" y="74"/>
                    <a:pt x="588" y="74"/>
                    <a:pt x="587" y="74"/>
                  </a:cubicBezTo>
                  <a:cubicBezTo>
                    <a:pt x="586" y="74"/>
                    <a:pt x="584" y="74"/>
                    <a:pt x="583" y="74"/>
                  </a:cubicBezTo>
                  <a:cubicBezTo>
                    <a:pt x="582" y="74"/>
                    <a:pt x="580" y="74"/>
                    <a:pt x="579" y="74"/>
                  </a:cubicBezTo>
                  <a:cubicBezTo>
                    <a:pt x="577" y="74"/>
                    <a:pt x="576" y="74"/>
                    <a:pt x="575" y="73"/>
                  </a:cubicBezTo>
                  <a:cubicBezTo>
                    <a:pt x="574" y="73"/>
                    <a:pt x="574" y="74"/>
                    <a:pt x="573" y="74"/>
                  </a:cubicBezTo>
                  <a:cubicBezTo>
                    <a:pt x="573" y="73"/>
                    <a:pt x="573" y="73"/>
                    <a:pt x="572" y="73"/>
                  </a:cubicBezTo>
                  <a:cubicBezTo>
                    <a:pt x="571" y="73"/>
                    <a:pt x="570" y="73"/>
                    <a:pt x="569" y="73"/>
                  </a:cubicBezTo>
                  <a:cubicBezTo>
                    <a:pt x="570" y="74"/>
                    <a:pt x="566" y="74"/>
                    <a:pt x="568" y="75"/>
                  </a:cubicBezTo>
                  <a:cubicBezTo>
                    <a:pt x="567" y="75"/>
                    <a:pt x="567" y="76"/>
                    <a:pt x="566" y="76"/>
                  </a:cubicBezTo>
                  <a:cubicBezTo>
                    <a:pt x="566" y="77"/>
                    <a:pt x="565" y="77"/>
                    <a:pt x="566" y="77"/>
                  </a:cubicBezTo>
                  <a:cubicBezTo>
                    <a:pt x="567" y="78"/>
                    <a:pt x="568" y="78"/>
                    <a:pt x="568" y="78"/>
                  </a:cubicBezTo>
                  <a:cubicBezTo>
                    <a:pt x="569" y="78"/>
                    <a:pt x="569" y="77"/>
                    <a:pt x="569" y="78"/>
                  </a:cubicBezTo>
                  <a:cubicBezTo>
                    <a:pt x="570" y="78"/>
                    <a:pt x="570" y="78"/>
                    <a:pt x="569" y="78"/>
                  </a:cubicBezTo>
                  <a:cubicBezTo>
                    <a:pt x="569" y="78"/>
                    <a:pt x="569" y="78"/>
                    <a:pt x="569" y="78"/>
                  </a:cubicBezTo>
                  <a:cubicBezTo>
                    <a:pt x="569" y="79"/>
                    <a:pt x="569" y="79"/>
                    <a:pt x="569" y="79"/>
                  </a:cubicBezTo>
                  <a:cubicBezTo>
                    <a:pt x="568" y="79"/>
                    <a:pt x="568" y="80"/>
                    <a:pt x="568" y="80"/>
                  </a:cubicBezTo>
                  <a:cubicBezTo>
                    <a:pt x="568" y="81"/>
                    <a:pt x="568" y="81"/>
                    <a:pt x="569" y="81"/>
                  </a:cubicBezTo>
                  <a:cubicBezTo>
                    <a:pt x="569" y="82"/>
                    <a:pt x="570" y="82"/>
                    <a:pt x="571" y="82"/>
                  </a:cubicBezTo>
                  <a:cubicBezTo>
                    <a:pt x="572" y="82"/>
                    <a:pt x="574" y="82"/>
                    <a:pt x="576" y="81"/>
                  </a:cubicBezTo>
                  <a:cubicBezTo>
                    <a:pt x="577" y="81"/>
                    <a:pt x="577" y="81"/>
                    <a:pt x="578" y="81"/>
                  </a:cubicBezTo>
                  <a:cubicBezTo>
                    <a:pt x="581" y="80"/>
                    <a:pt x="583" y="81"/>
                    <a:pt x="585" y="81"/>
                  </a:cubicBezTo>
                  <a:cubicBezTo>
                    <a:pt x="587" y="81"/>
                    <a:pt x="588" y="81"/>
                    <a:pt x="589" y="81"/>
                  </a:cubicBezTo>
                  <a:cubicBezTo>
                    <a:pt x="590" y="81"/>
                    <a:pt x="591" y="81"/>
                    <a:pt x="593" y="81"/>
                  </a:cubicBezTo>
                  <a:cubicBezTo>
                    <a:pt x="593" y="81"/>
                    <a:pt x="594" y="81"/>
                    <a:pt x="594" y="80"/>
                  </a:cubicBezTo>
                  <a:cubicBezTo>
                    <a:pt x="595" y="80"/>
                    <a:pt x="593" y="80"/>
                    <a:pt x="593" y="80"/>
                  </a:cubicBezTo>
                  <a:cubicBezTo>
                    <a:pt x="593" y="80"/>
                    <a:pt x="594" y="80"/>
                    <a:pt x="594" y="79"/>
                  </a:cubicBezTo>
                  <a:cubicBezTo>
                    <a:pt x="594" y="79"/>
                    <a:pt x="594" y="79"/>
                    <a:pt x="594" y="79"/>
                  </a:cubicBezTo>
                  <a:cubicBezTo>
                    <a:pt x="594" y="79"/>
                    <a:pt x="594" y="79"/>
                    <a:pt x="595" y="79"/>
                  </a:cubicBezTo>
                  <a:cubicBezTo>
                    <a:pt x="594" y="79"/>
                    <a:pt x="593" y="79"/>
                    <a:pt x="593" y="78"/>
                  </a:cubicBezTo>
                  <a:cubicBezTo>
                    <a:pt x="593" y="78"/>
                    <a:pt x="594" y="78"/>
                    <a:pt x="593" y="77"/>
                  </a:cubicBezTo>
                  <a:cubicBezTo>
                    <a:pt x="593" y="77"/>
                    <a:pt x="593" y="77"/>
                    <a:pt x="593" y="77"/>
                  </a:cubicBezTo>
                  <a:cubicBezTo>
                    <a:pt x="593" y="77"/>
                    <a:pt x="592" y="77"/>
                    <a:pt x="592" y="77"/>
                  </a:cubicBezTo>
                  <a:close/>
                  <a:moveTo>
                    <a:pt x="564" y="113"/>
                  </a:moveTo>
                  <a:cubicBezTo>
                    <a:pt x="564" y="113"/>
                    <a:pt x="565" y="112"/>
                    <a:pt x="564" y="112"/>
                  </a:cubicBezTo>
                  <a:cubicBezTo>
                    <a:pt x="563" y="112"/>
                    <a:pt x="562" y="112"/>
                    <a:pt x="562" y="112"/>
                  </a:cubicBezTo>
                  <a:cubicBezTo>
                    <a:pt x="561" y="112"/>
                    <a:pt x="560" y="112"/>
                    <a:pt x="560" y="112"/>
                  </a:cubicBezTo>
                  <a:cubicBezTo>
                    <a:pt x="559" y="113"/>
                    <a:pt x="559" y="113"/>
                    <a:pt x="559" y="113"/>
                  </a:cubicBezTo>
                  <a:cubicBezTo>
                    <a:pt x="558" y="114"/>
                    <a:pt x="558" y="115"/>
                    <a:pt x="559" y="115"/>
                  </a:cubicBezTo>
                  <a:cubicBezTo>
                    <a:pt x="560" y="115"/>
                    <a:pt x="560" y="115"/>
                    <a:pt x="561" y="115"/>
                  </a:cubicBezTo>
                  <a:cubicBezTo>
                    <a:pt x="560" y="115"/>
                    <a:pt x="561" y="115"/>
                    <a:pt x="561" y="115"/>
                  </a:cubicBezTo>
                  <a:cubicBezTo>
                    <a:pt x="560" y="114"/>
                    <a:pt x="564" y="113"/>
                    <a:pt x="564" y="113"/>
                  </a:cubicBezTo>
                  <a:close/>
                  <a:moveTo>
                    <a:pt x="340" y="58"/>
                  </a:moveTo>
                  <a:cubicBezTo>
                    <a:pt x="341" y="58"/>
                    <a:pt x="342" y="57"/>
                    <a:pt x="343" y="57"/>
                  </a:cubicBezTo>
                  <a:cubicBezTo>
                    <a:pt x="343" y="57"/>
                    <a:pt x="344" y="57"/>
                    <a:pt x="344" y="57"/>
                  </a:cubicBezTo>
                  <a:cubicBezTo>
                    <a:pt x="345" y="56"/>
                    <a:pt x="345" y="56"/>
                    <a:pt x="346" y="56"/>
                  </a:cubicBezTo>
                  <a:cubicBezTo>
                    <a:pt x="347" y="56"/>
                    <a:pt x="348" y="55"/>
                    <a:pt x="349" y="55"/>
                  </a:cubicBezTo>
                  <a:cubicBezTo>
                    <a:pt x="350" y="54"/>
                    <a:pt x="353" y="54"/>
                    <a:pt x="354" y="53"/>
                  </a:cubicBezTo>
                  <a:cubicBezTo>
                    <a:pt x="354" y="53"/>
                    <a:pt x="353" y="53"/>
                    <a:pt x="353" y="53"/>
                  </a:cubicBezTo>
                  <a:cubicBezTo>
                    <a:pt x="351" y="53"/>
                    <a:pt x="350" y="54"/>
                    <a:pt x="348" y="54"/>
                  </a:cubicBezTo>
                  <a:cubicBezTo>
                    <a:pt x="347" y="54"/>
                    <a:pt x="346" y="54"/>
                    <a:pt x="345" y="54"/>
                  </a:cubicBezTo>
                  <a:cubicBezTo>
                    <a:pt x="344" y="54"/>
                    <a:pt x="343" y="55"/>
                    <a:pt x="342" y="55"/>
                  </a:cubicBezTo>
                  <a:cubicBezTo>
                    <a:pt x="340" y="56"/>
                    <a:pt x="338" y="56"/>
                    <a:pt x="336" y="57"/>
                  </a:cubicBezTo>
                  <a:cubicBezTo>
                    <a:pt x="334" y="57"/>
                    <a:pt x="338" y="57"/>
                    <a:pt x="338" y="58"/>
                  </a:cubicBezTo>
                  <a:cubicBezTo>
                    <a:pt x="338" y="58"/>
                    <a:pt x="338" y="58"/>
                    <a:pt x="338" y="58"/>
                  </a:cubicBezTo>
                  <a:cubicBezTo>
                    <a:pt x="338" y="58"/>
                    <a:pt x="339" y="58"/>
                    <a:pt x="340" y="58"/>
                  </a:cubicBezTo>
                  <a:close/>
                  <a:moveTo>
                    <a:pt x="498" y="61"/>
                  </a:moveTo>
                  <a:cubicBezTo>
                    <a:pt x="498" y="62"/>
                    <a:pt x="497" y="62"/>
                    <a:pt x="497" y="62"/>
                  </a:cubicBezTo>
                  <a:cubicBezTo>
                    <a:pt x="497" y="62"/>
                    <a:pt x="497" y="62"/>
                    <a:pt x="497" y="62"/>
                  </a:cubicBezTo>
                  <a:cubicBezTo>
                    <a:pt x="497" y="63"/>
                    <a:pt x="495" y="64"/>
                    <a:pt x="494" y="64"/>
                  </a:cubicBezTo>
                  <a:cubicBezTo>
                    <a:pt x="494" y="65"/>
                    <a:pt x="494" y="65"/>
                    <a:pt x="495" y="65"/>
                  </a:cubicBezTo>
                  <a:cubicBezTo>
                    <a:pt x="493" y="66"/>
                    <a:pt x="491" y="65"/>
                    <a:pt x="489" y="65"/>
                  </a:cubicBezTo>
                  <a:cubicBezTo>
                    <a:pt x="488" y="65"/>
                    <a:pt x="488" y="66"/>
                    <a:pt x="487" y="66"/>
                  </a:cubicBezTo>
                  <a:cubicBezTo>
                    <a:pt x="486" y="66"/>
                    <a:pt x="486" y="65"/>
                    <a:pt x="485" y="65"/>
                  </a:cubicBezTo>
                  <a:cubicBezTo>
                    <a:pt x="485" y="65"/>
                    <a:pt x="484" y="65"/>
                    <a:pt x="484" y="65"/>
                  </a:cubicBezTo>
                  <a:cubicBezTo>
                    <a:pt x="484" y="65"/>
                    <a:pt x="484" y="65"/>
                    <a:pt x="484" y="64"/>
                  </a:cubicBezTo>
                  <a:cubicBezTo>
                    <a:pt x="484" y="65"/>
                    <a:pt x="484" y="64"/>
                    <a:pt x="484" y="64"/>
                  </a:cubicBezTo>
                  <a:cubicBezTo>
                    <a:pt x="483" y="64"/>
                    <a:pt x="483" y="64"/>
                    <a:pt x="482" y="64"/>
                  </a:cubicBezTo>
                  <a:cubicBezTo>
                    <a:pt x="482" y="64"/>
                    <a:pt x="482" y="65"/>
                    <a:pt x="481" y="64"/>
                  </a:cubicBezTo>
                  <a:cubicBezTo>
                    <a:pt x="481" y="64"/>
                    <a:pt x="482" y="64"/>
                    <a:pt x="482" y="64"/>
                  </a:cubicBezTo>
                  <a:cubicBezTo>
                    <a:pt x="482" y="64"/>
                    <a:pt x="481" y="64"/>
                    <a:pt x="481" y="64"/>
                  </a:cubicBezTo>
                  <a:cubicBezTo>
                    <a:pt x="480" y="64"/>
                    <a:pt x="480" y="64"/>
                    <a:pt x="480" y="64"/>
                  </a:cubicBezTo>
                  <a:cubicBezTo>
                    <a:pt x="480" y="64"/>
                    <a:pt x="480" y="64"/>
                    <a:pt x="480" y="64"/>
                  </a:cubicBezTo>
                  <a:cubicBezTo>
                    <a:pt x="480" y="64"/>
                    <a:pt x="479" y="63"/>
                    <a:pt x="479" y="63"/>
                  </a:cubicBezTo>
                  <a:cubicBezTo>
                    <a:pt x="479" y="63"/>
                    <a:pt x="480" y="63"/>
                    <a:pt x="480" y="63"/>
                  </a:cubicBezTo>
                  <a:cubicBezTo>
                    <a:pt x="480" y="63"/>
                    <a:pt x="480" y="63"/>
                    <a:pt x="479" y="63"/>
                  </a:cubicBezTo>
                  <a:cubicBezTo>
                    <a:pt x="480" y="62"/>
                    <a:pt x="480" y="62"/>
                    <a:pt x="480" y="62"/>
                  </a:cubicBezTo>
                  <a:cubicBezTo>
                    <a:pt x="480" y="62"/>
                    <a:pt x="479" y="63"/>
                    <a:pt x="478" y="63"/>
                  </a:cubicBezTo>
                  <a:cubicBezTo>
                    <a:pt x="478" y="63"/>
                    <a:pt x="477" y="63"/>
                    <a:pt x="477" y="63"/>
                  </a:cubicBezTo>
                  <a:cubicBezTo>
                    <a:pt x="478" y="62"/>
                    <a:pt x="478" y="63"/>
                    <a:pt x="479" y="62"/>
                  </a:cubicBezTo>
                  <a:cubicBezTo>
                    <a:pt x="478" y="62"/>
                    <a:pt x="477" y="62"/>
                    <a:pt x="477" y="62"/>
                  </a:cubicBezTo>
                  <a:cubicBezTo>
                    <a:pt x="478" y="62"/>
                    <a:pt x="479" y="61"/>
                    <a:pt x="480" y="61"/>
                  </a:cubicBezTo>
                  <a:cubicBezTo>
                    <a:pt x="481" y="60"/>
                    <a:pt x="481" y="60"/>
                    <a:pt x="482" y="60"/>
                  </a:cubicBezTo>
                  <a:cubicBezTo>
                    <a:pt x="482" y="60"/>
                    <a:pt x="483" y="60"/>
                    <a:pt x="483" y="60"/>
                  </a:cubicBezTo>
                  <a:cubicBezTo>
                    <a:pt x="483" y="60"/>
                    <a:pt x="483" y="60"/>
                    <a:pt x="483" y="60"/>
                  </a:cubicBezTo>
                  <a:cubicBezTo>
                    <a:pt x="483" y="60"/>
                    <a:pt x="484" y="60"/>
                    <a:pt x="484" y="60"/>
                  </a:cubicBezTo>
                  <a:cubicBezTo>
                    <a:pt x="484" y="60"/>
                    <a:pt x="483" y="60"/>
                    <a:pt x="483" y="60"/>
                  </a:cubicBezTo>
                  <a:cubicBezTo>
                    <a:pt x="483" y="60"/>
                    <a:pt x="485" y="59"/>
                    <a:pt x="485" y="59"/>
                  </a:cubicBezTo>
                  <a:cubicBezTo>
                    <a:pt x="485" y="59"/>
                    <a:pt x="485" y="59"/>
                    <a:pt x="485" y="59"/>
                  </a:cubicBezTo>
                  <a:cubicBezTo>
                    <a:pt x="485" y="59"/>
                    <a:pt x="486" y="59"/>
                    <a:pt x="486" y="59"/>
                  </a:cubicBezTo>
                  <a:cubicBezTo>
                    <a:pt x="485" y="59"/>
                    <a:pt x="484" y="59"/>
                    <a:pt x="483" y="59"/>
                  </a:cubicBezTo>
                  <a:cubicBezTo>
                    <a:pt x="484" y="59"/>
                    <a:pt x="484" y="59"/>
                    <a:pt x="485" y="59"/>
                  </a:cubicBezTo>
                  <a:cubicBezTo>
                    <a:pt x="485" y="59"/>
                    <a:pt x="485" y="59"/>
                    <a:pt x="486" y="59"/>
                  </a:cubicBezTo>
                  <a:cubicBezTo>
                    <a:pt x="486" y="59"/>
                    <a:pt x="486" y="59"/>
                    <a:pt x="486" y="59"/>
                  </a:cubicBezTo>
                  <a:cubicBezTo>
                    <a:pt x="486" y="59"/>
                    <a:pt x="487" y="59"/>
                    <a:pt x="487" y="59"/>
                  </a:cubicBezTo>
                  <a:cubicBezTo>
                    <a:pt x="487" y="59"/>
                    <a:pt x="486" y="59"/>
                    <a:pt x="487" y="58"/>
                  </a:cubicBezTo>
                  <a:cubicBezTo>
                    <a:pt x="487" y="58"/>
                    <a:pt x="488" y="58"/>
                    <a:pt x="489" y="58"/>
                  </a:cubicBezTo>
                  <a:cubicBezTo>
                    <a:pt x="491" y="57"/>
                    <a:pt x="493" y="57"/>
                    <a:pt x="494" y="57"/>
                  </a:cubicBezTo>
                  <a:cubicBezTo>
                    <a:pt x="496" y="57"/>
                    <a:pt x="497" y="57"/>
                    <a:pt x="498" y="58"/>
                  </a:cubicBezTo>
                  <a:cubicBezTo>
                    <a:pt x="498" y="58"/>
                    <a:pt x="498" y="59"/>
                    <a:pt x="499" y="59"/>
                  </a:cubicBezTo>
                  <a:cubicBezTo>
                    <a:pt x="500" y="59"/>
                    <a:pt x="498" y="60"/>
                    <a:pt x="498" y="60"/>
                  </a:cubicBezTo>
                  <a:cubicBezTo>
                    <a:pt x="499" y="60"/>
                    <a:pt x="499" y="60"/>
                    <a:pt x="499" y="60"/>
                  </a:cubicBezTo>
                  <a:cubicBezTo>
                    <a:pt x="500" y="60"/>
                    <a:pt x="499" y="60"/>
                    <a:pt x="499" y="60"/>
                  </a:cubicBezTo>
                  <a:cubicBezTo>
                    <a:pt x="498" y="61"/>
                    <a:pt x="499" y="61"/>
                    <a:pt x="498" y="61"/>
                  </a:cubicBezTo>
                  <a:close/>
                  <a:moveTo>
                    <a:pt x="483" y="64"/>
                  </a:moveTo>
                  <a:cubicBezTo>
                    <a:pt x="482" y="64"/>
                    <a:pt x="482" y="64"/>
                    <a:pt x="482" y="64"/>
                  </a:cubicBezTo>
                  <a:cubicBezTo>
                    <a:pt x="482" y="64"/>
                    <a:pt x="482" y="64"/>
                    <a:pt x="483" y="64"/>
                  </a:cubicBezTo>
                  <a:close/>
                  <a:moveTo>
                    <a:pt x="547" y="115"/>
                  </a:moveTo>
                  <a:cubicBezTo>
                    <a:pt x="546" y="115"/>
                    <a:pt x="545" y="115"/>
                    <a:pt x="545" y="115"/>
                  </a:cubicBezTo>
                  <a:cubicBezTo>
                    <a:pt x="544" y="115"/>
                    <a:pt x="544" y="116"/>
                    <a:pt x="543" y="116"/>
                  </a:cubicBezTo>
                  <a:cubicBezTo>
                    <a:pt x="543" y="116"/>
                    <a:pt x="541" y="117"/>
                    <a:pt x="542" y="117"/>
                  </a:cubicBezTo>
                  <a:cubicBezTo>
                    <a:pt x="543" y="118"/>
                    <a:pt x="544" y="117"/>
                    <a:pt x="545" y="117"/>
                  </a:cubicBezTo>
                  <a:cubicBezTo>
                    <a:pt x="545" y="117"/>
                    <a:pt x="546" y="117"/>
                    <a:pt x="547" y="116"/>
                  </a:cubicBezTo>
                  <a:cubicBezTo>
                    <a:pt x="547" y="116"/>
                    <a:pt x="548" y="116"/>
                    <a:pt x="549" y="115"/>
                  </a:cubicBezTo>
                  <a:cubicBezTo>
                    <a:pt x="549" y="115"/>
                    <a:pt x="549" y="115"/>
                    <a:pt x="550" y="114"/>
                  </a:cubicBezTo>
                  <a:cubicBezTo>
                    <a:pt x="550" y="114"/>
                    <a:pt x="551" y="114"/>
                    <a:pt x="551" y="114"/>
                  </a:cubicBezTo>
                  <a:cubicBezTo>
                    <a:pt x="551" y="114"/>
                    <a:pt x="552" y="114"/>
                    <a:pt x="552" y="113"/>
                  </a:cubicBezTo>
                  <a:cubicBezTo>
                    <a:pt x="553" y="113"/>
                    <a:pt x="553" y="113"/>
                    <a:pt x="553" y="113"/>
                  </a:cubicBezTo>
                  <a:cubicBezTo>
                    <a:pt x="553" y="112"/>
                    <a:pt x="552" y="112"/>
                    <a:pt x="552" y="112"/>
                  </a:cubicBezTo>
                  <a:cubicBezTo>
                    <a:pt x="551" y="112"/>
                    <a:pt x="550" y="112"/>
                    <a:pt x="550" y="113"/>
                  </a:cubicBezTo>
                  <a:cubicBezTo>
                    <a:pt x="549" y="113"/>
                    <a:pt x="550" y="113"/>
                    <a:pt x="550" y="114"/>
                  </a:cubicBezTo>
                  <a:cubicBezTo>
                    <a:pt x="550" y="113"/>
                    <a:pt x="547" y="115"/>
                    <a:pt x="547" y="115"/>
                  </a:cubicBezTo>
                  <a:close/>
                  <a:moveTo>
                    <a:pt x="380" y="118"/>
                  </a:moveTo>
                  <a:cubicBezTo>
                    <a:pt x="380" y="118"/>
                    <a:pt x="379" y="119"/>
                    <a:pt x="378" y="119"/>
                  </a:cubicBezTo>
                  <a:cubicBezTo>
                    <a:pt x="378" y="119"/>
                    <a:pt x="378" y="119"/>
                    <a:pt x="379" y="119"/>
                  </a:cubicBezTo>
                  <a:cubicBezTo>
                    <a:pt x="379" y="119"/>
                    <a:pt x="379" y="119"/>
                    <a:pt x="379" y="119"/>
                  </a:cubicBezTo>
                  <a:cubicBezTo>
                    <a:pt x="380" y="120"/>
                    <a:pt x="380" y="120"/>
                    <a:pt x="380" y="120"/>
                  </a:cubicBezTo>
                  <a:cubicBezTo>
                    <a:pt x="380" y="120"/>
                    <a:pt x="381" y="119"/>
                    <a:pt x="381" y="119"/>
                  </a:cubicBezTo>
                  <a:cubicBezTo>
                    <a:pt x="381" y="119"/>
                    <a:pt x="381" y="119"/>
                    <a:pt x="382" y="119"/>
                  </a:cubicBezTo>
                  <a:cubicBezTo>
                    <a:pt x="382" y="119"/>
                    <a:pt x="383" y="118"/>
                    <a:pt x="383" y="118"/>
                  </a:cubicBezTo>
                  <a:cubicBezTo>
                    <a:pt x="383" y="118"/>
                    <a:pt x="383" y="118"/>
                    <a:pt x="383" y="118"/>
                  </a:cubicBezTo>
                  <a:cubicBezTo>
                    <a:pt x="383" y="118"/>
                    <a:pt x="382" y="118"/>
                    <a:pt x="382" y="118"/>
                  </a:cubicBezTo>
                  <a:cubicBezTo>
                    <a:pt x="381" y="117"/>
                    <a:pt x="381" y="118"/>
                    <a:pt x="380" y="118"/>
                  </a:cubicBezTo>
                  <a:close/>
                  <a:moveTo>
                    <a:pt x="399" y="107"/>
                  </a:moveTo>
                  <a:cubicBezTo>
                    <a:pt x="399" y="107"/>
                    <a:pt x="400" y="106"/>
                    <a:pt x="401" y="106"/>
                  </a:cubicBezTo>
                  <a:cubicBezTo>
                    <a:pt x="401" y="105"/>
                    <a:pt x="400" y="105"/>
                    <a:pt x="400" y="105"/>
                  </a:cubicBezTo>
                  <a:cubicBezTo>
                    <a:pt x="400" y="105"/>
                    <a:pt x="399" y="106"/>
                    <a:pt x="398" y="105"/>
                  </a:cubicBezTo>
                  <a:cubicBezTo>
                    <a:pt x="398" y="105"/>
                    <a:pt x="398" y="105"/>
                    <a:pt x="397" y="106"/>
                  </a:cubicBezTo>
                  <a:cubicBezTo>
                    <a:pt x="397" y="106"/>
                    <a:pt x="396" y="106"/>
                    <a:pt x="396" y="105"/>
                  </a:cubicBezTo>
                  <a:cubicBezTo>
                    <a:pt x="396" y="105"/>
                    <a:pt x="398" y="104"/>
                    <a:pt x="397" y="104"/>
                  </a:cubicBezTo>
                  <a:cubicBezTo>
                    <a:pt x="396" y="104"/>
                    <a:pt x="396" y="105"/>
                    <a:pt x="395" y="104"/>
                  </a:cubicBezTo>
                  <a:cubicBezTo>
                    <a:pt x="395" y="104"/>
                    <a:pt x="394" y="104"/>
                    <a:pt x="394" y="104"/>
                  </a:cubicBezTo>
                  <a:cubicBezTo>
                    <a:pt x="394" y="102"/>
                    <a:pt x="391" y="102"/>
                    <a:pt x="391" y="102"/>
                  </a:cubicBezTo>
                  <a:cubicBezTo>
                    <a:pt x="391" y="102"/>
                    <a:pt x="392" y="102"/>
                    <a:pt x="392" y="101"/>
                  </a:cubicBezTo>
                  <a:cubicBezTo>
                    <a:pt x="392" y="101"/>
                    <a:pt x="391" y="101"/>
                    <a:pt x="391" y="101"/>
                  </a:cubicBezTo>
                  <a:cubicBezTo>
                    <a:pt x="391" y="100"/>
                    <a:pt x="390" y="101"/>
                    <a:pt x="390" y="101"/>
                  </a:cubicBezTo>
                  <a:cubicBezTo>
                    <a:pt x="390" y="102"/>
                    <a:pt x="391" y="102"/>
                    <a:pt x="391" y="102"/>
                  </a:cubicBezTo>
                  <a:cubicBezTo>
                    <a:pt x="391" y="102"/>
                    <a:pt x="389" y="102"/>
                    <a:pt x="389" y="102"/>
                  </a:cubicBezTo>
                  <a:cubicBezTo>
                    <a:pt x="389" y="102"/>
                    <a:pt x="389" y="102"/>
                    <a:pt x="389" y="101"/>
                  </a:cubicBezTo>
                  <a:cubicBezTo>
                    <a:pt x="388" y="101"/>
                    <a:pt x="387" y="102"/>
                    <a:pt x="387" y="101"/>
                  </a:cubicBezTo>
                  <a:cubicBezTo>
                    <a:pt x="387" y="101"/>
                    <a:pt x="387" y="100"/>
                    <a:pt x="386" y="100"/>
                  </a:cubicBezTo>
                  <a:cubicBezTo>
                    <a:pt x="385" y="100"/>
                    <a:pt x="386" y="99"/>
                    <a:pt x="386" y="99"/>
                  </a:cubicBezTo>
                  <a:cubicBezTo>
                    <a:pt x="386" y="98"/>
                    <a:pt x="385" y="98"/>
                    <a:pt x="384" y="97"/>
                  </a:cubicBezTo>
                  <a:cubicBezTo>
                    <a:pt x="384" y="96"/>
                    <a:pt x="386" y="96"/>
                    <a:pt x="386" y="96"/>
                  </a:cubicBezTo>
                  <a:cubicBezTo>
                    <a:pt x="387" y="95"/>
                    <a:pt x="387" y="94"/>
                    <a:pt x="388" y="94"/>
                  </a:cubicBezTo>
                  <a:cubicBezTo>
                    <a:pt x="389" y="94"/>
                    <a:pt x="389" y="95"/>
                    <a:pt x="389" y="94"/>
                  </a:cubicBezTo>
                  <a:cubicBezTo>
                    <a:pt x="389" y="94"/>
                    <a:pt x="390" y="93"/>
                    <a:pt x="390" y="93"/>
                  </a:cubicBezTo>
                  <a:cubicBezTo>
                    <a:pt x="390" y="93"/>
                    <a:pt x="390" y="93"/>
                    <a:pt x="390" y="93"/>
                  </a:cubicBezTo>
                  <a:cubicBezTo>
                    <a:pt x="390" y="93"/>
                    <a:pt x="390" y="93"/>
                    <a:pt x="391" y="92"/>
                  </a:cubicBezTo>
                  <a:cubicBezTo>
                    <a:pt x="391" y="92"/>
                    <a:pt x="391" y="92"/>
                    <a:pt x="391" y="91"/>
                  </a:cubicBezTo>
                  <a:cubicBezTo>
                    <a:pt x="391" y="91"/>
                    <a:pt x="391" y="90"/>
                    <a:pt x="391" y="90"/>
                  </a:cubicBezTo>
                  <a:cubicBezTo>
                    <a:pt x="390" y="90"/>
                    <a:pt x="392" y="88"/>
                    <a:pt x="391" y="88"/>
                  </a:cubicBezTo>
                  <a:cubicBezTo>
                    <a:pt x="391" y="88"/>
                    <a:pt x="392" y="87"/>
                    <a:pt x="392" y="87"/>
                  </a:cubicBezTo>
                  <a:cubicBezTo>
                    <a:pt x="392" y="87"/>
                    <a:pt x="393" y="87"/>
                    <a:pt x="393" y="87"/>
                  </a:cubicBezTo>
                  <a:cubicBezTo>
                    <a:pt x="393" y="87"/>
                    <a:pt x="393" y="86"/>
                    <a:pt x="393" y="86"/>
                  </a:cubicBezTo>
                  <a:cubicBezTo>
                    <a:pt x="393" y="85"/>
                    <a:pt x="393" y="85"/>
                    <a:pt x="394" y="85"/>
                  </a:cubicBezTo>
                  <a:cubicBezTo>
                    <a:pt x="394" y="85"/>
                    <a:pt x="394" y="84"/>
                    <a:pt x="394" y="84"/>
                  </a:cubicBezTo>
                  <a:cubicBezTo>
                    <a:pt x="394" y="84"/>
                    <a:pt x="394" y="84"/>
                    <a:pt x="394" y="84"/>
                  </a:cubicBezTo>
                  <a:cubicBezTo>
                    <a:pt x="394" y="84"/>
                    <a:pt x="395" y="83"/>
                    <a:pt x="395" y="83"/>
                  </a:cubicBezTo>
                  <a:cubicBezTo>
                    <a:pt x="395" y="83"/>
                    <a:pt x="395" y="82"/>
                    <a:pt x="395" y="82"/>
                  </a:cubicBezTo>
                  <a:cubicBezTo>
                    <a:pt x="395" y="82"/>
                    <a:pt x="395" y="81"/>
                    <a:pt x="395" y="82"/>
                  </a:cubicBezTo>
                  <a:cubicBezTo>
                    <a:pt x="396" y="82"/>
                    <a:pt x="395" y="82"/>
                    <a:pt x="396" y="82"/>
                  </a:cubicBezTo>
                  <a:cubicBezTo>
                    <a:pt x="396" y="82"/>
                    <a:pt x="396" y="81"/>
                    <a:pt x="396" y="81"/>
                  </a:cubicBezTo>
                  <a:cubicBezTo>
                    <a:pt x="396" y="81"/>
                    <a:pt x="396" y="80"/>
                    <a:pt x="396" y="80"/>
                  </a:cubicBezTo>
                  <a:cubicBezTo>
                    <a:pt x="396" y="80"/>
                    <a:pt x="395" y="80"/>
                    <a:pt x="395" y="80"/>
                  </a:cubicBezTo>
                  <a:cubicBezTo>
                    <a:pt x="395" y="79"/>
                    <a:pt x="396" y="79"/>
                    <a:pt x="396" y="79"/>
                  </a:cubicBezTo>
                  <a:cubicBezTo>
                    <a:pt x="396" y="79"/>
                    <a:pt x="393" y="79"/>
                    <a:pt x="393" y="79"/>
                  </a:cubicBezTo>
                  <a:cubicBezTo>
                    <a:pt x="393" y="79"/>
                    <a:pt x="393" y="77"/>
                    <a:pt x="393" y="78"/>
                  </a:cubicBezTo>
                  <a:cubicBezTo>
                    <a:pt x="393" y="77"/>
                    <a:pt x="392" y="78"/>
                    <a:pt x="392" y="77"/>
                  </a:cubicBezTo>
                  <a:cubicBezTo>
                    <a:pt x="392" y="77"/>
                    <a:pt x="390" y="77"/>
                    <a:pt x="390" y="77"/>
                  </a:cubicBezTo>
                  <a:cubicBezTo>
                    <a:pt x="389" y="78"/>
                    <a:pt x="389" y="78"/>
                    <a:pt x="388" y="78"/>
                  </a:cubicBezTo>
                  <a:cubicBezTo>
                    <a:pt x="387" y="78"/>
                    <a:pt x="387" y="77"/>
                    <a:pt x="386" y="77"/>
                  </a:cubicBezTo>
                  <a:cubicBezTo>
                    <a:pt x="385" y="77"/>
                    <a:pt x="384" y="76"/>
                    <a:pt x="384" y="77"/>
                  </a:cubicBezTo>
                  <a:cubicBezTo>
                    <a:pt x="383" y="77"/>
                    <a:pt x="384" y="77"/>
                    <a:pt x="383" y="77"/>
                  </a:cubicBezTo>
                  <a:cubicBezTo>
                    <a:pt x="383" y="77"/>
                    <a:pt x="382" y="77"/>
                    <a:pt x="383" y="78"/>
                  </a:cubicBezTo>
                  <a:cubicBezTo>
                    <a:pt x="383" y="78"/>
                    <a:pt x="383" y="78"/>
                    <a:pt x="383" y="78"/>
                  </a:cubicBezTo>
                  <a:cubicBezTo>
                    <a:pt x="383" y="78"/>
                    <a:pt x="382" y="78"/>
                    <a:pt x="382" y="78"/>
                  </a:cubicBezTo>
                  <a:cubicBezTo>
                    <a:pt x="381" y="78"/>
                    <a:pt x="380" y="78"/>
                    <a:pt x="380" y="78"/>
                  </a:cubicBezTo>
                  <a:cubicBezTo>
                    <a:pt x="380" y="79"/>
                    <a:pt x="380" y="79"/>
                    <a:pt x="380" y="79"/>
                  </a:cubicBezTo>
                  <a:cubicBezTo>
                    <a:pt x="380" y="79"/>
                    <a:pt x="380" y="79"/>
                    <a:pt x="380" y="79"/>
                  </a:cubicBezTo>
                  <a:cubicBezTo>
                    <a:pt x="379" y="79"/>
                    <a:pt x="380" y="79"/>
                    <a:pt x="379" y="80"/>
                  </a:cubicBezTo>
                  <a:cubicBezTo>
                    <a:pt x="379" y="80"/>
                    <a:pt x="379" y="80"/>
                    <a:pt x="379" y="80"/>
                  </a:cubicBezTo>
                  <a:cubicBezTo>
                    <a:pt x="378" y="81"/>
                    <a:pt x="378" y="82"/>
                    <a:pt x="377" y="82"/>
                  </a:cubicBezTo>
                  <a:cubicBezTo>
                    <a:pt x="377" y="83"/>
                    <a:pt x="377" y="83"/>
                    <a:pt x="377" y="83"/>
                  </a:cubicBezTo>
                  <a:cubicBezTo>
                    <a:pt x="377" y="83"/>
                    <a:pt x="377" y="83"/>
                    <a:pt x="377" y="83"/>
                  </a:cubicBezTo>
                  <a:cubicBezTo>
                    <a:pt x="377" y="83"/>
                    <a:pt x="377" y="83"/>
                    <a:pt x="377" y="84"/>
                  </a:cubicBezTo>
                  <a:cubicBezTo>
                    <a:pt x="377" y="84"/>
                    <a:pt x="375" y="84"/>
                    <a:pt x="376" y="84"/>
                  </a:cubicBezTo>
                  <a:cubicBezTo>
                    <a:pt x="376" y="85"/>
                    <a:pt x="375" y="85"/>
                    <a:pt x="375" y="85"/>
                  </a:cubicBezTo>
                  <a:cubicBezTo>
                    <a:pt x="376" y="85"/>
                    <a:pt x="375" y="85"/>
                    <a:pt x="375" y="85"/>
                  </a:cubicBezTo>
                  <a:cubicBezTo>
                    <a:pt x="375" y="86"/>
                    <a:pt x="375" y="86"/>
                    <a:pt x="375" y="86"/>
                  </a:cubicBezTo>
                  <a:cubicBezTo>
                    <a:pt x="375" y="86"/>
                    <a:pt x="375" y="86"/>
                    <a:pt x="374" y="86"/>
                  </a:cubicBezTo>
                  <a:cubicBezTo>
                    <a:pt x="374" y="86"/>
                    <a:pt x="374" y="86"/>
                    <a:pt x="374" y="87"/>
                  </a:cubicBezTo>
                  <a:cubicBezTo>
                    <a:pt x="374" y="87"/>
                    <a:pt x="373" y="87"/>
                    <a:pt x="373" y="87"/>
                  </a:cubicBezTo>
                  <a:cubicBezTo>
                    <a:pt x="375" y="87"/>
                    <a:pt x="373" y="88"/>
                    <a:pt x="373" y="88"/>
                  </a:cubicBezTo>
                  <a:cubicBezTo>
                    <a:pt x="373" y="89"/>
                    <a:pt x="374" y="89"/>
                    <a:pt x="374" y="89"/>
                  </a:cubicBezTo>
                  <a:cubicBezTo>
                    <a:pt x="374" y="89"/>
                    <a:pt x="374" y="89"/>
                    <a:pt x="374" y="90"/>
                  </a:cubicBezTo>
                  <a:cubicBezTo>
                    <a:pt x="374" y="90"/>
                    <a:pt x="373" y="90"/>
                    <a:pt x="373" y="90"/>
                  </a:cubicBezTo>
                  <a:cubicBezTo>
                    <a:pt x="372" y="90"/>
                    <a:pt x="373" y="90"/>
                    <a:pt x="373" y="90"/>
                  </a:cubicBezTo>
                  <a:cubicBezTo>
                    <a:pt x="373" y="91"/>
                    <a:pt x="371" y="90"/>
                    <a:pt x="371" y="91"/>
                  </a:cubicBezTo>
                  <a:cubicBezTo>
                    <a:pt x="370" y="91"/>
                    <a:pt x="370" y="91"/>
                    <a:pt x="369" y="91"/>
                  </a:cubicBezTo>
                  <a:cubicBezTo>
                    <a:pt x="369" y="91"/>
                    <a:pt x="368" y="91"/>
                    <a:pt x="368" y="91"/>
                  </a:cubicBezTo>
                  <a:cubicBezTo>
                    <a:pt x="368" y="92"/>
                    <a:pt x="369" y="92"/>
                    <a:pt x="368" y="92"/>
                  </a:cubicBezTo>
                  <a:cubicBezTo>
                    <a:pt x="368" y="92"/>
                    <a:pt x="367" y="92"/>
                    <a:pt x="367" y="92"/>
                  </a:cubicBezTo>
                  <a:cubicBezTo>
                    <a:pt x="368" y="91"/>
                    <a:pt x="366" y="91"/>
                    <a:pt x="366" y="91"/>
                  </a:cubicBezTo>
                  <a:cubicBezTo>
                    <a:pt x="366" y="91"/>
                    <a:pt x="366" y="91"/>
                    <a:pt x="367" y="91"/>
                  </a:cubicBezTo>
                  <a:cubicBezTo>
                    <a:pt x="366" y="91"/>
                    <a:pt x="366" y="90"/>
                    <a:pt x="367" y="90"/>
                  </a:cubicBezTo>
                  <a:cubicBezTo>
                    <a:pt x="367" y="90"/>
                    <a:pt x="367" y="90"/>
                    <a:pt x="367" y="90"/>
                  </a:cubicBezTo>
                  <a:cubicBezTo>
                    <a:pt x="367" y="89"/>
                    <a:pt x="368" y="89"/>
                    <a:pt x="368" y="89"/>
                  </a:cubicBezTo>
                  <a:cubicBezTo>
                    <a:pt x="368" y="89"/>
                    <a:pt x="368" y="89"/>
                    <a:pt x="367" y="89"/>
                  </a:cubicBezTo>
                  <a:cubicBezTo>
                    <a:pt x="367" y="89"/>
                    <a:pt x="368" y="89"/>
                    <a:pt x="368" y="89"/>
                  </a:cubicBezTo>
                  <a:cubicBezTo>
                    <a:pt x="368" y="89"/>
                    <a:pt x="368" y="89"/>
                    <a:pt x="367" y="89"/>
                  </a:cubicBezTo>
                  <a:cubicBezTo>
                    <a:pt x="368" y="88"/>
                    <a:pt x="368" y="88"/>
                    <a:pt x="369" y="87"/>
                  </a:cubicBezTo>
                  <a:cubicBezTo>
                    <a:pt x="369" y="87"/>
                    <a:pt x="368" y="87"/>
                    <a:pt x="368" y="87"/>
                  </a:cubicBezTo>
                  <a:cubicBezTo>
                    <a:pt x="369" y="87"/>
                    <a:pt x="369" y="86"/>
                    <a:pt x="370" y="85"/>
                  </a:cubicBezTo>
                  <a:cubicBezTo>
                    <a:pt x="370" y="85"/>
                    <a:pt x="371" y="85"/>
                    <a:pt x="371" y="84"/>
                  </a:cubicBezTo>
                  <a:cubicBezTo>
                    <a:pt x="372" y="83"/>
                    <a:pt x="371" y="83"/>
                    <a:pt x="370" y="83"/>
                  </a:cubicBezTo>
                  <a:cubicBezTo>
                    <a:pt x="370" y="83"/>
                    <a:pt x="371" y="84"/>
                    <a:pt x="370" y="83"/>
                  </a:cubicBezTo>
                  <a:cubicBezTo>
                    <a:pt x="370" y="83"/>
                    <a:pt x="369" y="83"/>
                    <a:pt x="369" y="83"/>
                  </a:cubicBezTo>
                  <a:cubicBezTo>
                    <a:pt x="369" y="83"/>
                    <a:pt x="370" y="83"/>
                    <a:pt x="371" y="83"/>
                  </a:cubicBezTo>
                  <a:cubicBezTo>
                    <a:pt x="371" y="83"/>
                    <a:pt x="370" y="82"/>
                    <a:pt x="370" y="82"/>
                  </a:cubicBezTo>
                  <a:cubicBezTo>
                    <a:pt x="370" y="82"/>
                    <a:pt x="370" y="82"/>
                    <a:pt x="370" y="82"/>
                  </a:cubicBezTo>
                  <a:cubicBezTo>
                    <a:pt x="370" y="81"/>
                    <a:pt x="369" y="82"/>
                    <a:pt x="369" y="82"/>
                  </a:cubicBezTo>
                  <a:cubicBezTo>
                    <a:pt x="369" y="82"/>
                    <a:pt x="368" y="81"/>
                    <a:pt x="368" y="81"/>
                  </a:cubicBezTo>
                  <a:cubicBezTo>
                    <a:pt x="367" y="81"/>
                    <a:pt x="369" y="81"/>
                    <a:pt x="369" y="80"/>
                  </a:cubicBezTo>
                  <a:cubicBezTo>
                    <a:pt x="369" y="80"/>
                    <a:pt x="367" y="81"/>
                    <a:pt x="367" y="80"/>
                  </a:cubicBezTo>
                  <a:cubicBezTo>
                    <a:pt x="367" y="80"/>
                    <a:pt x="367" y="80"/>
                    <a:pt x="366" y="80"/>
                  </a:cubicBezTo>
                  <a:cubicBezTo>
                    <a:pt x="365" y="80"/>
                    <a:pt x="363" y="79"/>
                    <a:pt x="362" y="80"/>
                  </a:cubicBezTo>
                  <a:cubicBezTo>
                    <a:pt x="362" y="80"/>
                    <a:pt x="362" y="81"/>
                    <a:pt x="362" y="81"/>
                  </a:cubicBezTo>
                  <a:cubicBezTo>
                    <a:pt x="363" y="81"/>
                    <a:pt x="363" y="81"/>
                    <a:pt x="363" y="81"/>
                  </a:cubicBezTo>
                  <a:cubicBezTo>
                    <a:pt x="364" y="81"/>
                    <a:pt x="363" y="82"/>
                    <a:pt x="363" y="82"/>
                  </a:cubicBezTo>
                  <a:cubicBezTo>
                    <a:pt x="363" y="82"/>
                    <a:pt x="364" y="82"/>
                    <a:pt x="364" y="82"/>
                  </a:cubicBezTo>
                  <a:cubicBezTo>
                    <a:pt x="365" y="82"/>
                    <a:pt x="365" y="82"/>
                    <a:pt x="366" y="82"/>
                  </a:cubicBezTo>
                  <a:cubicBezTo>
                    <a:pt x="365" y="82"/>
                    <a:pt x="365" y="83"/>
                    <a:pt x="364" y="82"/>
                  </a:cubicBezTo>
                  <a:cubicBezTo>
                    <a:pt x="363" y="82"/>
                    <a:pt x="362" y="82"/>
                    <a:pt x="362" y="83"/>
                  </a:cubicBezTo>
                  <a:cubicBezTo>
                    <a:pt x="362" y="83"/>
                    <a:pt x="363" y="82"/>
                    <a:pt x="363" y="83"/>
                  </a:cubicBezTo>
                  <a:cubicBezTo>
                    <a:pt x="363" y="83"/>
                    <a:pt x="363" y="84"/>
                    <a:pt x="363" y="84"/>
                  </a:cubicBezTo>
                  <a:cubicBezTo>
                    <a:pt x="363" y="85"/>
                    <a:pt x="361" y="83"/>
                    <a:pt x="361" y="84"/>
                  </a:cubicBezTo>
                  <a:cubicBezTo>
                    <a:pt x="361" y="84"/>
                    <a:pt x="362" y="84"/>
                    <a:pt x="362" y="85"/>
                  </a:cubicBezTo>
                  <a:cubicBezTo>
                    <a:pt x="362" y="85"/>
                    <a:pt x="362" y="85"/>
                    <a:pt x="362" y="85"/>
                  </a:cubicBezTo>
                  <a:cubicBezTo>
                    <a:pt x="361" y="84"/>
                    <a:pt x="361" y="85"/>
                    <a:pt x="361" y="85"/>
                  </a:cubicBezTo>
                  <a:cubicBezTo>
                    <a:pt x="360" y="84"/>
                    <a:pt x="361" y="84"/>
                    <a:pt x="360" y="84"/>
                  </a:cubicBezTo>
                  <a:cubicBezTo>
                    <a:pt x="360" y="83"/>
                    <a:pt x="359" y="84"/>
                    <a:pt x="359" y="84"/>
                  </a:cubicBezTo>
                  <a:cubicBezTo>
                    <a:pt x="358" y="84"/>
                    <a:pt x="359" y="84"/>
                    <a:pt x="359" y="85"/>
                  </a:cubicBezTo>
                  <a:cubicBezTo>
                    <a:pt x="359" y="85"/>
                    <a:pt x="358" y="84"/>
                    <a:pt x="358" y="84"/>
                  </a:cubicBezTo>
                  <a:cubicBezTo>
                    <a:pt x="358" y="84"/>
                    <a:pt x="359" y="84"/>
                    <a:pt x="359" y="84"/>
                  </a:cubicBezTo>
                  <a:cubicBezTo>
                    <a:pt x="359" y="84"/>
                    <a:pt x="358" y="83"/>
                    <a:pt x="358" y="84"/>
                  </a:cubicBezTo>
                  <a:cubicBezTo>
                    <a:pt x="357" y="84"/>
                    <a:pt x="357" y="84"/>
                    <a:pt x="357" y="84"/>
                  </a:cubicBezTo>
                  <a:cubicBezTo>
                    <a:pt x="356" y="84"/>
                    <a:pt x="356" y="84"/>
                    <a:pt x="355" y="84"/>
                  </a:cubicBezTo>
                  <a:cubicBezTo>
                    <a:pt x="355" y="84"/>
                    <a:pt x="354" y="85"/>
                    <a:pt x="354" y="85"/>
                  </a:cubicBezTo>
                  <a:cubicBezTo>
                    <a:pt x="353" y="85"/>
                    <a:pt x="353" y="86"/>
                    <a:pt x="352" y="86"/>
                  </a:cubicBezTo>
                  <a:cubicBezTo>
                    <a:pt x="353" y="86"/>
                    <a:pt x="352" y="85"/>
                    <a:pt x="352" y="85"/>
                  </a:cubicBezTo>
                  <a:cubicBezTo>
                    <a:pt x="352" y="85"/>
                    <a:pt x="351" y="85"/>
                    <a:pt x="351" y="85"/>
                  </a:cubicBezTo>
                  <a:cubicBezTo>
                    <a:pt x="351" y="85"/>
                    <a:pt x="352" y="85"/>
                    <a:pt x="352" y="85"/>
                  </a:cubicBezTo>
                  <a:cubicBezTo>
                    <a:pt x="352" y="85"/>
                    <a:pt x="353" y="85"/>
                    <a:pt x="353" y="84"/>
                  </a:cubicBezTo>
                  <a:cubicBezTo>
                    <a:pt x="352" y="84"/>
                    <a:pt x="351" y="85"/>
                    <a:pt x="350" y="85"/>
                  </a:cubicBezTo>
                  <a:cubicBezTo>
                    <a:pt x="349" y="85"/>
                    <a:pt x="350" y="85"/>
                    <a:pt x="350" y="86"/>
                  </a:cubicBezTo>
                  <a:cubicBezTo>
                    <a:pt x="350" y="86"/>
                    <a:pt x="349" y="86"/>
                    <a:pt x="348" y="86"/>
                  </a:cubicBezTo>
                  <a:cubicBezTo>
                    <a:pt x="348" y="86"/>
                    <a:pt x="347" y="87"/>
                    <a:pt x="347" y="87"/>
                  </a:cubicBezTo>
                  <a:cubicBezTo>
                    <a:pt x="347" y="86"/>
                    <a:pt x="348" y="86"/>
                    <a:pt x="349" y="86"/>
                  </a:cubicBezTo>
                  <a:cubicBezTo>
                    <a:pt x="349" y="85"/>
                    <a:pt x="348" y="86"/>
                    <a:pt x="347" y="86"/>
                  </a:cubicBezTo>
                  <a:cubicBezTo>
                    <a:pt x="347" y="85"/>
                    <a:pt x="350" y="85"/>
                    <a:pt x="350" y="85"/>
                  </a:cubicBezTo>
                  <a:cubicBezTo>
                    <a:pt x="352" y="84"/>
                    <a:pt x="353" y="84"/>
                    <a:pt x="354" y="84"/>
                  </a:cubicBezTo>
                  <a:cubicBezTo>
                    <a:pt x="354" y="83"/>
                    <a:pt x="355" y="83"/>
                    <a:pt x="356" y="82"/>
                  </a:cubicBezTo>
                  <a:cubicBezTo>
                    <a:pt x="356" y="82"/>
                    <a:pt x="355" y="82"/>
                    <a:pt x="355" y="82"/>
                  </a:cubicBezTo>
                  <a:cubicBezTo>
                    <a:pt x="354" y="81"/>
                    <a:pt x="353" y="81"/>
                    <a:pt x="353" y="81"/>
                  </a:cubicBezTo>
                  <a:cubicBezTo>
                    <a:pt x="352" y="81"/>
                    <a:pt x="352" y="81"/>
                    <a:pt x="351" y="81"/>
                  </a:cubicBezTo>
                  <a:cubicBezTo>
                    <a:pt x="350" y="81"/>
                    <a:pt x="350" y="80"/>
                    <a:pt x="349" y="80"/>
                  </a:cubicBezTo>
                  <a:cubicBezTo>
                    <a:pt x="349" y="80"/>
                    <a:pt x="348" y="80"/>
                    <a:pt x="347" y="80"/>
                  </a:cubicBezTo>
                  <a:cubicBezTo>
                    <a:pt x="346" y="80"/>
                    <a:pt x="345" y="80"/>
                    <a:pt x="344" y="80"/>
                  </a:cubicBezTo>
                  <a:cubicBezTo>
                    <a:pt x="344" y="80"/>
                    <a:pt x="343" y="81"/>
                    <a:pt x="343" y="81"/>
                  </a:cubicBezTo>
                  <a:cubicBezTo>
                    <a:pt x="342" y="81"/>
                    <a:pt x="341" y="81"/>
                    <a:pt x="340" y="82"/>
                  </a:cubicBezTo>
                  <a:cubicBezTo>
                    <a:pt x="341" y="82"/>
                    <a:pt x="341" y="82"/>
                    <a:pt x="341" y="82"/>
                  </a:cubicBezTo>
                  <a:cubicBezTo>
                    <a:pt x="341" y="83"/>
                    <a:pt x="339" y="83"/>
                    <a:pt x="338" y="83"/>
                  </a:cubicBezTo>
                  <a:cubicBezTo>
                    <a:pt x="339" y="83"/>
                    <a:pt x="339" y="83"/>
                    <a:pt x="340" y="82"/>
                  </a:cubicBezTo>
                  <a:cubicBezTo>
                    <a:pt x="339" y="82"/>
                    <a:pt x="339" y="83"/>
                    <a:pt x="338" y="83"/>
                  </a:cubicBezTo>
                  <a:cubicBezTo>
                    <a:pt x="338" y="83"/>
                    <a:pt x="337" y="83"/>
                    <a:pt x="337" y="83"/>
                  </a:cubicBezTo>
                  <a:cubicBezTo>
                    <a:pt x="335" y="83"/>
                    <a:pt x="334" y="83"/>
                    <a:pt x="332" y="84"/>
                  </a:cubicBezTo>
                  <a:cubicBezTo>
                    <a:pt x="332" y="83"/>
                    <a:pt x="334" y="83"/>
                    <a:pt x="335" y="82"/>
                  </a:cubicBezTo>
                  <a:cubicBezTo>
                    <a:pt x="334" y="82"/>
                    <a:pt x="335" y="82"/>
                    <a:pt x="335" y="82"/>
                  </a:cubicBezTo>
                  <a:cubicBezTo>
                    <a:pt x="336" y="82"/>
                    <a:pt x="336" y="82"/>
                    <a:pt x="337" y="82"/>
                  </a:cubicBezTo>
                  <a:cubicBezTo>
                    <a:pt x="337" y="81"/>
                    <a:pt x="338" y="82"/>
                    <a:pt x="338" y="81"/>
                  </a:cubicBezTo>
                  <a:cubicBezTo>
                    <a:pt x="339" y="80"/>
                    <a:pt x="340" y="79"/>
                    <a:pt x="342" y="79"/>
                  </a:cubicBezTo>
                  <a:cubicBezTo>
                    <a:pt x="343" y="78"/>
                    <a:pt x="343" y="77"/>
                    <a:pt x="341" y="76"/>
                  </a:cubicBezTo>
                  <a:cubicBezTo>
                    <a:pt x="340" y="76"/>
                    <a:pt x="338" y="77"/>
                    <a:pt x="337" y="77"/>
                  </a:cubicBezTo>
                  <a:cubicBezTo>
                    <a:pt x="335" y="77"/>
                    <a:pt x="333" y="78"/>
                    <a:pt x="331" y="78"/>
                  </a:cubicBezTo>
                  <a:cubicBezTo>
                    <a:pt x="329" y="78"/>
                    <a:pt x="327" y="79"/>
                    <a:pt x="325" y="79"/>
                  </a:cubicBezTo>
                  <a:cubicBezTo>
                    <a:pt x="324" y="79"/>
                    <a:pt x="323" y="79"/>
                    <a:pt x="322" y="80"/>
                  </a:cubicBezTo>
                  <a:cubicBezTo>
                    <a:pt x="321" y="80"/>
                    <a:pt x="320" y="80"/>
                    <a:pt x="319" y="80"/>
                  </a:cubicBezTo>
                  <a:cubicBezTo>
                    <a:pt x="317" y="80"/>
                    <a:pt x="316" y="81"/>
                    <a:pt x="314" y="81"/>
                  </a:cubicBezTo>
                  <a:cubicBezTo>
                    <a:pt x="311" y="82"/>
                    <a:pt x="307" y="83"/>
                    <a:pt x="304" y="84"/>
                  </a:cubicBezTo>
                  <a:cubicBezTo>
                    <a:pt x="304" y="84"/>
                    <a:pt x="302" y="85"/>
                    <a:pt x="303" y="85"/>
                  </a:cubicBezTo>
                  <a:cubicBezTo>
                    <a:pt x="303" y="86"/>
                    <a:pt x="304" y="86"/>
                    <a:pt x="304" y="85"/>
                  </a:cubicBezTo>
                  <a:cubicBezTo>
                    <a:pt x="304" y="85"/>
                    <a:pt x="305" y="86"/>
                    <a:pt x="305" y="86"/>
                  </a:cubicBezTo>
                  <a:cubicBezTo>
                    <a:pt x="304" y="87"/>
                    <a:pt x="303" y="87"/>
                    <a:pt x="302" y="87"/>
                  </a:cubicBezTo>
                  <a:cubicBezTo>
                    <a:pt x="301" y="87"/>
                    <a:pt x="300" y="87"/>
                    <a:pt x="299" y="87"/>
                  </a:cubicBezTo>
                  <a:cubicBezTo>
                    <a:pt x="299" y="87"/>
                    <a:pt x="298" y="88"/>
                    <a:pt x="297" y="88"/>
                  </a:cubicBezTo>
                  <a:cubicBezTo>
                    <a:pt x="296" y="89"/>
                    <a:pt x="294" y="89"/>
                    <a:pt x="293" y="90"/>
                  </a:cubicBezTo>
                  <a:cubicBezTo>
                    <a:pt x="292" y="90"/>
                    <a:pt x="291" y="91"/>
                    <a:pt x="291" y="91"/>
                  </a:cubicBezTo>
                  <a:cubicBezTo>
                    <a:pt x="291" y="92"/>
                    <a:pt x="291" y="92"/>
                    <a:pt x="292" y="92"/>
                  </a:cubicBezTo>
                  <a:cubicBezTo>
                    <a:pt x="293" y="92"/>
                    <a:pt x="295" y="91"/>
                    <a:pt x="295" y="92"/>
                  </a:cubicBezTo>
                  <a:cubicBezTo>
                    <a:pt x="295" y="92"/>
                    <a:pt x="295" y="92"/>
                    <a:pt x="295" y="92"/>
                  </a:cubicBezTo>
                  <a:cubicBezTo>
                    <a:pt x="296" y="92"/>
                    <a:pt x="296" y="92"/>
                    <a:pt x="297" y="92"/>
                  </a:cubicBezTo>
                  <a:cubicBezTo>
                    <a:pt x="298" y="91"/>
                    <a:pt x="300" y="91"/>
                    <a:pt x="300" y="92"/>
                  </a:cubicBezTo>
                  <a:cubicBezTo>
                    <a:pt x="300" y="92"/>
                    <a:pt x="299" y="91"/>
                    <a:pt x="298" y="92"/>
                  </a:cubicBezTo>
                  <a:cubicBezTo>
                    <a:pt x="299" y="92"/>
                    <a:pt x="299" y="92"/>
                    <a:pt x="300" y="92"/>
                  </a:cubicBezTo>
                  <a:cubicBezTo>
                    <a:pt x="299" y="93"/>
                    <a:pt x="299" y="92"/>
                    <a:pt x="298" y="93"/>
                  </a:cubicBezTo>
                  <a:cubicBezTo>
                    <a:pt x="299" y="93"/>
                    <a:pt x="299" y="93"/>
                    <a:pt x="299" y="93"/>
                  </a:cubicBezTo>
                  <a:cubicBezTo>
                    <a:pt x="298" y="93"/>
                    <a:pt x="298" y="93"/>
                    <a:pt x="298" y="93"/>
                  </a:cubicBezTo>
                  <a:cubicBezTo>
                    <a:pt x="297" y="93"/>
                    <a:pt x="296" y="93"/>
                    <a:pt x="296" y="93"/>
                  </a:cubicBezTo>
                  <a:cubicBezTo>
                    <a:pt x="295" y="93"/>
                    <a:pt x="294" y="93"/>
                    <a:pt x="294" y="94"/>
                  </a:cubicBezTo>
                  <a:cubicBezTo>
                    <a:pt x="293" y="94"/>
                    <a:pt x="296" y="94"/>
                    <a:pt x="296" y="94"/>
                  </a:cubicBezTo>
                  <a:cubicBezTo>
                    <a:pt x="296" y="94"/>
                    <a:pt x="299" y="94"/>
                    <a:pt x="299" y="94"/>
                  </a:cubicBezTo>
                  <a:cubicBezTo>
                    <a:pt x="299" y="94"/>
                    <a:pt x="299" y="93"/>
                    <a:pt x="299" y="93"/>
                  </a:cubicBezTo>
                  <a:cubicBezTo>
                    <a:pt x="299" y="93"/>
                    <a:pt x="300" y="93"/>
                    <a:pt x="300" y="93"/>
                  </a:cubicBezTo>
                  <a:cubicBezTo>
                    <a:pt x="300" y="93"/>
                    <a:pt x="300" y="93"/>
                    <a:pt x="300" y="93"/>
                  </a:cubicBezTo>
                  <a:cubicBezTo>
                    <a:pt x="300" y="94"/>
                    <a:pt x="300" y="94"/>
                    <a:pt x="299" y="94"/>
                  </a:cubicBezTo>
                  <a:cubicBezTo>
                    <a:pt x="300" y="94"/>
                    <a:pt x="302" y="94"/>
                    <a:pt x="303" y="94"/>
                  </a:cubicBezTo>
                  <a:cubicBezTo>
                    <a:pt x="304" y="94"/>
                    <a:pt x="305" y="93"/>
                    <a:pt x="307" y="93"/>
                  </a:cubicBezTo>
                  <a:cubicBezTo>
                    <a:pt x="308" y="93"/>
                    <a:pt x="309" y="93"/>
                    <a:pt x="311" y="93"/>
                  </a:cubicBezTo>
                  <a:cubicBezTo>
                    <a:pt x="312" y="93"/>
                    <a:pt x="313" y="92"/>
                    <a:pt x="314" y="93"/>
                  </a:cubicBezTo>
                  <a:cubicBezTo>
                    <a:pt x="314" y="93"/>
                    <a:pt x="314" y="93"/>
                    <a:pt x="314" y="93"/>
                  </a:cubicBezTo>
                  <a:cubicBezTo>
                    <a:pt x="315" y="93"/>
                    <a:pt x="316" y="93"/>
                    <a:pt x="317" y="93"/>
                  </a:cubicBezTo>
                  <a:cubicBezTo>
                    <a:pt x="316" y="93"/>
                    <a:pt x="315" y="93"/>
                    <a:pt x="314" y="93"/>
                  </a:cubicBezTo>
                  <a:cubicBezTo>
                    <a:pt x="314" y="93"/>
                    <a:pt x="313" y="93"/>
                    <a:pt x="313" y="93"/>
                  </a:cubicBezTo>
                  <a:cubicBezTo>
                    <a:pt x="313" y="93"/>
                    <a:pt x="312" y="93"/>
                    <a:pt x="312" y="93"/>
                  </a:cubicBezTo>
                  <a:cubicBezTo>
                    <a:pt x="311" y="93"/>
                    <a:pt x="311" y="93"/>
                    <a:pt x="310" y="93"/>
                  </a:cubicBezTo>
                  <a:cubicBezTo>
                    <a:pt x="309" y="94"/>
                    <a:pt x="309" y="94"/>
                    <a:pt x="308" y="94"/>
                  </a:cubicBezTo>
                  <a:cubicBezTo>
                    <a:pt x="309" y="94"/>
                    <a:pt x="310" y="94"/>
                    <a:pt x="311" y="94"/>
                  </a:cubicBezTo>
                  <a:cubicBezTo>
                    <a:pt x="310" y="95"/>
                    <a:pt x="309" y="94"/>
                    <a:pt x="308" y="94"/>
                  </a:cubicBezTo>
                  <a:cubicBezTo>
                    <a:pt x="308" y="94"/>
                    <a:pt x="308" y="94"/>
                    <a:pt x="308" y="94"/>
                  </a:cubicBezTo>
                  <a:cubicBezTo>
                    <a:pt x="307" y="94"/>
                    <a:pt x="305" y="94"/>
                    <a:pt x="303" y="95"/>
                  </a:cubicBezTo>
                  <a:cubicBezTo>
                    <a:pt x="302" y="95"/>
                    <a:pt x="300" y="95"/>
                    <a:pt x="299" y="96"/>
                  </a:cubicBezTo>
                  <a:cubicBezTo>
                    <a:pt x="296" y="96"/>
                    <a:pt x="294" y="96"/>
                    <a:pt x="291" y="97"/>
                  </a:cubicBezTo>
                  <a:cubicBezTo>
                    <a:pt x="290" y="97"/>
                    <a:pt x="287" y="98"/>
                    <a:pt x="288" y="99"/>
                  </a:cubicBezTo>
                  <a:cubicBezTo>
                    <a:pt x="289" y="100"/>
                    <a:pt x="290" y="100"/>
                    <a:pt x="290" y="100"/>
                  </a:cubicBezTo>
                  <a:cubicBezTo>
                    <a:pt x="290" y="100"/>
                    <a:pt x="289" y="101"/>
                    <a:pt x="289" y="101"/>
                  </a:cubicBezTo>
                  <a:cubicBezTo>
                    <a:pt x="289" y="101"/>
                    <a:pt x="290" y="101"/>
                    <a:pt x="290" y="101"/>
                  </a:cubicBezTo>
                  <a:cubicBezTo>
                    <a:pt x="290" y="101"/>
                    <a:pt x="292" y="101"/>
                    <a:pt x="292" y="101"/>
                  </a:cubicBezTo>
                  <a:cubicBezTo>
                    <a:pt x="293" y="101"/>
                    <a:pt x="294" y="101"/>
                    <a:pt x="296" y="101"/>
                  </a:cubicBezTo>
                  <a:cubicBezTo>
                    <a:pt x="297" y="101"/>
                    <a:pt x="299" y="100"/>
                    <a:pt x="300" y="101"/>
                  </a:cubicBezTo>
                  <a:cubicBezTo>
                    <a:pt x="300" y="101"/>
                    <a:pt x="299" y="101"/>
                    <a:pt x="299" y="101"/>
                  </a:cubicBezTo>
                  <a:cubicBezTo>
                    <a:pt x="300" y="102"/>
                    <a:pt x="301" y="101"/>
                    <a:pt x="302" y="101"/>
                  </a:cubicBezTo>
                  <a:cubicBezTo>
                    <a:pt x="303" y="101"/>
                    <a:pt x="304" y="101"/>
                    <a:pt x="305" y="101"/>
                  </a:cubicBezTo>
                  <a:cubicBezTo>
                    <a:pt x="307" y="101"/>
                    <a:pt x="309" y="101"/>
                    <a:pt x="311" y="101"/>
                  </a:cubicBezTo>
                  <a:cubicBezTo>
                    <a:pt x="312" y="101"/>
                    <a:pt x="313" y="100"/>
                    <a:pt x="314" y="101"/>
                  </a:cubicBezTo>
                  <a:cubicBezTo>
                    <a:pt x="315" y="101"/>
                    <a:pt x="315" y="100"/>
                    <a:pt x="316" y="100"/>
                  </a:cubicBezTo>
                  <a:cubicBezTo>
                    <a:pt x="317" y="100"/>
                    <a:pt x="318" y="101"/>
                    <a:pt x="318" y="101"/>
                  </a:cubicBezTo>
                  <a:cubicBezTo>
                    <a:pt x="319" y="100"/>
                    <a:pt x="320" y="101"/>
                    <a:pt x="321" y="101"/>
                  </a:cubicBezTo>
                  <a:cubicBezTo>
                    <a:pt x="320" y="101"/>
                    <a:pt x="320" y="101"/>
                    <a:pt x="320" y="101"/>
                  </a:cubicBezTo>
                  <a:cubicBezTo>
                    <a:pt x="321" y="101"/>
                    <a:pt x="321" y="101"/>
                    <a:pt x="321" y="101"/>
                  </a:cubicBezTo>
                  <a:cubicBezTo>
                    <a:pt x="322" y="102"/>
                    <a:pt x="322" y="101"/>
                    <a:pt x="323" y="101"/>
                  </a:cubicBezTo>
                  <a:cubicBezTo>
                    <a:pt x="323" y="101"/>
                    <a:pt x="324" y="102"/>
                    <a:pt x="324" y="102"/>
                  </a:cubicBezTo>
                  <a:cubicBezTo>
                    <a:pt x="325" y="102"/>
                    <a:pt x="325" y="102"/>
                    <a:pt x="325" y="102"/>
                  </a:cubicBezTo>
                  <a:cubicBezTo>
                    <a:pt x="326" y="102"/>
                    <a:pt x="327" y="102"/>
                    <a:pt x="326" y="102"/>
                  </a:cubicBezTo>
                  <a:cubicBezTo>
                    <a:pt x="326" y="103"/>
                    <a:pt x="326" y="103"/>
                    <a:pt x="326" y="103"/>
                  </a:cubicBezTo>
                  <a:cubicBezTo>
                    <a:pt x="327" y="103"/>
                    <a:pt x="329" y="103"/>
                    <a:pt x="329" y="104"/>
                  </a:cubicBezTo>
                  <a:cubicBezTo>
                    <a:pt x="329" y="104"/>
                    <a:pt x="329" y="104"/>
                    <a:pt x="328" y="104"/>
                  </a:cubicBezTo>
                  <a:cubicBezTo>
                    <a:pt x="329" y="104"/>
                    <a:pt x="329" y="104"/>
                    <a:pt x="329" y="104"/>
                  </a:cubicBezTo>
                  <a:cubicBezTo>
                    <a:pt x="328" y="105"/>
                    <a:pt x="327" y="104"/>
                    <a:pt x="326" y="104"/>
                  </a:cubicBezTo>
                  <a:cubicBezTo>
                    <a:pt x="326" y="104"/>
                    <a:pt x="325" y="104"/>
                    <a:pt x="325" y="104"/>
                  </a:cubicBezTo>
                  <a:cubicBezTo>
                    <a:pt x="324" y="104"/>
                    <a:pt x="324" y="104"/>
                    <a:pt x="323" y="104"/>
                  </a:cubicBezTo>
                  <a:cubicBezTo>
                    <a:pt x="324" y="104"/>
                    <a:pt x="324" y="104"/>
                    <a:pt x="324" y="104"/>
                  </a:cubicBezTo>
                  <a:cubicBezTo>
                    <a:pt x="323" y="104"/>
                    <a:pt x="323" y="104"/>
                    <a:pt x="322" y="104"/>
                  </a:cubicBezTo>
                  <a:cubicBezTo>
                    <a:pt x="322" y="104"/>
                    <a:pt x="320" y="104"/>
                    <a:pt x="321" y="105"/>
                  </a:cubicBezTo>
                  <a:cubicBezTo>
                    <a:pt x="320" y="105"/>
                    <a:pt x="320" y="105"/>
                    <a:pt x="319" y="105"/>
                  </a:cubicBezTo>
                  <a:cubicBezTo>
                    <a:pt x="319" y="105"/>
                    <a:pt x="318" y="105"/>
                    <a:pt x="318" y="104"/>
                  </a:cubicBezTo>
                  <a:cubicBezTo>
                    <a:pt x="316" y="104"/>
                    <a:pt x="315" y="104"/>
                    <a:pt x="313" y="104"/>
                  </a:cubicBezTo>
                  <a:cubicBezTo>
                    <a:pt x="312" y="104"/>
                    <a:pt x="310" y="104"/>
                    <a:pt x="308" y="104"/>
                  </a:cubicBezTo>
                  <a:cubicBezTo>
                    <a:pt x="307" y="104"/>
                    <a:pt x="305" y="104"/>
                    <a:pt x="304" y="104"/>
                  </a:cubicBezTo>
                  <a:cubicBezTo>
                    <a:pt x="300" y="104"/>
                    <a:pt x="297" y="105"/>
                    <a:pt x="294" y="105"/>
                  </a:cubicBezTo>
                  <a:cubicBezTo>
                    <a:pt x="291" y="105"/>
                    <a:pt x="287" y="105"/>
                    <a:pt x="285" y="107"/>
                  </a:cubicBezTo>
                  <a:cubicBezTo>
                    <a:pt x="284" y="107"/>
                    <a:pt x="284" y="108"/>
                    <a:pt x="283" y="109"/>
                  </a:cubicBezTo>
                  <a:cubicBezTo>
                    <a:pt x="283" y="109"/>
                    <a:pt x="284" y="110"/>
                    <a:pt x="285" y="110"/>
                  </a:cubicBezTo>
                  <a:cubicBezTo>
                    <a:pt x="285" y="110"/>
                    <a:pt x="284" y="110"/>
                    <a:pt x="284" y="110"/>
                  </a:cubicBezTo>
                  <a:cubicBezTo>
                    <a:pt x="284" y="110"/>
                    <a:pt x="285" y="111"/>
                    <a:pt x="285" y="111"/>
                  </a:cubicBezTo>
                  <a:cubicBezTo>
                    <a:pt x="285" y="110"/>
                    <a:pt x="285" y="111"/>
                    <a:pt x="286" y="111"/>
                  </a:cubicBezTo>
                  <a:cubicBezTo>
                    <a:pt x="285" y="111"/>
                    <a:pt x="285" y="111"/>
                    <a:pt x="285" y="111"/>
                  </a:cubicBezTo>
                  <a:cubicBezTo>
                    <a:pt x="285" y="112"/>
                    <a:pt x="284" y="112"/>
                    <a:pt x="285" y="112"/>
                  </a:cubicBezTo>
                  <a:cubicBezTo>
                    <a:pt x="285" y="112"/>
                    <a:pt x="286" y="113"/>
                    <a:pt x="286" y="113"/>
                  </a:cubicBezTo>
                  <a:cubicBezTo>
                    <a:pt x="288" y="113"/>
                    <a:pt x="290" y="113"/>
                    <a:pt x="292" y="114"/>
                  </a:cubicBezTo>
                  <a:cubicBezTo>
                    <a:pt x="293" y="114"/>
                    <a:pt x="294" y="113"/>
                    <a:pt x="295" y="113"/>
                  </a:cubicBezTo>
                  <a:cubicBezTo>
                    <a:pt x="296" y="114"/>
                    <a:pt x="297" y="113"/>
                    <a:pt x="298" y="113"/>
                  </a:cubicBezTo>
                  <a:cubicBezTo>
                    <a:pt x="299" y="113"/>
                    <a:pt x="299" y="113"/>
                    <a:pt x="299" y="114"/>
                  </a:cubicBezTo>
                  <a:cubicBezTo>
                    <a:pt x="300" y="114"/>
                    <a:pt x="300" y="114"/>
                    <a:pt x="301" y="114"/>
                  </a:cubicBezTo>
                  <a:cubicBezTo>
                    <a:pt x="302" y="114"/>
                    <a:pt x="303" y="114"/>
                    <a:pt x="303" y="114"/>
                  </a:cubicBezTo>
                  <a:cubicBezTo>
                    <a:pt x="303" y="114"/>
                    <a:pt x="302" y="114"/>
                    <a:pt x="302" y="115"/>
                  </a:cubicBezTo>
                  <a:cubicBezTo>
                    <a:pt x="302" y="115"/>
                    <a:pt x="301" y="115"/>
                    <a:pt x="302" y="115"/>
                  </a:cubicBezTo>
                  <a:cubicBezTo>
                    <a:pt x="302" y="116"/>
                    <a:pt x="301" y="116"/>
                    <a:pt x="301" y="116"/>
                  </a:cubicBezTo>
                  <a:cubicBezTo>
                    <a:pt x="302" y="116"/>
                    <a:pt x="300" y="116"/>
                    <a:pt x="300" y="117"/>
                  </a:cubicBezTo>
                  <a:cubicBezTo>
                    <a:pt x="299" y="117"/>
                    <a:pt x="300" y="117"/>
                    <a:pt x="299" y="117"/>
                  </a:cubicBezTo>
                  <a:cubicBezTo>
                    <a:pt x="298" y="118"/>
                    <a:pt x="299" y="118"/>
                    <a:pt x="299" y="119"/>
                  </a:cubicBezTo>
                  <a:cubicBezTo>
                    <a:pt x="299" y="119"/>
                    <a:pt x="298" y="119"/>
                    <a:pt x="299" y="120"/>
                  </a:cubicBezTo>
                  <a:cubicBezTo>
                    <a:pt x="299" y="120"/>
                    <a:pt x="301" y="120"/>
                    <a:pt x="300" y="121"/>
                  </a:cubicBezTo>
                  <a:cubicBezTo>
                    <a:pt x="300" y="121"/>
                    <a:pt x="298" y="120"/>
                    <a:pt x="298" y="121"/>
                  </a:cubicBezTo>
                  <a:cubicBezTo>
                    <a:pt x="298" y="121"/>
                    <a:pt x="302" y="121"/>
                    <a:pt x="302" y="121"/>
                  </a:cubicBezTo>
                  <a:cubicBezTo>
                    <a:pt x="303" y="121"/>
                    <a:pt x="303" y="120"/>
                    <a:pt x="304" y="120"/>
                  </a:cubicBezTo>
                  <a:cubicBezTo>
                    <a:pt x="305" y="120"/>
                    <a:pt x="306" y="120"/>
                    <a:pt x="307" y="120"/>
                  </a:cubicBezTo>
                  <a:cubicBezTo>
                    <a:pt x="308" y="120"/>
                    <a:pt x="310" y="120"/>
                    <a:pt x="312" y="120"/>
                  </a:cubicBezTo>
                  <a:cubicBezTo>
                    <a:pt x="312" y="120"/>
                    <a:pt x="314" y="121"/>
                    <a:pt x="313" y="120"/>
                  </a:cubicBezTo>
                  <a:cubicBezTo>
                    <a:pt x="313" y="120"/>
                    <a:pt x="313" y="120"/>
                    <a:pt x="312" y="120"/>
                  </a:cubicBezTo>
                  <a:cubicBezTo>
                    <a:pt x="313" y="120"/>
                    <a:pt x="314" y="120"/>
                    <a:pt x="314" y="120"/>
                  </a:cubicBezTo>
                  <a:cubicBezTo>
                    <a:pt x="315" y="120"/>
                    <a:pt x="316" y="119"/>
                    <a:pt x="317" y="120"/>
                  </a:cubicBezTo>
                  <a:cubicBezTo>
                    <a:pt x="316" y="120"/>
                    <a:pt x="315" y="120"/>
                    <a:pt x="315" y="120"/>
                  </a:cubicBezTo>
                  <a:cubicBezTo>
                    <a:pt x="316" y="120"/>
                    <a:pt x="317" y="119"/>
                    <a:pt x="319" y="119"/>
                  </a:cubicBezTo>
                  <a:cubicBezTo>
                    <a:pt x="319" y="119"/>
                    <a:pt x="320" y="119"/>
                    <a:pt x="320" y="120"/>
                  </a:cubicBezTo>
                  <a:cubicBezTo>
                    <a:pt x="320" y="120"/>
                    <a:pt x="321" y="119"/>
                    <a:pt x="321" y="119"/>
                  </a:cubicBezTo>
                  <a:cubicBezTo>
                    <a:pt x="322" y="119"/>
                    <a:pt x="323" y="119"/>
                    <a:pt x="324" y="119"/>
                  </a:cubicBezTo>
                  <a:cubicBezTo>
                    <a:pt x="324" y="119"/>
                    <a:pt x="325" y="119"/>
                    <a:pt x="326" y="119"/>
                  </a:cubicBezTo>
                  <a:cubicBezTo>
                    <a:pt x="327" y="119"/>
                    <a:pt x="329" y="119"/>
                    <a:pt x="330" y="119"/>
                  </a:cubicBezTo>
                  <a:cubicBezTo>
                    <a:pt x="332" y="118"/>
                    <a:pt x="333" y="118"/>
                    <a:pt x="335" y="117"/>
                  </a:cubicBezTo>
                  <a:cubicBezTo>
                    <a:pt x="335" y="117"/>
                    <a:pt x="336" y="117"/>
                    <a:pt x="336" y="117"/>
                  </a:cubicBezTo>
                  <a:cubicBezTo>
                    <a:pt x="337" y="116"/>
                    <a:pt x="337" y="116"/>
                    <a:pt x="338" y="116"/>
                  </a:cubicBezTo>
                  <a:cubicBezTo>
                    <a:pt x="340" y="117"/>
                    <a:pt x="341" y="116"/>
                    <a:pt x="343" y="116"/>
                  </a:cubicBezTo>
                  <a:cubicBezTo>
                    <a:pt x="345" y="116"/>
                    <a:pt x="346" y="116"/>
                    <a:pt x="347" y="115"/>
                  </a:cubicBezTo>
                  <a:cubicBezTo>
                    <a:pt x="348" y="115"/>
                    <a:pt x="348" y="115"/>
                    <a:pt x="349" y="115"/>
                  </a:cubicBezTo>
                  <a:cubicBezTo>
                    <a:pt x="349" y="114"/>
                    <a:pt x="350" y="114"/>
                    <a:pt x="351" y="113"/>
                  </a:cubicBezTo>
                  <a:cubicBezTo>
                    <a:pt x="351" y="112"/>
                    <a:pt x="353" y="113"/>
                    <a:pt x="354" y="112"/>
                  </a:cubicBezTo>
                  <a:cubicBezTo>
                    <a:pt x="355" y="111"/>
                    <a:pt x="355" y="111"/>
                    <a:pt x="356" y="112"/>
                  </a:cubicBezTo>
                  <a:cubicBezTo>
                    <a:pt x="356" y="112"/>
                    <a:pt x="355" y="113"/>
                    <a:pt x="355" y="114"/>
                  </a:cubicBezTo>
                  <a:cubicBezTo>
                    <a:pt x="354" y="114"/>
                    <a:pt x="353" y="114"/>
                    <a:pt x="354" y="114"/>
                  </a:cubicBezTo>
                  <a:cubicBezTo>
                    <a:pt x="355" y="115"/>
                    <a:pt x="356" y="115"/>
                    <a:pt x="356" y="115"/>
                  </a:cubicBezTo>
                  <a:cubicBezTo>
                    <a:pt x="357" y="114"/>
                    <a:pt x="359" y="114"/>
                    <a:pt x="359" y="115"/>
                  </a:cubicBezTo>
                  <a:cubicBezTo>
                    <a:pt x="359" y="115"/>
                    <a:pt x="362" y="115"/>
                    <a:pt x="362" y="115"/>
                  </a:cubicBezTo>
                  <a:cubicBezTo>
                    <a:pt x="361" y="115"/>
                    <a:pt x="364" y="115"/>
                    <a:pt x="363" y="116"/>
                  </a:cubicBezTo>
                  <a:cubicBezTo>
                    <a:pt x="362" y="116"/>
                    <a:pt x="360" y="116"/>
                    <a:pt x="359" y="116"/>
                  </a:cubicBezTo>
                  <a:cubicBezTo>
                    <a:pt x="360" y="117"/>
                    <a:pt x="362" y="117"/>
                    <a:pt x="363" y="117"/>
                  </a:cubicBezTo>
                  <a:cubicBezTo>
                    <a:pt x="364" y="117"/>
                    <a:pt x="365" y="116"/>
                    <a:pt x="365" y="117"/>
                  </a:cubicBezTo>
                  <a:cubicBezTo>
                    <a:pt x="366" y="117"/>
                    <a:pt x="366" y="117"/>
                    <a:pt x="366" y="117"/>
                  </a:cubicBezTo>
                  <a:cubicBezTo>
                    <a:pt x="366" y="117"/>
                    <a:pt x="366" y="117"/>
                    <a:pt x="366" y="116"/>
                  </a:cubicBezTo>
                  <a:cubicBezTo>
                    <a:pt x="366" y="117"/>
                    <a:pt x="368" y="117"/>
                    <a:pt x="368" y="117"/>
                  </a:cubicBezTo>
                  <a:cubicBezTo>
                    <a:pt x="369" y="117"/>
                    <a:pt x="369" y="118"/>
                    <a:pt x="370" y="118"/>
                  </a:cubicBezTo>
                  <a:cubicBezTo>
                    <a:pt x="370" y="118"/>
                    <a:pt x="371" y="118"/>
                    <a:pt x="371" y="118"/>
                  </a:cubicBezTo>
                  <a:cubicBezTo>
                    <a:pt x="371" y="118"/>
                    <a:pt x="371" y="118"/>
                    <a:pt x="372" y="118"/>
                  </a:cubicBezTo>
                  <a:cubicBezTo>
                    <a:pt x="372" y="118"/>
                    <a:pt x="373" y="117"/>
                    <a:pt x="373" y="117"/>
                  </a:cubicBezTo>
                  <a:cubicBezTo>
                    <a:pt x="374" y="118"/>
                    <a:pt x="376" y="118"/>
                    <a:pt x="376" y="117"/>
                  </a:cubicBezTo>
                  <a:cubicBezTo>
                    <a:pt x="377" y="117"/>
                    <a:pt x="376" y="117"/>
                    <a:pt x="377" y="117"/>
                  </a:cubicBezTo>
                  <a:cubicBezTo>
                    <a:pt x="378" y="117"/>
                    <a:pt x="378" y="117"/>
                    <a:pt x="379" y="117"/>
                  </a:cubicBezTo>
                  <a:cubicBezTo>
                    <a:pt x="380" y="116"/>
                    <a:pt x="380" y="116"/>
                    <a:pt x="381" y="116"/>
                  </a:cubicBezTo>
                  <a:cubicBezTo>
                    <a:pt x="382" y="116"/>
                    <a:pt x="382" y="116"/>
                    <a:pt x="382" y="116"/>
                  </a:cubicBezTo>
                  <a:cubicBezTo>
                    <a:pt x="383" y="116"/>
                    <a:pt x="383" y="116"/>
                    <a:pt x="383" y="116"/>
                  </a:cubicBezTo>
                  <a:cubicBezTo>
                    <a:pt x="383" y="116"/>
                    <a:pt x="385" y="116"/>
                    <a:pt x="384" y="116"/>
                  </a:cubicBezTo>
                  <a:cubicBezTo>
                    <a:pt x="384" y="116"/>
                    <a:pt x="388" y="114"/>
                    <a:pt x="386" y="114"/>
                  </a:cubicBezTo>
                  <a:cubicBezTo>
                    <a:pt x="385" y="113"/>
                    <a:pt x="384" y="114"/>
                    <a:pt x="384" y="114"/>
                  </a:cubicBezTo>
                  <a:cubicBezTo>
                    <a:pt x="383" y="114"/>
                    <a:pt x="384" y="113"/>
                    <a:pt x="384" y="114"/>
                  </a:cubicBezTo>
                  <a:cubicBezTo>
                    <a:pt x="385" y="114"/>
                    <a:pt x="385" y="113"/>
                    <a:pt x="385" y="113"/>
                  </a:cubicBezTo>
                  <a:cubicBezTo>
                    <a:pt x="385" y="113"/>
                    <a:pt x="385" y="113"/>
                    <a:pt x="385" y="113"/>
                  </a:cubicBezTo>
                  <a:cubicBezTo>
                    <a:pt x="385" y="112"/>
                    <a:pt x="387" y="113"/>
                    <a:pt x="387" y="112"/>
                  </a:cubicBezTo>
                  <a:cubicBezTo>
                    <a:pt x="387" y="111"/>
                    <a:pt x="385" y="111"/>
                    <a:pt x="385" y="111"/>
                  </a:cubicBezTo>
                  <a:cubicBezTo>
                    <a:pt x="384" y="112"/>
                    <a:pt x="384" y="112"/>
                    <a:pt x="383" y="112"/>
                  </a:cubicBezTo>
                  <a:cubicBezTo>
                    <a:pt x="382" y="112"/>
                    <a:pt x="381" y="112"/>
                    <a:pt x="381" y="112"/>
                  </a:cubicBezTo>
                  <a:cubicBezTo>
                    <a:pt x="380" y="113"/>
                    <a:pt x="379" y="113"/>
                    <a:pt x="378" y="114"/>
                  </a:cubicBezTo>
                  <a:cubicBezTo>
                    <a:pt x="378" y="114"/>
                    <a:pt x="376" y="115"/>
                    <a:pt x="376" y="115"/>
                  </a:cubicBezTo>
                  <a:cubicBezTo>
                    <a:pt x="375" y="114"/>
                    <a:pt x="377" y="114"/>
                    <a:pt x="377" y="114"/>
                  </a:cubicBezTo>
                  <a:cubicBezTo>
                    <a:pt x="378" y="114"/>
                    <a:pt x="378" y="113"/>
                    <a:pt x="378" y="113"/>
                  </a:cubicBezTo>
                  <a:cubicBezTo>
                    <a:pt x="379" y="113"/>
                    <a:pt x="379" y="113"/>
                    <a:pt x="379" y="112"/>
                  </a:cubicBezTo>
                  <a:cubicBezTo>
                    <a:pt x="379" y="112"/>
                    <a:pt x="381" y="111"/>
                    <a:pt x="380" y="111"/>
                  </a:cubicBezTo>
                  <a:cubicBezTo>
                    <a:pt x="380" y="111"/>
                    <a:pt x="379" y="112"/>
                    <a:pt x="379" y="112"/>
                  </a:cubicBezTo>
                  <a:cubicBezTo>
                    <a:pt x="380" y="111"/>
                    <a:pt x="379" y="110"/>
                    <a:pt x="378" y="110"/>
                  </a:cubicBezTo>
                  <a:cubicBezTo>
                    <a:pt x="378" y="110"/>
                    <a:pt x="380" y="109"/>
                    <a:pt x="380" y="109"/>
                  </a:cubicBezTo>
                  <a:cubicBezTo>
                    <a:pt x="380" y="110"/>
                    <a:pt x="380" y="109"/>
                    <a:pt x="380" y="110"/>
                  </a:cubicBezTo>
                  <a:cubicBezTo>
                    <a:pt x="381" y="111"/>
                    <a:pt x="384" y="111"/>
                    <a:pt x="385" y="110"/>
                  </a:cubicBezTo>
                  <a:cubicBezTo>
                    <a:pt x="387" y="109"/>
                    <a:pt x="385" y="110"/>
                    <a:pt x="385" y="109"/>
                  </a:cubicBezTo>
                  <a:cubicBezTo>
                    <a:pt x="385" y="109"/>
                    <a:pt x="387" y="109"/>
                    <a:pt x="388" y="108"/>
                  </a:cubicBezTo>
                  <a:cubicBezTo>
                    <a:pt x="388" y="109"/>
                    <a:pt x="388" y="109"/>
                    <a:pt x="387" y="109"/>
                  </a:cubicBezTo>
                  <a:cubicBezTo>
                    <a:pt x="388" y="109"/>
                    <a:pt x="389" y="108"/>
                    <a:pt x="389" y="108"/>
                  </a:cubicBezTo>
                  <a:cubicBezTo>
                    <a:pt x="390" y="107"/>
                    <a:pt x="390" y="108"/>
                    <a:pt x="390" y="108"/>
                  </a:cubicBezTo>
                  <a:cubicBezTo>
                    <a:pt x="390" y="108"/>
                    <a:pt x="390" y="108"/>
                    <a:pt x="390" y="108"/>
                  </a:cubicBezTo>
                  <a:cubicBezTo>
                    <a:pt x="390" y="108"/>
                    <a:pt x="390" y="109"/>
                    <a:pt x="390" y="109"/>
                  </a:cubicBezTo>
                  <a:cubicBezTo>
                    <a:pt x="391" y="109"/>
                    <a:pt x="392" y="109"/>
                    <a:pt x="391" y="110"/>
                  </a:cubicBezTo>
                  <a:cubicBezTo>
                    <a:pt x="393" y="109"/>
                    <a:pt x="394" y="108"/>
                    <a:pt x="395" y="108"/>
                  </a:cubicBezTo>
                  <a:cubicBezTo>
                    <a:pt x="395" y="108"/>
                    <a:pt x="394" y="108"/>
                    <a:pt x="394" y="109"/>
                  </a:cubicBezTo>
                  <a:cubicBezTo>
                    <a:pt x="394" y="109"/>
                    <a:pt x="394" y="110"/>
                    <a:pt x="394" y="110"/>
                  </a:cubicBezTo>
                  <a:cubicBezTo>
                    <a:pt x="394" y="110"/>
                    <a:pt x="395" y="110"/>
                    <a:pt x="395" y="110"/>
                  </a:cubicBezTo>
                  <a:cubicBezTo>
                    <a:pt x="396" y="110"/>
                    <a:pt x="396" y="110"/>
                    <a:pt x="397" y="110"/>
                  </a:cubicBezTo>
                  <a:cubicBezTo>
                    <a:pt x="397" y="109"/>
                    <a:pt x="399" y="108"/>
                    <a:pt x="399" y="107"/>
                  </a:cubicBezTo>
                  <a:close/>
                  <a:moveTo>
                    <a:pt x="430" y="117"/>
                  </a:moveTo>
                  <a:cubicBezTo>
                    <a:pt x="429" y="117"/>
                    <a:pt x="428" y="117"/>
                    <a:pt x="427" y="117"/>
                  </a:cubicBezTo>
                  <a:cubicBezTo>
                    <a:pt x="427" y="117"/>
                    <a:pt x="426" y="118"/>
                    <a:pt x="426" y="117"/>
                  </a:cubicBezTo>
                  <a:cubicBezTo>
                    <a:pt x="426" y="117"/>
                    <a:pt x="425" y="117"/>
                    <a:pt x="425" y="117"/>
                  </a:cubicBezTo>
                  <a:cubicBezTo>
                    <a:pt x="426" y="117"/>
                    <a:pt x="426" y="116"/>
                    <a:pt x="426" y="116"/>
                  </a:cubicBezTo>
                  <a:cubicBezTo>
                    <a:pt x="426" y="116"/>
                    <a:pt x="426" y="116"/>
                    <a:pt x="426" y="116"/>
                  </a:cubicBezTo>
                  <a:cubicBezTo>
                    <a:pt x="426" y="115"/>
                    <a:pt x="427" y="115"/>
                    <a:pt x="427" y="115"/>
                  </a:cubicBezTo>
                  <a:cubicBezTo>
                    <a:pt x="427" y="115"/>
                    <a:pt x="427" y="114"/>
                    <a:pt x="427" y="114"/>
                  </a:cubicBezTo>
                  <a:cubicBezTo>
                    <a:pt x="426" y="114"/>
                    <a:pt x="425" y="116"/>
                    <a:pt x="424" y="116"/>
                  </a:cubicBezTo>
                  <a:cubicBezTo>
                    <a:pt x="424" y="115"/>
                    <a:pt x="426" y="114"/>
                    <a:pt x="426" y="114"/>
                  </a:cubicBezTo>
                  <a:cubicBezTo>
                    <a:pt x="427" y="113"/>
                    <a:pt x="424" y="112"/>
                    <a:pt x="424" y="111"/>
                  </a:cubicBezTo>
                  <a:cubicBezTo>
                    <a:pt x="423" y="111"/>
                    <a:pt x="423" y="110"/>
                    <a:pt x="422" y="110"/>
                  </a:cubicBezTo>
                  <a:cubicBezTo>
                    <a:pt x="422" y="109"/>
                    <a:pt x="420" y="111"/>
                    <a:pt x="421" y="110"/>
                  </a:cubicBezTo>
                  <a:cubicBezTo>
                    <a:pt x="421" y="109"/>
                    <a:pt x="422" y="110"/>
                    <a:pt x="422" y="109"/>
                  </a:cubicBezTo>
                  <a:cubicBezTo>
                    <a:pt x="422" y="109"/>
                    <a:pt x="421" y="109"/>
                    <a:pt x="421" y="109"/>
                  </a:cubicBezTo>
                  <a:cubicBezTo>
                    <a:pt x="421" y="108"/>
                    <a:pt x="421" y="108"/>
                    <a:pt x="421" y="108"/>
                  </a:cubicBezTo>
                  <a:cubicBezTo>
                    <a:pt x="421" y="108"/>
                    <a:pt x="420" y="108"/>
                    <a:pt x="420" y="108"/>
                  </a:cubicBezTo>
                  <a:cubicBezTo>
                    <a:pt x="420" y="107"/>
                    <a:pt x="419" y="108"/>
                    <a:pt x="418" y="108"/>
                  </a:cubicBezTo>
                  <a:cubicBezTo>
                    <a:pt x="417" y="109"/>
                    <a:pt x="417" y="109"/>
                    <a:pt x="416" y="109"/>
                  </a:cubicBezTo>
                  <a:cubicBezTo>
                    <a:pt x="415" y="109"/>
                    <a:pt x="415" y="110"/>
                    <a:pt x="414" y="110"/>
                  </a:cubicBezTo>
                  <a:cubicBezTo>
                    <a:pt x="415" y="111"/>
                    <a:pt x="414" y="111"/>
                    <a:pt x="415" y="112"/>
                  </a:cubicBezTo>
                  <a:cubicBezTo>
                    <a:pt x="415" y="112"/>
                    <a:pt x="415" y="112"/>
                    <a:pt x="414" y="112"/>
                  </a:cubicBezTo>
                  <a:cubicBezTo>
                    <a:pt x="415" y="112"/>
                    <a:pt x="414" y="112"/>
                    <a:pt x="414" y="111"/>
                  </a:cubicBezTo>
                  <a:cubicBezTo>
                    <a:pt x="414" y="111"/>
                    <a:pt x="414" y="111"/>
                    <a:pt x="413" y="111"/>
                  </a:cubicBezTo>
                  <a:cubicBezTo>
                    <a:pt x="413" y="110"/>
                    <a:pt x="412" y="111"/>
                    <a:pt x="412" y="111"/>
                  </a:cubicBezTo>
                  <a:cubicBezTo>
                    <a:pt x="412" y="111"/>
                    <a:pt x="412" y="111"/>
                    <a:pt x="412" y="111"/>
                  </a:cubicBezTo>
                  <a:cubicBezTo>
                    <a:pt x="412" y="112"/>
                    <a:pt x="411" y="111"/>
                    <a:pt x="411" y="112"/>
                  </a:cubicBezTo>
                  <a:cubicBezTo>
                    <a:pt x="411" y="112"/>
                    <a:pt x="412" y="113"/>
                    <a:pt x="411" y="113"/>
                  </a:cubicBezTo>
                  <a:cubicBezTo>
                    <a:pt x="411" y="114"/>
                    <a:pt x="409" y="113"/>
                    <a:pt x="409" y="114"/>
                  </a:cubicBezTo>
                  <a:cubicBezTo>
                    <a:pt x="408" y="114"/>
                    <a:pt x="408" y="114"/>
                    <a:pt x="407" y="114"/>
                  </a:cubicBezTo>
                  <a:cubicBezTo>
                    <a:pt x="407" y="114"/>
                    <a:pt x="406" y="114"/>
                    <a:pt x="406" y="115"/>
                  </a:cubicBezTo>
                  <a:cubicBezTo>
                    <a:pt x="405" y="115"/>
                    <a:pt x="403" y="114"/>
                    <a:pt x="402" y="115"/>
                  </a:cubicBezTo>
                  <a:cubicBezTo>
                    <a:pt x="402" y="115"/>
                    <a:pt x="400" y="115"/>
                    <a:pt x="400" y="116"/>
                  </a:cubicBezTo>
                  <a:cubicBezTo>
                    <a:pt x="401" y="116"/>
                    <a:pt x="400" y="117"/>
                    <a:pt x="400" y="117"/>
                  </a:cubicBezTo>
                  <a:cubicBezTo>
                    <a:pt x="400" y="117"/>
                    <a:pt x="401" y="117"/>
                    <a:pt x="401" y="117"/>
                  </a:cubicBezTo>
                  <a:cubicBezTo>
                    <a:pt x="402" y="117"/>
                    <a:pt x="402" y="117"/>
                    <a:pt x="402" y="117"/>
                  </a:cubicBezTo>
                  <a:cubicBezTo>
                    <a:pt x="403" y="117"/>
                    <a:pt x="402" y="117"/>
                    <a:pt x="403" y="117"/>
                  </a:cubicBezTo>
                  <a:cubicBezTo>
                    <a:pt x="403" y="117"/>
                    <a:pt x="403" y="117"/>
                    <a:pt x="403" y="117"/>
                  </a:cubicBezTo>
                  <a:cubicBezTo>
                    <a:pt x="403" y="117"/>
                    <a:pt x="403" y="116"/>
                    <a:pt x="404" y="116"/>
                  </a:cubicBezTo>
                  <a:cubicBezTo>
                    <a:pt x="404" y="116"/>
                    <a:pt x="405" y="116"/>
                    <a:pt x="405" y="117"/>
                  </a:cubicBezTo>
                  <a:cubicBezTo>
                    <a:pt x="405" y="117"/>
                    <a:pt x="404" y="117"/>
                    <a:pt x="404" y="117"/>
                  </a:cubicBezTo>
                  <a:cubicBezTo>
                    <a:pt x="403" y="118"/>
                    <a:pt x="405" y="118"/>
                    <a:pt x="405" y="118"/>
                  </a:cubicBezTo>
                  <a:cubicBezTo>
                    <a:pt x="405" y="118"/>
                    <a:pt x="405" y="118"/>
                    <a:pt x="406" y="118"/>
                  </a:cubicBezTo>
                  <a:cubicBezTo>
                    <a:pt x="406" y="118"/>
                    <a:pt x="406" y="118"/>
                    <a:pt x="407" y="117"/>
                  </a:cubicBezTo>
                  <a:cubicBezTo>
                    <a:pt x="407" y="117"/>
                    <a:pt x="408" y="117"/>
                    <a:pt x="408" y="118"/>
                  </a:cubicBezTo>
                  <a:cubicBezTo>
                    <a:pt x="407" y="118"/>
                    <a:pt x="407" y="118"/>
                    <a:pt x="407" y="119"/>
                  </a:cubicBezTo>
                  <a:cubicBezTo>
                    <a:pt x="407" y="119"/>
                    <a:pt x="408" y="119"/>
                    <a:pt x="408" y="119"/>
                  </a:cubicBezTo>
                  <a:cubicBezTo>
                    <a:pt x="408" y="119"/>
                    <a:pt x="410" y="119"/>
                    <a:pt x="410" y="119"/>
                  </a:cubicBezTo>
                  <a:cubicBezTo>
                    <a:pt x="410" y="120"/>
                    <a:pt x="411" y="120"/>
                    <a:pt x="411" y="120"/>
                  </a:cubicBezTo>
                  <a:cubicBezTo>
                    <a:pt x="412" y="120"/>
                    <a:pt x="412" y="120"/>
                    <a:pt x="413" y="120"/>
                  </a:cubicBezTo>
                  <a:cubicBezTo>
                    <a:pt x="413" y="120"/>
                    <a:pt x="413" y="120"/>
                    <a:pt x="414" y="120"/>
                  </a:cubicBezTo>
                  <a:cubicBezTo>
                    <a:pt x="414" y="120"/>
                    <a:pt x="414" y="120"/>
                    <a:pt x="414" y="120"/>
                  </a:cubicBezTo>
                  <a:cubicBezTo>
                    <a:pt x="414" y="120"/>
                    <a:pt x="415" y="121"/>
                    <a:pt x="415" y="121"/>
                  </a:cubicBezTo>
                  <a:cubicBezTo>
                    <a:pt x="417" y="121"/>
                    <a:pt x="418" y="121"/>
                    <a:pt x="420" y="120"/>
                  </a:cubicBezTo>
                  <a:cubicBezTo>
                    <a:pt x="420" y="120"/>
                    <a:pt x="421" y="119"/>
                    <a:pt x="422" y="119"/>
                  </a:cubicBezTo>
                  <a:cubicBezTo>
                    <a:pt x="422" y="119"/>
                    <a:pt x="423" y="120"/>
                    <a:pt x="423" y="120"/>
                  </a:cubicBezTo>
                  <a:cubicBezTo>
                    <a:pt x="423" y="119"/>
                    <a:pt x="423" y="119"/>
                    <a:pt x="424" y="119"/>
                  </a:cubicBezTo>
                  <a:cubicBezTo>
                    <a:pt x="424" y="119"/>
                    <a:pt x="424" y="118"/>
                    <a:pt x="425" y="118"/>
                  </a:cubicBezTo>
                  <a:cubicBezTo>
                    <a:pt x="425" y="118"/>
                    <a:pt x="425" y="118"/>
                    <a:pt x="426" y="118"/>
                  </a:cubicBezTo>
                  <a:cubicBezTo>
                    <a:pt x="426" y="118"/>
                    <a:pt x="426" y="119"/>
                    <a:pt x="426" y="119"/>
                  </a:cubicBezTo>
                  <a:cubicBezTo>
                    <a:pt x="426" y="119"/>
                    <a:pt x="430" y="117"/>
                    <a:pt x="430" y="117"/>
                  </a:cubicBezTo>
                  <a:close/>
                  <a:moveTo>
                    <a:pt x="357" y="120"/>
                  </a:moveTo>
                  <a:cubicBezTo>
                    <a:pt x="357" y="121"/>
                    <a:pt x="358" y="122"/>
                    <a:pt x="359" y="122"/>
                  </a:cubicBezTo>
                  <a:cubicBezTo>
                    <a:pt x="360" y="122"/>
                    <a:pt x="360" y="121"/>
                    <a:pt x="360" y="121"/>
                  </a:cubicBezTo>
                  <a:cubicBezTo>
                    <a:pt x="361" y="121"/>
                    <a:pt x="361" y="120"/>
                    <a:pt x="360" y="120"/>
                  </a:cubicBezTo>
                  <a:cubicBezTo>
                    <a:pt x="359" y="120"/>
                    <a:pt x="358" y="120"/>
                    <a:pt x="357" y="120"/>
                  </a:cubicBezTo>
                  <a:close/>
                  <a:moveTo>
                    <a:pt x="573" y="124"/>
                  </a:moveTo>
                  <a:cubicBezTo>
                    <a:pt x="573" y="123"/>
                    <a:pt x="572" y="124"/>
                    <a:pt x="571" y="124"/>
                  </a:cubicBezTo>
                  <a:cubicBezTo>
                    <a:pt x="570" y="125"/>
                    <a:pt x="569" y="124"/>
                    <a:pt x="568" y="125"/>
                  </a:cubicBezTo>
                  <a:cubicBezTo>
                    <a:pt x="568" y="126"/>
                    <a:pt x="568" y="127"/>
                    <a:pt x="569" y="127"/>
                  </a:cubicBezTo>
                  <a:cubicBezTo>
                    <a:pt x="570" y="128"/>
                    <a:pt x="571" y="127"/>
                    <a:pt x="572" y="127"/>
                  </a:cubicBezTo>
                  <a:cubicBezTo>
                    <a:pt x="574" y="127"/>
                    <a:pt x="575" y="128"/>
                    <a:pt x="576" y="127"/>
                  </a:cubicBezTo>
                  <a:cubicBezTo>
                    <a:pt x="577" y="127"/>
                    <a:pt x="577" y="127"/>
                    <a:pt x="578" y="126"/>
                  </a:cubicBezTo>
                  <a:cubicBezTo>
                    <a:pt x="578" y="125"/>
                    <a:pt x="577" y="125"/>
                    <a:pt x="576" y="125"/>
                  </a:cubicBezTo>
                  <a:cubicBezTo>
                    <a:pt x="576" y="125"/>
                    <a:pt x="576" y="125"/>
                    <a:pt x="575" y="125"/>
                  </a:cubicBezTo>
                  <a:cubicBezTo>
                    <a:pt x="575" y="125"/>
                    <a:pt x="575" y="125"/>
                    <a:pt x="574" y="125"/>
                  </a:cubicBezTo>
                  <a:cubicBezTo>
                    <a:pt x="574" y="125"/>
                    <a:pt x="572" y="125"/>
                    <a:pt x="572" y="124"/>
                  </a:cubicBezTo>
                  <a:cubicBezTo>
                    <a:pt x="572" y="124"/>
                    <a:pt x="574" y="124"/>
                    <a:pt x="573" y="124"/>
                  </a:cubicBezTo>
                  <a:close/>
                  <a:moveTo>
                    <a:pt x="450" y="54"/>
                  </a:moveTo>
                  <a:cubicBezTo>
                    <a:pt x="449" y="54"/>
                    <a:pt x="448" y="54"/>
                    <a:pt x="447" y="54"/>
                  </a:cubicBezTo>
                  <a:cubicBezTo>
                    <a:pt x="447" y="54"/>
                    <a:pt x="444" y="54"/>
                    <a:pt x="444" y="55"/>
                  </a:cubicBezTo>
                  <a:cubicBezTo>
                    <a:pt x="444" y="55"/>
                    <a:pt x="444" y="55"/>
                    <a:pt x="444" y="55"/>
                  </a:cubicBezTo>
                  <a:cubicBezTo>
                    <a:pt x="443" y="55"/>
                    <a:pt x="442" y="55"/>
                    <a:pt x="441" y="56"/>
                  </a:cubicBezTo>
                  <a:cubicBezTo>
                    <a:pt x="442" y="57"/>
                    <a:pt x="444" y="56"/>
                    <a:pt x="446" y="56"/>
                  </a:cubicBezTo>
                  <a:cubicBezTo>
                    <a:pt x="447" y="56"/>
                    <a:pt x="448" y="55"/>
                    <a:pt x="449" y="55"/>
                  </a:cubicBezTo>
                  <a:cubicBezTo>
                    <a:pt x="450" y="54"/>
                    <a:pt x="451" y="54"/>
                    <a:pt x="452" y="54"/>
                  </a:cubicBezTo>
                  <a:cubicBezTo>
                    <a:pt x="452" y="54"/>
                    <a:pt x="452" y="54"/>
                    <a:pt x="452" y="54"/>
                  </a:cubicBezTo>
                  <a:cubicBezTo>
                    <a:pt x="452" y="54"/>
                    <a:pt x="452" y="54"/>
                    <a:pt x="451" y="54"/>
                  </a:cubicBezTo>
                  <a:cubicBezTo>
                    <a:pt x="452" y="54"/>
                    <a:pt x="450" y="54"/>
                    <a:pt x="450" y="54"/>
                  </a:cubicBezTo>
                  <a:close/>
                  <a:moveTo>
                    <a:pt x="424" y="62"/>
                  </a:moveTo>
                  <a:cubicBezTo>
                    <a:pt x="426" y="62"/>
                    <a:pt x="427" y="62"/>
                    <a:pt x="429" y="62"/>
                  </a:cubicBezTo>
                  <a:cubicBezTo>
                    <a:pt x="430" y="62"/>
                    <a:pt x="431" y="62"/>
                    <a:pt x="432" y="61"/>
                  </a:cubicBezTo>
                  <a:cubicBezTo>
                    <a:pt x="433" y="61"/>
                    <a:pt x="433" y="60"/>
                    <a:pt x="434" y="59"/>
                  </a:cubicBezTo>
                  <a:cubicBezTo>
                    <a:pt x="433" y="59"/>
                    <a:pt x="433" y="59"/>
                    <a:pt x="432" y="59"/>
                  </a:cubicBezTo>
                  <a:cubicBezTo>
                    <a:pt x="431" y="59"/>
                    <a:pt x="430" y="59"/>
                    <a:pt x="429" y="59"/>
                  </a:cubicBezTo>
                  <a:cubicBezTo>
                    <a:pt x="429" y="59"/>
                    <a:pt x="426" y="60"/>
                    <a:pt x="427" y="60"/>
                  </a:cubicBezTo>
                  <a:cubicBezTo>
                    <a:pt x="426" y="60"/>
                    <a:pt x="425" y="61"/>
                    <a:pt x="424" y="61"/>
                  </a:cubicBezTo>
                  <a:cubicBezTo>
                    <a:pt x="424" y="61"/>
                    <a:pt x="424" y="61"/>
                    <a:pt x="424" y="62"/>
                  </a:cubicBezTo>
                  <a:close/>
                  <a:moveTo>
                    <a:pt x="450" y="72"/>
                  </a:moveTo>
                  <a:cubicBezTo>
                    <a:pt x="450" y="72"/>
                    <a:pt x="451" y="73"/>
                    <a:pt x="451" y="72"/>
                  </a:cubicBezTo>
                  <a:cubicBezTo>
                    <a:pt x="451" y="72"/>
                    <a:pt x="451" y="72"/>
                    <a:pt x="451" y="72"/>
                  </a:cubicBezTo>
                  <a:cubicBezTo>
                    <a:pt x="452" y="73"/>
                    <a:pt x="454" y="72"/>
                    <a:pt x="455" y="72"/>
                  </a:cubicBezTo>
                  <a:cubicBezTo>
                    <a:pt x="456" y="72"/>
                    <a:pt x="457" y="71"/>
                    <a:pt x="459" y="71"/>
                  </a:cubicBezTo>
                  <a:cubicBezTo>
                    <a:pt x="459" y="71"/>
                    <a:pt x="460" y="71"/>
                    <a:pt x="461" y="70"/>
                  </a:cubicBezTo>
                  <a:cubicBezTo>
                    <a:pt x="459" y="69"/>
                    <a:pt x="458" y="70"/>
                    <a:pt x="456" y="70"/>
                  </a:cubicBezTo>
                  <a:cubicBezTo>
                    <a:pt x="454" y="71"/>
                    <a:pt x="453" y="70"/>
                    <a:pt x="451" y="71"/>
                  </a:cubicBezTo>
                  <a:cubicBezTo>
                    <a:pt x="450" y="71"/>
                    <a:pt x="449" y="71"/>
                    <a:pt x="448" y="71"/>
                  </a:cubicBezTo>
                  <a:cubicBezTo>
                    <a:pt x="448" y="71"/>
                    <a:pt x="447" y="72"/>
                    <a:pt x="447" y="72"/>
                  </a:cubicBezTo>
                  <a:cubicBezTo>
                    <a:pt x="447" y="72"/>
                    <a:pt x="450" y="73"/>
                    <a:pt x="450" y="72"/>
                  </a:cubicBezTo>
                  <a:cubicBezTo>
                    <a:pt x="450" y="72"/>
                    <a:pt x="450" y="72"/>
                    <a:pt x="450" y="73"/>
                  </a:cubicBezTo>
                  <a:cubicBezTo>
                    <a:pt x="450" y="72"/>
                    <a:pt x="450" y="72"/>
                    <a:pt x="450" y="72"/>
                  </a:cubicBezTo>
                  <a:close/>
                  <a:moveTo>
                    <a:pt x="450" y="73"/>
                  </a:moveTo>
                  <a:cubicBezTo>
                    <a:pt x="450" y="73"/>
                    <a:pt x="450" y="73"/>
                    <a:pt x="450" y="73"/>
                  </a:cubicBezTo>
                  <a:cubicBezTo>
                    <a:pt x="450" y="73"/>
                    <a:pt x="450" y="73"/>
                    <a:pt x="450" y="73"/>
                  </a:cubicBezTo>
                  <a:close/>
                  <a:moveTo>
                    <a:pt x="448" y="72"/>
                  </a:moveTo>
                  <a:cubicBezTo>
                    <a:pt x="449" y="73"/>
                    <a:pt x="449" y="73"/>
                    <a:pt x="450" y="73"/>
                  </a:cubicBezTo>
                  <a:cubicBezTo>
                    <a:pt x="449" y="73"/>
                    <a:pt x="449" y="72"/>
                    <a:pt x="448" y="72"/>
                  </a:cubicBezTo>
                  <a:close/>
                  <a:moveTo>
                    <a:pt x="554" y="124"/>
                  </a:moveTo>
                  <a:cubicBezTo>
                    <a:pt x="552" y="125"/>
                    <a:pt x="551" y="126"/>
                    <a:pt x="550" y="126"/>
                  </a:cubicBezTo>
                  <a:cubicBezTo>
                    <a:pt x="549" y="127"/>
                    <a:pt x="548" y="128"/>
                    <a:pt x="548" y="129"/>
                  </a:cubicBezTo>
                  <a:cubicBezTo>
                    <a:pt x="548" y="129"/>
                    <a:pt x="547" y="130"/>
                    <a:pt x="547" y="131"/>
                  </a:cubicBezTo>
                  <a:cubicBezTo>
                    <a:pt x="547" y="131"/>
                    <a:pt x="547" y="132"/>
                    <a:pt x="547" y="132"/>
                  </a:cubicBezTo>
                  <a:cubicBezTo>
                    <a:pt x="549" y="133"/>
                    <a:pt x="550" y="132"/>
                    <a:pt x="551" y="132"/>
                  </a:cubicBezTo>
                  <a:cubicBezTo>
                    <a:pt x="553" y="132"/>
                    <a:pt x="554" y="132"/>
                    <a:pt x="555" y="132"/>
                  </a:cubicBezTo>
                  <a:cubicBezTo>
                    <a:pt x="555" y="132"/>
                    <a:pt x="556" y="132"/>
                    <a:pt x="556" y="132"/>
                  </a:cubicBezTo>
                  <a:cubicBezTo>
                    <a:pt x="557" y="132"/>
                    <a:pt x="558" y="132"/>
                    <a:pt x="558" y="131"/>
                  </a:cubicBezTo>
                  <a:cubicBezTo>
                    <a:pt x="559" y="131"/>
                    <a:pt x="560" y="131"/>
                    <a:pt x="560" y="131"/>
                  </a:cubicBezTo>
                  <a:cubicBezTo>
                    <a:pt x="561" y="130"/>
                    <a:pt x="561" y="130"/>
                    <a:pt x="562" y="130"/>
                  </a:cubicBezTo>
                  <a:cubicBezTo>
                    <a:pt x="563" y="130"/>
                    <a:pt x="564" y="129"/>
                    <a:pt x="564" y="128"/>
                  </a:cubicBezTo>
                  <a:cubicBezTo>
                    <a:pt x="564" y="128"/>
                    <a:pt x="565" y="127"/>
                    <a:pt x="565" y="127"/>
                  </a:cubicBezTo>
                  <a:cubicBezTo>
                    <a:pt x="565" y="127"/>
                    <a:pt x="565" y="126"/>
                    <a:pt x="565" y="126"/>
                  </a:cubicBezTo>
                  <a:cubicBezTo>
                    <a:pt x="565" y="125"/>
                    <a:pt x="567" y="125"/>
                    <a:pt x="567" y="124"/>
                  </a:cubicBezTo>
                  <a:cubicBezTo>
                    <a:pt x="568" y="124"/>
                    <a:pt x="567" y="123"/>
                    <a:pt x="566" y="123"/>
                  </a:cubicBezTo>
                  <a:cubicBezTo>
                    <a:pt x="565" y="123"/>
                    <a:pt x="565" y="122"/>
                    <a:pt x="564" y="122"/>
                  </a:cubicBezTo>
                  <a:cubicBezTo>
                    <a:pt x="564" y="122"/>
                    <a:pt x="563" y="122"/>
                    <a:pt x="563" y="122"/>
                  </a:cubicBezTo>
                  <a:cubicBezTo>
                    <a:pt x="562" y="122"/>
                    <a:pt x="560" y="123"/>
                    <a:pt x="560" y="122"/>
                  </a:cubicBezTo>
                  <a:cubicBezTo>
                    <a:pt x="560" y="122"/>
                    <a:pt x="558" y="123"/>
                    <a:pt x="558" y="123"/>
                  </a:cubicBezTo>
                  <a:cubicBezTo>
                    <a:pt x="556" y="123"/>
                    <a:pt x="555" y="124"/>
                    <a:pt x="554" y="124"/>
                  </a:cubicBezTo>
                  <a:close/>
                  <a:moveTo>
                    <a:pt x="481" y="144"/>
                  </a:moveTo>
                  <a:cubicBezTo>
                    <a:pt x="481" y="144"/>
                    <a:pt x="480" y="144"/>
                    <a:pt x="480" y="144"/>
                  </a:cubicBezTo>
                  <a:cubicBezTo>
                    <a:pt x="480" y="144"/>
                    <a:pt x="480" y="144"/>
                    <a:pt x="480" y="144"/>
                  </a:cubicBezTo>
                  <a:cubicBezTo>
                    <a:pt x="479" y="144"/>
                    <a:pt x="479" y="145"/>
                    <a:pt x="478" y="146"/>
                  </a:cubicBezTo>
                  <a:cubicBezTo>
                    <a:pt x="478" y="146"/>
                    <a:pt x="478" y="146"/>
                    <a:pt x="478" y="147"/>
                  </a:cubicBezTo>
                  <a:cubicBezTo>
                    <a:pt x="478" y="147"/>
                    <a:pt x="479" y="147"/>
                    <a:pt x="479" y="148"/>
                  </a:cubicBezTo>
                  <a:cubicBezTo>
                    <a:pt x="479" y="148"/>
                    <a:pt x="478" y="149"/>
                    <a:pt x="479" y="149"/>
                  </a:cubicBezTo>
                  <a:cubicBezTo>
                    <a:pt x="479" y="148"/>
                    <a:pt x="480" y="148"/>
                    <a:pt x="480" y="148"/>
                  </a:cubicBezTo>
                  <a:cubicBezTo>
                    <a:pt x="481" y="148"/>
                    <a:pt x="481" y="146"/>
                    <a:pt x="481" y="145"/>
                  </a:cubicBezTo>
                  <a:cubicBezTo>
                    <a:pt x="480" y="145"/>
                    <a:pt x="481" y="145"/>
                    <a:pt x="481" y="144"/>
                  </a:cubicBezTo>
                  <a:close/>
                  <a:moveTo>
                    <a:pt x="540" y="109"/>
                  </a:moveTo>
                  <a:cubicBezTo>
                    <a:pt x="540" y="109"/>
                    <a:pt x="539" y="109"/>
                    <a:pt x="538" y="109"/>
                  </a:cubicBezTo>
                  <a:cubicBezTo>
                    <a:pt x="537" y="109"/>
                    <a:pt x="538" y="110"/>
                    <a:pt x="538" y="110"/>
                  </a:cubicBezTo>
                  <a:cubicBezTo>
                    <a:pt x="539" y="110"/>
                    <a:pt x="541" y="110"/>
                    <a:pt x="540" y="111"/>
                  </a:cubicBezTo>
                  <a:cubicBezTo>
                    <a:pt x="540" y="111"/>
                    <a:pt x="541" y="110"/>
                    <a:pt x="541" y="110"/>
                  </a:cubicBezTo>
                  <a:cubicBezTo>
                    <a:pt x="541" y="110"/>
                    <a:pt x="541" y="111"/>
                    <a:pt x="541" y="111"/>
                  </a:cubicBezTo>
                  <a:cubicBezTo>
                    <a:pt x="541" y="111"/>
                    <a:pt x="541" y="111"/>
                    <a:pt x="542" y="111"/>
                  </a:cubicBezTo>
                  <a:cubicBezTo>
                    <a:pt x="543" y="111"/>
                    <a:pt x="542" y="111"/>
                    <a:pt x="542" y="110"/>
                  </a:cubicBezTo>
                  <a:cubicBezTo>
                    <a:pt x="542" y="110"/>
                    <a:pt x="543" y="110"/>
                    <a:pt x="544" y="110"/>
                  </a:cubicBezTo>
                  <a:cubicBezTo>
                    <a:pt x="545" y="110"/>
                    <a:pt x="546" y="110"/>
                    <a:pt x="547" y="110"/>
                  </a:cubicBezTo>
                  <a:cubicBezTo>
                    <a:pt x="547" y="110"/>
                    <a:pt x="549" y="109"/>
                    <a:pt x="548" y="109"/>
                  </a:cubicBezTo>
                  <a:cubicBezTo>
                    <a:pt x="549" y="108"/>
                    <a:pt x="546" y="108"/>
                    <a:pt x="546" y="109"/>
                  </a:cubicBezTo>
                  <a:cubicBezTo>
                    <a:pt x="545" y="109"/>
                    <a:pt x="545" y="109"/>
                    <a:pt x="544" y="109"/>
                  </a:cubicBezTo>
                  <a:cubicBezTo>
                    <a:pt x="544" y="109"/>
                    <a:pt x="544" y="109"/>
                    <a:pt x="543" y="109"/>
                  </a:cubicBezTo>
                  <a:cubicBezTo>
                    <a:pt x="543" y="109"/>
                    <a:pt x="543" y="109"/>
                    <a:pt x="543" y="109"/>
                  </a:cubicBezTo>
                  <a:cubicBezTo>
                    <a:pt x="543" y="109"/>
                    <a:pt x="543" y="109"/>
                    <a:pt x="543" y="109"/>
                  </a:cubicBezTo>
                  <a:cubicBezTo>
                    <a:pt x="542" y="108"/>
                    <a:pt x="542" y="109"/>
                    <a:pt x="542" y="109"/>
                  </a:cubicBezTo>
                  <a:cubicBezTo>
                    <a:pt x="542" y="108"/>
                    <a:pt x="539" y="109"/>
                    <a:pt x="541" y="109"/>
                  </a:cubicBezTo>
                  <a:cubicBezTo>
                    <a:pt x="541" y="109"/>
                    <a:pt x="540" y="110"/>
                    <a:pt x="540" y="110"/>
                  </a:cubicBezTo>
                  <a:cubicBezTo>
                    <a:pt x="540" y="110"/>
                    <a:pt x="540" y="109"/>
                    <a:pt x="540" y="109"/>
                  </a:cubicBezTo>
                  <a:close/>
                  <a:moveTo>
                    <a:pt x="554" y="110"/>
                  </a:moveTo>
                  <a:cubicBezTo>
                    <a:pt x="554" y="110"/>
                    <a:pt x="553" y="110"/>
                    <a:pt x="553" y="110"/>
                  </a:cubicBezTo>
                  <a:cubicBezTo>
                    <a:pt x="552" y="110"/>
                    <a:pt x="550" y="111"/>
                    <a:pt x="550" y="112"/>
                  </a:cubicBezTo>
                  <a:cubicBezTo>
                    <a:pt x="550" y="112"/>
                    <a:pt x="552" y="111"/>
                    <a:pt x="552" y="111"/>
                  </a:cubicBezTo>
                  <a:cubicBezTo>
                    <a:pt x="552" y="112"/>
                    <a:pt x="554" y="111"/>
                    <a:pt x="554" y="111"/>
                  </a:cubicBezTo>
                  <a:cubicBezTo>
                    <a:pt x="555" y="111"/>
                    <a:pt x="559" y="110"/>
                    <a:pt x="557" y="109"/>
                  </a:cubicBezTo>
                  <a:cubicBezTo>
                    <a:pt x="556" y="109"/>
                    <a:pt x="556" y="110"/>
                    <a:pt x="555" y="110"/>
                  </a:cubicBezTo>
                  <a:cubicBezTo>
                    <a:pt x="555" y="109"/>
                    <a:pt x="555" y="110"/>
                    <a:pt x="554" y="110"/>
                  </a:cubicBezTo>
                  <a:close/>
                  <a:moveTo>
                    <a:pt x="657" y="137"/>
                  </a:moveTo>
                  <a:cubicBezTo>
                    <a:pt x="657" y="139"/>
                    <a:pt x="656" y="138"/>
                    <a:pt x="655" y="139"/>
                  </a:cubicBezTo>
                  <a:cubicBezTo>
                    <a:pt x="654" y="139"/>
                    <a:pt x="654" y="138"/>
                    <a:pt x="653" y="138"/>
                  </a:cubicBezTo>
                  <a:cubicBezTo>
                    <a:pt x="653" y="138"/>
                    <a:pt x="652" y="138"/>
                    <a:pt x="652" y="138"/>
                  </a:cubicBezTo>
                  <a:cubicBezTo>
                    <a:pt x="651" y="138"/>
                    <a:pt x="651" y="138"/>
                    <a:pt x="650" y="138"/>
                  </a:cubicBezTo>
                  <a:cubicBezTo>
                    <a:pt x="651" y="139"/>
                    <a:pt x="651" y="138"/>
                    <a:pt x="652" y="138"/>
                  </a:cubicBezTo>
                  <a:cubicBezTo>
                    <a:pt x="652" y="138"/>
                    <a:pt x="653" y="138"/>
                    <a:pt x="653" y="139"/>
                  </a:cubicBezTo>
                  <a:cubicBezTo>
                    <a:pt x="654" y="140"/>
                    <a:pt x="653" y="140"/>
                    <a:pt x="653" y="140"/>
                  </a:cubicBezTo>
                  <a:cubicBezTo>
                    <a:pt x="652" y="140"/>
                    <a:pt x="651" y="140"/>
                    <a:pt x="651" y="140"/>
                  </a:cubicBezTo>
                  <a:cubicBezTo>
                    <a:pt x="651" y="141"/>
                    <a:pt x="652" y="140"/>
                    <a:pt x="652" y="140"/>
                  </a:cubicBezTo>
                  <a:cubicBezTo>
                    <a:pt x="653" y="140"/>
                    <a:pt x="653" y="140"/>
                    <a:pt x="654" y="141"/>
                  </a:cubicBezTo>
                  <a:cubicBezTo>
                    <a:pt x="653" y="141"/>
                    <a:pt x="652" y="141"/>
                    <a:pt x="651" y="141"/>
                  </a:cubicBezTo>
                  <a:cubicBezTo>
                    <a:pt x="650" y="141"/>
                    <a:pt x="650" y="141"/>
                    <a:pt x="649" y="141"/>
                  </a:cubicBezTo>
                  <a:cubicBezTo>
                    <a:pt x="648" y="141"/>
                    <a:pt x="648" y="141"/>
                    <a:pt x="648" y="141"/>
                  </a:cubicBezTo>
                  <a:cubicBezTo>
                    <a:pt x="649" y="140"/>
                    <a:pt x="649" y="140"/>
                    <a:pt x="648" y="140"/>
                  </a:cubicBezTo>
                  <a:cubicBezTo>
                    <a:pt x="647" y="140"/>
                    <a:pt x="646" y="140"/>
                    <a:pt x="645" y="140"/>
                  </a:cubicBezTo>
                  <a:cubicBezTo>
                    <a:pt x="646" y="141"/>
                    <a:pt x="646" y="140"/>
                    <a:pt x="647" y="140"/>
                  </a:cubicBezTo>
                  <a:cubicBezTo>
                    <a:pt x="647" y="140"/>
                    <a:pt x="647" y="141"/>
                    <a:pt x="647" y="141"/>
                  </a:cubicBezTo>
                  <a:cubicBezTo>
                    <a:pt x="647" y="142"/>
                    <a:pt x="645" y="142"/>
                    <a:pt x="645" y="142"/>
                  </a:cubicBezTo>
                  <a:cubicBezTo>
                    <a:pt x="644" y="142"/>
                    <a:pt x="644" y="141"/>
                    <a:pt x="643" y="141"/>
                  </a:cubicBezTo>
                  <a:cubicBezTo>
                    <a:pt x="644" y="141"/>
                    <a:pt x="644" y="142"/>
                    <a:pt x="644" y="142"/>
                  </a:cubicBezTo>
                  <a:cubicBezTo>
                    <a:pt x="644" y="143"/>
                    <a:pt x="645" y="142"/>
                    <a:pt x="645" y="142"/>
                  </a:cubicBezTo>
                  <a:cubicBezTo>
                    <a:pt x="645" y="142"/>
                    <a:pt x="646" y="142"/>
                    <a:pt x="646" y="142"/>
                  </a:cubicBezTo>
                  <a:cubicBezTo>
                    <a:pt x="647" y="143"/>
                    <a:pt x="647" y="143"/>
                    <a:pt x="648" y="143"/>
                  </a:cubicBezTo>
                  <a:cubicBezTo>
                    <a:pt x="648" y="143"/>
                    <a:pt x="647" y="143"/>
                    <a:pt x="648" y="143"/>
                  </a:cubicBezTo>
                  <a:cubicBezTo>
                    <a:pt x="648" y="143"/>
                    <a:pt x="648" y="143"/>
                    <a:pt x="648" y="143"/>
                  </a:cubicBezTo>
                  <a:cubicBezTo>
                    <a:pt x="648" y="143"/>
                    <a:pt x="648" y="143"/>
                    <a:pt x="648" y="144"/>
                  </a:cubicBezTo>
                  <a:cubicBezTo>
                    <a:pt x="648" y="144"/>
                    <a:pt x="648" y="144"/>
                    <a:pt x="648" y="144"/>
                  </a:cubicBezTo>
                  <a:cubicBezTo>
                    <a:pt x="648" y="144"/>
                    <a:pt x="649" y="144"/>
                    <a:pt x="648" y="144"/>
                  </a:cubicBezTo>
                  <a:cubicBezTo>
                    <a:pt x="647" y="144"/>
                    <a:pt x="646" y="144"/>
                    <a:pt x="645" y="144"/>
                  </a:cubicBezTo>
                  <a:cubicBezTo>
                    <a:pt x="645" y="144"/>
                    <a:pt x="644" y="144"/>
                    <a:pt x="644" y="144"/>
                  </a:cubicBezTo>
                  <a:cubicBezTo>
                    <a:pt x="643" y="144"/>
                    <a:pt x="643" y="144"/>
                    <a:pt x="642" y="144"/>
                  </a:cubicBezTo>
                  <a:cubicBezTo>
                    <a:pt x="642" y="144"/>
                    <a:pt x="642" y="143"/>
                    <a:pt x="642" y="143"/>
                  </a:cubicBezTo>
                  <a:cubicBezTo>
                    <a:pt x="642" y="143"/>
                    <a:pt x="641" y="143"/>
                    <a:pt x="641" y="143"/>
                  </a:cubicBezTo>
                  <a:cubicBezTo>
                    <a:pt x="641" y="143"/>
                    <a:pt x="642" y="143"/>
                    <a:pt x="642" y="143"/>
                  </a:cubicBezTo>
                  <a:cubicBezTo>
                    <a:pt x="642" y="144"/>
                    <a:pt x="642" y="144"/>
                    <a:pt x="643" y="144"/>
                  </a:cubicBezTo>
                  <a:cubicBezTo>
                    <a:pt x="643" y="144"/>
                    <a:pt x="644" y="144"/>
                    <a:pt x="645" y="144"/>
                  </a:cubicBezTo>
                  <a:cubicBezTo>
                    <a:pt x="645" y="145"/>
                    <a:pt x="645" y="145"/>
                    <a:pt x="644" y="145"/>
                  </a:cubicBezTo>
                  <a:cubicBezTo>
                    <a:pt x="644" y="145"/>
                    <a:pt x="645" y="145"/>
                    <a:pt x="645" y="145"/>
                  </a:cubicBezTo>
                  <a:cubicBezTo>
                    <a:pt x="645" y="145"/>
                    <a:pt x="645" y="146"/>
                    <a:pt x="645" y="146"/>
                  </a:cubicBezTo>
                  <a:cubicBezTo>
                    <a:pt x="645" y="146"/>
                    <a:pt x="644" y="146"/>
                    <a:pt x="644" y="146"/>
                  </a:cubicBezTo>
                  <a:cubicBezTo>
                    <a:pt x="643" y="146"/>
                    <a:pt x="643" y="146"/>
                    <a:pt x="642" y="146"/>
                  </a:cubicBezTo>
                  <a:cubicBezTo>
                    <a:pt x="642" y="146"/>
                    <a:pt x="642" y="146"/>
                    <a:pt x="642" y="145"/>
                  </a:cubicBezTo>
                  <a:cubicBezTo>
                    <a:pt x="642" y="145"/>
                    <a:pt x="641" y="145"/>
                    <a:pt x="641" y="145"/>
                  </a:cubicBezTo>
                  <a:cubicBezTo>
                    <a:pt x="641" y="146"/>
                    <a:pt x="642" y="146"/>
                    <a:pt x="642" y="146"/>
                  </a:cubicBezTo>
                  <a:cubicBezTo>
                    <a:pt x="643" y="147"/>
                    <a:pt x="641" y="147"/>
                    <a:pt x="641" y="147"/>
                  </a:cubicBezTo>
                  <a:cubicBezTo>
                    <a:pt x="641" y="147"/>
                    <a:pt x="641" y="147"/>
                    <a:pt x="641" y="147"/>
                  </a:cubicBezTo>
                  <a:cubicBezTo>
                    <a:pt x="642" y="147"/>
                    <a:pt x="642" y="147"/>
                    <a:pt x="642" y="147"/>
                  </a:cubicBezTo>
                  <a:cubicBezTo>
                    <a:pt x="642" y="148"/>
                    <a:pt x="641" y="148"/>
                    <a:pt x="641" y="148"/>
                  </a:cubicBezTo>
                  <a:cubicBezTo>
                    <a:pt x="641" y="148"/>
                    <a:pt x="641" y="148"/>
                    <a:pt x="641" y="148"/>
                  </a:cubicBezTo>
                  <a:cubicBezTo>
                    <a:pt x="641" y="148"/>
                    <a:pt x="640" y="149"/>
                    <a:pt x="640" y="148"/>
                  </a:cubicBezTo>
                  <a:cubicBezTo>
                    <a:pt x="640" y="148"/>
                    <a:pt x="640" y="146"/>
                    <a:pt x="640" y="147"/>
                  </a:cubicBezTo>
                  <a:cubicBezTo>
                    <a:pt x="640" y="147"/>
                    <a:pt x="639" y="148"/>
                    <a:pt x="638" y="148"/>
                  </a:cubicBezTo>
                  <a:cubicBezTo>
                    <a:pt x="638" y="148"/>
                    <a:pt x="639" y="148"/>
                    <a:pt x="638" y="148"/>
                  </a:cubicBezTo>
                  <a:cubicBezTo>
                    <a:pt x="638" y="148"/>
                    <a:pt x="637" y="148"/>
                    <a:pt x="637" y="147"/>
                  </a:cubicBezTo>
                  <a:cubicBezTo>
                    <a:pt x="637" y="147"/>
                    <a:pt x="637" y="146"/>
                    <a:pt x="637" y="146"/>
                  </a:cubicBezTo>
                  <a:cubicBezTo>
                    <a:pt x="637" y="146"/>
                    <a:pt x="637" y="145"/>
                    <a:pt x="637" y="145"/>
                  </a:cubicBezTo>
                  <a:cubicBezTo>
                    <a:pt x="636" y="145"/>
                    <a:pt x="636" y="147"/>
                    <a:pt x="636" y="147"/>
                  </a:cubicBezTo>
                  <a:cubicBezTo>
                    <a:pt x="636" y="148"/>
                    <a:pt x="634" y="147"/>
                    <a:pt x="634" y="147"/>
                  </a:cubicBezTo>
                  <a:cubicBezTo>
                    <a:pt x="633" y="148"/>
                    <a:pt x="636" y="147"/>
                    <a:pt x="636" y="148"/>
                  </a:cubicBezTo>
                  <a:cubicBezTo>
                    <a:pt x="636" y="149"/>
                    <a:pt x="635" y="149"/>
                    <a:pt x="635" y="149"/>
                  </a:cubicBezTo>
                  <a:cubicBezTo>
                    <a:pt x="634" y="149"/>
                    <a:pt x="634" y="148"/>
                    <a:pt x="634" y="148"/>
                  </a:cubicBezTo>
                  <a:cubicBezTo>
                    <a:pt x="634" y="148"/>
                    <a:pt x="634" y="149"/>
                    <a:pt x="634" y="149"/>
                  </a:cubicBezTo>
                  <a:cubicBezTo>
                    <a:pt x="634" y="149"/>
                    <a:pt x="634" y="149"/>
                    <a:pt x="634" y="149"/>
                  </a:cubicBezTo>
                  <a:cubicBezTo>
                    <a:pt x="634" y="149"/>
                    <a:pt x="635" y="149"/>
                    <a:pt x="635" y="150"/>
                  </a:cubicBezTo>
                  <a:cubicBezTo>
                    <a:pt x="635" y="149"/>
                    <a:pt x="634" y="150"/>
                    <a:pt x="634" y="149"/>
                  </a:cubicBezTo>
                  <a:cubicBezTo>
                    <a:pt x="634" y="149"/>
                    <a:pt x="633" y="149"/>
                    <a:pt x="633" y="149"/>
                  </a:cubicBezTo>
                  <a:cubicBezTo>
                    <a:pt x="633" y="150"/>
                    <a:pt x="634" y="150"/>
                    <a:pt x="634" y="150"/>
                  </a:cubicBezTo>
                  <a:cubicBezTo>
                    <a:pt x="634" y="150"/>
                    <a:pt x="634" y="150"/>
                    <a:pt x="633" y="150"/>
                  </a:cubicBezTo>
                  <a:cubicBezTo>
                    <a:pt x="634" y="150"/>
                    <a:pt x="634" y="151"/>
                    <a:pt x="634" y="151"/>
                  </a:cubicBezTo>
                  <a:cubicBezTo>
                    <a:pt x="634" y="151"/>
                    <a:pt x="633" y="151"/>
                    <a:pt x="633" y="151"/>
                  </a:cubicBezTo>
                  <a:cubicBezTo>
                    <a:pt x="634" y="151"/>
                    <a:pt x="634" y="151"/>
                    <a:pt x="634" y="151"/>
                  </a:cubicBezTo>
                  <a:cubicBezTo>
                    <a:pt x="634" y="152"/>
                    <a:pt x="633" y="151"/>
                    <a:pt x="633" y="152"/>
                  </a:cubicBezTo>
                  <a:cubicBezTo>
                    <a:pt x="633" y="152"/>
                    <a:pt x="634" y="152"/>
                    <a:pt x="634" y="152"/>
                  </a:cubicBezTo>
                  <a:cubicBezTo>
                    <a:pt x="634" y="152"/>
                    <a:pt x="633" y="152"/>
                    <a:pt x="632" y="152"/>
                  </a:cubicBezTo>
                  <a:cubicBezTo>
                    <a:pt x="633" y="152"/>
                    <a:pt x="633" y="152"/>
                    <a:pt x="633" y="152"/>
                  </a:cubicBezTo>
                  <a:cubicBezTo>
                    <a:pt x="633" y="152"/>
                    <a:pt x="633" y="152"/>
                    <a:pt x="632" y="152"/>
                  </a:cubicBezTo>
                  <a:cubicBezTo>
                    <a:pt x="633" y="152"/>
                    <a:pt x="633" y="152"/>
                    <a:pt x="633" y="152"/>
                  </a:cubicBezTo>
                  <a:cubicBezTo>
                    <a:pt x="633" y="153"/>
                    <a:pt x="633" y="153"/>
                    <a:pt x="632" y="153"/>
                  </a:cubicBezTo>
                  <a:cubicBezTo>
                    <a:pt x="633" y="153"/>
                    <a:pt x="633" y="153"/>
                    <a:pt x="633" y="153"/>
                  </a:cubicBezTo>
                  <a:cubicBezTo>
                    <a:pt x="632" y="153"/>
                    <a:pt x="632" y="153"/>
                    <a:pt x="632" y="153"/>
                  </a:cubicBezTo>
                  <a:cubicBezTo>
                    <a:pt x="633" y="153"/>
                    <a:pt x="632" y="154"/>
                    <a:pt x="631" y="154"/>
                  </a:cubicBezTo>
                  <a:cubicBezTo>
                    <a:pt x="631" y="154"/>
                    <a:pt x="631" y="155"/>
                    <a:pt x="630" y="155"/>
                  </a:cubicBezTo>
                  <a:cubicBezTo>
                    <a:pt x="630" y="155"/>
                    <a:pt x="631" y="154"/>
                    <a:pt x="630" y="154"/>
                  </a:cubicBezTo>
                  <a:cubicBezTo>
                    <a:pt x="630" y="154"/>
                    <a:pt x="629" y="154"/>
                    <a:pt x="629" y="154"/>
                  </a:cubicBezTo>
                  <a:cubicBezTo>
                    <a:pt x="629" y="154"/>
                    <a:pt x="630" y="154"/>
                    <a:pt x="630" y="153"/>
                  </a:cubicBezTo>
                  <a:cubicBezTo>
                    <a:pt x="630" y="153"/>
                    <a:pt x="629" y="154"/>
                    <a:pt x="629" y="153"/>
                  </a:cubicBezTo>
                  <a:cubicBezTo>
                    <a:pt x="628" y="153"/>
                    <a:pt x="630" y="152"/>
                    <a:pt x="630" y="152"/>
                  </a:cubicBezTo>
                  <a:cubicBezTo>
                    <a:pt x="630" y="152"/>
                    <a:pt x="629" y="152"/>
                    <a:pt x="629" y="152"/>
                  </a:cubicBezTo>
                  <a:cubicBezTo>
                    <a:pt x="629" y="153"/>
                    <a:pt x="628" y="153"/>
                    <a:pt x="628" y="153"/>
                  </a:cubicBezTo>
                  <a:cubicBezTo>
                    <a:pt x="628" y="153"/>
                    <a:pt x="627" y="154"/>
                    <a:pt x="627" y="153"/>
                  </a:cubicBezTo>
                  <a:cubicBezTo>
                    <a:pt x="627" y="153"/>
                    <a:pt x="626" y="153"/>
                    <a:pt x="626" y="153"/>
                  </a:cubicBezTo>
                  <a:cubicBezTo>
                    <a:pt x="627" y="152"/>
                    <a:pt x="628" y="152"/>
                    <a:pt x="628" y="152"/>
                  </a:cubicBezTo>
                  <a:cubicBezTo>
                    <a:pt x="627" y="152"/>
                    <a:pt x="627" y="152"/>
                    <a:pt x="626" y="152"/>
                  </a:cubicBezTo>
                  <a:cubicBezTo>
                    <a:pt x="626" y="151"/>
                    <a:pt x="627" y="152"/>
                    <a:pt x="627" y="151"/>
                  </a:cubicBezTo>
                  <a:cubicBezTo>
                    <a:pt x="627" y="151"/>
                    <a:pt x="626" y="151"/>
                    <a:pt x="626" y="151"/>
                  </a:cubicBezTo>
                  <a:cubicBezTo>
                    <a:pt x="627" y="151"/>
                    <a:pt x="628" y="150"/>
                    <a:pt x="628" y="150"/>
                  </a:cubicBezTo>
                  <a:cubicBezTo>
                    <a:pt x="628" y="150"/>
                    <a:pt x="626" y="151"/>
                    <a:pt x="626" y="151"/>
                  </a:cubicBezTo>
                  <a:cubicBezTo>
                    <a:pt x="625" y="152"/>
                    <a:pt x="625" y="153"/>
                    <a:pt x="624" y="153"/>
                  </a:cubicBezTo>
                  <a:cubicBezTo>
                    <a:pt x="624" y="153"/>
                    <a:pt x="624" y="153"/>
                    <a:pt x="624" y="153"/>
                  </a:cubicBezTo>
                  <a:cubicBezTo>
                    <a:pt x="624" y="152"/>
                    <a:pt x="624" y="152"/>
                    <a:pt x="624" y="152"/>
                  </a:cubicBezTo>
                  <a:cubicBezTo>
                    <a:pt x="624" y="152"/>
                    <a:pt x="624" y="152"/>
                    <a:pt x="623" y="152"/>
                  </a:cubicBezTo>
                  <a:cubicBezTo>
                    <a:pt x="624" y="152"/>
                    <a:pt x="624" y="152"/>
                    <a:pt x="624" y="151"/>
                  </a:cubicBezTo>
                  <a:cubicBezTo>
                    <a:pt x="624" y="151"/>
                    <a:pt x="624" y="151"/>
                    <a:pt x="623" y="151"/>
                  </a:cubicBezTo>
                  <a:cubicBezTo>
                    <a:pt x="623" y="152"/>
                    <a:pt x="622" y="151"/>
                    <a:pt x="623" y="151"/>
                  </a:cubicBezTo>
                  <a:cubicBezTo>
                    <a:pt x="623" y="151"/>
                    <a:pt x="623" y="151"/>
                    <a:pt x="623" y="151"/>
                  </a:cubicBezTo>
                  <a:cubicBezTo>
                    <a:pt x="623" y="151"/>
                    <a:pt x="624" y="151"/>
                    <a:pt x="625" y="151"/>
                  </a:cubicBezTo>
                  <a:cubicBezTo>
                    <a:pt x="624" y="151"/>
                    <a:pt x="624" y="151"/>
                    <a:pt x="623" y="151"/>
                  </a:cubicBezTo>
                  <a:cubicBezTo>
                    <a:pt x="624" y="150"/>
                    <a:pt x="625" y="150"/>
                    <a:pt x="625" y="150"/>
                  </a:cubicBezTo>
                  <a:cubicBezTo>
                    <a:pt x="626" y="149"/>
                    <a:pt x="627" y="150"/>
                    <a:pt x="627" y="149"/>
                  </a:cubicBezTo>
                  <a:cubicBezTo>
                    <a:pt x="627" y="149"/>
                    <a:pt x="627" y="150"/>
                    <a:pt x="627" y="150"/>
                  </a:cubicBezTo>
                  <a:cubicBezTo>
                    <a:pt x="627" y="149"/>
                    <a:pt x="625" y="150"/>
                    <a:pt x="624" y="150"/>
                  </a:cubicBezTo>
                  <a:cubicBezTo>
                    <a:pt x="624" y="150"/>
                    <a:pt x="623" y="150"/>
                    <a:pt x="623" y="150"/>
                  </a:cubicBezTo>
                  <a:cubicBezTo>
                    <a:pt x="623" y="150"/>
                    <a:pt x="622" y="150"/>
                    <a:pt x="622" y="150"/>
                  </a:cubicBezTo>
                  <a:cubicBezTo>
                    <a:pt x="621" y="150"/>
                    <a:pt x="622" y="149"/>
                    <a:pt x="623" y="149"/>
                  </a:cubicBezTo>
                  <a:cubicBezTo>
                    <a:pt x="624" y="149"/>
                    <a:pt x="625" y="149"/>
                    <a:pt x="625" y="148"/>
                  </a:cubicBezTo>
                  <a:cubicBezTo>
                    <a:pt x="625" y="148"/>
                    <a:pt x="626" y="148"/>
                    <a:pt x="626" y="148"/>
                  </a:cubicBezTo>
                  <a:cubicBezTo>
                    <a:pt x="625" y="147"/>
                    <a:pt x="624" y="148"/>
                    <a:pt x="623" y="149"/>
                  </a:cubicBezTo>
                  <a:cubicBezTo>
                    <a:pt x="623" y="149"/>
                    <a:pt x="621" y="149"/>
                    <a:pt x="622" y="148"/>
                  </a:cubicBezTo>
                  <a:cubicBezTo>
                    <a:pt x="622" y="148"/>
                    <a:pt x="622" y="148"/>
                    <a:pt x="621" y="148"/>
                  </a:cubicBezTo>
                  <a:cubicBezTo>
                    <a:pt x="621" y="149"/>
                    <a:pt x="622" y="148"/>
                    <a:pt x="622" y="148"/>
                  </a:cubicBezTo>
                  <a:cubicBezTo>
                    <a:pt x="623" y="148"/>
                    <a:pt x="623" y="148"/>
                    <a:pt x="624" y="147"/>
                  </a:cubicBezTo>
                  <a:cubicBezTo>
                    <a:pt x="624" y="147"/>
                    <a:pt x="626" y="147"/>
                    <a:pt x="626" y="147"/>
                  </a:cubicBezTo>
                  <a:cubicBezTo>
                    <a:pt x="626" y="147"/>
                    <a:pt x="624" y="147"/>
                    <a:pt x="624" y="147"/>
                  </a:cubicBezTo>
                  <a:cubicBezTo>
                    <a:pt x="623" y="147"/>
                    <a:pt x="623" y="148"/>
                    <a:pt x="622" y="147"/>
                  </a:cubicBezTo>
                  <a:cubicBezTo>
                    <a:pt x="622" y="147"/>
                    <a:pt x="621" y="147"/>
                    <a:pt x="621" y="147"/>
                  </a:cubicBezTo>
                  <a:cubicBezTo>
                    <a:pt x="621" y="147"/>
                    <a:pt x="622" y="147"/>
                    <a:pt x="622" y="146"/>
                  </a:cubicBezTo>
                  <a:cubicBezTo>
                    <a:pt x="622" y="146"/>
                    <a:pt x="621" y="147"/>
                    <a:pt x="621" y="147"/>
                  </a:cubicBezTo>
                  <a:cubicBezTo>
                    <a:pt x="621" y="147"/>
                    <a:pt x="622" y="146"/>
                    <a:pt x="622" y="146"/>
                  </a:cubicBezTo>
                  <a:cubicBezTo>
                    <a:pt x="622" y="145"/>
                    <a:pt x="623" y="145"/>
                    <a:pt x="624" y="145"/>
                  </a:cubicBezTo>
                  <a:cubicBezTo>
                    <a:pt x="625" y="145"/>
                    <a:pt x="626" y="144"/>
                    <a:pt x="627" y="144"/>
                  </a:cubicBezTo>
                  <a:cubicBezTo>
                    <a:pt x="627" y="144"/>
                    <a:pt x="628" y="145"/>
                    <a:pt x="628" y="144"/>
                  </a:cubicBezTo>
                  <a:cubicBezTo>
                    <a:pt x="628" y="144"/>
                    <a:pt x="627" y="144"/>
                    <a:pt x="628" y="144"/>
                  </a:cubicBezTo>
                  <a:cubicBezTo>
                    <a:pt x="628" y="143"/>
                    <a:pt x="629" y="143"/>
                    <a:pt x="629" y="142"/>
                  </a:cubicBezTo>
                  <a:cubicBezTo>
                    <a:pt x="630" y="142"/>
                    <a:pt x="631" y="142"/>
                    <a:pt x="631" y="141"/>
                  </a:cubicBezTo>
                  <a:cubicBezTo>
                    <a:pt x="632" y="141"/>
                    <a:pt x="633" y="141"/>
                    <a:pt x="633" y="141"/>
                  </a:cubicBezTo>
                  <a:cubicBezTo>
                    <a:pt x="632" y="141"/>
                    <a:pt x="632" y="141"/>
                    <a:pt x="632" y="141"/>
                  </a:cubicBezTo>
                  <a:cubicBezTo>
                    <a:pt x="631" y="141"/>
                    <a:pt x="631" y="141"/>
                    <a:pt x="630" y="142"/>
                  </a:cubicBezTo>
                  <a:cubicBezTo>
                    <a:pt x="629" y="142"/>
                    <a:pt x="629" y="142"/>
                    <a:pt x="628" y="143"/>
                  </a:cubicBezTo>
                  <a:cubicBezTo>
                    <a:pt x="627" y="143"/>
                    <a:pt x="626" y="144"/>
                    <a:pt x="626" y="144"/>
                  </a:cubicBezTo>
                  <a:cubicBezTo>
                    <a:pt x="625" y="144"/>
                    <a:pt x="625" y="144"/>
                    <a:pt x="624" y="144"/>
                  </a:cubicBezTo>
                  <a:cubicBezTo>
                    <a:pt x="624" y="144"/>
                    <a:pt x="624" y="144"/>
                    <a:pt x="623" y="144"/>
                  </a:cubicBezTo>
                  <a:cubicBezTo>
                    <a:pt x="623" y="145"/>
                    <a:pt x="621" y="144"/>
                    <a:pt x="621" y="145"/>
                  </a:cubicBezTo>
                  <a:cubicBezTo>
                    <a:pt x="620" y="145"/>
                    <a:pt x="619" y="145"/>
                    <a:pt x="620" y="144"/>
                  </a:cubicBezTo>
                  <a:cubicBezTo>
                    <a:pt x="620" y="143"/>
                    <a:pt x="621" y="143"/>
                    <a:pt x="622" y="143"/>
                  </a:cubicBezTo>
                  <a:cubicBezTo>
                    <a:pt x="623" y="142"/>
                    <a:pt x="624" y="141"/>
                    <a:pt x="625" y="141"/>
                  </a:cubicBezTo>
                  <a:cubicBezTo>
                    <a:pt x="624" y="141"/>
                    <a:pt x="625" y="141"/>
                    <a:pt x="625" y="140"/>
                  </a:cubicBezTo>
                  <a:cubicBezTo>
                    <a:pt x="624" y="141"/>
                    <a:pt x="624" y="141"/>
                    <a:pt x="623" y="142"/>
                  </a:cubicBezTo>
                  <a:cubicBezTo>
                    <a:pt x="622" y="142"/>
                    <a:pt x="622" y="142"/>
                    <a:pt x="621" y="143"/>
                  </a:cubicBezTo>
                  <a:cubicBezTo>
                    <a:pt x="620" y="143"/>
                    <a:pt x="620" y="143"/>
                    <a:pt x="619" y="143"/>
                  </a:cubicBezTo>
                  <a:cubicBezTo>
                    <a:pt x="618" y="143"/>
                    <a:pt x="619" y="142"/>
                    <a:pt x="618" y="142"/>
                  </a:cubicBezTo>
                  <a:cubicBezTo>
                    <a:pt x="619" y="142"/>
                    <a:pt x="619" y="142"/>
                    <a:pt x="619" y="142"/>
                  </a:cubicBezTo>
                  <a:cubicBezTo>
                    <a:pt x="619" y="142"/>
                    <a:pt x="618" y="142"/>
                    <a:pt x="618" y="142"/>
                  </a:cubicBezTo>
                  <a:cubicBezTo>
                    <a:pt x="618" y="142"/>
                    <a:pt x="617" y="142"/>
                    <a:pt x="617" y="142"/>
                  </a:cubicBezTo>
                  <a:cubicBezTo>
                    <a:pt x="617" y="142"/>
                    <a:pt x="618" y="142"/>
                    <a:pt x="617" y="142"/>
                  </a:cubicBezTo>
                  <a:cubicBezTo>
                    <a:pt x="616" y="142"/>
                    <a:pt x="616" y="142"/>
                    <a:pt x="617" y="142"/>
                  </a:cubicBezTo>
                  <a:cubicBezTo>
                    <a:pt x="617" y="141"/>
                    <a:pt x="617" y="142"/>
                    <a:pt x="617" y="141"/>
                  </a:cubicBezTo>
                  <a:cubicBezTo>
                    <a:pt x="617" y="141"/>
                    <a:pt x="617" y="141"/>
                    <a:pt x="617" y="141"/>
                  </a:cubicBezTo>
                  <a:cubicBezTo>
                    <a:pt x="618" y="141"/>
                    <a:pt x="617" y="141"/>
                    <a:pt x="617" y="141"/>
                  </a:cubicBezTo>
                  <a:cubicBezTo>
                    <a:pt x="617" y="141"/>
                    <a:pt x="618" y="140"/>
                    <a:pt x="618" y="140"/>
                  </a:cubicBezTo>
                  <a:cubicBezTo>
                    <a:pt x="617" y="140"/>
                    <a:pt x="617" y="141"/>
                    <a:pt x="616" y="141"/>
                  </a:cubicBezTo>
                  <a:cubicBezTo>
                    <a:pt x="616" y="141"/>
                    <a:pt x="616" y="140"/>
                    <a:pt x="617" y="140"/>
                  </a:cubicBezTo>
                  <a:cubicBezTo>
                    <a:pt x="616" y="140"/>
                    <a:pt x="616" y="140"/>
                    <a:pt x="616" y="140"/>
                  </a:cubicBezTo>
                  <a:cubicBezTo>
                    <a:pt x="616" y="140"/>
                    <a:pt x="617" y="139"/>
                    <a:pt x="616" y="139"/>
                  </a:cubicBezTo>
                  <a:cubicBezTo>
                    <a:pt x="616" y="139"/>
                    <a:pt x="617" y="139"/>
                    <a:pt x="617" y="139"/>
                  </a:cubicBezTo>
                  <a:cubicBezTo>
                    <a:pt x="617" y="138"/>
                    <a:pt x="616" y="139"/>
                    <a:pt x="616" y="138"/>
                  </a:cubicBezTo>
                  <a:cubicBezTo>
                    <a:pt x="616" y="138"/>
                    <a:pt x="615" y="138"/>
                    <a:pt x="615" y="138"/>
                  </a:cubicBezTo>
                  <a:cubicBezTo>
                    <a:pt x="615" y="138"/>
                    <a:pt x="616" y="139"/>
                    <a:pt x="616" y="139"/>
                  </a:cubicBezTo>
                  <a:cubicBezTo>
                    <a:pt x="615" y="139"/>
                    <a:pt x="614" y="139"/>
                    <a:pt x="614" y="139"/>
                  </a:cubicBezTo>
                  <a:cubicBezTo>
                    <a:pt x="615" y="139"/>
                    <a:pt x="614" y="140"/>
                    <a:pt x="613" y="139"/>
                  </a:cubicBezTo>
                  <a:cubicBezTo>
                    <a:pt x="614" y="139"/>
                    <a:pt x="612" y="139"/>
                    <a:pt x="613" y="139"/>
                  </a:cubicBezTo>
                  <a:cubicBezTo>
                    <a:pt x="612" y="139"/>
                    <a:pt x="612" y="139"/>
                    <a:pt x="612" y="139"/>
                  </a:cubicBezTo>
                  <a:cubicBezTo>
                    <a:pt x="612" y="139"/>
                    <a:pt x="612" y="138"/>
                    <a:pt x="611" y="138"/>
                  </a:cubicBezTo>
                  <a:cubicBezTo>
                    <a:pt x="611" y="138"/>
                    <a:pt x="612" y="139"/>
                    <a:pt x="611" y="139"/>
                  </a:cubicBezTo>
                  <a:cubicBezTo>
                    <a:pt x="611" y="139"/>
                    <a:pt x="610" y="138"/>
                    <a:pt x="610" y="139"/>
                  </a:cubicBezTo>
                  <a:cubicBezTo>
                    <a:pt x="610" y="139"/>
                    <a:pt x="611" y="139"/>
                    <a:pt x="612" y="139"/>
                  </a:cubicBezTo>
                  <a:cubicBezTo>
                    <a:pt x="613" y="139"/>
                    <a:pt x="612" y="140"/>
                    <a:pt x="613" y="140"/>
                  </a:cubicBezTo>
                  <a:cubicBezTo>
                    <a:pt x="613" y="140"/>
                    <a:pt x="613" y="141"/>
                    <a:pt x="612" y="141"/>
                  </a:cubicBezTo>
                  <a:cubicBezTo>
                    <a:pt x="612" y="141"/>
                    <a:pt x="611" y="140"/>
                    <a:pt x="611" y="140"/>
                  </a:cubicBezTo>
                  <a:cubicBezTo>
                    <a:pt x="611" y="140"/>
                    <a:pt x="612" y="141"/>
                    <a:pt x="612" y="141"/>
                  </a:cubicBezTo>
                  <a:cubicBezTo>
                    <a:pt x="612" y="141"/>
                    <a:pt x="612" y="141"/>
                    <a:pt x="612" y="141"/>
                  </a:cubicBezTo>
                  <a:cubicBezTo>
                    <a:pt x="612" y="141"/>
                    <a:pt x="612" y="141"/>
                    <a:pt x="611" y="142"/>
                  </a:cubicBezTo>
                  <a:cubicBezTo>
                    <a:pt x="611" y="141"/>
                    <a:pt x="610" y="141"/>
                    <a:pt x="610" y="141"/>
                  </a:cubicBezTo>
                  <a:cubicBezTo>
                    <a:pt x="610" y="141"/>
                    <a:pt x="610" y="141"/>
                    <a:pt x="610" y="141"/>
                  </a:cubicBezTo>
                  <a:cubicBezTo>
                    <a:pt x="610" y="140"/>
                    <a:pt x="610" y="140"/>
                    <a:pt x="610" y="140"/>
                  </a:cubicBezTo>
                  <a:cubicBezTo>
                    <a:pt x="609" y="140"/>
                    <a:pt x="608" y="140"/>
                    <a:pt x="608" y="139"/>
                  </a:cubicBezTo>
                  <a:cubicBezTo>
                    <a:pt x="608" y="140"/>
                    <a:pt x="608" y="139"/>
                    <a:pt x="607" y="139"/>
                  </a:cubicBezTo>
                  <a:cubicBezTo>
                    <a:pt x="608" y="140"/>
                    <a:pt x="608" y="140"/>
                    <a:pt x="608" y="140"/>
                  </a:cubicBezTo>
                  <a:cubicBezTo>
                    <a:pt x="608" y="140"/>
                    <a:pt x="608" y="140"/>
                    <a:pt x="608" y="141"/>
                  </a:cubicBezTo>
                  <a:cubicBezTo>
                    <a:pt x="608" y="141"/>
                    <a:pt x="608" y="141"/>
                    <a:pt x="608" y="141"/>
                  </a:cubicBezTo>
                  <a:cubicBezTo>
                    <a:pt x="608" y="141"/>
                    <a:pt x="608" y="142"/>
                    <a:pt x="608" y="142"/>
                  </a:cubicBezTo>
                  <a:cubicBezTo>
                    <a:pt x="608" y="142"/>
                    <a:pt x="609" y="142"/>
                    <a:pt x="609" y="143"/>
                  </a:cubicBezTo>
                  <a:cubicBezTo>
                    <a:pt x="609" y="143"/>
                    <a:pt x="610" y="143"/>
                    <a:pt x="610" y="143"/>
                  </a:cubicBezTo>
                  <a:cubicBezTo>
                    <a:pt x="610" y="144"/>
                    <a:pt x="610" y="144"/>
                    <a:pt x="611" y="144"/>
                  </a:cubicBezTo>
                  <a:cubicBezTo>
                    <a:pt x="610" y="144"/>
                    <a:pt x="610" y="144"/>
                    <a:pt x="609" y="144"/>
                  </a:cubicBezTo>
                  <a:cubicBezTo>
                    <a:pt x="610" y="144"/>
                    <a:pt x="610" y="145"/>
                    <a:pt x="610" y="145"/>
                  </a:cubicBezTo>
                  <a:cubicBezTo>
                    <a:pt x="609" y="145"/>
                    <a:pt x="609" y="145"/>
                    <a:pt x="608" y="145"/>
                  </a:cubicBezTo>
                  <a:cubicBezTo>
                    <a:pt x="608" y="145"/>
                    <a:pt x="607" y="145"/>
                    <a:pt x="607" y="145"/>
                  </a:cubicBezTo>
                  <a:cubicBezTo>
                    <a:pt x="607" y="145"/>
                    <a:pt x="606" y="145"/>
                    <a:pt x="606" y="145"/>
                  </a:cubicBezTo>
                  <a:cubicBezTo>
                    <a:pt x="606" y="145"/>
                    <a:pt x="606" y="145"/>
                    <a:pt x="605" y="145"/>
                  </a:cubicBezTo>
                  <a:cubicBezTo>
                    <a:pt x="605" y="145"/>
                    <a:pt x="604" y="145"/>
                    <a:pt x="604" y="145"/>
                  </a:cubicBezTo>
                  <a:cubicBezTo>
                    <a:pt x="604" y="144"/>
                    <a:pt x="604" y="144"/>
                    <a:pt x="605" y="143"/>
                  </a:cubicBezTo>
                  <a:cubicBezTo>
                    <a:pt x="605" y="143"/>
                    <a:pt x="604" y="143"/>
                    <a:pt x="604" y="143"/>
                  </a:cubicBezTo>
                  <a:cubicBezTo>
                    <a:pt x="603" y="143"/>
                    <a:pt x="604" y="142"/>
                    <a:pt x="604" y="142"/>
                  </a:cubicBezTo>
                  <a:cubicBezTo>
                    <a:pt x="603" y="142"/>
                    <a:pt x="603" y="142"/>
                    <a:pt x="603" y="143"/>
                  </a:cubicBezTo>
                  <a:cubicBezTo>
                    <a:pt x="602" y="143"/>
                    <a:pt x="603" y="142"/>
                    <a:pt x="603" y="142"/>
                  </a:cubicBezTo>
                  <a:cubicBezTo>
                    <a:pt x="603" y="141"/>
                    <a:pt x="602" y="141"/>
                    <a:pt x="602" y="142"/>
                  </a:cubicBezTo>
                  <a:cubicBezTo>
                    <a:pt x="602" y="142"/>
                    <a:pt x="602" y="142"/>
                    <a:pt x="602" y="142"/>
                  </a:cubicBezTo>
                  <a:cubicBezTo>
                    <a:pt x="601" y="142"/>
                    <a:pt x="600" y="142"/>
                    <a:pt x="599" y="142"/>
                  </a:cubicBezTo>
                  <a:cubicBezTo>
                    <a:pt x="600" y="143"/>
                    <a:pt x="602" y="142"/>
                    <a:pt x="602" y="143"/>
                  </a:cubicBezTo>
                  <a:cubicBezTo>
                    <a:pt x="602" y="143"/>
                    <a:pt x="603" y="144"/>
                    <a:pt x="603" y="143"/>
                  </a:cubicBezTo>
                  <a:cubicBezTo>
                    <a:pt x="603" y="143"/>
                    <a:pt x="604" y="144"/>
                    <a:pt x="605" y="144"/>
                  </a:cubicBezTo>
                  <a:cubicBezTo>
                    <a:pt x="604" y="144"/>
                    <a:pt x="604" y="144"/>
                    <a:pt x="604" y="144"/>
                  </a:cubicBezTo>
                  <a:cubicBezTo>
                    <a:pt x="604" y="144"/>
                    <a:pt x="603" y="144"/>
                    <a:pt x="603" y="144"/>
                  </a:cubicBezTo>
                  <a:cubicBezTo>
                    <a:pt x="603" y="144"/>
                    <a:pt x="603" y="144"/>
                    <a:pt x="603" y="145"/>
                  </a:cubicBezTo>
                  <a:cubicBezTo>
                    <a:pt x="603" y="145"/>
                    <a:pt x="602" y="144"/>
                    <a:pt x="602" y="144"/>
                  </a:cubicBezTo>
                  <a:cubicBezTo>
                    <a:pt x="602" y="144"/>
                    <a:pt x="603" y="145"/>
                    <a:pt x="603" y="145"/>
                  </a:cubicBezTo>
                  <a:cubicBezTo>
                    <a:pt x="602" y="145"/>
                    <a:pt x="602" y="144"/>
                    <a:pt x="601" y="145"/>
                  </a:cubicBezTo>
                  <a:cubicBezTo>
                    <a:pt x="601" y="145"/>
                    <a:pt x="603" y="145"/>
                    <a:pt x="603" y="145"/>
                  </a:cubicBezTo>
                  <a:cubicBezTo>
                    <a:pt x="603" y="145"/>
                    <a:pt x="602" y="145"/>
                    <a:pt x="602" y="146"/>
                  </a:cubicBezTo>
                  <a:cubicBezTo>
                    <a:pt x="602" y="146"/>
                    <a:pt x="602" y="146"/>
                    <a:pt x="603" y="146"/>
                  </a:cubicBezTo>
                  <a:cubicBezTo>
                    <a:pt x="602" y="146"/>
                    <a:pt x="602" y="146"/>
                    <a:pt x="602" y="146"/>
                  </a:cubicBezTo>
                  <a:cubicBezTo>
                    <a:pt x="602" y="146"/>
                    <a:pt x="603" y="146"/>
                    <a:pt x="603" y="146"/>
                  </a:cubicBezTo>
                  <a:cubicBezTo>
                    <a:pt x="603" y="146"/>
                    <a:pt x="604" y="146"/>
                    <a:pt x="604" y="146"/>
                  </a:cubicBezTo>
                  <a:cubicBezTo>
                    <a:pt x="604" y="146"/>
                    <a:pt x="603" y="147"/>
                    <a:pt x="603" y="147"/>
                  </a:cubicBezTo>
                  <a:cubicBezTo>
                    <a:pt x="603" y="147"/>
                    <a:pt x="603" y="147"/>
                    <a:pt x="603" y="147"/>
                  </a:cubicBezTo>
                  <a:cubicBezTo>
                    <a:pt x="603" y="148"/>
                    <a:pt x="602" y="148"/>
                    <a:pt x="602" y="148"/>
                  </a:cubicBezTo>
                  <a:cubicBezTo>
                    <a:pt x="602" y="148"/>
                    <a:pt x="602" y="148"/>
                    <a:pt x="602" y="148"/>
                  </a:cubicBezTo>
                  <a:cubicBezTo>
                    <a:pt x="602" y="148"/>
                    <a:pt x="602" y="148"/>
                    <a:pt x="601" y="148"/>
                  </a:cubicBezTo>
                  <a:cubicBezTo>
                    <a:pt x="601" y="148"/>
                    <a:pt x="602" y="148"/>
                    <a:pt x="602" y="148"/>
                  </a:cubicBezTo>
                  <a:cubicBezTo>
                    <a:pt x="602" y="148"/>
                    <a:pt x="601" y="149"/>
                    <a:pt x="601" y="149"/>
                  </a:cubicBezTo>
                  <a:cubicBezTo>
                    <a:pt x="602" y="149"/>
                    <a:pt x="602" y="148"/>
                    <a:pt x="603" y="148"/>
                  </a:cubicBezTo>
                  <a:cubicBezTo>
                    <a:pt x="604" y="148"/>
                    <a:pt x="604" y="147"/>
                    <a:pt x="605" y="148"/>
                  </a:cubicBezTo>
                  <a:cubicBezTo>
                    <a:pt x="606" y="148"/>
                    <a:pt x="607" y="147"/>
                    <a:pt x="607" y="148"/>
                  </a:cubicBezTo>
                  <a:cubicBezTo>
                    <a:pt x="608" y="148"/>
                    <a:pt x="607" y="148"/>
                    <a:pt x="607" y="148"/>
                  </a:cubicBezTo>
                  <a:cubicBezTo>
                    <a:pt x="606" y="148"/>
                    <a:pt x="607" y="148"/>
                    <a:pt x="607" y="149"/>
                  </a:cubicBezTo>
                  <a:cubicBezTo>
                    <a:pt x="607" y="149"/>
                    <a:pt x="606" y="149"/>
                    <a:pt x="606" y="149"/>
                  </a:cubicBezTo>
                  <a:cubicBezTo>
                    <a:pt x="606" y="149"/>
                    <a:pt x="606" y="149"/>
                    <a:pt x="606" y="149"/>
                  </a:cubicBezTo>
                  <a:cubicBezTo>
                    <a:pt x="606" y="149"/>
                    <a:pt x="606" y="149"/>
                    <a:pt x="605" y="149"/>
                  </a:cubicBezTo>
                  <a:cubicBezTo>
                    <a:pt x="605" y="149"/>
                    <a:pt x="606" y="149"/>
                    <a:pt x="606" y="150"/>
                  </a:cubicBezTo>
                  <a:cubicBezTo>
                    <a:pt x="606" y="149"/>
                    <a:pt x="607" y="149"/>
                    <a:pt x="608" y="149"/>
                  </a:cubicBezTo>
                  <a:cubicBezTo>
                    <a:pt x="608" y="150"/>
                    <a:pt x="608" y="150"/>
                    <a:pt x="607" y="150"/>
                  </a:cubicBezTo>
                  <a:cubicBezTo>
                    <a:pt x="608" y="150"/>
                    <a:pt x="607" y="150"/>
                    <a:pt x="607" y="150"/>
                  </a:cubicBezTo>
                  <a:cubicBezTo>
                    <a:pt x="606" y="150"/>
                    <a:pt x="605" y="150"/>
                    <a:pt x="605" y="151"/>
                  </a:cubicBezTo>
                  <a:cubicBezTo>
                    <a:pt x="605" y="151"/>
                    <a:pt x="605" y="151"/>
                    <a:pt x="605" y="151"/>
                  </a:cubicBezTo>
                  <a:cubicBezTo>
                    <a:pt x="606" y="150"/>
                    <a:pt x="606" y="151"/>
                    <a:pt x="607" y="151"/>
                  </a:cubicBezTo>
                  <a:cubicBezTo>
                    <a:pt x="606" y="151"/>
                    <a:pt x="606" y="151"/>
                    <a:pt x="606" y="151"/>
                  </a:cubicBezTo>
                  <a:cubicBezTo>
                    <a:pt x="606" y="151"/>
                    <a:pt x="606" y="151"/>
                    <a:pt x="606" y="151"/>
                  </a:cubicBezTo>
                  <a:cubicBezTo>
                    <a:pt x="606" y="151"/>
                    <a:pt x="606" y="152"/>
                    <a:pt x="606" y="152"/>
                  </a:cubicBezTo>
                  <a:cubicBezTo>
                    <a:pt x="606" y="152"/>
                    <a:pt x="606" y="152"/>
                    <a:pt x="606" y="152"/>
                  </a:cubicBezTo>
                  <a:cubicBezTo>
                    <a:pt x="606" y="152"/>
                    <a:pt x="606" y="152"/>
                    <a:pt x="607" y="152"/>
                  </a:cubicBezTo>
                  <a:cubicBezTo>
                    <a:pt x="607" y="152"/>
                    <a:pt x="607" y="152"/>
                    <a:pt x="607" y="152"/>
                  </a:cubicBezTo>
                  <a:cubicBezTo>
                    <a:pt x="607" y="152"/>
                    <a:pt x="607" y="152"/>
                    <a:pt x="607" y="152"/>
                  </a:cubicBezTo>
                  <a:cubicBezTo>
                    <a:pt x="607" y="152"/>
                    <a:pt x="607" y="152"/>
                    <a:pt x="607" y="153"/>
                  </a:cubicBezTo>
                  <a:cubicBezTo>
                    <a:pt x="607" y="153"/>
                    <a:pt x="606" y="153"/>
                    <a:pt x="606" y="153"/>
                  </a:cubicBezTo>
                  <a:cubicBezTo>
                    <a:pt x="606" y="153"/>
                    <a:pt x="606" y="153"/>
                    <a:pt x="605" y="153"/>
                  </a:cubicBezTo>
                  <a:cubicBezTo>
                    <a:pt x="605" y="153"/>
                    <a:pt x="606" y="153"/>
                    <a:pt x="606" y="153"/>
                  </a:cubicBezTo>
                  <a:cubicBezTo>
                    <a:pt x="607" y="153"/>
                    <a:pt x="608" y="152"/>
                    <a:pt x="609" y="152"/>
                  </a:cubicBezTo>
                  <a:cubicBezTo>
                    <a:pt x="608" y="153"/>
                    <a:pt x="608" y="153"/>
                    <a:pt x="608" y="153"/>
                  </a:cubicBezTo>
                  <a:cubicBezTo>
                    <a:pt x="607" y="153"/>
                    <a:pt x="607" y="153"/>
                    <a:pt x="607" y="153"/>
                  </a:cubicBezTo>
                  <a:cubicBezTo>
                    <a:pt x="607" y="153"/>
                    <a:pt x="607" y="153"/>
                    <a:pt x="607" y="153"/>
                  </a:cubicBezTo>
                  <a:cubicBezTo>
                    <a:pt x="607" y="154"/>
                    <a:pt x="607" y="153"/>
                    <a:pt x="608" y="153"/>
                  </a:cubicBezTo>
                  <a:cubicBezTo>
                    <a:pt x="608" y="153"/>
                    <a:pt x="607" y="154"/>
                    <a:pt x="607" y="154"/>
                  </a:cubicBezTo>
                  <a:cubicBezTo>
                    <a:pt x="607" y="154"/>
                    <a:pt x="607" y="154"/>
                    <a:pt x="607" y="154"/>
                  </a:cubicBezTo>
                  <a:cubicBezTo>
                    <a:pt x="607" y="154"/>
                    <a:pt x="607" y="154"/>
                    <a:pt x="607" y="155"/>
                  </a:cubicBezTo>
                  <a:cubicBezTo>
                    <a:pt x="607" y="155"/>
                    <a:pt x="607" y="155"/>
                    <a:pt x="607" y="155"/>
                  </a:cubicBezTo>
                  <a:cubicBezTo>
                    <a:pt x="607" y="155"/>
                    <a:pt x="607" y="155"/>
                    <a:pt x="607" y="155"/>
                  </a:cubicBezTo>
                  <a:cubicBezTo>
                    <a:pt x="606" y="156"/>
                    <a:pt x="607" y="156"/>
                    <a:pt x="607" y="156"/>
                  </a:cubicBezTo>
                  <a:cubicBezTo>
                    <a:pt x="607" y="155"/>
                    <a:pt x="608" y="155"/>
                    <a:pt x="608" y="154"/>
                  </a:cubicBezTo>
                  <a:cubicBezTo>
                    <a:pt x="608" y="153"/>
                    <a:pt x="609" y="154"/>
                    <a:pt x="609" y="154"/>
                  </a:cubicBezTo>
                  <a:cubicBezTo>
                    <a:pt x="609" y="154"/>
                    <a:pt x="609" y="154"/>
                    <a:pt x="609" y="154"/>
                  </a:cubicBezTo>
                  <a:cubicBezTo>
                    <a:pt x="609" y="154"/>
                    <a:pt x="609" y="154"/>
                    <a:pt x="609" y="154"/>
                  </a:cubicBezTo>
                  <a:cubicBezTo>
                    <a:pt x="609" y="154"/>
                    <a:pt x="609" y="154"/>
                    <a:pt x="609" y="154"/>
                  </a:cubicBezTo>
                  <a:cubicBezTo>
                    <a:pt x="609" y="155"/>
                    <a:pt x="610" y="154"/>
                    <a:pt x="610" y="154"/>
                  </a:cubicBezTo>
                  <a:cubicBezTo>
                    <a:pt x="610" y="155"/>
                    <a:pt x="610" y="155"/>
                    <a:pt x="610" y="155"/>
                  </a:cubicBezTo>
                  <a:cubicBezTo>
                    <a:pt x="610" y="155"/>
                    <a:pt x="610" y="155"/>
                    <a:pt x="611" y="155"/>
                  </a:cubicBezTo>
                  <a:cubicBezTo>
                    <a:pt x="611" y="155"/>
                    <a:pt x="611" y="155"/>
                    <a:pt x="611" y="155"/>
                  </a:cubicBezTo>
                  <a:cubicBezTo>
                    <a:pt x="611" y="155"/>
                    <a:pt x="610" y="156"/>
                    <a:pt x="610" y="156"/>
                  </a:cubicBezTo>
                  <a:cubicBezTo>
                    <a:pt x="610" y="156"/>
                    <a:pt x="609" y="156"/>
                    <a:pt x="609" y="156"/>
                  </a:cubicBezTo>
                  <a:cubicBezTo>
                    <a:pt x="609" y="156"/>
                    <a:pt x="610" y="156"/>
                    <a:pt x="610" y="156"/>
                  </a:cubicBezTo>
                  <a:cubicBezTo>
                    <a:pt x="610" y="156"/>
                    <a:pt x="609" y="157"/>
                    <a:pt x="610" y="157"/>
                  </a:cubicBezTo>
                  <a:cubicBezTo>
                    <a:pt x="610" y="157"/>
                    <a:pt x="611" y="155"/>
                    <a:pt x="612" y="155"/>
                  </a:cubicBezTo>
                  <a:cubicBezTo>
                    <a:pt x="612" y="155"/>
                    <a:pt x="611" y="157"/>
                    <a:pt x="611" y="157"/>
                  </a:cubicBezTo>
                  <a:cubicBezTo>
                    <a:pt x="611" y="157"/>
                    <a:pt x="612" y="156"/>
                    <a:pt x="612" y="156"/>
                  </a:cubicBezTo>
                  <a:cubicBezTo>
                    <a:pt x="612" y="156"/>
                    <a:pt x="612" y="158"/>
                    <a:pt x="612" y="157"/>
                  </a:cubicBezTo>
                  <a:cubicBezTo>
                    <a:pt x="612" y="157"/>
                    <a:pt x="612" y="156"/>
                    <a:pt x="612" y="156"/>
                  </a:cubicBezTo>
                  <a:cubicBezTo>
                    <a:pt x="612" y="156"/>
                    <a:pt x="613" y="154"/>
                    <a:pt x="613" y="155"/>
                  </a:cubicBezTo>
                  <a:cubicBezTo>
                    <a:pt x="613" y="155"/>
                    <a:pt x="614" y="155"/>
                    <a:pt x="614" y="155"/>
                  </a:cubicBezTo>
                  <a:cubicBezTo>
                    <a:pt x="614" y="155"/>
                    <a:pt x="613" y="156"/>
                    <a:pt x="613" y="156"/>
                  </a:cubicBezTo>
                  <a:cubicBezTo>
                    <a:pt x="613" y="156"/>
                    <a:pt x="614" y="155"/>
                    <a:pt x="614" y="156"/>
                  </a:cubicBezTo>
                  <a:cubicBezTo>
                    <a:pt x="614" y="156"/>
                    <a:pt x="613" y="156"/>
                    <a:pt x="613" y="157"/>
                  </a:cubicBezTo>
                  <a:cubicBezTo>
                    <a:pt x="614" y="156"/>
                    <a:pt x="615" y="156"/>
                    <a:pt x="614" y="157"/>
                  </a:cubicBezTo>
                  <a:cubicBezTo>
                    <a:pt x="614" y="157"/>
                    <a:pt x="612" y="158"/>
                    <a:pt x="612" y="159"/>
                  </a:cubicBezTo>
                  <a:cubicBezTo>
                    <a:pt x="612" y="159"/>
                    <a:pt x="614" y="158"/>
                    <a:pt x="614" y="159"/>
                  </a:cubicBezTo>
                  <a:cubicBezTo>
                    <a:pt x="614" y="159"/>
                    <a:pt x="615" y="158"/>
                    <a:pt x="615" y="158"/>
                  </a:cubicBezTo>
                  <a:cubicBezTo>
                    <a:pt x="615" y="159"/>
                    <a:pt x="614" y="159"/>
                    <a:pt x="614" y="159"/>
                  </a:cubicBezTo>
                  <a:cubicBezTo>
                    <a:pt x="614" y="159"/>
                    <a:pt x="614" y="159"/>
                    <a:pt x="615" y="159"/>
                  </a:cubicBezTo>
                  <a:cubicBezTo>
                    <a:pt x="615" y="159"/>
                    <a:pt x="615" y="159"/>
                    <a:pt x="615" y="159"/>
                  </a:cubicBezTo>
                  <a:cubicBezTo>
                    <a:pt x="616" y="159"/>
                    <a:pt x="616" y="158"/>
                    <a:pt x="616" y="158"/>
                  </a:cubicBezTo>
                  <a:cubicBezTo>
                    <a:pt x="616" y="159"/>
                    <a:pt x="616" y="159"/>
                    <a:pt x="616" y="159"/>
                  </a:cubicBezTo>
                  <a:cubicBezTo>
                    <a:pt x="616" y="159"/>
                    <a:pt x="616" y="159"/>
                    <a:pt x="617" y="159"/>
                  </a:cubicBezTo>
                  <a:cubicBezTo>
                    <a:pt x="616" y="159"/>
                    <a:pt x="616" y="159"/>
                    <a:pt x="616" y="159"/>
                  </a:cubicBezTo>
                  <a:cubicBezTo>
                    <a:pt x="618" y="159"/>
                    <a:pt x="615" y="160"/>
                    <a:pt x="615" y="160"/>
                  </a:cubicBezTo>
                  <a:cubicBezTo>
                    <a:pt x="616" y="160"/>
                    <a:pt x="614" y="161"/>
                    <a:pt x="614" y="161"/>
                  </a:cubicBezTo>
                  <a:cubicBezTo>
                    <a:pt x="614" y="161"/>
                    <a:pt x="613" y="161"/>
                    <a:pt x="613" y="160"/>
                  </a:cubicBezTo>
                  <a:cubicBezTo>
                    <a:pt x="612" y="160"/>
                    <a:pt x="612" y="161"/>
                    <a:pt x="611" y="161"/>
                  </a:cubicBezTo>
                  <a:cubicBezTo>
                    <a:pt x="612" y="161"/>
                    <a:pt x="613" y="160"/>
                    <a:pt x="613" y="161"/>
                  </a:cubicBezTo>
                  <a:cubicBezTo>
                    <a:pt x="613" y="161"/>
                    <a:pt x="612" y="161"/>
                    <a:pt x="612" y="161"/>
                  </a:cubicBezTo>
                  <a:cubicBezTo>
                    <a:pt x="612" y="161"/>
                    <a:pt x="613" y="161"/>
                    <a:pt x="613" y="161"/>
                  </a:cubicBezTo>
                  <a:cubicBezTo>
                    <a:pt x="613" y="162"/>
                    <a:pt x="614" y="161"/>
                    <a:pt x="614" y="162"/>
                  </a:cubicBezTo>
                  <a:cubicBezTo>
                    <a:pt x="613" y="162"/>
                    <a:pt x="613" y="162"/>
                    <a:pt x="613" y="162"/>
                  </a:cubicBezTo>
                  <a:cubicBezTo>
                    <a:pt x="613" y="162"/>
                    <a:pt x="613" y="162"/>
                    <a:pt x="614" y="162"/>
                  </a:cubicBezTo>
                  <a:cubicBezTo>
                    <a:pt x="614" y="162"/>
                    <a:pt x="614" y="162"/>
                    <a:pt x="614" y="162"/>
                  </a:cubicBezTo>
                  <a:cubicBezTo>
                    <a:pt x="614" y="163"/>
                    <a:pt x="614" y="163"/>
                    <a:pt x="614" y="163"/>
                  </a:cubicBezTo>
                  <a:cubicBezTo>
                    <a:pt x="614" y="163"/>
                    <a:pt x="614" y="163"/>
                    <a:pt x="615" y="163"/>
                  </a:cubicBezTo>
                  <a:cubicBezTo>
                    <a:pt x="614" y="163"/>
                    <a:pt x="614" y="163"/>
                    <a:pt x="613" y="163"/>
                  </a:cubicBezTo>
                  <a:cubicBezTo>
                    <a:pt x="614" y="164"/>
                    <a:pt x="615" y="163"/>
                    <a:pt x="615" y="164"/>
                  </a:cubicBezTo>
                  <a:cubicBezTo>
                    <a:pt x="615" y="164"/>
                    <a:pt x="615" y="164"/>
                    <a:pt x="615" y="164"/>
                  </a:cubicBezTo>
                  <a:cubicBezTo>
                    <a:pt x="615" y="164"/>
                    <a:pt x="616" y="163"/>
                    <a:pt x="616" y="163"/>
                  </a:cubicBezTo>
                  <a:cubicBezTo>
                    <a:pt x="616" y="163"/>
                    <a:pt x="616" y="164"/>
                    <a:pt x="616" y="163"/>
                  </a:cubicBezTo>
                  <a:cubicBezTo>
                    <a:pt x="617" y="163"/>
                    <a:pt x="617" y="163"/>
                    <a:pt x="617" y="163"/>
                  </a:cubicBezTo>
                  <a:cubicBezTo>
                    <a:pt x="618" y="163"/>
                    <a:pt x="615" y="165"/>
                    <a:pt x="615" y="165"/>
                  </a:cubicBezTo>
                  <a:cubicBezTo>
                    <a:pt x="614" y="165"/>
                    <a:pt x="613" y="165"/>
                    <a:pt x="614" y="166"/>
                  </a:cubicBezTo>
                  <a:cubicBezTo>
                    <a:pt x="615" y="166"/>
                    <a:pt x="616" y="166"/>
                    <a:pt x="616" y="166"/>
                  </a:cubicBezTo>
                  <a:cubicBezTo>
                    <a:pt x="616" y="167"/>
                    <a:pt x="616" y="167"/>
                    <a:pt x="615" y="167"/>
                  </a:cubicBezTo>
                  <a:cubicBezTo>
                    <a:pt x="616" y="168"/>
                    <a:pt x="615" y="169"/>
                    <a:pt x="615" y="169"/>
                  </a:cubicBezTo>
                  <a:cubicBezTo>
                    <a:pt x="615" y="169"/>
                    <a:pt x="615" y="169"/>
                    <a:pt x="614" y="169"/>
                  </a:cubicBezTo>
                  <a:cubicBezTo>
                    <a:pt x="614" y="169"/>
                    <a:pt x="614" y="169"/>
                    <a:pt x="614" y="169"/>
                  </a:cubicBezTo>
                  <a:cubicBezTo>
                    <a:pt x="614" y="170"/>
                    <a:pt x="615" y="169"/>
                    <a:pt x="615" y="170"/>
                  </a:cubicBezTo>
                  <a:cubicBezTo>
                    <a:pt x="614" y="170"/>
                    <a:pt x="614" y="170"/>
                    <a:pt x="614" y="170"/>
                  </a:cubicBezTo>
                  <a:cubicBezTo>
                    <a:pt x="613" y="170"/>
                    <a:pt x="614" y="171"/>
                    <a:pt x="614" y="171"/>
                  </a:cubicBezTo>
                  <a:cubicBezTo>
                    <a:pt x="614" y="171"/>
                    <a:pt x="613" y="171"/>
                    <a:pt x="613" y="170"/>
                  </a:cubicBezTo>
                  <a:cubicBezTo>
                    <a:pt x="612" y="170"/>
                    <a:pt x="613" y="169"/>
                    <a:pt x="613" y="168"/>
                  </a:cubicBezTo>
                  <a:cubicBezTo>
                    <a:pt x="613" y="168"/>
                    <a:pt x="613" y="168"/>
                    <a:pt x="613" y="167"/>
                  </a:cubicBezTo>
                  <a:cubicBezTo>
                    <a:pt x="613" y="167"/>
                    <a:pt x="613" y="167"/>
                    <a:pt x="612" y="167"/>
                  </a:cubicBezTo>
                  <a:cubicBezTo>
                    <a:pt x="612" y="167"/>
                    <a:pt x="612" y="166"/>
                    <a:pt x="612" y="166"/>
                  </a:cubicBezTo>
                  <a:cubicBezTo>
                    <a:pt x="612" y="166"/>
                    <a:pt x="612" y="166"/>
                    <a:pt x="612" y="166"/>
                  </a:cubicBezTo>
                  <a:cubicBezTo>
                    <a:pt x="612" y="165"/>
                    <a:pt x="611" y="165"/>
                    <a:pt x="611" y="166"/>
                  </a:cubicBezTo>
                  <a:cubicBezTo>
                    <a:pt x="612" y="166"/>
                    <a:pt x="612" y="166"/>
                    <a:pt x="612" y="166"/>
                  </a:cubicBezTo>
                  <a:cubicBezTo>
                    <a:pt x="612" y="167"/>
                    <a:pt x="612" y="167"/>
                    <a:pt x="612" y="167"/>
                  </a:cubicBezTo>
                  <a:cubicBezTo>
                    <a:pt x="612" y="168"/>
                    <a:pt x="611" y="168"/>
                    <a:pt x="611" y="168"/>
                  </a:cubicBezTo>
                  <a:cubicBezTo>
                    <a:pt x="611" y="168"/>
                    <a:pt x="611" y="168"/>
                    <a:pt x="611" y="169"/>
                  </a:cubicBezTo>
                  <a:cubicBezTo>
                    <a:pt x="611" y="169"/>
                    <a:pt x="611" y="169"/>
                    <a:pt x="610" y="169"/>
                  </a:cubicBezTo>
                  <a:cubicBezTo>
                    <a:pt x="610" y="169"/>
                    <a:pt x="611" y="169"/>
                    <a:pt x="611" y="169"/>
                  </a:cubicBezTo>
                  <a:cubicBezTo>
                    <a:pt x="611" y="169"/>
                    <a:pt x="610" y="169"/>
                    <a:pt x="610" y="169"/>
                  </a:cubicBezTo>
                  <a:cubicBezTo>
                    <a:pt x="611" y="169"/>
                    <a:pt x="611" y="169"/>
                    <a:pt x="611" y="170"/>
                  </a:cubicBezTo>
                  <a:cubicBezTo>
                    <a:pt x="611" y="170"/>
                    <a:pt x="611" y="171"/>
                    <a:pt x="611" y="171"/>
                  </a:cubicBezTo>
                  <a:cubicBezTo>
                    <a:pt x="611" y="171"/>
                    <a:pt x="610" y="170"/>
                    <a:pt x="610" y="170"/>
                  </a:cubicBezTo>
                  <a:cubicBezTo>
                    <a:pt x="610" y="170"/>
                    <a:pt x="611" y="171"/>
                    <a:pt x="610" y="171"/>
                  </a:cubicBezTo>
                  <a:cubicBezTo>
                    <a:pt x="610" y="171"/>
                    <a:pt x="609" y="170"/>
                    <a:pt x="609" y="171"/>
                  </a:cubicBezTo>
                  <a:cubicBezTo>
                    <a:pt x="609" y="171"/>
                    <a:pt x="610" y="171"/>
                    <a:pt x="610" y="171"/>
                  </a:cubicBezTo>
                  <a:cubicBezTo>
                    <a:pt x="610" y="171"/>
                    <a:pt x="610" y="171"/>
                    <a:pt x="610" y="171"/>
                  </a:cubicBezTo>
                  <a:cubicBezTo>
                    <a:pt x="610" y="171"/>
                    <a:pt x="609" y="171"/>
                    <a:pt x="609" y="171"/>
                  </a:cubicBezTo>
                  <a:cubicBezTo>
                    <a:pt x="609" y="172"/>
                    <a:pt x="610" y="172"/>
                    <a:pt x="611" y="172"/>
                  </a:cubicBezTo>
                  <a:cubicBezTo>
                    <a:pt x="611" y="172"/>
                    <a:pt x="611" y="172"/>
                    <a:pt x="610" y="172"/>
                  </a:cubicBezTo>
                  <a:cubicBezTo>
                    <a:pt x="611" y="172"/>
                    <a:pt x="611" y="172"/>
                    <a:pt x="611" y="172"/>
                  </a:cubicBezTo>
                  <a:cubicBezTo>
                    <a:pt x="611" y="172"/>
                    <a:pt x="611" y="172"/>
                    <a:pt x="610" y="172"/>
                  </a:cubicBezTo>
                  <a:cubicBezTo>
                    <a:pt x="610" y="173"/>
                    <a:pt x="611" y="173"/>
                    <a:pt x="611" y="173"/>
                  </a:cubicBezTo>
                  <a:cubicBezTo>
                    <a:pt x="611" y="173"/>
                    <a:pt x="611" y="173"/>
                    <a:pt x="610" y="173"/>
                  </a:cubicBezTo>
                  <a:cubicBezTo>
                    <a:pt x="610" y="173"/>
                    <a:pt x="611" y="173"/>
                    <a:pt x="610" y="173"/>
                  </a:cubicBezTo>
                  <a:cubicBezTo>
                    <a:pt x="610" y="174"/>
                    <a:pt x="610" y="174"/>
                    <a:pt x="610" y="174"/>
                  </a:cubicBezTo>
                  <a:cubicBezTo>
                    <a:pt x="610" y="174"/>
                    <a:pt x="610" y="174"/>
                    <a:pt x="610" y="174"/>
                  </a:cubicBezTo>
                  <a:cubicBezTo>
                    <a:pt x="611" y="174"/>
                    <a:pt x="611" y="174"/>
                    <a:pt x="611" y="174"/>
                  </a:cubicBezTo>
                  <a:cubicBezTo>
                    <a:pt x="611" y="174"/>
                    <a:pt x="610" y="175"/>
                    <a:pt x="610" y="175"/>
                  </a:cubicBezTo>
                  <a:cubicBezTo>
                    <a:pt x="609" y="175"/>
                    <a:pt x="608" y="175"/>
                    <a:pt x="608" y="174"/>
                  </a:cubicBezTo>
                  <a:cubicBezTo>
                    <a:pt x="608" y="174"/>
                    <a:pt x="608" y="173"/>
                    <a:pt x="608" y="173"/>
                  </a:cubicBezTo>
                  <a:cubicBezTo>
                    <a:pt x="607" y="174"/>
                    <a:pt x="607" y="174"/>
                    <a:pt x="607" y="174"/>
                  </a:cubicBezTo>
                  <a:cubicBezTo>
                    <a:pt x="607" y="174"/>
                    <a:pt x="607" y="174"/>
                    <a:pt x="607" y="173"/>
                  </a:cubicBezTo>
                  <a:cubicBezTo>
                    <a:pt x="606" y="174"/>
                    <a:pt x="607" y="174"/>
                    <a:pt x="607" y="174"/>
                  </a:cubicBezTo>
                  <a:cubicBezTo>
                    <a:pt x="607" y="174"/>
                    <a:pt x="607" y="174"/>
                    <a:pt x="607" y="175"/>
                  </a:cubicBezTo>
                  <a:cubicBezTo>
                    <a:pt x="607" y="175"/>
                    <a:pt x="607" y="176"/>
                    <a:pt x="607" y="177"/>
                  </a:cubicBezTo>
                  <a:cubicBezTo>
                    <a:pt x="607" y="177"/>
                    <a:pt x="606" y="177"/>
                    <a:pt x="606" y="178"/>
                  </a:cubicBezTo>
                  <a:cubicBezTo>
                    <a:pt x="605" y="178"/>
                    <a:pt x="605" y="178"/>
                    <a:pt x="605" y="178"/>
                  </a:cubicBezTo>
                  <a:cubicBezTo>
                    <a:pt x="605" y="177"/>
                    <a:pt x="605" y="176"/>
                    <a:pt x="605" y="176"/>
                  </a:cubicBezTo>
                  <a:cubicBezTo>
                    <a:pt x="605" y="176"/>
                    <a:pt x="605" y="176"/>
                    <a:pt x="604" y="177"/>
                  </a:cubicBezTo>
                  <a:cubicBezTo>
                    <a:pt x="604" y="176"/>
                    <a:pt x="605" y="176"/>
                    <a:pt x="606" y="176"/>
                  </a:cubicBezTo>
                  <a:cubicBezTo>
                    <a:pt x="606" y="175"/>
                    <a:pt x="605" y="176"/>
                    <a:pt x="605" y="175"/>
                  </a:cubicBezTo>
                  <a:cubicBezTo>
                    <a:pt x="605" y="175"/>
                    <a:pt x="606" y="175"/>
                    <a:pt x="606" y="175"/>
                  </a:cubicBezTo>
                  <a:cubicBezTo>
                    <a:pt x="606" y="175"/>
                    <a:pt x="606" y="175"/>
                    <a:pt x="605" y="175"/>
                  </a:cubicBezTo>
                  <a:cubicBezTo>
                    <a:pt x="606" y="175"/>
                    <a:pt x="606" y="174"/>
                    <a:pt x="606" y="174"/>
                  </a:cubicBezTo>
                  <a:cubicBezTo>
                    <a:pt x="605" y="174"/>
                    <a:pt x="605" y="175"/>
                    <a:pt x="604" y="175"/>
                  </a:cubicBezTo>
                  <a:cubicBezTo>
                    <a:pt x="604" y="175"/>
                    <a:pt x="603" y="176"/>
                    <a:pt x="603" y="174"/>
                  </a:cubicBezTo>
                  <a:cubicBezTo>
                    <a:pt x="602" y="175"/>
                    <a:pt x="604" y="173"/>
                    <a:pt x="604" y="173"/>
                  </a:cubicBezTo>
                  <a:cubicBezTo>
                    <a:pt x="603" y="173"/>
                    <a:pt x="603" y="173"/>
                    <a:pt x="603" y="174"/>
                  </a:cubicBezTo>
                  <a:cubicBezTo>
                    <a:pt x="603" y="174"/>
                    <a:pt x="602" y="174"/>
                    <a:pt x="602" y="174"/>
                  </a:cubicBezTo>
                  <a:cubicBezTo>
                    <a:pt x="602" y="174"/>
                    <a:pt x="602" y="175"/>
                    <a:pt x="602" y="175"/>
                  </a:cubicBezTo>
                  <a:cubicBezTo>
                    <a:pt x="602" y="174"/>
                    <a:pt x="602" y="174"/>
                    <a:pt x="601" y="174"/>
                  </a:cubicBezTo>
                  <a:cubicBezTo>
                    <a:pt x="601" y="174"/>
                    <a:pt x="603" y="173"/>
                    <a:pt x="603" y="173"/>
                  </a:cubicBezTo>
                  <a:cubicBezTo>
                    <a:pt x="602" y="173"/>
                    <a:pt x="602" y="173"/>
                    <a:pt x="602" y="174"/>
                  </a:cubicBezTo>
                  <a:cubicBezTo>
                    <a:pt x="601" y="174"/>
                    <a:pt x="601" y="173"/>
                    <a:pt x="601" y="173"/>
                  </a:cubicBezTo>
                  <a:cubicBezTo>
                    <a:pt x="601" y="173"/>
                    <a:pt x="601" y="173"/>
                    <a:pt x="600" y="173"/>
                  </a:cubicBezTo>
                  <a:cubicBezTo>
                    <a:pt x="600" y="173"/>
                    <a:pt x="600" y="172"/>
                    <a:pt x="600" y="172"/>
                  </a:cubicBezTo>
                  <a:cubicBezTo>
                    <a:pt x="600" y="172"/>
                    <a:pt x="600" y="174"/>
                    <a:pt x="600" y="174"/>
                  </a:cubicBezTo>
                  <a:cubicBezTo>
                    <a:pt x="600" y="174"/>
                    <a:pt x="600" y="174"/>
                    <a:pt x="599" y="174"/>
                  </a:cubicBezTo>
                  <a:cubicBezTo>
                    <a:pt x="599" y="173"/>
                    <a:pt x="598" y="174"/>
                    <a:pt x="598" y="173"/>
                  </a:cubicBezTo>
                  <a:cubicBezTo>
                    <a:pt x="598" y="173"/>
                    <a:pt x="598" y="173"/>
                    <a:pt x="598" y="172"/>
                  </a:cubicBezTo>
                  <a:cubicBezTo>
                    <a:pt x="598" y="172"/>
                    <a:pt x="598" y="171"/>
                    <a:pt x="598" y="171"/>
                  </a:cubicBezTo>
                  <a:cubicBezTo>
                    <a:pt x="598" y="171"/>
                    <a:pt x="598" y="171"/>
                    <a:pt x="598" y="170"/>
                  </a:cubicBezTo>
                  <a:cubicBezTo>
                    <a:pt x="598" y="170"/>
                    <a:pt x="599" y="170"/>
                    <a:pt x="599" y="170"/>
                  </a:cubicBezTo>
                  <a:cubicBezTo>
                    <a:pt x="599" y="170"/>
                    <a:pt x="597" y="170"/>
                    <a:pt x="598" y="171"/>
                  </a:cubicBezTo>
                  <a:cubicBezTo>
                    <a:pt x="598" y="171"/>
                    <a:pt x="598" y="171"/>
                    <a:pt x="598" y="172"/>
                  </a:cubicBezTo>
                  <a:cubicBezTo>
                    <a:pt x="598" y="172"/>
                    <a:pt x="597" y="173"/>
                    <a:pt x="597" y="172"/>
                  </a:cubicBezTo>
                  <a:cubicBezTo>
                    <a:pt x="597" y="173"/>
                    <a:pt x="597" y="173"/>
                    <a:pt x="597" y="173"/>
                  </a:cubicBezTo>
                  <a:cubicBezTo>
                    <a:pt x="597" y="173"/>
                    <a:pt x="596" y="173"/>
                    <a:pt x="596" y="173"/>
                  </a:cubicBezTo>
                  <a:cubicBezTo>
                    <a:pt x="596" y="172"/>
                    <a:pt x="597" y="171"/>
                    <a:pt x="597" y="171"/>
                  </a:cubicBezTo>
                  <a:cubicBezTo>
                    <a:pt x="596" y="171"/>
                    <a:pt x="596" y="173"/>
                    <a:pt x="595" y="171"/>
                  </a:cubicBezTo>
                  <a:cubicBezTo>
                    <a:pt x="595" y="171"/>
                    <a:pt x="595" y="171"/>
                    <a:pt x="596" y="170"/>
                  </a:cubicBezTo>
                  <a:cubicBezTo>
                    <a:pt x="596" y="170"/>
                    <a:pt x="596" y="169"/>
                    <a:pt x="596" y="169"/>
                  </a:cubicBezTo>
                  <a:cubicBezTo>
                    <a:pt x="595" y="169"/>
                    <a:pt x="595" y="171"/>
                    <a:pt x="594" y="170"/>
                  </a:cubicBezTo>
                  <a:cubicBezTo>
                    <a:pt x="594" y="171"/>
                    <a:pt x="594" y="170"/>
                    <a:pt x="594" y="170"/>
                  </a:cubicBezTo>
                  <a:cubicBezTo>
                    <a:pt x="594" y="170"/>
                    <a:pt x="593" y="169"/>
                    <a:pt x="593" y="169"/>
                  </a:cubicBezTo>
                  <a:cubicBezTo>
                    <a:pt x="593" y="169"/>
                    <a:pt x="593" y="169"/>
                    <a:pt x="593" y="169"/>
                  </a:cubicBezTo>
                  <a:cubicBezTo>
                    <a:pt x="593" y="169"/>
                    <a:pt x="593" y="169"/>
                    <a:pt x="593" y="169"/>
                  </a:cubicBezTo>
                  <a:cubicBezTo>
                    <a:pt x="593" y="168"/>
                    <a:pt x="592" y="167"/>
                    <a:pt x="593" y="167"/>
                  </a:cubicBezTo>
                  <a:cubicBezTo>
                    <a:pt x="592" y="167"/>
                    <a:pt x="592" y="167"/>
                    <a:pt x="592" y="167"/>
                  </a:cubicBezTo>
                  <a:cubicBezTo>
                    <a:pt x="591" y="167"/>
                    <a:pt x="592" y="167"/>
                    <a:pt x="592" y="167"/>
                  </a:cubicBezTo>
                  <a:cubicBezTo>
                    <a:pt x="592" y="166"/>
                    <a:pt x="591" y="166"/>
                    <a:pt x="591" y="166"/>
                  </a:cubicBezTo>
                  <a:cubicBezTo>
                    <a:pt x="591" y="166"/>
                    <a:pt x="591" y="167"/>
                    <a:pt x="591" y="167"/>
                  </a:cubicBezTo>
                  <a:cubicBezTo>
                    <a:pt x="591" y="167"/>
                    <a:pt x="591" y="168"/>
                    <a:pt x="591" y="168"/>
                  </a:cubicBezTo>
                  <a:cubicBezTo>
                    <a:pt x="591" y="168"/>
                    <a:pt x="591" y="169"/>
                    <a:pt x="591" y="169"/>
                  </a:cubicBezTo>
                  <a:cubicBezTo>
                    <a:pt x="591" y="170"/>
                    <a:pt x="590" y="170"/>
                    <a:pt x="590" y="169"/>
                  </a:cubicBezTo>
                  <a:cubicBezTo>
                    <a:pt x="590" y="169"/>
                    <a:pt x="589" y="168"/>
                    <a:pt x="589" y="167"/>
                  </a:cubicBezTo>
                  <a:cubicBezTo>
                    <a:pt x="589" y="168"/>
                    <a:pt x="588" y="167"/>
                    <a:pt x="588" y="167"/>
                  </a:cubicBezTo>
                  <a:cubicBezTo>
                    <a:pt x="588" y="167"/>
                    <a:pt x="589" y="167"/>
                    <a:pt x="588" y="167"/>
                  </a:cubicBezTo>
                  <a:cubicBezTo>
                    <a:pt x="588" y="166"/>
                    <a:pt x="588" y="167"/>
                    <a:pt x="587" y="167"/>
                  </a:cubicBezTo>
                  <a:cubicBezTo>
                    <a:pt x="587" y="167"/>
                    <a:pt x="587" y="166"/>
                    <a:pt x="587" y="166"/>
                  </a:cubicBezTo>
                  <a:cubicBezTo>
                    <a:pt x="587" y="166"/>
                    <a:pt x="585" y="166"/>
                    <a:pt x="585" y="166"/>
                  </a:cubicBezTo>
                  <a:cubicBezTo>
                    <a:pt x="585" y="166"/>
                    <a:pt x="583" y="166"/>
                    <a:pt x="583" y="166"/>
                  </a:cubicBezTo>
                  <a:cubicBezTo>
                    <a:pt x="584" y="167"/>
                    <a:pt x="584" y="167"/>
                    <a:pt x="583" y="167"/>
                  </a:cubicBezTo>
                  <a:cubicBezTo>
                    <a:pt x="584" y="168"/>
                    <a:pt x="584" y="169"/>
                    <a:pt x="585" y="169"/>
                  </a:cubicBezTo>
                  <a:cubicBezTo>
                    <a:pt x="585" y="169"/>
                    <a:pt x="585" y="169"/>
                    <a:pt x="585" y="170"/>
                  </a:cubicBezTo>
                  <a:cubicBezTo>
                    <a:pt x="585" y="170"/>
                    <a:pt x="585" y="170"/>
                    <a:pt x="586" y="170"/>
                  </a:cubicBezTo>
                  <a:cubicBezTo>
                    <a:pt x="586" y="170"/>
                    <a:pt x="586" y="170"/>
                    <a:pt x="586" y="170"/>
                  </a:cubicBezTo>
                  <a:cubicBezTo>
                    <a:pt x="586" y="170"/>
                    <a:pt x="586" y="171"/>
                    <a:pt x="586" y="171"/>
                  </a:cubicBezTo>
                  <a:cubicBezTo>
                    <a:pt x="586" y="171"/>
                    <a:pt x="586" y="172"/>
                    <a:pt x="586" y="172"/>
                  </a:cubicBezTo>
                  <a:cubicBezTo>
                    <a:pt x="586" y="172"/>
                    <a:pt x="587" y="172"/>
                    <a:pt x="587" y="172"/>
                  </a:cubicBezTo>
                  <a:cubicBezTo>
                    <a:pt x="588" y="172"/>
                    <a:pt x="587" y="172"/>
                    <a:pt x="587" y="173"/>
                  </a:cubicBezTo>
                  <a:cubicBezTo>
                    <a:pt x="587" y="173"/>
                    <a:pt x="588" y="172"/>
                    <a:pt x="588" y="172"/>
                  </a:cubicBezTo>
                  <a:cubicBezTo>
                    <a:pt x="588" y="173"/>
                    <a:pt x="590" y="172"/>
                    <a:pt x="590" y="172"/>
                  </a:cubicBezTo>
                  <a:cubicBezTo>
                    <a:pt x="590" y="173"/>
                    <a:pt x="589" y="173"/>
                    <a:pt x="589" y="173"/>
                  </a:cubicBezTo>
                  <a:cubicBezTo>
                    <a:pt x="588" y="173"/>
                    <a:pt x="588" y="174"/>
                    <a:pt x="588" y="174"/>
                  </a:cubicBezTo>
                  <a:cubicBezTo>
                    <a:pt x="588" y="174"/>
                    <a:pt x="588" y="173"/>
                    <a:pt x="589" y="173"/>
                  </a:cubicBezTo>
                  <a:cubicBezTo>
                    <a:pt x="589" y="173"/>
                    <a:pt x="589" y="173"/>
                    <a:pt x="590" y="173"/>
                  </a:cubicBezTo>
                  <a:cubicBezTo>
                    <a:pt x="590" y="173"/>
                    <a:pt x="590" y="173"/>
                    <a:pt x="590" y="173"/>
                  </a:cubicBezTo>
                  <a:cubicBezTo>
                    <a:pt x="589" y="174"/>
                    <a:pt x="589" y="174"/>
                    <a:pt x="588" y="174"/>
                  </a:cubicBezTo>
                  <a:cubicBezTo>
                    <a:pt x="589" y="174"/>
                    <a:pt x="589" y="174"/>
                    <a:pt x="590" y="174"/>
                  </a:cubicBezTo>
                  <a:cubicBezTo>
                    <a:pt x="590" y="174"/>
                    <a:pt x="590" y="173"/>
                    <a:pt x="590" y="174"/>
                  </a:cubicBezTo>
                  <a:cubicBezTo>
                    <a:pt x="591" y="174"/>
                    <a:pt x="591" y="174"/>
                    <a:pt x="590" y="174"/>
                  </a:cubicBezTo>
                  <a:cubicBezTo>
                    <a:pt x="591" y="174"/>
                    <a:pt x="591" y="174"/>
                    <a:pt x="591" y="174"/>
                  </a:cubicBezTo>
                  <a:cubicBezTo>
                    <a:pt x="591" y="175"/>
                    <a:pt x="590" y="175"/>
                    <a:pt x="590" y="175"/>
                  </a:cubicBezTo>
                  <a:cubicBezTo>
                    <a:pt x="591" y="175"/>
                    <a:pt x="591" y="174"/>
                    <a:pt x="592" y="175"/>
                  </a:cubicBezTo>
                  <a:cubicBezTo>
                    <a:pt x="592" y="175"/>
                    <a:pt x="591" y="175"/>
                    <a:pt x="591" y="175"/>
                  </a:cubicBezTo>
                  <a:cubicBezTo>
                    <a:pt x="591" y="175"/>
                    <a:pt x="592" y="175"/>
                    <a:pt x="591" y="176"/>
                  </a:cubicBezTo>
                  <a:cubicBezTo>
                    <a:pt x="592" y="175"/>
                    <a:pt x="592" y="176"/>
                    <a:pt x="592" y="176"/>
                  </a:cubicBezTo>
                  <a:cubicBezTo>
                    <a:pt x="592" y="176"/>
                    <a:pt x="592" y="176"/>
                    <a:pt x="593" y="176"/>
                  </a:cubicBezTo>
                  <a:cubicBezTo>
                    <a:pt x="592" y="176"/>
                    <a:pt x="592" y="177"/>
                    <a:pt x="592" y="177"/>
                  </a:cubicBezTo>
                  <a:cubicBezTo>
                    <a:pt x="592" y="177"/>
                    <a:pt x="593" y="176"/>
                    <a:pt x="594" y="177"/>
                  </a:cubicBezTo>
                  <a:cubicBezTo>
                    <a:pt x="594" y="177"/>
                    <a:pt x="594" y="177"/>
                    <a:pt x="593" y="177"/>
                  </a:cubicBezTo>
                  <a:cubicBezTo>
                    <a:pt x="594" y="177"/>
                    <a:pt x="594" y="177"/>
                    <a:pt x="594" y="177"/>
                  </a:cubicBezTo>
                  <a:cubicBezTo>
                    <a:pt x="593" y="177"/>
                    <a:pt x="594" y="177"/>
                    <a:pt x="594" y="177"/>
                  </a:cubicBezTo>
                  <a:cubicBezTo>
                    <a:pt x="594" y="177"/>
                    <a:pt x="594" y="178"/>
                    <a:pt x="594" y="178"/>
                  </a:cubicBezTo>
                  <a:cubicBezTo>
                    <a:pt x="595" y="178"/>
                    <a:pt x="595" y="178"/>
                    <a:pt x="594" y="179"/>
                  </a:cubicBezTo>
                  <a:cubicBezTo>
                    <a:pt x="595" y="179"/>
                    <a:pt x="595" y="179"/>
                    <a:pt x="595" y="179"/>
                  </a:cubicBezTo>
                  <a:cubicBezTo>
                    <a:pt x="595" y="179"/>
                    <a:pt x="595" y="179"/>
                    <a:pt x="595" y="180"/>
                  </a:cubicBezTo>
                  <a:cubicBezTo>
                    <a:pt x="595" y="180"/>
                    <a:pt x="594" y="180"/>
                    <a:pt x="594" y="180"/>
                  </a:cubicBezTo>
                  <a:cubicBezTo>
                    <a:pt x="594" y="180"/>
                    <a:pt x="594" y="181"/>
                    <a:pt x="595" y="181"/>
                  </a:cubicBezTo>
                  <a:cubicBezTo>
                    <a:pt x="595" y="181"/>
                    <a:pt x="595" y="180"/>
                    <a:pt x="595" y="180"/>
                  </a:cubicBezTo>
                  <a:cubicBezTo>
                    <a:pt x="595" y="180"/>
                    <a:pt x="596" y="180"/>
                    <a:pt x="596" y="180"/>
                  </a:cubicBezTo>
                  <a:cubicBezTo>
                    <a:pt x="596" y="181"/>
                    <a:pt x="596" y="181"/>
                    <a:pt x="595" y="181"/>
                  </a:cubicBezTo>
                  <a:cubicBezTo>
                    <a:pt x="595" y="181"/>
                    <a:pt x="596" y="181"/>
                    <a:pt x="597" y="181"/>
                  </a:cubicBezTo>
                  <a:cubicBezTo>
                    <a:pt x="597" y="181"/>
                    <a:pt x="597" y="181"/>
                    <a:pt x="597" y="181"/>
                  </a:cubicBezTo>
                  <a:cubicBezTo>
                    <a:pt x="597" y="181"/>
                    <a:pt x="597" y="181"/>
                    <a:pt x="597" y="181"/>
                  </a:cubicBezTo>
                  <a:cubicBezTo>
                    <a:pt x="596" y="182"/>
                    <a:pt x="596" y="182"/>
                    <a:pt x="596" y="182"/>
                  </a:cubicBezTo>
                  <a:cubicBezTo>
                    <a:pt x="596" y="182"/>
                    <a:pt x="596" y="183"/>
                    <a:pt x="595" y="183"/>
                  </a:cubicBezTo>
                  <a:cubicBezTo>
                    <a:pt x="595" y="182"/>
                    <a:pt x="595" y="182"/>
                    <a:pt x="595" y="182"/>
                  </a:cubicBezTo>
                  <a:cubicBezTo>
                    <a:pt x="595" y="182"/>
                    <a:pt x="595" y="183"/>
                    <a:pt x="595" y="183"/>
                  </a:cubicBezTo>
                  <a:cubicBezTo>
                    <a:pt x="595" y="183"/>
                    <a:pt x="595" y="184"/>
                    <a:pt x="595" y="184"/>
                  </a:cubicBezTo>
                  <a:cubicBezTo>
                    <a:pt x="595" y="184"/>
                    <a:pt x="595" y="184"/>
                    <a:pt x="595" y="184"/>
                  </a:cubicBezTo>
                  <a:cubicBezTo>
                    <a:pt x="594" y="184"/>
                    <a:pt x="594" y="185"/>
                    <a:pt x="593" y="185"/>
                  </a:cubicBezTo>
                  <a:cubicBezTo>
                    <a:pt x="593" y="185"/>
                    <a:pt x="590" y="184"/>
                    <a:pt x="590" y="184"/>
                  </a:cubicBezTo>
                  <a:cubicBezTo>
                    <a:pt x="590" y="184"/>
                    <a:pt x="590" y="184"/>
                    <a:pt x="591" y="184"/>
                  </a:cubicBezTo>
                  <a:cubicBezTo>
                    <a:pt x="590" y="184"/>
                    <a:pt x="590" y="183"/>
                    <a:pt x="590" y="183"/>
                  </a:cubicBezTo>
                  <a:cubicBezTo>
                    <a:pt x="590" y="183"/>
                    <a:pt x="589" y="183"/>
                    <a:pt x="589" y="183"/>
                  </a:cubicBezTo>
                  <a:cubicBezTo>
                    <a:pt x="589" y="183"/>
                    <a:pt x="588" y="183"/>
                    <a:pt x="588" y="183"/>
                  </a:cubicBezTo>
                  <a:cubicBezTo>
                    <a:pt x="587" y="183"/>
                    <a:pt x="587" y="183"/>
                    <a:pt x="587" y="182"/>
                  </a:cubicBezTo>
                  <a:cubicBezTo>
                    <a:pt x="587" y="182"/>
                    <a:pt x="586" y="183"/>
                    <a:pt x="586" y="182"/>
                  </a:cubicBezTo>
                  <a:cubicBezTo>
                    <a:pt x="586" y="182"/>
                    <a:pt x="586" y="182"/>
                    <a:pt x="586" y="182"/>
                  </a:cubicBezTo>
                  <a:cubicBezTo>
                    <a:pt x="586" y="182"/>
                    <a:pt x="585" y="182"/>
                    <a:pt x="585" y="182"/>
                  </a:cubicBezTo>
                  <a:cubicBezTo>
                    <a:pt x="584" y="181"/>
                    <a:pt x="583" y="182"/>
                    <a:pt x="583" y="181"/>
                  </a:cubicBezTo>
                  <a:cubicBezTo>
                    <a:pt x="583" y="181"/>
                    <a:pt x="582" y="181"/>
                    <a:pt x="582" y="181"/>
                  </a:cubicBezTo>
                  <a:cubicBezTo>
                    <a:pt x="581" y="181"/>
                    <a:pt x="581" y="181"/>
                    <a:pt x="580" y="181"/>
                  </a:cubicBezTo>
                  <a:cubicBezTo>
                    <a:pt x="580" y="181"/>
                    <a:pt x="576" y="181"/>
                    <a:pt x="577" y="180"/>
                  </a:cubicBezTo>
                  <a:cubicBezTo>
                    <a:pt x="577" y="180"/>
                    <a:pt x="576" y="180"/>
                    <a:pt x="576" y="180"/>
                  </a:cubicBezTo>
                  <a:cubicBezTo>
                    <a:pt x="576" y="179"/>
                    <a:pt x="576" y="180"/>
                    <a:pt x="576" y="180"/>
                  </a:cubicBezTo>
                  <a:cubicBezTo>
                    <a:pt x="575" y="179"/>
                    <a:pt x="574" y="179"/>
                    <a:pt x="574" y="179"/>
                  </a:cubicBezTo>
                  <a:cubicBezTo>
                    <a:pt x="573" y="178"/>
                    <a:pt x="573" y="178"/>
                    <a:pt x="574" y="178"/>
                  </a:cubicBezTo>
                  <a:cubicBezTo>
                    <a:pt x="574" y="178"/>
                    <a:pt x="574" y="177"/>
                    <a:pt x="574" y="177"/>
                  </a:cubicBezTo>
                  <a:cubicBezTo>
                    <a:pt x="574" y="177"/>
                    <a:pt x="574" y="178"/>
                    <a:pt x="573" y="178"/>
                  </a:cubicBezTo>
                  <a:cubicBezTo>
                    <a:pt x="573" y="178"/>
                    <a:pt x="573" y="177"/>
                    <a:pt x="573" y="177"/>
                  </a:cubicBezTo>
                  <a:cubicBezTo>
                    <a:pt x="573" y="177"/>
                    <a:pt x="573" y="178"/>
                    <a:pt x="573" y="178"/>
                  </a:cubicBezTo>
                  <a:cubicBezTo>
                    <a:pt x="573" y="178"/>
                    <a:pt x="572" y="177"/>
                    <a:pt x="572" y="177"/>
                  </a:cubicBezTo>
                  <a:cubicBezTo>
                    <a:pt x="572" y="176"/>
                    <a:pt x="573" y="176"/>
                    <a:pt x="574" y="176"/>
                  </a:cubicBezTo>
                  <a:cubicBezTo>
                    <a:pt x="573" y="176"/>
                    <a:pt x="573" y="176"/>
                    <a:pt x="573" y="176"/>
                  </a:cubicBezTo>
                  <a:cubicBezTo>
                    <a:pt x="573" y="176"/>
                    <a:pt x="574" y="176"/>
                    <a:pt x="574" y="176"/>
                  </a:cubicBezTo>
                  <a:cubicBezTo>
                    <a:pt x="574" y="176"/>
                    <a:pt x="573" y="176"/>
                    <a:pt x="573" y="176"/>
                  </a:cubicBezTo>
                  <a:cubicBezTo>
                    <a:pt x="573" y="176"/>
                    <a:pt x="573" y="175"/>
                    <a:pt x="573" y="175"/>
                  </a:cubicBezTo>
                  <a:cubicBezTo>
                    <a:pt x="573" y="176"/>
                    <a:pt x="572" y="176"/>
                    <a:pt x="572" y="176"/>
                  </a:cubicBezTo>
                  <a:cubicBezTo>
                    <a:pt x="572" y="176"/>
                    <a:pt x="572" y="175"/>
                    <a:pt x="571" y="175"/>
                  </a:cubicBezTo>
                  <a:cubicBezTo>
                    <a:pt x="571" y="175"/>
                    <a:pt x="571" y="176"/>
                    <a:pt x="571" y="176"/>
                  </a:cubicBezTo>
                  <a:cubicBezTo>
                    <a:pt x="571" y="176"/>
                    <a:pt x="571" y="176"/>
                    <a:pt x="571" y="176"/>
                  </a:cubicBezTo>
                  <a:cubicBezTo>
                    <a:pt x="570" y="176"/>
                    <a:pt x="570" y="175"/>
                    <a:pt x="570" y="176"/>
                  </a:cubicBezTo>
                  <a:cubicBezTo>
                    <a:pt x="569" y="176"/>
                    <a:pt x="569" y="176"/>
                    <a:pt x="568" y="176"/>
                  </a:cubicBezTo>
                  <a:cubicBezTo>
                    <a:pt x="567" y="176"/>
                    <a:pt x="567" y="175"/>
                    <a:pt x="567" y="175"/>
                  </a:cubicBezTo>
                  <a:cubicBezTo>
                    <a:pt x="566" y="174"/>
                    <a:pt x="565" y="175"/>
                    <a:pt x="564" y="174"/>
                  </a:cubicBezTo>
                  <a:cubicBezTo>
                    <a:pt x="564" y="174"/>
                    <a:pt x="564" y="174"/>
                    <a:pt x="565" y="174"/>
                  </a:cubicBezTo>
                  <a:cubicBezTo>
                    <a:pt x="564" y="174"/>
                    <a:pt x="564" y="174"/>
                    <a:pt x="563" y="174"/>
                  </a:cubicBezTo>
                  <a:cubicBezTo>
                    <a:pt x="563" y="174"/>
                    <a:pt x="564" y="174"/>
                    <a:pt x="564" y="174"/>
                  </a:cubicBezTo>
                  <a:cubicBezTo>
                    <a:pt x="564" y="174"/>
                    <a:pt x="564" y="173"/>
                    <a:pt x="564" y="173"/>
                  </a:cubicBezTo>
                  <a:cubicBezTo>
                    <a:pt x="564" y="173"/>
                    <a:pt x="562" y="174"/>
                    <a:pt x="563" y="173"/>
                  </a:cubicBezTo>
                  <a:cubicBezTo>
                    <a:pt x="563" y="173"/>
                    <a:pt x="565" y="173"/>
                    <a:pt x="566" y="172"/>
                  </a:cubicBezTo>
                  <a:cubicBezTo>
                    <a:pt x="566" y="172"/>
                    <a:pt x="565" y="172"/>
                    <a:pt x="565" y="172"/>
                  </a:cubicBezTo>
                  <a:cubicBezTo>
                    <a:pt x="565" y="172"/>
                    <a:pt x="565" y="172"/>
                    <a:pt x="565" y="172"/>
                  </a:cubicBezTo>
                  <a:cubicBezTo>
                    <a:pt x="565" y="172"/>
                    <a:pt x="563" y="173"/>
                    <a:pt x="563" y="172"/>
                  </a:cubicBezTo>
                  <a:cubicBezTo>
                    <a:pt x="563" y="173"/>
                    <a:pt x="562" y="173"/>
                    <a:pt x="562" y="173"/>
                  </a:cubicBezTo>
                  <a:cubicBezTo>
                    <a:pt x="562" y="173"/>
                    <a:pt x="561" y="173"/>
                    <a:pt x="561" y="173"/>
                  </a:cubicBezTo>
                  <a:cubicBezTo>
                    <a:pt x="561" y="173"/>
                    <a:pt x="561" y="172"/>
                    <a:pt x="561" y="172"/>
                  </a:cubicBezTo>
                  <a:cubicBezTo>
                    <a:pt x="561" y="172"/>
                    <a:pt x="560" y="172"/>
                    <a:pt x="559" y="172"/>
                  </a:cubicBezTo>
                  <a:cubicBezTo>
                    <a:pt x="560" y="172"/>
                    <a:pt x="560" y="171"/>
                    <a:pt x="560" y="171"/>
                  </a:cubicBezTo>
                  <a:cubicBezTo>
                    <a:pt x="560" y="171"/>
                    <a:pt x="560" y="171"/>
                    <a:pt x="559" y="171"/>
                  </a:cubicBezTo>
                  <a:cubicBezTo>
                    <a:pt x="560" y="171"/>
                    <a:pt x="560" y="171"/>
                    <a:pt x="560" y="171"/>
                  </a:cubicBezTo>
                  <a:cubicBezTo>
                    <a:pt x="560" y="171"/>
                    <a:pt x="560" y="171"/>
                    <a:pt x="560" y="171"/>
                  </a:cubicBezTo>
                  <a:cubicBezTo>
                    <a:pt x="560" y="171"/>
                    <a:pt x="560" y="170"/>
                    <a:pt x="560" y="170"/>
                  </a:cubicBezTo>
                  <a:cubicBezTo>
                    <a:pt x="560" y="170"/>
                    <a:pt x="560" y="170"/>
                    <a:pt x="560" y="169"/>
                  </a:cubicBezTo>
                  <a:cubicBezTo>
                    <a:pt x="560" y="169"/>
                    <a:pt x="559" y="170"/>
                    <a:pt x="559" y="169"/>
                  </a:cubicBezTo>
                  <a:cubicBezTo>
                    <a:pt x="559" y="169"/>
                    <a:pt x="559" y="169"/>
                    <a:pt x="558" y="169"/>
                  </a:cubicBezTo>
                  <a:cubicBezTo>
                    <a:pt x="558" y="169"/>
                    <a:pt x="558" y="169"/>
                    <a:pt x="558" y="169"/>
                  </a:cubicBezTo>
                  <a:cubicBezTo>
                    <a:pt x="559" y="169"/>
                    <a:pt x="560" y="169"/>
                    <a:pt x="560" y="169"/>
                  </a:cubicBezTo>
                  <a:cubicBezTo>
                    <a:pt x="562" y="169"/>
                    <a:pt x="563" y="169"/>
                    <a:pt x="564" y="168"/>
                  </a:cubicBezTo>
                  <a:cubicBezTo>
                    <a:pt x="564" y="168"/>
                    <a:pt x="565" y="167"/>
                    <a:pt x="566" y="167"/>
                  </a:cubicBezTo>
                  <a:cubicBezTo>
                    <a:pt x="565" y="167"/>
                    <a:pt x="565" y="168"/>
                    <a:pt x="564" y="168"/>
                  </a:cubicBezTo>
                  <a:cubicBezTo>
                    <a:pt x="565" y="167"/>
                    <a:pt x="565" y="167"/>
                    <a:pt x="564" y="168"/>
                  </a:cubicBezTo>
                  <a:cubicBezTo>
                    <a:pt x="564" y="168"/>
                    <a:pt x="563" y="168"/>
                    <a:pt x="563" y="168"/>
                  </a:cubicBezTo>
                  <a:cubicBezTo>
                    <a:pt x="563" y="167"/>
                    <a:pt x="564" y="167"/>
                    <a:pt x="564" y="167"/>
                  </a:cubicBezTo>
                  <a:cubicBezTo>
                    <a:pt x="564" y="167"/>
                    <a:pt x="564" y="167"/>
                    <a:pt x="563" y="167"/>
                  </a:cubicBezTo>
                  <a:cubicBezTo>
                    <a:pt x="564" y="167"/>
                    <a:pt x="564" y="167"/>
                    <a:pt x="564" y="166"/>
                  </a:cubicBezTo>
                  <a:cubicBezTo>
                    <a:pt x="564" y="166"/>
                    <a:pt x="564" y="166"/>
                    <a:pt x="564" y="166"/>
                  </a:cubicBezTo>
                  <a:cubicBezTo>
                    <a:pt x="564" y="166"/>
                    <a:pt x="563" y="166"/>
                    <a:pt x="563" y="167"/>
                  </a:cubicBezTo>
                  <a:cubicBezTo>
                    <a:pt x="563" y="167"/>
                    <a:pt x="563" y="167"/>
                    <a:pt x="563" y="167"/>
                  </a:cubicBezTo>
                  <a:cubicBezTo>
                    <a:pt x="563" y="166"/>
                    <a:pt x="563" y="166"/>
                    <a:pt x="563" y="166"/>
                  </a:cubicBezTo>
                  <a:cubicBezTo>
                    <a:pt x="563" y="166"/>
                    <a:pt x="563" y="166"/>
                    <a:pt x="562" y="167"/>
                  </a:cubicBezTo>
                  <a:cubicBezTo>
                    <a:pt x="563" y="166"/>
                    <a:pt x="562" y="166"/>
                    <a:pt x="562" y="165"/>
                  </a:cubicBezTo>
                  <a:cubicBezTo>
                    <a:pt x="562" y="165"/>
                    <a:pt x="561" y="166"/>
                    <a:pt x="561" y="166"/>
                  </a:cubicBezTo>
                  <a:cubicBezTo>
                    <a:pt x="561" y="166"/>
                    <a:pt x="561" y="166"/>
                    <a:pt x="562" y="166"/>
                  </a:cubicBezTo>
                  <a:cubicBezTo>
                    <a:pt x="562" y="166"/>
                    <a:pt x="561" y="167"/>
                    <a:pt x="560" y="167"/>
                  </a:cubicBezTo>
                  <a:cubicBezTo>
                    <a:pt x="561" y="167"/>
                    <a:pt x="561" y="167"/>
                    <a:pt x="561" y="166"/>
                  </a:cubicBezTo>
                  <a:cubicBezTo>
                    <a:pt x="561" y="166"/>
                    <a:pt x="560" y="167"/>
                    <a:pt x="560" y="167"/>
                  </a:cubicBezTo>
                  <a:cubicBezTo>
                    <a:pt x="560" y="167"/>
                    <a:pt x="560" y="166"/>
                    <a:pt x="560" y="166"/>
                  </a:cubicBezTo>
                  <a:cubicBezTo>
                    <a:pt x="560" y="166"/>
                    <a:pt x="560" y="166"/>
                    <a:pt x="560" y="166"/>
                  </a:cubicBezTo>
                  <a:cubicBezTo>
                    <a:pt x="559" y="166"/>
                    <a:pt x="559" y="166"/>
                    <a:pt x="559" y="167"/>
                  </a:cubicBezTo>
                  <a:cubicBezTo>
                    <a:pt x="559" y="167"/>
                    <a:pt x="558" y="167"/>
                    <a:pt x="558" y="167"/>
                  </a:cubicBezTo>
                  <a:cubicBezTo>
                    <a:pt x="558" y="166"/>
                    <a:pt x="559" y="166"/>
                    <a:pt x="558" y="166"/>
                  </a:cubicBezTo>
                  <a:cubicBezTo>
                    <a:pt x="559" y="166"/>
                    <a:pt x="559" y="166"/>
                    <a:pt x="559" y="165"/>
                  </a:cubicBezTo>
                  <a:cubicBezTo>
                    <a:pt x="560" y="165"/>
                    <a:pt x="560" y="165"/>
                    <a:pt x="561" y="164"/>
                  </a:cubicBezTo>
                  <a:cubicBezTo>
                    <a:pt x="561" y="165"/>
                    <a:pt x="560" y="165"/>
                    <a:pt x="560" y="164"/>
                  </a:cubicBezTo>
                  <a:cubicBezTo>
                    <a:pt x="560" y="164"/>
                    <a:pt x="560" y="164"/>
                    <a:pt x="560" y="165"/>
                  </a:cubicBezTo>
                  <a:cubicBezTo>
                    <a:pt x="560" y="165"/>
                    <a:pt x="559" y="165"/>
                    <a:pt x="559" y="165"/>
                  </a:cubicBezTo>
                  <a:cubicBezTo>
                    <a:pt x="558" y="165"/>
                    <a:pt x="558" y="165"/>
                    <a:pt x="558" y="166"/>
                  </a:cubicBezTo>
                  <a:cubicBezTo>
                    <a:pt x="558" y="166"/>
                    <a:pt x="557" y="166"/>
                    <a:pt x="557" y="166"/>
                  </a:cubicBezTo>
                  <a:cubicBezTo>
                    <a:pt x="557" y="166"/>
                    <a:pt x="558" y="165"/>
                    <a:pt x="558" y="165"/>
                  </a:cubicBezTo>
                  <a:cubicBezTo>
                    <a:pt x="558" y="165"/>
                    <a:pt x="557" y="165"/>
                    <a:pt x="557" y="165"/>
                  </a:cubicBezTo>
                  <a:cubicBezTo>
                    <a:pt x="557" y="165"/>
                    <a:pt x="558" y="164"/>
                    <a:pt x="558" y="163"/>
                  </a:cubicBezTo>
                  <a:cubicBezTo>
                    <a:pt x="558" y="163"/>
                    <a:pt x="558" y="163"/>
                    <a:pt x="558" y="163"/>
                  </a:cubicBezTo>
                  <a:cubicBezTo>
                    <a:pt x="558" y="163"/>
                    <a:pt x="558" y="163"/>
                    <a:pt x="558" y="163"/>
                  </a:cubicBezTo>
                  <a:cubicBezTo>
                    <a:pt x="557" y="163"/>
                    <a:pt x="558" y="164"/>
                    <a:pt x="557" y="164"/>
                  </a:cubicBezTo>
                  <a:cubicBezTo>
                    <a:pt x="557" y="164"/>
                    <a:pt x="557" y="164"/>
                    <a:pt x="557" y="164"/>
                  </a:cubicBezTo>
                  <a:cubicBezTo>
                    <a:pt x="557" y="163"/>
                    <a:pt x="556" y="164"/>
                    <a:pt x="556" y="163"/>
                  </a:cubicBezTo>
                  <a:cubicBezTo>
                    <a:pt x="555" y="163"/>
                    <a:pt x="556" y="163"/>
                    <a:pt x="556" y="163"/>
                  </a:cubicBezTo>
                  <a:cubicBezTo>
                    <a:pt x="557" y="162"/>
                    <a:pt x="556" y="162"/>
                    <a:pt x="556" y="162"/>
                  </a:cubicBezTo>
                  <a:cubicBezTo>
                    <a:pt x="556" y="162"/>
                    <a:pt x="556" y="161"/>
                    <a:pt x="556" y="161"/>
                  </a:cubicBezTo>
                  <a:cubicBezTo>
                    <a:pt x="556" y="161"/>
                    <a:pt x="556" y="161"/>
                    <a:pt x="556" y="161"/>
                  </a:cubicBezTo>
                  <a:cubicBezTo>
                    <a:pt x="556" y="161"/>
                    <a:pt x="556" y="161"/>
                    <a:pt x="556" y="161"/>
                  </a:cubicBezTo>
                  <a:cubicBezTo>
                    <a:pt x="556" y="161"/>
                    <a:pt x="555" y="161"/>
                    <a:pt x="555" y="160"/>
                  </a:cubicBezTo>
                  <a:cubicBezTo>
                    <a:pt x="555" y="160"/>
                    <a:pt x="555" y="161"/>
                    <a:pt x="555" y="161"/>
                  </a:cubicBezTo>
                  <a:cubicBezTo>
                    <a:pt x="555" y="161"/>
                    <a:pt x="554" y="161"/>
                    <a:pt x="554" y="161"/>
                  </a:cubicBezTo>
                  <a:cubicBezTo>
                    <a:pt x="554" y="160"/>
                    <a:pt x="554" y="160"/>
                    <a:pt x="555" y="160"/>
                  </a:cubicBezTo>
                  <a:cubicBezTo>
                    <a:pt x="555" y="160"/>
                    <a:pt x="556" y="160"/>
                    <a:pt x="555" y="160"/>
                  </a:cubicBezTo>
                  <a:cubicBezTo>
                    <a:pt x="555" y="160"/>
                    <a:pt x="554" y="160"/>
                    <a:pt x="554" y="160"/>
                  </a:cubicBezTo>
                  <a:cubicBezTo>
                    <a:pt x="554" y="159"/>
                    <a:pt x="555" y="159"/>
                    <a:pt x="556" y="159"/>
                  </a:cubicBezTo>
                  <a:cubicBezTo>
                    <a:pt x="555" y="159"/>
                    <a:pt x="555" y="159"/>
                    <a:pt x="555" y="159"/>
                  </a:cubicBezTo>
                  <a:cubicBezTo>
                    <a:pt x="555" y="159"/>
                    <a:pt x="557" y="158"/>
                    <a:pt x="558" y="158"/>
                  </a:cubicBezTo>
                  <a:cubicBezTo>
                    <a:pt x="557" y="158"/>
                    <a:pt x="556" y="158"/>
                    <a:pt x="557" y="158"/>
                  </a:cubicBezTo>
                  <a:cubicBezTo>
                    <a:pt x="557" y="157"/>
                    <a:pt x="557" y="157"/>
                    <a:pt x="557" y="157"/>
                  </a:cubicBezTo>
                  <a:cubicBezTo>
                    <a:pt x="556" y="158"/>
                    <a:pt x="556" y="159"/>
                    <a:pt x="555" y="159"/>
                  </a:cubicBezTo>
                  <a:cubicBezTo>
                    <a:pt x="555" y="158"/>
                    <a:pt x="555" y="158"/>
                    <a:pt x="555" y="158"/>
                  </a:cubicBezTo>
                  <a:cubicBezTo>
                    <a:pt x="555" y="158"/>
                    <a:pt x="555" y="158"/>
                    <a:pt x="556" y="158"/>
                  </a:cubicBezTo>
                  <a:cubicBezTo>
                    <a:pt x="555" y="158"/>
                    <a:pt x="555" y="158"/>
                    <a:pt x="556" y="158"/>
                  </a:cubicBezTo>
                  <a:cubicBezTo>
                    <a:pt x="555" y="157"/>
                    <a:pt x="555" y="158"/>
                    <a:pt x="555" y="158"/>
                  </a:cubicBezTo>
                  <a:cubicBezTo>
                    <a:pt x="555" y="158"/>
                    <a:pt x="555" y="157"/>
                    <a:pt x="554" y="157"/>
                  </a:cubicBezTo>
                  <a:cubicBezTo>
                    <a:pt x="554" y="157"/>
                    <a:pt x="554" y="158"/>
                    <a:pt x="554" y="158"/>
                  </a:cubicBezTo>
                  <a:cubicBezTo>
                    <a:pt x="554" y="158"/>
                    <a:pt x="553" y="158"/>
                    <a:pt x="553" y="158"/>
                  </a:cubicBezTo>
                  <a:cubicBezTo>
                    <a:pt x="552" y="158"/>
                    <a:pt x="553" y="158"/>
                    <a:pt x="552" y="158"/>
                  </a:cubicBezTo>
                  <a:cubicBezTo>
                    <a:pt x="552" y="157"/>
                    <a:pt x="552" y="159"/>
                    <a:pt x="552" y="159"/>
                  </a:cubicBezTo>
                  <a:cubicBezTo>
                    <a:pt x="552" y="159"/>
                    <a:pt x="552" y="159"/>
                    <a:pt x="552" y="159"/>
                  </a:cubicBezTo>
                  <a:cubicBezTo>
                    <a:pt x="552" y="159"/>
                    <a:pt x="551" y="159"/>
                    <a:pt x="551" y="159"/>
                  </a:cubicBezTo>
                  <a:cubicBezTo>
                    <a:pt x="551" y="159"/>
                    <a:pt x="550" y="160"/>
                    <a:pt x="550" y="160"/>
                  </a:cubicBezTo>
                  <a:cubicBezTo>
                    <a:pt x="550" y="160"/>
                    <a:pt x="549" y="160"/>
                    <a:pt x="549" y="160"/>
                  </a:cubicBezTo>
                  <a:cubicBezTo>
                    <a:pt x="549" y="160"/>
                    <a:pt x="550" y="160"/>
                    <a:pt x="549" y="159"/>
                  </a:cubicBezTo>
                  <a:cubicBezTo>
                    <a:pt x="550" y="159"/>
                    <a:pt x="550" y="160"/>
                    <a:pt x="550" y="159"/>
                  </a:cubicBezTo>
                  <a:cubicBezTo>
                    <a:pt x="550" y="158"/>
                    <a:pt x="551" y="159"/>
                    <a:pt x="551" y="158"/>
                  </a:cubicBezTo>
                  <a:cubicBezTo>
                    <a:pt x="551" y="158"/>
                    <a:pt x="550" y="158"/>
                    <a:pt x="550" y="158"/>
                  </a:cubicBezTo>
                  <a:cubicBezTo>
                    <a:pt x="550" y="158"/>
                    <a:pt x="551" y="158"/>
                    <a:pt x="551" y="158"/>
                  </a:cubicBezTo>
                  <a:cubicBezTo>
                    <a:pt x="552" y="158"/>
                    <a:pt x="551" y="158"/>
                    <a:pt x="551" y="157"/>
                  </a:cubicBezTo>
                  <a:cubicBezTo>
                    <a:pt x="551" y="157"/>
                    <a:pt x="551" y="157"/>
                    <a:pt x="552" y="157"/>
                  </a:cubicBezTo>
                  <a:cubicBezTo>
                    <a:pt x="552" y="156"/>
                    <a:pt x="551" y="156"/>
                    <a:pt x="551" y="157"/>
                  </a:cubicBezTo>
                  <a:cubicBezTo>
                    <a:pt x="551" y="157"/>
                    <a:pt x="551" y="157"/>
                    <a:pt x="551" y="157"/>
                  </a:cubicBezTo>
                  <a:cubicBezTo>
                    <a:pt x="550" y="157"/>
                    <a:pt x="550" y="157"/>
                    <a:pt x="550" y="158"/>
                  </a:cubicBezTo>
                  <a:cubicBezTo>
                    <a:pt x="550" y="158"/>
                    <a:pt x="550" y="158"/>
                    <a:pt x="549" y="158"/>
                  </a:cubicBezTo>
                  <a:cubicBezTo>
                    <a:pt x="549" y="157"/>
                    <a:pt x="550" y="157"/>
                    <a:pt x="550" y="157"/>
                  </a:cubicBezTo>
                  <a:cubicBezTo>
                    <a:pt x="550" y="157"/>
                    <a:pt x="549" y="157"/>
                    <a:pt x="549" y="157"/>
                  </a:cubicBezTo>
                  <a:cubicBezTo>
                    <a:pt x="549" y="158"/>
                    <a:pt x="549" y="157"/>
                    <a:pt x="549" y="157"/>
                  </a:cubicBezTo>
                  <a:cubicBezTo>
                    <a:pt x="549" y="157"/>
                    <a:pt x="549" y="158"/>
                    <a:pt x="549" y="158"/>
                  </a:cubicBezTo>
                  <a:cubicBezTo>
                    <a:pt x="548" y="158"/>
                    <a:pt x="548" y="158"/>
                    <a:pt x="548" y="158"/>
                  </a:cubicBezTo>
                  <a:cubicBezTo>
                    <a:pt x="548" y="158"/>
                    <a:pt x="547" y="157"/>
                    <a:pt x="547" y="156"/>
                  </a:cubicBezTo>
                  <a:cubicBezTo>
                    <a:pt x="547" y="156"/>
                    <a:pt x="549" y="156"/>
                    <a:pt x="549" y="155"/>
                  </a:cubicBezTo>
                  <a:cubicBezTo>
                    <a:pt x="549" y="155"/>
                    <a:pt x="549" y="155"/>
                    <a:pt x="549" y="155"/>
                  </a:cubicBezTo>
                  <a:cubicBezTo>
                    <a:pt x="549" y="155"/>
                    <a:pt x="549" y="155"/>
                    <a:pt x="549" y="155"/>
                  </a:cubicBezTo>
                  <a:cubicBezTo>
                    <a:pt x="549" y="154"/>
                    <a:pt x="548" y="155"/>
                    <a:pt x="548" y="155"/>
                  </a:cubicBezTo>
                  <a:cubicBezTo>
                    <a:pt x="548" y="155"/>
                    <a:pt x="548" y="156"/>
                    <a:pt x="547" y="156"/>
                  </a:cubicBezTo>
                  <a:cubicBezTo>
                    <a:pt x="547" y="156"/>
                    <a:pt x="547" y="156"/>
                    <a:pt x="547" y="156"/>
                  </a:cubicBezTo>
                  <a:cubicBezTo>
                    <a:pt x="546" y="156"/>
                    <a:pt x="547" y="156"/>
                    <a:pt x="546" y="156"/>
                  </a:cubicBezTo>
                  <a:cubicBezTo>
                    <a:pt x="546" y="156"/>
                    <a:pt x="545" y="156"/>
                    <a:pt x="545" y="156"/>
                  </a:cubicBezTo>
                  <a:cubicBezTo>
                    <a:pt x="546" y="156"/>
                    <a:pt x="546" y="157"/>
                    <a:pt x="547" y="157"/>
                  </a:cubicBezTo>
                  <a:cubicBezTo>
                    <a:pt x="547" y="157"/>
                    <a:pt x="548" y="158"/>
                    <a:pt x="547" y="158"/>
                  </a:cubicBezTo>
                  <a:cubicBezTo>
                    <a:pt x="547" y="158"/>
                    <a:pt x="546" y="158"/>
                    <a:pt x="546" y="158"/>
                  </a:cubicBezTo>
                  <a:cubicBezTo>
                    <a:pt x="546" y="158"/>
                    <a:pt x="547" y="158"/>
                    <a:pt x="547" y="159"/>
                  </a:cubicBezTo>
                  <a:cubicBezTo>
                    <a:pt x="547" y="159"/>
                    <a:pt x="545" y="159"/>
                    <a:pt x="547" y="159"/>
                  </a:cubicBezTo>
                  <a:cubicBezTo>
                    <a:pt x="546" y="159"/>
                    <a:pt x="545" y="160"/>
                    <a:pt x="545" y="160"/>
                  </a:cubicBezTo>
                  <a:cubicBezTo>
                    <a:pt x="544" y="160"/>
                    <a:pt x="545" y="159"/>
                    <a:pt x="544" y="160"/>
                  </a:cubicBezTo>
                  <a:cubicBezTo>
                    <a:pt x="544" y="160"/>
                    <a:pt x="544" y="160"/>
                    <a:pt x="543" y="159"/>
                  </a:cubicBezTo>
                  <a:cubicBezTo>
                    <a:pt x="543" y="159"/>
                    <a:pt x="543" y="160"/>
                    <a:pt x="543" y="159"/>
                  </a:cubicBezTo>
                  <a:cubicBezTo>
                    <a:pt x="543" y="159"/>
                    <a:pt x="542" y="159"/>
                    <a:pt x="542" y="159"/>
                  </a:cubicBezTo>
                  <a:cubicBezTo>
                    <a:pt x="542" y="159"/>
                    <a:pt x="542" y="160"/>
                    <a:pt x="541" y="159"/>
                  </a:cubicBezTo>
                  <a:cubicBezTo>
                    <a:pt x="541" y="159"/>
                    <a:pt x="541" y="159"/>
                    <a:pt x="540" y="158"/>
                  </a:cubicBezTo>
                  <a:cubicBezTo>
                    <a:pt x="540" y="158"/>
                    <a:pt x="540" y="158"/>
                    <a:pt x="540" y="158"/>
                  </a:cubicBezTo>
                  <a:cubicBezTo>
                    <a:pt x="539" y="158"/>
                    <a:pt x="539" y="158"/>
                    <a:pt x="539" y="158"/>
                  </a:cubicBezTo>
                  <a:cubicBezTo>
                    <a:pt x="538" y="158"/>
                    <a:pt x="538" y="158"/>
                    <a:pt x="538" y="158"/>
                  </a:cubicBezTo>
                  <a:cubicBezTo>
                    <a:pt x="538" y="158"/>
                    <a:pt x="538" y="158"/>
                    <a:pt x="538" y="158"/>
                  </a:cubicBezTo>
                  <a:cubicBezTo>
                    <a:pt x="538" y="158"/>
                    <a:pt x="538" y="158"/>
                    <a:pt x="538" y="158"/>
                  </a:cubicBezTo>
                  <a:cubicBezTo>
                    <a:pt x="537" y="158"/>
                    <a:pt x="538" y="159"/>
                    <a:pt x="538" y="159"/>
                  </a:cubicBezTo>
                  <a:cubicBezTo>
                    <a:pt x="538" y="159"/>
                    <a:pt x="537" y="159"/>
                    <a:pt x="538" y="159"/>
                  </a:cubicBezTo>
                  <a:cubicBezTo>
                    <a:pt x="537" y="159"/>
                    <a:pt x="537" y="159"/>
                    <a:pt x="536" y="159"/>
                  </a:cubicBezTo>
                  <a:cubicBezTo>
                    <a:pt x="537" y="159"/>
                    <a:pt x="537" y="160"/>
                    <a:pt x="537" y="160"/>
                  </a:cubicBezTo>
                  <a:cubicBezTo>
                    <a:pt x="537" y="160"/>
                    <a:pt x="536" y="160"/>
                    <a:pt x="536" y="160"/>
                  </a:cubicBezTo>
                  <a:cubicBezTo>
                    <a:pt x="536" y="159"/>
                    <a:pt x="535" y="160"/>
                    <a:pt x="534" y="160"/>
                  </a:cubicBezTo>
                  <a:cubicBezTo>
                    <a:pt x="534" y="160"/>
                    <a:pt x="532" y="160"/>
                    <a:pt x="532" y="160"/>
                  </a:cubicBezTo>
                  <a:cubicBezTo>
                    <a:pt x="532" y="161"/>
                    <a:pt x="533" y="160"/>
                    <a:pt x="533" y="161"/>
                  </a:cubicBezTo>
                  <a:cubicBezTo>
                    <a:pt x="533" y="161"/>
                    <a:pt x="532" y="161"/>
                    <a:pt x="532" y="161"/>
                  </a:cubicBezTo>
                  <a:cubicBezTo>
                    <a:pt x="532" y="161"/>
                    <a:pt x="531" y="160"/>
                    <a:pt x="531" y="161"/>
                  </a:cubicBezTo>
                  <a:cubicBezTo>
                    <a:pt x="532" y="160"/>
                    <a:pt x="531" y="161"/>
                    <a:pt x="531" y="161"/>
                  </a:cubicBezTo>
                  <a:cubicBezTo>
                    <a:pt x="531" y="161"/>
                    <a:pt x="531" y="161"/>
                    <a:pt x="530" y="161"/>
                  </a:cubicBezTo>
                  <a:cubicBezTo>
                    <a:pt x="530" y="161"/>
                    <a:pt x="530" y="161"/>
                    <a:pt x="529" y="161"/>
                  </a:cubicBezTo>
                  <a:cubicBezTo>
                    <a:pt x="529" y="160"/>
                    <a:pt x="529" y="161"/>
                    <a:pt x="529" y="161"/>
                  </a:cubicBezTo>
                  <a:cubicBezTo>
                    <a:pt x="529" y="162"/>
                    <a:pt x="528" y="162"/>
                    <a:pt x="528" y="162"/>
                  </a:cubicBezTo>
                  <a:cubicBezTo>
                    <a:pt x="528" y="161"/>
                    <a:pt x="527" y="161"/>
                    <a:pt x="526" y="161"/>
                  </a:cubicBezTo>
                  <a:cubicBezTo>
                    <a:pt x="526" y="161"/>
                    <a:pt x="525" y="161"/>
                    <a:pt x="524" y="161"/>
                  </a:cubicBezTo>
                  <a:cubicBezTo>
                    <a:pt x="524" y="161"/>
                    <a:pt x="524" y="161"/>
                    <a:pt x="524" y="161"/>
                  </a:cubicBezTo>
                  <a:cubicBezTo>
                    <a:pt x="524" y="161"/>
                    <a:pt x="524" y="161"/>
                    <a:pt x="524" y="160"/>
                  </a:cubicBezTo>
                  <a:cubicBezTo>
                    <a:pt x="524" y="160"/>
                    <a:pt x="523" y="161"/>
                    <a:pt x="523" y="160"/>
                  </a:cubicBezTo>
                  <a:cubicBezTo>
                    <a:pt x="523" y="160"/>
                    <a:pt x="524" y="160"/>
                    <a:pt x="524" y="160"/>
                  </a:cubicBezTo>
                  <a:cubicBezTo>
                    <a:pt x="524" y="160"/>
                    <a:pt x="523" y="160"/>
                    <a:pt x="523" y="160"/>
                  </a:cubicBezTo>
                  <a:cubicBezTo>
                    <a:pt x="523" y="160"/>
                    <a:pt x="523" y="161"/>
                    <a:pt x="522" y="160"/>
                  </a:cubicBezTo>
                  <a:cubicBezTo>
                    <a:pt x="522" y="160"/>
                    <a:pt x="521" y="160"/>
                    <a:pt x="521" y="160"/>
                  </a:cubicBezTo>
                  <a:cubicBezTo>
                    <a:pt x="521" y="160"/>
                    <a:pt x="522" y="159"/>
                    <a:pt x="522" y="159"/>
                  </a:cubicBezTo>
                  <a:cubicBezTo>
                    <a:pt x="521" y="159"/>
                    <a:pt x="521" y="160"/>
                    <a:pt x="521" y="160"/>
                  </a:cubicBezTo>
                  <a:cubicBezTo>
                    <a:pt x="520" y="159"/>
                    <a:pt x="521" y="159"/>
                    <a:pt x="521" y="159"/>
                  </a:cubicBezTo>
                  <a:cubicBezTo>
                    <a:pt x="521" y="159"/>
                    <a:pt x="520" y="159"/>
                    <a:pt x="521" y="158"/>
                  </a:cubicBezTo>
                  <a:cubicBezTo>
                    <a:pt x="521" y="158"/>
                    <a:pt x="520" y="158"/>
                    <a:pt x="520" y="158"/>
                  </a:cubicBezTo>
                  <a:cubicBezTo>
                    <a:pt x="520" y="158"/>
                    <a:pt x="521" y="158"/>
                    <a:pt x="521" y="158"/>
                  </a:cubicBezTo>
                  <a:cubicBezTo>
                    <a:pt x="521" y="157"/>
                    <a:pt x="521" y="157"/>
                    <a:pt x="521" y="157"/>
                  </a:cubicBezTo>
                  <a:cubicBezTo>
                    <a:pt x="521" y="157"/>
                    <a:pt x="521" y="157"/>
                    <a:pt x="520" y="157"/>
                  </a:cubicBezTo>
                  <a:cubicBezTo>
                    <a:pt x="521" y="157"/>
                    <a:pt x="521" y="157"/>
                    <a:pt x="521" y="157"/>
                  </a:cubicBezTo>
                  <a:cubicBezTo>
                    <a:pt x="522" y="156"/>
                    <a:pt x="523" y="156"/>
                    <a:pt x="523" y="155"/>
                  </a:cubicBezTo>
                  <a:cubicBezTo>
                    <a:pt x="523" y="154"/>
                    <a:pt x="524" y="154"/>
                    <a:pt x="525" y="154"/>
                  </a:cubicBezTo>
                  <a:cubicBezTo>
                    <a:pt x="526" y="153"/>
                    <a:pt x="528" y="153"/>
                    <a:pt x="530" y="152"/>
                  </a:cubicBezTo>
                  <a:cubicBezTo>
                    <a:pt x="530" y="152"/>
                    <a:pt x="531" y="152"/>
                    <a:pt x="531" y="152"/>
                  </a:cubicBezTo>
                  <a:cubicBezTo>
                    <a:pt x="531" y="151"/>
                    <a:pt x="530" y="150"/>
                    <a:pt x="531" y="150"/>
                  </a:cubicBezTo>
                  <a:cubicBezTo>
                    <a:pt x="532" y="150"/>
                    <a:pt x="533" y="151"/>
                    <a:pt x="532" y="150"/>
                  </a:cubicBezTo>
                  <a:cubicBezTo>
                    <a:pt x="531" y="149"/>
                    <a:pt x="533" y="149"/>
                    <a:pt x="533" y="149"/>
                  </a:cubicBezTo>
                  <a:cubicBezTo>
                    <a:pt x="533" y="150"/>
                    <a:pt x="533" y="149"/>
                    <a:pt x="534" y="150"/>
                  </a:cubicBezTo>
                  <a:cubicBezTo>
                    <a:pt x="534" y="150"/>
                    <a:pt x="534" y="150"/>
                    <a:pt x="535" y="150"/>
                  </a:cubicBezTo>
                  <a:cubicBezTo>
                    <a:pt x="535" y="150"/>
                    <a:pt x="535" y="150"/>
                    <a:pt x="536" y="150"/>
                  </a:cubicBezTo>
                  <a:cubicBezTo>
                    <a:pt x="536" y="150"/>
                    <a:pt x="536" y="150"/>
                    <a:pt x="537" y="150"/>
                  </a:cubicBezTo>
                  <a:cubicBezTo>
                    <a:pt x="538" y="150"/>
                    <a:pt x="538" y="150"/>
                    <a:pt x="539" y="151"/>
                  </a:cubicBezTo>
                  <a:cubicBezTo>
                    <a:pt x="540" y="151"/>
                    <a:pt x="541" y="151"/>
                    <a:pt x="541" y="151"/>
                  </a:cubicBezTo>
                  <a:cubicBezTo>
                    <a:pt x="542" y="152"/>
                    <a:pt x="542" y="151"/>
                    <a:pt x="542" y="152"/>
                  </a:cubicBezTo>
                  <a:cubicBezTo>
                    <a:pt x="542" y="153"/>
                    <a:pt x="543" y="152"/>
                    <a:pt x="543" y="153"/>
                  </a:cubicBezTo>
                  <a:cubicBezTo>
                    <a:pt x="544" y="153"/>
                    <a:pt x="544" y="154"/>
                    <a:pt x="543" y="154"/>
                  </a:cubicBezTo>
                  <a:cubicBezTo>
                    <a:pt x="543" y="154"/>
                    <a:pt x="542" y="154"/>
                    <a:pt x="541" y="154"/>
                  </a:cubicBezTo>
                  <a:cubicBezTo>
                    <a:pt x="541" y="154"/>
                    <a:pt x="541" y="155"/>
                    <a:pt x="541" y="155"/>
                  </a:cubicBezTo>
                  <a:cubicBezTo>
                    <a:pt x="541" y="155"/>
                    <a:pt x="542" y="155"/>
                    <a:pt x="542" y="155"/>
                  </a:cubicBezTo>
                  <a:cubicBezTo>
                    <a:pt x="542" y="156"/>
                    <a:pt x="541" y="156"/>
                    <a:pt x="541" y="156"/>
                  </a:cubicBezTo>
                  <a:cubicBezTo>
                    <a:pt x="541" y="156"/>
                    <a:pt x="542" y="156"/>
                    <a:pt x="542" y="156"/>
                  </a:cubicBezTo>
                  <a:cubicBezTo>
                    <a:pt x="542" y="157"/>
                    <a:pt x="543" y="157"/>
                    <a:pt x="543" y="156"/>
                  </a:cubicBezTo>
                  <a:cubicBezTo>
                    <a:pt x="542" y="155"/>
                    <a:pt x="543" y="155"/>
                    <a:pt x="543" y="155"/>
                  </a:cubicBezTo>
                  <a:cubicBezTo>
                    <a:pt x="543" y="155"/>
                    <a:pt x="543" y="155"/>
                    <a:pt x="543" y="155"/>
                  </a:cubicBezTo>
                  <a:cubicBezTo>
                    <a:pt x="542" y="155"/>
                    <a:pt x="542" y="155"/>
                    <a:pt x="542" y="155"/>
                  </a:cubicBezTo>
                  <a:cubicBezTo>
                    <a:pt x="542" y="155"/>
                    <a:pt x="543" y="154"/>
                    <a:pt x="544" y="154"/>
                  </a:cubicBezTo>
                  <a:cubicBezTo>
                    <a:pt x="544" y="154"/>
                    <a:pt x="546" y="153"/>
                    <a:pt x="546" y="153"/>
                  </a:cubicBezTo>
                  <a:cubicBezTo>
                    <a:pt x="546" y="153"/>
                    <a:pt x="544" y="154"/>
                    <a:pt x="544" y="154"/>
                  </a:cubicBezTo>
                  <a:cubicBezTo>
                    <a:pt x="544" y="154"/>
                    <a:pt x="544" y="153"/>
                    <a:pt x="544" y="153"/>
                  </a:cubicBezTo>
                  <a:cubicBezTo>
                    <a:pt x="544" y="152"/>
                    <a:pt x="543" y="152"/>
                    <a:pt x="543" y="152"/>
                  </a:cubicBezTo>
                  <a:cubicBezTo>
                    <a:pt x="543" y="152"/>
                    <a:pt x="542" y="151"/>
                    <a:pt x="542" y="151"/>
                  </a:cubicBezTo>
                  <a:cubicBezTo>
                    <a:pt x="541" y="151"/>
                    <a:pt x="542" y="151"/>
                    <a:pt x="542" y="151"/>
                  </a:cubicBezTo>
                  <a:cubicBezTo>
                    <a:pt x="543" y="151"/>
                    <a:pt x="544" y="151"/>
                    <a:pt x="544" y="151"/>
                  </a:cubicBezTo>
                  <a:cubicBezTo>
                    <a:pt x="544" y="151"/>
                    <a:pt x="544" y="151"/>
                    <a:pt x="544" y="151"/>
                  </a:cubicBezTo>
                  <a:cubicBezTo>
                    <a:pt x="544" y="151"/>
                    <a:pt x="545" y="151"/>
                    <a:pt x="545" y="151"/>
                  </a:cubicBezTo>
                  <a:cubicBezTo>
                    <a:pt x="546" y="151"/>
                    <a:pt x="547" y="151"/>
                    <a:pt x="547" y="151"/>
                  </a:cubicBezTo>
                  <a:cubicBezTo>
                    <a:pt x="548" y="151"/>
                    <a:pt x="548" y="150"/>
                    <a:pt x="549" y="150"/>
                  </a:cubicBezTo>
                  <a:cubicBezTo>
                    <a:pt x="549" y="150"/>
                    <a:pt x="550" y="150"/>
                    <a:pt x="551" y="150"/>
                  </a:cubicBezTo>
                  <a:cubicBezTo>
                    <a:pt x="551" y="150"/>
                    <a:pt x="551" y="150"/>
                    <a:pt x="551" y="150"/>
                  </a:cubicBezTo>
                  <a:cubicBezTo>
                    <a:pt x="552" y="150"/>
                    <a:pt x="552" y="150"/>
                    <a:pt x="551" y="150"/>
                  </a:cubicBezTo>
                  <a:cubicBezTo>
                    <a:pt x="552" y="150"/>
                    <a:pt x="551" y="150"/>
                    <a:pt x="552" y="151"/>
                  </a:cubicBezTo>
                  <a:cubicBezTo>
                    <a:pt x="552" y="151"/>
                    <a:pt x="552" y="151"/>
                    <a:pt x="553" y="150"/>
                  </a:cubicBezTo>
                  <a:cubicBezTo>
                    <a:pt x="553" y="150"/>
                    <a:pt x="553" y="150"/>
                    <a:pt x="554" y="150"/>
                  </a:cubicBezTo>
                  <a:cubicBezTo>
                    <a:pt x="554" y="150"/>
                    <a:pt x="555" y="149"/>
                    <a:pt x="555" y="149"/>
                  </a:cubicBezTo>
                  <a:cubicBezTo>
                    <a:pt x="556" y="149"/>
                    <a:pt x="557" y="149"/>
                    <a:pt x="557" y="149"/>
                  </a:cubicBezTo>
                  <a:cubicBezTo>
                    <a:pt x="557" y="149"/>
                    <a:pt x="557" y="149"/>
                    <a:pt x="558" y="149"/>
                  </a:cubicBezTo>
                  <a:cubicBezTo>
                    <a:pt x="558" y="149"/>
                    <a:pt x="559" y="149"/>
                    <a:pt x="559" y="149"/>
                  </a:cubicBezTo>
                  <a:cubicBezTo>
                    <a:pt x="559" y="149"/>
                    <a:pt x="561" y="150"/>
                    <a:pt x="561" y="149"/>
                  </a:cubicBezTo>
                  <a:cubicBezTo>
                    <a:pt x="561" y="148"/>
                    <a:pt x="561" y="148"/>
                    <a:pt x="561" y="148"/>
                  </a:cubicBezTo>
                  <a:cubicBezTo>
                    <a:pt x="561" y="148"/>
                    <a:pt x="561" y="148"/>
                    <a:pt x="561" y="148"/>
                  </a:cubicBezTo>
                  <a:cubicBezTo>
                    <a:pt x="560" y="147"/>
                    <a:pt x="561" y="147"/>
                    <a:pt x="561" y="146"/>
                  </a:cubicBezTo>
                  <a:cubicBezTo>
                    <a:pt x="561" y="146"/>
                    <a:pt x="560" y="146"/>
                    <a:pt x="560" y="146"/>
                  </a:cubicBezTo>
                  <a:cubicBezTo>
                    <a:pt x="559" y="146"/>
                    <a:pt x="559" y="145"/>
                    <a:pt x="559" y="145"/>
                  </a:cubicBezTo>
                  <a:cubicBezTo>
                    <a:pt x="559" y="144"/>
                    <a:pt x="558" y="144"/>
                    <a:pt x="558" y="143"/>
                  </a:cubicBezTo>
                  <a:cubicBezTo>
                    <a:pt x="558" y="142"/>
                    <a:pt x="559" y="142"/>
                    <a:pt x="560" y="142"/>
                  </a:cubicBezTo>
                  <a:cubicBezTo>
                    <a:pt x="561" y="141"/>
                    <a:pt x="562" y="141"/>
                    <a:pt x="563" y="141"/>
                  </a:cubicBezTo>
                  <a:cubicBezTo>
                    <a:pt x="564" y="140"/>
                    <a:pt x="565" y="140"/>
                    <a:pt x="566" y="140"/>
                  </a:cubicBezTo>
                  <a:cubicBezTo>
                    <a:pt x="567" y="139"/>
                    <a:pt x="568" y="139"/>
                    <a:pt x="569" y="138"/>
                  </a:cubicBezTo>
                  <a:cubicBezTo>
                    <a:pt x="570" y="138"/>
                    <a:pt x="571" y="137"/>
                    <a:pt x="572" y="137"/>
                  </a:cubicBezTo>
                  <a:cubicBezTo>
                    <a:pt x="573" y="137"/>
                    <a:pt x="574" y="138"/>
                    <a:pt x="575" y="138"/>
                  </a:cubicBezTo>
                  <a:cubicBezTo>
                    <a:pt x="577" y="138"/>
                    <a:pt x="578" y="138"/>
                    <a:pt x="579" y="138"/>
                  </a:cubicBezTo>
                  <a:cubicBezTo>
                    <a:pt x="580" y="138"/>
                    <a:pt x="581" y="138"/>
                    <a:pt x="582" y="139"/>
                  </a:cubicBezTo>
                  <a:cubicBezTo>
                    <a:pt x="582" y="139"/>
                    <a:pt x="583" y="139"/>
                    <a:pt x="584" y="139"/>
                  </a:cubicBezTo>
                  <a:cubicBezTo>
                    <a:pt x="584" y="140"/>
                    <a:pt x="583" y="140"/>
                    <a:pt x="583" y="141"/>
                  </a:cubicBezTo>
                  <a:cubicBezTo>
                    <a:pt x="583" y="141"/>
                    <a:pt x="584" y="140"/>
                    <a:pt x="584" y="141"/>
                  </a:cubicBezTo>
                  <a:cubicBezTo>
                    <a:pt x="584" y="141"/>
                    <a:pt x="583" y="141"/>
                    <a:pt x="583" y="141"/>
                  </a:cubicBezTo>
                  <a:cubicBezTo>
                    <a:pt x="583" y="142"/>
                    <a:pt x="583" y="142"/>
                    <a:pt x="583" y="142"/>
                  </a:cubicBezTo>
                  <a:cubicBezTo>
                    <a:pt x="583" y="142"/>
                    <a:pt x="582" y="143"/>
                    <a:pt x="582" y="143"/>
                  </a:cubicBezTo>
                  <a:cubicBezTo>
                    <a:pt x="582" y="143"/>
                    <a:pt x="581" y="143"/>
                    <a:pt x="581" y="143"/>
                  </a:cubicBezTo>
                  <a:cubicBezTo>
                    <a:pt x="581" y="144"/>
                    <a:pt x="582" y="143"/>
                    <a:pt x="582" y="143"/>
                  </a:cubicBezTo>
                  <a:cubicBezTo>
                    <a:pt x="582" y="144"/>
                    <a:pt x="581" y="144"/>
                    <a:pt x="581" y="144"/>
                  </a:cubicBezTo>
                  <a:cubicBezTo>
                    <a:pt x="581" y="144"/>
                    <a:pt x="581" y="144"/>
                    <a:pt x="580" y="144"/>
                  </a:cubicBezTo>
                  <a:cubicBezTo>
                    <a:pt x="580" y="144"/>
                    <a:pt x="580" y="144"/>
                    <a:pt x="580" y="145"/>
                  </a:cubicBezTo>
                  <a:cubicBezTo>
                    <a:pt x="581" y="145"/>
                    <a:pt x="583" y="144"/>
                    <a:pt x="584" y="143"/>
                  </a:cubicBezTo>
                  <a:cubicBezTo>
                    <a:pt x="584" y="143"/>
                    <a:pt x="587" y="142"/>
                    <a:pt x="587" y="141"/>
                  </a:cubicBezTo>
                  <a:cubicBezTo>
                    <a:pt x="587" y="141"/>
                    <a:pt x="587" y="141"/>
                    <a:pt x="587" y="141"/>
                  </a:cubicBezTo>
                  <a:cubicBezTo>
                    <a:pt x="588" y="141"/>
                    <a:pt x="587" y="142"/>
                    <a:pt x="587" y="142"/>
                  </a:cubicBezTo>
                  <a:cubicBezTo>
                    <a:pt x="587" y="142"/>
                    <a:pt x="588" y="141"/>
                    <a:pt x="588" y="142"/>
                  </a:cubicBezTo>
                  <a:cubicBezTo>
                    <a:pt x="588" y="142"/>
                    <a:pt x="589" y="142"/>
                    <a:pt x="588" y="142"/>
                  </a:cubicBezTo>
                  <a:cubicBezTo>
                    <a:pt x="589" y="143"/>
                    <a:pt x="590" y="142"/>
                    <a:pt x="590" y="142"/>
                  </a:cubicBezTo>
                  <a:cubicBezTo>
                    <a:pt x="591" y="142"/>
                    <a:pt x="591" y="142"/>
                    <a:pt x="591" y="142"/>
                  </a:cubicBezTo>
                  <a:cubicBezTo>
                    <a:pt x="592" y="142"/>
                    <a:pt x="592" y="142"/>
                    <a:pt x="592" y="142"/>
                  </a:cubicBezTo>
                  <a:cubicBezTo>
                    <a:pt x="592" y="142"/>
                    <a:pt x="593" y="142"/>
                    <a:pt x="593" y="142"/>
                  </a:cubicBezTo>
                  <a:cubicBezTo>
                    <a:pt x="593" y="142"/>
                    <a:pt x="594" y="142"/>
                    <a:pt x="594" y="142"/>
                  </a:cubicBezTo>
                  <a:cubicBezTo>
                    <a:pt x="593" y="142"/>
                    <a:pt x="594" y="142"/>
                    <a:pt x="595" y="142"/>
                  </a:cubicBezTo>
                  <a:cubicBezTo>
                    <a:pt x="594" y="142"/>
                    <a:pt x="594" y="142"/>
                    <a:pt x="594" y="142"/>
                  </a:cubicBezTo>
                  <a:cubicBezTo>
                    <a:pt x="594" y="142"/>
                    <a:pt x="595" y="142"/>
                    <a:pt x="595" y="142"/>
                  </a:cubicBezTo>
                  <a:cubicBezTo>
                    <a:pt x="595" y="141"/>
                    <a:pt x="596" y="141"/>
                    <a:pt x="596" y="141"/>
                  </a:cubicBezTo>
                  <a:cubicBezTo>
                    <a:pt x="596" y="141"/>
                    <a:pt x="597" y="141"/>
                    <a:pt x="598" y="141"/>
                  </a:cubicBezTo>
                  <a:cubicBezTo>
                    <a:pt x="598" y="141"/>
                    <a:pt x="599" y="140"/>
                    <a:pt x="598" y="140"/>
                  </a:cubicBezTo>
                  <a:cubicBezTo>
                    <a:pt x="598" y="140"/>
                    <a:pt x="597" y="140"/>
                    <a:pt x="597" y="140"/>
                  </a:cubicBezTo>
                  <a:cubicBezTo>
                    <a:pt x="596" y="140"/>
                    <a:pt x="597" y="140"/>
                    <a:pt x="596" y="140"/>
                  </a:cubicBezTo>
                  <a:cubicBezTo>
                    <a:pt x="596" y="140"/>
                    <a:pt x="595" y="140"/>
                    <a:pt x="595" y="140"/>
                  </a:cubicBezTo>
                  <a:cubicBezTo>
                    <a:pt x="595" y="140"/>
                    <a:pt x="596" y="140"/>
                    <a:pt x="596" y="140"/>
                  </a:cubicBezTo>
                  <a:cubicBezTo>
                    <a:pt x="596" y="140"/>
                    <a:pt x="596" y="140"/>
                    <a:pt x="596" y="140"/>
                  </a:cubicBezTo>
                  <a:cubicBezTo>
                    <a:pt x="596" y="140"/>
                    <a:pt x="599" y="139"/>
                    <a:pt x="599" y="139"/>
                  </a:cubicBezTo>
                  <a:cubicBezTo>
                    <a:pt x="598" y="138"/>
                    <a:pt x="597" y="139"/>
                    <a:pt x="596" y="139"/>
                  </a:cubicBezTo>
                  <a:cubicBezTo>
                    <a:pt x="596" y="139"/>
                    <a:pt x="597" y="139"/>
                    <a:pt x="597" y="139"/>
                  </a:cubicBezTo>
                  <a:cubicBezTo>
                    <a:pt x="598" y="138"/>
                    <a:pt x="595" y="139"/>
                    <a:pt x="596" y="138"/>
                  </a:cubicBezTo>
                  <a:cubicBezTo>
                    <a:pt x="595" y="138"/>
                    <a:pt x="595" y="138"/>
                    <a:pt x="594" y="138"/>
                  </a:cubicBezTo>
                  <a:cubicBezTo>
                    <a:pt x="595" y="137"/>
                    <a:pt x="592" y="137"/>
                    <a:pt x="592" y="137"/>
                  </a:cubicBezTo>
                  <a:cubicBezTo>
                    <a:pt x="592" y="138"/>
                    <a:pt x="590" y="137"/>
                    <a:pt x="591" y="137"/>
                  </a:cubicBezTo>
                  <a:cubicBezTo>
                    <a:pt x="590" y="137"/>
                    <a:pt x="591" y="136"/>
                    <a:pt x="591" y="136"/>
                  </a:cubicBezTo>
                  <a:cubicBezTo>
                    <a:pt x="590" y="136"/>
                    <a:pt x="591" y="136"/>
                    <a:pt x="591" y="136"/>
                  </a:cubicBezTo>
                  <a:cubicBezTo>
                    <a:pt x="591" y="136"/>
                    <a:pt x="590" y="135"/>
                    <a:pt x="590" y="135"/>
                  </a:cubicBezTo>
                  <a:cubicBezTo>
                    <a:pt x="590" y="135"/>
                    <a:pt x="591" y="135"/>
                    <a:pt x="591" y="135"/>
                  </a:cubicBezTo>
                  <a:cubicBezTo>
                    <a:pt x="590" y="135"/>
                    <a:pt x="590" y="135"/>
                    <a:pt x="589" y="135"/>
                  </a:cubicBezTo>
                  <a:cubicBezTo>
                    <a:pt x="589" y="134"/>
                    <a:pt x="589" y="134"/>
                    <a:pt x="589" y="134"/>
                  </a:cubicBezTo>
                  <a:cubicBezTo>
                    <a:pt x="588" y="134"/>
                    <a:pt x="588" y="134"/>
                    <a:pt x="588" y="134"/>
                  </a:cubicBezTo>
                  <a:cubicBezTo>
                    <a:pt x="587" y="134"/>
                    <a:pt x="587" y="135"/>
                    <a:pt x="587" y="135"/>
                  </a:cubicBezTo>
                  <a:cubicBezTo>
                    <a:pt x="588" y="135"/>
                    <a:pt x="586" y="136"/>
                    <a:pt x="585" y="137"/>
                  </a:cubicBezTo>
                  <a:cubicBezTo>
                    <a:pt x="585" y="137"/>
                    <a:pt x="584" y="138"/>
                    <a:pt x="583" y="138"/>
                  </a:cubicBezTo>
                  <a:cubicBezTo>
                    <a:pt x="581" y="138"/>
                    <a:pt x="580" y="138"/>
                    <a:pt x="578" y="138"/>
                  </a:cubicBezTo>
                  <a:cubicBezTo>
                    <a:pt x="578" y="138"/>
                    <a:pt x="577" y="137"/>
                    <a:pt x="576" y="137"/>
                  </a:cubicBezTo>
                  <a:cubicBezTo>
                    <a:pt x="575" y="137"/>
                    <a:pt x="574" y="138"/>
                    <a:pt x="573" y="137"/>
                  </a:cubicBezTo>
                  <a:cubicBezTo>
                    <a:pt x="572" y="137"/>
                    <a:pt x="574" y="136"/>
                    <a:pt x="574" y="136"/>
                  </a:cubicBezTo>
                  <a:cubicBezTo>
                    <a:pt x="575" y="135"/>
                    <a:pt x="576" y="134"/>
                    <a:pt x="578" y="134"/>
                  </a:cubicBezTo>
                  <a:cubicBezTo>
                    <a:pt x="578" y="134"/>
                    <a:pt x="579" y="134"/>
                    <a:pt x="580" y="133"/>
                  </a:cubicBezTo>
                  <a:cubicBezTo>
                    <a:pt x="581" y="133"/>
                    <a:pt x="581" y="132"/>
                    <a:pt x="582" y="132"/>
                  </a:cubicBezTo>
                  <a:cubicBezTo>
                    <a:pt x="582" y="132"/>
                    <a:pt x="581" y="132"/>
                    <a:pt x="581" y="131"/>
                  </a:cubicBezTo>
                  <a:cubicBezTo>
                    <a:pt x="581" y="131"/>
                    <a:pt x="582" y="131"/>
                    <a:pt x="581" y="130"/>
                  </a:cubicBezTo>
                  <a:cubicBezTo>
                    <a:pt x="581" y="130"/>
                    <a:pt x="582" y="130"/>
                    <a:pt x="582" y="130"/>
                  </a:cubicBezTo>
                  <a:cubicBezTo>
                    <a:pt x="582" y="129"/>
                    <a:pt x="582" y="129"/>
                    <a:pt x="582" y="129"/>
                  </a:cubicBezTo>
                  <a:cubicBezTo>
                    <a:pt x="581" y="129"/>
                    <a:pt x="581" y="128"/>
                    <a:pt x="582" y="128"/>
                  </a:cubicBezTo>
                  <a:cubicBezTo>
                    <a:pt x="582" y="128"/>
                    <a:pt x="582" y="127"/>
                    <a:pt x="582" y="127"/>
                  </a:cubicBezTo>
                  <a:cubicBezTo>
                    <a:pt x="582" y="127"/>
                    <a:pt x="582" y="126"/>
                    <a:pt x="582" y="127"/>
                  </a:cubicBezTo>
                  <a:cubicBezTo>
                    <a:pt x="581" y="127"/>
                    <a:pt x="581" y="126"/>
                    <a:pt x="581" y="126"/>
                  </a:cubicBezTo>
                  <a:cubicBezTo>
                    <a:pt x="581" y="126"/>
                    <a:pt x="581" y="126"/>
                    <a:pt x="581" y="125"/>
                  </a:cubicBezTo>
                  <a:cubicBezTo>
                    <a:pt x="582" y="125"/>
                    <a:pt x="582" y="125"/>
                    <a:pt x="582" y="125"/>
                  </a:cubicBezTo>
                  <a:cubicBezTo>
                    <a:pt x="582" y="124"/>
                    <a:pt x="582" y="123"/>
                    <a:pt x="582" y="123"/>
                  </a:cubicBezTo>
                  <a:cubicBezTo>
                    <a:pt x="582" y="123"/>
                    <a:pt x="582" y="123"/>
                    <a:pt x="582" y="123"/>
                  </a:cubicBezTo>
                  <a:cubicBezTo>
                    <a:pt x="581" y="123"/>
                    <a:pt x="581" y="123"/>
                    <a:pt x="581" y="123"/>
                  </a:cubicBezTo>
                  <a:cubicBezTo>
                    <a:pt x="582" y="123"/>
                    <a:pt x="581" y="123"/>
                    <a:pt x="581" y="123"/>
                  </a:cubicBezTo>
                  <a:cubicBezTo>
                    <a:pt x="580" y="123"/>
                    <a:pt x="580" y="123"/>
                    <a:pt x="580" y="123"/>
                  </a:cubicBezTo>
                  <a:cubicBezTo>
                    <a:pt x="580" y="123"/>
                    <a:pt x="580" y="123"/>
                    <a:pt x="579" y="123"/>
                  </a:cubicBezTo>
                  <a:cubicBezTo>
                    <a:pt x="580" y="122"/>
                    <a:pt x="580" y="122"/>
                    <a:pt x="581" y="122"/>
                  </a:cubicBezTo>
                  <a:cubicBezTo>
                    <a:pt x="581" y="122"/>
                    <a:pt x="581" y="122"/>
                    <a:pt x="581" y="122"/>
                  </a:cubicBezTo>
                  <a:cubicBezTo>
                    <a:pt x="581" y="122"/>
                    <a:pt x="582" y="122"/>
                    <a:pt x="582" y="122"/>
                  </a:cubicBezTo>
                  <a:cubicBezTo>
                    <a:pt x="582" y="121"/>
                    <a:pt x="581" y="122"/>
                    <a:pt x="581" y="122"/>
                  </a:cubicBezTo>
                  <a:cubicBezTo>
                    <a:pt x="580" y="122"/>
                    <a:pt x="580" y="122"/>
                    <a:pt x="580" y="122"/>
                  </a:cubicBezTo>
                  <a:cubicBezTo>
                    <a:pt x="579" y="122"/>
                    <a:pt x="578" y="123"/>
                    <a:pt x="578" y="123"/>
                  </a:cubicBezTo>
                  <a:cubicBezTo>
                    <a:pt x="578" y="122"/>
                    <a:pt x="578" y="122"/>
                    <a:pt x="579" y="122"/>
                  </a:cubicBezTo>
                  <a:cubicBezTo>
                    <a:pt x="578" y="122"/>
                    <a:pt x="576" y="122"/>
                    <a:pt x="577" y="121"/>
                  </a:cubicBezTo>
                  <a:cubicBezTo>
                    <a:pt x="578" y="121"/>
                    <a:pt x="580" y="120"/>
                    <a:pt x="579" y="120"/>
                  </a:cubicBezTo>
                  <a:cubicBezTo>
                    <a:pt x="579" y="120"/>
                    <a:pt x="580" y="120"/>
                    <a:pt x="580" y="119"/>
                  </a:cubicBezTo>
                  <a:cubicBezTo>
                    <a:pt x="580" y="119"/>
                    <a:pt x="580" y="119"/>
                    <a:pt x="579" y="119"/>
                  </a:cubicBezTo>
                  <a:cubicBezTo>
                    <a:pt x="580" y="119"/>
                    <a:pt x="580" y="119"/>
                    <a:pt x="580" y="119"/>
                  </a:cubicBezTo>
                  <a:cubicBezTo>
                    <a:pt x="579" y="119"/>
                    <a:pt x="581" y="119"/>
                    <a:pt x="580" y="119"/>
                  </a:cubicBezTo>
                  <a:cubicBezTo>
                    <a:pt x="579" y="119"/>
                    <a:pt x="579" y="119"/>
                    <a:pt x="579" y="119"/>
                  </a:cubicBezTo>
                  <a:cubicBezTo>
                    <a:pt x="579" y="118"/>
                    <a:pt x="577" y="119"/>
                    <a:pt x="577" y="119"/>
                  </a:cubicBezTo>
                  <a:cubicBezTo>
                    <a:pt x="578" y="119"/>
                    <a:pt x="578" y="119"/>
                    <a:pt x="578" y="120"/>
                  </a:cubicBezTo>
                  <a:cubicBezTo>
                    <a:pt x="578" y="120"/>
                    <a:pt x="577" y="121"/>
                    <a:pt x="577" y="121"/>
                  </a:cubicBezTo>
                  <a:cubicBezTo>
                    <a:pt x="577" y="120"/>
                    <a:pt x="577" y="120"/>
                    <a:pt x="577" y="120"/>
                  </a:cubicBezTo>
                  <a:cubicBezTo>
                    <a:pt x="577" y="120"/>
                    <a:pt x="576" y="121"/>
                    <a:pt x="576" y="120"/>
                  </a:cubicBezTo>
                  <a:cubicBezTo>
                    <a:pt x="576" y="120"/>
                    <a:pt x="575" y="120"/>
                    <a:pt x="575" y="120"/>
                  </a:cubicBezTo>
                  <a:cubicBezTo>
                    <a:pt x="575" y="120"/>
                    <a:pt x="575" y="120"/>
                    <a:pt x="574" y="120"/>
                  </a:cubicBezTo>
                  <a:cubicBezTo>
                    <a:pt x="574" y="120"/>
                    <a:pt x="574" y="119"/>
                    <a:pt x="574" y="119"/>
                  </a:cubicBezTo>
                  <a:cubicBezTo>
                    <a:pt x="574" y="119"/>
                    <a:pt x="574" y="118"/>
                    <a:pt x="574" y="118"/>
                  </a:cubicBezTo>
                  <a:cubicBezTo>
                    <a:pt x="574" y="118"/>
                    <a:pt x="575" y="118"/>
                    <a:pt x="576" y="118"/>
                  </a:cubicBezTo>
                  <a:cubicBezTo>
                    <a:pt x="575" y="117"/>
                    <a:pt x="575" y="118"/>
                    <a:pt x="574" y="118"/>
                  </a:cubicBezTo>
                  <a:cubicBezTo>
                    <a:pt x="575" y="118"/>
                    <a:pt x="575" y="118"/>
                    <a:pt x="574" y="118"/>
                  </a:cubicBezTo>
                  <a:cubicBezTo>
                    <a:pt x="574" y="118"/>
                    <a:pt x="573" y="118"/>
                    <a:pt x="572" y="118"/>
                  </a:cubicBezTo>
                  <a:cubicBezTo>
                    <a:pt x="573" y="118"/>
                    <a:pt x="573" y="117"/>
                    <a:pt x="574" y="117"/>
                  </a:cubicBezTo>
                  <a:cubicBezTo>
                    <a:pt x="574" y="117"/>
                    <a:pt x="574" y="117"/>
                    <a:pt x="575" y="117"/>
                  </a:cubicBezTo>
                  <a:cubicBezTo>
                    <a:pt x="575" y="117"/>
                    <a:pt x="575" y="117"/>
                    <a:pt x="575" y="117"/>
                  </a:cubicBezTo>
                  <a:cubicBezTo>
                    <a:pt x="575" y="116"/>
                    <a:pt x="573" y="117"/>
                    <a:pt x="573" y="117"/>
                  </a:cubicBezTo>
                  <a:cubicBezTo>
                    <a:pt x="573" y="116"/>
                    <a:pt x="574" y="117"/>
                    <a:pt x="574" y="117"/>
                  </a:cubicBezTo>
                  <a:cubicBezTo>
                    <a:pt x="574" y="116"/>
                    <a:pt x="573" y="117"/>
                    <a:pt x="573" y="117"/>
                  </a:cubicBezTo>
                  <a:cubicBezTo>
                    <a:pt x="573" y="116"/>
                    <a:pt x="574" y="116"/>
                    <a:pt x="574" y="116"/>
                  </a:cubicBezTo>
                  <a:cubicBezTo>
                    <a:pt x="574" y="116"/>
                    <a:pt x="573" y="116"/>
                    <a:pt x="573" y="116"/>
                  </a:cubicBezTo>
                  <a:cubicBezTo>
                    <a:pt x="573" y="116"/>
                    <a:pt x="575" y="116"/>
                    <a:pt x="576" y="116"/>
                  </a:cubicBezTo>
                  <a:cubicBezTo>
                    <a:pt x="575" y="116"/>
                    <a:pt x="575" y="116"/>
                    <a:pt x="575" y="116"/>
                  </a:cubicBezTo>
                  <a:cubicBezTo>
                    <a:pt x="575" y="116"/>
                    <a:pt x="577" y="116"/>
                    <a:pt x="576" y="115"/>
                  </a:cubicBezTo>
                  <a:cubicBezTo>
                    <a:pt x="575" y="115"/>
                    <a:pt x="574" y="116"/>
                    <a:pt x="573" y="116"/>
                  </a:cubicBezTo>
                  <a:cubicBezTo>
                    <a:pt x="572" y="117"/>
                    <a:pt x="571" y="117"/>
                    <a:pt x="571" y="116"/>
                  </a:cubicBezTo>
                  <a:cubicBezTo>
                    <a:pt x="570" y="115"/>
                    <a:pt x="569" y="117"/>
                    <a:pt x="569" y="117"/>
                  </a:cubicBezTo>
                  <a:cubicBezTo>
                    <a:pt x="568" y="117"/>
                    <a:pt x="567" y="117"/>
                    <a:pt x="565" y="118"/>
                  </a:cubicBezTo>
                  <a:cubicBezTo>
                    <a:pt x="564" y="118"/>
                    <a:pt x="563" y="118"/>
                    <a:pt x="562" y="119"/>
                  </a:cubicBezTo>
                  <a:cubicBezTo>
                    <a:pt x="561" y="119"/>
                    <a:pt x="561" y="119"/>
                    <a:pt x="560" y="119"/>
                  </a:cubicBezTo>
                  <a:cubicBezTo>
                    <a:pt x="559" y="118"/>
                    <a:pt x="561" y="118"/>
                    <a:pt x="561" y="118"/>
                  </a:cubicBezTo>
                  <a:cubicBezTo>
                    <a:pt x="561" y="118"/>
                    <a:pt x="562" y="117"/>
                    <a:pt x="562" y="117"/>
                  </a:cubicBezTo>
                  <a:cubicBezTo>
                    <a:pt x="562" y="117"/>
                    <a:pt x="561" y="117"/>
                    <a:pt x="561" y="117"/>
                  </a:cubicBezTo>
                  <a:cubicBezTo>
                    <a:pt x="562" y="116"/>
                    <a:pt x="563" y="115"/>
                    <a:pt x="564" y="115"/>
                  </a:cubicBezTo>
                  <a:cubicBezTo>
                    <a:pt x="565" y="115"/>
                    <a:pt x="566" y="116"/>
                    <a:pt x="568" y="116"/>
                  </a:cubicBezTo>
                  <a:cubicBezTo>
                    <a:pt x="568" y="115"/>
                    <a:pt x="569" y="115"/>
                    <a:pt x="569" y="115"/>
                  </a:cubicBezTo>
                  <a:cubicBezTo>
                    <a:pt x="570" y="115"/>
                    <a:pt x="570" y="115"/>
                    <a:pt x="571" y="114"/>
                  </a:cubicBezTo>
                  <a:cubicBezTo>
                    <a:pt x="571" y="113"/>
                    <a:pt x="570" y="113"/>
                    <a:pt x="569" y="113"/>
                  </a:cubicBezTo>
                  <a:cubicBezTo>
                    <a:pt x="569" y="112"/>
                    <a:pt x="569" y="112"/>
                    <a:pt x="568" y="112"/>
                  </a:cubicBezTo>
                  <a:cubicBezTo>
                    <a:pt x="568" y="112"/>
                    <a:pt x="567" y="112"/>
                    <a:pt x="567" y="112"/>
                  </a:cubicBezTo>
                  <a:cubicBezTo>
                    <a:pt x="567" y="112"/>
                    <a:pt x="567" y="112"/>
                    <a:pt x="566" y="111"/>
                  </a:cubicBezTo>
                  <a:cubicBezTo>
                    <a:pt x="566" y="111"/>
                    <a:pt x="566" y="111"/>
                    <a:pt x="567" y="110"/>
                  </a:cubicBezTo>
                  <a:cubicBezTo>
                    <a:pt x="567" y="110"/>
                    <a:pt x="568" y="110"/>
                    <a:pt x="569" y="110"/>
                  </a:cubicBezTo>
                  <a:cubicBezTo>
                    <a:pt x="569" y="110"/>
                    <a:pt x="569" y="110"/>
                    <a:pt x="569" y="110"/>
                  </a:cubicBezTo>
                  <a:cubicBezTo>
                    <a:pt x="569" y="110"/>
                    <a:pt x="570" y="110"/>
                    <a:pt x="570" y="110"/>
                  </a:cubicBezTo>
                  <a:cubicBezTo>
                    <a:pt x="570" y="110"/>
                    <a:pt x="569" y="110"/>
                    <a:pt x="569" y="110"/>
                  </a:cubicBezTo>
                  <a:cubicBezTo>
                    <a:pt x="569" y="110"/>
                    <a:pt x="569" y="109"/>
                    <a:pt x="568" y="109"/>
                  </a:cubicBezTo>
                  <a:cubicBezTo>
                    <a:pt x="568" y="109"/>
                    <a:pt x="567" y="109"/>
                    <a:pt x="567" y="110"/>
                  </a:cubicBezTo>
                  <a:cubicBezTo>
                    <a:pt x="567" y="110"/>
                    <a:pt x="567" y="110"/>
                    <a:pt x="567" y="110"/>
                  </a:cubicBezTo>
                  <a:cubicBezTo>
                    <a:pt x="567" y="110"/>
                    <a:pt x="566" y="111"/>
                    <a:pt x="566" y="111"/>
                  </a:cubicBezTo>
                  <a:cubicBezTo>
                    <a:pt x="565" y="111"/>
                    <a:pt x="564" y="110"/>
                    <a:pt x="565" y="110"/>
                  </a:cubicBezTo>
                  <a:cubicBezTo>
                    <a:pt x="565" y="110"/>
                    <a:pt x="564" y="111"/>
                    <a:pt x="563" y="110"/>
                  </a:cubicBezTo>
                  <a:cubicBezTo>
                    <a:pt x="563" y="110"/>
                    <a:pt x="562" y="110"/>
                    <a:pt x="563" y="110"/>
                  </a:cubicBezTo>
                  <a:cubicBezTo>
                    <a:pt x="563" y="109"/>
                    <a:pt x="564" y="110"/>
                    <a:pt x="565" y="109"/>
                  </a:cubicBezTo>
                  <a:cubicBezTo>
                    <a:pt x="565" y="109"/>
                    <a:pt x="565" y="110"/>
                    <a:pt x="565" y="110"/>
                  </a:cubicBezTo>
                  <a:cubicBezTo>
                    <a:pt x="565" y="110"/>
                    <a:pt x="566" y="109"/>
                    <a:pt x="566" y="109"/>
                  </a:cubicBezTo>
                  <a:cubicBezTo>
                    <a:pt x="566" y="109"/>
                    <a:pt x="566" y="109"/>
                    <a:pt x="566" y="109"/>
                  </a:cubicBezTo>
                  <a:cubicBezTo>
                    <a:pt x="566" y="109"/>
                    <a:pt x="567" y="108"/>
                    <a:pt x="567" y="108"/>
                  </a:cubicBezTo>
                  <a:cubicBezTo>
                    <a:pt x="567" y="108"/>
                    <a:pt x="565" y="108"/>
                    <a:pt x="565" y="108"/>
                  </a:cubicBezTo>
                  <a:cubicBezTo>
                    <a:pt x="565" y="108"/>
                    <a:pt x="565" y="108"/>
                    <a:pt x="565" y="108"/>
                  </a:cubicBezTo>
                  <a:cubicBezTo>
                    <a:pt x="565" y="108"/>
                    <a:pt x="565" y="108"/>
                    <a:pt x="564" y="108"/>
                  </a:cubicBezTo>
                  <a:cubicBezTo>
                    <a:pt x="564" y="108"/>
                    <a:pt x="564" y="108"/>
                    <a:pt x="563" y="108"/>
                  </a:cubicBezTo>
                  <a:cubicBezTo>
                    <a:pt x="564" y="107"/>
                    <a:pt x="565" y="108"/>
                    <a:pt x="566" y="107"/>
                  </a:cubicBezTo>
                  <a:cubicBezTo>
                    <a:pt x="565" y="107"/>
                    <a:pt x="565" y="107"/>
                    <a:pt x="564" y="108"/>
                  </a:cubicBezTo>
                  <a:cubicBezTo>
                    <a:pt x="563" y="108"/>
                    <a:pt x="562" y="108"/>
                    <a:pt x="561" y="108"/>
                  </a:cubicBezTo>
                  <a:cubicBezTo>
                    <a:pt x="561" y="108"/>
                    <a:pt x="562" y="108"/>
                    <a:pt x="562" y="108"/>
                  </a:cubicBezTo>
                  <a:cubicBezTo>
                    <a:pt x="562" y="108"/>
                    <a:pt x="559" y="110"/>
                    <a:pt x="561" y="108"/>
                  </a:cubicBezTo>
                  <a:cubicBezTo>
                    <a:pt x="561" y="107"/>
                    <a:pt x="562" y="107"/>
                    <a:pt x="562" y="106"/>
                  </a:cubicBezTo>
                  <a:cubicBezTo>
                    <a:pt x="563" y="106"/>
                    <a:pt x="563" y="105"/>
                    <a:pt x="563" y="105"/>
                  </a:cubicBezTo>
                  <a:cubicBezTo>
                    <a:pt x="563" y="105"/>
                    <a:pt x="563" y="105"/>
                    <a:pt x="563" y="104"/>
                  </a:cubicBezTo>
                  <a:cubicBezTo>
                    <a:pt x="562" y="105"/>
                    <a:pt x="562" y="104"/>
                    <a:pt x="561" y="105"/>
                  </a:cubicBezTo>
                  <a:cubicBezTo>
                    <a:pt x="561" y="105"/>
                    <a:pt x="561" y="104"/>
                    <a:pt x="560" y="104"/>
                  </a:cubicBezTo>
                  <a:cubicBezTo>
                    <a:pt x="561" y="105"/>
                    <a:pt x="559" y="105"/>
                    <a:pt x="560" y="105"/>
                  </a:cubicBezTo>
                  <a:cubicBezTo>
                    <a:pt x="559" y="105"/>
                    <a:pt x="559" y="105"/>
                    <a:pt x="559" y="105"/>
                  </a:cubicBezTo>
                  <a:cubicBezTo>
                    <a:pt x="558" y="105"/>
                    <a:pt x="559" y="104"/>
                    <a:pt x="558" y="104"/>
                  </a:cubicBezTo>
                  <a:cubicBezTo>
                    <a:pt x="558" y="104"/>
                    <a:pt x="559" y="104"/>
                    <a:pt x="559" y="104"/>
                  </a:cubicBezTo>
                  <a:cubicBezTo>
                    <a:pt x="559" y="103"/>
                    <a:pt x="558" y="103"/>
                    <a:pt x="558" y="104"/>
                  </a:cubicBezTo>
                  <a:cubicBezTo>
                    <a:pt x="558" y="104"/>
                    <a:pt x="557" y="103"/>
                    <a:pt x="558" y="103"/>
                  </a:cubicBezTo>
                  <a:cubicBezTo>
                    <a:pt x="557" y="103"/>
                    <a:pt x="558" y="103"/>
                    <a:pt x="558" y="103"/>
                  </a:cubicBezTo>
                  <a:cubicBezTo>
                    <a:pt x="557" y="103"/>
                    <a:pt x="557" y="103"/>
                    <a:pt x="557" y="102"/>
                  </a:cubicBezTo>
                  <a:cubicBezTo>
                    <a:pt x="557" y="102"/>
                    <a:pt x="557" y="103"/>
                    <a:pt x="556" y="103"/>
                  </a:cubicBezTo>
                  <a:cubicBezTo>
                    <a:pt x="557" y="103"/>
                    <a:pt x="556" y="102"/>
                    <a:pt x="556" y="102"/>
                  </a:cubicBezTo>
                  <a:cubicBezTo>
                    <a:pt x="556" y="102"/>
                    <a:pt x="556" y="102"/>
                    <a:pt x="556" y="102"/>
                  </a:cubicBezTo>
                  <a:cubicBezTo>
                    <a:pt x="556" y="102"/>
                    <a:pt x="556" y="102"/>
                    <a:pt x="556" y="102"/>
                  </a:cubicBezTo>
                  <a:cubicBezTo>
                    <a:pt x="556" y="102"/>
                    <a:pt x="556" y="102"/>
                    <a:pt x="556" y="102"/>
                  </a:cubicBezTo>
                  <a:cubicBezTo>
                    <a:pt x="556" y="102"/>
                    <a:pt x="557" y="102"/>
                    <a:pt x="557" y="102"/>
                  </a:cubicBezTo>
                  <a:cubicBezTo>
                    <a:pt x="557" y="102"/>
                    <a:pt x="557" y="102"/>
                    <a:pt x="557" y="102"/>
                  </a:cubicBezTo>
                  <a:cubicBezTo>
                    <a:pt x="557" y="101"/>
                    <a:pt x="558" y="101"/>
                    <a:pt x="558" y="101"/>
                  </a:cubicBezTo>
                  <a:cubicBezTo>
                    <a:pt x="558" y="101"/>
                    <a:pt x="558" y="102"/>
                    <a:pt x="559" y="102"/>
                  </a:cubicBezTo>
                  <a:cubicBezTo>
                    <a:pt x="558" y="101"/>
                    <a:pt x="559" y="101"/>
                    <a:pt x="558" y="101"/>
                  </a:cubicBezTo>
                  <a:cubicBezTo>
                    <a:pt x="558" y="101"/>
                    <a:pt x="558" y="101"/>
                    <a:pt x="557" y="101"/>
                  </a:cubicBezTo>
                  <a:cubicBezTo>
                    <a:pt x="557" y="101"/>
                    <a:pt x="558" y="101"/>
                    <a:pt x="558" y="100"/>
                  </a:cubicBezTo>
                  <a:cubicBezTo>
                    <a:pt x="557" y="100"/>
                    <a:pt x="556" y="101"/>
                    <a:pt x="556" y="101"/>
                  </a:cubicBezTo>
                  <a:cubicBezTo>
                    <a:pt x="556" y="101"/>
                    <a:pt x="557" y="101"/>
                    <a:pt x="557" y="101"/>
                  </a:cubicBezTo>
                  <a:cubicBezTo>
                    <a:pt x="557" y="102"/>
                    <a:pt x="556" y="101"/>
                    <a:pt x="555" y="102"/>
                  </a:cubicBezTo>
                  <a:cubicBezTo>
                    <a:pt x="555" y="103"/>
                    <a:pt x="555" y="103"/>
                    <a:pt x="554" y="103"/>
                  </a:cubicBezTo>
                  <a:cubicBezTo>
                    <a:pt x="554" y="103"/>
                    <a:pt x="554" y="102"/>
                    <a:pt x="554" y="102"/>
                  </a:cubicBezTo>
                  <a:cubicBezTo>
                    <a:pt x="554" y="102"/>
                    <a:pt x="553" y="102"/>
                    <a:pt x="553" y="102"/>
                  </a:cubicBezTo>
                  <a:cubicBezTo>
                    <a:pt x="553" y="103"/>
                    <a:pt x="553" y="103"/>
                    <a:pt x="552" y="103"/>
                  </a:cubicBezTo>
                  <a:cubicBezTo>
                    <a:pt x="552" y="103"/>
                    <a:pt x="551" y="103"/>
                    <a:pt x="552" y="103"/>
                  </a:cubicBezTo>
                  <a:cubicBezTo>
                    <a:pt x="552" y="103"/>
                    <a:pt x="553" y="103"/>
                    <a:pt x="553" y="103"/>
                  </a:cubicBezTo>
                  <a:cubicBezTo>
                    <a:pt x="553" y="104"/>
                    <a:pt x="554" y="104"/>
                    <a:pt x="554" y="104"/>
                  </a:cubicBezTo>
                  <a:cubicBezTo>
                    <a:pt x="555" y="104"/>
                    <a:pt x="555" y="103"/>
                    <a:pt x="555" y="104"/>
                  </a:cubicBezTo>
                  <a:cubicBezTo>
                    <a:pt x="556" y="104"/>
                    <a:pt x="556" y="105"/>
                    <a:pt x="555" y="105"/>
                  </a:cubicBezTo>
                  <a:cubicBezTo>
                    <a:pt x="555" y="106"/>
                    <a:pt x="555" y="106"/>
                    <a:pt x="555" y="106"/>
                  </a:cubicBezTo>
                  <a:cubicBezTo>
                    <a:pt x="555" y="106"/>
                    <a:pt x="555" y="106"/>
                    <a:pt x="555" y="106"/>
                  </a:cubicBezTo>
                  <a:cubicBezTo>
                    <a:pt x="554" y="109"/>
                    <a:pt x="550" y="107"/>
                    <a:pt x="549" y="108"/>
                  </a:cubicBezTo>
                  <a:cubicBezTo>
                    <a:pt x="548" y="108"/>
                    <a:pt x="547" y="108"/>
                    <a:pt x="546" y="108"/>
                  </a:cubicBezTo>
                  <a:cubicBezTo>
                    <a:pt x="546" y="107"/>
                    <a:pt x="546" y="107"/>
                    <a:pt x="546" y="107"/>
                  </a:cubicBezTo>
                  <a:cubicBezTo>
                    <a:pt x="546" y="107"/>
                    <a:pt x="545" y="107"/>
                    <a:pt x="545" y="107"/>
                  </a:cubicBezTo>
                  <a:cubicBezTo>
                    <a:pt x="545" y="107"/>
                    <a:pt x="545" y="107"/>
                    <a:pt x="545" y="107"/>
                  </a:cubicBezTo>
                  <a:cubicBezTo>
                    <a:pt x="545" y="107"/>
                    <a:pt x="544" y="107"/>
                    <a:pt x="544" y="107"/>
                  </a:cubicBezTo>
                  <a:cubicBezTo>
                    <a:pt x="543" y="107"/>
                    <a:pt x="543" y="107"/>
                    <a:pt x="542" y="106"/>
                  </a:cubicBezTo>
                  <a:cubicBezTo>
                    <a:pt x="541" y="106"/>
                    <a:pt x="540" y="106"/>
                    <a:pt x="539" y="106"/>
                  </a:cubicBezTo>
                  <a:cubicBezTo>
                    <a:pt x="538" y="106"/>
                    <a:pt x="537" y="106"/>
                    <a:pt x="536" y="106"/>
                  </a:cubicBezTo>
                  <a:cubicBezTo>
                    <a:pt x="536" y="106"/>
                    <a:pt x="534" y="105"/>
                    <a:pt x="534" y="106"/>
                  </a:cubicBezTo>
                  <a:cubicBezTo>
                    <a:pt x="534" y="106"/>
                    <a:pt x="535" y="106"/>
                    <a:pt x="536" y="106"/>
                  </a:cubicBezTo>
                  <a:cubicBezTo>
                    <a:pt x="536" y="107"/>
                    <a:pt x="537" y="106"/>
                    <a:pt x="537" y="107"/>
                  </a:cubicBezTo>
                  <a:cubicBezTo>
                    <a:pt x="537" y="107"/>
                    <a:pt x="537" y="107"/>
                    <a:pt x="537" y="107"/>
                  </a:cubicBezTo>
                  <a:cubicBezTo>
                    <a:pt x="538" y="108"/>
                    <a:pt x="538" y="108"/>
                    <a:pt x="538" y="108"/>
                  </a:cubicBezTo>
                  <a:cubicBezTo>
                    <a:pt x="539" y="109"/>
                    <a:pt x="537" y="109"/>
                    <a:pt x="537" y="109"/>
                  </a:cubicBezTo>
                  <a:cubicBezTo>
                    <a:pt x="537" y="109"/>
                    <a:pt x="537" y="109"/>
                    <a:pt x="536" y="109"/>
                  </a:cubicBezTo>
                  <a:cubicBezTo>
                    <a:pt x="536" y="109"/>
                    <a:pt x="536" y="108"/>
                    <a:pt x="536" y="108"/>
                  </a:cubicBezTo>
                  <a:cubicBezTo>
                    <a:pt x="535" y="108"/>
                    <a:pt x="535" y="108"/>
                    <a:pt x="535" y="107"/>
                  </a:cubicBezTo>
                  <a:cubicBezTo>
                    <a:pt x="534" y="107"/>
                    <a:pt x="534" y="107"/>
                    <a:pt x="534" y="107"/>
                  </a:cubicBezTo>
                  <a:cubicBezTo>
                    <a:pt x="534" y="107"/>
                    <a:pt x="534" y="107"/>
                    <a:pt x="534" y="107"/>
                  </a:cubicBezTo>
                  <a:cubicBezTo>
                    <a:pt x="534" y="107"/>
                    <a:pt x="533" y="107"/>
                    <a:pt x="533" y="107"/>
                  </a:cubicBezTo>
                  <a:cubicBezTo>
                    <a:pt x="532" y="106"/>
                    <a:pt x="532" y="106"/>
                    <a:pt x="531" y="105"/>
                  </a:cubicBezTo>
                  <a:cubicBezTo>
                    <a:pt x="530" y="105"/>
                    <a:pt x="529" y="105"/>
                    <a:pt x="529" y="105"/>
                  </a:cubicBezTo>
                  <a:cubicBezTo>
                    <a:pt x="528" y="105"/>
                    <a:pt x="528" y="104"/>
                    <a:pt x="528" y="104"/>
                  </a:cubicBezTo>
                  <a:cubicBezTo>
                    <a:pt x="527" y="104"/>
                    <a:pt x="527" y="104"/>
                    <a:pt x="527" y="104"/>
                  </a:cubicBezTo>
                  <a:cubicBezTo>
                    <a:pt x="527" y="104"/>
                    <a:pt x="527" y="105"/>
                    <a:pt x="528" y="105"/>
                  </a:cubicBezTo>
                  <a:cubicBezTo>
                    <a:pt x="528" y="105"/>
                    <a:pt x="529" y="105"/>
                    <a:pt x="530" y="105"/>
                  </a:cubicBezTo>
                  <a:cubicBezTo>
                    <a:pt x="531" y="106"/>
                    <a:pt x="531" y="106"/>
                    <a:pt x="532" y="106"/>
                  </a:cubicBezTo>
                  <a:cubicBezTo>
                    <a:pt x="532" y="107"/>
                    <a:pt x="533" y="107"/>
                    <a:pt x="533" y="107"/>
                  </a:cubicBezTo>
                  <a:cubicBezTo>
                    <a:pt x="533" y="107"/>
                    <a:pt x="533" y="108"/>
                    <a:pt x="532" y="108"/>
                  </a:cubicBezTo>
                  <a:cubicBezTo>
                    <a:pt x="532" y="108"/>
                    <a:pt x="531" y="108"/>
                    <a:pt x="531" y="108"/>
                  </a:cubicBezTo>
                  <a:cubicBezTo>
                    <a:pt x="531" y="108"/>
                    <a:pt x="530" y="108"/>
                    <a:pt x="529" y="108"/>
                  </a:cubicBezTo>
                  <a:cubicBezTo>
                    <a:pt x="529" y="109"/>
                    <a:pt x="529" y="109"/>
                    <a:pt x="529" y="109"/>
                  </a:cubicBezTo>
                  <a:cubicBezTo>
                    <a:pt x="529" y="109"/>
                    <a:pt x="528" y="109"/>
                    <a:pt x="528" y="108"/>
                  </a:cubicBezTo>
                  <a:cubicBezTo>
                    <a:pt x="529" y="108"/>
                    <a:pt x="529" y="108"/>
                    <a:pt x="528" y="108"/>
                  </a:cubicBezTo>
                  <a:cubicBezTo>
                    <a:pt x="528" y="108"/>
                    <a:pt x="529" y="108"/>
                    <a:pt x="529" y="108"/>
                  </a:cubicBezTo>
                  <a:cubicBezTo>
                    <a:pt x="528" y="108"/>
                    <a:pt x="528" y="108"/>
                    <a:pt x="527" y="108"/>
                  </a:cubicBezTo>
                  <a:cubicBezTo>
                    <a:pt x="527" y="108"/>
                    <a:pt x="527" y="108"/>
                    <a:pt x="526" y="108"/>
                  </a:cubicBezTo>
                  <a:cubicBezTo>
                    <a:pt x="526" y="107"/>
                    <a:pt x="526" y="108"/>
                    <a:pt x="525" y="107"/>
                  </a:cubicBezTo>
                  <a:cubicBezTo>
                    <a:pt x="525" y="107"/>
                    <a:pt x="524" y="107"/>
                    <a:pt x="524" y="107"/>
                  </a:cubicBezTo>
                  <a:cubicBezTo>
                    <a:pt x="523" y="107"/>
                    <a:pt x="522" y="107"/>
                    <a:pt x="521" y="107"/>
                  </a:cubicBezTo>
                  <a:cubicBezTo>
                    <a:pt x="519" y="107"/>
                    <a:pt x="517" y="107"/>
                    <a:pt x="515" y="107"/>
                  </a:cubicBezTo>
                  <a:cubicBezTo>
                    <a:pt x="514" y="107"/>
                    <a:pt x="513" y="107"/>
                    <a:pt x="513" y="107"/>
                  </a:cubicBezTo>
                  <a:cubicBezTo>
                    <a:pt x="512" y="106"/>
                    <a:pt x="513" y="106"/>
                    <a:pt x="513" y="106"/>
                  </a:cubicBezTo>
                  <a:cubicBezTo>
                    <a:pt x="513" y="106"/>
                    <a:pt x="512" y="106"/>
                    <a:pt x="512" y="106"/>
                  </a:cubicBezTo>
                  <a:cubicBezTo>
                    <a:pt x="511" y="106"/>
                    <a:pt x="511" y="106"/>
                    <a:pt x="510" y="106"/>
                  </a:cubicBezTo>
                  <a:cubicBezTo>
                    <a:pt x="509" y="106"/>
                    <a:pt x="509" y="106"/>
                    <a:pt x="508" y="106"/>
                  </a:cubicBezTo>
                  <a:cubicBezTo>
                    <a:pt x="508" y="106"/>
                    <a:pt x="505" y="105"/>
                    <a:pt x="505" y="106"/>
                  </a:cubicBezTo>
                  <a:cubicBezTo>
                    <a:pt x="506" y="106"/>
                    <a:pt x="508" y="106"/>
                    <a:pt x="509" y="107"/>
                  </a:cubicBezTo>
                  <a:cubicBezTo>
                    <a:pt x="508" y="107"/>
                    <a:pt x="507" y="107"/>
                    <a:pt x="506" y="107"/>
                  </a:cubicBezTo>
                  <a:cubicBezTo>
                    <a:pt x="505" y="107"/>
                    <a:pt x="504" y="106"/>
                    <a:pt x="503" y="106"/>
                  </a:cubicBezTo>
                  <a:cubicBezTo>
                    <a:pt x="500" y="103"/>
                    <a:pt x="506" y="103"/>
                    <a:pt x="506" y="102"/>
                  </a:cubicBezTo>
                  <a:cubicBezTo>
                    <a:pt x="506" y="102"/>
                    <a:pt x="505" y="102"/>
                    <a:pt x="505" y="102"/>
                  </a:cubicBezTo>
                  <a:cubicBezTo>
                    <a:pt x="505" y="102"/>
                    <a:pt x="504" y="103"/>
                    <a:pt x="503" y="103"/>
                  </a:cubicBezTo>
                  <a:cubicBezTo>
                    <a:pt x="502" y="103"/>
                    <a:pt x="502" y="104"/>
                    <a:pt x="502" y="104"/>
                  </a:cubicBezTo>
                  <a:cubicBezTo>
                    <a:pt x="501" y="104"/>
                    <a:pt x="500" y="104"/>
                    <a:pt x="500" y="104"/>
                  </a:cubicBezTo>
                  <a:cubicBezTo>
                    <a:pt x="500" y="103"/>
                    <a:pt x="501" y="103"/>
                    <a:pt x="502" y="103"/>
                  </a:cubicBezTo>
                  <a:cubicBezTo>
                    <a:pt x="501" y="103"/>
                    <a:pt x="501" y="103"/>
                    <a:pt x="500" y="103"/>
                  </a:cubicBezTo>
                  <a:cubicBezTo>
                    <a:pt x="501" y="103"/>
                    <a:pt x="501" y="103"/>
                    <a:pt x="501" y="103"/>
                  </a:cubicBezTo>
                  <a:cubicBezTo>
                    <a:pt x="501" y="103"/>
                    <a:pt x="500" y="103"/>
                    <a:pt x="500" y="103"/>
                  </a:cubicBezTo>
                  <a:cubicBezTo>
                    <a:pt x="500" y="103"/>
                    <a:pt x="501" y="103"/>
                    <a:pt x="501" y="102"/>
                  </a:cubicBezTo>
                  <a:cubicBezTo>
                    <a:pt x="501" y="102"/>
                    <a:pt x="498" y="103"/>
                    <a:pt x="498" y="103"/>
                  </a:cubicBezTo>
                  <a:cubicBezTo>
                    <a:pt x="499" y="103"/>
                    <a:pt x="499" y="103"/>
                    <a:pt x="500" y="103"/>
                  </a:cubicBezTo>
                  <a:cubicBezTo>
                    <a:pt x="500" y="104"/>
                    <a:pt x="499" y="104"/>
                    <a:pt x="498" y="104"/>
                  </a:cubicBezTo>
                  <a:cubicBezTo>
                    <a:pt x="498" y="104"/>
                    <a:pt x="494" y="103"/>
                    <a:pt x="494" y="104"/>
                  </a:cubicBezTo>
                  <a:cubicBezTo>
                    <a:pt x="494" y="104"/>
                    <a:pt x="494" y="104"/>
                    <a:pt x="495" y="104"/>
                  </a:cubicBezTo>
                  <a:cubicBezTo>
                    <a:pt x="493" y="105"/>
                    <a:pt x="492" y="104"/>
                    <a:pt x="491" y="104"/>
                  </a:cubicBezTo>
                  <a:cubicBezTo>
                    <a:pt x="491" y="103"/>
                    <a:pt x="493" y="104"/>
                    <a:pt x="493" y="104"/>
                  </a:cubicBezTo>
                  <a:cubicBezTo>
                    <a:pt x="493" y="103"/>
                    <a:pt x="491" y="103"/>
                    <a:pt x="490" y="103"/>
                  </a:cubicBezTo>
                  <a:cubicBezTo>
                    <a:pt x="489" y="103"/>
                    <a:pt x="488" y="102"/>
                    <a:pt x="488" y="101"/>
                  </a:cubicBezTo>
                  <a:cubicBezTo>
                    <a:pt x="488" y="101"/>
                    <a:pt x="488" y="100"/>
                    <a:pt x="488" y="100"/>
                  </a:cubicBezTo>
                  <a:cubicBezTo>
                    <a:pt x="487" y="100"/>
                    <a:pt x="487" y="99"/>
                    <a:pt x="487" y="99"/>
                  </a:cubicBezTo>
                  <a:cubicBezTo>
                    <a:pt x="487" y="98"/>
                    <a:pt x="489" y="98"/>
                    <a:pt x="489" y="98"/>
                  </a:cubicBezTo>
                  <a:cubicBezTo>
                    <a:pt x="489" y="98"/>
                    <a:pt x="489" y="98"/>
                    <a:pt x="489" y="98"/>
                  </a:cubicBezTo>
                  <a:cubicBezTo>
                    <a:pt x="489" y="97"/>
                    <a:pt x="488" y="97"/>
                    <a:pt x="488" y="97"/>
                  </a:cubicBezTo>
                  <a:cubicBezTo>
                    <a:pt x="488" y="97"/>
                    <a:pt x="490" y="97"/>
                    <a:pt x="490" y="97"/>
                  </a:cubicBezTo>
                  <a:cubicBezTo>
                    <a:pt x="490" y="98"/>
                    <a:pt x="491" y="97"/>
                    <a:pt x="492" y="97"/>
                  </a:cubicBezTo>
                  <a:cubicBezTo>
                    <a:pt x="493" y="97"/>
                    <a:pt x="495" y="97"/>
                    <a:pt x="495" y="98"/>
                  </a:cubicBezTo>
                  <a:cubicBezTo>
                    <a:pt x="495" y="98"/>
                    <a:pt x="499" y="98"/>
                    <a:pt x="499" y="98"/>
                  </a:cubicBezTo>
                  <a:cubicBezTo>
                    <a:pt x="500" y="98"/>
                    <a:pt x="501" y="98"/>
                    <a:pt x="502" y="98"/>
                  </a:cubicBezTo>
                  <a:cubicBezTo>
                    <a:pt x="503" y="98"/>
                    <a:pt x="503" y="98"/>
                    <a:pt x="503" y="97"/>
                  </a:cubicBezTo>
                  <a:cubicBezTo>
                    <a:pt x="504" y="97"/>
                    <a:pt x="504" y="98"/>
                    <a:pt x="505" y="98"/>
                  </a:cubicBezTo>
                  <a:cubicBezTo>
                    <a:pt x="504" y="97"/>
                    <a:pt x="504" y="97"/>
                    <a:pt x="503" y="97"/>
                  </a:cubicBezTo>
                  <a:cubicBezTo>
                    <a:pt x="503" y="97"/>
                    <a:pt x="503" y="97"/>
                    <a:pt x="502" y="97"/>
                  </a:cubicBezTo>
                  <a:cubicBezTo>
                    <a:pt x="502" y="97"/>
                    <a:pt x="501" y="97"/>
                    <a:pt x="501" y="96"/>
                  </a:cubicBezTo>
                  <a:cubicBezTo>
                    <a:pt x="500" y="96"/>
                    <a:pt x="501" y="95"/>
                    <a:pt x="501" y="95"/>
                  </a:cubicBezTo>
                  <a:cubicBezTo>
                    <a:pt x="501" y="95"/>
                    <a:pt x="500" y="95"/>
                    <a:pt x="499" y="96"/>
                  </a:cubicBezTo>
                  <a:cubicBezTo>
                    <a:pt x="498" y="96"/>
                    <a:pt x="497" y="95"/>
                    <a:pt x="496" y="95"/>
                  </a:cubicBezTo>
                  <a:cubicBezTo>
                    <a:pt x="494" y="95"/>
                    <a:pt x="492" y="95"/>
                    <a:pt x="490" y="95"/>
                  </a:cubicBezTo>
                  <a:cubicBezTo>
                    <a:pt x="489" y="95"/>
                    <a:pt x="487" y="95"/>
                    <a:pt x="488" y="93"/>
                  </a:cubicBezTo>
                  <a:cubicBezTo>
                    <a:pt x="489" y="93"/>
                    <a:pt x="489" y="92"/>
                    <a:pt x="490" y="92"/>
                  </a:cubicBezTo>
                  <a:cubicBezTo>
                    <a:pt x="490" y="91"/>
                    <a:pt x="491" y="91"/>
                    <a:pt x="492" y="91"/>
                  </a:cubicBezTo>
                  <a:cubicBezTo>
                    <a:pt x="492" y="91"/>
                    <a:pt x="491" y="90"/>
                    <a:pt x="492" y="90"/>
                  </a:cubicBezTo>
                  <a:cubicBezTo>
                    <a:pt x="491" y="90"/>
                    <a:pt x="492" y="90"/>
                    <a:pt x="491" y="89"/>
                  </a:cubicBezTo>
                  <a:cubicBezTo>
                    <a:pt x="491" y="89"/>
                    <a:pt x="493" y="88"/>
                    <a:pt x="493" y="88"/>
                  </a:cubicBezTo>
                  <a:cubicBezTo>
                    <a:pt x="494" y="88"/>
                    <a:pt x="494" y="88"/>
                    <a:pt x="495" y="88"/>
                  </a:cubicBezTo>
                  <a:cubicBezTo>
                    <a:pt x="495" y="87"/>
                    <a:pt x="496" y="88"/>
                    <a:pt x="497" y="87"/>
                  </a:cubicBezTo>
                  <a:cubicBezTo>
                    <a:pt x="497" y="87"/>
                    <a:pt x="496" y="87"/>
                    <a:pt x="495" y="87"/>
                  </a:cubicBezTo>
                  <a:cubicBezTo>
                    <a:pt x="494" y="86"/>
                    <a:pt x="497" y="85"/>
                    <a:pt x="497" y="85"/>
                  </a:cubicBezTo>
                  <a:cubicBezTo>
                    <a:pt x="497" y="85"/>
                    <a:pt x="497" y="85"/>
                    <a:pt x="497" y="85"/>
                  </a:cubicBezTo>
                  <a:cubicBezTo>
                    <a:pt x="497" y="85"/>
                    <a:pt x="498" y="85"/>
                    <a:pt x="498" y="84"/>
                  </a:cubicBezTo>
                  <a:cubicBezTo>
                    <a:pt x="499" y="84"/>
                    <a:pt x="499" y="84"/>
                    <a:pt x="499" y="83"/>
                  </a:cubicBezTo>
                  <a:cubicBezTo>
                    <a:pt x="500" y="83"/>
                    <a:pt x="502" y="83"/>
                    <a:pt x="502" y="82"/>
                  </a:cubicBezTo>
                  <a:cubicBezTo>
                    <a:pt x="502" y="82"/>
                    <a:pt x="502" y="82"/>
                    <a:pt x="502" y="82"/>
                  </a:cubicBezTo>
                  <a:cubicBezTo>
                    <a:pt x="502" y="82"/>
                    <a:pt x="502" y="82"/>
                    <a:pt x="502" y="82"/>
                  </a:cubicBezTo>
                  <a:cubicBezTo>
                    <a:pt x="503" y="82"/>
                    <a:pt x="503" y="82"/>
                    <a:pt x="504" y="82"/>
                  </a:cubicBezTo>
                  <a:cubicBezTo>
                    <a:pt x="504" y="82"/>
                    <a:pt x="504" y="82"/>
                    <a:pt x="505" y="82"/>
                  </a:cubicBezTo>
                  <a:cubicBezTo>
                    <a:pt x="504" y="81"/>
                    <a:pt x="504" y="81"/>
                    <a:pt x="505" y="81"/>
                  </a:cubicBezTo>
                  <a:cubicBezTo>
                    <a:pt x="505" y="81"/>
                    <a:pt x="505" y="80"/>
                    <a:pt x="506" y="80"/>
                  </a:cubicBezTo>
                  <a:cubicBezTo>
                    <a:pt x="506" y="80"/>
                    <a:pt x="506" y="80"/>
                    <a:pt x="507" y="80"/>
                  </a:cubicBezTo>
                  <a:cubicBezTo>
                    <a:pt x="506" y="79"/>
                    <a:pt x="508" y="78"/>
                    <a:pt x="509" y="78"/>
                  </a:cubicBezTo>
                  <a:cubicBezTo>
                    <a:pt x="508" y="78"/>
                    <a:pt x="509" y="78"/>
                    <a:pt x="509" y="78"/>
                  </a:cubicBezTo>
                  <a:cubicBezTo>
                    <a:pt x="510" y="78"/>
                    <a:pt x="510" y="78"/>
                    <a:pt x="511" y="78"/>
                  </a:cubicBezTo>
                  <a:cubicBezTo>
                    <a:pt x="511" y="78"/>
                    <a:pt x="510" y="78"/>
                    <a:pt x="510" y="78"/>
                  </a:cubicBezTo>
                  <a:cubicBezTo>
                    <a:pt x="510" y="77"/>
                    <a:pt x="513" y="77"/>
                    <a:pt x="513" y="77"/>
                  </a:cubicBezTo>
                  <a:cubicBezTo>
                    <a:pt x="513" y="77"/>
                    <a:pt x="512" y="77"/>
                    <a:pt x="513" y="76"/>
                  </a:cubicBezTo>
                  <a:cubicBezTo>
                    <a:pt x="514" y="76"/>
                    <a:pt x="515" y="76"/>
                    <a:pt x="516" y="75"/>
                  </a:cubicBezTo>
                  <a:cubicBezTo>
                    <a:pt x="517" y="75"/>
                    <a:pt x="517" y="75"/>
                    <a:pt x="518" y="75"/>
                  </a:cubicBezTo>
                  <a:cubicBezTo>
                    <a:pt x="519" y="74"/>
                    <a:pt x="520" y="74"/>
                    <a:pt x="520" y="74"/>
                  </a:cubicBezTo>
                  <a:cubicBezTo>
                    <a:pt x="522" y="74"/>
                    <a:pt x="524" y="73"/>
                    <a:pt x="525" y="73"/>
                  </a:cubicBezTo>
                  <a:cubicBezTo>
                    <a:pt x="527" y="73"/>
                    <a:pt x="528" y="73"/>
                    <a:pt x="529" y="72"/>
                  </a:cubicBezTo>
                  <a:cubicBezTo>
                    <a:pt x="531" y="72"/>
                    <a:pt x="532" y="72"/>
                    <a:pt x="534" y="72"/>
                  </a:cubicBezTo>
                  <a:cubicBezTo>
                    <a:pt x="535" y="72"/>
                    <a:pt x="537" y="72"/>
                    <a:pt x="538" y="72"/>
                  </a:cubicBezTo>
                  <a:cubicBezTo>
                    <a:pt x="539" y="72"/>
                    <a:pt x="540" y="72"/>
                    <a:pt x="541" y="73"/>
                  </a:cubicBezTo>
                  <a:cubicBezTo>
                    <a:pt x="541" y="73"/>
                    <a:pt x="542" y="73"/>
                    <a:pt x="542" y="73"/>
                  </a:cubicBezTo>
                  <a:cubicBezTo>
                    <a:pt x="542" y="74"/>
                    <a:pt x="541" y="74"/>
                    <a:pt x="540" y="74"/>
                  </a:cubicBezTo>
                  <a:cubicBezTo>
                    <a:pt x="538" y="75"/>
                    <a:pt x="537" y="75"/>
                    <a:pt x="536" y="75"/>
                  </a:cubicBezTo>
                  <a:cubicBezTo>
                    <a:pt x="534" y="76"/>
                    <a:pt x="531" y="77"/>
                    <a:pt x="529" y="78"/>
                  </a:cubicBezTo>
                  <a:cubicBezTo>
                    <a:pt x="528" y="78"/>
                    <a:pt x="527" y="79"/>
                    <a:pt x="526" y="79"/>
                  </a:cubicBezTo>
                  <a:cubicBezTo>
                    <a:pt x="525" y="80"/>
                    <a:pt x="524" y="80"/>
                    <a:pt x="523" y="81"/>
                  </a:cubicBezTo>
                  <a:cubicBezTo>
                    <a:pt x="522" y="81"/>
                    <a:pt x="521" y="82"/>
                    <a:pt x="521" y="82"/>
                  </a:cubicBezTo>
                  <a:cubicBezTo>
                    <a:pt x="521" y="83"/>
                    <a:pt x="521" y="83"/>
                    <a:pt x="521" y="83"/>
                  </a:cubicBezTo>
                  <a:cubicBezTo>
                    <a:pt x="521" y="83"/>
                    <a:pt x="521" y="83"/>
                    <a:pt x="521" y="84"/>
                  </a:cubicBezTo>
                  <a:cubicBezTo>
                    <a:pt x="523" y="85"/>
                    <a:pt x="520" y="86"/>
                    <a:pt x="519" y="86"/>
                  </a:cubicBezTo>
                  <a:cubicBezTo>
                    <a:pt x="518" y="87"/>
                    <a:pt x="518" y="88"/>
                    <a:pt x="517" y="88"/>
                  </a:cubicBezTo>
                  <a:cubicBezTo>
                    <a:pt x="517" y="89"/>
                    <a:pt x="518" y="89"/>
                    <a:pt x="517" y="89"/>
                  </a:cubicBezTo>
                  <a:cubicBezTo>
                    <a:pt x="517" y="89"/>
                    <a:pt x="517" y="90"/>
                    <a:pt x="518" y="90"/>
                  </a:cubicBezTo>
                  <a:cubicBezTo>
                    <a:pt x="518" y="91"/>
                    <a:pt x="518" y="91"/>
                    <a:pt x="519" y="92"/>
                  </a:cubicBezTo>
                  <a:cubicBezTo>
                    <a:pt x="519" y="92"/>
                    <a:pt x="519" y="92"/>
                    <a:pt x="519" y="93"/>
                  </a:cubicBezTo>
                  <a:cubicBezTo>
                    <a:pt x="519" y="93"/>
                    <a:pt x="519" y="93"/>
                    <a:pt x="520" y="93"/>
                  </a:cubicBezTo>
                  <a:cubicBezTo>
                    <a:pt x="520" y="93"/>
                    <a:pt x="521" y="93"/>
                    <a:pt x="521" y="94"/>
                  </a:cubicBezTo>
                  <a:cubicBezTo>
                    <a:pt x="522" y="94"/>
                    <a:pt x="523" y="94"/>
                    <a:pt x="522" y="94"/>
                  </a:cubicBezTo>
                  <a:cubicBezTo>
                    <a:pt x="522" y="94"/>
                    <a:pt x="522" y="95"/>
                    <a:pt x="522" y="95"/>
                  </a:cubicBezTo>
                  <a:cubicBezTo>
                    <a:pt x="522" y="95"/>
                    <a:pt x="521" y="95"/>
                    <a:pt x="521" y="95"/>
                  </a:cubicBezTo>
                  <a:cubicBezTo>
                    <a:pt x="521" y="95"/>
                    <a:pt x="519" y="95"/>
                    <a:pt x="519" y="95"/>
                  </a:cubicBezTo>
                  <a:cubicBezTo>
                    <a:pt x="519" y="95"/>
                    <a:pt x="519" y="95"/>
                    <a:pt x="520" y="95"/>
                  </a:cubicBezTo>
                  <a:cubicBezTo>
                    <a:pt x="519" y="96"/>
                    <a:pt x="518" y="95"/>
                    <a:pt x="517" y="96"/>
                  </a:cubicBezTo>
                  <a:cubicBezTo>
                    <a:pt x="517" y="96"/>
                    <a:pt x="518" y="96"/>
                    <a:pt x="518" y="96"/>
                  </a:cubicBezTo>
                  <a:cubicBezTo>
                    <a:pt x="518" y="96"/>
                    <a:pt x="517" y="96"/>
                    <a:pt x="517" y="96"/>
                  </a:cubicBezTo>
                  <a:cubicBezTo>
                    <a:pt x="516" y="96"/>
                    <a:pt x="516" y="96"/>
                    <a:pt x="516" y="96"/>
                  </a:cubicBezTo>
                  <a:cubicBezTo>
                    <a:pt x="514" y="96"/>
                    <a:pt x="513" y="96"/>
                    <a:pt x="512" y="96"/>
                  </a:cubicBezTo>
                  <a:cubicBezTo>
                    <a:pt x="511" y="97"/>
                    <a:pt x="510" y="97"/>
                    <a:pt x="509" y="97"/>
                  </a:cubicBezTo>
                  <a:cubicBezTo>
                    <a:pt x="508" y="97"/>
                    <a:pt x="507" y="97"/>
                    <a:pt x="506" y="98"/>
                  </a:cubicBezTo>
                  <a:cubicBezTo>
                    <a:pt x="508" y="99"/>
                    <a:pt x="511" y="97"/>
                    <a:pt x="513" y="97"/>
                  </a:cubicBezTo>
                  <a:cubicBezTo>
                    <a:pt x="514" y="96"/>
                    <a:pt x="516" y="96"/>
                    <a:pt x="517" y="96"/>
                  </a:cubicBezTo>
                  <a:cubicBezTo>
                    <a:pt x="518" y="96"/>
                    <a:pt x="518" y="96"/>
                    <a:pt x="519" y="96"/>
                  </a:cubicBezTo>
                  <a:cubicBezTo>
                    <a:pt x="519" y="96"/>
                    <a:pt x="519" y="96"/>
                    <a:pt x="519" y="96"/>
                  </a:cubicBezTo>
                  <a:cubicBezTo>
                    <a:pt x="519" y="96"/>
                    <a:pt x="520" y="96"/>
                    <a:pt x="520" y="96"/>
                  </a:cubicBezTo>
                  <a:cubicBezTo>
                    <a:pt x="520" y="96"/>
                    <a:pt x="521" y="96"/>
                    <a:pt x="521" y="96"/>
                  </a:cubicBezTo>
                  <a:cubicBezTo>
                    <a:pt x="520" y="97"/>
                    <a:pt x="519" y="97"/>
                    <a:pt x="518" y="97"/>
                  </a:cubicBezTo>
                  <a:cubicBezTo>
                    <a:pt x="519" y="97"/>
                    <a:pt x="519" y="97"/>
                    <a:pt x="519" y="97"/>
                  </a:cubicBezTo>
                  <a:cubicBezTo>
                    <a:pt x="519" y="97"/>
                    <a:pt x="519" y="97"/>
                    <a:pt x="519" y="97"/>
                  </a:cubicBezTo>
                  <a:cubicBezTo>
                    <a:pt x="520" y="97"/>
                    <a:pt x="518" y="98"/>
                    <a:pt x="518" y="98"/>
                  </a:cubicBezTo>
                  <a:cubicBezTo>
                    <a:pt x="520" y="98"/>
                    <a:pt x="520" y="98"/>
                    <a:pt x="521" y="97"/>
                  </a:cubicBezTo>
                  <a:cubicBezTo>
                    <a:pt x="521" y="96"/>
                    <a:pt x="521" y="96"/>
                    <a:pt x="522" y="96"/>
                  </a:cubicBezTo>
                  <a:cubicBezTo>
                    <a:pt x="522" y="96"/>
                    <a:pt x="522" y="96"/>
                    <a:pt x="523" y="96"/>
                  </a:cubicBezTo>
                  <a:cubicBezTo>
                    <a:pt x="523" y="95"/>
                    <a:pt x="522" y="95"/>
                    <a:pt x="522" y="95"/>
                  </a:cubicBezTo>
                  <a:cubicBezTo>
                    <a:pt x="522" y="95"/>
                    <a:pt x="523" y="94"/>
                    <a:pt x="524" y="94"/>
                  </a:cubicBezTo>
                  <a:cubicBezTo>
                    <a:pt x="524" y="93"/>
                    <a:pt x="525" y="94"/>
                    <a:pt x="526" y="93"/>
                  </a:cubicBezTo>
                  <a:cubicBezTo>
                    <a:pt x="526" y="93"/>
                    <a:pt x="526" y="93"/>
                    <a:pt x="526" y="92"/>
                  </a:cubicBezTo>
                  <a:cubicBezTo>
                    <a:pt x="526" y="92"/>
                    <a:pt x="526" y="92"/>
                    <a:pt x="527" y="92"/>
                  </a:cubicBezTo>
                  <a:cubicBezTo>
                    <a:pt x="527" y="91"/>
                    <a:pt x="525" y="92"/>
                    <a:pt x="525" y="92"/>
                  </a:cubicBezTo>
                  <a:cubicBezTo>
                    <a:pt x="525" y="92"/>
                    <a:pt x="524" y="92"/>
                    <a:pt x="524" y="92"/>
                  </a:cubicBezTo>
                  <a:cubicBezTo>
                    <a:pt x="523" y="92"/>
                    <a:pt x="522" y="92"/>
                    <a:pt x="522" y="91"/>
                  </a:cubicBezTo>
                  <a:cubicBezTo>
                    <a:pt x="522" y="91"/>
                    <a:pt x="522" y="91"/>
                    <a:pt x="521" y="90"/>
                  </a:cubicBezTo>
                  <a:cubicBezTo>
                    <a:pt x="522" y="90"/>
                    <a:pt x="523" y="91"/>
                    <a:pt x="522" y="90"/>
                  </a:cubicBezTo>
                  <a:cubicBezTo>
                    <a:pt x="522" y="89"/>
                    <a:pt x="520" y="89"/>
                    <a:pt x="520" y="89"/>
                  </a:cubicBezTo>
                  <a:cubicBezTo>
                    <a:pt x="520" y="89"/>
                    <a:pt x="520" y="88"/>
                    <a:pt x="520" y="88"/>
                  </a:cubicBezTo>
                  <a:cubicBezTo>
                    <a:pt x="520" y="89"/>
                    <a:pt x="520" y="89"/>
                    <a:pt x="520" y="89"/>
                  </a:cubicBezTo>
                  <a:cubicBezTo>
                    <a:pt x="520" y="89"/>
                    <a:pt x="520" y="88"/>
                    <a:pt x="520" y="88"/>
                  </a:cubicBezTo>
                  <a:cubicBezTo>
                    <a:pt x="521" y="88"/>
                    <a:pt x="521" y="89"/>
                    <a:pt x="522" y="88"/>
                  </a:cubicBezTo>
                  <a:cubicBezTo>
                    <a:pt x="521" y="88"/>
                    <a:pt x="523" y="88"/>
                    <a:pt x="524" y="88"/>
                  </a:cubicBezTo>
                  <a:cubicBezTo>
                    <a:pt x="524" y="88"/>
                    <a:pt x="524" y="88"/>
                    <a:pt x="524" y="87"/>
                  </a:cubicBezTo>
                  <a:cubicBezTo>
                    <a:pt x="524" y="87"/>
                    <a:pt x="525" y="87"/>
                    <a:pt x="525" y="87"/>
                  </a:cubicBezTo>
                  <a:cubicBezTo>
                    <a:pt x="525" y="87"/>
                    <a:pt x="525" y="87"/>
                    <a:pt x="525" y="87"/>
                  </a:cubicBezTo>
                  <a:cubicBezTo>
                    <a:pt x="525" y="86"/>
                    <a:pt x="526" y="87"/>
                    <a:pt x="526" y="86"/>
                  </a:cubicBezTo>
                  <a:cubicBezTo>
                    <a:pt x="526" y="86"/>
                    <a:pt x="526" y="86"/>
                    <a:pt x="525" y="86"/>
                  </a:cubicBezTo>
                  <a:cubicBezTo>
                    <a:pt x="526" y="86"/>
                    <a:pt x="526" y="86"/>
                    <a:pt x="526" y="86"/>
                  </a:cubicBezTo>
                  <a:cubicBezTo>
                    <a:pt x="527" y="86"/>
                    <a:pt x="527" y="86"/>
                    <a:pt x="527" y="86"/>
                  </a:cubicBezTo>
                  <a:cubicBezTo>
                    <a:pt x="527" y="86"/>
                    <a:pt x="529" y="86"/>
                    <a:pt x="528" y="87"/>
                  </a:cubicBezTo>
                  <a:cubicBezTo>
                    <a:pt x="528" y="87"/>
                    <a:pt x="529" y="86"/>
                    <a:pt x="529" y="87"/>
                  </a:cubicBezTo>
                  <a:cubicBezTo>
                    <a:pt x="530" y="87"/>
                    <a:pt x="530" y="87"/>
                    <a:pt x="531" y="87"/>
                  </a:cubicBezTo>
                  <a:cubicBezTo>
                    <a:pt x="531" y="88"/>
                    <a:pt x="531" y="88"/>
                    <a:pt x="532" y="88"/>
                  </a:cubicBezTo>
                  <a:cubicBezTo>
                    <a:pt x="532" y="88"/>
                    <a:pt x="531" y="89"/>
                    <a:pt x="532" y="89"/>
                  </a:cubicBezTo>
                  <a:cubicBezTo>
                    <a:pt x="532" y="89"/>
                    <a:pt x="532" y="89"/>
                    <a:pt x="532" y="88"/>
                  </a:cubicBezTo>
                  <a:cubicBezTo>
                    <a:pt x="533" y="88"/>
                    <a:pt x="531" y="88"/>
                    <a:pt x="532" y="87"/>
                  </a:cubicBezTo>
                  <a:cubicBezTo>
                    <a:pt x="531" y="87"/>
                    <a:pt x="531" y="87"/>
                    <a:pt x="530" y="87"/>
                  </a:cubicBezTo>
                  <a:cubicBezTo>
                    <a:pt x="531" y="87"/>
                    <a:pt x="531" y="86"/>
                    <a:pt x="531" y="86"/>
                  </a:cubicBezTo>
                  <a:cubicBezTo>
                    <a:pt x="530" y="86"/>
                    <a:pt x="530" y="86"/>
                    <a:pt x="530" y="86"/>
                  </a:cubicBezTo>
                  <a:cubicBezTo>
                    <a:pt x="530" y="86"/>
                    <a:pt x="531" y="85"/>
                    <a:pt x="531" y="85"/>
                  </a:cubicBezTo>
                  <a:cubicBezTo>
                    <a:pt x="532" y="85"/>
                    <a:pt x="533" y="86"/>
                    <a:pt x="534" y="85"/>
                  </a:cubicBezTo>
                  <a:cubicBezTo>
                    <a:pt x="533" y="85"/>
                    <a:pt x="532" y="85"/>
                    <a:pt x="531" y="85"/>
                  </a:cubicBezTo>
                  <a:cubicBezTo>
                    <a:pt x="531" y="85"/>
                    <a:pt x="532" y="85"/>
                    <a:pt x="532" y="85"/>
                  </a:cubicBezTo>
                  <a:cubicBezTo>
                    <a:pt x="531" y="85"/>
                    <a:pt x="530" y="85"/>
                    <a:pt x="529" y="85"/>
                  </a:cubicBezTo>
                  <a:cubicBezTo>
                    <a:pt x="530" y="85"/>
                    <a:pt x="528" y="85"/>
                    <a:pt x="528" y="85"/>
                  </a:cubicBezTo>
                  <a:cubicBezTo>
                    <a:pt x="528" y="85"/>
                    <a:pt x="527" y="85"/>
                    <a:pt x="527" y="84"/>
                  </a:cubicBezTo>
                  <a:cubicBezTo>
                    <a:pt x="527" y="84"/>
                    <a:pt x="528" y="84"/>
                    <a:pt x="528" y="83"/>
                  </a:cubicBezTo>
                  <a:cubicBezTo>
                    <a:pt x="528" y="83"/>
                    <a:pt x="528" y="83"/>
                    <a:pt x="527" y="83"/>
                  </a:cubicBezTo>
                  <a:cubicBezTo>
                    <a:pt x="527" y="83"/>
                    <a:pt x="528" y="82"/>
                    <a:pt x="528" y="82"/>
                  </a:cubicBezTo>
                  <a:cubicBezTo>
                    <a:pt x="529" y="81"/>
                    <a:pt x="530" y="80"/>
                    <a:pt x="532" y="80"/>
                  </a:cubicBezTo>
                  <a:cubicBezTo>
                    <a:pt x="534" y="80"/>
                    <a:pt x="535" y="81"/>
                    <a:pt x="537" y="81"/>
                  </a:cubicBezTo>
                  <a:cubicBezTo>
                    <a:pt x="537" y="81"/>
                    <a:pt x="538" y="82"/>
                    <a:pt x="539" y="82"/>
                  </a:cubicBezTo>
                  <a:cubicBezTo>
                    <a:pt x="539" y="82"/>
                    <a:pt x="540" y="82"/>
                    <a:pt x="540" y="82"/>
                  </a:cubicBezTo>
                  <a:cubicBezTo>
                    <a:pt x="540" y="82"/>
                    <a:pt x="540" y="82"/>
                    <a:pt x="539" y="82"/>
                  </a:cubicBezTo>
                  <a:cubicBezTo>
                    <a:pt x="539" y="81"/>
                    <a:pt x="538" y="81"/>
                    <a:pt x="538" y="81"/>
                  </a:cubicBezTo>
                  <a:cubicBezTo>
                    <a:pt x="537" y="81"/>
                    <a:pt x="537" y="81"/>
                    <a:pt x="536" y="80"/>
                  </a:cubicBezTo>
                  <a:cubicBezTo>
                    <a:pt x="536" y="80"/>
                    <a:pt x="535" y="80"/>
                    <a:pt x="534" y="80"/>
                  </a:cubicBezTo>
                  <a:cubicBezTo>
                    <a:pt x="535" y="80"/>
                    <a:pt x="534" y="79"/>
                    <a:pt x="534" y="80"/>
                  </a:cubicBezTo>
                  <a:cubicBezTo>
                    <a:pt x="533" y="80"/>
                    <a:pt x="532" y="80"/>
                    <a:pt x="532" y="79"/>
                  </a:cubicBezTo>
                  <a:cubicBezTo>
                    <a:pt x="532" y="79"/>
                    <a:pt x="533" y="79"/>
                    <a:pt x="533" y="79"/>
                  </a:cubicBezTo>
                  <a:cubicBezTo>
                    <a:pt x="534" y="78"/>
                    <a:pt x="534" y="79"/>
                    <a:pt x="534" y="79"/>
                  </a:cubicBezTo>
                  <a:cubicBezTo>
                    <a:pt x="534" y="79"/>
                    <a:pt x="535" y="79"/>
                    <a:pt x="535" y="79"/>
                  </a:cubicBezTo>
                  <a:cubicBezTo>
                    <a:pt x="535" y="78"/>
                    <a:pt x="535" y="78"/>
                    <a:pt x="535" y="78"/>
                  </a:cubicBezTo>
                  <a:cubicBezTo>
                    <a:pt x="537" y="79"/>
                    <a:pt x="538" y="79"/>
                    <a:pt x="540" y="79"/>
                  </a:cubicBezTo>
                  <a:cubicBezTo>
                    <a:pt x="541" y="79"/>
                    <a:pt x="541" y="79"/>
                    <a:pt x="542" y="79"/>
                  </a:cubicBezTo>
                  <a:cubicBezTo>
                    <a:pt x="543" y="79"/>
                    <a:pt x="544" y="80"/>
                    <a:pt x="544" y="80"/>
                  </a:cubicBezTo>
                  <a:cubicBezTo>
                    <a:pt x="543" y="79"/>
                    <a:pt x="541" y="79"/>
                    <a:pt x="540" y="79"/>
                  </a:cubicBezTo>
                  <a:cubicBezTo>
                    <a:pt x="539" y="79"/>
                    <a:pt x="538" y="78"/>
                    <a:pt x="537" y="78"/>
                  </a:cubicBezTo>
                  <a:cubicBezTo>
                    <a:pt x="537" y="78"/>
                    <a:pt x="535" y="78"/>
                    <a:pt x="536" y="77"/>
                  </a:cubicBezTo>
                  <a:cubicBezTo>
                    <a:pt x="537" y="77"/>
                    <a:pt x="539" y="76"/>
                    <a:pt x="540" y="76"/>
                  </a:cubicBezTo>
                  <a:cubicBezTo>
                    <a:pt x="540" y="76"/>
                    <a:pt x="540" y="77"/>
                    <a:pt x="540" y="77"/>
                  </a:cubicBezTo>
                  <a:cubicBezTo>
                    <a:pt x="540" y="77"/>
                    <a:pt x="540" y="77"/>
                    <a:pt x="541" y="77"/>
                  </a:cubicBezTo>
                  <a:cubicBezTo>
                    <a:pt x="541" y="77"/>
                    <a:pt x="542" y="78"/>
                    <a:pt x="541" y="78"/>
                  </a:cubicBezTo>
                  <a:cubicBezTo>
                    <a:pt x="541" y="77"/>
                    <a:pt x="541" y="77"/>
                    <a:pt x="541" y="77"/>
                  </a:cubicBezTo>
                  <a:cubicBezTo>
                    <a:pt x="541" y="76"/>
                    <a:pt x="541" y="76"/>
                    <a:pt x="542" y="76"/>
                  </a:cubicBezTo>
                  <a:cubicBezTo>
                    <a:pt x="542" y="76"/>
                    <a:pt x="543" y="76"/>
                    <a:pt x="544" y="76"/>
                  </a:cubicBezTo>
                  <a:cubicBezTo>
                    <a:pt x="545" y="75"/>
                    <a:pt x="545" y="76"/>
                    <a:pt x="546" y="76"/>
                  </a:cubicBezTo>
                  <a:cubicBezTo>
                    <a:pt x="547" y="76"/>
                    <a:pt x="547" y="76"/>
                    <a:pt x="547" y="76"/>
                  </a:cubicBezTo>
                  <a:cubicBezTo>
                    <a:pt x="546" y="77"/>
                    <a:pt x="547" y="77"/>
                    <a:pt x="547" y="77"/>
                  </a:cubicBezTo>
                  <a:cubicBezTo>
                    <a:pt x="547" y="77"/>
                    <a:pt x="547" y="77"/>
                    <a:pt x="547" y="76"/>
                  </a:cubicBezTo>
                  <a:cubicBezTo>
                    <a:pt x="548" y="76"/>
                    <a:pt x="548" y="76"/>
                    <a:pt x="548" y="76"/>
                  </a:cubicBezTo>
                  <a:cubicBezTo>
                    <a:pt x="547" y="75"/>
                    <a:pt x="547" y="75"/>
                    <a:pt x="546" y="75"/>
                  </a:cubicBezTo>
                  <a:cubicBezTo>
                    <a:pt x="547" y="75"/>
                    <a:pt x="548" y="75"/>
                    <a:pt x="549" y="75"/>
                  </a:cubicBezTo>
                  <a:cubicBezTo>
                    <a:pt x="549" y="74"/>
                    <a:pt x="550" y="74"/>
                    <a:pt x="550" y="74"/>
                  </a:cubicBezTo>
                  <a:cubicBezTo>
                    <a:pt x="551" y="74"/>
                    <a:pt x="552" y="74"/>
                    <a:pt x="553" y="74"/>
                  </a:cubicBezTo>
                  <a:cubicBezTo>
                    <a:pt x="554" y="74"/>
                    <a:pt x="555" y="73"/>
                    <a:pt x="556" y="73"/>
                  </a:cubicBezTo>
                  <a:cubicBezTo>
                    <a:pt x="557" y="73"/>
                    <a:pt x="559" y="73"/>
                    <a:pt x="560" y="73"/>
                  </a:cubicBezTo>
                  <a:cubicBezTo>
                    <a:pt x="561" y="73"/>
                    <a:pt x="562" y="73"/>
                    <a:pt x="564" y="73"/>
                  </a:cubicBezTo>
                  <a:cubicBezTo>
                    <a:pt x="564" y="73"/>
                    <a:pt x="564" y="73"/>
                    <a:pt x="565" y="74"/>
                  </a:cubicBezTo>
                  <a:cubicBezTo>
                    <a:pt x="565" y="74"/>
                    <a:pt x="564" y="74"/>
                    <a:pt x="565" y="74"/>
                  </a:cubicBezTo>
                  <a:cubicBezTo>
                    <a:pt x="566" y="76"/>
                    <a:pt x="562" y="77"/>
                    <a:pt x="564" y="78"/>
                  </a:cubicBezTo>
                  <a:cubicBezTo>
                    <a:pt x="564" y="78"/>
                    <a:pt x="565" y="78"/>
                    <a:pt x="565" y="78"/>
                  </a:cubicBezTo>
                  <a:cubicBezTo>
                    <a:pt x="566" y="79"/>
                    <a:pt x="565" y="79"/>
                    <a:pt x="565" y="79"/>
                  </a:cubicBezTo>
                  <a:cubicBezTo>
                    <a:pt x="564" y="80"/>
                    <a:pt x="564" y="80"/>
                    <a:pt x="564" y="81"/>
                  </a:cubicBezTo>
                  <a:cubicBezTo>
                    <a:pt x="564" y="81"/>
                    <a:pt x="564" y="81"/>
                    <a:pt x="564" y="81"/>
                  </a:cubicBezTo>
                  <a:cubicBezTo>
                    <a:pt x="565" y="81"/>
                    <a:pt x="565" y="81"/>
                    <a:pt x="565" y="82"/>
                  </a:cubicBezTo>
                  <a:cubicBezTo>
                    <a:pt x="565" y="82"/>
                    <a:pt x="564" y="82"/>
                    <a:pt x="563" y="83"/>
                  </a:cubicBezTo>
                  <a:cubicBezTo>
                    <a:pt x="562" y="83"/>
                    <a:pt x="562" y="83"/>
                    <a:pt x="561" y="84"/>
                  </a:cubicBezTo>
                  <a:cubicBezTo>
                    <a:pt x="558" y="84"/>
                    <a:pt x="556" y="86"/>
                    <a:pt x="553" y="86"/>
                  </a:cubicBezTo>
                  <a:cubicBezTo>
                    <a:pt x="555" y="86"/>
                    <a:pt x="556" y="86"/>
                    <a:pt x="557" y="85"/>
                  </a:cubicBezTo>
                  <a:cubicBezTo>
                    <a:pt x="558" y="85"/>
                    <a:pt x="559" y="84"/>
                    <a:pt x="560" y="84"/>
                  </a:cubicBezTo>
                  <a:cubicBezTo>
                    <a:pt x="562" y="84"/>
                    <a:pt x="560" y="85"/>
                    <a:pt x="560" y="85"/>
                  </a:cubicBezTo>
                  <a:cubicBezTo>
                    <a:pt x="559" y="86"/>
                    <a:pt x="558" y="86"/>
                    <a:pt x="558" y="86"/>
                  </a:cubicBezTo>
                  <a:cubicBezTo>
                    <a:pt x="557" y="86"/>
                    <a:pt x="557" y="87"/>
                    <a:pt x="556" y="87"/>
                  </a:cubicBezTo>
                  <a:cubicBezTo>
                    <a:pt x="556" y="87"/>
                    <a:pt x="557" y="87"/>
                    <a:pt x="557" y="88"/>
                  </a:cubicBezTo>
                  <a:cubicBezTo>
                    <a:pt x="558" y="88"/>
                    <a:pt x="557" y="88"/>
                    <a:pt x="557" y="88"/>
                  </a:cubicBezTo>
                  <a:cubicBezTo>
                    <a:pt x="556" y="88"/>
                    <a:pt x="556" y="88"/>
                    <a:pt x="556" y="88"/>
                  </a:cubicBezTo>
                  <a:cubicBezTo>
                    <a:pt x="555" y="88"/>
                    <a:pt x="554" y="88"/>
                    <a:pt x="554" y="88"/>
                  </a:cubicBezTo>
                  <a:cubicBezTo>
                    <a:pt x="554" y="88"/>
                    <a:pt x="555" y="88"/>
                    <a:pt x="556" y="88"/>
                  </a:cubicBezTo>
                  <a:cubicBezTo>
                    <a:pt x="556" y="88"/>
                    <a:pt x="555" y="89"/>
                    <a:pt x="555" y="89"/>
                  </a:cubicBezTo>
                  <a:cubicBezTo>
                    <a:pt x="554" y="89"/>
                    <a:pt x="554" y="89"/>
                    <a:pt x="553" y="90"/>
                  </a:cubicBezTo>
                  <a:cubicBezTo>
                    <a:pt x="554" y="90"/>
                    <a:pt x="556" y="89"/>
                    <a:pt x="557" y="88"/>
                  </a:cubicBezTo>
                  <a:cubicBezTo>
                    <a:pt x="557" y="88"/>
                    <a:pt x="558" y="88"/>
                    <a:pt x="559" y="88"/>
                  </a:cubicBezTo>
                  <a:cubicBezTo>
                    <a:pt x="560" y="88"/>
                    <a:pt x="559" y="88"/>
                    <a:pt x="559" y="87"/>
                  </a:cubicBezTo>
                  <a:cubicBezTo>
                    <a:pt x="559" y="87"/>
                    <a:pt x="560" y="87"/>
                    <a:pt x="560" y="87"/>
                  </a:cubicBezTo>
                  <a:cubicBezTo>
                    <a:pt x="561" y="87"/>
                    <a:pt x="561" y="87"/>
                    <a:pt x="561" y="86"/>
                  </a:cubicBezTo>
                  <a:cubicBezTo>
                    <a:pt x="561" y="86"/>
                    <a:pt x="561" y="86"/>
                    <a:pt x="562" y="86"/>
                  </a:cubicBezTo>
                  <a:cubicBezTo>
                    <a:pt x="562" y="86"/>
                    <a:pt x="562" y="87"/>
                    <a:pt x="562" y="87"/>
                  </a:cubicBezTo>
                  <a:cubicBezTo>
                    <a:pt x="563" y="87"/>
                    <a:pt x="563" y="87"/>
                    <a:pt x="564" y="87"/>
                  </a:cubicBezTo>
                  <a:cubicBezTo>
                    <a:pt x="564" y="87"/>
                    <a:pt x="562" y="86"/>
                    <a:pt x="562" y="86"/>
                  </a:cubicBezTo>
                  <a:cubicBezTo>
                    <a:pt x="563" y="85"/>
                    <a:pt x="564" y="85"/>
                    <a:pt x="565" y="85"/>
                  </a:cubicBezTo>
                  <a:cubicBezTo>
                    <a:pt x="565" y="85"/>
                    <a:pt x="565" y="85"/>
                    <a:pt x="565" y="84"/>
                  </a:cubicBezTo>
                  <a:cubicBezTo>
                    <a:pt x="566" y="84"/>
                    <a:pt x="566" y="84"/>
                    <a:pt x="566" y="84"/>
                  </a:cubicBezTo>
                  <a:cubicBezTo>
                    <a:pt x="566" y="84"/>
                    <a:pt x="566" y="84"/>
                    <a:pt x="566" y="84"/>
                  </a:cubicBezTo>
                  <a:cubicBezTo>
                    <a:pt x="566" y="85"/>
                    <a:pt x="565" y="85"/>
                    <a:pt x="566" y="85"/>
                  </a:cubicBezTo>
                  <a:cubicBezTo>
                    <a:pt x="566" y="86"/>
                    <a:pt x="566" y="86"/>
                    <a:pt x="565" y="86"/>
                  </a:cubicBezTo>
                  <a:cubicBezTo>
                    <a:pt x="565" y="86"/>
                    <a:pt x="564" y="86"/>
                    <a:pt x="564" y="87"/>
                  </a:cubicBezTo>
                  <a:cubicBezTo>
                    <a:pt x="564" y="87"/>
                    <a:pt x="567" y="85"/>
                    <a:pt x="566" y="87"/>
                  </a:cubicBezTo>
                  <a:cubicBezTo>
                    <a:pt x="566" y="87"/>
                    <a:pt x="566" y="86"/>
                    <a:pt x="566" y="86"/>
                  </a:cubicBezTo>
                  <a:cubicBezTo>
                    <a:pt x="567" y="86"/>
                    <a:pt x="567" y="86"/>
                    <a:pt x="568" y="85"/>
                  </a:cubicBezTo>
                  <a:cubicBezTo>
                    <a:pt x="568" y="85"/>
                    <a:pt x="569" y="85"/>
                    <a:pt x="569" y="85"/>
                  </a:cubicBezTo>
                  <a:cubicBezTo>
                    <a:pt x="569" y="86"/>
                    <a:pt x="570" y="86"/>
                    <a:pt x="570" y="86"/>
                  </a:cubicBezTo>
                  <a:cubicBezTo>
                    <a:pt x="570" y="87"/>
                    <a:pt x="569" y="87"/>
                    <a:pt x="568" y="88"/>
                  </a:cubicBezTo>
                  <a:cubicBezTo>
                    <a:pt x="568" y="88"/>
                    <a:pt x="566" y="89"/>
                    <a:pt x="566" y="89"/>
                  </a:cubicBezTo>
                  <a:cubicBezTo>
                    <a:pt x="566" y="89"/>
                    <a:pt x="567" y="89"/>
                    <a:pt x="567" y="89"/>
                  </a:cubicBezTo>
                  <a:cubicBezTo>
                    <a:pt x="567" y="89"/>
                    <a:pt x="568" y="89"/>
                    <a:pt x="568" y="89"/>
                  </a:cubicBezTo>
                  <a:cubicBezTo>
                    <a:pt x="569" y="89"/>
                    <a:pt x="570" y="90"/>
                    <a:pt x="570" y="90"/>
                  </a:cubicBezTo>
                  <a:cubicBezTo>
                    <a:pt x="569" y="89"/>
                    <a:pt x="570" y="89"/>
                    <a:pt x="570" y="89"/>
                  </a:cubicBezTo>
                  <a:cubicBezTo>
                    <a:pt x="569" y="89"/>
                    <a:pt x="569" y="89"/>
                    <a:pt x="568" y="89"/>
                  </a:cubicBezTo>
                  <a:cubicBezTo>
                    <a:pt x="568" y="88"/>
                    <a:pt x="570" y="87"/>
                    <a:pt x="570" y="87"/>
                  </a:cubicBezTo>
                  <a:cubicBezTo>
                    <a:pt x="571" y="87"/>
                    <a:pt x="571" y="87"/>
                    <a:pt x="572" y="88"/>
                  </a:cubicBezTo>
                  <a:cubicBezTo>
                    <a:pt x="572" y="88"/>
                    <a:pt x="572" y="89"/>
                    <a:pt x="571" y="89"/>
                  </a:cubicBezTo>
                  <a:cubicBezTo>
                    <a:pt x="571" y="90"/>
                    <a:pt x="573" y="91"/>
                    <a:pt x="573" y="91"/>
                  </a:cubicBezTo>
                  <a:cubicBezTo>
                    <a:pt x="573" y="90"/>
                    <a:pt x="572" y="90"/>
                    <a:pt x="572" y="89"/>
                  </a:cubicBezTo>
                  <a:cubicBezTo>
                    <a:pt x="572" y="89"/>
                    <a:pt x="573" y="89"/>
                    <a:pt x="573" y="89"/>
                  </a:cubicBezTo>
                  <a:cubicBezTo>
                    <a:pt x="573" y="89"/>
                    <a:pt x="573" y="90"/>
                    <a:pt x="573" y="90"/>
                  </a:cubicBezTo>
                  <a:cubicBezTo>
                    <a:pt x="574" y="90"/>
                    <a:pt x="574" y="90"/>
                    <a:pt x="574" y="91"/>
                  </a:cubicBezTo>
                  <a:cubicBezTo>
                    <a:pt x="574" y="91"/>
                    <a:pt x="575" y="90"/>
                    <a:pt x="575" y="90"/>
                  </a:cubicBezTo>
                  <a:cubicBezTo>
                    <a:pt x="574" y="90"/>
                    <a:pt x="573" y="90"/>
                    <a:pt x="573" y="89"/>
                  </a:cubicBezTo>
                  <a:cubicBezTo>
                    <a:pt x="573" y="89"/>
                    <a:pt x="573" y="89"/>
                    <a:pt x="573" y="89"/>
                  </a:cubicBezTo>
                  <a:cubicBezTo>
                    <a:pt x="572" y="89"/>
                    <a:pt x="572" y="89"/>
                    <a:pt x="572" y="88"/>
                  </a:cubicBezTo>
                  <a:cubicBezTo>
                    <a:pt x="573" y="87"/>
                    <a:pt x="572" y="87"/>
                    <a:pt x="571" y="87"/>
                  </a:cubicBezTo>
                  <a:cubicBezTo>
                    <a:pt x="569" y="86"/>
                    <a:pt x="571" y="86"/>
                    <a:pt x="571" y="86"/>
                  </a:cubicBezTo>
                  <a:cubicBezTo>
                    <a:pt x="571" y="85"/>
                    <a:pt x="572" y="86"/>
                    <a:pt x="572" y="86"/>
                  </a:cubicBezTo>
                  <a:cubicBezTo>
                    <a:pt x="572" y="86"/>
                    <a:pt x="573" y="85"/>
                    <a:pt x="573" y="85"/>
                  </a:cubicBezTo>
                  <a:cubicBezTo>
                    <a:pt x="574" y="86"/>
                    <a:pt x="572" y="87"/>
                    <a:pt x="573" y="87"/>
                  </a:cubicBezTo>
                  <a:cubicBezTo>
                    <a:pt x="573" y="87"/>
                    <a:pt x="573" y="87"/>
                    <a:pt x="573" y="86"/>
                  </a:cubicBezTo>
                  <a:cubicBezTo>
                    <a:pt x="573" y="86"/>
                    <a:pt x="574" y="86"/>
                    <a:pt x="574" y="86"/>
                  </a:cubicBezTo>
                  <a:cubicBezTo>
                    <a:pt x="575" y="86"/>
                    <a:pt x="575" y="86"/>
                    <a:pt x="576" y="86"/>
                  </a:cubicBezTo>
                  <a:cubicBezTo>
                    <a:pt x="576" y="86"/>
                    <a:pt x="577" y="86"/>
                    <a:pt x="576" y="86"/>
                  </a:cubicBezTo>
                  <a:cubicBezTo>
                    <a:pt x="577" y="86"/>
                    <a:pt x="578" y="86"/>
                    <a:pt x="578" y="87"/>
                  </a:cubicBezTo>
                  <a:cubicBezTo>
                    <a:pt x="578" y="87"/>
                    <a:pt x="578" y="88"/>
                    <a:pt x="578" y="88"/>
                  </a:cubicBezTo>
                  <a:cubicBezTo>
                    <a:pt x="578" y="88"/>
                    <a:pt x="578" y="87"/>
                    <a:pt x="578" y="87"/>
                  </a:cubicBezTo>
                  <a:cubicBezTo>
                    <a:pt x="579" y="87"/>
                    <a:pt x="579" y="87"/>
                    <a:pt x="579" y="87"/>
                  </a:cubicBezTo>
                  <a:cubicBezTo>
                    <a:pt x="580" y="87"/>
                    <a:pt x="581" y="87"/>
                    <a:pt x="582" y="87"/>
                  </a:cubicBezTo>
                  <a:cubicBezTo>
                    <a:pt x="581" y="87"/>
                    <a:pt x="580" y="87"/>
                    <a:pt x="579" y="87"/>
                  </a:cubicBezTo>
                  <a:cubicBezTo>
                    <a:pt x="578" y="86"/>
                    <a:pt x="577" y="86"/>
                    <a:pt x="576" y="86"/>
                  </a:cubicBezTo>
                  <a:cubicBezTo>
                    <a:pt x="575" y="86"/>
                    <a:pt x="574" y="85"/>
                    <a:pt x="574" y="85"/>
                  </a:cubicBezTo>
                  <a:cubicBezTo>
                    <a:pt x="574" y="84"/>
                    <a:pt x="575" y="84"/>
                    <a:pt x="576" y="83"/>
                  </a:cubicBezTo>
                  <a:cubicBezTo>
                    <a:pt x="577" y="83"/>
                    <a:pt x="579" y="83"/>
                    <a:pt x="581" y="82"/>
                  </a:cubicBezTo>
                  <a:cubicBezTo>
                    <a:pt x="581" y="82"/>
                    <a:pt x="582" y="82"/>
                    <a:pt x="583" y="82"/>
                  </a:cubicBezTo>
                  <a:cubicBezTo>
                    <a:pt x="584" y="82"/>
                    <a:pt x="585" y="82"/>
                    <a:pt x="587" y="82"/>
                  </a:cubicBezTo>
                  <a:cubicBezTo>
                    <a:pt x="587" y="82"/>
                    <a:pt x="589" y="82"/>
                    <a:pt x="588" y="83"/>
                  </a:cubicBezTo>
                  <a:cubicBezTo>
                    <a:pt x="589" y="83"/>
                    <a:pt x="592" y="83"/>
                    <a:pt x="591" y="84"/>
                  </a:cubicBezTo>
                  <a:cubicBezTo>
                    <a:pt x="590" y="84"/>
                    <a:pt x="591" y="85"/>
                    <a:pt x="592" y="84"/>
                  </a:cubicBezTo>
                  <a:cubicBezTo>
                    <a:pt x="592" y="83"/>
                    <a:pt x="594" y="83"/>
                    <a:pt x="595" y="84"/>
                  </a:cubicBezTo>
                  <a:cubicBezTo>
                    <a:pt x="595" y="84"/>
                    <a:pt x="596" y="84"/>
                    <a:pt x="596" y="84"/>
                  </a:cubicBezTo>
                  <a:cubicBezTo>
                    <a:pt x="596" y="84"/>
                    <a:pt x="597" y="84"/>
                    <a:pt x="597" y="84"/>
                  </a:cubicBezTo>
                  <a:cubicBezTo>
                    <a:pt x="597" y="85"/>
                    <a:pt x="597" y="85"/>
                    <a:pt x="597" y="86"/>
                  </a:cubicBezTo>
                  <a:cubicBezTo>
                    <a:pt x="597" y="86"/>
                    <a:pt x="597" y="87"/>
                    <a:pt x="596" y="87"/>
                  </a:cubicBezTo>
                  <a:cubicBezTo>
                    <a:pt x="595" y="87"/>
                    <a:pt x="594" y="87"/>
                    <a:pt x="592" y="87"/>
                  </a:cubicBezTo>
                  <a:cubicBezTo>
                    <a:pt x="591" y="87"/>
                    <a:pt x="589" y="88"/>
                    <a:pt x="588" y="88"/>
                  </a:cubicBezTo>
                  <a:cubicBezTo>
                    <a:pt x="588" y="88"/>
                    <a:pt x="587" y="89"/>
                    <a:pt x="586" y="89"/>
                  </a:cubicBezTo>
                  <a:cubicBezTo>
                    <a:pt x="586" y="89"/>
                    <a:pt x="585" y="90"/>
                    <a:pt x="584" y="90"/>
                  </a:cubicBezTo>
                  <a:cubicBezTo>
                    <a:pt x="585" y="90"/>
                    <a:pt x="586" y="89"/>
                    <a:pt x="586" y="89"/>
                  </a:cubicBezTo>
                  <a:cubicBezTo>
                    <a:pt x="587" y="89"/>
                    <a:pt x="588" y="88"/>
                    <a:pt x="589" y="88"/>
                  </a:cubicBezTo>
                  <a:cubicBezTo>
                    <a:pt x="590" y="87"/>
                    <a:pt x="592" y="87"/>
                    <a:pt x="593" y="88"/>
                  </a:cubicBezTo>
                  <a:cubicBezTo>
                    <a:pt x="594" y="88"/>
                    <a:pt x="593" y="88"/>
                    <a:pt x="593" y="88"/>
                  </a:cubicBezTo>
                  <a:cubicBezTo>
                    <a:pt x="592" y="88"/>
                    <a:pt x="591" y="88"/>
                    <a:pt x="590" y="89"/>
                  </a:cubicBezTo>
                  <a:cubicBezTo>
                    <a:pt x="590" y="90"/>
                    <a:pt x="589" y="90"/>
                    <a:pt x="588" y="90"/>
                  </a:cubicBezTo>
                  <a:cubicBezTo>
                    <a:pt x="587" y="91"/>
                    <a:pt x="586" y="91"/>
                    <a:pt x="585" y="91"/>
                  </a:cubicBezTo>
                  <a:cubicBezTo>
                    <a:pt x="587" y="91"/>
                    <a:pt x="588" y="91"/>
                    <a:pt x="589" y="90"/>
                  </a:cubicBezTo>
                  <a:cubicBezTo>
                    <a:pt x="590" y="90"/>
                    <a:pt x="591" y="89"/>
                    <a:pt x="592" y="89"/>
                  </a:cubicBezTo>
                  <a:cubicBezTo>
                    <a:pt x="593" y="88"/>
                    <a:pt x="593" y="88"/>
                    <a:pt x="594" y="88"/>
                  </a:cubicBezTo>
                  <a:cubicBezTo>
                    <a:pt x="594" y="88"/>
                    <a:pt x="595" y="88"/>
                    <a:pt x="596" y="87"/>
                  </a:cubicBezTo>
                  <a:cubicBezTo>
                    <a:pt x="596" y="87"/>
                    <a:pt x="597" y="88"/>
                    <a:pt x="598" y="88"/>
                  </a:cubicBezTo>
                  <a:cubicBezTo>
                    <a:pt x="599" y="88"/>
                    <a:pt x="599" y="88"/>
                    <a:pt x="600" y="88"/>
                  </a:cubicBezTo>
                  <a:cubicBezTo>
                    <a:pt x="600" y="88"/>
                    <a:pt x="601" y="88"/>
                    <a:pt x="601" y="89"/>
                  </a:cubicBezTo>
                  <a:cubicBezTo>
                    <a:pt x="601" y="89"/>
                    <a:pt x="600" y="89"/>
                    <a:pt x="600" y="89"/>
                  </a:cubicBezTo>
                  <a:cubicBezTo>
                    <a:pt x="599" y="90"/>
                    <a:pt x="597" y="91"/>
                    <a:pt x="597" y="90"/>
                  </a:cubicBezTo>
                  <a:cubicBezTo>
                    <a:pt x="597" y="90"/>
                    <a:pt x="596" y="91"/>
                    <a:pt x="596" y="91"/>
                  </a:cubicBezTo>
                  <a:cubicBezTo>
                    <a:pt x="595" y="91"/>
                    <a:pt x="594" y="91"/>
                    <a:pt x="593" y="91"/>
                  </a:cubicBezTo>
                  <a:cubicBezTo>
                    <a:pt x="592" y="91"/>
                    <a:pt x="591" y="91"/>
                    <a:pt x="590" y="91"/>
                  </a:cubicBezTo>
                  <a:cubicBezTo>
                    <a:pt x="591" y="91"/>
                    <a:pt x="591" y="91"/>
                    <a:pt x="592" y="91"/>
                  </a:cubicBezTo>
                  <a:cubicBezTo>
                    <a:pt x="593" y="91"/>
                    <a:pt x="593" y="92"/>
                    <a:pt x="592" y="92"/>
                  </a:cubicBezTo>
                  <a:cubicBezTo>
                    <a:pt x="591" y="92"/>
                    <a:pt x="590" y="92"/>
                    <a:pt x="589" y="93"/>
                  </a:cubicBezTo>
                  <a:cubicBezTo>
                    <a:pt x="590" y="93"/>
                    <a:pt x="591" y="92"/>
                    <a:pt x="593" y="92"/>
                  </a:cubicBezTo>
                  <a:cubicBezTo>
                    <a:pt x="593" y="92"/>
                    <a:pt x="595" y="91"/>
                    <a:pt x="595" y="91"/>
                  </a:cubicBezTo>
                  <a:cubicBezTo>
                    <a:pt x="595" y="92"/>
                    <a:pt x="594" y="92"/>
                    <a:pt x="593" y="92"/>
                  </a:cubicBezTo>
                  <a:cubicBezTo>
                    <a:pt x="592" y="93"/>
                    <a:pt x="591" y="93"/>
                    <a:pt x="590" y="93"/>
                  </a:cubicBezTo>
                  <a:cubicBezTo>
                    <a:pt x="591" y="93"/>
                    <a:pt x="591" y="93"/>
                    <a:pt x="592" y="93"/>
                  </a:cubicBezTo>
                  <a:cubicBezTo>
                    <a:pt x="593" y="93"/>
                    <a:pt x="592" y="93"/>
                    <a:pt x="591" y="93"/>
                  </a:cubicBezTo>
                  <a:cubicBezTo>
                    <a:pt x="592" y="93"/>
                    <a:pt x="592" y="93"/>
                    <a:pt x="592" y="94"/>
                  </a:cubicBezTo>
                  <a:cubicBezTo>
                    <a:pt x="593" y="94"/>
                    <a:pt x="592" y="94"/>
                    <a:pt x="591" y="94"/>
                  </a:cubicBezTo>
                  <a:cubicBezTo>
                    <a:pt x="591" y="95"/>
                    <a:pt x="589" y="95"/>
                    <a:pt x="588" y="96"/>
                  </a:cubicBezTo>
                  <a:cubicBezTo>
                    <a:pt x="589" y="96"/>
                    <a:pt x="591" y="95"/>
                    <a:pt x="592" y="95"/>
                  </a:cubicBezTo>
                  <a:cubicBezTo>
                    <a:pt x="592" y="95"/>
                    <a:pt x="593" y="94"/>
                    <a:pt x="593" y="94"/>
                  </a:cubicBezTo>
                  <a:cubicBezTo>
                    <a:pt x="593" y="94"/>
                    <a:pt x="593" y="93"/>
                    <a:pt x="593" y="93"/>
                  </a:cubicBezTo>
                  <a:cubicBezTo>
                    <a:pt x="593" y="92"/>
                    <a:pt x="594" y="93"/>
                    <a:pt x="595" y="92"/>
                  </a:cubicBezTo>
                  <a:cubicBezTo>
                    <a:pt x="595" y="92"/>
                    <a:pt x="596" y="92"/>
                    <a:pt x="596" y="91"/>
                  </a:cubicBezTo>
                  <a:cubicBezTo>
                    <a:pt x="597" y="91"/>
                    <a:pt x="597" y="91"/>
                    <a:pt x="598" y="91"/>
                  </a:cubicBezTo>
                  <a:cubicBezTo>
                    <a:pt x="598" y="91"/>
                    <a:pt x="599" y="91"/>
                    <a:pt x="599" y="91"/>
                  </a:cubicBezTo>
                  <a:cubicBezTo>
                    <a:pt x="598" y="92"/>
                    <a:pt x="598" y="92"/>
                    <a:pt x="597" y="92"/>
                  </a:cubicBezTo>
                  <a:cubicBezTo>
                    <a:pt x="597" y="92"/>
                    <a:pt x="597" y="93"/>
                    <a:pt x="597" y="93"/>
                  </a:cubicBezTo>
                  <a:cubicBezTo>
                    <a:pt x="597" y="93"/>
                    <a:pt x="597" y="92"/>
                    <a:pt x="597" y="92"/>
                  </a:cubicBezTo>
                  <a:cubicBezTo>
                    <a:pt x="597" y="92"/>
                    <a:pt x="598" y="92"/>
                    <a:pt x="598" y="92"/>
                  </a:cubicBezTo>
                  <a:cubicBezTo>
                    <a:pt x="599" y="91"/>
                    <a:pt x="600" y="91"/>
                    <a:pt x="600" y="91"/>
                  </a:cubicBezTo>
                  <a:cubicBezTo>
                    <a:pt x="601" y="91"/>
                    <a:pt x="603" y="90"/>
                    <a:pt x="602" y="91"/>
                  </a:cubicBezTo>
                  <a:cubicBezTo>
                    <a:pt x="602" y="91"/>
                    <a:pt x="602" y="91"/>
                    <a:pt x="603" y="91"/>
                  </a:cubicBezTo>
                  <a:cubicBezTo>
                    <a:pt x="602" y="91"/>
                    <a:pt x="602" y="91"/>
                    <a:pt x="601" y="91"/>
                  </a:cubicBezTo>
                  <a:cubicBezTo>
                    <a:pt x="600" y="92"/>
                    <a:pt x="600" y="92"/>
                    <a:pt x="599" y="92"/>
                  </a:cubicBezTo>
                  <a:cubicBezTo>
                    <a:pt x="599" y="93"/>
                    <a:pt x="598" y="93"/>
                    <a:pt x="598" y="93"/>
                  </a:cubicBezTo>
                  <a:cubicBezTo>
                    <a:pt x="597" y="94"/>
                    <a:pt x="596" y="94"/>
                    <a:pt x="595" y="94"/>
                  </a:cubicBezTo>
                  <a:cubicBezTo>
                    <a:pt x="596" y="94"/>
                    <a:pt x="597" y="93"/>
                    <a:pt x="597" y="94"/>
                  </a:cubicBezTo>
                  <a:cubicBezTo>
                    <a:pt x="597" y="94"/>
                    <a:pt x="597" y="94"/>
                    <a:pt x="597" y="94"/>
                  </a:cubicBezTo>
                  <a:cubicBezTo>
                    <a:pt x="596" y="95"/>
                    <a:pt x="596" y="95"/>
                    <a:pt x="596" y="95"/>
                  </a:cubicBezTo>
                  <a:cubicBezTo>
                    <a:pt x="596" y="95"/>
                    <a:pt x="596" y="95"/>
                    <a:pt x="596" y="95"/>
                  </a:cubicBezTo>
                  <a:cubicBezTo>
                    <a:pt x="596" y="95"/>
                    <a:pt x="595" y="95"/>
                    <a:pt x="594" y="96"/>
                  </a:cubicBezTo>
                  <a:cubicBezTo>
                    <a:pt x="595" y="96"/>
                    <a:pt x="597" y="95"/>
                    <a:pt x="598" y="94"/>
                  </a:cubicBezTo>
                  <a:cubicBezTo>
                    <a:pt x="599" y="93"/>
                    <a:pt x="599" y="93"/>
                    <a:pt x="600" y="93"/>
                  </a:cubicBezTo>
                  <a:cubicBezTo>
                    <a:pt x="600" y="92"/>
                    <a:pt x="602" y="92"/>
                    <a:pt x="601" y="93"/>
                  </a:cubicBezTo>
                  <a:cubicBezTo>
                    <a:pt x="601" y="93"/>
                    <a:pt x="601" y="93"/>
                    <a:pt x="600" y="93"/>
                  </a:cubicBezTo>
                  <a:cubicBezTo>
                    <a:pt x="600" y="94"/>
                    <a:pt x="600" y="94"/>
                    <a:pt x="600" y="94"/>
                  </a:cubicBezTo>
                  <a:cubicBezTo>
                    <a:pt x="600" y="94"/>
                    <a:pt x="601" y="94"/>
                    <a:pt x="601" y="94"/>
                  </a:cubicBezTo>
                  <a:cubicBezTo>
                    <a:pt x="601" y="94"/>
                    <a:pt x="602" y="94"/>
                    <a:pt x="602" y="94"/>
                  </a:cubicBezTo>
                  <a:cubicBezTo>
                    <a:pt x="601" y="94"/>
                    <a:pt x="601" y="94"/>
                    <a:pt x="601" y="94"/>
                  </a:cubicBezTo>
                  <a:cubicBezTo>
                    <a:pt x="600" y="95"/>
                    <a:pt x="599" y="95"/>
                    <a:pt x="598" y="96"/>
                  </a:cubicBezTo>
                  <a:cubicBezTo>
                    <a:pt x="598" y="96"/>
                    <a:pt x="597" y="97"/>
                    <a:pt x="597" y="97"/>
                  </a:cubicBezTo>
                  <a:cubicBezTo>
                    <a:pt x="597" y="97"/>
                    <a:pt x="596" y="97"/>
                    <a:pt x="596" y="97"/>
                  </a:cubicBezTo>
                  <a:cubicBezTo>
                    <a:pt x="596" y="97"/>
                    <a:pt x="597" y="97"/>
                    <a:pt x="598" y="96"/>
                  </a:cubicBezTo>
                  <a:cubicBezTo>
                    <a:pt x="598" y="96"/>
                    <a:pt x="599" y="96"/>
                    <a:pt x="599" y="95"/>
                  </a:cubicBezTo>
                  <a:cubicBezTo>
                    <a:pt x="600" y="95"/>
                    <a:pt x="601" y="94"/>
                    <a:pt x="602" y="95"/>
                  </a:cubicBezTo>
                  <a:cubicBezTo>
                    <a:pt x="602" y="95"/>
                    <a:pt x="603" y="95"/>
                    <a:pt x="602" y="95"/>
                  </a:cubicBezTo>
                  <a:cubicBezTo>
                    <a:pt x="602" y="95"/>
                    <a:pt x="601" y="95"/>
                    <a:pt x="601" y="96"/>
                  </a:cubicBezTo>
                  <a:cubicBezTo>
                    <a:pt x="601" y="96"/>
                    <a:pt x="600" y="97"/>
                    <a:pt x="599" y="97"/>
                  </a:cubicBezTo>
                  <a:cubicBezTo>
                    <a:pt x="599" y="97"/>
                    <a:pt x="598" y="97"/>
                    <a:pt x="599" y="98"/>
                  </a:cubicBezTo>
                  <a:cubicBezTo>
                    <a:pt x="598" y="97"/>
                    <a:pt x="600" y="97"/>
                    <a:pt x="600" y="97"/>
                  </a:cubicBezTo>
                  <a:cubicBezTo>
                    <a:pt x="601" y="97"/>
                    <a:pt x="601" y="96"/>
                    <a:pt x="602" y="96"/>
                  </a:cubicBezTo>
                  <a:cubicBezTo>
                    <a:pt x="602" y="95"/>
                    <a:pt x="602" y="96"/>
                    <a:pt x="603" y="95"/>
                  </a:cubicBezTo>
                  <a:cubicBezTo>
                    <a:pt x="603" y="95"/>
                    <a:pt x="604" y="95"/>
                    <a:pt x="604" y="95"/>
                  </a:cubicBezTo>
                  <a:cubicBezTo>
                    <a:pt x="604" y="94"/>
                    <a:pt x="604" y="94"/>
                    <a:pt x="604" y="94"/>
                  </a:cubicBezTo>
                  <a:cubicBezTo>
                    <a:pt x="605" y="94"/>
                    <a:pt x="605" y="94"/>
                    <a:pt x="606" y="94"/>
                  </a:cubicBezTo>
                  <a:cubicBezTo>
                    <a:pt x="607" y="94"/>
                    <a:pt x="606" y="93"/>
                    <a:pt x="607" y="93"/>
                  </a:cubicBezTo>
                  <a:cubicBezTo>
                    <a:pt x="607" y="93"/>
                    <a:pt x="608" y="93"/>
                    <a:pt x="608" y="92"/>
                  </a:cubicBezTo>
                  <a:cubicBezTo>
                    <a:pt x="609" y="91"/>
                    <a:pt x="610" y="92"/>
                    <a:pt x="611" y="92"/>
                  </a:cubicBezTo>
                  <a:cubicBezTo>
                    <a:pt x="612" y="92"/>
                    <a:pt x="613" y="92"/>
                    <a:pt x="614" y="93"/>
                  </a:cubicBezTo>
                  <a:cubicBezTo>
                    <a:pt x="614" y="93"/>
                    <a:pt x="615" y="93"/>
                    <a:pt x="615" y="93"/>
                  </a:cubicBezTo>
                  <a:cubicBezTo>
                    <a:pt x="615" y="94"/>
                    <a:pt x="616" y="94"/>
                    <a:pt x="616" y="95"/>
                  </a:cubicBezTo>
                  <a:cubicBezTo>
                    <a:pt x="616" y="95"/>
                    <a:pt x="615" y="96"/>
                    <a:pt x="615" y="96"/>
                  </a:cubicBezTo>
                  <a:cubicBezTo>
                    <a:pt x="614" y="96"/>
                    <a:pt x="613" y="97"/>
                    <a:pt x="612" y="97"/>
                  </a:cubicBezTo>
                  <a:cubicBezTo>
                    <a:pt x="611" y="97"/>
                    <a:pt x="610" y="97"/>
                    <a:pt x="609" y="97"/>
                  </a:cubicBezTo>
                  <a:cubicBezTo>
                    <a:pt x="609" y="97"/>
                    <a:pt x="608" y="97"/>
                    <a:pt x="607" y="98"/>
                  </a:cubicBezTo>
                  <a:cubicBezTo>
                    <a:pt x="606" y="98"/>
                    <a:pt x="606" y="98"/>
                    <a:pt x="605" y="99"/>
                  </a:cubicBezTo>
                  <a:cubicBezTo>
                    <a:pt x="604" y="99"/>
                    <a:pt x="603" y="99"/>
                    <a:pt x="602" y="99"/>
                  </a:cubicBezTo>
                  <a:cubicBezTo>
                    <a:pt x="603" y="99"/>
                    <a:pt x="603" y="99"/>
                    <a:pt x="604" y="99"/>
                  </a:cubicBezTo>
                  <a:cubicBezTo>
                    <a:pt x="605" y="99"/>
                    <a:pt x="606" y="99"/>
                    <a:pt x="606" y="99"/>
                  </a:cubicBezTo>
                  <a:cubicBezTo>
                    <a:pt x="606" y="99"/>
                    <a:pt x="605" y="100"/>
                    <a:pt x="604" y="100"/>
                  </a:cubicBezTo>
                  <a:cubicBezTo>
                    <a:pt x="604" y="100"/>
                    <a:pt x="604" y="100"/>
                    <a:pt x="603" y="100"/>
                  </a:cubicBezTo>
                  <a:cubicBezTo>
                    <a:pt x="603" y="101"/>
                    <a:pt x="602" y="101"/>
                    <a:pt x="601" y="101"/>
                  </a:cubicBezTo>
                  <a:cubicBezTo>
                    <a:pt x="603" y="101"/>
                    <a:pt x="605" y="100"/>
                    <a:pt x="606" y="99"/>
                  </a:cubicBezTo>
                  <a:cubicBezTo>
                    <a:pt x="607" y="99"/>
                    <a:pt x="609" y="99"/>
                    <a:pt x="610" y="99"/>
                  </a:cubicBezTo>
                  <a:cubicBezTo>
                    <a:pt x="610" y="99"/>
                    <a:pt x="611" y="99"/>
                    <a:pt x="611" y="99"/>
                  </a:cubicBezTo>
                  <a:cubicBezTo>
                    <a:pt x="612" y="99"/>
                    <a:pt x="613" y="99"/>
                    <a:pt x="613" y="99"/>
                  </a:cubicBezTo>
                  <a:cubicBezTo>
                    <a:pt x="613" y="99"/>
                    <a:pt x="613" y="98"/>
                    <a:pt x="613" y="98"/>
                  </a:cubicBezTo>
                  <a:cubicBezTo>
                    <a:pt x="613" y="98"/>
                    <a:pt x="613" y="98"/>
                    <a:pt x="614" y="98"/>
                  </a:cubicBezTo>
                  <a:cubicBezTo>
                    <a:pt x="614" y="97"/>
                    <a:pt x="616" y="97"/>
                    <a:pt x="616" y="97"/>
                  </a:cubicBezTo>
                  <a:cubicBezTo>
                    <a:pt x="617" y="97"/>
                    <a:pt x="618" y="96"/>
                    <a:pt x="618" y="97"/>
                  </a:cubicBezTo>
                  <a:cubicBezTo>
                    <a:pt x="618" y="98"/>
                    <a:pt x="618" y="99"/>
                    <a:pt x="617" y="99"/>
                  </a:cubicBezTo>
                  <a:cubicBezTo>
                    <a:pt x="616" y="99"/>
                    <a:pt x="615" y="100"/>
                    <a:pt x="614" y="100"/>
                  </a:cubicBezTo>
                  <a:cubicBezTo>
                    <a:pt x="614" y="100"/>
                    <a:pt x="613" y="100"/>
                    <a:pt x="613" y="101"/>
                  </a:cubicBezTo>
                  <a:cubicBezTo>
                    <a:pt x="612" y="101"/>
                    <a:pt x="612" y="101"/>
                    <a:pt x="611" y="101"/>
                  </a:cubicBezTo>
                  <a:cubicBezTo>
                    <a:pt x="610" y="101"/>
                    <a:pt x="610" y="101"/>
                    <a:pt x="609" y="101"/>
                  </a:cubicBezTo>
                  <a:cubicBezTo>
                    <a:pt x="609" y="101"/>
                    <a:pt x="608" y="101"/>
                    <a:pt x="608" y="102"/>
                  </a:cubicBezTo>
                  <a:cubicBezTo>
                    <a:pt x="607" y="102"/>
                    <a:pt x="607" y="102"/>
                    <a:pt x="606" y="102"/>
                  </a:cubicBezTo>
                  <a:cubicBezTo>
                    <a:pt x="606" y="103"/>
                    <a:pt x="605" y="103"/>
                    <a:pt x="605" y="103"/>
                  </a:cubicBezTo>
                  <a:cubicBezTo>
                    <a:pt x="605" y="103"/>
                    <a:pt x="606" y="103"/>
                    <a:pt x="606" y="103"/>
                  </a:cubicBezTo>
                  <a:cubicBezTo>
                    <a:pt x="606" y="103"/>
                    <a:pt x="605" y="104"/>
                    <a:pt x="605" y="104"/>
                  </a:cubicBezTo>
                  <a:cubicBezTo>
                    <a:pt x="606" y="104"/>
                    <a:pt x="606" y="103"/>
                    <a:pt x="607" y="102"/>
                  </a:cubicBezTo>
                  <a:cubicBezTo>
                    <a:pt x="607" y="102"/>
                    <a:pt x="608" y="102"/>
                    <a:pt x="608" y="102"/>
                  </a:cubicBezTo>
                  <a:cubicBezTo>
                    <a:pt x="609" y="102"/>
                    <a:pt x="609" y="101"/>
                    <a:pt x="609" y="101"/>
                  </a:cubicBezTo>
                  <a:cubicBezTo>
                    <a:pt x="609" y="102"/>
                    <a:pt x="609" y="102"/>
                    <a:pt x="609" y="102"/>
                  </a:cubicBezTo>
                  <a:cubicBezTo>
                    <a:pt x="610" y="102"/>
                    <a:pt x="610" y="101"/>
                    <a:pt x="611" y="102"/>
                  </a:cubicBezTo>
                  <a:cubicBezTo>
                    <a:pt x="611" y="102"/>
                    <a:pt x="610" y="103"/>
                    <a:pt x="610" y="103"/>
                  </a:cubicBezTo>
                  <a:cubicBezTo>
                    <a:pt x="609" y="103"/>
                    <a:pt x="608" y="104"/>
                    <a:pt x="608" y="104"/>
                  </a:cubicBezTo>
                  <a:cubicBezTo>
                    <a:pt x="608" y="105"/>
                    <a:pt x="607" y="105"/>
                    <a:pt x="606" y="106"/>
                  </a:cubicBezTo>
                  <a:cubicBezTo>
                    <a:pt x="607" y="105"/>
                    <a:pt x="606" y="106"/>
                    <a:pt x="606" y="106"/>
                  </a:cubicBezTo>
                  <a:cubicBezTo>
                    <a:pt x="605" y="106"/>
                    <a:pt x="605" y="106"/>
                    <a:pt x="605" y="106"/>
                  </a:cubicBezTo>
                  <a:cubicBezTo>
                    <a:pt x="606" y="106"/>
                    <a:pt x="608" y="105"/>
                    <a:pt x="609" y="104"/>
                  </a:cubicBezTo>
                  <a:cubicBezTo>
                    <a:pt x="610" y="103"/>
                    <a:pt x="611" y="102"/>
                    <a:pt x="612" y="102"/>
                  </a:cubicBezTo>
                  <a:cubicBezTo>
                    <a:pt x="611" y="101"/>
                    <a:pt x="614" y="101"/>
                    <a:pt x="614" y="101"/>
                  </a:cubicBezTo>
                  <a:cubicBezTo>
                    <a:pt x="615" y="100"/>
                    <a:pt x="616" y="100"/>
                    <a:pt x="617" y="100"/>
                  </a:cubicBezTo>
                  <a:cubicBezTo>
                    <a:pt x="618" y="99"/>
                    <a:pt x="619" y="99"/>
                    <a:pt x="621" y="99"/>
                  </a:cubicBezTo>
                  <a:cubicBezTo>
                    <a:pt x="621" y="99"/>
                    <a:pt x="623" y="98"/>
                    <a:pt x="623" y="99"/>
                  </a:cubicBezTo>
                  <a:cubicBezTo>
                    <a:pt x="622" y="100"/>
                    <a:pt x="620" y="100"/>
                    <a:pt x="619" y="101"/>
                  </a:cubicBezTo>
                  <a:cubicBezTo>
                    <a:pt x="618" y="101"/>
                    <a:pt x="617" y="101"/>
                    <a:pt x="616" y="101"/>
                  </a:cubicBezTo>
                  <a:cubicBezTo>
                    <a:pt x="616" y="101"/>
                    <a:pt x="616" y="101"/>
                    <a:pt x="616" y="102"/>
                  </a:cubicBezTo>
                  <a:cubicBezTo>
                    <a:pt x="616" y="102"/>
                    <a:pt x="615" y="102"/>
                    <a:pt x="615" y="102"/>
                  </a:cubicBezTo>
                  <a:cubicBezTo>
                    <a:pt x="615" y="102"/>
                    <a:pt x="616" y="102"/>
                    <a:pt x="617" y="102"/>
                  </a:cubicBezTo>
                  <a:cubicBezTo>
                    <a:pt x="617" y="102"/>
                    <a:pt x="616" y="101"/>
                    <a:pt x="617" y="101"/>
                  </a:cubicBezTo>
                  <a:cubicBezTo>
                    <a:pt x="617" y="101"/>
                    <a:pt x="618" y="101"/>
                    <a:pt x="619" y="101"/>
                  </a:cubicBezTo>
                  <a:cubicBezTo>
                    <a:pt x="619" y="102"/>
                    <a:pt x="619" y="101"/>
                    <a:pt x="620" y="101"/>
                  </a:cubicBezTo>
                  <a:cubicBezTo>
                    <a:pt x="620" y="101"/>
                    <a:pt x="620" y="101"/>
                    <a:pt x="621" y="100"/>
                  </a:cubicBezTo>
                  <a:cubicBezTo>
                    <a:pt x="621" y="100"/>
                    <a:pt x="621" y="100"/>
                    <a:pt x="622" y="100"/>
                  </a:cubicBezTo>
                  <a:cubicBezTo>
                    <a:pt x="622" y="100"/>
                    <a:pt x="622" y="101"/>
                    <a:pt x="622" y="100"/>
                  </a:cubicBezTo>
                  <a:cubicBezTo>
                    <a:pt x="623" y="100"/>
                    <a:pt x="624" y="99"/>
                    <a:pt x="625" y="99"/>
                  </a:cubicBezTo>
                  <a:cubicBezTo>
                    <a:pt x="625" y="99"/>
                    <a:pt x="626" y="99"/>
                    <a:pt x="626" y="100"/>
                  </a:cubicBezTo>
                  <a:cubicBezTo>
                    <a:pt x="626" y="100"/>
                    <a:pt x="626" y="100"/>
                    <a:pt x="627" y="100"/>
                  </a:cubicBezTo>
                  <a:cubicBezTo>
                    <a:pt x="628" y="101"/>
                    <a:pt x="628" y="101"/>
                    <a:pt x="629" y="101"/>
                  </a:cubicBezTo>
                  <a:cubicBezTo>
                    <a:pt x="630" y="101"/>
                    <a:pt x="631" y="101"/>
                    <a:pt x="630" y="102"/>
                  </a:cubicBezTo>
                  <a:cubicBezTo>
                    <a:pt x="630" y="103"/>
                    <a:pt x="629" y="103"/>
                    <a:pt x="628" y="103"/>
                  </a:cubicBezTo>
                  <a:cubicBezTo>
                    <a:pt x="628" y="103"/>
                    <a:pt x="628" y="102"/>
                    <a:pt x="628" y="102"/>
                  </a:cubicBezTo>
                  <a:cubicBezTo>
                    <a:pt x="628" y="102"/>
                    <a:pt x="627" y="103"/>
                    <a:pt x="627" y="103"/>
                  </a:cubicBezTo>
                  <a:cubicBezTo>
                    <a:pt x="627" y="104"/>
                    <a:pt x="627" y="104"/>
                    <a:pt x="626" y="104"/>
                  </a:cubicBezTo>
                  <a:cubicBezTo>
                    <a:pt x="625" y="104"/>
                    <a:pt x="623" y="104"/>
                    <a:pt x="622" y="104"/>
                  </a:cubicBezTo>
                  <a:cubicBezTo>
                    <a:pt x="620" y="105"/>
                    <a:pt x="619" y="105"/>
                    <a:pt x="617" y="105"/>
                  </a:cubicBezTo>
                  <a:cubicBezTo>
                    <a:pt x="617" y="106"/>
                    <a:pt x="616" y="106"/>
                    <a:pt x="616" y="106"/>
                  </a:cubicBezTo>
                  <a:cubicBezTo>
                    <a:pt x="615" y="106"/>
                    <a:pt x="615" y="106"/>
                    <a:pt x="614" y="107"/>
                  </a:cubicBezTo>
                  <a:cubicBezTo>
                    <a:pt x="615" y="107"/>
                    <a:pt x="615" y="106"/>
                    <a:pt x="616" y="106"/>
                  </a:cubicBezTo>
                  <a:cubicBezTo>
                    <a:pt x="617" y="106"/>
                    <a:pt x="617" y="107"/>
                    <a:pt x="616" y="107"/>
                  </a:cubicBezTo>
                  <a:cubicBezTo>
                    <a:pt x="615" y="107"/>
                    <a:pt x="615" y="107"/>
                    <a:pt x="614" y="107"/>
                  </a:cubicBezTo>
                  <a:cubicBezTo>
                    <a:pt x="613" y="107"/>
                    <a:pt x="612" y="108"/>
                    <a:pt x="611" y="108"/>
                  </a:cubicBezTo>
                  <a:cubicBezTo>
                    <a:pt x="612" y="108"/>
                    <a:pt x="613" y="107"/>
                    <a:pt x="614" y="107"/>
                  </a:cubicBezTo>
                  <a:cubicBezTo>
                    <a:pt x="615" y="107"/>
                    <a:pt x="617" y="107"/>
                    <a:pt x="617" y="106"/>
                  </a:cubicBezTo>
                  <a:cubicBezTo>
                    <a:pt x="617" y="106"/>
                    <a:pt x="619" y="105"/>
                    <a:pt x="620" y="105"/>
                  </a:cubicBezTo>
                  <a:cubicBezTo>
                    <a:pt x="620" y="105"/>
                    <a:pt x="621" y="105"/>
                    <a:pt x="622" y="105"/>
                  </a:cubicBezTo>
                  <a:cubicBezTo>
                    <a:pt x="622" y="105"/>
                    <a:pt x="623" y="105"/>
                    <a:pt x="623" y="105"/>
                  </a:cubicBezTo>
                  <a:cubicBezTo>
                    <a:pt x="623" y="105"/>
                    <a:pt x="623" y="105"/>
                    <a:pt x="623" y="105"/>
                  </a:cubicBezTo>
                  <a:cubicBezTo>
                    <a:pt x="623" y="104"/>
                    <a:pt x="625" y="105"/>
                    <a:pt x="626" y="105"/>
                  </a:cubicBezTo>
                  <a:cubicBezTo>
                    <a:pt x="626" y="105"/>
                    <a:pt x="625" y="106"/>
                    <a:pt x="625" y="106"/>
                  </a:cubicBezTo>
                  <a:cubicBezTo>
                    <a:pt x="625" y="106"/>
                    <a:pt x="625" y="106"/>
                    <a:pt x="625" y="106"/>
                  </a:cubicBezTo>
                  <a:cubicBezTo>
                    <a:pt x="624" y="106"/>
                    <a:pt x="624" y="106"/>
                    <a:pt x="624" y="106"/>
                  </a:cubicBezTo>
                  <a:cubicBezTo>
                    <a:pt x="623" y="107"/>
                    <a:pt x="622" y="107"/>
                    <a:pt x="621" y="107"/>
                  </a:cubicBezTo>
                  <a:cubicBezTo>
                    <a:pt x="620" y="108"/>
                    <a:pt x="619" y="108"/>
                    <a:pt x="618" y="108"/>
                  </a:cubicBezTo>
                  <a:cubicBezTo>
                    <a:pt x="617" y="108"/>
                    <a:pt x="616" y="108"/>
                    <a:pt x="615" y="109"/>
                  </a:cubicBezTo>
                  <a:cubicBezTo>
                    <a:pt x="614" y="109"/>
                    <a:pt x="613" y="109"/>
                    <a:pt x="613" y="110"/>
                  </a:cubicBezTo>
                  <a:cubicBezTo>
                    <a:pt x="614" y="110"/>
                    <a:pt x="615" y="108"/>
                    <a:pt x="617" y="108"/>
                  </a:cubicBezTo>
                  <a:cubicBezTo>
                    <a:pt x="618" y="108"/>
                    <a:pt x="618" y="109"/>
                    <a:pt x="619" y="108"/>
                  </a:cubicBezTo>
                  <a:cubicBezTo>
                    <a:pt x="620" y="108"/>
                    <a:pt x="621" y="107"/>
                    <a:pt x="622" y="107"/>
                  </a:cubicBezTo>
                  <a:cubicBezTo>
                    <a:pt x="623" y="107"/>
                    <a:pt x="624" y="107"/>
                    <a:pt x="624" y="107"/>
                  </a:cubicBezTo>
                  <a:cubicBezTo>
                    <a:pt x="625" y="107"/>
                    <a:pt x="625" y="107"/>
                    <a:pt x="625" y="107"/>
                  </a:cubicBezTo>
                  <a:cubicBezTo>
                    <a:pt x="625" y="107"/>
                    <a:pt x="625" y="107"/>
                    <a:pt x="626" y="106"/>
                  </a:cubicBezTo>
                  <a:cubicBezTo>
                    <a:pt x="627" y="106"/>
                    <a:pt x="628" y="106"/>
                    <a:pt x="629" y="106"/>
                  </a:cubicBezTo>
                  <a:cubicBezTo>
                    <a:pt x="629" y="105"/>
                    <a:pt x="628" y="105"/>
                    <a:pt x="628" y="105"/>
                  </a:cubicBezTo>
                  <a:cubicBezTo>
                    <a:pt x="628" y="105"/>
                    <a:pt x="628" y="105"/>
                    <a:pt x="628" y="105"/>
                  </a:cubicBezTo>
                  <a:cubicBezTo>
                    <a:pt x="629" y="105"/>
                    <a:pt x="630" y="104"/>
                    <a:pt x="631" y="104"/>
                  </a:cubicBezTo>
                  <a:cubicBezTo>
                    <a:pt x="632" y="104"/>
                    <a:pt x="633" y="105"/>
                    <a:pt x="634" y="106"/>
                  </a:cubicBezTo>
                  <a:cubicBezTo>
                    <a:pt x="634" y="107"/>
                    <a:pt x="634" y="107"/>
                    <a:pt x="634" y="107"/>
                  </a:cubicBezTo>
                  <a:cubicBezTo>
                    <a:pt x="634" y="107"/>
                    <a:pt x="634" y="107"/>
                    <a:pt x="634" y="107"/>
                  </a:cubicBezTo>
                  <a:cubicBezTo>
                    <a:pt x="634" y="108"/>
                    <a:pt x="634" y="108"/>
                    <a:pt x="634" y="108"/>
                  </a:cubicBezTo>
                  <a:cubicBezTo>
                    <a:pt x="634" y="108"/>
                    <a:pt x="634" y="108"/>
                    <a:pt x="634" y="108"/>
                  </a:cubicBezTo>
                  <a:cubicBezTo>
                    <a:pt x="634" y="109"/>
                    <a:pt x="634" y="109"/>
                    <a:pt x="633" y="109"/>
                  </a:cubicBezTo>
                  <a:cubicBezTo>
                    <a:pt x="632" y="109"/>
                    <a:pt x="632" y="109"/>
                    <a:pt x="631" y="109"/>
                  </a:cubicBezTo>
                  <a:cubicBezTo>
                    <a:pt x="629" y="109"/>
                    <a:pt x="628" y="109"/>
                    <a:pt x="626" y="109"/>
                  </a:cubicBezTo>
                  <a:cubicBezTo>
                    <a:pt x="626" y="109"/>
                    <a:pt x="625" y="110"/>
                    <a:pt x="624" y="110"/>
                  </a:cubicBezTo>
                  <a:cubicBezTo>
                    <a:pt x="624" y="110"/>
                    <a:pt x="623" y="110"/>
                    <a:pt x="622" y="110"/>
                  </a:cubicBezTo>
                  <a:cubicBezTo>
                    <a:pt x="621" y="110"/>
                    <a:pt x="619" y="111"/>
                    <a:pt x="617" y="111"/>
                  </a:cubicBezTo>
                  <a:cubicBezTo>
                    <a:pt x="616" y="111"/>
                    <a:pt x="616" y="111"/>
                    <a:pt x="615" y="111"/>
                  </a:cubicBezTo>
                  <a:cubicBezTo>
                    <a:pt x="614" y="111"/>
                    <a:pt x="613" y="111"/>
                    <a:pt x="612" y="111"/>
                  </a:cubicBezTo>
                  <a:cubicBezTo>
                    <a:pt x="613" y="112"/>
                    <a:pt x="614" y="111"/>
                    <a:pt x="614" y="111"/>
                  </a:cubicBezTo>
                  <a:cubicBezTo>
                    <a:pt x="615" y="111"/>
                    <a:pt x="616" y="111"/>
                    <a:pt x="617" y="111"/>
                  </a:cubicBezTo>
                  <a:cubicBezTo>
                    <a:pt x="619" y="111"/>
                    <a:pt x="621" y="110"/>
                    <a:pt x="623" y="111"/>
                  </a:cubicBezTo>
                  <a:cubicBezTo>
                    <a:pt x="624" y="111"/>
                    <a:pt x="625" y="111"/>
                    <a:pt x="626" y="112"/>
                  </a:cubicBezTo>
                  <a:cubicBezTo>
                    <a:pt x="627" y="112"/>
                    <a:pt x="628" y="111"/>
                    <a:pt x="629" y="112"/>
                  </a:cubicBezTo>
                  <a:cubicBezTo>
                    <a:pt x="630" y="112"/>
                    <a:pt x="631" y="111"/>
                    <a:pt x="632" y="112"/>
                  </a:cubicBezTo>
                  <a:cubicBezTo>
                    <a:pt x="632" y="112"/>
                    <a:pt x="633" y="112"/>
                    <a:pt x="634" y="113"/>
                  </a:cubicBezTo>
                  <a:cubicBezTo>
                    <a:pt x="634" y="114"/>
                    <a:pt x="634" y="114"/>
                    <a:pt x="633" y="115"/>
                  </a:cubicBezTo>
                  <a:cubicBezTo>
                    <a:pt x="632" y="115"/>
                    <a:pt x="631" y="114"/>
                    <a:pt x="631" y="114"/>
                  </a:cubicBezTo>
                  <a:cubicBezTo>
                    <a:pt x="630" y="114"/>
                    <a:pt x="630" y="115"/>
                    <a:pt x="629" y="114"/>
                  </a:cubicBezTo>
                  <a:cubicBezTo>
                    <a:pt x="628" y="114"/>
                    <a:pt x="627" y="114"/>
                    <a:pt x="627" y="114"/>
                  </a:cubicBezTo>
                  <a:cubicBezTo>
                    <a:pt x="626" y="114"/>
                    <a:pt x="625" y="114"/>
                    <a:pt x="624" y="113"/>
                  </a:cubicBezTo>
                  <a:cubicBezTo>
                    <a:pt x="623" y="113"/>
                    <a:pt x="622" y="113"/>
                    <a:pt x="622" y="113"/>
                  </a:cubicBezTo>
                  <a:cubicBezTo>
                    <a:pt x="620" y="113"/>
                    <a:pt x="617" y="112"/>
                    <a:pt x="616" y="113"/>
                  </a:cubicBezTo>
                  <a:cubicBezTo>
                    <a:pt x="616" y="113"/>
                    <a:pt x="617" y="113"/>
                    <a:pt x="618" y="113"/>
                  </a:cubicBezTo>
                  <a:cubicBezTo>
                    <a:pt x="618" y="113"/>
                    <a:pt x="619" y="113"/>
                    <a:pt x="620" y="113"/>
                  </a:cubicBezTo>
                  <a:cubicBezTo>
                    <a:pt x="621" y="113"/>
                    <a:pt x="622" y="113"/>
                    <a:pt x="622" y="113"/>
                  </a:cubicBezTo>
                  <a:cubicBezTo>
                    <a:pt x="623" y="113"/>
                    <a:pt x="623" y="113"/>
                    <a:pt x="623" y="113"/>
                  </a:cubicBezTo>
                  <a:cubicBezTo>
                    <a:pt x="624" y="114"/>
                    <a:pt x="624" y="114"/>
                    <a:pt x="623" y="114"/>
                  </a:cubicBezTo>
                  <a:cubicBezTo>
                    <a:pt x="623" y="114"/>
                    <a:pt x="622" y="114"/>
                    <a:pt x="622" y="114"/>
                  </a:cubicBezTo>
                  <a:cubicBezTo>
                    <a:pt x="620" y="114"/>
                    <a:pt x="619" y="114"/>
                    <a:pt x="618" y="114"/>
                  </a:cubicBezTo>
                  <a:cubicBezTo>
                    <a:pt x="618" y="114"/>
                    <a:pt x="620" y="114"/>
                    <a:pt x="621" y="114"/>
                  </a:cubicBezTo>
                  <a:cubicBezTo>
                    <a:pt x="619" y="115"/>
                    <a:pt x="617" y="114"/>
                    <a:pt x="616" y="115"/>
                  </a:cubicBezTo>
                  <a:cubicBezTo>
                    <a:pt x="616" y="115"/>
                    <a:pt x="617" y="115"/>
                    <a:pt x="617" y="115"/>
                  </a:cubicBezTo>
                  <a:cubicBezTo>
                    <a:pt x="617" y="116"/>
                    <a:pt x="616" y="116"/>
                    <a:pt x="616" y="116"/>
                  </a:cubicBezTo>
                  <a:cubicBezTo>
                    <a:pt x="616" y="116"/>
                    <a:pt x="617" y="115"/>
                    <a:pt x="617" y="115"/>
                  </a:cubicBezTo>
                  <a:cubicBezTo>
                    <a:pt x="618" y="115"/>
                    <a:pt x="619" y="115"/>
                    <a:pt x="620" y="114"/>
                  </a:cubicBezTo>
                  <a:cubicBezTo>
                    <a:pt x="621" y="114"/>
                    <a:pt x="622" y="114"/>
                    <a:pt x="623" y="115"/>
                  </a:cubicBezTo>
                  <a:cubicBezTo>
                    <a:pt x="623" y="115"/>
                    <a:pt x="625" y="116"/>
                    <a:pt x="625" y="116"/>
                  </a:cubicBezTo>
                  <a:cubicBezTo>
                    <a:pt x="625" y="116"/>
                    <a:pt x="622" y="116"/>
                    <a:pt x="622" y="116"/>
                  </a:cubicBezTo>
                  <a:cubicBezTo>
                    <a:pt x="621" y="116"/>
                    <a:pt x="620" y="115"/>
                    <a:pt x="619" y="116"/>
                  </a:cubicBezTo>
                  <a:cubicBezTo>
                    <a:pt x="619" y="116"/>
                    <a:pt x="620" y="116"/>
                    <a:pt x="621" y="116"/>
                  </a:cubicBezTo>
                  <a:cubicBezTo>
                    <a:pt x="621" y="116"/>
                    <a:pt x="623" y="117"/>
                    <a:pt x="622" y="117"/>
                  </a:cubicBezTo>
                  <a:cubicBezTo>
                    <a:pt x="623" y="117"/>
                    <a:pt x="622" y="117"/>
                    <a:pt x="621" y="117"/>
                  </a:cubicBezTo>
                  <a:cubicBezTo>
                    <a:pt x="621" y="117"/>
                    <a:pt x="620" y="117"/>
                    <a:pt x="619" y="117"/>
                  </a:cubicBezTo>
                  <a:cubicBezTo>
                    <a:pt x="619" y="117"/>
                    <a:pt x="621" y="117"/>
                    <a:pt x="621" y="117"/>
                  </a:cubicBezTo>
                  <a:cubicBezTo>
                    <a:pt x="622" y="118"/>
                    <a:pt x="623" y="118"/>
                    <a:pt x="623" y="118"/>
                  </a:cubicBezTo>
                  <a:cubicBezTo>
                    <a:pt x="621" y="119"/>
                    <a:pt x="619" y="117"/>
                    <a:pt x="618" y="117"/>
                  </a:cubicBezTo>
                  <a:cubicBezTo>
                    <a:pt x="618" y="117"/>
                    <a:pt x="618" y="118"/>
                    <a:pt x="618" y="118"/>
                  </a:cubicBezTo>
                  <a:cubicBezTo>
                    <a:pt x="618" y="118"/>
                    <a:pt x="616" y="118"/>
                    <a:pt x="616" y="118"/>
                  </a:cubicBezTo>
                  <a:cubicBezTo>
                    <a:pt x="615" y="118"/>
                    <a:pt x="613" y="117"/>
                    <a:pt x="612" y="117"/>
                  </a:cubicBezTo>
                  <a:cubicBezTo>
                    <a:pt x="613" y="117"/>
                    <a:pt x="613" y="117"/>
                    <a:pt x="614" y="117"/>
                  </a:cubicBezTo>
                  <a:cubicBezTo>
                    <a:pt x="613" y="118"/>
                    <a:pt x="613" y="117"/>
                    <a:pt x="612" y="118"/>
                  </a:cubicBezTo>
                  <a:cubicBezTo>
                    <a:pt x="613" y="118"/>
                    <a:pt x="614" y="118"/>
                    <a:pt x="615" y="118"/>
                  </a:cubicBezTo>
                  <a:cubicBezTo>
                    <a:pt x="615" y="118"/>
                    <a:pt x="615" y="118"/>
                    <a:pt x="614" y="118"/>
                  </a:cubicBezTo>
                  <a:cubicBezTo>
                    <a:pt x="615" y="118"/>
                    <a:pt x="615" y="118"/>
                    <a:pt x="615" y="118"/>
                  </a:cubicBezTo>
                  <a:cubicBezTo>
                    <a:pt x="616" y="118"/>
                    <a:pt x="616" y="118"/>
                    <a:pt x="617" y="118"/>
                  </a:cubicBezTo>
                  <a:cubicBezTo>
                    <a:pt x="617" y="118"/>
                    <a:pt x="618" y="118"/>
                    <a:pt x="619" y="118"/>
                  </a:cubicBezTo>
                  <a:cubicBezTo>
                    <a:pt x="619" y="118"/>
                    <a:pt x="620" y="119"/>
                    <a:pt x="621" y="119"/>
                  </a:cubicBezTo>
                  <a:cubicBezTo>
                    <a:pt x="620" y="119"/>
                    <a:pt x="620" y="119"/>
                    <a:pt x="620" y="119"/>
                  </a:cubicBezTo>
                  <a:cubicBezTo>
                    <a:pt x="620" y="119"/>
                    <a:pt x="620" y="119"/>
                    <a:pt x="620" y="119"/>
                  </a:cubicBezTo>
                  <a:cubicBezTo>
                    <a:pt x="620" y="119"/>
                    <a:pt x="618" y="119"/>
                    <a:pt x="618" y="119"/>
                  </a:cubicBezTo>
                  <a:cubicBezTo>
                    <a:pt x="617" y="119"/>
                    <a:pt x="617" y="119"/>
                    <a:pt x="617" y="119"/>
                  </a:cubicBezTo>
                  <a:cubicBezTo>
                    <a:pt x="617" y="119"/>
                    <a:pt x="617" y="119"/>
                    <a:pt x="617" y="119"/>
                  </a:cubicBezTo>
                  <a:cubicBezTo>
                    <a:pt x="617" y="120"/>
                    <a:pt x="615" y="120"/>
                    <a:pt x="615" y="120"/>
                  </a:cubicBezTo>
                  <a:cubicBezTo>
                    <a:pt x="615" y="120"/>
                    <a:pt x="617" y="120"/>
                    <a:pt x="617" y="120"/>
                  </a:cubicBezTo>
                  <a:cubicBezTo>
                    <a:pt x="618" y="120"/>
                    <a:pt x="620" y="120"/>
                    <a:pt x="619" y="120"/>
                  </a:cubicBezTo>
                  <a:cubicBezTo>
                    <a:pt x="620" y="120"/>
                    <a:pt x="620" y="120"/>
                    <a:pt x="621" y="120"/>
                  </a:cubicBezTo>
                  <a:cubicBezTo>
                    <a:pt x="620" y="120"/>
                    <a:pt x="620" y="121"/>
                    <a:pt x="620" y="121"/>
                  </a:cubicBezTo>
                  <a:cubicBezTo>
                    <a:pt x="620" y="121"/>
                    <a:pt x="620" y="121"/>
                    <a:pt x="619" y="121"/>
                  </a:cubicBezTo>
                  <a:cubicBezTo>
                    <a:pt x="620" y="121"/>
                    <a:pt x="620" y="121"/>
                    <a:pt x="621" y="120"/>
                  </a:cubicBezTo>
                  <a:cubicBezTo>
                    <a:pt x="621" y="120"/>
                    <a:pt x="622" y="120"/>
                    <a:pt x="623" y="120"/>
                  </a:cubicBezTo>
                  <a:cubicBezTo>
                    <a:pt x="623" y="120"/>
                    <a:pt x="624" y="120"/>
                    <a:pt x="623" y="120"/>
                  </a:cubicBezTo>
                  <a:cubicBezTo>
                    <a:pt x="623" y="121"/>
                    <a:pt x="622" y="121"/>
                    <a:pt x="622" y="122"/>
                  </a:cubicBezTo>
                  <a:cubicBezTo>
                    <a:pt x="622" y="122"/>
                    <a:pt x="623" y="121"/>
                    <a:pt x="623" y="121"/>
                  </a:cubicBezTo>
                  <a:cubicBezTo>
                    <a:pt x="624" y="121"/>
                    <a:pt x="624" y="121"/>
                    <a:pt x="625" y="121"/>
                  </a:cubicBezTo>
                  <a:cubicBezTo>
                    <a:pt x="625" y="121"/>
                    <a:pt x="625" y="121"/>
                    <a:pt x="625" y="121"/>
                  </a:cubicBezTo>
                  <a:cubicBezTo>
                    <a:pt x="625" y="121"/>
                    <a:pt x="625" y="121"/>
                    <a:pt x="625" y="121"/>
                  </a:cubicBezTo>
                  <a:cubicBezTo>
                    <a:pt x="625" y="121"/>
                    <a:pt x="624" y="121"/>
                    <a:pt x="624" y="121"/>
                  </a:cubicBezTo>
                  <a:cubicBezTo>
                    <a:pt x="624" y="121"/>
                    <a:pt x="625" y="122"/>
                    <a:pt x="626" y="121"/>
                  </a:cubicBezTo>
                  <a:cubicBezTo>
                    <a:pt x="626" y="121"/>
                    <a:pt x="626" y="121"/>
                    <a:pt x="626" y="121"/>
                  </a:cubicBezTo>
                  <a:cubicBezTo>
                    <a:pt x="627" y="121"/>
                    <a:pt x="628" y="121"/>
                    <a:pt x="629" y="121"/>
                  </a:cubicBezTo>
                  <a:cubicBezTo>
                    <a:pt x="628" y="121"/>
                    <a:pt x="628" y="121"/>
                    <a:pt x="627" y="121"/>
                  </a:cubicBezTo>
                  <a:cubicBezTo>
                    <a:pt x="627" y="121"/>
                    <a:pt x="626" y="122"/>
                    <a:pt x="626" y="122"/>
                  </a:cubicBezTo>
                  <a:cubicBezTo>
                    <a:pt x="625" y="122"/>
                    <a:pt x="625" y="122"/>
                    <a:pt x="624" y="122"/>
                  </a:cubicBezTo>
                  <a:cubicBezTo>
                    <a:pt x="623" y="122"/>
                    <a:pt x="623" y="122"/>
                    <a:pt x="622" y="122"/>
                  </a:cubicBezTo>
                  <a:cubicBezTo>
                    <a:pt x="622" y="122"/>
                    <a:pt x="619" y="122"/>
                    <a:pt x="619" y="123"/>
                  </a:cubicBezTo>
                  <a:cubicBezTo>
                    <a:pt x="619" y="123"/>
                    <a:pt x="620" y="122"/>
                    <a:pt x="620" y="122"/>
                  </a:cubicBezTo>
                  <a:cubicBezTo>
                    <a:pt x="621" y="122"/>
                    <a:pt x="621" y="122"/>
                    <a:pt x="622" y="122"/>
                  </a:cubicBezTo>
                  <a:cubicBezTo>
                    <a:pt x="622" y="122"/>
                    <a:pt x="622" y="122"/>
                    <a:pt x="621" y="123"/>
                  </a:cubicBezTo>
                  <a:cubicBezTo>
                    <a:pt x="622" y="122"/>
                    <a:pt x="624" y="122"/>
                    <a:pt x="623" y="122"/>
                  </a:cubicBezTo>
                  <a:cubicBezTo>
                    <a:pt x="624" y="122"/>
                    <a:pt x="624" y="122"/>
                    <a:pt x="624" y="122"/>
                  </a:cubicBezTo>
                  <a:cubicBezTo>
                    <a:pt x="625" y="122"/>
                    <a:pt x="625" y="122"/>
                    <a:pt x="626" y="122"/>
                  </a:cubicBezTo>
                  <a:cubicBezTo>
                    <a:pt x="625" y="122"/>
                    <a:pt x="624" y="122"/>
                    <a:pt x="623" y="123"/>
                  </a:cubicBezTo>
                  <a:cubicBezTo>
                    <a:pt x="623" y="123"/>
                    <a:pt x="622" y="124"/>
                    <a:pt x="622" y="124"/>
                  </a:cubicBezTo>
                  <a:cubicBezTo>
                    <a:pt x="622" y="124"/>
                    <a:pt x="621" y="124"/>
                    <a:pt x="621" y="124"/>
                  </a:cubicBezTo>
                  <a:cubicBezTo>
                    <a:pt x="622" y="125"/>
                    <a:pt x="623" y="124"/>
                    <a:pt x="623" y="123"/>
                  </a:cubicBezTo>
                  <a:cubicBezTo>
                    <a:pt x="625" y="122"/>
                    <a:pt x="626" y="123"/>
                    <a:pt x="627" y="123"/>
                  </a:cubicBezTo>
                  <a:cubicBezTo>
                    <a:pt x="627" y="123"/>
                    <a:pt x="626" y="124"/>
                    <a:pt x="626" y="124"/>
                  </a:cubicBezTo>
                  <a:cubicBezTo>
                    <a:pt x="625" y="124"/>
                    <a:pt x="624" y="125"/>
                    <a:pt x="624" y="125"/>
                  </a:cubicBezTo>
                  <a:cubicBezTo>
                    <a:pt x="624" y="125"/>
                    <a:pt x="627" y="124"/>
                    <a:pt x="627" y="124"/>
                  </a:cubicBezTo>
                  <a:cubicBezTo>
                    <a:pt x="627" y="124"/>
                    <a:pt x="626" y="125"/>
                    <a:pt x="626" y="125"/>
                  </a:cubicBezTo>
                  <a:cubicBezTo>
                    <a:pt x="626" y="125"/>
                    <a:pt x="627" y="125"/>
                    <a:pt x="627" y="124"/>
                  </a:cubicBezTo>
                  <a:cubicBezTo>
                    <a:pt x="628" y="124"/>
                    <a:pt x="629" y="124"/>
                    <a:pt x="629" y="124"/>
                  </a:cubicBezTo>
                  <a:cubicBezTo>
                    <a:pt x="629" y="124"/>
                    <a:pt x="629" y="124"/>
                    <a:pt x="628" y="124"/>
                  </a:cubicBezTo>
                  <a:cubicBezTo>
                    <a:pt x="629" y="125"/>
                    <a:pt x="629" y="124"/>
                    <a:pt x="629" y="124"/>
                  </a:cubicBezTo>
                  <a:cubicBezTo>
                    <a:pt x="630" y="125"/>
                    <a:pt x="629" y="125"/>
                    <a:pt x="629" y="125"/>
                  </a:cubicBezTo>
                  <a:cubicBezTo>
                    <a:pt x="628" y="126"/>
                    <a:pt x="628" y="126"/>
                    <a:pt x="627" y="126"/>
                  </a:cubicBezTo>
                  <a:cubicBezTo>
                    <a:pt x="626" y="127"/>
                    <a:pt x="626" y="126"/>
                    <a:pt x="625" y="126"/>
                  </a:cubicBezTo>
                  <a:cubicBezTo>
                    <a:pt x="625" y="127"/>
                    <a:pt x="627" y="127"/>
                    <a:pt x="627" y="127"/>
                  </a:cubicBezTo>
                  <a:cubicBezTo>
                    <a:pt x="627" y="127"/>
                    <a:pt x="627" y="127"/>
                    <a:pt x="627" y="127"/>
                  </a:cubicBezTo>
                  <a:cubicBezTo>
                    <a:pt x="628" y="126"/>
                    <a:pt x="628" y="126"/>
                    <a:pt x="629" y="126"/>
                  </a:cubicBezTo>
                  <a:cubicBezTo>
                    <a:pt x="629" y="125"/>
                    <a:pt x="631" y="125"/>
                    <a:pt x="632" y="125"/>
                  </a:cubicBezTo>
                  <a:cubicBezTo>
                    <a:pt x="632" y="124"/>
                    <a:pt x="632" y="124"/>
                    <a:pt x="632" y="124"/>
                  </a:cubicBezTo>
                  <a:cubicBezTo>
                    <a:pt x="633" y="124"/>
                    <a:pt x="632" y="124"/>
                    <a:pt x="632" y="124"/>
                  </a:cubicBezTo>
                  <a:cubicBezTo>
                    <a:pt x="633" y="125"/>
                    <a:pt x="631" y="125"/>
                    <a:pt x="631" y="125"/>
                  </a:cubicBezTo>
                  <a:cubicBezTo>
                    <a:pt x="631" y="125"/>
                    <a:pt x="631" y="125"/>
                    <a:pt x="630" y="126"/>
                  </a:cubicBezTo>
                  <a:cubicBezTo>
                    <a:pt x="630" y="126"/>
                    <a:pt x="631" y="126"/>
                    <a:pt x="631" y="126"/>
                  </a:cubicBezTo>
                  <a:cubicBezTo>
                    <a:pt x="631" y="127"/>
                    <a:pt x="630" y="127"/>
                    <a:pt x="630" y="127"/>
                  </a:cubicBezTo>
                  <a:cubicBezTo>
                    <a:pt x="629" y="128"/>
                    <a:pt x="629" y="128"/>
                    <a:pt x="629" y="129"/>
                  </a:cubicBezTo>
                  <a:cubicBezTo>
                    <a:pt x="629" y="129"/>
                    <a:pt x="630" y="128"/>
                    <a:pt x="630" y="127"/>
                  </a:cubicBezTo>
                  <a:cubicBezTo>
                    <a:pt x="630" y="127"/>
                    <a:pt x="631" y="127"/>
                    <a:pt x="631" y="127"/>
                  </a:cubicBezTo>
                  <a:cubicBezTo>
                    <a:pt x="632" y="127"/>
                    <a:pt x="632" y="126"/>
                    <a:pt x="632" y="126"/>
                  </a:cubicBezTo>
                  <a:cubicBezTo>
                    <a:pt x="632" y="126"/>
                    <a:pt x="632" y="126"/>
                    <a:pt x="632" y="126"/>
                  </a:cubicBezTo>
                  <a:cubicBezTo>
                    <a:pt x="633" y="125"/>
                    <a:pt x="634" y="125"/>
                    <a:pt x="635" y="125"/>
                  </a:cubicBezTo>
                  <a:cubicBezTo>
                    <a:pt x="634" y="126"/>
                    <a:pt x="633" y="127"/>
                    <a:pt x="632" y="127"/>
                  </a:cubicBezTo>
                  <a:cubicBezTo>
                    <a:pt x="632" y="127"/>
                    <a:pt x="633" y="128"/>
                    <a:pt x="633" y="128"/>
                  </a:cubicBezTo>
                  <a:cubicBezTo>
                    <a:pt x="633" y="130"/>
                    <a:pt x="634" y="128"/>
                    <a:pt x="633" y="128"/>
                  </a:cubicBezTo>
                  <a:cubicBezTo>
                    <a:pt x="632" y="127"/>
                    <a:pt x="633" y="127"/>
                    <a:pt x="634" y="127"/>
                  </a:cubicBezTo>
                  <a:cubicBezTo>
                    <a:pt x="634" y="126"/>
                    <a:pt x="634" y="126"/>
                    <a:pt x="635" y="126"/>
                  </a:cubicBezTo>
                  <a:cubicBezTo>
                    <a:pt x="635" y="126"/>
                    <a:pt x="636" y="126"/>
                    <a:pt x="636" y="126"/>
                  </a:cubicBezTo>
                  <a:cubicBezTo>
                    <a:pt x="637" y="126"/>
                    <a:pt x="637" y="125"/>
                    <a:pt x="637" y="125"/>
                  </a:cubicBezTo>
                  <a:cubicBezTo>
                    <a:pt x="637" y="125"/>
                    <a:pt x="638" y="125"/>
                    <a:pt x="638" y="125"/>
                  </a:cubicBezTo>
                  <a:cubicBezTo>
                    <a:pt x="639" y="125"/>
                    <a:pt x="640" y="125"/>
                    <a:pt x="640" y="125"/>
                  </a:cubicBezTo>
                  <a:cubicBezTo>
                    <a:pt x="640" y="126"/>
                    <a:pt x="637" y="126"/>
                    <a:pt x="637" y="126"/>
                  </a:cubicBezTo>
                  <a:cubicBezTo>
                    <a:pt x="637" y="126"/>
                    <a:pt x="638" y="126"/>
                    <a:pt x="638" y="126"/>
                  </a:cubicBezTo>
                  <a:cubicBezTo>
                    <a:pt x="637" y="127"/>
                    <a:pt x="636" y="126"/>
                    <a:pt x="636" y="127"/>
                  </a:cubicBezTo>
                  <a:cubicBezTo>
                    <a:pt x="636" y="127"/>
                    <a:pt x="636" y="127"/>
                    <a:pt x="637" y="127"/>
                  </a:cubicBezTo>
                  <a:cubicBezTo>
                    <a:pt x="637" y="127"/>
                    <a:pt x="636" y="127"/>
                    <a:pt x="636" y="127"/>
                  </a:cubicBezTo>
                  <a:cubicBezTo>
                    <a:pt x="636" y="128"/>
                    <a:pt x="634" y="128"/>
                    <a:pt x="635" y="129"/>
                  </a:cubicBezTo>
                  <a:cubicBezTo>
                    <a:pt x="634" y="128"/>
                    <a:pt x="637" y="127"/>
                    <a:pt x="637" y="127"/>
                  </a:cubicBezTo>
                  <a:cubicBezTo>
                    <a:pt x="638" y="127"/>
                    <a:pt x="638" y="128"/>
                    <a:pt x="637" y="128"/>
                  </a:cubicBezTo>
                  <a:cubicBezTo>
                    <a:pt x="638" y="128"/>
                    <a:pt x="638" y="127"/>
                    <a:pt x="639" y="127"/>
                  </a:cubicBezTo>
                  <a:cubicBezTo>
                    <a:pt x="639" y="127"/>
                    <a:pt x="641" y="127"/>
                    <a:pt x="641" y="127"/>
                  </a:cubicBezTo>
                  <a:cubicBezTo>
                    <a:pt x="641" y="127"/>
                    <a:pt x="641" y="127"/>
                    <a:pt x="641" y="127"/>
                  </a:cubicBezTo>
                  <a:cubicBezTo>
                    <a:pt x="641" y="128"/>
                    <a:pt x="639" y="128"/>
                    <a:pt x="639" y="128"/>
                  </a:cubicBezTo>
                  <a:cubicBezTo>
                    <a:pt x="639" y="128"/>
                    <a:pt x="640" y="128"/>
                    <a:pt x="641" y="128"/>
                  </a:cubicBezTo>
                  <a:cubicBezTo>
                    <a:pt x="642" y="128"/>
                    <a:pt x="642" y="129"/>
                    <a:pt x="641" y="129"/>
                  </a:cubicBezTo>
                  <a:cubicBezTo>
                    <a:pt x="641" y="129"/>
                    <a:pt x="642" y="129"/>
                    <a:pt x="642" y="129"/>
                  </a:cubicBezTo>
                  <a:cubicBezTo>
                    <a:pt x="643" y="129"/>
                    <a:pt x="642" y="129"/>
                    <a:pt x="642" y="130"/>
                  </a:cubicBezTo>
                  <a:cubicBezTo>
                    <a:pt x="642" y="130"/>
                    <a:pt x="639" y="130"/>
                    <a:pt x="639" y="130"/>
                  </a:cubicBezTo>
                  <a:cubicBezTo>
                    <a:pt x="639" y="131"/>
                    <a:pt x="641" y="130"/>
                    <a:pt x="641" y="130"/>
                  </a:cubicBezTo>
                  <a:cubicBezTo>
                    <a:pt x="642" y="130"/>
                    <a:pt x="642" y="131"/>
                    <a:pt x="641" y="132"/>
                  </a:cubicBezTo>
                  <a:cubicBezTo>
                    <a:pt x="641" y="132"/>
                    <a:pt x="642" y="132"/>
                    <a:pt x="642" y="132"/>
                  </a:cubicBezTo>
                  <a:cubicBezTo>
                    <a:pt x="641" y="132"/>
                    <a:pt x="640" y="132"/>
                    <a:pt x="639" y="132"/>
                  </a:cubicBezTo>
                  <a:cubicBezTo>
                    <a:pt x="638" y="132"/>
                    <a:pt x="637" y="131"/>
                    <a:pt x="636" y="131"/>
                  </a:cubicBezTo>
                  <a:cubicBezTo>
                    <a:pt x="637" y="132"/>
                    <a:pt x="638" y="132"/>
                    <a:pt x="639" y="132"/>
                  </a:cubicBezTo>
                  <a:cubicBezTo>
                    <a:pt x="638" y="133"/>
                    <a:pt x="637" y="132"/>
                    <a:pt x="637" y="132"/>
                  </a:cubicBezTo>
                  <a:cubicBezTo>
                    <a:pt x="636" y="132"/>
                    <a:pt x="635" y="133"/>
                    <a:pt x="635" y="133"/>
                  </a:cubicBezTo>
                  <a:cubicBezTo>
                    <a:pt x="635" y="133"/>
                    <a:pt x="637" y="133"/>
                    <a:pt x="637" y="133"/>
                  </a:cubicBezTo>
                  <a:cubicBezTo>
                    <a:pt x="637" y="132"/>
                    <a:pt x="638" y="132"/>
                    <a:pt x="638" y="132"/>
                  </a:cubicBezTo>
                  <a:cubicBezTo>
                    <a:pt x="639" y="132"/>
                    <a:pt x="640" y="132"/>
                    <a:pt x="641" y="132"/>
                  </a:cubicBezTo>
                  <a:cubicBezTo>
                    <a:pt x="641" y="133"/>
                    <a:pt x="640" y="133"/>
                    <a:pt x="640" y="133"/>
                  </a:cubicBezTo>
                  <a:cubicBezTo>
                    <a:pt x="639" y="133"/>
                    <a:pt x="638" y="133"/>
                    <a:pt x="638" y="133"/>
                  </a:cubicBezTo>
                  <a:cubicBezTo>
                    <a:pt x="636" y="133"/>
                    <a:pt x="635" y="133"/>
                    <a:pt x="634" y="135"/>
                  </a:cubicBezTo>
                  <a:cubicBezTo>
                    <a:pt x="635" y="135"/>
                    <a:pt x="635" y="134"/>
                    <a:pt x="635" y="134"/>
                  </a:cubicBezTo>
                  <a:cubicBezTo>
                    <a:pt x="636" y="133"/>
                    <a:pt x="638" y="133"/>
                    <a:pt x="638" y="133"/>
                  </a:cubicBezTo>
                  <a:cubicBezTo>
                    <a:pt x="639" y="133"/>
                    <a:pt x="640" y="133"/>
                    <a:pt x="641" y="133"/>
                  </a:cubicBezTo>
                  <a:cubicBezTo>
                    <a:pt x="642" y="132"/>
                    <a:pt x="643" y="133"/>
                    <a:pt x="643" y="132"/>
                  </a:cubicBezTo>
                  <a:cubicBezTo>
                    <a:pt x="645" y="132"/>
                    <a:pt x="644" y="133"/>
                    <a:pt x="643" y="134"/>
                  </a:cubicBezTo>
                  <a:cubicBezTo>
                    <a:pt x="643" y="134"/>
                    <a:pt x="640" y="134"/>
                    <a:pt x="641" y="135"/>
                  </a:cubicBezTo>
                  <a:cubicBezTo>
                    <a:pt x="642" y="134"/>
                    <a:pt x="643" y="134"/>
                    <a:pt x="644" y="133"/>
                  </a:cubicBezTo>
                  <a:cubicBezTo>
                    <a:pt x="644" y="133"/>
                    <a:pt x="646" y="131"/>
                    <a:pt x="647" y="132"/>
                  </a:cubicBezTo>
                  <a:cubicBezTo>
                    <a:pt x="647" y="132"/>
                    <a:pt x="646" y="132"/>
                    <a:pt x="646" y="132"/>
                  </a:cubicBezTo>
                  <a:cubicBezTo>
                    <a:pt x="647" y="132"/>
                    <a:pt x="647" y="132"/>
                    <a:pt x="648" y="132"/>
                  </a:cubicBezTo>
                  <a:cubicBezTo>
                    <a:pt x="648" y="132"/>
                    <a:pt x="648" y="132"/>
                    <a:pt x="648" y="133"/>
                  </a:cubicBezTo>
                  <a:cubicBezTo>
                    <a:pt x="648" y="133"/>
                    <a:pt x="647" y="133"/>
                    <a:pt x="647" y="133"/>
                  </a:cubicBezTo>
                  <a:cubicBezTo>
                    <a:pt x="646" y="133"/>
                    <a:pt x="645" y="133"/>
                    <a:pt x="645" y="134"/>
                  </a:cubicBezTo>
                  <a:cubicBezTo>
                    <a:pt x="645" y="135"/>
                    <a:pt x="645" y="135"/>
                    <a:pt x="644" y="135"/>
                  </a:cubicBezTo>
                  <a:cubicBezTo>
                    <a:pt x="643" y="135"/>
                    <a:pt x="642" y="135"/>
                    <a:pt x="642" y="136"/>
                  </a:cubicBezTo>
                  <a:cubicBezTo>
                    <a:pt x="641" y="137"/>
                    <a:pt x="640" y="136"/>
                    <a:pt x="640" y="136"/>
                  </a:cubicBezTo>
                  <a:cubicBezTo>
                    <a:pt x="640" y="137"/>
                    <a:pt x="642" y="137"/>
                    <a:pt x="642" y="136"/>
                  </a:cubicBezTo>
                  <a:cubicBezTo>
                    <a:pt x="642" y="136"/>
                    <a:pt x="643" y="135"/>
                    <a:pt x="643" y="136"/>
                  </a:cubicBezTo>
                  <a:cubicBezTo>
                    <a:pt x="643" y="136"/>
                    <a:pt x="642" y="137"/>
                    <a:pt x="642" y="137"/>
                  </a:cubicBezTo>
                  <a:cubicBezTo>
                    <a:pt x="642" y="138"/>
                    <a:pt x="643" y="136"/>
                    <a:pt x="643" y="136"/>
                  </a:cubicBezTo>
                  <a:cubicBezTo>
                    <a:pt x="643" y="136"/>
                    <a:pt x="647" y="135"/>
                    <a:pt x="647" y="135"/>
                  </a:cubicBezTo>
                  <a:cubicBezTo>
                    <a:pt x="647" y="136"/>
                    <a:pt x="647" y="136"/>
                    <a:pt x="647" y="137"/>
                  </a:cubicBezTo>
                  <a:cubicBezTo>
                    <a:pt x="646" y="137"/>
                    <a:pt x="645" y="137"/>
                    <a:pt x="645" y="138"/>
                  </a:cubicBezTo>
                  <a:cubicBezTo>
                    <a:pt x="646" y="138"/>
                    <a:pt x="646" y="137"/>
                    <a:pt x="647" y="137"/>
                  </a:cubicBezTo>
                  <a:cubicBezTo>
                    <a:pt x="647" y="137"/>
                    <a:pt x="647" y="136"/>
                    <a:pt x="648" y="135"/>
                  </a:cubicBezTo>
                  <a:cubicBezTo>
                    <a:pt x="648" y="135"/>
                    <a:pt x="649" y="135"/>
                    <a:pt x="649" y="135"/>
                  </a:cubicBezTo>
                  <a:cubicBezTo>
                    <a:pt x="649" y="136"/>
                    <a:pt x="649" y="136"/>
                    <a:pt x="649" y="136"/>
                  </a:cubicBezTo>
                  <a:cubicBezTo>
                    <a:pt x="649" y="136"/>
                    <a:pt x="650" y="136"/>
                    <a:pt x="650" y="137"/>
                  </a:cubicBezTo>
                  <a:cubicBezTo>
                    <a:pt x="650" y="137"/>
                    <a:pt x="650" y="138"/>
                    <a:pt x="650" y="137"/>
                  </a:cubicBezTo>
                  <a:cubicBezTo>
                    <a:pt x="650" y="137"/>
                    <a:pt x="649" y="136"/>
                    <a:pt x="650" y="136"/>
                  </a:cubicBezTo>
                  <a:cubicBezTo>
                    <a:pt x="651" y="135"/>
                    <a:pt x="651" y="135"/>
                    <a:pt x="652" y="135"/>
                  </a:cubicBezTo>
                  <a:cubicBezTo>
                    <a:pt x="652" y="134"/>
                    <a:pt x="653" y="134"/>
                    <a:pt x="654" y="134"/>
                  </a:cubicBezTo>
                  <a:cubicBezTo>
                    <a:pt x="653" y="135"/>
                    <a:pt x="653" y="135"/>
                    <a:pt x="653" y="135"/>
                  </a:cubicBezTo>
                  <a:cubicBezTo>
                    <a:pt x="653" y="136"/>
                    <a:pt x="653" y="135"/>
                    <a:pt x="654" y="135"/>
                  </a:cubicBezTo>
                  <a:cubicBezTo>
                    <a:pt x="654" y="135"/>
                    <a:pt x="655" y="135"/>
                    <a:pt x="654" y="135"/>
                  </a:cubicBezTo>
                  <a:cubicBezTo>
                    <a:pt x="655" y="135"/>
                    <a:pt x="655" y="135"/>
                    <a:pt x="655" y="135"/>
                  </a:cubicBezTo>
                  <a:cubicBezTo>
                    <a:pt x="655" y="135"/>
                    <a:pt x="655" y="136"/>
                    <a:pt x="655" y="136"/>
                  </a:cubicBezTo>
                  <a:cubicBezTo>
                    <a:pt x="654" y="136"/>
                    <a:pt x="653" y="135"/>
                    <a:pt x="653" y="136"/>
                  </a:cubicBezTo>
                  <a:cubicBezTo>
                    <a:pt x="654" y="136"/>
                    <a:pt x="654" y="136"/>
                    <a:pt x="655" y="136"/>
                  </a:cubicBezTo>
                  <a:cubicBezTo>
                    <a:pt x="656" y="136"/>
                    <a:pt x="655" y="136"/>
                    <a:pt x="655" y="136"/>
                  </a:cubicBezTo>
                  <a:cubicBezTo>
                    <a:pt x="656" y="137"/>
                    <a:pt x="656" y="136"/>
                    <a:pt x="657" y="137"/>
                  </a:cubicBezTo>
                  <a:close/>
                  <a:moveTo>
                    <a:pt x="616" y="119"/>
                  </a:moveTo>
                  <a:cubicBezTo>
                    <a:pt x="615" y="119"/>
                    <a:pt x="615" y="119"/>
                    <a:pt x="614" y="120"/>
                  </a:cubicBezTo>
                  <a:cubicBezTo>
                    <a:pt x="615" y="120"/>
                    <a:pt x="615" y="119"/>
                    <a:pt x="616" y="119"/>
                  </a:cubicBezTo>
                  <a:close/>
                  <a:moveTo>
                    <a:pt x="620" y="123"/>
                  </a:moveTo>
                  <a:cubicBezTo>
                    <a:pt x="620" y="123"/>
                    <a:pt x="621" y="123"/>
                    <a:pt x="621" y="123"/>
                  </a:cubicBezTo>
                  <a:cubicBezTo>
                    <a:pt x="621" y="123"/>
                    <a:pt x="620" y="123"/>
                    <a:pt x="620" y="123"/>
                  </a:cubicBezTo>
                  <a:close/>
                  <a:moveTo>
                    <a:pt x="487" y="144"/>
                  </a:moveTo>
                  <a:cubicBezTo>
                    <a:pt x="487" y="144"/>
                    <a:pt x="487" y="143"/>
                    <a:pt x="487" y="143"/>
                  </a:cubicBezTo>
                  <a:cubicBezTo>
                    <a:pt x="486" y="143"/>
                    <a:pt x="485" y="142"/>
                    <a:pt x="485" y="143"/>
                  </a:cubicBezTo>
                  <a:cubicBezTo>
                    <a:pt x="485" y="144"/>
                    <a:pt x="485" y="144"/>
                    <a:pt x="485" y="144"/>
                  </a:cubicBezTo>
                  <a:cubicBezTo>
                    <a:pt x="485" y="144"/>
                    <a:pt x="486" y="144"/>
                    <a:pt x="486" y="144"/>
                  </a:cubicBezTo>
                  <a:cubicBezTo>
                    <a:pt x="486" y="145"/>
                    <a:pt x="486" y="145"/>
                    <a:pt x="486" y="145"/>
                  </a:cubicBezTo>
                  <a:cubicBezTo>
                    <a:pt x="486" y="145"/>
                    <a:pt x="486" y="145"/>
                    <a:pt x="486" y="145"/>
                  </a:cubicBezTo>
                  <a:cubicBezTo>
                    <a:pt x="486" y="145"/>
                    <a:pt x="486" y="146"/>
                    <a:pt x="486" y="146"/>
                  </a:cubicBezTo>
                  <a:cubicBezTo>
                    <a:pt x="485" y="146"/>
                    <a:pt x="485" y="146"/>
                    <a:pt x="485" y="146"/>
                  </a:cubicBezTo>
                  <a:cubicBezTo>
                    <a:pt x="485" y="147"/>
                    <a:pt x="486" y="147"/>
                    <a:pt x="486" y="147"/>
                  </a:cubicBezTo>
                  <a:cubicBezTo>
                    <a:pt x="487" y="147"/>
                    <a:pt x="487" y="146"/>
                    <a:pt x="488" y="146"/>
                  </a:cubicBezTo>
                  <a:cubicBezTo>
                    <a:pt x="487" y="146"/>
                    <a:pt x="487" y="146"/>
                    <a:pt x="487" y="147"/>
                  </a:cubicBezTo>
                  <a:cubicBezTo>
                    <a:pt x="487" y="147"/>
                    <a:pt x="488" y="146"/>
                    <a:pt x="488" y="147"/>
                  </a:cubicBezTo>
                  <a:cubicBezTo>
                    <a:pt x="488" y="147"/>
                    <a:pt x="486" y="147"/>
                    <a:pt x="486" y="148"/>
                  </a:cubicBezTo>
                  <a:cubicBezTo>
                    <a:pt x="486" y="148"/>
                    <a:pt x="487" y="147"/>
                    <a:pt x="487" y="147"/>
                  </a:cubicBezTo>
                  <a:cubicBezTo>
                    <a:pt x="487" y="147"/>
                    <a:pt x="487" y="148"/>
                    <a:pt x="487" y="148"/>
                  </a:cubicBezTo>
                  <a:cubicBezTo>
                    <a:pt x="488" y="148"/>
                    <a:pt x="488" y="147"/>
                    <a:pt x="488" y="147"/>
                  </a:cubicBezTo>
                  <a:cubicBezTo>
                    <a:pt x="488" y="147"/>
                    <a:pt x="488" y="147"/>
                    <a:pt x="488" y="147"/>
                  </a:cubicBezTo>
                  <a:cubicBezTo>
                    <a:pt x="488" y="148"/>
                    <a:pt x="488" y="147"/>
                    <a:pt x="489" y="147"/>
                  </a:cubicBezTo>
                  <a:cubicBezTo>
                    <a:pt x="489" y="148"/>
                    <a:pt x="489" y="148"/>
                    <a:pt x="489" y="148"/>
                  </a:cubicBezTo>
                  <a:cubicBezTo>
                    <a:pt x="490" y="148"/>
                    <a:pt x="490" y="147"/>
                    <a:pt x="491" y="147"/>
                  </a:cubicBezTo>
                  <a:cubicBezTo>
                    <a:pt x="490" y="147"/>
                    <a:pt x="489" y="147"/>
                    <a:pt x="489" y="147"/>
                  </a:cubicBezTo>
                  <a:cubicBezTo>
                    <a:pt x="489" y="147"/>
                    <a:pt x="488" y="146"/>
                    <a:pt x="488" y="146"/>
                  </a:cubicBezTo>
                  <a:cubicBezTo>
                    <a:pt x="488" y="146"/>
                    <a:pt x="489" y="146"/>
                    <a:pt x="489" y="145"/>
                  </a:cubicBezTo>
                  <a:cubicBezTo>
                    <a:pt x="490" y="145"/>
                    <a:pt x="489" y="145"/>
                    <a:pt x="488" y="144"/>
                  </a:cubicBezTo>
                  <a:cubicBezTo>
                    <a:pt x="487" y="144"/>
                    <a:pt x="488" y="144"/>
                    <a:pt x="488" y="143"/>
                  </a:cubicBezTo>
                  <a:cubicBezTo>
                    <a:pt x="488" y="143"/>
                    <a:pt x="488" y="144"/>
                    <a:pt x="487" y="144"/>
                  </a:cubicBezTo>
                  <a:close/>
                  <a:moveTo>
                    <a:pt x="606" y="179"/>
                  </a:moveTo>
                  <a:cubicBezTo>
                    <a:pt x="606" y="179"/>
                    <a:pt x="607" y="179"/>
                    <a:pt x="608" y="179"/>
                  </a:cubicBezTo>
                  <a:cubicBezTo>
                    <a:pt x="608" y="180"/>
                    <a:pt x="609" y="180"/>
                    <a:pt x="609" y="179"/>
                  </a:cubicBezTo>
                  <a:cubicBezTo>
                    <a:pt x="609" y="179"/>
                    <a:pt x="610" y="179"/>
                    <a:pt x="610" y="179"/>
                  </a:cubicBezTo>
                  <a:cubicBezTo>
                    <a:pt x="610" y="179"/>
                    <a:pt x="610" y="179"/>
                    <a:pt x="610" y="179"/>
                  </a:cubicBezTo>
                  <a:cubicBezTo>
                    <a:pt x="610" y="179"/>
                    <a:pt x="610" y="179"/>
                    <a:pt x="610" y="179"/>
                  </a:cubicBezTo>
                  <a:cubicBezTo>
                    <a:pt x="610" y="178"/>
                    <a:pt x="611" y="178"/>
                    <a:pt x="611" y="178"/>
                  </a:cubicBezTo>
                  <a:cubicBezTo>
                    <a:pt x="611" y="178"/>
                    <a:pt x="610" y="178"/>
                    <a:pt x="610" y="178"/>
                  </a:cubicBezTo>
                  <a:cubicBezTo>
                    <a:pt x="611" y="177"/>
                    <a:pt x="609" y="178"/>
                    <a:pt x="609" y="178"/>
                  </a:cubicBezTo>
                  <a:cubicBezTo>
                    <a:pt x="608" y="178"/>
                    <a:pt x="608" y="178"/>
                    <a:pt x="608" y="178"/>
                  </a:cubicBezTo>
                  <a:cubicBezTo>
                    <a:pt x="607" y="178"/>
                    <a:pt x="607" y="178"/>
                    <a:pt x="608" y="178"/>
                  </a:cubicBezTo>
                  <a:cubicBezTo>
                    <a:pt x="607" y="178"/>
                    <a:pt x="606" y="178"/>
                    <a:pt x="606" y="179"/>
                  </a:cubicBezTo>
                  <a:close/>
                  <a:moveTo>
                    <a:pt x="500" y="166"/>
                  </a:moveTo>
                  <a:cubicBezTo>
                    <a:pt x="501" y="165"/>
                    <a:pt x="497" y="165"/>
                    <a:pt x="497" y="165"/>
                  </a:cubicBezTo>
                  <a:cubicBezTo>
                    <a:pt x="497" y="165"/>
                    <a:pt x="498" y="164"/>
                    <a:pt x="498" y="164"/>
                  </a:cubicBezTo>
                  <a:cubicBezTo>
                    <a:pt x="498" y="164"/>
                    <a:pt x="499" y="163"/>
                    <a:pt x="498" y="163"/>
                  </a:cubicBezTo>
                  <a:cubicBezTo>
                    <a:pt x="498" y="163"/>
                    <a:pt x="497" y="163"/>
                    <a:pt x="497" y="162"/>
                  </a:cubicBezTo>
                  <a:cubicBezTo>
                    <a:pt x="497" y="162"/>
                    <a:pt x="497" y="162"/>
                    <a:pt x="496" y="163"/>
                  </a:cubicBezTo>
                  <a:cubicBezTo>
                    <a:pt x="496" y="163"/>
                    <a:pt x="496" y="163"/>
                    <a:pt x="496" y="163"/>
                  </a:cubicBezTo>
                  <a:cubicBezTo>
                    <a:pt x="496" y="164"/>
                    <a:pt x="495" y="164"/>
                    <a:pt x="495" y="163"/>
                  </a:cubicBezTo>
                  <a:cubicBezTo>
                    <a:pt x="495" y="163"/>
                    <a:pt x="494" y="163"/>
                    <a:pt x="494" y="163"/>
                  </a:cubicBezTo>
                  <a:cubicBezTo>
                    <a:pt x="494" y="163"/>
                    <a:pt x="493" y="163"/>
                    <a:pt x="493" y="163"/>
                  </a:cubicBezTo>
                  <a:cubicBezTo>
                    <a:pt x="493" y="163"/>
                    <a:pt x="492" y="163"/>
                    <a:pt x="492" y="163"/>
                  </a:cubicBezTo>
                  <a:cubicBezTo>
                    <a:pt x="491" y="163"/>
                    <a:pt x="491" y="163"/>
                    <a:pt x="490" y="163"/>
                  </a:cubicBezTo>
                  <a:cubicBezTo>
                    <a:pt x="490" y="163"/>
                    <a:pt x="488" y="164"/>
                    <a:pt x="488" y="164"/>
                  </a:cubicBezTo>
                  <a:cubicBezTo>
                    <a:pt x="488" y="163"/>
                    <a:pt x="490" y="163"/>
                    <a:pt x="491" y="163"/>
                  </a:cubicBezTo>
                  <a:cubicBezTo>
                    <a:pt x="491" y="162"/>
                    <a:pt x="492" y="162"/>
                    <a:pt x="492" y="162"/>
                  </a:cubicBezTo>
                  <a:cubicBezTo>
                    <a:pt x="492" y="161"/>
                    <a:pt x="492" y="161"/>
                    <a:pt x="492" y="161"/>
                  </a:cubicBezTo>
                  <a:cubicBezTo>
                    <a:pt x="492" y="160"/>
                    <a:pt x="492" y="160"/>
                    <a:pt x="492" y="160"/>
                  </a:cubicBezTo>
                  <a:cubicBezTo>
                    <a:pt x="493" y="159"/>
                    <a:pt x="493" y="159"/>
                    <a:pt x="493" y="159"/>
                  </a:cubicBezTo>
                  <a:cubicBezTo>
                    <a:pt x="493" y="158"/>
                    <a:pt x="493" y="158"/>
                    <a:pt x="492" y="158"/>
                  </a:cubicBezTo>
                  <a:cubicBezTo>
                    <a:pt x="492" y="157"/>
                    <a:pt x="492" y="157"/>
                    <a:pt x="492" y="157"/>
                  </a:cubicBezTo>
                  <a:cubicBezTo>
                    <a:pt x="492" y="157"/>
                    <a:pt x="491" y="157"/>
                    <a:pt x="491" y="157"/>
                  </a:cubicBezTo>
                  <a:cubicBezTo>
                    <a:pt x="492" y="156"/>
                    <a:pt x="490" y="156"/>
                    <a:pt x="490" y="156"/>
                  </a:cubicBezTo>
                  <a:cubicBezTo>
                    <a:pt x="490" y="156"/>
                    <a:pt x="489" y="156"/>
                    <a:pt x="489" y="156"/>
                  </a:cubicBezTo>
                  <a:cubicBezTo>
                    <a:pt x="489" y="156"/>
                    <a:pt x="489" y="156"/>
                    <a:pt x="489" y="156"/>
                  </a:cubicBezTo>
                  <a:cubicBezTo>
                    <a:pt x="488" y="156"/>
                    <a:pt x="488" y="156"/>
                    <a:pt x="488" y="156"/>
                  </a:cubicBezTo>
                  <a:cubicBezTo>
                    <a:pt x="488" y="156"/>
                    <a:pt x="488" y="155"/>
                    <a:pt x="488" y="155"/>
                  </a:cubicBezTo>
                  <a:cubicBezTo>
                    <a:pt x="488" y="155"/>
                    <a:pt x="487" y="155"/>
                    <a:pt x="486" y="155"/>
                  </a:cubicBezTo>
                  <a:cubicBezTo>
                    <a:pt x="486" y="154"/>
                    <a:pt x="485" y="154"/>
                    <a:pt x="485" y="154"/>
                  </a:cubicBezTo>
                  <a:cubicBezTo>
                    <a:pt x="485" y="153"/>
                    <a:pt x="486" y="153"/>
                    <a:pt x="485" y="153"/>
                  </a:cubicBezTo>
                  <a:cubicBezTo>
                    <a:pt x="485" y="152"/>
                    <a:pt x="484" y="152"/>
                    <a:pt x="484" y="152"/>
                  </a:cubicBezTo>
                  <a:cubicBezTo>
                    <a:pt x="484" y="152"/>
                    <a:pt x="482" y="152"/>
                    <a:pt x="482" y="152"/>
                  </a:cubicBezTo>
                  <a:cubicBezTo>
                    <a:pt x="482" y="152"/>
                    <a:pt x="481" y="152"/>
                    <a:pt x="481" y="152"/>
                  </a:cubicBezTo>
                  <a:cubicBezTo>
                    <a:pt x="480" y="151"/>
                    <a:pt x="481" y="151"/>
                    <a:pt x="482" y="151"/>
                  </a:cubicBezTo>
                  <a:cubicBezTo>
                    <a:pt x="481" y="150"/>
                    <a:pt x="480" y="150"/>
                    <a:pt x="480" y="150"/>
                  </a:cubicBezTo>
                  <a:cubicBezTo>
                    <a:pt x="481" y="149"/>
                    <a:pt x="480" y="149"/>
                    <a:pt x="479" y="149"/>
                  </a:cubicBezTo>
                  <a:cubicBezTo>
                    <a:pt x="479" y="149"/>
                    <a:pt x="478" y="150"/>
                    <a:pt x="478" y="150"/>
                  </a:cubicBezTo>
                  <a:cubicBezTo>
                    <a:pt x="477" y="150"/>
                    <a:pt x="476" y="152"/>
                    <a:pt x="475" y="152"/>
                  </a:cubicBezTo>
                  <a:cubicBezTo>
                    <a:pt x="475" y="152"/>
                    <a:pt x="475" y="151"/>
                    <a:pt x="475" y="151"/>
                  </a:cubicBezTo>
                  <a:cubicBezTo>
                    <a:pt x="475" y="150"/>
                    <a:pt x="476" y="150"/>
                    <a:pt x="476" y="150"/>
                  </a:cubicBezTo>
                  <a:cubicBezTo>
                    <a:pt x="475" y="149"/>
                    <a:pt x="474" y="149"/>
                    <a:pt x="475" y="148"/>
                  </a:cubicBezTo>
                  <a:cubicBezTo>
                    <a:pt x="476" y="148"/>
                    <a:pt x="477" y="148"/>
                    <a:pt x="477" y="147"/>
                  </a:cubicBezTo>
                  <a:cubicBezTo>
                    <a:pt x="477" y="147"/>
                    <a:pt x="477" y="147"/>
                    <a:pt x="477" y="147"/>
                  </a:cubicBezTo>
                  <a:cubicBezTo>
                    <a:pt x="477" y="147"/>
                    <a:pt x="477" y="147"/>
                    <a:pt x="477" y="146"/>
                  </a:cubicBezTo>
                  <a:cubicBezTo>
                    <a:pt x="477" y="146"/>
                    <a:pt x="477" y="146"/>
                    <a:pt x="476" y="146"/>
                  </a:cubicBezTo>
                  <a:cubicBezTo>
                    <a:pt x="476" y="146"/>
                    <a:pt x="475" y="146"/>
                    <a:pt x="475" y="146"/>
                  </a:cubicBezTo>
                  <a:cubicBezTo>
                    <a:pt x="475" y="146"/>
                    <a:pt x="476" y="145"/>
                    <a:pt x="476" y="145"/>
                  </a:cubicBezTo>
                  <a:cubicBezTo>
                    <a:pt x="476" y="145"/>
                    <a:pt x="476" y="145"/>
                    <a:pt x="475" y="145"/>
                  </a:cubicBezTo>
                  <a:cubicBezTo>
                    <a:pt x="475" y="145"/>
                    <a:pt x="474" y="145"/>
                    <a:pt x="474" y="145"/>
                  </a:cubicBezTo>
                  <a:cubicBezTo>
                    <a:pt x="472" y="146"/>
                    <a:pt x="471" y="147"/>
                    <a:pt x="470" y="148"/>
                  </a:cubicBezTo>
                  <a:cubicBezTo>
                    <a:pt x="469" y="148"/>
                    <a:pt x="468" y="149"/>
                    <a:pt x="468" y="150"/>
                  </a:cubicBezTo>
                  <a:cubicBezTo>
                    <a:pt x="468" y="150"/>
                    <a:pt x="467" y="150"/>
                    <a:pt x="467" y="151"/>
                  </a:cubicBezTo>
                  <a:cubicBezTo>
                    <a:pt x="467" y="151"/>
                    <a:pt x="466" y="152"/>
                    <a:pt x="466" y="152"/>
                  </a:cubicBezTo>
                  <a:cubicBezTo>
                    <a:pt x="465" y="153"/>
                    <a:pt x="465" y="153"/>
                    <a:pt x="464" y="153"/>
                  </a:cubicBezTo>
                  <a:cubicBezTo>
                    <a:pt x="464" y="154"/>
                    <a:pt x="464" y="155"/>
                    <a:pt x="463" y="155"/>
                  </a:cubicBezTo>
                  <a:cubicBezTo>
                    <a:pt x="463" y="155"/>
                    <a:pt x="463" y="155"/>
                    <a:pt x="463" y="155"/>
                  </a:cubicBezTo>
                  <a:cubicBezTo>
                    <a:pt x="462" y="156"/>
                    <a:pt x="462" y="156"/>
                    <a:pt x="461" y="156"/>
                  </a:cubicBezTo>
                  <a:cubicBezTo>
                    <a:pt x="461" y="157"/>
                    <a:pt x="460" y="157"/>
                    <a:pt x="460" y="158"/>
                  </a:cubicBezTo>
                  <a:cubicBezTo>
                    <a:pt x="459" y="158"/>
                    <a:pt x="459" y="158"/>
                    <a:pt x="459" y="158"/>
                  </a:cubicBezTo>
                  <a:cubicBezTo>
                    <a:pt x="459" y="159"/>
                    <a:pt x="459" y="159"/>
                    <a:pt x="458" y="159"/>
                  </a:cubicBezTo>
                  <a:cubicBezTo>
                    <a:pt x="458" y="160"/>
                    <a:pt x="459" y="159"/>
                    <a:pt x="458" y="160"/>
                  </a:cubicBezTo>
                  <a:cubicBezTo>
                    <a:pt x="458" y="160"/>
                    <a:pt x="458" y="160"/>
                    <a:pt x="458" y="160"/>
                  </a:cubicBezTo>
                  <a:cubicBezTo>
                    <a:pt x="458" y="160"/>
                    <a:pt x="457" y="161"/>
                    <a:pt x="458" y="162"/>
                  </a:cubicBezTo>
                  <a:cubicBezTo>
                    <a:pt x="458" y="162"/>
                    <a:pt x="458" y="162"/>
                    <a:pt x="457" y="163"/>
                  </a:cubicBezTo>
                  <a:cubicBezTo>
                    <a:pt x="456" y="163"/>
                    <a:pt x="455" y="163"/>
                    <a:pt x="454" y="163"/>
                  </a:cubicBezTo>
                  <a:cubicBezTo>
                    <a:pt x="452" y="164"/>
                    <a:pt x="451" y="164"/>
                    <a:pt x="449" y="165"/>
                  </a:cubicBezTo>
                  <a:cubicBezTo>
                    <a:pt x="448" y="166"/>
                    <a:pt x="447" y="166"/>
                    <a:pt x="446" y="167"/>
                  </a:cubicBezTo>
                  <a:cubicBezTo>
                    <a:pt x="446" y="169"/>
                    <a:pt x="450" y="167"/>
                    <a:pt x="450" y="167"/>
                  </a:cubicBezTo>
                  <a:cubicBezTo>
                    <a:pt x="451" y="167"/>
                    <a:pt x="451" y="167"/>
                    <a:pt x="451" y="167"/>
                  </a:cubicBezTo>
                  <a:cubicBezTo>
                    <a:pt x="452" y="167"/>
                    <a:pt x="453" y="167"/>
                    <a:pt x="454" y="167"/>
                  </a:cubicBezTo>
                  <a:cubicBezTo>
                    <a:pt x="455" y="167"/>
                    <a:pt x="455" y="167"/>
                    <a:pt x="456" y="167"/>
                  </a:cubicBezTo>
                  <a:cubicBezTo>
                    <a:pt x="457" y="166"/>
                    <a:pt x="458" y="166"/>
                    <a:pt x="459" y="166"/>
                  </a:cubicBezTo>
                  <a:cubicBezTo>
                    <a:pt x="458" y="166"/>
                    <a:pt x="458" y="166"/>
                    <a:pt x="458" y="167"/>
                  </a:cubicBezTo>
                  <a:cubicBezTo>
                    <a:pt x="458" y="167"/>
                    <a:pt x="458" y="167"/>
                    <a:pt x="458" y="167"/>
                  </a:cubicBezTo>
                  <a:cubicBezTo>
                    <a:pt x="458" y="167"/>
                    <a:pt x="458" y="168"/>
                    <a:pt x="457" y="168"/>
                  </a:cubicBezTo>
                  <a:cubicBezTo>
                    <a:pt x="457" y="169"/>
                    <a:pt x="454" y="171"/>
                    <a:pt x="455" y="172"/>
                  </a:cubicBezTo>
                  <a:cubicBezTo>
                    <a:pt x="456" y="172"/>
                    <a:pt x="457" y="172"/>
                    <a:pt x="458" y="172"/>
                  </a:cubicBezTo>
                  <a:cubicBezTo>
                    <a:pt x="459" y="172"/>
                    <a:pt x="460" y="172"/>
                    <a:pt x="461" y="171"/>
                  </a:cubicBezTo>
                  <a:cubicBezTo>
                    <a:pt x="462" y="171"/>
                    <a:pt x="463" y="170"/>
                    <a:pt x="465" y="170"/>
                  </a:cubicBezTo>
                  <a:cubicBezTo>
                    <a:pt x="465" y="169"/>
                    <a:pt x="465" y="169"/>
                    <a:pt x="466" y="169"/>
                  </a:cubicBezTo>
                  <a:cubicBezTo>
                    <a:pt x="467" y="168"/>
                    <a:pt x="467" y="167"/>
                    <a:pt x="468" y="167"/>
                  </a:cubicBezTo>
                  <a:cubicBezTo>
                    <a:pt x="469" y="167"/>
                    <a:pt x="470" y="167"/>
                    <a:pt x="470" y="167"/>
                  </a:cubicBezTo>
                  <a:cubicBezTo>
                    <a:pt x="471" y="167"/>
                    <a:pt x="472" y="166"/>
                    <a:pt x="473" y="166"/>
                  </a:cubicBezTo>
                  <a:cubicBezTo>
                    <a:pt x="473" y="166"/>
                    <a:pt x="474" y="166"/>
                    <a:pt x="474" y="166"/>
                  </a:cubicBezTo>
                  <a:cubicBezTo>
                    <a:pt x="475" y="165"/>
                    <a:pt x="475" y="165"/>
                    <a:pt x="475" y="165"/>
                  </a:cubicBezTo>
                  <a:cubicBezTo>
                    <a:pt x="475" y="165"/>
                    <a:pt x="476" y="164"/>
                    <a:pt x="475" y="164"/>
                  </a:cubicBezTo>
                  <a:cubicBezTo>
                    <a:pt x="475" y="164"/>
                    <a:pt x="475" y="163"/>
                    <a:pt x="476" y="163"/>
                  </a:cubicBezTo>
                  <a:cubicBezTo>
                    <a:pt x="476" y="163"/>
                    <a:pt x="477" y="162"/>
                    <a:pt x="478" y="162"/>
                  </a:cubicBezTo>
                  <a:cubicBezTo>
                    <a:pt x="478" y="162"/>
                    <a:pt x="479" y="162"/>
                    <a:pt x="480" y="162"/>
                  </a:cubicBezTo>
                  <a:cubicBezTo>
                    <a:pt x="480" y="162"/>
                    <a:pt x="481" y="162"/>
                    <a:pt x="482" y="162"/>
                  </a:cubicBezTo>
                  <a:cubicBezTo>
                    <a:pt x="482" y="163"/>
                    <a:pt x="480" y="163"/>
                    <a:pt x="480" y="163"/>
                  </a:cubicBezTo>
                  <a:cubicBezTo>
                    <a:pt x="479" y="163"/>
                    <a:pt x="479" y="164"/>
                    <a:pt x="480" y="164"/>
                  </a:cubicBezTo>
                  <a:cubicBezTo>
                    <a:pt x="481" y="164"/>
                    <a:pt x="482" y="164"/>
                    <a:pt x="484" y="164"/>
                  </a:cubicBezTo>
                  <a:cubicBezTo>
                    <a:pt x="486" y="164"/>
                    <a:pt x="483" y="165"/>
                    <a:pt x="482" y="166"/>
                  </a:cubicBezTo>
                  <a:cubicBezTo>
                    <a:pt x="481" y="166"/>
                    <a:pt x="482" y="167"/>
                    <a:pt x="483" y="167"/>
                  </a:cubicBezTo>
                  <a:cubicBezTo>
                    <a:pt x="484" y="167"/>
                    <a:pt x="484" y="166"/>
                    <a:pt x="485" y="167"/>
                  </a:cubicBezTo>
                  <a:cubicBezTo>
                    <a:pt x="486" y="167"/>
                    <a:pt x="487" y="167"/>
                    <a:pt x="487" y="167"/>
                  </a:cubicBezTo>
                  <a:cubicBezTo>
                    <a:pt x="487" y="168"/>
                    <a:pt x="488" y="168"/>
                    <a:pt x="488" y="168"/>
                  </a:cubicBezTo>
                  <a:cubicBezTo>
                    <a:pt x="488" y="168"/>
                    <a:pt x="489" y="168"/>
                    <a:pt x="489" y="168"/>
                  </a:cubicBezTo>
                  <a:cubicBezTo>
                    <a:pt x="490" y="168"/>
                    <a:pt x="491" y="169"/>
                    <a:pt x="492" y="169"/>
                  </a:cubicBezTo>
                  <a:cubicBezTo>
                    <a:pt x="492" y="169"/>
                    <a:pt x="492" y="168"/>
                    <a:pt x="492" y="168"/>
                  </a:cubicBezTo>
                  <a:cubicBezTo>
                    <a:pt x="493" y="168"/>
                    <a:pt x="493" y="168"/>
                    <a:pt x="494" y="168"/>
                  </a:cubicBezTo>
                  <a:cubicBezTo>
                    <a:pt x="495" y="167"/>
                    <a:pt x="496" y="167"/>
                    <a:pt x="497" y="166"/>
                  </a:cubicBezTo>
                  <a:cubicBezTo>
                    <a:pt x="498" y="166"/>
                    <a:pt x="499" y="166"/>
                    <a:pt x="500" y="166"/>
                  </a:cubicBezTo>
                  <a:close/>
                  <a:moveTo>
                    <a:pt x="513" y="168"/>
                  </a:moveTo>
                  <a:cubicBezTo>
                    <a:pt x="512" y="169"/>
                    <a:pt x="511" y="169"/>
                    <a:pt x="510" y="169"/>
                  </a:cubicBezTo>
                  <a:cubicBezTo>
                    <a:pt x="510" y="169"/>
                    <a:pt x="509" y="169"/>
                    <a:pt x="510" y="170"/>
                  </a:cubicBezTo>
                  <a:cubicBezTo>
                    <a:pt x="510" y="170"/>
                    <a:pt x="511" y="171"/>
                    <a:pt x="511" y="171"/>
                  </a:cubicBezTo>
                  <a:cubicBezTo>
                    <a:pt x="512" y="173"/>
                    <a:pt x="514" y="172"/>
                    <a:pt x="515" y="171"/>
                  </a:cubicBezTo>
                  <a:cubicBezTo>
                    <a:pt x="516" y="171"/>
                    <a:pt x="517" y="171"/>
                    <a:pt x="516" y="170"/>
                  </a:cubicBezTo>
                  <a:cubicBezTo>
                    <a:pt x="516" y="170"/>
                    <a:pt x="516" y="170"/>
                    <a:pt x="516" y="169"/>
                  </a:cubicBezTo>
                  <a:cubicBezTo>
                    <a:pt x="516" y="169"/>
                    <a:pt x="516" y="169"/>
                    <a:pt x="516" y="169"/>
                  </a:cubicBezTo>
                  <a:cubicBezTo>
                    <a:pt x="516" y="169"/>
                    <a:pt x="515" y="169"/>
                    <a:pt x="515" y="169"/>
                  </a:cubicBezTo>
                  <a:cubicBezTo>
                    <a:pt x="515" y="169"/>
                    <a:pt x="513" y="169"/>
                    <a:pt x="513" y="168"/>
                  </a:cubicBezTo>
                  <a:close/>
                  <a:moveTo>
                    <a:pt x="571" y="200"/>
                  </a:moveTo>
                  <a:cubicBezTo>
                    <a:pt x="572" y="200"/>
                    <a:pt x="573" y="199"/>
                    <a:pt x="573" y="199"/>
                  </a:cubicBezTo>
                  <a:cubicBezTo>
                    <a:pt x="573" y="198"/>
                    <a:pt x="572" y="198"/>
                    <a:pt x="572" y="198"/>
                  </a:cubicBezTo>
                  <a:cubicBezTo>
                    <a:pt x="571" y="197"/>
                    <a:pt x="570" y="199"/>
                    <a:pt x="569" y="199"/>
                  </a:cubicBezTo>
                  <a:cubicBezTo>
                    <a:pt x="569" y="199"/>
                    <a:pt x="567" y="201"/>
                    <a:pt x="567" y="201"/>
                  </a:cubicBezTo>
                  <a:cubicBezTo>
                    <a:pt x="568" y="201"/>
                    <a:pt x="570" y="200"/>
                    <a:pt x="571" y="200"/>
                  </a:cubicBezTo>
                  <a:close/>
                  <a:moveTo>
                    <a:pt x="565" y="176"/>
                  </a:moveTo>
                  <a:cubicBezTo>
                    <a:pt x="565" y="175"/>
                    <a:pt x="565" y="175"/>
                    <a:pt x="564" y="175"/>
                  </a:cubicBezTo>
                  <a:cubicBezTo>
                    <a:pt x="564" y="175"/>
                    <a:pt x="563" y="175"/>
                    <a:pt x="563" y="175"/>
                  </a:cubicBezTo>
                  <a:cubicBezTo>
                    <a:pt x="563" y="175"/>
                    <a:pt x="561" y="174"/>
                    <a:pt x="561" y="174"/>
                  </a:cubicBezTo>
                  <a:cubicBezTo>
                    <a:pt x="561" y="175"/>
                    <a:pt x="562" y="175"/>
                    <a:pt x="562" y="175"/>
                  </a:cubicBezTo>
                  <a:cubicBezTo>
                    <a:pt x="562" y="175"/>
                    <a:pt x="561" y="175"/>
                    <a:pt x="561" y="175"/>
                  </a:cubicBezTo>
                  <a:cubicBezTo>
                    <a:pt x="561" y="175"/>
                    <a:pt x="564" y="175"/>
                    <a:pt x="564" y="176"/>
                  </a:cubicBezTo>
                  <a:cubicBezTo>
                    <a:pt x="564" y="176"/>
                    <a:pt x="563" y="176"/>
                    <a:pt x="563" y="176"/>
                  </a:cubicBezTo>
                  <a:cubicBezTo>
                    <a:pt x="563" y="176"/>
                    <a:pt x="562" y="177"/>
                    <a:pt x="563" y="177"/>
                  </a:cubicBezTo>
                  <a:cubicBezTo>
                    <a:pt x="562" y="178"/>
                    <a:pt x="564" y="178"/>
                    <a:pt x="564" y="178"/>
                  </a:cubicBezTo>
                  <a:cubicBezTo>
                    <a:pt x="564" y="178"/>
                    <a:pt x="565" y="178"/>
                    <a:pt x="566" y="178"/>
                  </a:cubicBezTo>
                  <a:cubicBezTo>
                    <a:pt x="566" y="178"/>
                    <a:pt x="567" y="178"/>
                    <a:pt x="567" y="177"/>
                  </a:cubicBezTo>
                  <a:cubicBezTo>
                    <a:pt x="567" y="177"/>
                    <a:pt x="566" y="177"/>
                    <a:pt x="566" y="177"/>
                  </a:cubicBezTo>
                  <a:cubicBezTo>
                    <a:pt x="567" y="176"/>
                    <a:pt x="566" y="176"/>
                    <a:pt x="565" y="176"/>
                  </a:cubicBezTo>
                  <a:close/>
                  <a:moveTo>
                    <a:pt x="466" y="181"/>
                  </a:moveTo>
                  <a:cubicBezTo>
                    <a:pt x="466" y="181"/>
                    <a:pt x="467" y="182"/>
                    <a:pt x="467" y="181"/>
                  </a:cubicBezTo>
                  <a:cubicBezTo>
                    <a:pt x="468" y="181"/>
                    <a:pt x="470" y="180"/>
                    <a:pt x="471" y="180"/>
                  </a:cubicBezTo>
                  <a:cubicBezTo>
                    <a:pt x="472" y="179"/>
                    <a:pt x="473" y="179"/>
                    <a:pt x="474" y="179"/>
                  </a:cubicBezTo>
                  <a:cubicBezTo>
                    <a:pt x="475" y="178"/>
                    <a:pt x="475" y="178"/>
                    <a:pt x="477" y="177"/>
                  </a:cubicBezTo>
                  <a:cubicBezTo>
                    <a:pt x="477" y="177"/>
                    <a:pt x="478" y="177"/>
                    <a:pt x="478" y="177"/>
                  </a:cubicBezTo>
                  <a:cubicBezTo>
                    <a:pt x="479" y="177"/>
                    <a:pt x="479" y="176"/>
                    <a:pt x="479" y="176"/>
                  </a:cubicBezTo>
                  <a:cubicBezTo>
                    <a:pt x="480" y="176"/>
                    <a:pt x="480" y="175"/>
                    <a:pt x="480" y="175"/>
                  </a:cubicBezTo>
                  <a:cubicBezTo>
                    <a:pt x="481" y="175"/>
                    <a:pt x="481" y="174"/>
                    <a:pt x="481" y="174"/>
                  </a:cubicBezTo>
                  <a:cubicBezTo>
                    <a:pt x="481" y="174"/>
                    <a:pt x="479" y="173"/>
                    <a:pt x="479" y="174"/>
                  </a:cubicBezTo>
                  <a:cubicBezTo>
                    <a:pt x="478" y="174"/>
                    <a:pt x="478" y="174"/>
                    <a:pt x="477" y="174"/>
                  </a:cubicBezTo>
                  <a:cubicBezTo>
                    <a:pt x="477" y="174"/>
                    <a:pt x="476" y="174"/>
                    <a:pt x="476" y="174"/>
                  </a:cubicBezTo>
                  <a:cubicBezTo>
                    <a:pt x="474" y="174"/>
                    <a:pt x="473" y="175"/>
                    <a:pt x="472" y="175"/>
                  </a:cubicBezTo>
                  <a:cubicBezTo>
                    <a:pt x="471" y="175"/>
                    <a:pt x="472" y="174"/>
                    <a:pt x="471" y="174"/>
                  </a:cubicBezTo>
                  <a:cubicBezTo>
                    <a:pt x="470" y="174"/>
                    <a:pt x="469" y="175"/>
                    <a:pt x="468" y="175"/>
                  </a:cubicBezTo>
                  <a:cubicBezTo>
                    <a:pt x="467" y="176"/>
                    <a:pt x="466" y="177"/>
                    <a:pt x="465" y="177"/>
                  </a:cubicBezTo>
                  <a:cubicBezTo>
                    <a:pt x="464" y="178"/>
                    <a:pt x="463" y="178"/>
                    <a:pt x="463" y="179"/>
                  </a:cubicBezTo>
                  <a:cubicBezTo>
                    <a:pt x="462" y="179"/>
                    <a:pt x="463" y="180"/>
                    <a:pt x="463" y="181"/>
                  </a:cubicBezTo>
                  <a:cubicBezTo>
                    <a:pt x="463" y="181"/>
                    <a:pt x="461" y="182"/>
                    <a:pt x="462" y="182"/>
                  </a:cubicBezTo>
                  <a:cubicBezTo>
                    <a:pt x="463" y="182"/>
                    <a:pt x="464" y="181"/>
                    <a:pt x="465" y="181"/>
                  </a:cubicBezTo>
                  <a:cubicBezTo>
                    <a:pt x="465" y="181"/>
                    <a:pt x="466" y="181"/>
                    <a:pt x="466" y="181"/>
                  </a:cubicBezTo>
                  <a:close/>
                  <a:moveTo>
                    <a:pt x="496" y="182"/>
                  </a:moveTo>
                  <a:cubicBezTo>
                    <a:pt x="496" y="181"/>
                    <a:pt x="496" y="181"/>
                    <a:pt x="496" y="180"/>
                  </a:cubicBezTo>
                  <a:cubicBezTo>
                    <a:pt x="496" y="180"/>
                    <a:pt x="496" y="179"/>
                    <a:pt x="495" y="179"/>
                  </a:cubicBezTo>
                  <a:cubicBezTo>
                    <a:pt x="495" y="179"/>
                    <a:pt x="494" y="180"/>
                    <a:pt x="494" y="179"/>
                  </a:cubicBezTo>
                  <a:cubicBezTo>
                    <a:pt x="493" y="179"/>
                    <a:pt x="492" y="179"/>
                    <a:pt x="491" y="180"/>
                  </a:cubicBezTo>
                  <a:cubicBezTo>
                    <a:pt x="490" y="180"/>
                    <a:pt x="490" y="181"/>
                    <a:pt x="489" y="181"/>
                  </a:cubicBezTo>
                  <a:cubicBezTo>
                    <a:pt x="489" y="181"/>
                    <a:pt x="488" y="182"/>
                    <a:pt x="488" y="182"/>
                  </a:cubicBezTo>
                  <a:cubicBezTo>
                    <a:pt x="487" y="183"/>
                    <a:pt x="485" y="185"/>
                    <a:pt x="486" y="185"/>
                  </a:cubicBezTo>
                  <a:cubicBezTo>
                    <a:pt x="486" y="186"/>
                    <a:pt x="487" y="186"/>
                    <a:pt x="487" y="186"/>
                  </a:cubicBezTo>
                  <a:cubicBezTo>
                    <a:pt x="487" y="186"/>
                    <a:pt x="487" y="186"/>
                    <a:pt x="487" y="186"/>
                  </a:cubicBezTo>
                  <a:cubicBezTo>
                    <a:pt x="487" y="187"/>
                    <a:pt x="487" y="187"/>
                    <a:pt x="487" y="188"/>
                  </a:cubicBezTo>
                  <a:cubicBezTo>
                    <a:pt x="488" y="187"/>
                    <a:pt x="489" y="187"/>
                    <a:pt x="490" y="186"/>
                  </a:cubicBezTo>
                  <a:cubicBezTo>
                    <a:pt x="490" y="186"/>
                    <a:pt x="491" y="186"/>
                    <a:pt x="491" y="185"/>
                  </a:cubicBezTo>
                  <a:cubicBezTo>
                    <a:pt x="492" y="185"/>
                    <a:pt x="492" y="185"/>
                    <a:pt x="492" y="184"/>
                  </a:cubicBezTo>
                  <a:cubicBezTo>
                    <a:pt x="493" y="184"/>
                    <a:pt x="493" y="184"/>
                    <a:pt x="493" y="184"/>
                  </a:cubicBezTo>
                  <a:cubicBezTo>
                    <a:pt x="493" y="184"/>
                    <a:pt x="494" y="183"/>
                    <a:pt x="494" y="183"/>
                  </a:cubicBezTo>
                  <a:cubicBezTo>
                    <a:pt x="494" y="183"/>
                    <a:pt x="494" y="183"/>
                    <a:pt x="494" y="183"/>
                  </a:cubicBezTo>
                  <a:cubicBezTo>
                    <a:pt x="494" y="183"/>
                    <a:pt x="495" y="183"/>
                    <a:pt x="495" y="182"/>
                  </a:cubicBezTo>
                  <a:cubicBezTo>
                    <a:pt x="495" y="182"/>
                    <a:pt x="496" y="182"/>
                    <a:pt x="496" y="182"/>
                  </a:cubicBezTo>
                  <a:close/>
                  <a:moveTo>
                    <a:pt x="598" y="187"/>
                  </a:moveTo>
                  <a:cubicBezTo>
                    <a:pt x="597" y="187"/>
                    <a:pt x="598" y="188"/>
                    <a:pt x="598" y="188"/>
                  </a:cubicBezTo>
                  <a:cubicBezTo>
                    <a:pt x="599" y="188"/>
                    <a:pt x="599" y="189"/>
                    <a:pt x="599" y="189"/>
                  </a:cubicBezTo>
                  <a:cubicBezTo>
                    <a:pt x="599" y="189"/>
                    <a:pt x="600" y="189"/>
                    <a:pt x="600" y="189"/>
                  </a:cubicBezTo>
                  <a:cubicBezTo>
                    <a:pt x="600" y="189"/>
                    <a:pt x="600" y="190"/>
                    <a:pt x="600" y="190"/>
                  </a:cubicBezTo>
                  <a:cubicBezTo>
                    <a:pt x="600" y="190"/>
                    <a:pt x="601" y="190"/>
                    <a:pt x="601" y="189"/>
                  </a:cubicBezTo>
                  <a:cubicBezTo>
                    <a:pt x="601" y="189"/>
                    <a:pt x="603" y="188"/>
                    <a:pt x="603" y="188"/>
                  </a:cubicBezTo>
                  <a:cubicBezTo>
                    <a:pt x="603" y="188"/>
                    <a:pt x="602" y="188"/>
                    <a:pt x="603" y="188"/>
                  </a:cubicBezTo>
                  <a:cubicBezTo>
                    <a:pt x="603" y="187"/>
                    <a:pt x="603" y="187"/>
                    <a:pt x="603" y="187"/>
                  </a:cubicBezTo>
                  <a:cubicBezTo>
                    <a:pt x="603" y="187"/>
                    <a:pt x="604" y="187"/>
                    <a:pt x="604" y="187"/>
                  </a:cubicBezTo>
                  <a:cubicBezTo>
                    <a:pt x="603" y="187"/>
                    <a:pt x="603" y="187"/>
                    <a:pt x="603" y="187"/>
                  </a:cubicBezTo>
                  <a:cubicBezTo>
                    <a:pt x="603" y="187"/>
                    <a:pt x="603" y="187"/>
                    <a:pt x="603" y="187"/>
                  </a:cubicBezTo>
                  <a:cubicBezTo>
                    <a:pt x="603" y="187"/>
                    <a:pt x="603" y="187"/>
                    <a:pt x="603" y="187"/>
                  </a:cubicBezTo>
                  <a:cubicBezTo>
                    <a:pt x="601" y="186"/>
                    <a:pt x="599" y="186"/>
                    <a:pt x="598" y="187"/>
                  </a:cubicBezTo>
                  <a:close/>
                  <a:moveTo>
                    <a:pt x="392" y="119"/>
                  </a:moveTo>
                  <a:cubicBezTo>
                    <a:pt x="392" y="119"/>
                    <a:pt x="392" y="118"/>
                    <a:pt x="393" y="118"/>
                  </a:cubicBezTo>
                  <a:cubicBezTo>
                    <a:pt x="393" y="118"/>
                    <a:pt x="394" y="118"/>
                    <a:pt x="394" y="118"/>
                  </a:cubicBezTo>
                  <a:cubicBezTo>
                    <a:pt x="394" y="117"/>
                    <a:pt x="395" y="117"/>
                    <a:pt x="395" y="117"/>
                  </a:cubicBezTo>
                  <a:cubicBezTo>
                    <a:pt x="395" y="117"/>
                    <a:pt x="394" y="116"/>
                    <a:pt x="395" y="116"/>
                  </a:cubicBezTo>
                  <a:cubicBezTo>
                    <a:pt x="395" y="115"/>
                    <a:pt x="393" y="116"/>
                    <a:pt x="393" y="116"/>
                  </a:cubicBezTo>
                  <a:cubicBezTo>
                    <a:pt x="393" y="116"/>
                    <a:pt x="393" y="116"/>
                    <a:pt x="392" y="117"/>
                  </a:cubicBezTo>
                  <a:cubicBezTo>
                    <a:pt x="392" y="117"/>
                    <a:pt x="392" y="117"/>
                    <a:pt x="392" y="117"/>
                  </a:cubicBezTo>
                  <a:cubicBezTo>
                    <a:pt x="391" y="117"/>
                    <a:pt x="390" y="118"/>
                    <a:pt x="391" y="118"/>
                  </a:cubicBezTo>
                  <a:cubicBezTo>
                    <a:pt x="391" y="118"/>
                    <a:pt x="392" y="118"/>
                    <a:pt x="392" y="118"/>
                  </a:cubicBezTo>
                  <a:cubicBezTo>
                    <a:pt x="392" y="118"/>
                    <a:pt x="391" y="118"/>
                    <a:pt x="392" y="119"/>
                  </a:cubicBezTo>
                  <a:close/>
                  <a:moveTo>
                    <a:pt x="570" y="119"/>
                  </a:moveTo>
                  <a:cubicBezTo>
                    <a:pt x="570" y="119"/>
                    <a:pt x="570" y="118"/>
                    <a:pt x="569" y="119"/>
                  </a:cubicBezTo>
                  <a:cubicBezTo>
                    <a:pt x="569" y="119"/>
                    <a:pt x="568" y="120"/>
                    <a:pt x="567" y="120"/>
                  </a:cubicBezTo>
                  <a:cubicBezTo>
                    <a:pt x="567" y="121"/>
                    <a:pt x="570" y="121"/>
                    <a:pt x="569" y="122"/>
                  </a:cubicBezTo>
                  <a:cubicBezTo>
                    <a:pt x="569" y="122"/>
                    <a:pt x="570" y="122"/>
                    <a:pt x="570" y="122"/>
                  </a:cubicBezTo>
                  <a:cubicBezTo>
                    <a:pt x="570" y="122"/>
                    <a:pt x="571" y="122"/>
                    <a:pt x="570" y="122"/>
                  </a:cubicBezTo>
                  <a:cubicBezTo>
                    <a:pt x="570" y="122"/>
                    <a:pt x="571" y="122"/>
                    <a:pt x="571" y="121"/>
                  </a:cubicBezTo>
                  <a:cubicBezTo>
                    <a:pt x="571" y="121"/>
                    <a:pt x="571" y="121"/>
                    <a:pt x="570" y="121"/>
                  </a:cubicBezTo>
                  <a:cubicBezTo>
                    <a:pt x="571" y="121"/>
                    <a:pt x="571" y="121"/>
                    <a:pt x="572" y="121"/>
                  </a:cubicBezTo>
                  <a:cubicBezTo>
                    <a:pt x="572" y="120"/>
                    <a:pt x="571" y="120"/>
                    <a:pt x="571" y="119"/>
                  </a:cubicBezTo>
                  <a:cubicBezTo>
                    <a:pt x="571" y="119"/>
                    <a:pt x="571" y="119"/>
                    <a:pt x="570" y="119"/>
                  </a:cubicBezTo>
                  <a:close/>
                  <a:moveTo>
                    <a:pt x="252" y="89"/>
                  </a:moveTo>
                  <a:cubicBezTo>
                    <a:pt x="253" y="89"/>
                    <a:pt x="254" y="89"/>
                    <a:pt x="254" y="89"/>
                  </a:cubicBezTo>
                  <a:cubicBezTo>
                    <a:pt x="254" y="89"/>
                    <a:pt x="252" y="89"/>
                    <a:pt x="252" y="89"/>
                  </a:cubicBezTo>
                  <a:cubicBezTo>
                    <a:pt x="253" y="89"/>
                    <a:pt x="253" y="89"/>
                    <a:pt x="253" y="89"/>
                  </a:cubicBezTo>
                  <a:cubicBezTo>
                    <a:pt x="254" y="90"/>
                    <a:pt x="254" y="90"/>
                    <a:pt x="254" y="90"/>
                  </a:cubicBezTo>
                  <a:cubicBezTo>
                    <a:pt x="255" y="90"/>
                    <a:pt x="255" y="91"/>
                    <a:pt x="256" y="91"/>
                  </a:cubicBezTo>
                  <a:cubicBezTo>
                    <a:pt x="256" y="91"/>
                    <a:pt x="258" y="91"/>
                    <a:pt x="258" y="92"/>
                  </a:cubicBezTo>
                  <a:cubicBezTo>
                    <a:pt x="257" y="93"/>
                    <a:pt x="258" y="93"/>
                    <a:pt x="258" y="94"/>
                  </a:cubicBezTo>
                  <a:cubicBezTo>
                    <a:pt x="257" y="94"/>
                    <a:pt x="257" y="94"/>
                    <a:pt x="257" y="95"/>
                  </a:cubicBezTo>
                  <a:cubicBezTo>
                    <a:pt x="257" y="95"/>
                    <a:pt x="256" y="97"/>
                    <a:pt x="257" y="97"/>
                  </a:cubicBezTo>
                  <a:cubicBezTo>
                    <a:pt x="258" y="97"/>
                    <a:pt x="259" y="97"/>
                    <a:pt x="259" y="97"/>
                  </a:cubicBezTo>
                  <a:cubicBezTo>
                    <a:pt x="260" y="97"/>
                    <a:pt x="261" y="96"/>
                    <a:pt x="261" y="96"/>
                  </a:cubicBezTo>
                  <a:cubicBezTo>
                    <a:pt x="263" y="96"/>
                    <a:pt x="264" y="95"/>
                    <a:pt x="266" y="95"/>
                  </a:cubicBezTo>
                  <a:cubicBezTo>
                    <a:pt x="267" y="95"/>
                    <a:pt x="269" y="94"/>
                    <a:pt x="270" y="94"/>
                  </a:cubicBezTo>
                  <a:cubicBezTo>
                    <a:pt x="270" y="93"/>
                    <a:pt x="271" y="93"/>
                    <a:pt x="272" y="93"/>
                  </a:cubicBezTo>
                  <a:cubicBezTo>
                    <a:pt x="272" y="94"/>
                    <a:pt x="271" y="94"/>
                    <a:pt x="271" y="94"/>
                  </a:cubicBezTo>
                  <a:cubicBezTo>
                    <a:pt x="273" y="94"/>
                    <a:pt x="275" y="94"/>
                    <a:pt x="277" y="93"/>
                  </a:cubicBezTo>
                  <a:cubicBezTo>
                    <a:pt x="279" y="93"/>
                    <a:pt x="281" y="92"/>
                    <a:pt x="283" y="91"/>
                  </a:cubicBezTo>
                  <a:cubicBezTo>
                    <a:pt x="283" y="91"/>
                    <a:pt x="285" y="90"/>
                    <a:pt x="285" y="89"/>
                  </a:cubicBezTo>
                  <a:cubicBezTo>
                    <a:pt x="285" y="89"/>
                    <a:pt x="287" y="88"/>
                    <a:pt x="287" y="88"/>
                  </a:cubicBezTo>
                  <a:cubicBezTo>
                    <a:pt x="288" y="88"/>
                    <a:pt x="289" y="88"/>
                    <a:pt x="289" y="87"/>
                  </a:cubicBezTo>
                  <a:cubicBezTo>
                    <a:pt x="290" y="86"/>
                    <a:pt x="290" y="86"/>
                    <a:pt x="291" y="86"/>
                  </a:cubicBezTo>
                  <a:cubicBezTo>
                    <a:pt x="290" y="86"/>
                    <a:pt x="290" y="86"/>
                    <a:pt x="290" y="86"/>
                  </a:cubicBezTo>
                  <a:cubicBezTo>
                    <a:pt x="292" y="87"/>
                    <a:pt x="293" y="86"/>
                    <a:pt x="295" y="86"/>
                  </a:cubicBezTo>
                  <a:cubicBezTo>
                    <a:pt x="297" y="86"/>
                    <a:pt x="298" y="85"/>
                    <a:pt x="299" y="84"/>
                  </a:cubicBezTo>
                  <a:cubicBezTo>
                    <a:pt x="301" y="83"/>
                    <a:pt x="302" y="83"/>
                    <a:pt x="303" y="82"/>
                  </a:cubicBezTo>
                  <a:cubicBezTo>
                    <a:pt x="305" y="82"/>
                    <a:pt x="307" y="82"/>
                    <a:pt x="308" y="81"/>
                  </a:cubicBezTo>
                  <a:cubicBezTo>
                    <a:pt x="310" y="81"/>
                    <a:pt x="313" y="80"/>
                    <a:pt x="315" y="80"/>
                  </a:cubicBezTo>
                  <a:cubicBezTo>
                    <a:pt x="316" y="80"/>
                    <a:pt x="318" y="79"/>
                    <a:pt x="319" y="79"/>
                  </a:cubicBezTo>
                  <a:cubicBezTo>
                    <a:pt x="323" y="78"/>
                    <a:pt x="326" y="78"/>
                    <a:pt x="330" y="77"/>
                  </a:cubicBezTo>
                  <a:cubicBezTo>
                    <a:pt x="332" y="77"/>
                    <a:pt x="333" y="76"/>
                    <a:pt x="335" y="76"/>
                  </a:cubicBezTo>
                  <a:cubicBezTo>
                    <a:pt x="336" y="76"/>
                    <a:pt x="338" y="76"/>
                    <a:pt x="337" y="74"/>
                  </a:cubicBezTo>
                  <a:cubicBezTo>
                    <a:pt x="337" y="74"/>
                    <a:pt x="337" y="74"/>
                    <a:pt x="337" y="74"/>
                  </a:cubicBezTo>
                  <a:cubicBezTo>
                    <a:pt x="336" y="74"/>
                    <a:pt x="336" y="74"/>
                    <a:pt x="336" y="73"/>
                  </a:cubicBezTo>
                  <a:cubicBezTo>
                    <a:pt x="336" y="73"/>
                    <a:pt x="335" y="73"/>
                    <a:pt x="335" y="72"/>
                  </a:cubicBezTo>
                  <a:cubicBezTo>
                    <a:pt x="334" y="72"/>
                    <a:pt x="334" y="72"/>
                    <a:pt x="334" y="71"/>
                  </a:cubicBezTo>
                  <a:cubicBezTo>
                    <a:pt x="334" y="71"/>
                    <a:pt x="334" y="70"/>
                    <a:pt x="333" y="70"/>
                  </a:cubicBezTo>
                  <a:cubicBezTo>
                    <a:pt x="332" y="69"/>
                    <a:pt x="331" y="69"/>
                    <a:pt x="329" y="69"/>
                  </a:cubicBezTo>
                  <a:cubicBezTo>
                    <a:pt x="328" y="69"/>
                    <a:pt x="326" y="69"/>
                    <a:pt x="324" y="69"/>
                  </a:cubicBezTo>
                  <a:cubicBezTo>
                    <a:pt x="323" y="69"/>
                    <a:pt x="323" y="69"/>
                    <a:pt x="322" y="69"/>
                  </a:cubicBezTo>
                  <a:cubicBezTo>
                    <a:pt x="322" y="69"/>
                    <a:pt x="321" y="69"/>
                    <a:pt x="321" y="70"/>
                  </a:cubicBezTo>
                  <a:cubicBezTo>
                    <a:pt x="321" y="70"/>
                    <a:pt x="321" y="70"/>
                    <a:pt x="321" y="70"/>
                  </a:cubicBezTo>
                  <a:cubicBezTo>
                    <a:pt x="320" y="70"/>
                    <a:pt x="319" y="70"/>
                    <a:pt x="319" y="71"/>
                  </a:cubicBezTo>
                  <a:cubicBezTo>
                    <a:pt x="318" y="71"/>
                    <a:pt x="318" y="71"/>
                    <a:pt x="317" y="71"/>
                  </a:cubicBezTo>
                  <a:cubicBezTo>
                    <a:pt x="317" y="71"/>
                    <a:pt x="319" y="70"/>
                    <a:pt x="319" y="70"/>
                  </a:cubicBezTo>
                  <a:cubicBezTo>
                    <a:pt x="319" y="70"/>
                    <a:pt x="320" y="69"/>
                    <a:pt x="320" y="69"/>
                  </a:cubicBezTo>
                  <a:cubicBezTo>
                    <a:pt x="320" y="69"/>
                    <a:pt x="318" y="69"/>
                    <a:pt x="318" y="69"/>
                  </a:cubicBezTo>
                  <a:cubicBezTo>
                    <a:pt x="317" y="69"/>
                    <a:pt x="317" y="69"/>
                    <a:pt x="316" y="70"/>
                  </a:cubicBezTo>
                  <a:cubicBezTo>
                    <a:pt x="315" y="70"/>
                    <a:pt x="315" y="70"/>
                    <a:pt x="314" y="70"/>
                  </a:cubicBezTo>
                  <a:cubicBezTo>
                    <a:pt x="313" y="71"/>
                    <a:pt x="313" y="70"/>
                    <a:pt x="314" y="70"/>
                  </a:cubicBezTo>
                  <a:cubicBezTo>
                    <a:pt x="315" y="70"/>
                    <a:pt x="315" y="70"/>
                    <a:pt x="316" y="69"/>
                  </a:cubicBezTo>
                  <a:cubicBezTo>
                    <a:pt x="316" y="69"/>
                    <a:pt x="317" y="69"/>
                    <a:pt x="317" y="69"/>
                  </a:cubicBezTo>
                  <a:cubicBezTo>
                    <a:pt x="317" y="69"/>
                    <a:pt x="317" y="69"/>
                    <a:pt x="318" y="69"/>
                  </a:cubicBezTo>
                  <a:cubicBezTo>
                    <a:pt x="316" y="69"/>
                    <a:pt x="315" y="69"/>
                    <a:pt x="314" y="68"/>
                  </a:cubicBezTo>
                  <a:cubicBezTo>
                    <a:pt x="312" y="68"/>
                    <a:pt x="312" y="67"/>
                    <a:pt x="310" y="67"/>
                  </a:cubicBezTo>
                  <a:cubicBezTo>
                    <a:pt x="312" y="66"/>
                    <a:pt x="308" y="66"/>
                    <a:pt x="307" y="66"/>
                  </a:cubicBezTo>
                  <a:cubicBezTo>
                    <a:pt x="306" y="66"/>
                    <a:pt x="304" y="67"/>
                    <a:pt x="303" y="67"/>
                  </a:cubicBezTo>
                  <a:cubicBezTo>
                    <a:pt x="301" y="67"/>
                    <a:pt x="300" y="67"/>
                    <a:pt x="298" y="67"/>
                  </a:cubicBezTo>
                  <a:cubicBezTo>
                    <a:pt x="296" y="67"/>
                    <a:pt x="293" y="67"/>
                    <a:pt x="291" y="67"/>
                  </a:cubicBezTo>
                  <a:cubicBezTo>
                    <a:pt x="290" y="68"/>
                    <a:pt x="290" y="68"/>
                    <a:pt x="289" y="68"/>
                  </a:cubicBezTo>
                  <a:cubicBezTo>
                    <a:pt x="289" y="68"/>
                    <a:pt x="287" y="68"/>
                    <a:pt x="286" y="68"/>
                  </a:cubicBezTo>
                  <a:cubicBezTo>
                    <a:pt x="285" y="68"/>
                    <a:pt x="284" y="68"/>
                    <a:pt x="284" y="68"/>
                  </a:cubicBezTo>
                  <a:cubicBezTo>
                    <a:pt x="284" y="68"/>
                    <a:pt x="285" y="68"/>
                    <a:pt x="285" y="68"/>
                  </a:cubicBezTo>
                  <a:cubicBezTo>
                    <a:pt x="285" y="68"/>
                    <a:pt x="284" y="68"/>
                    <a:pt x="284" y="69"/>
                  </a:cubicBezTo>
                  <a:cubicBezTo>
                    <a:pt x="285" y="69"/>
                    <a:pt x="285" y="68"/>
                    <a:pt x="284" y="69"/>
                  </a:cubicBezTo>
                  <a:cubicBezTo>
                    <a:pt x="284" y="70"/>
                    <a:pt x="284" y="70"/>
                    <a:pt x="283" y="70"/>
                  </a:cubicBezTo>
                  <a:cubicBezTo>
                    <a:pt x="283" y="70"/>
                    <a:pt x="283" y="71"/>
                    <a:pt x="283" y="71"/>
                  </a:cubicBezTo>
                  <a:cubicBezTo>
                    <a:pt x="283" y="71"/>
                    <a:pt x="282" y="72"/>
                    <a:pt x="282" y="72"/>
                  </a:cubicBezTo>
                  <a:cubicBezTo>
                    <a:pt x="282" y="73"/>
                    <a:pt x="284" y="72"/>
                    <a:pt x="284" y="73"/>
                  </a:cubicBezTo>
                  <a:cubicBezTo>
                    <a:pt x="283" y="73"/>
                    <a:pt x="282" y="74"/>
                    <a:pt x="281" y="74"/>
                  </a:cubicBezTo>
                  <a:cubicBezTo>
                    <a:pt x="280" y="74"/>
                    <a:pt x="279" y="75"/>
                    <a:pt x="278" y="75"/>
                  </a:cubicBezTo>
                  <a:cubicBezTo>
                    <a:pt x="277" y="76"/>
                    <a:pt x="276" y="76"/>
                    <a:pt x="275" y="76"/>
                  </a:cubicBezTo>
                  <a:cubicBezTo>
                    <a:pt x="275" y="76"/>
                    <a:pt x="274" y="77"/>
                    <a:pt x="274" y="77"/>
                  </a:cubicBezTo>
                  <a:cubicBezTo>
                    <a:pt x="273" y="77"/>
                    <a:pt x="272" y="77"/>
                    <a:pt x="271" y="78"/>
                  </a:cubicBezTo>
                  <a:cubicBezTo>
                    <a:pt x="270" y="78"/>
                    <a:pt x="269" y="78"/>
                    <a:pt x="269" y="79"/>
                  </a:cubicBezTo>
                  <a:cubicBezTo>
                    <a:pt x="268" y="79"/>
                    <a:pt x="268" y="79"/>
                    <a:pt x="268" y="79"/>
                  </a:cubicBezTo>
                  <a:cubicBezTo>
                    <a:pt x="268" y="80"/>
                    <a:pt x="269" y="79"/>
                    <a:pt x="269" y="80"/>
                  </a:cubicBezTo>
                  <a:cubicBezTo>
                    <a:pt x="269" y="80"/>
                    <a:pt x="269" y="80"/>
                    <a:pt x="269" y="80"/>
                  </a:cubicBezTo>
                  <a:cubicBezTo>
                    <a:pt x="269" y="80"/>
                    <a:pt x="269" y="80"/>
                    <a:pt x="268" y="80"/>
                  </a:cubicBezTo>
                  <a:cubicBezTo>
                    <a:pt x="268" y="81"/>
                    <a:pt x="268" y="81"/>
                    <a:pt x="267" y="81"/>
                  </a:cubicBezTo>
                  <a:cubicBezTo>
                    <a:pt x="266" y="81"/>
                    <a:pt x="266" y="81"/>
                    <a:pt x="265" y="81"/>
                  </a:cubicBezTo>
                  <a:cubicBezTo>
                    <a:pt x="264" y="81"/>
                    <a:pt x="264" y="81"/>
                    <a:pt x="264" y="81"/>
                  </a:cubicBezTo>
                  <a:cubicBezTo>
                    <a:pt x="264" y="82"/>
                    <a:pt x="263" y="82"/>
                    <a:pt x="263" y="82"/>
                  </a:cubicBezTo>
                  <a:cubicBezTo>
                    <a:pt x="263" y="82"/>
                    <a:pt x="263" y="82"/>
                    <a:pt x="263" y="82"/>
                  </a:cubicBezTo>
                  <a:cubicBezTo>
                    <a:pt x="263" y="82"/>
                    <a:pt x="261" y="83"/>
                    <a:pt x="261" y="83"/>
                  </a:cubicBezTo>
                  <a:cubicBezTo>
                    <a:pt x="261" y="83"/>
                    <a:pt x="262" y="83"/>
                    <a:pt x="262" y="83"/>
                  </a:cubicBezTo>
                  <a:cubicBezTo>
                    <a:pt x="261" y="84"/>
                    <a:pt x="259" y="84"/>
                    <a:pt x="258" y="84"/>
                  </a:cubicBezTo>
                  <a:cubicBezTo>
                    <a:pt x="258" y="84"/>
                    <a:pt x="257" y="85"/>
                    <a:pt x="256" y="85"/>
                  </a:cubicBezTo>
                  <a:cubicBezTo>
                    <a:pt x="256" y="85"/>
                    <a:pt x="255" y="86"/>
                    <a:pt x="254" y="86"/>
                  </a:cubicBezTo>
                  <a:cubicBezTo>
                    <a:pt x="255" y="86"/>
                    <a:pt x="254" y="86"/>
                    <a:pt x="254" y="86"/>
                  </a:cubicBezTo>
                  <a:cubicBezTo>
                    <a:pt x="254" y="86"/>
                    <a:pt x="253" y="86"/>
                    <a:pt x="253" y="86"/>
                  </a:cubicBezTo>
                  <a:cubicBezTo>
                    <a:pt x="253" y="86"/>
                    <a:pt x="252" y="87"/>
                    <a:pt x="253" y="87"/>
                  </a:cubicBezTo>
                  <a:cubicBezTo>
                    <a:pt x="252" y="87"/>
                    <a:pt x="251" y="87"/>
                    <a:pt x="251" y="88"/>
                  </a:cubicBezTo>
                  <a:cubicBezTo>
                    <a:pt x="251" y="88"/>
                    <a:pt x="250" y="88"/>
                    <a:pt x="250" y="88"/>
                  </a:cubicBezTo>
                  <a:cubicBezTo>
                    <a:pt x="249" y="89"/>
                    <a:pt x="249" y="89"/>
                    <a:pt x="249" y="89"/>
                  </a:cubicBezTo>
                  <a:cubicBezTo>
                    <a:pt x="248" y="89"/>
                    <a:pt x="248" y="89"/>
                    <a:pt x="247" y="89"/>
                  </a:cubicBezTo>
                  <a:cubicBezTo>
                    <a:pt x="249" y="89"/>
                    <a:pt x="251" y="89"/>
                    <a:pt x="252" y="89"/>
                  </a:cubicBezTo>
                  <a:close/>
                  <a:moveTo>
                    <a:pt x="127" y="111"/>
                  </a:moveTo>
                  <a:cubicBezTo>
                    <a:pt x="128" y="111"/>
                    <a:pt x="128" y="111"/>
                    <a:pt x="129" y="110"/>
                  </a:cubicBezTo>
                  <a:cubicBezTo>
                    <a:pt x="129" y="110"/>
                    <a:pt x="130" y="111"/>
                    <a:pt x="130" y="110"/>
                  </a:cubicBezTo>
                  <a:cubicBezTo>
                    <a:pt x="129" y="110"/>
                    <a:pt x="127" y="110"/>
                    <a:pt x="126" y="111"/>
                  </a:cubicBezTo>
                  <a:cubicBezTo>
                    <a:pt x="127" y="110"/>
                    <a:pt x="127" y="111"/>
                    <a:pt x="127" y="111"/>
                  </a:cubicBezTo>
                  <a:close/>
                  <a:moveTo>
                    <a:pt x="396" y="116"/>
                  </a:moveTo>
                  <a:cubicBezTo>
                    <a:pt x="397" y="116"/>
                    <a:pt x="398" y="116"/>
                    <a:pt x="397" y="115"/>
                  </a:cubicBezTo>
                  <a:cubicBezTo>
                    <a:pt x="397" y="115"/>
                    <a:pt x="394" y="116"/>
                    <a:pt x="396" y="116"/>
                  </a:cubicBezTo>
                  <a:close/>
                  <a:moveTo>
                    <a:pt x="314" y="121"/>
                  </a:moveTo>
                  <a:cubicBezTo>
                    <a:pt x="315" y="121"/>
                    <a:pt x="315" y="121"/>
                    <a:pt x="316" y="121"/>
                  </a:cubicBezTo>
                  <a:cubicBezTo>
                    <a:pt x="317" y="121"/>
                    <a:pt x="317" y="120"/>
                    <a:pt x="316" y="120"/>
                  </a:cubicBezTo>
                  <a:cubicBezTo>
                    <a:pt x="316" y="120"/>
                    <a:pt x="316" y="120"/>
                    <a:pt x="315" y="120"/>
                  </a:cubicBezTo>
                  <a:cubicBezTo>
                    <a:pt x="315" y="120"/>
                    <a:pt x="314" y="120"/>
                    <a:pt x="314" y="121"/>
                  </a:cubicBezTo>
                  <a:close/>
                  <a:moveTo>
                    <a:pt x="596" y="198"/>
                  </a:moveTo>
                  <a:cubicBezTo>
                    <a:pt x="595" y="199"/>
                    <a:pt x="597" y="200"/>
                    <a:pt x="597" y="200"/>
                  </a:cubicBezTo>
                  <a:cubicBezTo>
                    <a:pt x="598" y="201"/>
                    <a:pt x="598" y="200"/>
                    <a:pt x="598" y="200"/>
                  </a:cubicBezTo>
                  <a:cubicBezTo>
                    <a:pt x="598" y="200"/>
                    <a:pt x="599" y="199"/>
                    <a:pt x="599" y="199"/>
                  </a:cubicBezTo>
                  <a:cubicBezTo>
                    <a:pt x="598" y="199"/>
                    <a:pt x="598" y="199"/>
                    <a:pt x="598" y="199"/>
                  </a:cubicBezTo>
                  <a:cubicBezTo>
                    <a:pt x="598" y="199"/>
                    <a:pt x="598" y="198"/>
                    <a:pt x="597" y="198"/>
                  </a:cubicBezTo>
                  <a:cubicBezTo>
                    <a:pt x="597" y="198"/>
                    <a:pt x="596" y="198"/>
                    <a:pt x="596" y="198"/>
                  </a:cubicBezTo>
                  <a:close/>
                  <a:moveTo>
                    <a:pt x="430" y="113"/>
                  </a:moveTo>
                  <a:cubicBezTo>
                    <a:pt x="431" y="113"/>
                    <a:pt x="435" y="112"/>
                    <a:pt x="434" y="111"/>
                  </a:cubicBezTo>
                  <a:cubicBezTo>
                    <a:pt x="433" y="111"/>
                    <a:pt x="433" y="110"/>
                    <a:pt x="433" y="110"/>
                  </a:cubicBezTo>
                  <a:cubicBezTo>
                    <a:pt x="433" y="110"/>
                    <a:pt x="432" y="110"/>
                    <a:pt x="431" y="110"/>
                  </a:cubicBezTo>
                  <a:cubicBezTo>
                    <a:pt x="431" y="111"/>
                    <a:pt x="430" y="111"/>
                    <a:pt x="430" y="111"/>
                  </a:cubicBezTo>
                  <a:cubicBezTo>
                    <a:pt x="430" y="111"/>
                    <a:pt x="429" y="112"/>
                    <a:pt x="429" y="112"/>
                  </a:cubicBezTo>
                  <a:cubicBezTo>
                    <a:pt x="429" y="112"/>
                    <a:pt x="429" y="112"/>
                    <a:pt x="428" y="113"/>
                  </a:cubicBezTo>
                  <a:cubicBezTo>
                    <a:pt x="429" y="113"/>
                    <a:pt x="430" y="112"/>
                    <a:pt x="431" y="112"/>
                  </a:cubicBezTo>
                  <a:cubicBezTo>
                    <a:pt x="431" y="111"/>
                    <a:pt x="431" y="110"/>
                    <a:pt x="432" y="111"/>
                  </a:cubicBezTo>
                  <a:cubicBezTo>
                    <a:pt x="433" y="111"/>
                    <a:pt x="430" y="113"/>
                    <a:pt x="430" y="113"/>
                  </a:cubicBezTo>
                  <a:close/>
                  <a:moveTo>
                    <a:pt x="538" y="177"/>
                  </a:moveTo>
                  <a:cubicBezTo>
                    <a:pt x="538" y="177"/>
                    <a:pt x="539" y="177"/>
                    <a:pt x="539" y="177"/>
                  </a:cubicBezTo>
                  <a:cubicBezTo>
                    <a:pt x="539" y="177"/>
                    <a:pt x="539" y="177"/>
                    <a:pt x="538" y="177"/>
                  </a:cubicBezTo>
                  <a:cubicBezTo>
                    <a:pt x="538" y="176"/>
                    <a:pt x="537" y="176"/>
                    <a:pt x="537" y="176"/>
                  </a:cubicBezTo>
                  <a:cubicBezTo>
                    <a:pt x="536" y="177"/>
                    <a:pt x="536" y="176"/>
                    <a:pt x="536" y="176"/>
                  </a:cubicBezTo>
                  <a:cubicBezTo>
                    <a:pt x="536" y="176"/>
                    <a:pt x="535" y="176"/>
                    <a:pt x="534" y="176"/>
                  </a:cubicBezTo>
                  <a:cubicBezTo>
                    <a:pt x="534" y="176"/>
                    <a:pt x="535" y="177"/>
                    <a:pt x="535" y="177"/>
                  </a:cubicBezTo>
                  <a:cubicBezTo>
                    <a:pt x="536" y="177"/>
                    <a:pt x="537" y="177"/>
                    <a:pt x="538" y="177"/>
                  </a:cubicBezTo>
                  <a:close/>
                  <a:moveTo>
                    <a:pt x="603" y="184"/>
                  </a:moveTo>
                  <a:cubicBezTo>
                    <a:pt x="602" y="184"/>
                    <a:pt x="602" y="185"/>
                    <a:pt x="602" y="185"/>
                  </a:cubicBezTo>
                  <a:cubicBezTo>
                    <a:pt x="602" y="184"/>
                    <a:pt x="602" y="184"/>
                    <a:pt x="602" y="184"/>
                  </a:cubicBezTo>
                  <a:cubicBezTo>
                    <a:pt x="601" y="184"/>
                    <a:pt x="600" y="185"/>
                    <a:pt x="601" y="185"/>
                  </a:cubicBezTo>
                  <a:cubicBezTo>
                    <a:pt x="602" y="186"/>
                    <a:pt x="602" y="186"/>
                    <a:pt x="603" y="186"/>
                  </a:cubicBezTo>
                  <a:cubicBezTo>
                    <a:pt x="603" y="185"/>
                    <a:pt x="603" y="185"/>
                    <a:pt x="603" y="185"/>
                  </a:cubicBezTo>
                  <a:cubicBezTo>
                    <a:pt x="603" y="185"/>
                    <a:pt x="603" y="184"/>
                    <a:pt x="603" y="184"/>
                  </a:cubicBezTo>
                  <a:close/>
                  <a:moveTo>
                    <a:pt x="408" y="102"/>
                  </a:moveTo>
                  <a:cubicBezTo>
                    <a:pt x="408" y="102"/>
                    <a:pt x="409" y="103"/>
                    <a:pt x="409" y="102"/>
                  </a:cubicBezTo>
                  <a:cubicBezTo>
                    <a:pt x="409" y="101"/>
                    <a:pt x="409" y="102"/>
                    <a:pt x="410" y="102"/>
                  </a:cubicBezTo>
                  <a:cubicBezTo>
                    <a:pt x="410" y="101"/>
                    <a:pt x="409" y="101"/>
                    <a:pt x="409" y="101"/>
                  </a:cubicBezTo>
                  <a:cubicBezTo>
                    <a:pt x="409" y="100"/>
                    <a:pt x="405" y="101"/>
                    <a:pt x="408" y="102"/>
                  </a:cubicBezTo>
                  <a:close/>
                  <a:moveTo>
                    <a:pt x="524" y="167"/>
                  </a:moveTo>
                  <a:cubicBezTo>
                    <a:pt x="523" y="167"/>
                    <a:pt x="523" y="167"/>
                    <a:pt x="522" y="167"/>
                  </a:cubicBezTo>
                  <a:cubicBezTo>
                    <a:pt x="521" y="167"/>
                    <a:pt x="520" y="166"/>
                    <a:pt x="520" y="167"/>
                  </a:cubicBezTo>
                  <a:cubicBezTo>
                    <a:pt x="519" y="167"/>
                    <a:pt x="520" y="167"/>
                    <a:pt x="520" y="167"/>
                  </a:cubicBezTo>
                  <a:cubicBezTo>
                    <a:pt x="520" y="167"/>
                    <a:pt x="519" y="167"/>
                    <a:pt x="519" y="168"/>
                  </a:cubicBezTo>
                  <a:cubicBezTo>
                    <a:pt x="520" y="168"/>
                    <a:pt x="520" y="168"/>
                    <a:pt x="521" y="169"/>
                  </a:cubicBezTo>
                  <a:cubicBezTo>
                    <a:pt x="521" y="169"/>
                    <a:pt x="521" y="169"/>
                    <a:pt x="521" y="169"/>
                  </a:cubicBezTo>
                  <a:cubicBezTo>
                    <a:pt x="522" y="169"/>
                    <a:pt x="522" y="169"/>
                    <a:pt x="522" y="169"/>
                  </a:cubicBezTo>
                  <a:cubicBezTo>
                    <a:pt x="522" y="170"/>
                    <a:pt x="523" y="170"/>
                    <a:pt x="523" y="170"/>
                  </a:cubicBezTo>
                  <a:cubicBezTo>
                    <a:pt x="524" y="169"/>
                    <a:pt x="524" y="169"/>
                    <a:pt x="525" y="169"/>
                  </a:cubicBezTo>
                  <a:cubicBezTo>
                    <a:pt x="525" y="169"/>
                    <a:pt x="524" y="169"/>
                    <a:pt x="524" y="169"/>
                  </a:cubicBezTo>
                  <a:cubicBezTo>
                    <a:pt x="524" y="169"/>
                    <a:pt x="525" y="168"/>
                    <a:pt x="525" y="168"/>
                  </a:cubicBezTo>
                  <a:cubicBezTo>
                    <a:pt x="525" y="168"/>
                    <a:pt x="524" y="168"/>
                    <a:pt x="524" y="167"/>
                  </a:cubicBezTo>
                  <a:close/>
                  <a:moveTo>
                    <a:pt x="441" y="53"/>
                  </a:moveTo>
                  <a:cubicBezTo>
                    <a:pt x="441" y="53"/>
                    <a:pt x="440" y="53"/>
                    <a:pt x="440" y="53"/>
                  </a:cubicBezTo>
                  <a:cubicBezTo>
                    <a:pt x="442" y="54"/>
                    <a:pt x="445" y="53"/>
                    <a:pt x="447" y="53"/>
                  </a:cubicBezTo>
                  <a:cubicBezTo>
                    <a:pt x="448" y="53"/>
                    <a:pt x="448" y="53"/>
                    <a:pt x="449" y="53"/>
                  </a:cubicBezTo>
                  <a:cubicBezTo>
                    <a:pt x="449" y="53"/>
                    <a:pt x="450" y="52"/>
                    <a:pt x="450" y="52"/>
                  </a:cubicBezTo>
                  <a:cubicBezTo>
                    <a:pt x="451" y="52"/>
                    <a:pt x="451" y="52"/>
                    <a:pt x="451" y="52"/>
                  </a:cubicBezTo>
                  <a:cubicBezTo>
                    <a:pt x="452" y="52"/>
                    <a:pt x="451" y="52"/>
                    <a:pt x="451" y="51"/>
                  </a:cubicBezTo>
                  <a:cubicBezTo>
                    <a:pt x="451" y="51"/>
                    <a:pt x="450" y="51"/>
                    <a:pt x="449" y="51"/>
                  </a:cubicBezTo>
                  <a:cubicBezTo>
                    <a:pt x="448" y="51"/>
                    <a:pt x="447" y="51"/>
                    <a:pt x="446" y="51"/>
                  </a:cubicBezTo>
                  <a:cubicBezTo>
                    <a:pt x="444" y="52"/>
                    <a:pt x="442" y="52"/>
                    <a:pt x="440" y="52"/>
                  </a:cubicBezTo>
                  <a:cubicBezTo>
                    <a:pt x="440" y="52"/>
                    <a:pt x="438" y="52"/>
                    <a:pt x="438" y="53"/>
                  </a:cubicBezTo>
                  <a:cubicBezTo>
                    <a:pt x="438" y="54"/>
                    <a:pt x="440" y="53"/>
                    <a:pt x="441" y="53"/>
                  </a:cubicBezTo>
                  <a:close/>
                  <a:moveTo>
                    <a:pt x="326" y="129"/>
                  </a:moveTo>
                  <a:cubicBezTo>
                    <a:pt x="326" y="129"/>
                    <a:pt x="326" y="129"/>
                    <a:pt x="326" y="130"/>
                  </a:cubicBezTo>
                  <a:cubicBezTo>
                    <a:pt x="326" y="130"/>
                    <a:pt x="325" y="130"/>
                    <a:pt x="326" y="130"/>
                  </a:cubicBezTo>
                  <a:cubicBezTo>
                    <a:pt x="326" y="130"/>
                    <a:pt x="326" y="130"/>
                    <a:pt x="326" y="130"/>
                  </a:cubicBezTo>
                  <a:cubicBezTo>
                    <a:pt x="326" y="130"/>
                    <a:pt x="327" y="130"/>
                    <a:pt x="327" y="129"/>
                  </a:cubicBezTo>
                  <a:cubicBezTo>
                    <a:pt x="327" y="130"/>
                    <a:pt x="328" y="129"/>
                    <a:pt x="328" y="129"/>
                  </a:cubicBezTo>
                  <a:cubicBezTo>
                    <a:pt x="328" y="128"/>
                    <a:pt x="326" y="129"/>
                    <a:pt x="326" y="129"/>
                  </a:cubicBezTo>
                  <a:close/>
                  <a:moveTo>
                    <a:pt x="481" y="126"/>
                  </a:moveTo>
                  <a:cubicBezTo>
                    <a:pt x="480" y="126"/>
                    <a:pt x="480" y="127"/>
                    <a:pt x="481" y="127"/>
                  </a:cubicBezTo>
                  <a:cubicBezTo>
                    <a:pt x="481" y="127"/>
                    <a:pt x="481" y="128"/>
                    <a:pt x="481" y="128"/>
                  </a:cubicBezTo>
                  <a:cubicBezTo>
                    <a:pt x="481" y="128"/>
                    <a:pt x="481" y="128"/>
                    <a:pt x="482" y="128"/>
                  </a:cubicBezTo>
                  <a:cubicBezTo>
                    <a:pt x="482" y="128"/>
                    <a:pt x="483" y="127"/>
                    <a:pt x="484" y="127"/>
                  </a:cubicBezTo>
                  <a:cubicBezTo>
                    <a:pt x="485" y="126"/>
                    <a:pt x="486" y="125"/>
                    <a:pt x="486" y="124"/>
                  </a:cubicBezTo>
                  <a:cubicBezTo>
                    <a:pt x="487" y="123"/>
                    <a:pt x="487" y="123"/>
                    <a:pt x="486" y="123"/>
                  </a:cubicBezTo>
                  <a:cubicBezTo>
                    <a:pt x="485" y="122"/>
                    <a:pt x="485" y="123"/>
                    <a:pt x="484" y="123"/>
                  </a:cubicBezTo>
                  <a:cubicBezTo>
                    <a:pt x="484" y="123"/>
                    <a:pt x="483" y="123"/>
                    <a:pt x="483" y="124"/>
                  </a:cubicBezTo>
                  <a:cubicBezTo>
                    <a:pt x="482" y="124"/>
                    <a:pt x="482" y="124"/>
                    <a:pt x="482" y="125"/>
                  </a:cubicBezTo>
                  <a:cubicBezTo>
                    <a:pt x="482" y="125"/>
                    <a:pt x="483" y="125"/>
                    <a:pt x="482" y="125"/>
                  </a:cubicBezTo>
                  <a:cubicBezTo>
                    <a:pt x="482" y="126"/>
                    <a:pt x="481" y="126"/>
                    <a:pt x="481" y="126"/>
                  </a:cubicBezTo>
                  <a:close/>
                  <a:moveTo>
                    <a:pt x="518" y="164"/>
                  </a:moveTo>
                  <a:cubicBezTo>
                    <a:pt x="517" y="164"/>
                    <a:pt x="519" y="164"/>
                    <a:pt x="519" y="164"/>
                  </a:cubicBezTo>
                  <a:cubicBezTo>
                    <a:pt x="519" y="164"/>
                    <a:pt x="520" y="164"/>
                    <a:pt x="520" y="164"/>
                  </a:cubicBezTo>
                  <a:cubicBezTo>
                    <a:pt x="521" y="163"/>
                    <a:pt x="521" y="163"/>
                    <a:pt x="521" y="163"/>
                  </a:cubicBezTo>
                  <a:cubicBezTo>
                    <a:pt x="521" y="163"/>
                    <a:pt x="518" y="163"/>
                    <a:pt x="518" y="164"/>
                  </a:cubicBezTo>
                  <a:close/>
                  <a:moveTo>
                    <a:pt x="495" y="195"/>
                  </a:moveTo>
                  <a:cubicBezTo>
                    <a:pt x="494" y="195"/>
                    <a:pt x="493" y="195"/>
                    <a:pt x="493" y="195"/>
                  </a:cubicBezTo>
                  <a:cubicBezTo>
                    <a:pt x="492" y="195"/>
                    <a:pt x="490" y="196"/>
                    <a:pt x="491" y="196"/>
                  </a:cubicBezTo>
                  <a:cubicBezTo>
                    <a:pt x="491" y="196"/>
                    <a:pt x="492" y="196"/>
                    <a:pt x="492" y="196"/>
                  </a:cubicBezTo>
                  <a:cubicBezTo>
                    <a:pt x="493" y="196"/>
                    <a:pt x="494" y="196"/>
                    <a:pt x="494" y="195"/>
                  </a:cubicBezTo>
                  <a:cubicBezTo>
                    <a:pt x="494" y="195"/>
                    <a:pt x="494" y="195"/>
                    <a:pt x="494" y="195"/>
                  </a:cubicBezTo>
                  <a:cubicBezTo>
                    <a:pt x="494" y="195"/>
                    <a:pt x="494" y="195"/>
                    <a:pt x="495" y="195"/>
                  </a:cubicBezTo>
                  <a:cubicBezTo>
                    <a:pt x="495" y="195"/>
                    <a:pt x="495" y="195"/>
                    <a:pt x="495" y="195"/>
                  </a:cubicBezTo>
                  <a:close/>
                  <a:moveTo>
                    <a:pt x="455" y="240"/>
                  </a:moveTo>
                  <a:cubicBezTo>
                    <a:pt x="454" y="240"/>
                    <a:pt x="454" y="240"/>
                    <a:pt x="454" y="240"/>
                  </a:cubicBezTo>
                  <a:cubicBezTo>
                    <a:pt x="453" y="240"/>
                    <a:pt x="453" y="240"/>
                    <a:pt x="453" y="240"/>
                  </a:cubicBezTo>
                  <a:cubicBezTo>
                    <a:pt x="453" y="241"/>
                    <a:pt x="452" y="241"/>
                    <a:pt x="451" y="241"/>
                  </a:cubicBezTo>
                  <a:cubicBezTo>
                    <a:pt x="451" y="241"/>
                    <a:pt x="450" y="242"/>
                    <a:pt x="451" y="242"/>
                  </a:cubicBezTo>
                  <a:cubicBezTo>
                    <a:pt x="453" y="241"/>
                    <a:pt x="455" y="240"/>
                    <a:pt x="457" y="239"/>
                  </a:cubicBezTo>
                  <a:cubicBezTo>
                    <a:pt x="456" y="239"/>
                    <a:pt x="456" y="240"/>
                    <a:pt x="455" y="240"/>
                  </a:cubicBezTo>
                  <a:close/>
                  <a:moveTo>
                    <a:pt x="604" y="234"/>
                  </a:moveTo>
                  <a:cubicBezTo>
                    <a:pt x="604" y="234"/>
                    <a:pt x="604" y="234"/>
                    <a:pt x="604" y="234"/>
                  </a:cubicBezTo>
                  <a:cubicBezTo>
                    <a:pt x="603" y="234"/>
                    <a:pt x="603" y="235"/>
                    <a:pt x="603" y="235"/>
                  </a:cubicBezTo>
                  <a:cubicBezTo>
                    <a:pt x="602" y="235"/>
                    <a:pt x="601" y="236"/>
                    <a:pt x="601" y="236"/>
                  </a:cubicBezTo>
                  <a:cubicBezTo>
                    <a:pt x="601" y="237"/>
                    <a:pt x="601" y="237"/>
                    <a:pt x="601" y="237"/>
                  </a:cubicBezTo>
                  <a:cubicBezTo>
                    <a:pt x="601" y="237"/>
                    <a:pt x="601" y="237"/>
                    <a:pt x="601" y="237"/>
                  </a:cubicBezTo>
                  <a:cubicBezTo>
                    <a:pt x="602" y="237"/>
                    <a:pt x="602" y="237"/>
                    <a:pt x="602" y="237"/>
                  </a:cubicBezTo>
                  <a:cubicBezTo>
                    <a:pt x="602" y="238"/>
                    <a:pt x="602" y="238"/>
                    <a:pt x="603" y="237"/>
                  </a:cubicBezTo>
                  <a:cubicBezTo>
                    <a:pt x="603" y="237"/>
                    <a:pt x="603" y="237"/>
                    <a:pt x="603" y="237"/>
                  </a:cubicBezTo>
                  <a:cubicBezTo>
                    <a:pt x="603" y="237"/>
                    <a:pt x="603" y="237"/>
                    <a:pt x="603" y="237"/>
                  </a:cubicBezTo>
                  <a:cubicBezTo>
                    <a:pt x="603" y="237"/>
                    <a:pt x="604" y="236"/>
                    <a:pt x="603" y="236"/>
                  </a:cubicBezTo>
                  <a:cubicBezTo>
                    <a:pt x="603" y="236"/>
                    <a:pt x="602" y="236"/>
                    <a:pt x="602" y="236"/>
                  </a:cubicBezTo>
                  <a:cubicBezTo>
                    <a:pt x="601" y="236"/>
                    <a:pt x="603" y="236"/>
                    <a:pt x="603" y="236"/>
                  </a:cubicBezTo>
                  <a:cubicBezTo>
                    <a:pt x="603" y="236"/>
                    <a:pt x="604" y="235"/>
                    <a:pt x="603" y="236"/>
                  </a:cubicBezTo>
                  <a:cubicBezTo>
                    <a:pt x="604" y="235"/>
                    <a:pt x="604" y="235"/>
                    <a:pt x="604" y="235"/>
                  </a:cubicBezTo>
                  <a:cubicBezTo>
                    <a:pt x="604" y="235"/>
                    <a:pt x="604" y="235"/>
                    <a:pt x="604" y="235"/>
                  </a:cubicBezTo>
                  <a:cubicBezTo>
                    <a:pt x="604" y="235"/>
                    <a:pt x="604" y="235"/>
                    <a:pt x="604" y="235"/>
                  </a:cubicBezTo>
                  <a:cubicBezTo>
                    <a:pt x="605" y="234"/>
                    <a:pt x="604" y="235"/>
                    <a:pt x="604" y="234"/>
                  </a:cubicBezTo>
                  <a:close/>
                  <a:moveTo>
                    <a:pt x="456" y="245"/>
                  </a:moveTo>
                  <a:cubicBezTo>
                    <a:pt x="456" y="245"/>
                    <a:pt x="456" y="245"/>
                    <a:pt x="456" y="245"/>
                  </a:cubicBezTo>
                  <a:cubicBezTo>
                    <a:pt x="456" y="245"/>
                    <a:pt x="455" y="245"/>
                    <a:pt x="455" y="245"/>
                  </a:cubicBezTo>
                  <a:cubicBezTo>
                    <a:pt x="456" y="244"/>
                    <a:pt x="458" y="243"/>
                    <a:pt x="458" y="242"/>
                  </a:cubicBezTo>
                  <a:cubicBezTo>
                    <a:pt x="457" y="242"/>
                    <a:pt x="455" y="244"/>
                    <a:pt x="454" y="245"/>
                  </a:cubicBezTo>
                  <a:cubicBezTo>
                    <a:pt x="454" y="245"/>
                    <a:pt x="454" y="245"/>
                    <a:pt x="453" y="245"/>
                  </a:cubicBezTo>
                  <a:cubicBezTo>
                    <a:pt x="453" y="245"/>
                    <a:pt x="453" y="245"/>
                    <a:pt x="453" y="245"/>
                  </a:cubicBezTo>
                  <a:cubicBezTo>
                    <a:pt x="452" y="245"/>
                    <a:pt x="451" y="246"/>
                    <a:pt x="451" y="246"/>
                  </a:cubicBezTo>
                  <a:cubicBezTo>
                    <a:pt x="451" y="245"/>
                    <a:pt x="452" y="245"/>
                    <a:pt x="453" y="244"/>
                  </a:cubicBezTo>
                  <a:cubicBezTo>
                    <a:pt x="453" y="244"/>
                    <a:pt x="455" y="243"/>
                    <a:pt x="455" y="243"/>
                  </a:cubicBezTo>
                  <a:cubicBezTo>
                    <a:pt x="454" y="243"/>
                    <a:pt x="453" y="244"/>
                    <a:pt x="452" y="244"/>
                  </a:cubicBezTo>
                  <a:cubicBezTo>
                    <a:pt x="452" y="245"/>
                    <a:pt x="451" y="246"/>
                    <a:pt x="450" y="246"/>
                  </a:cubicBezTo>
                  <a:cubicBezTo>
                    <a:pt x="450" y="245"/>
                    <a:pt x="450" y="245"/>
                    <a:pt x="449" y="245"/>
                  </a:cubicBezTo>
                  <a:cubicBezTo>
                    <a:pt x="449" y="245"/>
                    <a:pt x="450" y="245"/>
                    <a:pt x="450" y="245"/>
                  </a:cubicBezTo>
                  <a:cubicBezTo>
                    <a:pt x="451" y="244"/>
                    <a:pt x="453" y="243"/>
                    <a:pt x="455" y="242"/>
                  </a:cubicBezTo>
                  <a:cubicBezTo>
                    <a:pt x="456" y="241"/>
                    <a:pt x="456" y="240"/>
                    <a:pt x="457" y="240"/>
                  </a:cubicBezTo>
                  <a:cubicBezTo>
                    <a:pt x="457" y="239"/>
                    <a:pt x="457" y="238"/>
                    <a:pt x="458" y="238"/>
                  </a:cubicBezTo>
                  <a:cubicBezTo>
                    <a:pt x="457" y="239"/>
                    <a:pt x="457" y="240"/>
                    <a:pt x="456" y="241"/>
                  </a:cubicBezTo>
                  <a:cubicBezTo>
                    <a:pt x="456" y="242"/>
                    <a:pt x="454" y="242"/>
                    <a:pt x="454" y="243"/>
                  </a:cubicBezTo>
                  <a:cubicBezTo>
                    <a:pt x="454" y="243"/>
                    <a:pt x="455" y="242"/>
                    <a:pt x="455" y="242"/>
                  </a:cubicBezTo>
                  <a:cubicBezTo>
                    <a:pt x="455" y="242"/>
                    <a:pt x="455" y="242"/>
                    <a:pt x="456" y="242"/>
                  </a:cubicBezTo>
                  <a:cubicBezTo>
                    <a:pt x="456" y="242"/>
                    <a:pt x="457" y="241"/>
                    <a:pt x="457" y="240"/>
                  </a:cubicBezTo>
                  <a:cubicBezTo>
                    <a:pt x="458" y="240"/>
                    <a:pt x="458" y="239"/>
                    <a:pt x="459" y="239"/>
                  </a:cubicBezTo>
                  <a:cubicBezTo>
                    <a:pt x="459" y="239"/>
                    <a:pt x="460" y="237"/>
                    <a:pt x="460" y="238"/>
                  </a:cubicBezTo>
                  <a:cubicBezTo>
                    <a:pt x="460" y="238"/>
                    <a:pt x="460" y="238"/>
                    <a:pt x="460" y="238"/>
                  </a:cubicBezTo>
                  <a:cubicBezTo>
                    <a:pt x="461" y="238"/>
                    <a:pt x="460" y="239"/>
                    <a:pt x="461" y="240"/>
                  </a:cubicBezTo>
                  <a:cubicBezTo>
                    <a:pt x="461" y="240"/>
                    <a:pt x="461" y="239"/>
                    <a:pt x="461" y="240"/>
                  </a:cubicBezTo>
                  <a:cubicBezTo>
                    <a:pt x="461" y="240"/>
                    <a:pt x="461" y="240"/>
                    <a:pt x="460" y="241"/>
                  </a:cubicBezTo>
                  <a:cubicBezTo>
                    <a:pt x="461" y="241"/>
                    <a:pt x="461" y="241"/>
                    <a:pt x="461" y="241"/>
                  </a:cubicBezTo>
                  <a:cubicBezTo>
                    <a:pt x="459" y="242"/>
                    <a:pt x="457" y="244"/>
                    <a:pt x="456" y="245"/>
                  </a:cubicBezTo>
                  <a:close/>
                  <a:moveTo>
                    <a:pt x="458" y="243"/>
                  </a:moveTo>
                  <a:cubicBezTo>
                    <a:pt x="458" y="243"/>
                    <a:pt x="458" y="243"/>
                    <a:pt x="459" y="242"/>
                  </a:cubicBezTo>
                  <a:cubicBezTo>
                    <a:pt x="459" y="242"/>
                    <a:pt x="460" y="242"/>
                    <a:pt x="460" y="241"/>
                  </a:cubicBezTo>
                  <a:cubicBezTo>
                    <a:pt x="460" y="241"/>
                    <a:pt x="460" y="240"/>
                    <a:pt x="461" y="240"/>
                  </a:cubicBezTo>
                  <a:cubicBezTo>
                    <a:pt x="460" y="240"/>
                    <a:pt x="459" y="241"/>
                    <a:pt x="459" y="242"/>
                  </a:cubicBezTo>
                  <a:cubicBezTo>
                    <a:pt x="459" y="242"/>
                    <a:pt x="459" y="242"/>
                    <a:pt x="459" y="242"/>
                  </a:cubicBezTo>
                  <a:cubicBezTo>
                    <a:pt x="459" y="242"/>
                    <a:pt x="458" y="243"/>
                    <a:pt x="458" y="243"/>
                  </a:cubicBezTo>
                  <a:close/>
                  <a:moveTo>
                    <a:pt x="462" y="242"/>
                  </a:moveTo>
                  <a:cubicBezTo>
                    <a:pt x="463" y="242"/>
                    <a:pt x="463" y="240"/>
                    <a:pt x="463" y="240"/>
                  </a:cubicBezTo>
                  <a:cubicBezTo>
                    <a:pt x="464" y="239"/>
                    <a:pt x="462" y="240"/>
                    <a:pt x="462" y="240"/>
                  </a:cubicBezTo>
                  <a:cubicBezTo>
                    <a:pt x="461" y="241"/>
                    <a:pt x="460" y="242"/>
                    <a:pt x="459" y="243"/>
                  </a:cubicBezTo>
                  <a:cubicBezTo>
                    <a:pt x="460" y="243"/>
                    <a:pt x="460" y="242"/>
                    <a:pt x="461" y="242"/>
                  </a:cubicBezTo>
                  <a:cubicBezTo>
                    <a:pt x="461" y="242"/>
                    <a:pt x="462" y="242"/>
                    <a:pt x="462" y="242"/>
                  </a:cubicBezTo>
                  <a:close/>
                  <a:moveTo>
                    <a:pt x="424" y="273"/>
                  </a:moveTo>
                  <a:cubicBezTo>
                    <a:pt x="424" y="272"/>
                    <a:pt x="420" y="273"/>
                    <a:pt x="419" y="273"/>
                  </a:cubicBezTo>
                  <a:cubicBezTo>
                    <a:pt x="419" y="273"/>
                    <a:pt x="418" y="273"/>
                    <a:pt x="417" y="273"/>
                  </a:cubicBezTo>
                  <a:cubicBezTo>
                    <a:pt x="417" y="274"/>
                    <a:pt x="416" y="274"/>
                    <a:pt x="416" y="274"/>
                  </a:cubicBezTo>
                  <a:cubicBezTo>
                    <a:pt x="415" y="275"/>
                    <a:pt x="416" y="276"/>
                    <a:pt x="417" y="276"/>
                  </a:cubicBezTo>
                  <a:cubicBezTo>
                    <a:pt x="418" y="276"/>
                    <a:pt x="419" y="277"/>
                    <a:pt x="420" y="277"/>
                  </a:cubicBezTo>
                  <a:cubicBezTo>
                    <a:pt x="420" y="277"/>
                    <a:pt x="421" y="277"/>
                    <a:pt x="421" y="277"/>
                  </a:cubicBezTo>
                  <a:cubicBezTo>
                    <a:pt x="421" y="277"/>
                    <a:pt x="421" y="277"/>
                    <a:pt x="422" y="278"/>
                  </a:cubicBezTo>
                  <a:cubicBezTo>
                    <a:pt x="422" y="278"/>
                    <a:pt x="423" y="278"/>
                    <a:pt x="423" y="278"/>
                  </a:cubicBezTo>
                  <a:cubicBezTo>
                    <a:pt x="424" y="278"/>
                    <a:pt x="424" y="279"/>
                    <a:pt x="425" y="278"/>
                  </a:cubicBezTo>
                  <a:cubicBezTo>
                    <a:pt x="425" y="278"/>
                    <a:pt x="425" y="278"/>
                    <a:pt x="425" y="277"/>
                  </a:cubicBezTo>
                  <a:cubicBezTo>
                    <a:pt x="425" y="276"/>
                    <a:pt x="425" y="276"/>
                    <a:pt x="425" y="275"/>
                  </a:cubicBezTo>
                  <a:cubicBezTo>
                    <a:pt x="425" y="275"/>
                    <a:pt x="424" y="274"/>
                    <a:pt x="424" y="273"/>
                  </a:cubicBezTo>
                  <a:close/>
                  <a:moveTo>
                    <a:pt x="557" y="316"/>
                  </a:moveTo>
                  <a:cubicBezTo>
                    <a:pt x="558" y="316"/>
                    <a:pt x="559" y="316"/>
                    <a:pt x="561" y="317"/>
                  </a:cubicBezTo>
                  <a:cubicBezTo>
                    <a:pt x="562" y="317"/>
                    <a:pt x="563" y="317"/>
                    <a:pt x="564" y="317"/>
                  </a:cubicBezTo>
                  <a:cubicBezTo>
                    <a:pt x="565" y="317"/>
                    <a:pt x="567" y="316"/>
                    <a:pt x="566" y="315"/>
                  </a:cubicBezTo>
                  <a:cubicBezTo>
                    <a:pt x="565" y="314"/>
                    <a:pt x="565" y="314"/>
                    <a:pt x="564" y="314"/>
                  </a:cubicBezTo>
                  <a:cubicBezTo>
                    <a:pt x="564" y="313"/>
                    <a:pt x="563" y="313"/>
                    <a:pt x="563" y="313"/>
                  </a:cubicBezTo>
                  <a:cubicBezTo>
                    <a:pt x="562" y="313"/>
                    <a:pt x="563" y="313"/>
                    <a:pt x="562" y="313"/>
                  </a:cubicBezTo>
                  <a:cubicBezTo>
                    <a:pt x="562" y="312"/>
                    <a:pt x="562" y="312"/>
                    <a:pt x="562" y="312"/>
                  </a:cubicBezTo>
                  <a:cubicBezTo>
                    <a:pt x="561" y="312"/>
                    <a:pt x="561" y="312"/>
                    <a:pt x="561" y="311"/>
                  </a:cubicBezTo>
                  <a:cubicBezTo>
                    <a:pt x="560" y="311"/>
                    <a:pt x="560" y="311"/>
                    <a:pt x="559" y="310"/>
                  </a:cubicBezTo>
                  <a:cubicBezTo>
                    <a:pt x="559" y="310"/>
                    <a:pt x="558" y="310"/>
                    <a:pt x="558" y="310"/>
                  </a:cubicBezTo>
                  <a:cubicBezTo>
                    <a:pt x="558" y="310"/>
                    <a:pt x="557" y="310"/>
                    <a:pt x="557" y="310"/>
                  </a:cubicBezTo>
                  <a:cubicBezTo>
                    <a:pt x="556" y="309"/>
                    <a:pt x="555" y="309"/>
                    <a:pt x="554" y="309"/>
                  </a:cubicBezTo>
                  <a:cubicBezTo>
                    <a:pt x="551" y="308"/>
                    <a:pt x="549" y="307"/>
                    <a:pt x="547" y="308"/>
                  </a:cubicBezTo>
                  <a:cubicBezTo>
                    <a:pt x="546" y="308"/>
                    <a:pt x="545" y="308"/>
                    <a:pt x="546" y="309"/>
                  </a:cubicBezTo>
                  <a:cubicBezTo>
                    <a:pt x="546" y="309"/>
                    <a:pt x="546" y="309"/>
                    <a:pt x="546" y="309"/>
                  </a:cubicBezTo>
                  <a:cubicBezTo>
                    <a:pt x="546" y="309"/>
                    <a:pt x="547" y="309"/>
                    <a:pt x="547" y="309"/>
                  </a:cubicBezTo>
                  <a:cubicBezTo>
                    <a:pt x="548" y="310"/>
                    <a:pt x="549" y="310"/>
                    <a:pt x="550" y="311"/>
                  </a:cubicBezTo>
                  <a:cubicBezTo>
                    <a:pt x="550" y="311"/>
                    <a:pt x="551" y="312"/>
                    <a:pt x="551" y="312"/>
                  </a:cubicBezTo>
                  <a:cubicBezTo>
                    <a:pt x="551" y="312"/>
                    <a:pt x="551" y="313"/>
                    <a:pt x="551" y="313"/>
                  </a:cubicBezTo>
                  <a:cubicBezTo>
                    <a:pt x="551" y="314"/>
                    <a:pt x="553" y="314"/>
                    <a:pt x="553" y="314"/>
                  </a:cubicBezTo>
                  <a:cubicBezTo>
                    <a:pt x="554" y="315"/>
                    <a:pt x="555" y="315"/>
                    <a:pt x="557" y="316"/>
                  </a:cubicBezTo>
                  <a:close/>
                  <a:moveTo>
                    <a:pt x="341" y="319"/>
                  </a:moveTo>
                  <a:cubicBezTo>
                    <a:pt x="341" y="319"/>
                    <a:pt x="340" y="320"/>
                    <a:pt x="340" y="320"/>
                  </a:cubicBezTo>
                  <a:cubicBezTo>
                    <a:pt x="340" y="321"/>
                    <a:pt x="340" y="321"/>
                    <a:pt x="340" y="320"/>
                  </a:cubicBezTo>
                  <a:cubicBezTo>
                    <a:pt x="341" y="320"/>
                    <a:pt x="341" y="320"/>
                    <a:pt x="342" y="320"/>
                  </a:cubicBezTo>
                  <a:cubicBezTo>
                    <a:pt x="342" y="320"/>
                    <a:pt x="342" y="320"/>
                    <a:pt x="342" y="320"/>
                  </a:cubicBezTo>
                  <a:cubicBezTo>
                    <a:pt x="343" y="320"/>
                    <a:pt x="343" y="320"/>
                    <a:pt x="343" y="319"/>
                  </a:cubicBezTo>
                  <a:cubicBezTo>
                    <a:pt x="343" y="319"/>
                    <a:pt x="342" y="319"/>
                    <a:pt x="341" y="319"/>
                  </a:cubicBezTo>
                  <a:close/>
                  <a:moveTo>
                    <a:pt x="629" y="326"/>
                  </a:moveTo>
                  <a:cubicBezTo>
                    <a:pt x="629" y="326"/>
                    <a:pt x="630" y="326"/>
                    <a:pt x="630" y="326"/>
                  </a:cubicBezTo>
                  <a:cubicBezTo>
                    <a:pt x="631" y="326"/>
                    <a:pt x="631" y="326"/>
                    <a:pt x="632" y="326"/>
                  </a:cubicBezTo>
                  <a:cubicBezTo>
                    <a:pt x="632" y="325"/>
                    <a:pt x="633" y="325"/>
                    <a:pt x="633" y="325"/>
                  </a:cubicBezTo>
                  <a:cubicBezTo>
                    <a:pt x="634" y="325"/>
                    <a:pt x="634" y="324"/>
                    <a:pt x="634" y="324"/>
                  </a:cubicBezTo>
                  <a:cubicBezTo>
                    <a:pt x="635" y="324"/>
                    <a:pt x="635" y="325"/>
                    <a:pt x="636" y="324"/>
                  </a:cubicBezTo>
                  <a:cubicBezTo>
                    <a:pt x="636" y="324"/>
                    <a:pt x="636" y="324"/>
                    <a:pt x="637" y="323"/>
                  </a:cubicBezTo>
                  <a:cubicBezTo>
                    <a:pt x="637" y="323"/>
                    <a:pt x="638" y="322"/>
                    <a:pt x="638" y="321"/>
                  </a:cubicBezTo>
                  <a:cubicBezTo>
                    <a:pt x="637" y="321"/>
                    <a:pt x="637" y="321"/>
                    <a:pt x="637" y="321"/>
                  </a:cubicBezTo>
                  <a:cubicBezTo>
                    <a:pt x="636" y="322"/>
                    <a:pt x="636" y="322"/>
                    <a:pt x="635" y="322"/>
                  </a:cubicBezTo>
                  <a:cubicBezTo>
                    <a:pt x="635" y="323"/>
                    <a:pt x="635" y="322"/>
                    <a:pt x="635" y="322"/>
                  </a:cubicBezTo>
                  <a:cubicBezTo>
                    <a:pt x="635" y="322"/>
                    <a:pt x="635" y="322"/>
                    <a:pt x="634" y="322"/>
                  </a:cubicBezTo>
                  <a:cubicBezTo>
                    <a:pt x="634" y="322"/>
                    <a:pt x="634" y="322"/>
                    <a:pt x="633" y="322"/>
                  </a:cubicBezTo>
                  <a:cubicBezTo>
                    <a:pt x="633" y="323"/>
                    <a:pt x="632" y="323"/>
                    <a:pt x="632" y="324"/>
                  </a:cubicBezTo>
                  <a:cubicBezTo>
                    <a:pt x="632" y="324"/>
                    <a:pt x="632" y="323"/>
                    <a:pt x="632" y="323"/>
                  </a:cubicBezTo>
                  <a:cubicBezTo>
                    <a:pt x="632" y="323"/>
                    <a:pt x="632" y="323"/>
                    <a:pt x="632" y="323"/>
                  </a:cubicBezTo>
                  <a:cubicBezTo>
                    <a:pt x="632" y="323"/>
                    <a:pt x="632" y="323"/>
                    <a:pt x="632" y="323"/>
                  </a:cubicBezTo>
                  <a:cubicBezTo>
                    <a:pt x="631" y="324"/>
                    <a:pt x="631" y="324"/>
                    <a:pt x="631" y="324"/>
                  </a:cubicBezTo>
                  <a:cubicBezTo>
                    <a:pt x="631" y="324"/>
                    <a:pt x="632" y="323"/>
                    <a:pt x="632" y="323"/>
                  </a:cubicBezTo>
                  <a:cubicBezTo>
                    <a:pt x="632" y="323"/>
                    <a:pt x="632" y="323"/>
                    <a:pt x="632" y="323"/>
                  </a:cubicBezTo>
                  <a:cubicBezTo>
                    <a:pt x="631" y="322"/>
                    <a:pt x="630" y="324"/>
                    <a:pt x="630" y="324"/>
                  </a:cubicBezTo>
                  <a:cubicBezTo>
                    <a:pt x="630" y="324"/>
                    <a:pt x="629" y="324"/>
                    <a:pt x="629" y="324"/>
                  </a:cubicBezTo>
                  <a:cubicBezTo>
                    <a:pt x="630" y="324"/>
                    <a:pt x="630" y="323"/>
                    <a:pt x="630" y="323"/>
                  </a:cubicBezTo>
                  <a:cubicBezTo>
                    <a:pt x="630" y="323"/>
                    <a:pt x="627" y="324"/>
                    <a:pt x="627" y="324"/>
                  </a:cubicBezTo>
                  <a:cubicBezTo>
                    <a:pt x="627" y="324"/>
                    <a:pt x="628" y="324"/>
                    <a:pt x="628" y="324"/>
                  </a:cubicBezTo>
                  <a:cubicBezTo>
                    <a:pt x="628" y="324"/>
                    <a:pt x="629" y="324"/>
                    <a:pt x="629" y="323"/>
                  </a:cubicBezTo>
                  <a:cubicBezTo>
                    <a:pt x="630" y="323"/>
                    <a:pt x="630" y="323"/>
                    <a:pt x="630" y="323"/>
                  </a:cubicBezTo>
                  <a:cubicBezTo>
                    <a:pt x="631" y="323"/>
                    <a:pt x="631" y="322"/>
                    <a:pt x="631" y="323"/>
                  </a:cubicBezTo>
                  <a:cubicBezTo>
                    <a:pt x="631" y="322"/>
                    <a:pt x="631" y="322"/>
                    <a:pt x="631" y="322"/>
                  </a:cubicBezTo>
                  <a:cubicBezTo>
                    <a:pt x="631" y="322"/>
                    <a:pt x="630" y="322"/>
                    <a:pt x="629" y="322"/>
                  </a:cubicBezTo>
                  <a:cubicBezTo>
                    <a:pt x="630" y="322"/>
                    <a:pt x="633" y="321"/>
                    <a:pt x="633" y="321"/>
                  </a:cubicBezTo>
                  <a:cubicBezTo>
                    <a:pt x="633" y="321"/>
                    <a:pt x="632" y="321"/>
                    <a:pt x="632" y="321"/>
                  </a:cubicBezTo>
                  <a:cubicBezTo>
                    <a:pt x="632" y="321"/>
                    <a:pt x="632" y="321"/>
                    <a:pt x="632" y="321"/>
                  </a:cubicBezTo>
                  <a:cubicBezTo>
                    <a:pt x="632" y="321"/>
                    <a:pt x="630" y="321"/>
                    <a:pt x="631" y="320"/>
                  </a:cubicBezTo>
                  <a:cubicBezTo>
                    <a:pt x="630" y="321"/>
                    <a:pt x="630" y="321"/>
                    <a:pt x="631" y="321"/>
                  </a:cubicBezTo>
                  <a:cubicBezTo>
                    <a:pt x="631" y="321"/>
                    <a:pt x="630" y="322"/>
                    <a:pt x="630" y="322"/>
                  </a:cubicBezTo>
                  <a:cubicBezTo>
                    <a:pt x="630" y="321"/>
                    <a:pt x="630" y="321"/>
                    <a:pt x="630" y="321"/>
                  </a:cubicBezTo>
                  <a:cubicBezTo>
                    <a:pt x="630" y="320"/>
                    <a:pt x="630" y="320"/>
                    <a:pt x="629" y="320"/>
                  </a:cubicBezTo>
                  <a:cubicBezTo>
                    <a:pt x="630" y="320"/>
                    <a:pt x="631" y="321"/>
                    <a:pt x="631" y="320"/>
                  </a:cubicBezTo>
                  <a:cubicBezTo>
                    <a:pt x="631" y="320"/>
                    <a:pt x="630" y="320"/>
                    <a:pt x="631" y="320"/>
                  </a:cubicBezTo>
                  <a:cubicBezTo>
                    <a:pt x="631" y="320"/>
                    <a:pt x="632" y="319"/>
                    <a:pt x="631" y="319"/>
                  </a:cubicBezTo>
                  <a:cubicBezTo>
                    <a:pt x="630" y="319"/>
                    <a:pt x="630" y="320"/>
                    <a:pt x="630" y="320"/>
                  </a:cubicBezTo>
                  <a:cubicBezTo>
                    <a:pt x="630" y="320"/>
                    <a:pt x="630" y="320"/>
                    <a:pt x="630" y="320"/>
                  </a:cubicBezTo>
                  <a:cubicBezTo>
                    <a:pt x="629" y="320"/>
                    <a:pt x="629" y="320"/>
                    <a:pt x="628" y="320"/>
                  </a:cubicBezTo>
                  <a:cubicBezTo>
                    <a:pt x="628" y="320"/>
                    <a:pt x="629" y="319"/>
                    <a:pt x="630" y="319"/>
                  </a:cubicBezTo>
                  <a:cubicBezTo>
                    <a:pt x="630" y="319"/>
                    <a:pt x="631" y="319"/>
                    <a:pt x="631" y="319"/>
                  </a:cubicBezTo>
                  <a:cubicBezTo>
                    <a:pt x="631" y="319"/>
                    <a:pt x="631" y="319"/>
                    <a:pt x="630" y="319"/>
                  </a:cubicBezTo>
                  <a:cubicBezTo>
                    <a:pt x="631" y="319"/>
                    <a:pt x="632" y="319"/>
                    <a:pt x="632" y="318"/>
                  </a:cubicBezTo>
                  <a:cubicBezTo>
                    <a:pt x="632" y="318"/>
                    <a:pt x="631" y="318"/>
                    <a:pt x="631" y="318"/>
                  </a:cubicBezTo>
                  <a:cubicBezTo>
                    <a:pt x="631" y="318"/>
                    <a:pt x="633" y="318"/>
                    <a:pt x="633" y="317"/>
                  </a:cubicBezTo>
                  <a:cubicBezTo>
                    <a:pt x="633" y="317"/>
                    <a:pt x="632" y="317"/>
                    <a:pt x="632" y="317"/>
                  </a:cubicBezTo>
                  <a:cubicBezTo>
                    <a:pt x="633" y="317"/>
                    <a:pt x="634" y="318"/>
                    <a:pt x="634" y="317"/>
                  </a:cubicBezTo>
                  <a:cubicBezTo>
                    <a:pt x="634" y="316"/>
                    <a:pt x="634" y="316"/>
                    <a:pt x="635" y="316"/>
                  </a:cubicBezTo>
                  <a:cubicBezTo>
                    <a:pt x="635" y="316"/>
                    <a:pt x="635" y="315"/>
                    <a:pt x="636" y="315"/>
                  </a:cubicBezTo>
                  <a:cubicBezTo>
                    <a:pt x="636" y="315"/>
                    <a:pt x="635" y="314"/>
                    <a:pt x="635" y="314"/>
                  </a:cubicBezTo>
                  <a:cubicBezTo>
                    <a:pt x="634" y="313"/>
                    <a:pt x="634" y="313"/>
                    <a:pt x="633" y="313"/>
                  </a:cubicBezTo>
                  <a:cubicBezTo>
                    <a:pt x="633" y="313"/>
                    <a:pt x="632" y="313"/>
                    <a:pt x="632" y="313"/>
                  </a:cubicBezTo>
                  <a:cubicBezTo>
                    <a:pt x="632" y="313"/>
                    <a:pt x="632" y="313"/>
                    <a:pt x="632" y="313"/>
                  </a:cubicBezTo>
                  <a:cubicBezTo>
                    <a:pt x="631" y="312"/>
                    <a:pt x="631" y="313"/>
                    <a:pt x="630" y="314"/>
                  </a:cubicBezTo>
                  <a:cubicBezTo>
                    <a:pt x="630" y="313"/>
                    <a:pt x="630" y="314"/>
                    <a:pt x="630" y="314"/>
                  </a:cubicBezTo>
                  <a:cubicBezTo>
                    <a:pt x="630" y="313"/>
                    <a:pt x="630" y="313"/>
                    <a:pt x="630" y="313"/>
                  </a:cubicBezTo>
                  <a:cubicBezTo>
                    <a:pt x="630" y="314"/>
                    <a:pt x="629" y="313"/>
                    <a:pt x="629" y="313"/>
                  </a:cubicBezTo>
                  <a:cubicBezTo>
                    <a:pt x="628" y="314"/>
                    <a:pt x="628" y="314"/>
                    <a:pt x="627" y="315"/>
                  </a:cubicBezTo>
                  <a:cubicBezTo>
                    <a:pt x="627" y="314"/>
                    <a:pt x="628" y="314"/>
                    <a:pt x="628" y="314"/>
                  </a:cubicBezTo>
                  <a:cubicBezTo>
                    <a:pt x="628" y="314"/>
                    <a:pt x="628" y="314"/>
                    <a:pt x="628" y="314"/>
                  </a:cubicBezTo>
                  <a:cubicBezTo>
                    <a:pt x="628" y="313"/>
                    <a:pt x="628" y="313"/>
                    <a:pt x="629" y="313"/>
                  </a:cubicBezTo>
                  <a:cubicBezTo>
                    <a:pt x="628" y="313"/>
                    <a:pt x="628" y="313"/>
                    <a:pt x="628" y="313"/>
                  </a:cubicBezTo>
                  <a:cubicBezTo>
                    <a:pt x="628" y="312"/>
                    <a:pt x="628" y="312"/>
                    <a:pt x="629" y="312"/>
                  </a:cubicBezTo>
                  <a:cubicBezTo>
                    <a:pt x="627" y="312"/>
                    <a:pt x="626" y="313"/>
                    <a:pt x="625" y="314"/>
                  </a:cubicBezTo>
                  <a:cubicBezTo>
                    <a:pt x="625" y="314"/>
                    <a:pt x="625" y="314"/>
                    <a:pt x="625" y="314"/>
                  </a:cubicBezTo>
                  <a:cubicBezTo>
                    <a:pt x="625" y="314"/>
                    <a:pt x="625" y="314"/>
                    <a:pt x="625" y="315"/>
                  </a:cubicBezTo>
                  <a:cubicBezTo>
                    <a:pt x="625" y="314"/>
                    <a:pt x="625" y="314"/>
                    <a:pt x="625" y="313"/>
                  </a:cubicBezTo>
                  <a:cubicBezTo>
                    <a:pt x="625" y="313"/>
                    <a:pt x="624" y="314"/>
                    <a:pt x="624" y="314"/>
                  </a:cubicBezTo>
                  <a:cubicBezTo>
                    <a:pt x="625" y="315"/>
                    <a:pt x="624" y="314"/>
                    <a:pt x="624" y="314"/>
                  </a:cubicBezTo>
                  <a:cubicBezTo>
                    <a:pt x="623" y="314"/>
                    <a:pt x="623" y="315"/>
                    <a:pt x="623" y="315"/>
                  </a:cubicBezTo>
                  <a:cubicBezTo>
                    <a:pt x="623" y="315"/>
                    <a:pt x="623" y="315"/>
                    <a:pt x="623" y="314"/>
                  </a:cubicBezTo>
                  <a:cubicBezTo>
                    <a:pt x="623" y="314"/>
                    <a:pt x="623" y="314"/>
                    <a:pt x="623" y="314"/>
                  </a:cubicBezTo>
                  <a:cubicBezTo>
                    <a:pt x="622" y="314"/>
                    <a:pt x="623" y="314"/>
                    <a:pt x="622" y="315"/>
                  </a:cubicBezTo>
                  <a:cubicBezTo>
                    <a:pt x="622" y="315"/>
                    <a:pt x="621" y="315"/>
                    <a:pt x="621" y="315"/>
                  </a:cubicBezTo>
                  <a:cubicBezTo>
                    <a:pt x="621" y="315"/>
                    <a:pt x="620" y="316"/>
                    <a:pt x="621" y="316"/>
                  </a:cubicBezTo>
                  <a:cubicBezTo>
                    <a:pt x="620" y="316"/>
                    <a:pt x="620" y="316"/>
                    <a:pt x="620" y="316"/>
                  </a:cubicBezTo>
                  <a:cubicBezTo>
                    <a:pt x="620" y="317"/>
                    <a:pt x="621" y="316"/>
                    <a:pt x="621" y="316"/>
                  </a:cubicBezTo>
                  <a:cubicBezTo>
                    <a:pt x="620" y="317"/>
                    <a:pt x="620" y="317"/>
                    <a:pt x="619" y="317"/>
                  </a:cubicBezTo>
                  <a:cubicBezTo>
                    <a:pt x="619" y="317"/>
                    <a:pt x="620" y="316"/>
                    <a:pt x="620" y="316"/>
                  </a:cubicBezTo>
                  <a:cubicBezTo>
                    <a:pt x="620" y="315"/>
                    <a:pt x="621" y="315"/>
                    <a:pt x="621" y="315"/>
                  </a:cubicBezTo>
                  <a:cubicBezTo>
                    <a:pt x="621" y="314"/>
                    <a:pt x="621" y="314"/>
                    <a:pt x="622" y="314"/>
                  </a:cubicBezTo>
                  <a:cubicBezTo>
                    <a:pt x="622" y="313"/>
                    <a:pt x="623" y="313"/>
                    <a:pt x="623" y="312"/>
                  </a:cubicBezTo>
                  <a:cubicBezTo>
                    <a:pt x="622" y="312"/>
                    <a:pt x="622" y="312"/>
                    <a:pt x="622" y="312"/>
                  </a:cubicBezTo>
                  <a:cubicBezTo>
                    <a:pt x="622" y="312"/>
                    <a:pt x="622" y="312"/>
                    <a:pt x="622" y="312"/>
                  </a:cubicBezTo>
                  <a:cubicBezTo>
                    <a:pt x="621" y="312"/>
                    <a:pt x="621" y="312"/>
                    <a:pt x="621" y="312"/>
                  </a:cubicBezTo>
                  <a:cubicBezTo>
                    <a:pt x="621" y="313"/>
                    <a:pt x="622" y="313"/>
                    <a:pt x="621" y="314"/>
                  </a:cubicBezTo>
                  <a:cubicBezTo>
                    <a:pt x="621" y="314"/>
                    <a:pt x="621" y="314"/>
                    <a:pt x="621" y="314"/>
                  </a:cubicBezTo>
                  <a:cubicBezTo>
                    <a:pt x="620" y="314"/>
                    <a:pt x="621" y="314"/>
                    <a:pt x="621" y="313"/>
                  </a:cubicBezTo>
                  <a:cubicBezTo>
                    <a:pt x="621" y="314"/>
                    <a:pt x="621" y="314"/>
                    <a:pt x="621" y="313"/>
                  </a:cubicBezTo>
                  <a:cubicBezTo>
                    <a:pt x="621" y="313"/>
                    <a:pt x="620" y="314"/>
                    <a:pt x="620" y="314"/>
                  </a:cubicBezTo>
                  <a:cubicBezTo>
                    <a:pt x="620" y="314"/>
                    <a:pt x="620" y="314"/>
                    <a:pt x="620" y="314"/>
                  </a:cubicBezTo>
                  <a:cubicBezTo>
                    <a:pt x="620" y="313"/>
                    <a:pt x="621" y="313"/>
                    <a:pt x="621" y="313"/>
                  </a:cubicBezTo>
                  <a:cubicBezTo>
                    <a:pt x="621" y="313"/>
                    <a:pt x="620" y="313"/>
                    <a:pt x="620" y="313"/>
                  </a:cubicBezTo>
                  <a:cubicBezTo>
                    <a:pt x="620" y="313"/>
                    <a:pt x="621" y="313"/>
                    <a:pt x="621" y="312"/>
                  </a:cubicBezTo>
                  <a:cubicBezTo>
                    <a:pt x="620" y="312"/>
                    <a:pt x="619" y="313"/>
                    <a:pt x="619" y="314"/>
                  </a:cubicBezTo>
                  <a:cubicBezTo>
                    <a:pt x="619" y="313"/>
                    <a:pt x="619" y="312"/>
                    <a:pt x="619" y="312"/>
                  </a:cubicBezTo>
                  <a:cubicBezTo>
                    <a:pt x="619" y="312"/>
                    <a:pt x="618" y="313"/>
                    <a:pt x="618" y="313"/>
                  </a:cubicBezTo>
                  <a:cubicBezTo>
                    <a:pt x="618" y="314"/>
                    <a:pt x="618" y="313"/>
                    <a:pt x="618" y="313"/>
                  </a:cubicBezTo>
                  <a:cubicBezTo>
                    <a:pt x="618" y="313"/>
                    <a:pt x="617" y="313"/>
                    <a:pt x="617" y="313"/>
                  </a:cubicBezTo>
                  <a:cubicBezTo>
                    <a:pt x="617" y="313"/>
                    <a:pt x="617" y="312"/>
                    <a:pt x="618" y="312"/>
                  </a:cubicBezTo>
                  <a:cubicBezTo>
                    <a:pt x="617" y="312"/>
                    <a:pt x="617" y="312"/>
                    <a:pt x="616" y="312"/>
                  </a:cubicBezTo>
                  <a:cubicBezTo>
                    <a:pt x="615" y="312"/>
                    <a:pt x="615" y="313"/>
                    <a:pt x="614" y="313"/>
                  </a:cubicBezTo>
                  <a:cubicBezTo>
                    <a:pt x="615" y="312"/>
                    <a:pt x="616" y="312"/>
                    <a:pt x="617" y="311"/>
                  </a:cubicBezTo>
                  <a:cubicBezTo>
                    <a:pt x="617" y="311"/>
                    <a:pt x="616" y="311"/>
                    <a:pt x="617" y="311"/>
                  </a:cubicBezTo>
                  <a:cubicBezTo>
                    <a:pt x="617" y="311"/>
                    <a:pt x="617" y="310"/>
                    <a:pt x="618" y="310"/>
                  </a:cubicBezTo>
                  <a:cubicBezTo>
                    <a:pt x="617" y="310"/>
                    <a:pt x="617" y="310"/>
                    <a:pt x="617" y="310"/>
                  </a:cubicBezTo>
                  <a:cubicBezTo>
                    <a:pt x="617" y="310"/>
                    <a:pt x="617" y="310"/>
                    <a:pt x="617" y="310"/>
                  </a:cubicBezTo>
                  <a:cubicBezTo>
                    <a:pt x="616" y="310"/>
                    <a:pt x="616" y="310"/>
                    <a:pt x="615" y="311"/>
                  </a:cubicBezTo>
                  <a:cubicBezTo>
                    <a:pt x="615" y="311"/>
                    <a:pt x="615" y="311"/>
                    <a:pt x="614" y="311"/>
                  </a:cubicBezTo>
                  <a:cubicBezTo>
                    <a:pt x="614" y="311"/>
                    <a:pt x="615" y="310"/>
                    <a:pt x="616" y="310"/>
                  </a:cubicBezTo>
                  <a:cubicBezTo>
                    <a:pt x="616" y="310"/>
                    <a:pt x="617" y="310"/>
                    <a:pt x="617" y="309"/>
                  </a:cubicBezTo>
                  <a:cubicBezTo>
                    <a:pt x="618" y="309"/>
                    <a:pt x="619" y="309"/>
                    <a:pt x="620" y="308"/>
                  </a:cubicBezTo>
                  <a:cubicBezTo>
                    <a:pt x="620" y="308"/>
                    <a:pt x="621" y="308"/>
                    <a:pt x="621" y="308"/>
                  </a:cubicBezTo>
                  <a:cubicBezTo>
                    <a:pt x="622" y="307"/>
                    <a:pt x="622" y="307"/>
                    <a:pt x="621" y="307"/>
                  </a:cubicBezTo>
                  <a:cubicBezTo>
                    <a:pt x="621" y="307"/>
                    <a:pt x="620" y="307"/>
                    <a:pt x="620" y="307"/>
                  </a:cubicBezTo>
                  <a:cubicBezTo>
                    <a:pt x="620" y="307"/>
                    <a:pt x="620" y="308"/>
                    <a:pt x="619" y="308"/>
                  </a:cubicBezTo>
                  <a:cubicBezTo>
                    <a:pt x="619" y="308"/>
                    <a:pt x="619" y="307"/>
                    <a:pt x="618" y="307"/>
                  </a:cubicBezTo>
                  <a:cubicBezTo>
                    <a:pt x="618" y="306"/>
                    <a:pt x="618" y="307"/>
                    <a:pt x="617" y="307"/>
                  </a:cubicBezTo>
                  <a:cubicBezTo>
                    <a:pt x="617" y="307"/>
                    <a:pt x="617" y="307"/>
                    <a:pt x="617" y="307"/>
                  </a:cubicBezTo>
                  <a:cubicBezTo>
                    <a:pt x="617" y="306"/>
                    <a:pt x="616" y="308"/>
                    <a:pt x="616" y="308"/>
                  </a:cubicBezTo>
                  <a:cubicBezTo>
                    <a:pt x="616" y="307"/>
                    <a:pt x="617" y="306"/>
                    <a:pt x="617" y="306"/>
                  </a:cubicBezTo>
                  <a:cubicBezTo>
                    <a:pt x="617" y="305"/>
                    <a:pt x="616" y="305"/>
                    <a:pt x="616" y="306"/>
                  </a:cubicBezTo>
                  <a:cubicBezTo>
                    <a:pt x="615" y="306"/>
                    <a:pt x="614" y="307"/>
                    <a:pt x="614" y="308"/>
                  </a:cubicBezTo>
                  <a:cubicBezTo>
                    <a:pt x="614" y="308"/>
                    <a:pt x="614" y="308"/>
                    <a:pt x="613" y="308"/>
                  </a:cubicBezTo>
                  <a:cubicBezTo>
                    <a:pt x="613" y="308"/>
                    <a:pt x="613" y="308"/>
                    <a:pt x="613" y="308"/>
                  </a:cubicBezTo>
                  <a:cubicBezTo>
                    <a:pt x="613" y="308"/>
                    <a:pt x="613" y="308"/>
                    <a:pt x="613" y="308"/>
                  </a:cubicBezTo>
                  <a:cubicBezTo>
                    <a:pt x="613" y="308"/>
                    <a:pt x="612" y="309"/>
                    <a:pt x="612" y="309"/>
                  </a:cubicBezTo>
                  <a:cubicBezTo>
                    <a:pt x="610" y="310"/>
                    <a:pt x="610" y="311"/>
                    <a:pt x="608" y="312"/>
                  </a:cubicBezTo>
                  <a:cubicBezTo>
                    <a:pt x="609" y="311"/>
                    <a:pt x="610" y="311"/>
                    <a:pt x="610" y="310"/>
                  </a:cubicBezTo>
                  <a:cubicBezTo>
                    <a:pt x="610" y="310"/>
                    <a:pt x="609" y="310"/>
                    <a:pt x="609" y="310"/>
                  </a:cubicBezTo>
                  <a:cubicBezTo>
                    <a:pt x="609" y="309"/>
                    <a:pt x="610" y="309"/>
                    <a:pt x="610" y="309"/>
                  </a:cubicBezTo>
                  <a:cubicBezTo>
                    <a:pt x="610" y="309"/>
                    <a:pt x="611" y="308"/>
                    <a:pt x="611" y="307"/>
                  </a:cubicBezTo>
                  <a:cubicBezTo>
                    <a:pt x="611" y="307"/>
                    <a:pt x="611" y="308"/>
                    <a:pt x="611" y="308"/>
                  </a:cubicBezTo>
                  <a:cubicBezTo>
                    <a:pt x="611" y="307"/>
                    <a:pt x="611" y="307"/>
                    <a:pt x="612" y="306"/>
                  </a:cubicBezTo>
                  <a:cubicBezTo>
                    <a:pt x="612" y="306"/>
                    <a:pt x="613" y="306"/>
                    <a:pt x="612" y="306"/>
                  </a:cubicBezTo>
                  <a:cubicBezTo>
                    <a:pt x="613" y="305"/>
                    <a:pt x="614" y="305"/>
                    <a:pt x="614" y="304"/>
                  </a:cubicBezTo>
                  <a:cubicBezTo>
                    <a:pt x="615" y="304"/>
                    <a:pt x="616" y="303"/>
                    <a:pt x="615" y="303"/>
                  </a:cubicBezTo>
                  <a:cubicBezTo>
                    <a:pt x="615" y="303"/>
                    <a:pt x="615" y="303"/>
                    <a:pt x="615" y="303"/>
                  </a:cubicBezTo>
                  <a:cubicBezTo>
                    <a:pt x="616" y="303"/>
                    <a:pt x="616" y="302"/>
                    <a:pt x="616" y="302"/>
                  </a:cubicBezTo>
                  <a:cubicBezTo>
                    <a:pt x="617" y="302"/>
                    <a:pt x="618" y="301"/>
                    <a:pt x="617" y="301"/>
                  </a:cubicBezTo>
                  <a:cubicBezTo>
                    <a:pt x="617" y="301"/>
                    <a:pt x="618" y="301"/>
                    <a:pt x="618" y="301"/>
                  </a:cubicBezTo>
                  <a:cubicBezTo>
                    <a:pt x="618" y="300"/>
                    <a:pt x="619" y="300"/>
                    <a:pt x="619" y="300"/>
                  </a:cubicBezTo>
                  <a:cubicBezTo>
                    <a:pt x="619" y="300"/>
                    <a:pt x="619" y="297"/>
                    <a:pt x="620" y="297"/>
                  </a:cubicBezTo>
                  <a:cubicBezTo>
                    <a:pt x="620" y="298"/>
                    <a:pt x="620" y="298"/>
                    <a:pt x="619" y="298"/>
                  </a:cubicBezTo>
                  <a:cubicBezTo>
                    <a:pt x="619" y="299"/>
                    <a:pt x="620" y="299"/>
                    <a:pt x="619" y="299"/>
                  </a:cubicBezTo>
                  <a:cubicBezTo>
                    <a:pt x="620" y="299"/>
                    <a:pt x="621" y="298"/>
                    <a:pt x="621" y="298"/>
                  </a:cubicBezTo>
                  <a:cubicBezTo>
                    <a:pt x="621" y="298"/>
                    <a:pt x="622" y="297"/>
                    <a:pt x="622" y="298"/>
                  </a:cubicBezTo>
                  <a:cubicBezTo>
                    <a:pt x="622" y="297"/>
                    <a:pt x="622" y="297"/>
                    <a:pt x="622" y="297"/>
                  </a:cubicBezTo>
                  <a:cubicBezTo>
                    <a:pt x="622" y="297"/>
                    <a:pt x="623" y="297"/>
                    <a:pt x="623" y="296"/>
                  </a:cubicBezTo>
                  <a:cubicBezTo>
                    <a:pt x="623" y="296"/>
                    <a:pt x="623" y="296"/>
                    <a:pt x="623" y="296"/>
                  </a:cubicBezTo>
                  <a:cubicBezTo>
                    <a:pt x="623" y="296"/>
                    <a:pt x="623" y="296"/>
                    <a:pt x="623" y="296"/>
                  </a:cubicBezTo>
                  <a:cubicBezTo>
                    <a:pt x="623" y="295"/>
                    <a:pt x="624" y="296"/>
                    <a:pt x="624" y="295"/>
                  </a:cubicBezTo>
                  <a:cubicBezTo>
                    <a:pt x="624" y="295"/>
                    <a:pt x="624" y="295"/>
                    <a:pt x="624" y="295"/>
                  </a:cubicBezTo>
                  <a:cubicBezTo>
                    <a:pt x="624" y="294"/>
                    <a:pt x="625" y="294"/>
                    <a:pt x="624" y="294"/>
                  </a:cubicBezTo>
                  <a:cubicBezTo>
                    <a:pt x="624" y="294"/>
                    <a:pt x="623" y="294"/>
                    <a:pt x="622" y="294"/>
                  </a:cubicBezTo>
                  <a:cubicBezTo>
                    <a:pt x="622" y="295"/>
                    <a:pt x="622" y="294"/>
                    <a:pt x="622" y="294"/>
                  </a:cubicBezTo>
                  <a:cubicBezTo>
                    <a:pt x="622" y="294"/>
                    <a:pt x="623" y="293"/>
                    <a:pt x="622" y="293"/>
                  </a:cubicBezTo>
                  <a:cubicBezTo>
                    <a:pt x="622" y="293"/>
                    <a:pt x="622" y="292"/>
                    <a:pt x="622" y="292"/>
                  </a:cubicBezTo>
                  <a:cubicBezTo>
                    <a:pt x="622" y="292"/>
                    <a:pt x="623" y="292"/>
                    <a:pt x="623" y="292"/>
                  </a:cubicBezTo>
                  <a:cubicBezTo>
                    <a:pt x="623" y="292"/>
                    <a:pt x="623" y="292"/>
                    <a:pt x="623" y="293"/>
                  </a:cubicBezTo>
                  <a:cubicBezTo>
                    <a:pt x="623" y="293"/>
                    <a:pt x="624" y="293"/>
                    <a:pt x="624" y="293"/>
                  </a:cubicBezTo>
                  <a:cubicBezTo>
                    <a:pt x="625" y="293"/>
                    <a:pt x="626" y="293"/>
                    <a:pt x="626" y="293"/>
                  </a:cubicBezTo>
                  <a:cubicBezTo>
                    <a:pt x="627" y="292"/>
                    <a:pt x="626" y="292"/>
                    <a:pt x="627" y="292"/>
                  </a:cubicBezTo>
                  <a:cubicBezTo>
                    <a:pt x="627" y="292"/>
                    <a:pt x="628" y="291"/>
                    <a:pt x="628" y="291"/>
                  </a:cubicBezTo>
                  <a:cubicBezTo>
                    <a:pt x="628" y="291"/>
                    <a:pt x="627" y="291"/>
                    <a:pt x="627" y="291"/>
                  </a:cubicBezTo>
                  <a:cubicBezTo>
                    <a:pt x="628" y="291"/>
                    <a:pt x="628" y="291"/>
                    <a:pt x="628" y="290"/>
                  </a:cubicBezTo>
                  <a:cubicBezTo>
                    <a:pt x="628" y="291"/>
                    <a:pt x="629" y="290"/>
                    <a:pt x="629" y="290"/>
                  </a:cubicBezTo>
                  <a:cubicBezTo>
                    <a:pt x="628" y="290"/>
                    <a:pt x="628" y="290"/>
                    <a:pt x="628" y="290"/>
                  </a:cubicBezTo>
                  <a:cubicBezTo>
                    <a:pt x="628" y="290"/>
                    <a:pt x="628" y="290"/>
                    <a:pt x="628" y="290"/>
                  </a:cubicBezTo>
                  <a:cubicBezTo>
                    <a:pt x="628" y="290"/>
                    <a:pt x="627" y="290"/>
                    <a:pt x="627" y="290"/>
                  </a:cubicBezTo>
                  <a:cubicBezTo>
                    <a:pt x="627" y="290"/>
                    <a:pt x="626" y="290"/>
                    <a:pt x="627" y="290"/>
                  </a:cubicBezTo>
                  <a:cubicBezTo>
                    <a:pt x="627" y="290"/>
                    <a:pt x="626" y="290"/>
                    <a:pt x="626" y="290"/>
                  </a:cubicBezTo>
                  <a:cubicBezTo>
                    <a:pt x="626" y="290"/>
                    <a:pt x="626" y="290"/>
                    <a:pt x="626" y="290"/>
                  </a:cubicBezTo>
                  <a:cubicBezTo>
                    <a:pt x="626" y="290"/>
                    <a:pt x="626" y="291"/>
                    <a:pt x="627" y="291"/>
                  </a:cubicBezTo>
                  <a:cubicBezTo>
                    <a:pt x="626" y="291"/>
                    <a:pt x="625" y="291"/>
                    <a:pt x="625" y="291"/>
                  </a:cubicBezTo>
                  <a:cubicBezTo>
                    <a:pt x="624" y="291"/>
                    <a:pt x="625" y="291"/>
                    <a:pt x="625" y="291"/>
                  </a:cubicBezTo>
                  <a:cubicBezTo>
                    <a:pt x="624" y="291"/>
                    <a:pt x="625" y="290"/>
                    <a:pt x="625" y="290"/>
                  </a:cubicBezTo>
                  <a:cubicBezTo>
                    <a:pt x="625" y="290"/>
                    <a:pt x="625" y="290"/>
                    <a:pt x="625" y="290"/>
                  </a:cubicBezTo>
                  <a:cubicBezTo>
                    <a:pt x="624" y="290"/>
                    <a:pt x="624" y="290"/>
                    <a:pt x="624" y="290"/>
                  </a:cubicBezTo>
                  <a:cubicBezTo>
                    <a:pt x="623" y="291"/>
                    <a:pt x="622" y="291"/>
                    <a:pt x="622" y="291"/>
                  </a:cubicBezTo>
                  <a:cubicBezTo>
                    <a:pt x="620" y="292"/>
                    <a:pt x="619" y="292"/>
                    <a:pt x="617" y="293"/>
                  </a:cubicBezTo>
                  <a:cubicBezTo>
                    <a:pt x="617" y="293"/>
                    <a:pt x="616" y="293"/>
                    <a:pt x="616" y="294"/>
                  </a:cubicBezTo>
                  <a:cubicBezTo>
                    <a:pt x="616" y="294"/>
                    <a:pt x="616" y="294"/>
                    <a:pt x="616" y="294"/>
                  </a:cubicBezTo>
                  <a:cubicBezTo>
                    <a:pt x="616" y="294"/>
                    <a:pt x="615" y="295"/>
                    <a:pt x="615" y="295"/>
                  </a:cubicBezTo>
                  <a:cubicBezTo>
                    <a:pt x="614" y="295"/>
                    <a:pt x="614" y="296"/>
                    <a:pt x="613" y="296"/>
                  </a:cubicBezTo>
                  <a:cubicBezTo>
                    <a:pt x="614" y="296"/>
                    <a:pt x="614" y="296"/>
                    <a:pt x="613" y="296"/>
                  </a:cubicBezTo>
                  <a:cubicBezTo>
                    <a:pt x="613" y="296"/>
                    <a:pt x="613" y="296"/>
                    <a:pt x="612" y="296"/>
                  </a:cubicBezTo>
                  <a:cubicBezTo>
                    <a:pt x="613" y="296"/>
                    <a:pt x="613" y="297"/>
                    <a:pt x="613" y="297"/>
                  </a:cubicBezTo>
                  <a:cubicBezTo>
                    <a:pt x="612" y="297"/>
                    <a:pt x="613" y="297"/>
                    <a:pt x="613" y="297"/>
                  </a:cubicBezTo>
                  <a:cubicBezTo>
                    <a:pt x="613" y="298"/>
                    <a:pt x="612" y="298"/>
                    <a:pt x="611" y="299"/>
                  </a:cubicBezTo>
                  <a:cubicBezTo>
                    <a:pt x="611" y="299"/>
                    <a:pt x="610" y="299"/>
                    <a:pt x="609" y="299"/>
                  </a:cubicBezTo>
                  <a:cubicBezTo>
                    <a:pt x="609" y="299"/>
                    <a:pt x="608" y="299"/>
                    <a:pt x="609" y="299"/>
                  </a:cubicBezTo>
                  <a:cubicBezTo>
                    <a:pt x="609" y="300"/>
                    <a:pt x="609" y="300"/>
                    <a:pt x="609" y="300"/>
                  </a:cubicBezTo>
                  <a:cubicBezTo>
                    <a:pt x="609" y="300"/>
                    <a:pt x="609" y="300"/>
                    <a:pt x="609" y="300"/>
                  </a:cubicBezTo>
                  <a:cubicBezTo>
                    <a:pt x="609" y="300"/>
                    <a:pt x="610" y="300"/>
                    <a:pt x="610" y="300"/>
                  </a:cubicBezTo>
                  <a:cubicBezTo>
                    <a:pt x="610" y="301"/>
                    <a:pt x="609" y="300"/>
                    <a:pt x="609" y="300"/>
                  </a:cubicBezTo>
                  <a:cubicBezTo>
                    <a:pt x="608" y="301"/>
                    <a:pt x="608" y="301"/>
                    <a:pt x="607" y="302"/>
                  </a:cubicBezTo>
                  <a:cubicBezTo>
                    <a:pt x="606" y="303"/>
                    <a:pt x="605" y="304"/>
                    <a:pt x="604" y="306"/>
                  </a:cubicBezTo>
                  <a:cubicBezTo>
                    <a:pt x="603" y="307"/>
                    <a:pt x="601" y="308"/>
                    <a:pt x="600" y="310"/>
                  </a:cubicBezTo>
                  <a:cubicBezTo>
                    <a:pt x="600" y="310"/>
                    <a:pt x="599" y="311"/>
                    <a:pt x="599" y="311"/>
                  </a:cubicBezTo>
                  <a:cubicBezTo>
                    <a:pt x="600" y="312"/>
                    <a:pt x="600" y="312"/>
                    <a:pt x="600" y="312"/>
                  </a:cubicBezTo>
                  <a:cubicBezTo>
                    <a:pt x="600" y="312"/>
                    <a:pt x="601" y="313"/>
                    <a:pt x="601" y="313"/>
                  </a:cubicBezTo>
                  <a:cubicBezTo>
                    <a:pt x="601" y="313"/>
                    <a:pt x="600" y="312"/>
                    <a:pt x="600" y="312"/>
                  </a:cubicBezTo>
                  <a:cubicBezTo>
                    <a:pt x="599" y="312"/>
                    <a:pt x="599" y="313"/>
                    <a:pt x="599" y="313"/>
                  </a:cubicBezTo>
                  <a:cubicBezTo>
                    <a:pt x="599" y="313"/>
                    <a:pt x="599" y="312"/>
                    <a:pt x="599" y="312"/>
                  </a:cubicBezTo>
                  <a:cubicBezTo>
                    <a:pt x="599" y="311"/>
                    <a:pt x="597" y="312"/>
                    <a:pt x="597" y="313"/>
                  </a:cubicBezTo>
                  <a:cubicBezTo>
                    <a:pt x="596" y="313"/>
                    <a:pt x="596" y="314"/>
                    <a:pt x="596" y="315"/>
                  </a:cubicBezTo>
                  <a:cubicBezTo>
                    <a:pt x="596" y="316"/>
                    <a:pt x="597" y="315"/>
                    <a:pt x="598" y="315"/>
                  </a:cubicBezTo>
                  <a:cubicBezTo>
                    <a:pt x="598" y="315"/>
                    <a:pt x="597" y="316"/>
                    <a:pt x="597" y="316"/>
                  </a:cubicBezTo>
                  <a:cubicBezTo>
                    <a:pt x="596" y="316"/>
                    <a:pt x="596" y="316"/>
                    <a:pt x="596" y="316"/>
                  </a:cubicBezTo>
                  <a:cubicBezTo>
                    <a:pt x="597" y="316"/>
                    <a:pt x="597" y="316"/>
                    <a:pt x="598" y="316"/>
                  </a:cubicBezTo>
                  <a:cubicBezTo>
                    <a:pt x="598" y="316"/>
                    <a:pt x="597" y="316"/>
                    <a:pt x="598" y="316"/>
                  </a:cubicBezTo>
                  <a:cubicBezTo>
                    <a:pt x="598" y="316"/>
                    <a:pt x="598" y="316"/>
                    <a:pt x="599" y="316"/>
                  </a:cubicBezTo>
                  <a:cubicBezTo>
                    <a:pt x="598" y="316"/>
                    <a:pt x="598" y="316"/>
                    <a:pt x="597" y="316"/>
                  </a:cubicBezTo>
                  <a:cubicBezTo>
                    <a:pt x="597" y="316"/>
                    <a:pt x="596" y="316"/>
                    <a:pt x="596" y="316"/>
                  </a:cubicBezTo>
                  <a:cubicBezTo>
                    <a:pt x="596" y="317"/>
                    <a:pt x="596" y="318"/>
                    <a:pt x="596" y="318"/>
                  </a:cubicBezTo>
                  <a:cubicBezTo>
                    <a:pt x="596" y="318"/>
                    <a:pt x="597" y="318"/>
                    <a:pt x="597" y="318"/>
                  </a:cubicBezTo>
                  <a:cubicBezTo>
                    <a:pt x="597" y="318"/>
                    <a:pt x="596" y="318"/>
                    <a:pt x="596" y="317"/>
                  </a:cubicBezTo>
                  <a:cubicBezTo>
                    <a:pt x="595" y="316"/>
                    <a:pt x="594" y="317"/>
                    <a:pt x="594" y="317"/>
                  </a:cubicBezTo>
                  <a:cubicBezTo>
                    <a:pt x="594" y="317"/>
                    <a:pt x="594" y="316"/>
                    <a:pt x="594" y="316"/>
                  </a:cubicBezTo>
                  <a:cubicBezTo>
                    <a:pt x="594" y="316"/>
                    <a:pt x="592" y="317"/>
                    <a:pt x="592" y="318"/>
                  </a:cubicBezTo>
                  <a:cubicBezTo>
                    <a:pt x="592" y="319"/>
                    <a:pt x="591" y="319"/>
                    <a:pt x="590" y="320"/>
                  </a:cubicBezTo>
                  <a:cubicBezTo>
                    <a:pt x="590" y="321"/>
                    <a:pt x="590" y="322"/>
                    <a:pt x="589" y="322"/>
                  </a:cubicBezTo>
                  <a:cubicBezTo>
                    <a:pt x="588" y="322"/>
                    <a:pt x="588" y="322"/>
                    <a:pt x="588" y="321"/>
                  </a:cubicBezTo>
                  <a:cubicBezTo>
                    <a:pt x="588" y="322"/>
                    <a:pt x="588" y="322"/>
                    <a:pt x="587" y="322"/>
                  </a:cubicBezTo>
                  <a:cubicBezTo>
                    <a:pt x="587" y="322"/>
                    <a:pt x="587" y="321"/>
                    <a:pt x="587" y="321"/>
                  </a:cubicBezTo>
                  <a:cubicBezTo>
                    <a:pt x="588" y="321"/>
                    <a:pt x="589" y="320"/>
                    <a:pt x="589" y="320"/>
                  </a:cubicBezTo>
                  <a:cubicBezTo>
                    <a:pt x="588" y="320"/>
                    <a:pt x="587" y="321"/>
                    <a:pt x="586" y="322"/>
                  </a:cubicBezTo>
                  <a:cubicBezTo>
                    <a:pt x="586" y="322"/>
                    <a:pt x="585" y="322"/>
                    <a:pt x="585" y="322"/>
                  </a:cubicBezTo>
                  <a:cubicBezTo>
                    <a:pt x="585" y="322"/>
                    <a:pt x="584" y="323"/>
                    <a:pt x="584" y="323"/>
                  </a:cubicBezTo>
                  <a:cubicBezTo>
                    <a:pt x="584" y="323"/>
                    <a:pt x="585" y="323"/>
                    <a:pt x="585" y="323"/>
                  </a:cubicBezTo>
                  <a:cubicBezTo>
                    <a:pt x="586" y="323"/>
                    <a:pt x="586" y="323"/>
                    <a:pt x="587" y="323"/>
                  </a:cubicBezTo>
                  <a:cubicBezTo>
                    <a:pt x="588" y="323"/>
                    <a:pt x="588" y="322"/>
                    <a:pt x="589" y="322"/>
                  </a:cubicBezTo>
                  <a:cubicBezTo>
                    <a:pt x="590" y="322"/>
                    <a:pt x="590" y="323"/>
                    <a:pt x="591" y="323"/>
                  </a:cubicBezTo>
                  <a:cubicBezTo>
                    <a:pt x="591" y="323"/>
                    <a:pt x="592" y="322"/>
                    <a:pt x="592" y="323"/>
                  </a:cubicBezTo>
                  <a:cubicBezTo>
                    <a:pt x="592" y="323"/>
                    <a:pt x="590" y="324"/>
                    <a:pt x="589" y="324"/>
                  </a:cubicBezTo>
                  <a:cubicBezTo>
                    <a:pt x="590" y="324"/>
                    <a:pt x="590" y="324"/>
                    <a:pt x="590" y="323"/>
                  </a:cubicBezTo>
                  <a:cubicBezTo>
                    <a:pt x="589" y="323"/>
                    <a:pt x="588" y="325"/>
                    <a:pt x="587" y="325"/>
                  </a:cubicBezTo>
                  <a:cubicBezTo>
                    <a:pt x="586" y="326"/>
                    <a:pt x="585" y="327"/>
                    <a:pt x="584" y="327"/>
                  </a:cubicBezTo>
                  <a:cubicBezTo>
                    <a:pt x="583" y="328"/>
                    <a:pt x="582" y="329"/>
                    <a:pt x="581" y="329"/>
                  </a:cubicBezTo>
                  <a:cubicBezTo>
                    <a:pt x="580" y="329"/>
                    <a:pt x="581" y="331"/>
                    <a:pt x="581" y="331"/>
                  </a:cubicBezTo>
                  <a:cubicBezTo>
                    <a:pt x="580" y="332"/>
                    <a:pt x="580" y="333"/>
                    <a:pt x="581" y="333"/>
                  </a:cubicBezTo>
                  <a:cubicBezTo>
                    <a:pt x="582" y="333"/>
                    <a:pt x="584" y="333"/>
                    <a:pt x="585" y="333"/>
                  </a:cubicBezTo>
                  <a:cubicBezTo>
                    <a:pt x="585" y="333"/>
                    <a:pt x="586" y="332"/>
                    <a:pt x="586" y="332"/>
                  </a:cubicBezTo>
                  <a:cubicBezTo>
                    <a:pt x="587" y="332"/>
                    <a:pt x="587" y="332"/>
                    <a:pt x="587" y="332"/>
                  </a:cubicBezTo>
                  <a:cubicBezTo>
                    <a:pt x="588" y="332"/>
                    <a:pt x="589" y="331"/>
                    <a:pt x="590" y="331"/>
                  </a:cubicBezTo>
                  <a:cubicBezTo>
                    <a:pt x="589" y="331"/>
                    <a:pt x="589" y="332"/>
                    <a:pt x="588" y="332"/>
                  </a:cubicBezTo>
                  <a:cubicBezTo>
                    <a:pt x="589" y="332"/>
                    <a:pt x="589" y="332"/>
                    <a:pt x="589" y="332"/>
                  </a:cubicBezTo>
                  <a:cubicBezTo>
                    <a:pt x="589" y="332"/>
                    <a:pt x="589" y="332"/>
                    <a:pt x="590" y="332"/>
                  </a:cubicBezTo>
                  <a:cubicBezTo>
                    <a:pt x="590" y="332"/>
                    <a:pt x="591" y="331"/>
                    <a:pt x="591" y="332"/>
                  </a:cubicBezTo>
                  <a:cubicBezTo>
                    <a:pt x="591" y="332"/>
                    <a:pt x="591" y="332"/>
                    <a:pt x="592" y="332"/>
                  </a:cubicBezTo>
                  <a:cubicBezTo>
                    <a:pt x="592" y="332"/>
                    <a:pt x="592" y="331"/>
                    <a:pt x="593" y="332"/>
                  </a:cubicBezTo>
                  <a:cubicBezTo>
                    <a:pt x="592" y="332"/>
                    <a:pt x="592" y="332"/>
                    <a:pt x="592" y="332"/>
                  </a:cubicBezTo>
                  <a:cubicBezTo>
                    <a:pt x="593" y="332"/>
                    <a:pt x="593" y="332"/>
                    <a:pt x="593" y="332"/>
                  </a:cubicBezTo>
                  <a:cubicBezTo>
                    <a:pt x="594" y="332"/>
                    <a:pt x="594" y="332"/>
                    <a:pt x="595" y="332"/>
                  </a:cubicBezTo>
                  <a:cubicBezTo>
                    <a:pt x="595" y="333"/>
                    <a:pt x="595" y="332"/>
                    <a:pt x="596" y="332"/>
                  </a:cubicBezTo>
                  <a:cubicBezTo>
                    <a:pt x="596" y="332"/>
                    <a:pt x="597" y="332"/>
                    <a:pt x="597" y="332"/>
                  </a:cubicBezTo>
                  <a:cubicBezTo>
                    <a:pt x="596" y="333"/>
                    <a:pt x="599" y="332"/>
                    <a:pt x="598" y="332"/>
                  </a:cubicBezTo>
                  <a:cubicBezTo>
                    <a:pt x="599" y="332"/>
                    <a:pt x="598" y="333"/>
                    <a:pt x="598" y="333"/>
                  </a:cubicBezTo>
                  <a:cubicBezTo>
                    <a:pt x="599" y="333"/>
                    <a:pt x="599" y="333"/>
                    <a:pt x="600" y="333"/>
                  </a:cubicBezTo>
                  <a:cubicBezTo>
                    <a:pt x="600" y="333"/>
                    <a:pt x="601" y="333"/>
                    <a:pt x="601" y="333"/>
                  </a:cubicBezTo>
                  <a:cubicBezTo>
                    <a:pt x="601" y="333"/>
                    <a:pt x="602" y="333"/>
                    <a:pt x="602" y="333"/>
                  </a:cubicBezTo>
                  <a:cubicBezTo>
                    <a:pt x="602" y="333"/>
                    <a:pt x="602" y="332"/>
                    <a:pt x="602" y="332"/>
                  </a:cubicBezTo>
                  <a:cubicBezTo>
                    <a:pt x="602" y="332"/>
                    <a:pt x="603" y="333"/>
                    <a:pt x="603" y="333"/>
                  </a:cubicBezTo>
                  <a:cubicBezTo>
                    <a:pt x="603" y="333"/>
                    <a:pt x="603" y="332"/>
                    <a:pt x="603" y="332"/>
                  </a:cubicBezTo>
                  <a:cubicBezTo>
                    <a:pt x="603" y="332"/>
                    <a:pt x="605" y="332"/>
                    <a:pt x="605" y="332"/>
                  </a:cubicBezTo>
                  <a:cubicBezTo>
                    <a:pt x="606" y="333"/>
                    <a:pt x="606" y="332"/>
                    <a:pt x="606" y="331"/>
                  </a:cubicBezTo>
                  <a:cubicBezTo>
                    <a:pt x="606" y="331"/>
                    <a:pt x="606" y="332"/>
                    <a:pt x="606" y="332"/>
                  </a:cubicBezTo>
                  <a:cubicBezTo>
                    <a:pt x="606" y="332"/>
                    <a:pt x="606" y="332"/>
                    <a:pt x="607" y="332"/>
                  </a:cubicBezTo>
                  <a:cubicBezTo>
                    <a:pt x="607" y="332"/>
                    <a:pt x="607" y="332"/>
                    <a:pt x="607" y="332"/>
                  </a:cubicBezTo>
                  <a:cubicBezTo>
                    <a:pt x="607" y="332"/>
                    <a:pt x="607" y="331"/>
                    <a:pt x="607" y="331"/>
                  </a:cubicBezTo>
                  <a:cubicBezTo>
                    <a:pt x="608" y="331"/>
                    <a:pt x="608" y="331"/>
                    <a:pt x="608" y="331"/>
                  </a:cubicBezTo>
                  <a:cubicBezTo>
                    <a:pt x="608" y="330"/>
                    <a:pt x="608" y="330"/>
                    <a:pt x="608" y="330"/>
                  </a:cubicBezTo>
                  <a:cubicBezTo>
                    <a:pt x="608" y="330"/>
                    <a:pt x="608" y="331"/>
                    <a:pt x="609" y="331"/>
                  </a:cubicBezTo>
                  <a:cubicBezTo>
                    <a:pt x="608" y="331"/>
                    <a:pt x="608" y="331"/>
                    <a:pt x="608" y="331"/>
                  </a:cubicBezTo>
                  <a:cubicBezTo>
                    <a:pt x="608" y="332"/>
                    <a:pt x="609" y="331"/>
                    <a:pt x="609" y="331"/>
                  </a:cubicBezTo>
                  <a:cubicBezTo>
                    <a:pt x="610" y="331"/>
                    <a:pt x="610" y="331"/>
                    <a:pt x="611" y="330"/>
                  </a:cubicBezTo>
                  <a:cubicBezTo>
                    <a:pt x="611" y="330"/>
                    <a:pt x="612" y="329"/>
                    <a:pt x="612" y="329"/>
                  </a:cubicBezTo>
                  <a:cubicBezTo>
                    <a:pt x="612" y="329"/>
                    <a:pt x="610" y="331"/>
                    <a:pt x="610" y="331"/>
                  </a:cubicBezTo>
                  <a:cubicBezTo>
                    <a:pt x="609" y="332"/>
                    <a:pt x="609" y="332"/>
                    <a:pt x="610" y="332"/>
                  </a:cubicBezTo>
                  <a:cubicBezTo>
                    <a:pt x="611" y="332"/>
                    <a:pt x="611" y="332"/>
                    <a:pt x="612" y="332"/>
                  </a:cubicBezTo>
                  <a:cubicBezTo>
                    <a:pt x="611" y="332"/>
                    <a:pt x="610" y="332"/>
                    <a:pt x="609" y="333"/>
                  </a:cubicBezTo>
                  <a:cubicBezTo>
                    <a:pt x="609" y="333"/>
                    <a:pt x="607" y="333"/>
                    <a:pt x="607" y="334"/>
                  </a:cubicBezTo>
                  <a:cubicBezTo>
                    <a:pt x="606" y="334"/>
                    <a:pt x="608" y="334"/>
                    <a:pt x="608" y="334"/>
                  </a:cubicBezTo>
                  <a:cubicBezTo>
                    <a:pt x="609" y="333"/>
                    <a:pt x="610" y="333"/>
                    <a:pt x="610" y="333"/>
                  </a:cubicBezTo>
                  <a:cubicBezTo>
                    <a:pt x="610" y="333"/>
                    <a:pt x="609" y="334"/>
                    <a:pt x="608" y="334"/>
                  </a:cubicBezTo>
                  <a:cubicBezTo>
                    <a:pt x="609" y="334"/>
                    <a:pt x="609" y="334"/>
                    <a:pt x="609" y="334"/>
                  </a:cubicBezTo>
                  <a:cubicBezTo>
                    <a:pt x="609" y="334"/>
                    <a:pt x="609" y="334"/>
                    <a:pt x="609" y="334"/>
                  </a:cubicBezTo>
                  <a:cubicBezTo>
                    <a:pt x="610" y="334"/>
                    <a:pt x="610" y="333"/>
                    <a:pt x="610" y="333"/>
                  </a:cubicBezTo>
                  <a:cubicBezTo>
                    <a:pt x="610" y="333"/>
                    <a:pt x="610" y="334"/>
                    <a:pt x="610" y="334"/>
                  </a:cubicBezTo>
                  <a:cubicBezTo>
                    <a:pt x="610" y="334"/>
                    <a:pt x="610" y="334"/>
                    <a:pt x="611" y="334"/>
                  </a:cubicBezTo>
                  <a:cubicBezTo>
                    <a:pt x="611" y="334"/>
                    <a:pt x="611" y="333"/>
                    <a:pt x="611" y="333"/>
                  </a:cubicBezTo>
                  <a:cubicBezTo>
                    <a:pt x="612" y="333"/>
                    <a:pt x="611" y="334"/>
                    <a:pt x="611" y="334"/>
                  </a:cubicBezTo>
                  <a:cubicBezTo>
                    <a:pt x="611" y="334"/>
                    <a:pt x="611" y="334"/>
                    <a:pt x="611" y="334"/>
                  </a:cubicBezTo>
                  <a:cubicBezTo>
                    <a:pt x="611" y="334"/>
                    <a:pt x="611" y="334"/>
                    <a:pt x="611" y="335"/>
                  </a:cubicBezTo>
                  <a:cubicBezTo>
                    <a:pt x="611" y="335"/>
                    <a:pt x="612" y="334"/>
                    <a:pt x="612" y="334"/>
                  </a:cubicBezTo>
                  <a:cubicBezTo>
                    <a:pt x="612" y="334"/>
                    <a:pt x="613" y="334"/>
                    <a:pt x="613" y="334"/>
                  </a:cubicBezTo>
                  <a:cubicBezTo>
                    <a:pt x="613" y="334"/>
                    <a:pt x="614" y="333"/>
                    <a:pt x="613" y="333"/>
                  </a:cubicBezTo>
                  <a:cubicBezTo>
                    <a:pt x="614" y="332"/>
                    <a:pt x="613" y="332"/>
                    <a:pt x="613" y="332"/>
                  </a:cubicBezTo>
                  <a:cubicBezTo>
                    <a:pt x="613" y="332"/>
                    <a:pt x="614" y="332"/>
                    <a:pt x="614" y="331"/>
                  </a:cubicBezTo>
                  <a:cubicBezTo>
                    <a:pt x="614" y="331"/>
                    <a:pt x="614" y="331"/>
                    <a:pt x="614" y="331"/>
                  </a:cubicBezTo>
                  <a:cubicBezTo>
                    <a:pt x="614" y="332"/>
                    <a:pt x="614" y="332"/>
                    <a:pt x="614" y="332"/>
                  </a:cubicBezTo>
                  <a:cubicBezTo>
                    <a:pt x="615" y="332"/>
                    <a:pt x="616" y="332"/>
                    <a:pt x="616" y="332"/>
                  </a:cubicBezTo>
                  <a:cubicBezTo>
                    <a:pt x="616" y="332"/>
                    <a:pt x="616" y="333"/>
                    <a:pt x="616" y="332"/>
                  </a:cubicBezTo>
                  <a:cubicBezTo>
                    <a:pt x="617" y="332"/>
                    <a:pt x="617" y="331"/>
                    <a:pt x="618" y="331"/>
                  </a:cubicBezTo>
                  <a:cubicBezTo>
                    <a:pt x="618" y="331"/>
                    <a:pt x="616" y="333"/>
                    <a:pt x="617" y="333"/>
                  </a:cubicBezTo>
                  <a:cubicBezTo>
                    <a:pt x="618" y="333"/>
                    <a:pt x="619" y="332"/>
                    <a:pt x="620" y="332"/>
                  </a:cubicBezTo>
                  <a:cubicBezTo>
                    <a:pt x="619" y="332"/>
                    <a:pt x="618" y="332"/>
                    <a:pt x="618" y="333"/>
                  </a:cubicBezTo>
                  <a:cubicBezTo>
                    <a:pt x="619" y="333"/>
                    <a:pt x="617" y="333"/>
                    <a:pt x="617" y="334"/>
                  </a:cubicBezTo>
                  <a:cubicBezTo>
                    <a:pt x="616" y="334"/>
                    <a:pt x="615" y="334"/>
                    <a:pt x="615" y="334"/>
                  </a:cubicBezTo>
                  <a:cubicBezTo>
                    <a:pt x="614" y="334"/>
                    <a:pt x="614" y="335"/>
                    <a:pt x="613" y="336"/>
                  </a:cubicBezTo>
                  <a:cubicBezTo>
                    <a:pt x="613" y="336"/>
                    <a:pt x="612" y="336"/>
                    <a:pt x="612" y="337"/>
                  </a:cubicBezTo>
                  <a:cubicBezTo>
                    <a:pt x="611" y="338"/>
                    <a:pt x="610" y="338"/>
                    <a:pt x="609" y="338"/>
                  </a:cubicBezTo>
                  <a:cubicBezTo>
                    <a:pt x="609" y="338"/>
                    <a:pt x="608" y="338"/>
                    <a:pt x="607" y="338"/>
                  </a:cubicBezTo>
                  <a:cubicBezTo>
                    <a:pt x="607" y="339"/>
                    <a:pt x="605" y="340"/>
                    <a:pt x="607" y="340"/>
                  </a:cubicBezTo>
                  <a:cubicBezTo>
                    <a:pt x="607" y="340"/>
                    <a:pt x="608" y="341"/>
                    <a:pt x="609" y="340"/>
                  </a:cubicBezTo>
                  <a:cubicBezTo>
                    <a:pt x="609" y="340"/>
                    <a:pt x="610" y="340"/>
                    <a:pt x="610" y="340"/>
                  </a:cubicBezTo>
                  <a:cubicBezTo>
                    <a:pt x="610" y="340"/>
                    <a:pt x="610" y="340"/>
                    <a:pt x="610" y="340"/>
                  </a:cubicBezTo>
                  <a:cubicBezTo>
                    <a:pt x="610" y="341"/>
                    <a:pt x="612" y="340"/>
                    <a:pt x="612" y="340"/>
                  </a:cubicBezTo>
                  <a:cubicBezTo>
                    <a:pt x="613" y="340"/>
                    <a:pt x="613" y="339"/>
                    <a:pt x="613" y="339"/>
                  </a:cubicBezTo>
                  <a:cubicBezTo>
                    <a:pt x="613" y="339"/>
                    <a:pt x="613" y="338"/>
                    <a:pt x="614" y="338"/>
                  </a:cubicBezTo>
                  <a:cubicBezTo>
                    <a:pt x="614" y="338"/>
                    <a:pt x="613" y="339"/>
                    <a:pt x="613" y="339"/>
                  </a:cubicBezTo>
                  <a:cubicBezTo>
                    <a:pt x="613" y="339"/>
                    <a:pt x="616" y="337"/>
                    <a:pt x="614" y="337"/>
                  </a:cubicBezTo>
                  <a:cubicBezTo>
                    <a:pt x="615" y="336"/>
                    <a:pt x="615" y="337"/>
                    <a:pt x="615" y="337"/>
                  </a:cubicBezTo>
                  <a:cubicBezTo>
                    <a:pt x="615" y="337"/>
                    <a:pt x="616" y="336"/>
                    <a:pt x="616" y="336"/>
                  </a:cubicBezTo>
                  <a:cubicBezTo>
                    <a:pt x="617" y="335"/>
                    <a:pt x="617" y="335"/>
                    <a:pt x="618" y="334"/>
                  </a:cubicBezTo>
                  <a:cubicBezTo>
                    <a:pt x="618" y="335"/>
                    <a:pt x="618" y="335"/>
                    <a:pt x="618" y="335"/>
                  </a:cubicBezTo>
                  <a:cubicBezTo>
                    <a:pt x="618" y="335"/>
                    <a:pt x="618" y="335"/>
                    <a:pt x="618" y="334"/>
                  </a:cubicBezTo>
                  <a:cubicBezTo>
                    <a:pt x="618" y="335"/>
                    <a:pt x="618" y="335"/>
                    <a:pt x="618" y="335"/>
                  </a:cubicBezTo>
                  <a:cubicBezTo>
                    <a:pt x="618" y="335"/>
                    <a:pt x="618" y="335"/>
                    <a:pt x="619" y="335"/>
                  </a:cubicBezTo>
                  <a:cubicBezTo>
                    <a:pt x="619" y="335"/>
                    <a:pt x="619" y="335"/>
                    <a:pt x="619" y="335"/>
                  </a:cubicBezTo>
                  <a:cubicBezTo>
                    <a:pt x="619" y="335"/>
                    <a:pt x="620" y="334"/>
                    <a:pt x="620" y="334"/>
                  </a:cubicBezTo>
                  <a:cubicBezTo>
                    <a:pt x="621" y="333"/>
                    <a:pt x="621" y="333"/>
                    <a:pt x="622" y="332"/>
                  </a:cubicBezTo>
                  <a:cubicBezTo>
                    <a:pt x="622" y="333"/>
                    <a:pt x="620" y="334"/>
                    <a:pt x="620" y="335"/>
                  </a:cubicBezTo>
                  <a:cubicBezTo>
                    <a:pt x="619" y="336"/>
                    <a:pt x="620" y="335"/>
                    <a:pt x="621" y="335"/>
                  </a:cubicBezTo>
                  <a:cubicBezTo>
                    <a:pt x="620" y="335"/>
                    <a:pt x="621" y="334"/>
                    <a:pt x="621" y="334"/>
                  </a:cubicBezTo>
                  <a:cubicBezTo>
                    <a:pt x="621" y="335"/>
                    <a:pt x="622" y="334"/>
                    <a:pt x="621" y="334"/>
                  </a:cubicBezTo>
                  <a:cubicBezTo>
                    <a:pt x="622" y="333"/>
                    <a:pt x="622" y="333"/>
                    <a:pt x="623" y="332"/>
                  </a:cubicBezTo>
                  <a:cubicBezTo>
                    <a:pt x="623" y="332"/>
                    <a:pt x="623" y="332"/>
                    <a:pt x="623" y="332"/>
                  </a:cubicBezTo>
                  <a:cubicBezTo>
                    <a:pt x="624" y="331"/>
                    <a:pt x="625" y="330"/>
                    <a:pt x="624" y="329"/>
                  </a:cubicBezTo>
                  <a:cubicBezTo>
                    <a:pt x="625" y="330"/>
                    <a:pt x="625" y="330"/>
                    <a:pt x="626" y="330"/>
                  </a:cubicBezTo>
                  <a:cubicBezTo>
                    <a:pt x="626" y="330"/>
                    <a:pt x="626" y="331"/>
                    <a:pt x="626" y="330"/>
                  </a:cubicBezTo>
                  <a:cubicBezTo>
                    <a:pt x="626" y="331"/>
                    <a:pt x="626" y="331"/>
                    <a:pt x="626" y="331"/>
                  </a:cubicBezTo>
                  <a:cubicBezTo>
                    <a:pt x="626" y="332"/>
                    <a:pt x="626" y="332"/>
                    <a:pt x="626" y="332"/>
                  </a:cubicBezTo>
                  <a:cubicBezTo>
                    <a:pt x="626" y="332"/>
                    <a:pt x="626" y="332"/>
                    <a:pt x="626" y="332"/>
                  </a:cubicBezTo>
                  <a:cubicBezTo>
                    <a:pt x="626" y="333"/>
                    <a:pt x="626" y="334"/>
                    <a:pt x="626" y="334"/>
                  </a:cubicBezTo>
                  <a:cubicBezTo>
                    <a:pt x="626" y="334"/>
                    <a:pt x="626" y="334"/>
                    <a:pt x="627" y="334"/>
                  </a:cubicBezTo>
                  <a:cubicBezTo>
                    <a:pt x="626" y="334"/>
                    <a:pt x="625" y="335"/>
                    <a:pt x="626" y="335"/>
                  </a:cubicBezTo>
                  <a:cubicBezTo>
                    <a:pt x="625" y="335"/>
                    <a:pt x="625" y="336"/>
                    <a:pt x="625" y="336"/>
                  </a:cubicBezTo>
                  <a:cubicBezTo>
                    <a:pt x="624" y="335"/>
                    <a:pt x="625" y="337"/>
                    <a:pt x="625" y="337"/>
                  </a:cubicBezTo>
                  <a:cubicBezTo>
                    <a:pt x="625" y="337"/>
                    <a:pt x="624" y="336"/>
                    <a:pt x="624" y="336"/>
                  </a:cubicBezTo>
                  <a:cubicBezTo>
                    <a:pt x="624" y="337"/>
                    <a:pt x="624" y="337"/>
                    <a:pt x="624" y="337"/>
                  </a:cubicBezTo>
                  <a:cubicBezTo>
                    <a:pt x="623" y="338"/>
                    <a:pt x="623" y="338"/>
                    <a:pt x="622" y="339"/>
                  </a:cubicBezTo>
                  <a:cubicBezTo>
                    <a:pt x="622" y="339"/>
                    <a:pt x="621" y="340"/>
                    <a:pt x="621" y="341"/>
                  </a:cubicBezTo>
                  <a:cubicBezTo>
                    <a:pt x="623" y="342"/>
                    <a:pt x="626" y="338"/>
                    <a:pt x="627" y="337"/>
                  </a:cubicBezTo>
                  <a:cubicBezTo>
                    <a:pt x="627" y="337"/>
                    <a:pt x="627" y="338"/>
                    <a:pt x="627" y="338"/>
                  </a:cubicBezTo>
                  <a:cubicBezTo>
                    <a:pt x="627" y="338"/>
                    <a:pt x="628" y="337"/>
                    <a:pt x="628" y="337"/>
                  </a:cubicBezTo>
                  <a:cubicBezTo>
                    <a:pt x="628" y="337"/>
                    <a:pt x="628" y="337"/>
                    <a:pt x="628" y="337"/>
                  </a:cubicBezTo>
                  <a:cubicBezTo>
                    <a:pt x="628" y="337"/>
                    <a:pt x="628" y="337"/>
                    <a:pt x="628" y="337"/>
                  </a:cubicBezTo>
                  <a:cubicBezTo>
                    <a:pt x="628" y="338"/>
                    <a:pt x="628" y="338"/>
                    <a:pt x="627" y="338"/>
                  </a:cubicBezTo>
                  <a:cubicBezTo>
                    <a:pt x="627" y="338"/>
                    <a:pt x="627" y="339"/>
                    <a:pt x="626" y="339"/>
                  </a:cubicBezTo>
                  <a:cubicBezTo>
                    <a:pt x="627" y="339"/>
                    <a:pt x="626" y="339"/>
                    <a:pt x="627" y="339"/>
                  </a:cubicBezTo>
                  <a:cubicBezTo>
                    <a:pt x="627" y="339"/>
                    <a:pt x="627" y="339"/>
                    <a:pt x="627" y="339"/>
                  </a:cubicBezTo>
                  <a:cubicBezTo>
                    <a:pt x="627" y="340"/>
                    <a:pt x="627" y="340"/>
                    <a:pt x="627" y="339"/>
                  </a:cubicBezTo>
                  <a:cubicBezTo>
                    <a:pt x="627" y="340"/>
                    <a:pt x="626" y="340"/>
                    <a:pt x="626" y="341"/>
                  </a:cubicBezTo>
                  <a:cubicBezTo>
                    <a:pt x="626" y="341"/>
                    <a:pt x="627" y="340"/>
                    <a:pt x="627" y="340"/>
                  </a:cubicBezTo>
                  <a:cubicBezTo>
                    <a:pt x="627" y="340"/>
                    <a:pt x="625" y="342"/>
                    <a:pt x="626" y="343"/>
                  </a:cubicBezTo>
                  <a:cubicBezTo>
                    <a:pt x="626" y="343"/>
                    <a:pt x="627" y="342"/>
                    <a:pt x="628" y="342"/>
                  </a:cubicBezTo>
                  <a:cubicBezTo>
                    <a:pt x="628" y="342"/>
                    <a:pt x="628" y="342"/>
                    <a:pt x="628" y="342"/>
                  </a:cubicBezTo>
                  <a:cubicBezTo>
                    <a:pt x="628" y="342"/>
                    <a:pt x="628" y="342"/>
                    <a:pt x="628" y="342"/>
                  </a:cubicBezTo>
                  <a:cubicBezTo>
                    <a:pt x="628" y="342"/>
                    <a:pt x="629" y="342"/>
                    <a:pt x="629" y="342"/>
                  </a:cubicBezTo>
                  <a:cubicBezTo>
                    <a:pt x="629" y="343"/>
                    <a:pt x="629" y="343"/>
                    <a:pt x="630" y="343"/>
                  </a:cubicBezTo>
                  <a:cubicBezTo>
                    <a:pt x="631" y="342"/>
                    <a:pt x="631" y="342"/>
                    <a:pt x="632" y="341"/>
                  </a:cubicBezTo>
                  <a:cubicBezTo>
                    <a:pt x="632" y="341"/>
                    <a:pt x="633" y="340"/>
                    <a:pt x="633" y="339"/>
                  </a:cubicBezTo>
                  <a:cubicBezTo>
                    <a:pt x="633" y="339"/>
                    <a:pt x="633" y="339"/>
                    <a:pt x="633" y="339"/>
                  </a:cubicBezTo>
                  <a:cubicBezTo>
                    <a:pt x="634" y="338"/>
                    <a:pt x="633" y="338"/>
                    <a:pt x="633" y="338"/>
                  </a:cubicBezTo>
                  <a:cubicBezTo>
                    <a:pt x="634" y="338"/>
                    <a:pt x="634" y="337"/>
                    <a:pt x="634" y="337"/>
                  </a:cubicBezTo>
                  <a:cubicBezTo>
                    <a:pt x="634" y="337"/>
                    <a:pt x="634" y="336"/>
                    <a:pt x="635" y="336"/>
                  </a:cubicBezTo>
                  <a:cubicBezTo>
                    <a:pt x="635" y="336"/>
                    <a:pt x="635" y="336"/>
                    <a:pt x="635" y="336"/>
                  </a:cubicBezTo>
                  <a:cubicBezTo>
                    <a:pt x="636" y="336"/>
                    <a:pt x="636" y="335"/>
                    <a:pt x="636" y="334"/>
                  </a:cubicBezTo>
                  <a:cubicBezTo>
                    <a:pt x="637" y="334"/>
                    <a:pt x="636" y="334"/>
                    <a:pt x="636" y="334"/>
                  </a:cubicBezTo>
                  <a:cubicBezTo>
                    <a:pt x="636" y="334"/>
                    <a:pt x="637" y="334"/>
                    <a:pt x="637" y="334"/>
                  </a:cubicBezTo>
                  <a:cubicBezTo>
                    <a:pt x="637" y="333"/>
                    <a:pt x="637" y="333"/>
                    <a:pt x="637" y="333"/>
                  </a:cubicBezTo>
                  <a:cubicBezTo>
                    <a:pt x="636" y="333"/>
                    <a:pt x="637" y="333"/>
                    <a:pt x="637" y="333"/>
                  </a:cubicBezTo>
                  <a:cubicBezTo>
                    <a:pt x="637" y="332"/>
                    <a:pt x="637" y="332"/>
                    <a:pt x="637" y="332"/>
                  </a:cubicBezTo>
                  <a:cubicBezTo>
                    <a:pt x="637" y="331"/>
                    <a:pt x="637" y="331"/>
                    <a:pt x="637" y="331"/>
                  </a:cubicBezTo>
                  <a:cubicBezTo>
                    <a:pt x="636" y="330"/>
                    <a:pt x="636" y="331"/>
                    <a:pt x="636" y="331"/>
                  </a:cubicBezTo>
                  <a:cubicBezTo>
                    <a:pt x="635" y="332"/>
                    <a:pt x="635" y="333"/>
                    <a:pt x="634" y="333"/>
                  </a:cubicBezTo>
                  <a:cubicBezTo>
                    <a:pt x="634" y="334"/>
                    <a:pt x="633" y="334"/>
                    <a:pt x="632" y="334"/>
                  </a:cubicBezTo>
                  <a:cubicBezTo>
                    <a:pt x="632" y="334"/>
                    <a:pt x="632" y="334"/>
                    <a:pt x="632" y="334"/>
                  </a:cubicBezTo>
                  <a:cubicBezTo>
                    <a:pt x="632" y="334"/>
                    <a:pt x="632" y="334"/>
                    <a:pt x="632" y="334"/>
                  </a:cubicBezTo>
                  <a:cubicBezTo>
                    <a:pt x="632" y="334"/>
                    <a:pt x="632" y="334"/>
                    <a:pt x="632" y="334"/>
                  </a:cubicBezTo>
                  <a:cubicBezTo>
                    <a:pt x="632" y="334"/>
                    <a:pt x="632" y="333"/>
                    <a:pt x="632" y="333"/>
                  </a:cubicBezTo>
                  <a:cubicBezTo>
                    <a:pt x="632" y="333"/>
                    <a:pt x="632" y="333"/>
                    <a:pt x="632" y="333"/>
                  </a:cubicBezTo>
                  <a:cubicBezTo>
                    <a:pt x="632" y="333"/>
                    <a:pt x="633" y="333"/>
                    <a:pt x="633" y="333"/>
                  </a:cubicBezTo>
                  <a:cubicBezTo>
                    <a:pt x="632" y="333"/>
                    <a:pt x="632" y="333"/>
                    <a:pt x="632" y="333"/>
                  </a:cubicBezTo>
                  <a:cubicBezTo>
                    <a:pt x="632" y="333"/>
                    <a:pt x="632" y="333"/>
                    <a:pt x="632" y="332"/>
                  </a:cubicBezTo>
                  <a:cubicBezTo>
                    <a:pt x="632" y="332"/>
                    <a:pt x="632" y="332"/>
                    <a:pt x="632" y="332"/>
                  </a:cubicBezTo>
                  <a:cubicBezTo>
                    <a:pt x="632" y="332"/>
                    <a:pt x="633" y="332"/>
                    <a:pt x="633" y="332"/>
                  </a:cubicBezTo>
                  <a:cubicBezTo>
                    <a:pt x="633" y="332"/>
                    <a:pt x="633" y="331"/>
                    <a:pt x="633" y="331"/>
                  </a:cubicBezTo>
                  <a:cubicBezTo>
                    <a:pt x="633" y="331"/>
                    <a:pt x="634" y="330"/>
                    <a:pt x="634" y="330"/>
                  </a:cubicBezTo>
                  <a:cubicBezTo>
                    <a:pt x="634" y="330"/>
                    <a:pt x="635" y="329"/>
                    <a:pt x="635" y="329"/>
                  </a:cubicBezTo>
                  <a:cubicBezTo>
                    <a:pt x="635" y="329"/>
                    <a:pt x="636" y="328"/>
                    <a:pt x="636" y="328"/>
                  </a:cubicBezTo>
                  <a:cubicBezTo>
                    <a:pt x="636" y="327"/>
                    <a:pt x="637" y="328"/>
                    <a:pt x="637" y="327"/>
                  </a:cubicBezTo>
                  <a:cubicBezTo>
                    <a:pt x="637" y="327"/>
                    <a:pt x="637" y="326"/>
                    <a:pt x="637" y="326"/>
                  </a:cubicBezTo>
                  <a:cubicBezTo>
                    <a:pt x="636" y="327"/>
                    <a:pt x="636" y="327"/>
                    <a:pt x="636" y="327"/>
                  </a:cubicBezTo>
                  <a:cubicBezTo>
                    <a:pt x="635" y="328"/>
                    <a:pt x="635" y="327"/>
                    <a:pt x="634" y="328"/>
                  </a:cubicBezTo>
                  <a:cubicBezTo>
                    <a:pt x="634" y="328"/>
                    <a:pt x="634" y="328"/>
                    <a:pt x="633" y="328"/>
                  </a:cubicBezTo>
                  <a:cubicBezTo>
                    <a:pt x="633" y="329"/>
                    <a:pt x="632" y="329"/>
                    <a:pt x="632" y="330"/>
                  </a:cubicBezTo>
                  <a:cubicBezTo>
                    <a:pt x="631" y="330"/>
                    <a:pt x="630" y="331"/>
                    <a:pt x="630" y="332"/>
                  </a:cubicBezTo>
                  <a:cubicBezTo>
                    <a:pt x="630" y="332"/>
                    <a:pt x="629" y="332"/>
                    <a:pt x="629" y="333"/>
                  </a:cubicBezTo>
                  <a:cubicBezTo>
                    <a:pt x="629" y="333"/>
                    <a:pt x="629" y="333"/>
                    <a:pt x="628" y="333"/>
                  </a:cubicBezTo>
                  <a:cubicBezTo>
                    <a:pt x="628" y="333"/>
                    <a:pt x="628" y="333"/>
                    <a:pt x="628" y="333"/>
                  </a:cubicBezTo>
                  <a:cubicBezTo>
                    <a:pt x="628" y="333"/>
                    <a:pt x="628" y="333"/>
                    <a:pt x="628" y="332"/>
                  </a:cubicBezTo>
                  <a:cubicBezTo>
                    <a:pt x="628" y="332"/>
                    <a:pt x="629" y="332"/>
                    <a:pt x="629" y="332"/>
                  </a:cubicBezTo>
                  <a:cubicBezTo>
                    <a:pt x="628" y="332"/>
                    <a:pt x="628" y="333"/>
                    <a:pt x="627" y="332"/>
                  </a:cubicBezTo>
                  <a:cubicBezTo>
                    <a:pt x="627" y="331"/>
                    <a:pt x="627" y="330"/>
                    <a:pt x="627" y="330"/>
                  </a:cubicBezTo>
                  <a:cubicBezTo>
                    <a:pt x="628" y="330"/>
                    <a:pt x="628" y="331"/>
                    <a:pt x="628" y="330"/>
                  </a:cubicBezTo>
                  <a:cubicBezTo>
                    <a:pt x="628" y="330"/>
                    <a:pt x="629" y="329"/>
                    <a:pt x="628" y="329"/>
                  </a:cubicBezTo>
                  <a:cubicBezTo>
                    <a:pt x="629" y="329"/>
                    <a:pt x="629" y="330"/>
                    <a:pt x="629" y="329"/>
                  </a:cubicBezTo>
                  <a:cubicBezTo>
                    <a:pt x="630" y="329"/>
                    <a:pt x="630" y="328"/>
                    <a:pt x="630" y="328"/>
                  </a:cubicBezTo>
                  <a:cubicBezTo>
                    <a:pt x="630" y="328"/>
                    <a:pt x="628" y="329"/>
                    <a:pt x="628" y="328"/>
                  </a:cubicBezTo>
                  <a:cubicBezTo>
                    <a:pt x="628" y="328"/>
                    <a:pt x="630" y="328"/>
                    <a:pt x="630" y="328"/>
                  </a:cubicBezTo>
                  <a:cubicBezTo>
                    <a:pt x="631" y="327"/>
                    <a:pt x="628" y="327"/>
                    <a:pt x="628" y="327"/>
                  </a:cubicBezTo>
                  <a:cubicBezTo>
                    <a:pt x="628" y="327"/>
                    <a:pt x="628" y="326"/>
                    <a:pt x="628" y="326"/>
                  </a:cubicBezTo>
                  <a:cubicBezTo>
                    <a:pt x="628" y="326"/>
                    <a:pt x="628" y="327"/>
                    <a:pt x="628" y="327"/>
                  </a:cubicBezTo>
                  <a:cubicBezTo>
                    <a:pt x="629" y="327"/>
                    <a:pt x="629" y="327"/>
                    <a:pt x="629" y="327"/>
                  </a:cubicBezTo>
                  <a:cubicBezTo>
                    <a:pt x="630" y="327"/>
                    <a:pt x="630" y="327"/>
                    <a:pt x="631" y="327"/>
                  </a:cubicBezTo>
                  <a:cubicBezTo>
                    <a:pt x="631" y="327"/>
                    <a:pt x="631" y="327"/>
                    <a:pt x="631" y="327"/>
                  </a:cubicBezTo>
                  <a:cubicBezTo>
                    <a:pt x="631" y="327"/>
                    <a:pt x="632" y="326"/>
                    <a:pt x="631" y="326"/>
                  </a:cubicBezTo>
                  <a:cubicBezTo>
                    <a:pt x="631" y="326"/>
                    <a:pt x="630" y="327"/>
                    <a:pt x="630" y="327"/>
                  </a:cubicBezTo>
                  <a:cubicBezTo>
                    <a:pt x="630" y="327"/>
                    <a:pt x="630" y="326"/>
                    <a:pt x="630" y="326"/>
                  </a:cubicBezTo>
                  <a:cubicBezTo>
                    <a:pt x="629" y="326"/>
                    <a:pt x="629" y="326"/>
                    <a:pt x="629" y="326"/>
                  </a:cubicBezTo>
                  <a:cubicBezTo>
                    <a:pt x="629" y="326"/>
                    <a:pt x="629" y="326"/>
                    <a:pt x="629" y="326"/>
                  </a:cubicBezTo>
                  <a:cubicBezTo>
                    <a:pt x="629" y="326"/>
                    <a:pt x="629" y="326"/>
                    <a:pt x="629" y="326"/>
                  </a:cubicBezTo>
                  <a:cubicBezTo>
                    <a:pt x="628" y="326"/>
                    <a:pt x="629" y="326"/>
                    <a:pt x="628" y="326"/>
                  </a:cubicBezTo>
                  <a:cubicBezTo>
                    <a:pt x="629" y="326"/>
                    <a:pt x="629" y="326"/>
                    <a:pt x="629" y="326"/>
                  </a:cubicBezTo>
                  <a:close/>
                  <a:moveTo>
                    <a:pt x="628" y="311"/>
                  </a:moveTo>
                  <a:cubicBezTo>
                    <a:pt x="628" y="311"/>
                    <a:pt x="628" y="311"/>
                    <a:pt x="628" y="311"/>
                  </a:cubicBezTo>
                  <a:cubicBezTo>
                    <a:pt x="627" y="311"/>
                    <a:pt x="627" y="312"/>
                    <a:pt x="627" y="312"/>
                  </a:cubicBezTo>
                  <a:cubicBezTo>
                    <a:pt x="626" y="312"/>
                    <a:pt x="626" y="312"/>
                    <a:pt x="626" y="312"/>
                  </a:cubicBezTo>
                  <a:cubicBezTo>
                    <a:pt x="626" y="311"/>
                    <a:pt x="626" y="311"/>
                    <a:pt x="626" y="311"/>
                  </a:cubicBezTo>
                  <a:cubicBezTo>
                    <a:pt x="626" y="311"/>
                    <a:pt x="626" y="311"/>
                    <a:pt x="626" y="311"/>
                  </a:cubicBezTo>
                  <a:cubicBezTo>
                    <a:pt x="625" y="311"/>
                    <a:pt x="625" y="311"/>
                    <a:pt x="625" y="312"/>
                  </a:cubicBezTo>
                  <a:cubicBezTo>
                    <a:pt x="625" y="312"/>
                    <a:pt x="626" y="312"/>
                    <a:pt x="625" y="312"/>
                  </a:cubicBezTo>
                  <a:cubicBezTo>
                    <a:pt x="625" y="312"/>
                    <a:pt x="625" y="312"/>
                    <a:pt x="625" y="312"/>
                  </a:cubicBezTo>
                  <a:cubicBezTo>
                    <a:pt x="626" y="313"/>
                    <a:pt x="626" y="312"/>
                    <a:pt x="627" y="312"/>
                  </a:cubicBezTo>
                  <a:cubicBezTo>
                    <a:pt x="628" y="312"/>
                    <a:pt x="628" y="312"/>
                    <a:pt x="628" y="311"/>
                  </a:cubicBezTo>
                  <a:cubicBezTo>
                    <a:pt x="628" y="311"/>
                    <a:pt x="628" y="311"/>
                    <a:pt x="628" y="311"/>
                  </a:cubicBezTo>
                  <a:cubicBezTo>
                    <a:pt x="628" y="311"/>
                    <a:pt x="628" y="310"/>
                    <a:pt x="628" y="310"/>
                  </a:cubicBezTo>
                  <a:cubicBezTo>
                    <a:pt x="628" y="311"/>
                    <a:pt x="628" y="311"/>
                    <a:pt x="628" y="311"/>
                  </a:cubicBezTo>
                  <a:close/>
                  <a:moveTo>
                    <a:pt x="622" y="255"/>
                  </a:moveTo>
                  <a:cubicBezTo>
                    <a:pt x="622" y="255"/>
                    <a:pt x="622" y="255"/>
                    <a:pt x="621" y="255"/>
                  </a:cubicBezTo>
                  <a:cubicBezTo>
                    <a:pt x="621" y="256"/>
                    <a:pt x="621" y="256"/>
                    <a:pt x="620" y="256"/>
                  </a:cubicBezTo>
                  <a:cubicBezTo>
                    <a:pt x="620" y="256"/>
                    <a:pt x="620" y="255"/>
                    <a:pt x="620" y="256"/>
                  </a:cubicBezTo>
                  <a:cubicBezTo>
                    <a:pt x="620" y="256"/>
                    <a:pt x="620" y="256"/>
                    <a:pt x="620" y="256"/>
                  </a:cubicBezTo>
                  <a:cubicBezTo>
                    <a:pt x="620" y="256"/>
                    <a:pt x="620" y="257"/>
                    <a:pt x="620" y="257"/>
                  </a:cubicBezTo>
                  <a:cubicBezTo>
                    <a:pt x="620" y="257"/>
                    <a:pt x="620" y="257"/>
                    <a:pt x="620" y="257"/>
                  </a:cubicBezTo>
                  <a:cubicBezTo>
                    <a:pt x="621" y="257"/>
                    <a:pt x="621" y="257"/>
                    <a:pt x="622" y="257"/>
                  </a:cubicBezTo>
                  <a:cubicBezTo>
                    <a:pt x="622" y="256"/>
                    <a:pt x="622" y="257"/>
                    <a:pt x="622" y="256"/>
                  </a:cubicBezTo>
                  <a:cubicBezTo>
                    <a:pt x="623" y="256"/>
                    <a:pt x="622" y="256"/>
                    <a:pt x="622" y="256"/>
                  </a:cubicBezTo>
                  <a:cubicBezTo>
                    <a:pt x="623" y="256"/>
                    <a:pt x="621" y="256"/>
                    <a:pt x="622" y="256"/>
                  </a:cubicBezTo>
                  <a:cubicBezTo>
                    <a:pt x="621" y="256"/>
                    <a:pt x="622" y="255"/>
                    <a:pt x="622" y="255"/>
                  </a:cubicBezTo>
                  <a:close/>
                  <a:moveTo>
                    <a:pt x="430" y="285"/>
                  </a:moveTo>
                  <a:cubicBezTo>
                    <a:pt x="430" y="285"/>
                    <a:pt x="430" y="285"/>
                    <a:pt x="429" y="286"/>
                  </a:cubicBezTo>
                  <a:cubicBezTo>
                    <a:pt x="429" y="286"/>
                    <a:pt x="429" y="286"/>
                    <a:pt x="429" y="287"/>
                  </a:cubicBezTo>
                  <a:cubicBezTo>
                    <a:pt x="429" y="287"/>
                    <a:pt x="430" y="286"/>
                    <a:pt x="431" y="286"/>
                  </a:cubicBezTo>
                  <a:cubicBezTo>
                    <a:pt x="431" y="286"/>
                    <a:pt x="431" y="286"/>
                    <a:pt x="432" y="286"/>
                  </a:cubicBezTo>
                  <a:cubicBezTo>
                    <a:pt x="432" y="286"/>
                    <a:pt x="433" y="285"/>
                    <a:pt x="433" y="285"/>
                  </a:cubicBezTo>
                  <a:cubicBezTo>
                    <a:pt x="432" y="284"/>
                    <a:pt x="431" y="285"/>
                    <a:pt x="430" y="285"/>
                  </a:cubicBezTo>
                  <a:close/>
                  <a:moveTo>
                    <a:pt x="630" y="311"/>
                  </a:moveTo>
                  <a:cubicBezTo>
                    <a:pt x="630" y="312"/>
                    <a:pt x="631" y="311"/>
                    <a:pt x="631" y="311"/>
                  </a:cubicBezTo>
                  <a:cubicBezTo>
                    <a:pt x="632" y="311"/>
                    <a:pt x="632" y="311"/>
                    <a:pt x="633" y="311"/>
                  </a:cubicBezTo>
                  <a:cubicBezTo>
                    <a:pt x="633" y="310"/>
                    <a:pt x="633" y="310"/>
                    <a:pt x="633" y="310"/>
                  </a:cubicBezTo>
                  <a:cubicBezTo>
                    <a:pt x="632" y="309"/>
                    <a:pt x="632" y="310"/>
                    <a:pt x="631" y="310"/>
                  </a:cubicBezTo>
                  <a:cubicBezTo>
                    <a:pt x="632" y="310"/>
                    <a:pt x="630" y="310"/>
                    <a:pt x="631" y="310"/>
                  </a:cubicBezTo>
                  <a:cubicBezTo>
                    <a:pt x="630" y="310"/>
                    <a:pt x="630" y="311"/>
                    <a:pt x="630" y="311"/>
                  </a:cubicBezTo>
                  <a:close/>
                  <a:moveTo>
                    <a:pt x="623" y="299"/>
                  </a:moveTo>
                  <a:cubicBezTo>
                    <a:pt x="623" y="300"/>
                    <a:pt x="625" y="299"/>
                    <a:pt x="625" y="299"/>
                  </a:cubicBezTo>
                  <a:cubicBezTo>
                    <a:pt x="626" y="298"/>
                    <a:pt x="624" y="299"/>
                    <a:pt x="624" y="299"/>
                  </a:cubicBezTo>
                  <a:cubicBezTo>
                    <a:pt x="624" y="299"/>
                    <a:pt x="623" y="298"/>
                    <a:pt x="623" y="299"/>
                  </a:cubicBezTo>
                  <a:close/>
                  <a:moveTo>
                    <a:pt x="366" y="350"/>
                  </a:moveTo>
                  <a:cubicBezTo>
                    <a:pt x="366" y="349"/>
                    <a:pt x="365" y="350"/>
                    <a:pt x="364" y="351"/>
                  </a:cubicBezTo>
                  <a:cubicBezTo>
                    <a:pt x="365" y="351"/>
                    <a:pt x="365" y="351"/>
                    <a:pt x="366" y="351"/>
                  </a:cubicBezTo>
                  <a:cubicBezTo>
                    <a:pt x="367" y="351"/>
                    <a:pt x="367" y="350"/>
                    <a:pt x="366" y="350"/>
                  </a:cubicBezTo>
                  <a:close/>
                  <a:moveTo>
                    <a:pt x="369" y="350"/>
                  </a:moveTo>
                  <a:cubicBezTo>
                    <a:pt x="369" y="351"/>
                    <a:pt x="369" y="350"/>
                    <a:pt x="368" y="350"/>
                  </a:cubicBezTo>
                  <a:cubicBezTo>
                    <a:pt x="368" y="351"/>
                    <a:pt x="368" y="350"/>
                    <a:pt x="367" y="350"/>
                  </a:cubicBezTo>
                  <a:cubicBezTo>
                    <a:pt x="366" y="351"/>
                    <a:pt x="368" y="351"/>
                    <a:pt x="368" y="351"/>
                  </a:cubicBezTo>
                  <a:cubicBezTo>
                    <a:pt x="368" y="351"/>
                    <a:pt x="369" y="351"/>
                    <a:pt x="369" y="352"/>
                  </a:cubicBezTo>
                  <a:cubicBezTo>
                    <a:pt x="369" y="352"/>
                    <a:pt x="370" y="352"/>
                    <a:pt x="371" y="352"/>
                  </a:cubicBezTo>
                  <a:cubicBezTo>
                    <a:pt x="371" y="352"/>
                    <a:pt x="372" y="352"/>
                    <a:pt x="372" y="353"/>
                  </a:cubicBezTo>
                  <a:cubicBezTo>
                    <a:pt x="372" y="353"/>
                    <a:pt x="373" y="353"/>
                    <a:pt x="373" y="353"/>
                  </a:cubicBezTo>
                  <a:cubicBezTo>
                    <a:pt x="373" y="353"/>
                    <a:pt x="373" y="353"/>
                    <a:pt x="374" y="353"/>
                  </a:cubicBezTo>
                  <a:cubicBezTo>
                    <a:pt x="374" y="353"/>
                    <a:pt x="374" y="354"/>
                    <a:pt x="375" y="354"/>
                  </a:cubicBezTo>
                  <a:cubicBezTo>
                    <a:pt x="375" y="354"/>
                    <a:pt x="375" y="354"/>
                    <a:pt x="375" y="354"/>
                  </a:cubicBezTo>
                  <a:cubicBezTo>
                    <a:pt x="375" y="354"/>
                    <a:pt x="375" y="354"/>
                    <a:pt x="376" y="354"/>
                  </a:cubicBezTo>
                  <a:cubicBezTo>
                    <a:pt x="376" y="354"/>
                    <a:pt x="378" y="353"/>
                    <a:pt x="378" y="353"/>
                  </a:cubicBezTo>
                  <a:cubicBezTo>
                    <a:pt x="379" y="353"/>
                    <a:pt x="377" y="354"/>
                    <a:pt x="377" y="354"/>
                  </a:cubicBezTo>
                  <a:cubicBezTo>
                    <a:pt x="377" y="354"/>
                    <a:pt x="376" y="354"/>
                    <a:pt x="376" y="354"/>
                  </a:cubicBezTo>
                  <a:cubicBezTo>
                    <a:pt x="376" y="354"/>
                    <a:pt x="376" y="354"/>
                    <a:pt x="376" y="354"/>
                  </a:cubicBezTo>
                  <a:cubicBezTo>
                    <a:pt x="376" y="354"/>
                    <a:pt x="376" y="355"/>
                    <a:pt x="377" y="355"/>
                  </a:cubicBezTo>
                  <a:cubicBezTo>
                    <a:pt x="378" y="354"/>
                    <a:pt x="379" y="353"/>
                    <a:pt x="380" y="353"/>
                  </a:cubicBezTo>
                  <a:cubicBezTo>
                    <a:pt x="381" y="351"/>
                    <a:pt x="380" y="352"/>
                    <a:pt x="380" y="352"/>
                  </a:cubicBezTo>
                  <a:cubicBezTo>
                    <a:pt x="380" y="352"/>
                    <a:pt x="380" y="351"/>
                    <a:pt x="380" y="351"/>
                  </a:cubicBezTo>
                  <a:cubicBezTo>
                    <a:pt x="380" y="351"/>
                    <a:pt x="379" y="351"/>
                    <a:pt x="379" y="351"/>
                  </a:cubicBezTo>
                  <a:cubicBezTo>
                    <a:pt x="379" y="351"/>
                    <a:pt x="378" y="353"/>
                    <a:pt x="378" y="353"/>
                  </a:cubicBezTo>
                  <a:cubicBezTo>
                    <a:pt x="378" y="353"/>
                    <a:pt x="379" y="351"/>
                    <a:pt x="379" y="351"/>
                  </a:cubicBezTo>
                  <a:cubicBezTo>
                    <a:pt x="379" y="351"/>
                    <a:pt x="378" y="351"/>
                    <a:pt x="378" y="351"/>
                  </a:cubicBezTo>
                  <a:cubicBezTo>
                    <a:pt x="378" y="351"/>
                    <a:pt x="379" y="350"/>
                    <a:pt x="378" y="350"/>
                  </a:cubicBezTo>
                  <a:cubicBezTo>
                    <a:pt x="378" y="349"/>
                    <a:pt x="377" y="351"/>
                    <a:pt x="376" y="351"/>
                  </a:cubicBezTo>
                  <a:cubicBezTo>
                    <a:pt x="376" y="352"/>
                    <a:pt x="375" y="351"/>
                    <a:pt x="376" y="350"/>
                  </a:cubicBezTo>
                  <a:cubicBezTo>
                    <a:pt x="375" y="351"/>
                    <a:pt x="375" y="350"/>
                    <a:pt x="375" y="350"/>
                  </a:cubicBezTo>
                  <a:cubicBezTo>
                    <a:pt x="375" y="350"/>
                    <a:pt x="374" y="350"/>
                    <a:pt x="374" y="350"/>
                  </a:cubicBezTo>
                  <a:cubicBezTo>
                    <a:pt x="373" y="350"/>
                    <a:pt x="372" y="351"/>
                    <a:pt x="372" y="351"/>
                  </a:cubicBezTo>
                  <a:cubicBezTo>
                    <a:pt x="373" y="351"/>
                    <a:pt x="373" y="352"/>
                    <a:pt x="372" y="352"/>
                  </a:cubicBezTo>
                  <a:cubicBezTo>
                    <a:pt x="372" y="351"/>
                    <a:pt x="372" y="352"/>
                    <a:pt x="371" y="351"/>
                  </a:cubicBezTo>
                  <a:cubicBezTo>
                    <a:pt x="371" y="351"/>
                    <a:pt x="372" y="351"/>
                    <a:pt x="371" y="351"/>
                  </a:cubicBezTo>
                  <a:cubicBezTo>
                    <a:pt x="371" y="351"/>
                    <a:pt x="371" y="351"/>
                    <a:pt x="371" y="351"/>
                  </a:cubicBezTo>
                  <a:cubicBezTo>
                    <a:pt x="371" y="351"/>
                    <a:pt x="371" y="351"/>
                    <a:pt x="370" y="351"/>
                  </a:cubicBezTo>
                  <a:cubicBezTo>
                    <a:pt x="370" y="351"/>
                    <a:pt x="370" y="350"/>
                    <a:pt x="371" y="350"/>
                  </a:cubicBezTo>
                  <a:cubicBezTo>
                    <a:pt x="371" y="349"/>
                    <a:pt x="370" y="350"/>
                    <a:pt x="369" y="350"/>
                  </a:cubicBezTo>
                  <a:close/>
                  <a:moveTo>
                    <a:pt x="362" y="349"/>
                  </a:moveTo>
                  <a:cubicBezTo>
                    <a:pt x="362" y="348"/>
                    <a:pt x="362" y="348"/>
                    <a:pt x="363" y="348"/>
                  </a:cubicBezTo>
                  <a:cubicBezTo>
                    <a:pt x="363" y="348"/>
                    <a:pt x="363" y="347"/>
                    <a:pt x="363" y="347"/>
                  </a:cubicBezTo>
                  <a:cubicBezTo>
                    <a:pt x="364" y="347"/>
                    <a:pt x="363" y="347"/>
                    <a:pt x="362" y="347"/>
                  </a:cubicBezTo>
                  <a:cubicBezTo>
                    <a:pt x="362" y="346"/>
                    <a:pt x="361" y="346"/>
                    <a:pt x="361" y="347"/>
                  </a:cubicBezTo>
                  <a:cubicBezTo>
                    <a:pt x="361" y="348"/>
                    <a:pt x="361" y="349"/>
                    <a:pt x="362" y="349"/>
                  </a:cubicBezTo>
                  <a:close/>
                  <a:moveTo>
                    <a:pt x="556" y="335"/>
                  </a:moveTo>
                  <a:cubicBezTo>
                    <a:pt x="556" y="336"/>
                    <a:pt x="555" y="337"/>
                    <a:pt x="556" y="337"/>
                  </a:cubicBezTo>
                  <a:cubicBezTo>
                    <a:pt x="556" y="337"/>
                    <a:pt x="557" y="337"/>
                    <a:pt x="557" y="336"/>
                  </a:cubicBezTo>
                  <a:cubicBezTo>
                    <a:pt x="557" y="336"/>
                    <a:pt x="556" y="336"/>
                    <a:pt x="556" y="336"/>
                  </a:cubicBezTo>
                  <a:cubicBezTo>
                    <a:pt x="556" y="336"/>
                    <a:pt x="557" y="335"/>
                    <a:pt x="558" y="335"/>
                  </a:cubicBezTo>
                  <a:cubicBezTo>
                    <a:pt x="558" y="334"/>
                    <a:pt x="558" y="335"/>
                    <a:pt x="558" y="335"/>
                  </a:cubicBezTo>
                  <a:cubicBezTo>
                    <a:pt x="558" y="335"/>
                    <a:pt x="559" y="334"/>
                    <a:pt x="559" y="334"/>
                  </a:cubicBezTo>
                  <a:cubicBezTo>
                    <a:pt x="559" y="334"/>
                    <a:pt x="560" y="333"/>
                    <a:pt x="560" y="333"/>
                  </a:cubicBezTo>
                  <a:cubicBezTo>
                    <a:pt x="559" y="333"/>
                    <a:pt x="559" y="335"/>
                    <a:pt x="558" y="334"/>
                  </a:cubicBezTo>
                  <a:cubicBezTo>
                    <a:pt x="558" y="334"/>
                    <a:pt x="558" y="334"/>
                    <a:pt x="558" y="334"/>
                  </a:cubicBezTo>
                  <a:cubicBezTo>
                    <a:pt x="558" y="334"/>
                    <a:pt x="558" y="334"/>
                    <a:pt x="558" y="334"/>
                  </a:cubicBezTo>
                  <a:cubicBezTo>
                    <a:pt x="557" y="335"/>
                    <a:pt x="557" y="335"/>
                    <a:pt x="556" y="335"/>
                  </a:cubicBezTo>
                  <a:close/>
                  <a:moveTo>
                    <a:pt x="560" y="333"/>
                  </a:moveTo>
                  <a:cubicBezTo>
                    <a:pt x="560" y="333"/>
                    <a:pt x="560" y="333"/>
                    <a:pt x="561" y="332"/>
                  </a:cubicBezTo>
                  <a:cubicBezTo>
                    <a:pt x="560" y="333"/>
                    <a:pt x="559" y="333"/>
                    <a:pt x="558" y="334"/>
                  </a:cubicBezTo>
                  <a:cubicBezTo>
                    <a:pt x="559" y="334"/>
                    <a:pt x="559" y="333"/>
                    <a:pt x="560" y="333"/>
                  </a:cubicBezTo>
                  <a:close/>
                  <a:moveTo>
                    <a:pt x="561" y="333"/>
                  </a:moveTo>
                  <a:cubicBezTo>
                    <a:pt x="561" y="333"/>
                    <a:pt x="562" y="333"/>
                    <a:pt x="562" y="332"/>
                  </a:cubicBezTo>
                  <a:cubicBezTo>
                    <a:pt x="562" y="332"/>
                    <a:pt x="562" y="332"/>
                    <a:pt x="561" y="332"/>
                  </a:cubicBezTo>
                  <a:cubicBezTo>
                    <a:pt x="561" y="332"/>
                    <a:pt x="561" y="332"/>
                    <a:pt x="562" y="332"/>
                  </a:cubicBezTo>
                  <a:cubicBezTo>
                    <a:pt x="561" y="333"/>
                    <a:pt x="561" y="333"/>
                    <a:pt x="561" y="333"/>
                  </a:cubicBezTo>
                  <a:close/>
                  <a:moveTo>
                    <a:pt x="560" y="372"/>
                  </a:moveTo>
                  <a:cubicBezTo>
                    <a:pt x="560" y="372"/>
                    <a:pt x="560" y="372"/>
                    <a:pt x="560" y="372"/>
                  </a:cubicBezTo>
                  <a:cubicBezTo>
                    <a:pt x="561" y="373"/>
                    <a:pt x="562" y="372"/>
                    <a:pt x="563" y="371"/>
                  </a:cubicBezTo>
                  <a:cubicBezTo>
                    <a:pt x="562" y="372"/>
                    <a:pt x="562" y="372"/>
                    <a:pt x="561" y="372"/>
                  </a:cubicBezTo>
                  <a:cubicBezTo>
                    <a:pt x="561" y="372"/>
                    <a:pt x="560" y="372"/>
                    <a:pt x="560" y="372"/>
                  </a:cubicBezTo>
                  <a:close/>
                  <a:moveTo>
                    <a:pt x="549" y="346"/>
                  </a:moveTo>
                  <a:cubicBezTo>
                    <a:pt x="549" y="346"/>
                    <a:pt x="550" y="346"/>
                    <a:pt x="550" y="346"/>
                  </a:cubicBezTo>
                  <a:cubicBezTo>
                    <a:pt x="550" y="346"/>
                    <a:pt x="551" y="346"/>
                    <a:pt x="552" y="345"/>
                  </a:cubicBezTo>
                  <a:cubicBezTo>
                    <a:pt x="552" y="345"/>
                    <a:pt x="553" y="345"/>
                    <a:pt x="553" y="345"/>
                  </a:cubicBezTo>
                  <a:cubicBezTo>
                    <a:pt x="552" y="344"/>
                    <a:pt x="550" y="345"/>
                    <a:pt x="550" y="345"/>
                  </a:cubicBezTo>
                  <a:cubicBezTo>
                    <a:pt x="549" y="345"/>
                    <a:pt x="548" y="345"/>
                    <a:pt x="547" y="345"/>
                  </a:cubicBezTo>
                  <a:cubicBezTo>
                    <a:pt x="547" y="345"/>
                    <a:pt x="547" y="345"/>
                    <a:pt x="547" y="345"/>
                  </a:cubicBezTo>
                  <a:cubicBezTo>
                    <a:pt x="547" y="345"/>
                    <a:pt x="546" y="345"/>
                    <a:pt x="546" y="345"/>
                  </a:cubicBezTo>
                  <a:cubicBezTo>
                    <a:pt x="546" y="345"/>
                    <a:pt x="545" y="345"/>
                    <a:pt x="545" y="345"/>
                  </a:cubicBezTo>
                  <a:cubicBezTo>
                    <a:pt x="544" y="345"/>
                    <a:pt x="543" y="345"/>
                    <a:pt x="543" y="345"/>
                  </a:cubicBezTo>
                  <a:cubicBezTo>
                    <a:pt x="542" y="345"/>
                    <a:pt x="541" y="346"/>
                    <a:pt x="541" y="345"/>
                  </a:cubicBezTo>
                  <a:cubicBezTo>
                    <a:pt x="541" y="344"/>
                    <a:pt x="540" y="344"/>
                    <a:pt x="540" y="344"/>
                  </a:cubicBezTo>
                  <a:cubicBezTo>
                    <a:pt x="541" y="344"/>
                    <a:pt x="540" y="345"/>
                    <a:pt x="540" y="345"/>
                  </a:cubicBezTo>
                  <a:cubicBezTo>
                    <a:pt x="540" y="344"/>
                    <a:pt x="540" y="344"/>
                    <a:pt x="540" y="344"/>
                  </a:cubicBezTo>
                  <a:cubicBezTo>
                    <a:pt x="540" y="344"/>
                    <a:pt x="538" y="343"/>
                    <a:pt x="538" y="344"/>
                  </a:cubicBezTo>
                  <a:cubicBezTo>
                    <a:pt x="538" y="344"/>
                    <a:pt x="538" y="344"/>
                    <a:pt x="538" y="344"/>
                  </a:cubicBezTo>
                  <a:cubicBezTo>
                    <a:pt x="538" y="345"/>
                    <a:pt x="538" y="345"/>
                    <a:pt x="537" y="345"/>
                  </a:cubicBezTo>
                  <a:cubicBezTo>
                    <a:pt x="536" y="345"/>
                    <a:pt x="537" y="345"/>
                    <a:pt x="537" y="344"/>
                  </a:cubicBezTo>
                  <a:cubicBezTo>
                    <a:pt x="537" y="344"/>
                    <a:pt x="536" y="345"/>
                    <a:pt x="536" y="345"/>
                  </a:cubicBezTo>
                  <a:cubicBezTo>
                    <a:pt x="536" y="344"/>
                    <a:pt x="537" y="344"/>
                    <a:pt x="537" y="343"/>
                  </a:cubicBezTo>
                  <a:cubicBezTo>
                    <a:pt x="537" y="343"/>
                    <a:pt x="537" y="343"/>
                    <a:pt x="537" y="343"/>
                  </a:cubicBezTo>
                  <a:cubicBezTo>
                    <a:pt x="537" y="343"/>
                    <a:pt x="537" y="342"/>
                    <a:pt x="537" y="342"/>
                  </a:cubicBezTo>
                  <a:cubicBezTo>
                    <a:pt x="537" y="342"/>
                    <a:pt x="537" y="342"/>
                    <a:pt x="537" y="342"/>
                  </a:cubicBezTo>
                  <a:cubicBezTo>
                    <a:pt x="536" y="342"/>
                    <a:pt x="536" y="342"/>
                    <a:pt x="536" y="342"/>
                  </a:cubicBezTo>
                  <a:cubicBezTo>
                    <a:pt x="536" y="341"/>
                    <a:pt x="537" y="340"/>
                    <a:pt x="537" y="340"/>
                  </a:cubicBezTo>
                  <a:cubicBezTo>
                    <a:pt x="537" y="340"/>
                    <a:pt x="538" y="339"/>
                    <a:pt x="538" y="338"/>
                  </a:cubicBezTo>
                  <a:cubicBezTo>
                    <a:pt x="537" y="339"/>
                    <a:pt x="536" y="339"/>
                    <a:pt x="535" y="340"/>
                  </a:cubicBezTo>
                  <a:cubicBezTo>
                    <a:pt x="534" y="341"/>
                    <a:pt x="534" y="341"/>
                    <a:pt x="533" y="342"/>
                  </a:cubicBezTo>
                  <a:cubicBezTo>
                    <a:pt x="532" y="343"/>
                    <a:pt x="533" y="343"/>
                    <a:pt x="534" y="343"/>
                  </a:cubicBezTo>
                  <a:cubicBezTo>
                    <a:pt x="534" y="343"/>
                    <a:pt x="534" y="343"/>
                    <a:pt x="535" y="343"/>
                  </a:cubicBezTo>
                  <a:cubicBezTo>
                    <a:pt x="535" y="343"/>
                    <a:pt x="535" y="343"/>
                    <a:pt x="535" y="343"/>
                  </a:cubicBezTo>
                  <a:cubicBezTo>
                    <a:pt x="535" y="343"/>
                    <a:pt x="535" y="343"/>
                    <a:pt x="535" y="344"/>
                  </a:cubicBezTo>
                  <a:cubicBezTo>
                    <a:pt x="535" y="344"/>
                    <a:pt x="535" y="344"/>
                    <a:pt x="535" y="344"/>
                  </a:cubicBezTo>
                  <a:cubicBezTo>
                    <a:pt x="534" y="344"/>
                    <a:pt x="534" y="345"/>
                    <a:pt x="534" y="345"/>
                  </a:cubicBezTo>
                  <a:cubicBezTo>
                    <a:pt x="534" y="346"/>
                    <a:pt x="535" y="345"/>
                    <a:pt x="536" y="345"/>
                  </a:cubicBezTo>
                  <a:cubicBezTo>
                    <a:pt x="536" y="345"/>
                    <a:pt x="537" y="345"/>
                    <a:pt x="537" y="346"/>
                  </a:cubicBezTo>
                  <a:cubicBezTo>
                    <a:pt x="537" y="346"/>
                    <a:pt x="537" y="346"/>
                    <a:pt x="537" y="346"/>
                  </a:cubicBezTo>
                  <a:cubicBezTo>
                    <a:pt x="537" y="346"/>
                    <a:pt x="537" y="346"/>
                    <a:pt x="537" y="346"/>
                  </a:cubicBezTo>
                  <a:cubicBezTo>
                    <a:pt x="537" y="346"/>
                    <a:pt x="536" y="346"/>
                    <a:pt x="537" y="346"/>
                  </a:cubicBezTo>
                  <a:cubicBezTo>
                    <a:pt x="537" y="346"/>
                    <a:pt x="537" y="347"/>
                    <a:pt x="537" y="347"/>
                  </a:cubicBezTo>
                  <a:cubicBezTo>
                    <a:pt x="537" y="347"/>
                    <a:pt x="538" y="347"/>
                    <a:pt x="538" y="347"/>
                  </a:cubicBezTo>
                  <a:cubicBezTo>
                    <a:pt x="539" y="347"/>
                    <a:pt x="540" y="348"/>
                    <a:pt x="540" y="348"/>
                  </a:cubicBezTo>
                  <a:cubicBezTo>
                    <a:pt x="540" y="348"/>
                    <a:pt x="542" y="348"/>
                    <a:pt x="542" y="348"/>
                  </a:cubicBezTo>
                  <a:cubicBezTo>
                    <a:pt x="541" y="347"/>
                    <a:pt x="541" y="348"/>
                    <a:pt x="541" y="348"/>
                  </a:cubicBezTo>
                  <a:cubicBezTo>
                    <a:pt x="541" y="348"/>
                    <a:pt x="541" y="347"/>
                    <a:pt x="542" y="347"/>
                  </a:cubicBezTo>
                  <a:cubicBezTo>
                    <a:pt x="542" y="347"/>
                    <a:pt x="541" y="347"/>
                    <a:pt x="542" y="347"/>
                  </a:cubicBezTo>
                  <a:cubicBezTo>
                    <a:pt x="542" y="347"/>
                    <a:pt x="542" y="347"/>
                    <a:pt x="542" y="347"/>
                  </a:cubicBezTo>
                  <a:cubicBezTo>
                    <a:pt x="542" y="347"/>
                    <a:pt x="542" y="347"/>
                    <a:pt x="542" y="347"/>
                  </a:cubicBezTo>
                  <a:cubicBezTo>
                    <a:pt x="543" y="347"/>
                    <a:pt x="543" y="346"/>
                    <a:pt x="544" y="346"/>
                  </a:cubicBezTo>
                  <a:cubicBezTo>
                    <a:pt x="544" y="346"/>
                    <a:pt x="542" y="347"/>
                    <a:pt x="542" y="348"/>
                  </a:cubicBezTo>
                  <a:cubicBezTo>
                    <a:pt x="542" y="348"/>
                    <a:pt x="543" y="348"/>
                    <a:pt x="543" y="348"/>
                  </a:cubicBezTo>
                  <a:cubicBezTo>
                    <a:pt x="544" y="348"/>
                    <a:pt x="543" y="348"/>
                    <a:pt x="543" y="348"/>
                  </a:cubicBezTo>
                  <a:cubicBezTo>
                    <a:pt x="543" y="348"/>
                    <a:pt x="544" y="348"/>
                    <a:pt x="544" y="348"/>
                  </a:cubicBezTo>
                  <a:cubicBezTo>
                    <a:pt x="544" y="349"/>
                    <a:pt x="543" y="349"/>
                    <a:pt x="542" y="349"/>
                  </a:cubicBezTo>
                  <a:cubicBezTo>
                    <a:pt x="543" y="349"/>
                    <a:pt x="543" y="349"/>
                    <a:pt x="543" y="349"/>
                  </a:cubicBezTo>
                  <a:cubicBezTo>
                    <a:pt x="543" y="349"/>
                    <a:pt x="543" y="349"/>
                    <a:pt x="543" y="349"/>
                  </a:cubicBezTo>
                  <a:cubicBezTo>
                    <a:pt x="543" y="349"/>
                    <a:pt x="543" y="350"/>
                    <a:pt x="543" y="350"/>
                  </a:cubicBezTo>
                  <a:cubicBezTo>
                    <a:pt x="544" y="350"/>
                    <a:pt x="546" y="350"/>
                    <a:pt x="547" y="350"/>
                  </a:cubicBezTo>
                  <a:cubicBezTo>
                    <a:pt x="547" y="350"/>
                    <a:pt x="546" y="349"/>
                    <a:pt x="546" y="349"/>
                  </a:cubicBezTo>
                  <a:cubicBezTo>
                    <a:pt x="546" y="349"/>
                    <a:pt x="547" y="349"/>
                    <a:pt x="547" y="349"/>
                  </a:cubicBezTo>
                  <a:cubicBezTo>
                    <a:pt x="547" y="348"/>
                    <a:pt x="547" y="348"/>
                    <a:pt x="547" y="348"/>
                  </a:cubicBezTo>
                  <a:cubicBezTo>
                    <a:pt x="547" y="348"/>
                    <a:pt x="547" y="348"/>
                    <a:pt x="547" y="348"/>
                  </a:cubicBezTo>
                  <a:cubicBezTo>
                    <a:pt x="546" y="348"/>
                    <a:pt x="547" y="348"/>
                    <a:pt x="546" y="348"/>
                  </a:cubicBezTo>
                  <a:cubicBezTo>
                    <a:pt x="546" y="348"/>
                    <a:pt x="547" y="348"/>
                    <a:pt x="547" y="348"/>
                  </a:cubicBezTo>
                  <a:cubicBezTo>
                    <a:pt x="547" y="348"/>
                    <a:pt x="546" y="348"/>
                    <a:pt x="547" y="348"/>
                  </a:cubicBezTo>
                  <a:cubicBezTo>
                    <a:pt x="547" y="348"/>
                    <a:pt x="547" y="348"/>
                    <a:pt x="547" y="348"/>
                  </a:cubicBezTo>
                  <a:cubicBezTo>
                    <a:pt x="547" y="348"/>
                    <a:pt x="547" y="347"/>
                    <a:pt x="547" y="347"/>
                  </a:cubicBezTo>
                  <a:cubicBezTo>
                    <a:pt x="547" y="347"/>
                    <a:pt x="548" y="347"/>
                    <a:pt x="548" y="347"/>
                  </a:cubicBezTo>
                  <a:cubicBezTo>
                    <a:pt x="548" y="347"/>
                    <a:pt x="548" y="347"/>
                    <a:pt x="548" y="347"/>
                  </a:cubicBezTo>
                  <a:cubicBezTo>
                    <a:pt x="548" y="347"/>
                    <a:pt x="549" y="347"/>
                    <a:pt x="549" y="346"/>
                  </a:cubicBezTo>
                  <a:cubicBezTo>
                    <a:pt x="549" y="347"/>
                    <a:pt x="549" y="346"/>
                    <a:pt x="549" y="346"/>
                  </a:cubicBezTo>
                  <a:close/>
                  <a:moveTo>
                    <a:pt x="547" y="348"/>
                  </a:moveTo>
                  <a:cubicBezTo>
                    <a:pt x="547" y="348"/>
                    <a:pt x="547" y="348"/>
                    <a:pt x="547" y="348"/>
                  </a:cubicBezTo>
                  <a:close/>
                  <a:moveTo>
                    <a:pt x="570" y="348"/>
                  </a:moveTo>
                  <a:cubicBezTo>
                    <a:pt x="570" y="348"/>
                    <a:pt x="570" y="348"/>
                    <a:pt x="569" y="348"/>
                  </a:cubicBezTo>
                  <a:cubicBezTo>
                    <a:pt x="570" y="347"/>
                    <a:pt x="569" y="348"/>
                    <a:pt x="568" y="347"/>
                  </a:cubicBezTo>
                  <a:cubicBezTo>
                    <a:pt x="569" y="347"/>
                    <a:pt x="568" y="347"/>
                    <a:pt x="567" y="347"/>
                  </a:cubicBezTo>
                  <a:cubicBezTo>
                    <a:pt x="567" y="348"/>
                    <a:pt x="567" y="348"/>
                    <a:pt x="567" y="348"/>
                  </a:cubicBezTo>
                  <a:cubicBezTo>
                    <a:pt x="567" y="348"/>
                    <a:pt x="567" y="348"/>
                    <a:pt x="566" y="348"/>
                  </a:cubicBezTo>
                  <a:cubicBezTo>
                    <a:pt x="567" y="347"/>
                    <a:pt x="567" y="348"/>
                    <a:pt x="567" y="347"/>
                  </a:cubicBezTo>
                  <a:cubicBezTo>
                    <a:pt x="567" y="346"/>
                    <a:pt x="566" y="346"/>
                    <a:pt x="566" y="346"/>
                  </a:cubicBezTo>
                  <a:cubicBezTo>
                    <a:pt x="565" y="347"/>
                    <a:pt x="565" y="347"/>
                    <a:pt x="564" y="348"/>
                  </a:cubicBezTo>
                  <a:cubicBezTo>
                    <a:pt x="564" y="348"/>
                    <a:pt x="563" y="348"/>
                    <a:pt x="563" y="349"/>
                  </a:cubicBezTo>
                  <a:cubicBezTo>
                    <a:pt x="563" y="349"/>
                    <a:pt x="564" y="349"/>
                    <a:pt x="564" y="349"/>
                  </a:cubicBezTo>
                  <a:cubicBezTo>
                    <a:pt x="564" y="348"/>
                    <a:pt x="565" y="348"/>
                    <a:pt x="565" y="348"/>
                  </a:cubicBezTo>
                  <a:cubicBezTo>
                    <a:pt x="566" y="347"/>
                    <a:pt x="566" y="347"/>
                    <a:pt x="566" y="347"/>
                  </a:cubicBezTo>
                  <a:cubicBezTo>
                    <a:pt x="566" y="348"/>
                    <a:pt x="566" y="348"/>
                    <a:pt x="565" y="348"/>
                  </a:cubicBezTo>
                  <a:cubicBezTo>
                    <a:pt x="565" y="348"/>
                    <a:pt x="564" y="349"/>
                    <a:pt x="564" y="349"/>
                  </a:cubicBezTo>
                  <a:cubicBezTo>
                    <a:pt x="563" y="349"/>
                    <a:pt x="563" y="350"/>
                    <a:pt x="562" y="350"/>
                  </a:cubicBezTo>
                  <a:cubicBezTo>
                    <a:pt x="562" y="350"/>
                    <a:pt x="561" y="350"/>
                    <a:pt x="561" y="350"/>
                  </a:cubicBezTo>
                  <a:cubicBezTo>
                    <a:pt x="562" y="350"/>
                    <a:pt x="561" y="351"/>
                    <a:pt x="562" y="351"/>
                  </a:cubicBezTo>
                  <a:cubicBezTo>
                    <a:pt x="563" y="350"/>
                    <a:pt x="564" y="350"/>
                    <a:pt x="565" y="350"/>
                  </a:cubicBezTo>
                  <a:cubicBezTo>
                    <a:pt x="564" y="351"/>
                    <a:pt x="561" y="351"/>
                    <a:pt x="561" y="352"/>
                  </a:cubicBezTo>
                  <a:cubicBezTo>
                    <a:pt x="561" y="353"/>
                    <a:pt x="561" y="353"/>
                    <a:pt x="560" y="353"/>
                  </a:cubicBezTo>
                  <a:cubicBezTo>
                    <a:pt x="560" y="353"/>
                    <a:pt x="559" y="354"/>
                    <a:pt x="560" y="354"/>
                  </a:cubicBezTo>
                  <a:cubicBezTo>
                    <a:pt x="560" y="353"/>
                    <a:pt x="561" y="352"/>
                    <a:pt x="559" y="352"/>
                  </a:cubicBezTo>
                  <a:cubicBezTo>
                    <a:pt x="559" y="352"/>
                    <a:pt x="558" y="353"/>
                    <a:pt x="557" y="353"/>
                  </a:cubicBezTo>
                  <a:cubicBezTo>
                    <a:pt x="557" y="352"/>
                    <a:pt x="560" y="352"/>
                    <a:pt x="559" y="351"/>
                  </a:cubicBezTo>
                  <a:cubicBezTo>
                    <a:pt x="559" y="351"/>
                    <a:pt x="559" y="351"/>
                    <a:pt x="560" y="351"/>
                  </a:cubicBezTo>
                  <a:cubicBezTo>
                    <a:pt x="560" y="351"/>
                    <a:pt x="558" y="351"/>
                    <a:pt x="558" y="351"/>
                  </a:cubicBezTo>
                  <a:cubicBezTo>
                    <a:pt x="558" y="351"/>
                    <a:pt x="559" y="351"/>
                    <a:pt x="559" y="351"/>
                  </a:cubicBezTo>
                  <a:cubicBezTo>
                    <a:pt x="559" y="351"/>
                    <a:pt x="560" y="351"/>
                    <a:pt x="560" y="351"/>
                  </a:cubicBezTo>
                  <a:cubicBezTo>
                    <a:pt x="561" y="351"/>
                    <a:pt x="562" y="349"/>
                    <a:pt x="562" y="349"/>
                  </a:cubicBezTo>
                  <a:cubicBezTo>
                    <a:pt x="561" y="349"/>
                    <a:pt x="559" y="351"/>
                    <a:pt x="558" y="350"/>
                  </a:cubicBezTo>
                  <a:cubicBezTo>
                    <a:pt x="558" y="351"/>
                    <a:pt x="561" y="349"/>
                    <a:pt x="561" y="349"/>
                  </a:cubicBezTo>
                  <a:cubicBezTo>
                    <a:pt x="560" y="349"/>
                    <a:pt x="562" y="349"/>
                    <a:pt x="562" y="349"/>
                  </a:cubicBezTo>
                  <a:cubicBezTo>
                    <a:pt x="562" y="349"/>
                    <a:pt x="563" y="349"/>
                    <a:pt x="563" y="349"/>
                  </a:cubicBezTo>
                  <a:cubicBezTo>
                    <a:pt x="564" y="348"/>
                    <a:pt x="564" y="348"/>
                    <a:pt x="565" y="347"/>
                  </a:cubicBezTo>
                  <a:cubicBezTo>
                    <a:pt x="565" y="347"/>
                    <a:pt x="566" y="346"/>
                    <a:pt x="565" y="346"/>
                  </a:cubicBezTo>
                  <a:cubicBezTo>
                    <a:pt x="565" y="346"/>
                    <a:pt x="564" y="347"/>
                    <a:pt x="564" y="348"/>
                  </a:cubicBezTo>
                  <a:cubicBezTo>
                    <a:pt x="564" y="347"/>
                    <a:pt x="565" y="346"/>
                    <a:pt x="566" y="345"/>
                  </a:cubicBezTo>
                  <a:cubicBezTo>
                    <a:pt x="566" y="344"/>
                    <a:pt x="567" y="344"/>
                    <a:pt x="567" y="343"/>
                  </a:cubicBezTo>
                  <a:cubicBezTo>
                    <a:pt x="568" y="343"/>
                    <a:pt x="567" y="343"/>
                    <a:pt x="567" y="343"/>
                  </a:cubicBezTo>
                  <a:cubicBezTo>
                    <a:pt x="567" y="343"/>
                    <a:pt x="569" y="341"/>
                    <a:pt x="569" y="341"/>
                  </a:cubicBezTo>
                  <a:cubicBezTo>
                    <a:pt x="569" y="341"/>
                    <a:pt x="567" y="340"/>
                    <a:pt x="567" y="340"/>
                  </a:cubicBezTo>
                  <a:cubicBezTo>
                    <a:pt x="567" y="340"/>
                    <a:pt x="569" y="339"/>
                    <a:pt x="569" y="339"/>
                  </a:cubicBezTo>
                  <a:cubicBezTo>
                    <a:pt x="568" y="339"/>
                    <a:pt x="568" y="339"/>
                    <a:pt x="568" y="339"/>
                  </a:cubicBezTo>
                  <a:cubicBezTo>
                    <a:pt x="567" y="339"/>
                    <a:pt x="567" y="339"/>
                    <a:pt x="567" y="339"/>
                  </a:cubicBezTo>
                  <a:cubicBezTo>
                    <a:pt x="566" y="339"/>
                    <a:pt x="566" y="340"/>
                    <a:pt x="565" y="340"/>
                  </a:cubicBezTo>
                  <a:cubicBezTo>
                    <a:pt x="565" y="341"/>
                    <a:pt x="564" y="341"/>
                    <a:pt x="563" y="342"/>
                  </a:cubicBezTo>
                  <a:cubicBezTo>
                    <a:pt x="563" y="342"/>
                    <a:pt x="562" y="343"/>
                    <a:pt x="562" y="343"/>
                  </a:cubicBezTo>
                  <a:cubicBezTo>
                    <a:pt x="562" y="343"/>
                    <a:pt x="562" y="343"/>
                    <a:pt x="562" y="343"/>
                  </a:cubicBezTo>
                  <a:cubicBezTo>
                    <a:pt x="561" y="343"/>
                    <a:pt x="561" y="344"/>
                    <a:pt x="561" y="344"/>
                  </a:cubicBezTo>
                  <a:cubicBezTo>
                    <a:pt x="560" y="345"/>
                    <a:pt x="560" y="346"/>
                    <a:pt x="559" y="346"/>
                  </a:cubicBezTo>
                  <a:cubicBezTo>
                    <a:pt x="558" y="347"/>
                    <a:pt x="558" y="347"/>
                    <a:pt x="557" y="348"/>
                  </a:cubicBezTo>
                  <a:cubicBezTo>
                    <a:pt x="556" y="348"/>
                    <a:pt x="556" y="349"/>
                    <a:pt x="555" y="349"/>
                  </a:cubicBezTo>
                  <a:cubicBezTo>
                    <a:pt x="555" y="350"/>
                    <a:pt x="555" y="350"/>
                    <a:pt x="555" y="351"/>
                  </a:cubicBezTo>
                  <a:cubicBezTo>
                    <a:pt x="555" y="352"/>
                    <a:pt x="554" y="352"/>
                    <a:pt x="555" y="353"/>
                  </a:cubicBezTo>
                  <a:cubicBezTo>
                    <a:pt x="555" y="354"/>
                    <a:pt x="555" y="355"/>
                    <a:pt x="556" y="354"/>
                  </a:cubicBezTo>
                  <a:cubicBezTo>
                    <a:pt x="556" y="354"/>
                    <a:pt x="557" y="354"/>
                    <a:pt x="556" y="355"/>
                  </a:cubicBezTo>
                  <a:cubicBezTo>
                    <a:pt x="557" y="354"/>
                    <a:pt x="558" y="354"/>
                    <a:pt x="558" y="354"/>
                  </a:cubicBezTo>
                  <a:cubicBezTo>
                    <a:pt x="558" y="354"/>
                    <a:pt x="559" y="354"/>
                    <a:pt x="559" y="354"/>
                  </a:cubicBezTo>
                  <a:cubicBezTo>
                    <a:pt x="559" y="354"/>
                    <a:pt x="559" y="354"/>
                    <a:pt x="559" y="354"/>
                  </a:cubicBezTo>
                  <a:cubicBezTo>
                    <a:pt x="560" y="354"/>
                    <a:pt x="560" y="354"/>
                    <a:pt x="560" y="354"/>
                  </a:cubicBezTo>
                  <a:cubicBezTo>
                    <a:pt x="560" y="355"/>
                    <a:pt x="561" y="354"/>
                    <a:pt x="561" y="354"/>
                  </a:cubicBezTo>
                  <a:cubicBezTo>
                    <a:pt x="563" y="353"/>
                    <a:pt x="564" y="354"/>
                    <a:pt x="565" y="353"/>
                  </a:cubicBezTo>
                  <a:cubicBezTo>
                    <a:pt x="566" y="353"/>
                    <a:pt x="566" y="352"/>
                    <a:pt x="567" y="352"/>
                  </a:cubicBezTo>
                  <a:cubicBezTo>
                    <a:pt x="567" y="352"/>
                    <a:pt x="566" y="352"/>
                    <a:pt x="566" y="352"/>
                  </a:cubicBezTo>
                  <a:cubicBezTo>
                    <a:pt x="566" y="351"/>
                    <a:pt x="568" y="351"/>
                    <a:pt x="568" y="351"/>
                  </a:cubicBezTo>
                  <a:cubicBezTo>
                    <a:pt x="568" y="351"/>
                    <a:pt x="570" y="350"/>
                    <a:pt x="570" y="350"/>
                  </a:cubicBezTo>
                  <a:cubicBezTo>
                    <a:pt x="570" y="349"/>
                    <a:pt x="569" y="350"/>
                    <a:pt x="569" y="350"/>
                  </a:cubicBezTo>
                  <a:cubicBezTo>
                    <a:pt x="568" y="350"/>
                    <a:pt x="570" y="349"/>
                    <a:pt x="570" y="349"/>
                  </a:cubicBezTo>
                  <a:cubicBezTo>
                    <a:pt x="570" y="349"/>
                    <a:pt x="570" y="349"/>
                    <a:pt x="569" y="349"/>
                  </a:cubicBezTo>
                  <a:cubicBezTo>
                    <a:pt x="570" y="348"/>
                    <a:pt x="570" y="348"/>
                    <a:pt x="570" y="348"/>
                  </a:cubicBezTo>
                  <a:close/>
                  <a:moveTo>
                    <a:pt x="504" y="363"/>
                  </a:moveTo>
                  <a:cubicBezTo>
                    <a:pt x="504" y="364"/>
                    <a:pt x="503" y="365"/>
                    <a:pt x="503" y="365"/>
                  </a:cubicBezTo>
                  <a:cubicBezTo>
                    <a:pt x="503" y="365"/>
                    <a:pt x="504" y="364"/>
                    <a:pt x="504" y="364"/>
                  </a:cubicBezTo>
                  <a:cubicBezTo>
                    <a:pt x="505" y="364"/>
                    <a:pt x="505" y="363"/>
                    <a:pt x="505" y="363"/>
                  </a:cubicBezTo>
                  <a:cubicBezTo>
                    <a:pt x="504" y="362"/>
                    <a:pt x="504" y="363"/>
                    <a:pt x="504" y="363"/>
                  </a:cubicBezTo>
                  <a:close/>
                  <a:moveTo>
                    <a:pt x="623" y="334"/>
                  </a:moveTo>
                  <a:cubicBezTo>
                    <a:pt x="622" y="334"/>
                    <a:pt x="621" y="335"/>
                    <a:pt x="622" y="335"/>
                  </a:cubicBezTo>
                  <a:cubicBezTo>
                    <a:pt x="623" y="335"/>
                    <a:pt x="624" y="333"/>
                    <a:pt x="625" y="332"/>
                  </a:cubicBezTo>
                  <a:cubicBezTo>
                    <a:pt x="625" y="332"/>
                    <a:pt x="625" y="332"/>
                    <a:pt x="625" y="332"/>
                  </a:cubicBezTo>
                  <a:cubicBezTo>
                    <a:pt x="624" y="332"/>
                    <a:pt x="624" y="332"/>
                    <a:pt x="624" y="333"/>
                  </a:cubicBezTo>
                  <a:cubicBezTo>
                    <a:pt x="624" y="333"/>
                    <a:pt x="624" y="332"/>
                    <a:pt x="624" y="332"/>
                  </a:cubicBezTo>
                  <a:cubicBezTo>
                    <a:pt x="624" y="333"/>
                    <a:pt x="624" y="333"/>
                    <a:pt x="623" y="333"/>
                  </a:cubicBezTo>
                  <a:cubicBezTo>
                    <a:pt x="623" y="333"/>
                    <a:pt x="624" y="333"/>
                    <a:pt x="624" y="333"/>
                  </a:cubicBezTo>
                  <a:cubicBezTo>
                    <a:pt x="623" y="333"/>
                    <a:pt x="623" y="334"/>
                    <a:pt x="623" y="334"/>
                  </a:cubicBezTo>
                  <a:close/>
                  <a:moveTo>
                    <a:pt x="535" y="331"/>
                  </a:moveTo>
                  <a:cubicBezTo>
                    <a:pt x="536" y="331"/>
                    <a:pt x="536" y="330"/>
                    <a:pt x="537" y="329"/>
                  </a:cubicBezTo>
                  <a:cubicBezTo>
                    <a:pt x="537" y="329"/>
                    <a:pt x="537" y="329"/>
                    <a:pt x="537" y="329"/>
                  </a:cubicBezTo>
                  <a:cubicBezTo>
                    <a:pt x="537" y="329"/>
                    <a:pt x="537" y="330"/>
                    <a:pt x="536" y="330"/>
                  </a:cubicBezTo>
                  <a:cubicBezTo>
                    <a:pt x="536" y="329"/>
                    <a:pt x="534" y="330"/>
                    <a:pt x="535" y="330"/>
                  </a:cubicBezTo>
                  <a:cubicBezTo>
                    <a:pt x="535" y="330"/>
                    <a:pt x="535" y="330"/>
                    <a:pt x="535" y="330"/>
                  </a:cubicBezTo>
                  <a:cubicBezTo>
                    <a:pt x="535" y="330"/>
                    <a:pt x="534" y="331"/>
                    <a:pt x="535" y="331"/>
                  </a:cubicBezTo>
                  <a:close/>
                  <a:moveTo>
                    <a:pt x="23" y="265"/>
                  </a:moveTo>
                  <a:cubicBezTo>
                    <a:pt x="23" y="265"/>
                    <a:pt x="22" y="267"/>
                    <a:pt x="23" y="266"/>
                  </a:cubicBezTo>
                  <a:cubicBezTo>
                    <a:pt x="23" y="266"/>
                    <a:pt x="23" y="266"/>
                    <a:pt x="23" y="266"/>
                  </a:cubicBezTo>
                  <a:cubicBezTo>
                    <a:pt x="23" y="265"/>
                    <a:pt x="23" y="265"/>
                    <a:pt x="23" y="265"/>
                  </a:cubicBezTo>
                  <a:cubicBezTo>
                    <a:pt x="23" y="265"/>
                    <a:pt x="24" y="265"/>
                    <a:pt x="24" y="265"/>
                  </a:cubicBezTo>
                  <a:cubicBezTo>
                    <a:pt x="24" y="265"/>
                    <a:pt x="24" y="266"/>
                    <a:pt x="24" y="266"/>
                  </a:cubicBezTo>
                  <a:cubicBezTo>
                    <a:pt x="25" y="266"/>
                    <a:pt x="26" y="265"/>
                    <a:pt x="26" y="265"/>
                  </a:cubicBezTo>
                  <a:cubicBezTo>
                    <a:pt x="26" y="266"/>
                    <a:pt x="24" y="265"/>
                    <a:pt x="24" y="266"/>
                  </a:cubicBezTo>
                  <a:cubicBezTo>
                    <a:pt x="24" y="266"/>
                    <a:pt x="24" y="266"/>
                    <a:pt x="25" y="266"/>
                  </a:cubicBezTo>
                  <a:cubicBezTo>
                    <a:pt x="24" y="267"/>
                    <a:pt x="26" y="266"/>
                    <a:pt x="26" y="266"/>
                  </a:cubicBezTo>
                  <a:cubicBezTo>
                    <a:pt x="27" y="265"/>
                    <a:pt x="27" y="265"/>
                    <a:pt x="27" y="264"/>
                  </a:cubicBezTo>
                  <a:cubicBezTo>
                    <a:pt x="27" y="263"/>
                    <a:pt x="23" y="265"/>
                    <a:pt x="23" y="265"/>
                  </a:cubicBezTo>
                  <a:close/>
                  <a:moveTo>
                    <a:pt x="21" y="269"/>
                  </a:moveTo>
                  <a:cubicBezTo>
                    <a:pt x="20" y="270"/>
                    <a:pt x="22" y="270"/>
                    <a:pt x="22" y="270"/>
                  </a:cubicBezTo>
                  <a:cubicBezTo>
                    <a:pt x="22" y="270"/>
                    <a:pt x="21" y="270"/>
                    <a:pt x="21" y="270"/>
                  </a:cubicBezTo>
                  <a:cubicBezTo>
                    <a:pt x="21" y="270"/>
                    <a:pt x="21" y="271"/>
                    <a:pt x="21" y="271"/>
                  </a:cubicBezTo>
                  <a:cubicBezTo>
                    <a:pt x="21" y="271"/>
                    <a:pt x="22" y="271"/>
                    <a:pt x="22" y="271"/>
                  </a:cubicBezTo>
                  <a:cubicBezTo>
                    <a:pt x="22" y="271"/>
                    <a:pt x="22" y="272"/>
                    <a:pt x="22" y="272"/>
                  </a:cubicBezTo>
                  <a:cubicBezTo>
                    <a:pt x="22" y="272"/>
                    <a:pt x="22" y="274"/>
                    <a:pt x="23" y="274"/>
                  </a:cubicBezTo>
                  <a:cubicBezTo>
                    <a:pt x="23" y="273"/>
                    <a:pt x="23" y="274"/>
                    <a:pt x="24" y="273"/>
                  </a:cubicBezTo>
                  <a:cubicBezTo>
                    <a:pt x="24" y="273"/>
                    <a:pt x="24" y="273"/>
                    <a:pt x="24" y="272"/>
                  </a:cubicBezTo>
                  <a:cubicBezTo>
                    <a:pt x="25" y="271"/>
                    <a:pt x="24" y="270"/>
                    <a:pt x="24" y="270"/>
                  </a:cubicBezTo>
                  <a:cubicBezTo>
                    <a:pt x="23" y="269"/>
                    <a:pt x="22" y="268"/>
                    <a:pt x="21" y="269"/>
                  </a:cubicBezTo>
                  <a:close/>
                  <a:moveTo>
                    <a:pt x="28" y="270"/>
                  </a:moveTo>
                  <a:cubicBezTo>
                    <a:pt x="29" y="269"/>
                    <a:pt x="28" y="269"/>
                    <a:pt x="28" y="268"/>
                  </a:cubicBezTo>
                  <a:cubicBezTo>
                    <a:pt x="28" y="268"/>
                    <a:pt x="27" y="266"/>
                    <a:pt x="27" y="266"/>
                  </a:cubicBezTo>
                  <a:cubicBezTo>
                    <a:pt x="27" y="266"/>
                    <a:pt x="25" y="266"/>
                    <a:pt x="25" y="267"/>
                  </a:cubicBezTo>
                  <a:cubicBezTo>
                    <a:pt x="26" y="267"/>
                    <a:pt x="25" y="267"/>
                    <a:pt x="25" y="267"/>
                  </a:cubicBezTo>
                  <a:cubicBezTo>
                    <a:pt x="25" y="267"/>
                    <a:pt x="25" y="267"/>
                    <a:pt x="25" y="267"/>
                  </a:cubicBezTo>
                  <a:cubicBezTo>
                    <a:pt x="25" y="267"/>
                    <a:pt x="25" y="267"/>
                    <a:pt x="25" y="267"/>
                  </a:cubicBezTo>
                  <a:cubicBezTo>
                    <a:pt x="25" y="267"/>
                    <a:pt x="25" y="267"/>
                    <a:pt x="24" y="267"/>
                  </a:cubicBezTo>
                  <a:cubicBezTo>
                    <a:pt x="24" y="268"/>
                    <a:pt x="23" y="268"/>
                    <a:pt x="23" y="268"/>
                  </a:cubicBezTo>
                  <a:cubicBezTo>
                    <a:pt x="23" y="269"/>
                    <a:pt x="24" y="269"/>
                    <a:pt x="24" y="269"/>
                  </a:cubicBezTo>
                  <a:cubicBezTo>
                    <a:pt x="25" y="269"/>
                    <a:pt x="25" y="268"/>
                    <a:pt x="25" y="268"/>
                  </a:cubicBezTo>
                  <a:cubicBezTo>
                    <a:pt x="25" y="268"/>
                    <a:pt x="25" y="268"/>
                    <a:pt x="25" y="267"/>
                  </a:cubicBezTo>
                  <a:cubicBezTo>
                    <a:pt x="25" y="268"/>
                    <a:pt x="25" y="268"/>
                    <a:pt x="25" y="268"/>
                  </a:cubicBezTo>
                  <a:cubicBezTo>
                    <a:pt x="26" y="268"/>
                    <a:pt x="25" y="268"/>
                    <a:pt x="25" y="268"/>
                  </a:cubicBezTo>
                  <a:cubicBezTo>
                    <a:pt x="25" y="269"/>
                    <a:pt x="27" y="268"/>
                    <a:pt x="27" y="268"/>
                  </a:cubicBezTo>
                  <a:cubicBezTo>
                    <a:pt x="27" y="268"/>
                    <a:pt x="26" y="269"/>
                    <a:pt x="25" y="269"/>
                  </a:cubicBezTo>
                  <a:cubicBezTo>
                    <a:pt x="25" y="269"/>
                    <a:pt x="25" y="269"/>
                    <a:pt x="25" y="269"/>
                  </a:cubicBezTo>
                  <a:cubicBezTo>
                    <a:pt x="26" y="269"/>
                    <a:pt x="26" y="269"/>
                    <a:pt x="26" y="269"/>
                  </a:cubicBezTo>
                  <a:cubicBezTo>
                    <a:pt x="26" y="269"/>
                    <a:pt x="26" y="269"/>
                    <a:pt x="26" y="269"/>
                  </a:cubicBezTo>
                  <a:cubicBezTo>
                    <a:pt x="26" y="269"/>
                    <a:pt x="26" y="269"/>
                    <a:pt x="26" y="269"/>
                  </a:cubicBezTo>
                  <a:cubicBezTo>
                    <a:pt x="26" y="269"/>
                    <a:pt x="25" y="271"/>
                    <a:pt x="26" y="270"/>
                  </a:cubicBezTo>
                  <a:cubicBezTo>
                    <a:pt x="26" y="270"/>
                    <a:pt x="25" y="271"/>
                    <a:pt x="25" y="271"/>
                  </a:cubicBezTo>
                  <a:cubicBezTo>
                    <a:pt x="25" y="272"/>
                    <a:pt x="26" y="272"/>
                    <a:pt x="26" y="272"/>
                  </a:cubicBezTo>
                  <a:cubicBezTo>
                    <a:pt x="26" y="272"/>
                    <a:pt x="26" y="272"/>
                    <a:pt x="26" y="273"/>
                  </a:cubicBezTo>
                  <a:cubicBezTo>
                    <a:pt x="26" y="273"/>
                    <a:pt x="26" y="273"/>
                    <a:pt x="27" y="273"/>
                  </a:cubicBezTo>
                  <a:cubicBezTo>
                    <a:pt x="27" y="272"/>
                    <a:pt x="27" y="272"/>
                    <a:pt x="27" y="272"/>
                  </a:cubicBezTo>
                  <a:cubicBezTo>
                    <a:pt x="27" y="272"/>
                    <a:pt x="28" y="272"/>
                    <a:pt x="28" y="272"/>
                  </a:cubicBezTo>
                  <a:cubicBezTo>
                    <a:pt x="28" y="271"/>
                    <a:pt x="28" y="271"/>
                    <a:pt x="29" y="271"/>
                  </a:cubicBezTo>
                  <a:cubicBezTo>
                    <a:pt x="29" y="270"/>
                    <a:pt x="28" y="270"/>
                    <a:pt x="28" y="270"/>
                  </a:cubicBezTo>
                  <a:cubicBezTo>
                    <a:pt x="28" y="270"/>
                    <a:pt x="28" y="270"/>
                    <a:pt x="28" y="270"/>
                  </a:cubicBezTo>
                  <a:close/>
                  <a:moveTo>
                    <a:pt x="14" y="264"/>
                  </a:moveTo>
                  <a:cubicBezTo>
                    <a:pt x="13" y="264"/>
                    <a:pt x="13" y="265"/>
                    <a:pt x="12" y="264"/>
                  </a:cubicBezTo>
                  <a:cubicBezTo>
                    <a:pt x="12" y="264"/>
                    <a:pt x="12" y="264"/>
                    <a:pt x="12" y="264"/>
                  </a:cubicBezTo>
                  <a:cubicBezTo>
                    <a:pt x="12" y="264"/>
                    <a:pt x="11" y="265"/>
                    <a:pt x="11" y="265"/>
                  </a:cubicBezTo>
                  <a:cubicBezTo>
                    <a:pt x="11" y="266"/>
                    <a:pt x="10" y="266"/>
                    <a:pt x="10" y="267"/>
                  </a:cubicBezTo>
                  <a:cubicBezTo>
                    <a:pt x="9" y="267"/>
                    <a:pt x="9" y="268"/>
                    <a:pt x="8" y="268"/>
                  </a:cubicBezTo>
                  <a:cubicBezTo>
                    <a:pt x="8" y="268"/>
                    <a:pt x="6" y="268"/>
                    <a:pt x="7" y="269"/>
                  </a:cubicBezTo>
                  <a:cubicBezTo>
                    <a:pt x="7" y="269"/>
                    <a:pt x="6" y="269"/>
                    <a:pt x="6" y="269"/>
                  </a:cubicBezTo>
                  <a:cubicBezTo>
                    <a:pt x="6" y="269"/>
                    <a:pt x="5" y="269"/>
                    <a:pt x="5" y="269"/>
                  </a:cubicBezTo>
                  <a:cubicBezTo>
                    <a:pt x="5" y="269"/>
                    <a:pt x="6" y="269"/>
                    <a:pt x="7" y="268"/>
                  </a:cubicBezTo>
                  <a:cubicBezTo>
                    <a:pt x="6" y="268"/>
                    <a:pt x="5" y="268"/>
                    <a:pt x="4" y="269"/>
                  </a:cubicBezTo>
                  <a:cubicBezTo>
                    <a:pt x="5" y="269"/>
                    <a:pt x="5" y="268"/>
                    <a:pt x="5" y="268"/>
                  </a:cubicBezTo>
                  <a:cubicBezTo>
                    <a:pt x="5" y="268"/>
                    <a:pt x="5" y="268"/>
                    <a:pt x="4" y="268"/>
                  </a:cubicBezTo>
                  <a:cubicBezTo>
                    <a:pt x="5" y="268"/>
                    <a:pt x="6" y="268"/>
                    <a:pt x="7" y="268"/>
                  </a:cubicBezTo>
                  <a:cubicBezTo>
                    <a:pt x="7" y="268"/>
                    <a:pt x="8" y="267"/>
                    <a:pt x="9" y="267"/>
                  </a:cubicBezTo>
                  <a:cubicBezTo>
                    <a:pt x="9" y="267"/>
                    <a:pt x="10" y="267"/>
                    <a:pt x="11" y="266"/>
                  </a:cubicBezTo>
                  <a:cubicBezTo>
                    <a:pt x="11" y="266"/>
                    <a:pt x="12" y="265"/>
                    <a:pt x="12" y="265"/>
                  </a:cubicBezTo>
                  <a:cubicBezTo>
                    <a:pt x="11" y="264"/>
                    <a:pt x="12" y="264"/>
                    <a:pt x="11" y="264"/>
                  </a:cubicBezTo>
                  <a:cubicBezTo>
                    <a:pt x="11" y="263"/>
                    <a:pt x="10" y="264"/>
                    <a:pt x="10" y="264"/>
                  </a:cubicBezTo>
                  <a:cubicBezTo>
                    <a:pt x="9" y="264"/>
                    <a:pt x="8" y="265"/>
                    <a:pt x="7" y="265"/>
                  </a:cubicBezTo>
                  <a:cubicBezTo>
                    <a:pt x="7" y="265"/>
                    <a:pt x="9" y="265"/>
                    <a:pt x="9" y="264"/>
                  </a:cubicBezTo>
                  <a:cubicBezTo>
                    <a:pt x="9" y="263"/>
                    <a:pt x="8" y="263"/>
                    <a:pt x="8" y="263"/>
                  </a:cubicBezTo>
                  <a:cubicBezTo>
                    <a:pt x="7" y="263"/>
                    <a:pt x="6" y="263"/>
                    <a:pt x="6" y="263"/>
                  </a:cubicBezTo>
                  <a:cubicBezTo>
                    <a:pt x="6" y="263"/>
                    <a:pt x="5" y="263"/>
                    <a:pt x="5" y="264"/>
                  </a:cubicBezTo>
                  <a:cubicBezTo>
                    <a:pt x="5" y="264"/>
                    <a:pt x="5" y="264"/>
                    <a:pt x="5" y="264"/>
                  </a:cubicBezTo>
                  <a:cubicBezTo>
                    <a:pt x="4" y="265"/>
                    <a:pt x="4" y="265"/>
                    <a:pt x="3" y="266"/>
                  </a:cubicBezTo>
                  <a:cubicBezTo>
                    <a:pt x="3" y="266"/>
                    <a:pt x="2" y="266"/>
                    <a:pt x="2" y="266"/>
                  </a:cubicBezTo>
                  <a:cubicBezTo>
                    <a:pt x="2" y="266"/>
                    <a:pt x="2" y="267"/>
                    <a:pt x="2" y="267"/>
                  </a:cubicBezTo>
                  <a:cubicBezTo>
                    <a:pt x="1" y="267"/>
                    <a:pt x="2" y="267"/>
                    <a:pt x="3" y="267"/>
                  </a:cubicBezTo>
                  <a:cubicBezTo>
                    <a:pt x="2" y="268"/>
                    <a:pt x="3" y="268"/>
                    <a:pt x="2" y="268"/>
                  </a:cubicBezTo>
                  <a:cubicBezTo>
                    <a:pt x="1" y="268"/>
                    <a:pt x="2" y="269"/>
                    <a:pt x="2" y="269"/>
                  </a:cubicBezTo>
                  <a:cubicBezTo>
                    <a:pt x="2" y="269"/>
                    <a:pt x="1" y="269"/>
                    <a:pt x="1" y="269"/>
                  </a:cubicBezTo>
                  <a:cubicBezTo>
                    <a:pt x="1" y="269"/>
                    <a:pt x="1" y="269"/>
                    <a:pt x="1" y="269"/>
                  </a:cubicBezTo>
                  <a:cubicBezTo>
                    <a:pt x="1" y="269"/>
                    <a:pt x="1" y="270"/>
                    <a:pt x="1" y="270"/>
                  </a:cubicBezTo>
                  <a:cubicBezTo>
                    <a:pt x="1" y="270"/>
                    <a:pt x="1" y="270"/>
                    <a:pt x="2" y="270"/>
                  </a:cubicBezTo>
                  <a:cubicBezTo>
                    <a:pt x="1" y="270"/>
                    <a:pt x="1" y="270"/>
                    <a:pt x="1" y="270"/>
                  </a:cubicBezTo>
                  <a:cubicBezTo>
                    <a:pt x="1" y="270"/>
                    <a:pt x="2" y="270"/>
                    <a:pt x="2" y="270"/>
                  </a:cubicBezTo>
                  <a:cubicBezTo>
                    <a:pt x="2" y="270"/>
                    <a:pt x="2" y="270"/>
                    <a:pt x="2" y="270"/>
                  </a:cubicBezTo>
                  <a:cubicBezTo>
                    <a:pt x="2" y="271"/>
                    <a:pt x="2" y="270"/>
                    <a:pt x="3" y="270"/>
                  </a:cubicBezTo>
                  <a:cubicBezTo>
                    <a:pt x="3" y="270"/>
                    <a:pt x="2" y="271"/>
                    <a:pt x="2" y="271"/>
                  </a:cubicBezTo>
                  <a:cubicBezTo>
                    <a:pt x="3" y="271"/>
                    <a:pt x="3" y="271"/>
                    <a:pt x="3" y="271"/>
                  </a:cubicBezTo>
                  <a:cubicBezTo>
                    <a:pt x="3" y="271"/>
                    <a:pt x="4" y="272"/>
                    <a:pt x="3" y="272"/>
                  </a:cubicBezTo>
                  <a:cubicBezTo>
                    <a:pt x="3" y="271"/>
                    <a:pt x="1" y="271"/>
                    <a:pt x="0" y="272"/>
                  </a:cubicBezTo>
                  <a:cubicBezTo>
                    <a:pt x="1" y="272"/>
                    <a:pt x="2" y="271"/>
                    <a:pt x="2" y="272"/>
                  </a:cubicBezTo>
                  <a:cubicBezTo>
                    <a:pt x="2" y="272"/>
                    <a:pt x="0" y="272"/>
                    <a:pt x="0" y="272"/>
                  </a:cubicBezTo>
                  <a:cubicBezTo>
                    <a:pt x="0" y="272"/>
                    <a:pt x="1" y="273"/>
                    <a:pt x="1" y="273"/>
                  </a:cubicBezTo>
                  <a:cubicBezTo>
                    <a:pt x="1" y="273"/>
                    <a:pt x="1" y="273"/>
                    <a:pt x="1" y="273"/>
                  </a:cubicBezTo>
                  <a:cubicBezTo>
                    <a:pt x="1" y="273"/>
                    <a:pt x="1" y="273"/>
                    <a:pt x="1" y="273"/>
                  </a:cubicBezTo>
                  <a:cubicBezTo>
                    <a:pt x="1" y="274"/>
                    <a:pt x="1" y="273"/>
                    <a:pt x="1" y="273"/>
                  </a:cubicBezTo>
                  <a:cubicBezTo>
                    <a:pt x="1" y="273"/>
                    <a:pt x="1" y="274"/>
                    <a:pt x="1" y="274"/>
                  </a:cubicBezTo>
                  <a:cubicBezTo>
                    <a:pt x="2" y="274"/>
                    <a:pt x="2" y="274"/>
                    <a:pt x="2" y="273"/>
                  </a:cubicBezTo>
                  <a:cubicBezTo>
                    <a:pt x="3" y="273"/>
                    <a:pt x="3" y="273"/>
                    <a:pt x="3" y="274"/>
                  </a:cubicBezTo>
                  <a:cubicBezTo>
                    <a:pt x="3" y="274"/>
                    <a:pt x="4" y="273"/>
                    <a:pt x="4" y="273"/>
                  </a:cubicBezTo>
                  <a:cubicBezTo>
                    <a:pt x="4" y="273"/>
                    <a:pt x="3" y="273"/>
                    <a:pt x="3" y="273"/>
                  </a:cubicBezTo>
                  <a:cubicBezTo>
                    <a:pt x="3" y="273"/>
                    <a:pt x="6" y="273"/>
                    <a:pt x="6" y="272"/>
                  </a:cubicBezTo>
                  <a:cubicBezTo>
                    <a:pt x="8" y="272"/>
                    <a:pt x="8" y="270"/>
                    <a:pt x="10" y="269"/>
                  </a:cubicBezTo>
                  <a:cubicBezTo>
                    <a:pt x="12" y="267"/>
                    <a:pt x="15" y="265"/>
                    <a:pt x="17" y="263"/>
                  </a:cubicBezTo>
                  <a:cubicBezTo>
                    <a:pt x="16" y="264"/>
                    <a:pt x="15" y="264"/>
                    <a:pt x="14" y="264"/>
                  </a:cubicBezTo>
                  <a:close/>
                  <a:moveTo>
                    <a:pt x="24" y="279"/>
                  </a:moveTo>
                  <a:cubicBezTo>
                    <a:pt x="23" y="280"/>
                    <a:pt x="23" y="280"/>
                    <a:pt x="24" y="280"/>
                  </a:cubicBezTo>
                  <a:cubicBezTo>
                    <a:pt x="24" y="280"/>
                    <a:pt x="24" y="281"/>
                    <a:pt x="24" y="281"/>
                  </a:cubicBezTo>
                  <a:cubicBezTo>
                    <a:pt x="24" y="281"/>
                    <a:pt x="25" y="280"/>
                    <a:pt x="25" y="279"/>
                  </a:cubicBezTo>
                  <a:cubicBezTo>
                    <a:pt x="25" y="279"/>
                    <a:pt x="25" y="278"/>
                    <a:pt x="25" y="277"/>
                  </a:cubicBezTo>
                  <a:cubicBezTo>
                    <a:pt x="24" y="277"/>
                    <a:pt x="24" y="277"/>
                    <a:pt x="24" y="278"/>
                  </a:cubicBezTo>
                  <a:cubicBezTo>
                    <a:pt x="24" y="278"/>
                    <a:pt x="24" y="278"/>
                    <a:pt x="24" y="278"/>
                  </a:cubicBezTo>
                  <a:cubicBezTo>
                    <a:pt x="24" y="278"/>
                    <a:pt x="24" y="278"/>
                    <a:pt x="24" y="279"/>
                  </a:cubicBezTo>
                  <a:cubicBezTo>
                    <a:pt x="24" y="279"/>
                    <a:pt x="23" y="279"/>
                    <a:pt x="24" y="279"/>
                  </a:cubicBezTo>
                  <a:close/>
                  <a:moveTo>
                    <a:pt x="29" y="274"/>
                  </a:moveTo>
                  <a:cubicBezTo>
                    <a:pt x="28" y="274"/>
                    <a:pt x="27" y="274"/>
                    <a:pt x="27" y="275"/>
                  </a:cubicBezTo>
                  <a:cubicBezTo>
                    <a:pt x="27" y="275"/>
                    <a:pt x="26" y="276"/>
                    <a:pt x="27" y="276"/>
                  </a:cubicBezTo>
                  <a:cubicBezTo>
                    <a:pt x="26" y="276"/>
                    <a:pt x="28" y="275"/>
                    <a:pt x="28" y="275"/>
                  </a:cubicBezTo>
                  <a:cubicBezTo>
                    <a:pt x="29" y="275"/>
                    <a:pt x="30" y="275"/>
                    <a:pt x="29" y="274"/>
                  </a:cubicBezTo>
                  <a:cubicBezTo>
                    <a:pt x="29" y="274"/>
                    <a:pt x="30" y="274"/>
                    <a:pt x="30" y="274"/>
                  </a:cubicBezTo>
                  <a:cubicBezTo>
                    <a:pt x="30" y="275"/>
                    <a:pt x="29" y="275"/>
                    <a:pt x="29" y="275"/>
                  </a:cubicBezTo>
                  <a:cubicBezTo>
                    <a:pt x="28" y="275"/>
                    <a:pt x="28" y="276"/>
                    <a:pt x="27" y="276"/>
                  </a:cubicBezTo>
                  <a:cubicBezTo>
                    <a:pt x="27" y="276"/>
                    <a:pt x="27" y="277"/>
                    <a:pt x="27" y="277"/>
                  </a:cubicBezTo>
                  <a:cubicBezTo>
                    <a:pt x="27" y="277"/>
                    <a:pt x="26" y="276"/>
                    <a:pt x="26" y="277"/>
                  </a:cubicBezTo>
                  <a:cubicBezTo>
                    <a:pt x="26" y="277"/>
                    <a:pt x="25" y="278"/>
                    <a:pt x="26" y="278"/>
                  </a:cubicBezTo>
                  <a:cubicBezTo>
                    <a:pt x="25" y="278"/>
                    <a:pt x="26" y="278"/>
                    <a:pt x="26" y="279"/>
                  </a:cubicBezTo>
                  <a:cubicBezTo>
                    <a:pt x="26" y="279"/>
                    <a:pt x="27" y="279"/>
                    <a:pt x="27" y="278"/>
                  </a:cubicBezTo>
                  <a:cubicBezTo>
                    <a:pt x="27" y="279"/>
                    <a:pt x="28" y="278"/>
                    <a:pt x="28" y="278"/>
                  </a:cubicBezTo>
                  <a:cubicBezTo>
                    <a:pt x="29" y="277"/>
                    <a:pt x="29" y="276"/>
                    <a:pt x="30" y="276"/>
                  </a:cubicBezTo>
                  <a:cubicBezTo>
                    <a:pt x="30" y="277"/>
                    <a:pt x="31" y="276"/>
                    <a:pt x="31" y="276"/>
                  </a:cubicBezTo>
                  <a:cubicBezTo>
                    <a:pt x="31" y="276"/>
                    <a:pt x="30" y="277"/>
                    <a:pt x="29" y="277"/>
                  </a:cubicBezTo>
                  <a:cubicBezTo>
                    <a:pt x="28" y="278"/>
                    <a:pt x="28" y="278"/>
                    <a:pt x="27" y="279"/>
                  </a:cubicBezTo>
                  <a:cubicBezTo>
                    <a:pt x="27" y="279"/>
                    <a:pt x="28" y="279"/>
                    <a:pt x="28" y="279"/>
                  </a:cubicBezTo>
                  <a:cubicBezTo>
                    <a:pt x="29" y="279"/>
                    <a:pt x="29" y="279"/>
                    <a:pt x="29" y="278"/>
                  </a:cubicBezTo>
                  <a:cubicBezTo>
                    <a:pt x="30" y="278"/>
                    <a:pt x="30" y="278"/>
                    <a:pt x="30" y="277"/>
                  </a:cubicBezTo>
                  <a:cubicBezTo>
                    <a:pt x="31" y="276"/>
                    <a:pt x="32" y="276"/>
                    <a:pt x="32" y="275"/>
                  </a:cubicBezTo>
                  <a:cubicBezTo>
                    <a:pt x="33" y="274"/>
                    <a:pt x="33" y="274"/>
                    <a:pt x="32" y="273"/>
                  </a:cubicBezTo>
                  <a:cubicBezTo>
                    <a:pt x="32" y="272"/>
                    <a:pt x="32" y="272"/>
                    <a:pt x="31" y="272"/>
                  </a:cubicBezTo>
                  <a:cubicBezTo>
                    <a:pt x="30" y="272"/>
                    <a:pt x="30" y="273"/>
                    <a:pt x="29" y="274"/>
                  </a:cubicBezTo>
                  <a:close/>
                  <a:moveTo>
                    <a:pt x="3" y="282"/>
                  </a:moveTo>
                  <a:cubicBezTo>
                    <a:pt x="3" y="282"/>
                    <a:pt x="3" y="282"/>
                    <a:pt x="3" y="282"/>
                  </a:cubicBezTo>
                  <a:cubicBezTo>
                    <a:pt x="3" y="282"/>
                    <a:pt x="5" y="282"/>
                    <a:pt x="3" y="282"/>
                  </a:cubicBezTo>
                  <a:cubicBezTo>
                    <a:pt x="4" y="282"/>
                    <a:pt x="4" y="281"/>
                    <a:pt x="5" y="281"/>
                  </a:cubicBezTo>
                  <a:cubicBezTo>
                    <a:pt x="4" y="281"/>
                    <a:pt x="3" y="281"/>
                    <a:pt x="3" y="282"/>
                  </a:cubicBezTo>
                  <a:close/>
                  <a:moveTo>
                    <a:pt x="7" y="273"/>
                  </a:moveTo>
                  <a:cubicBezTo>
                    <a:pt x="6" y="273"/>
                    <a:pt x="5" y="274"/>
                    <a:pt x="3" y="274"/>
                  </a:cubicBezTo>
                  <a:cubicBezTo>
                    <a:pt x="2" y="274"/>
                    <a:pt x="1" y="274"/>
                    <a:pt x="0" y="274"/>
                  </a:cubicBezTo>
                  <a:cubicBezTo>
                    <a:pt x="0" y="274"/>
                    <a:pt x="0" y="274"/>
                    <a:pt x="0" y="274"/>
                  </a:cubicBezTo>
                  <a:cubicBezTo>
                    <a:pt x="0" y="274"/>
                    <a:pt x="0" y="275"/>
                    <a:pt x="0" y="275"/>
                  </a:cubicBezTo>
                  <a:cubicBezTo>
                    <a:pt x="0" y="275"/>
                    <a:pt x="1" y="275"/>
                    <a:pt x="1" y="275"/>
                  </a:cubicBezTo>
                  <a:cubicBezTo>
                    <a:pt x="2" y="275"/>
                    <a:pt x="2" y="275"/>
                    <a:pt x="3" y="275"/>
                  </a:cubicBezTo>
                  <a:cubicBezTo>
                    <a:pt x="2" y="275"/>
                    <a:pt x="2" y="276"/>
                    <a:pt x="2" y="276"/>
                  </a:cubicBezTo>
                  <a:cubicBezTo>
                    <a:pt x="2" y="276"/>
                    <a:pt x="2" y="276"/>
                    <a:pt x="1" y="276"/>
                  </a:cubicBezTo>
                  <a:cubicBezTo>
                    <a:pt x="2" y="276"/>
                    <a:pt x="1" y="276"/>
                    <a:pt x="1" y="276"/>
                  </a:cubicBezTo>
                  <a:cubicBezTo>
                    <a:pt x="1" y="276"/>
                    <a:pt x="1" y="276"/>
                    <a:pt x="1" y="276"/>
                  </a:cubicBezTo>
                  <a:cubicBezTo>
                    <a:pt x="0" y="276"/>
                    <a:pt x="0" y="277"/>
                    <a:pt x="0" y="277"/>
                  </a:cubicBezTo>
                  <a:cubicBezTo>
                    <a:pt x="0" y="277"/>
                    <a:pt x="0" y="278"/>
                    <a:pt x="1" y="278"/>
                  </a:cubicBezTo>
                  <a:cubicBezTo>
                    <a:pt x="1" y="277"/>
                    <a:pt x="1" y="277"/>
                    <a:pt x="2" y="277"/>
                  </a:cubicBezTo>
                  <a:cubicBezTo>
                    <a:pt x="2" y="277"/>
                    <a:pt x="2" y="278"/>
                    <a:pt x="2" y="278"/>
                  </a:cubicBezTo>
                  <a:cubicBezTo>
                    <a:pt x="2" y="278"/>
                    <a:pt x="2" y="278"/>
                    <a:pt x="1" y="278"/>
                  </a:cubicBezTo>
                  <a:cubicBezTo>
                    <a:pt x="1" y="278"/>
                    <a:pt x="1" y="278"/>
                    <a:pt x="1" y="278"/>
                  </a:cubicBezTo>
                  <a:cubicBezTo>
                    <a:pt x="1" y="277"/>
                    <a:pt x="0" y="279"/>
                    <a:pt x="1" y="279"/>
                  </a:cubicBezTo>
                  <a:cubicBezTo>
                    <a:pt x="0" y="280"/>
                    <a:pt x="1" y="280"/>
                    <a:pt x="2" y="281"/>
                  </a:cubicBezTo>
                  <a:cubicBezTo>
                    <a:pt x="2" y="281"/>
                    <a:pt x="1" y="281"/>
                    <a:pt x="2" y="281"/>
                  </a:cubicBezTo>
                  <a:cubicBezTo>
                    <a:pt x="2" y="281"/>
                    <a:pt x="2" y="281"/>
                    <a:pt x="2" y="281"/>
                  </a:cubicBezTo>
                  <a:cubicBezTo>
                    <a:pt x="2" y="281"/>
                    <a:pt x="1" y="282"/>
                    <a:pt x="1" y="282"/>
                  </a:cubicBezTo>
                  <a:cubicBezTo>
                    <a:pt x="1" y="282"/>
                    <a:pt x="1" y="282"/>
                    <a:pt x="1" y="282"/>
                  </a:cubicBezTo>
                  <a:cubicBezTo>
                    <a:pt x="2" y="282"/>
                    <a:pt x="1" y="284"/>
                    <a:pt x="2" y="283"/>
                  </a:cubicBezTo>
                  <a:cubicBezTo>
                    <a:pt x="2" y="284"/>
                    <a:pt x="2" y="284"/>
                    <a:pt x="2" y="284"/>
                  </a:cubicBezTo>
                  <a:cubicBezTo>
                    <a:pt x="2" y="284"/>
                    <a:pt x="2" y="284"/>
                    <a:pt x="3" y="283"/>
                  </a:cubicBezTo>
                  <a:cubicBezTo>
                    <a:pt x="3" y="283"/>
                    <a:pt x="2" y="285"/>
                    <a:pt x="3" y="284"/>
                  </a:cubicBezTo>
                  <a:cubicBezTo>
                    <a:pt x="3" y="284"/>
                    <a:pt x="3" y="284"/>
                    <a:pt x="4" y="284"/>
                  </a:cubicBezTo>
                  <a:cubicBezTo>
                    <a:pt x="3" y="284"/>
                    <a:pt x="3" y="284"/>
                    <a:pt x="3" y="284"/>
                  </a:cubicBezTo>
                  <a:cubicBezTo>
                    <a:pt x="4" y="284"/>
                    <a:pt x="5" y="284"/>
                    <a:pt x="5" y="283"/>
                  </a:cubicBezTo>
                  <a:cubicBezTo>
                    <a:pt x="4" y="283"/>
                    <a:pt x="4" y="283"/>
                    <a:pt x="4" y="283"/>
                  </a:cubicBezTo>
                  <a:cubicBezTo>
                    <a:pt x="4" y="283"/>
                    <a:pt x="4" y="283"/>
                    <a:pt x="3" y="283"/>
                  </a:cubicBezTo>
                  <a:cubicBezTo>
                    <a:pt x="4" y="283"/>
                    <a:pt x="4" y="283"/>
                    <a:pt x="4" y="283"/>
                  </a:cubicBezTo>
                  <a:cubicBezTo>
                    <a:pt x="5" y="282"/>
                    <a:pt x="4" y="282"/>
                    <a:pt x="4" y="283"/>
                  </a:cubicBezTo>
                  <a:cubicBezTo>
                    <a:pt x="4" y="283"/>
                    <a:pt x="3" y="283"/>
                    <a:pt x="3" y="283"/>
                  </a:cubicBezTo>
                  <a:cubicBezTo>
                    <a:pt x="3" y="283"/>
                    <a:pt x="3" y="283"/>
                    <a:pt x="3" y="283"/>
                  </a:cubicBezTo>
                  <a:cubicBezTo>
                    <a:pt x="3" y="283"/>
                    <a:pt x="3" y="283"/>
                    <a:pt x="3" y="283"/>
                  </a:cubicBezTo>
                  <a:cubicBezTo>
                    <a:pt x="3" y="282"/>
                    <a:pt x="3" y="281"/>
                    <a:pt x="3" y="282"/>
                  </a:cubicBezTo>
                  <a:cubicBezTo>
                    <a:pt x="3" y="281"/>
                    <a:pt x="3" y="281"/>
                    <a:pt x="3" y="281"/>
                  </a:cubicBezTo>
                  <a:cubicBezTo>
                    <a:pt x="3" y="281"/>
                    <a:pt x="3" y="280"/>
                    <a:pt x="3" y="280"/>
                  </a:cubicBezTo>
                  <a:cubicBezTo>
                    <a:pt x="3" y="280"/>
                    <a:pt x="3" y="281"/>
                    <a:pt x="3" y="280"/>
                  </a:cubicBezTo>
                  <a:cubicBezTo>
                    <a:pt x="3" y="280"/>
                    <a:pt x="2" y="280"/>
                    <a:pt x="2" y="280"/>
                  </a:cubicBezTo>
                  <a:cubicBezTo>
                    <a:pt x="3" y="280"/>
                    <a:pt x="2" y="279"/>
                    <a:pt x="3" y="279"/>
                  </a:cubicBezTo>
                  <a:cubicBezTo>
                    <a:pt x="3" y="279"/>
                    <a:pt x="3" y="278"/>
                    <a:pt x="2" y="278"/>
                  </a:cubicBezTo>
                  <a:cubicBezTo>
                    <a:pt x="2" y="278"/>
                    <a:pt x="3" y="278"/>
                    <a:pt x="3" y="278"/>
                  </a:cubicBezTo>
                  <a:cubicBezTo>
                    <a:pt x="3" y="278"/>
                    <a:pt x="4" y="278"/>
                    <a:pt x="5" y="277"/>
                  </a:cubicBezTo>
                  <a:cubicBezTo>
                    <a:pt x="4" y="277"/>
                    <a:pt x="3" y="278"/>
                    <a:pt x="3" y="277"/>
                  </a:cubicBezTo>
                  <a:cubicBezTo>
                    <a:pt x="3" y="277"/>
                    <a:pt x="4" y="277"/>
                    <a:pt x="3" y="276"/>
                  </a:cubicBezTo>
                  <a:cubicBezTo>
                    <a:pt x="3" y="276"/>
                    <a:pt x="3" y="276"/>
                    <a:pt x="3" y="276"/>
                  </a:cubicBezTo>
                  <a:cubicBezTo>
                    <a:pt x="3" y="276"/>
                    <a:pt x="3" y="276"/>
                    <a:pt x="4" y="276"/>
                  </a:cubicBezTo>
                  <a:cubicBezTo>
                    <a:pt x="3" y="276"/>
                    <a:pt x="5" y="274"/>
                    <a:pt x="4" y="275"/>
                  </a:cubicBezTo>
                  <a:cubicBezTo>
                    <a:pt x="5" y="274"/>
                    <a:pt x="6" y="274"/>
                    <a:pt x="6" y="275"/>
                  </a:cubicBezTo>
                  <a:cubicBezTo>
                    <a:pt x="7" y="275"/>
                    <a:pt x="7" y="275"/>
                    <a:pt x="7" y="274"/>
                  </a:cubicBezTo>
                  <a:cubicBezTo>
                    <a:pt x="7" y="274"/>
                    <a:pt x="7" y="274"/>
                    <a:pt x="7" y="274"/>
                  </a:cubicBezTo>
                  <a:cubicBezTo>
                    <a:pt x="7" y="274"/>
                    <a:pt x="8" y="273"/>
                    <a:pt x="7" y="273"/>
                  </a:cubicBezTo>
                  <a:close/>
                  <a:moveTo>
                    <a:pt x="29" y="286"/>
                  </a:moveTo>
                  <a:cubicBezTo>
                    <a:pt x="29" y="286"/>
                    <a:pt x="30" y="286"/>
                    <a:pt x="30" y="286"/>
                  </a:cubicBezTo>
                  <a:cubicBezTo>
                    <a:pt x="31" y="285"/>
                    <a:pt x="31" y="284"/>
                    <a:pt x="32" y="284"/>
                  </a:cubicBezTo>
                  <a:cubicBezTo>
                    <a:pt x="33" y="284"/>
                    <a:pt x="34" y="284"/>
                    <a:pt x="34" y="283"/>
                  </a:cubicBezTo>
                  <a:cubicBezTo>
                    <a:pt x="35" y="283"/>
                    <a:pt x="35" y="283"/>
                    <a:pt x="36" y="283"/>
                  </a:cubicBezTo>
                  <a:cubicBezTo>
                    <a:pt x="36" y="283"/>
                    <a:pt x="37" y="283"/>
                    <a:pt x="37" y="282"/>
                  </a:cubicBezTo>
                  <a:cubicBezTo>
                    <a:pt x="37" y="282"/>
                    <a:pt x="38" y="281"/>
                    <a:pt x="38" y="281"/>
                  </a:cubicBezTo>
                  <a:cubicBezTo>
                    <a:pt x="38" y="281"/>
                    <a:pt x="36" y="282"/>
                    <a:pt x="35" y="282"/>
                  </a:cubicBezTo>
                  <a:cubicBezTo>
                    <a:pt x="34" y="282"/>
                    <a:pt x="34" y="283"/>
                    <a:pt x="33" y="283"/>
                  </a:cubicBezTo>
                  <a:cubicBezTo>
                    <a:pt x="31" y="283"/>
                    <a:pt x="30" y="284"/>
                    <a:pt x="29" y="286"/>
                  </a:cubicBezTo>
                  <a:cubicBezTo>
                    <a:pt x="28" y="286"/>
                    <a:pt x="28" y="286"/>
                    <a:pt x="29" y="286"/>
                  </a:cubicBezTo>
                  <a:close/>
                  <a:moveTo>
                    <a:pt x="37" y="309"/>
                  </a:moveTo>
                  <a:cubicBezTo>
                    <a:pt x="37" y="310"/>
                    <a:pt x="37" y="310"/>
                    <a:pt x="37" y="310"/>
                  </a:cubicBezTo>
                  <a:cubicBezTo>
                    <a:pt x="38" y="310"/>
                    <a:pt x="38" y="310"/>
                    <a:pt x="38" y="311"/>
                  </a:cubicBezTo>
                  <a:cubicBezTo>
                    <a:pt x="38" y="311"/>
                    <a:pt x="38" y="311"/>
                    <a:pt x="39" y="312"/>
                  </a:cubicBezTo>
                  <a:cubicBezTo>
                    <a:pt x="39" y="312"/>
                    <a:pt x="39" y="312"/>
                    <a:pt x="39" y="312"/>
                  </a:cubicBezTo>
                  <a:cubicBezTo>
                    <a:pt x="40" y="312"/>
                    <a:pt x="39" y="311"/>
                    <a:pt x="39" y="311"/>
                  </a:cubicBezTo>
                  <a:cubicBezTo>
                    <a:pt x="39" y="311"/>
                    <a:pt x="39" y="310"/>
                    <a:pt x="39" y="310"/>
                  </a:cubicBezTo>
                  <a:cubicBezTo>
                    <a:pt x="39" y="310"/>
                    <a:pt x="38" y="310"/>
                    <a:pt x="38" y="310"/>
                  </a:cubicBezTo>
                  <a:cubicBezTo>
                    <a:pt x="38" y="309"/>
                    <a:pt x="37" y="309"/>
                    <a:pt x="37" y="309"/>
                  </a:cubicBezTo>
                  <a:close/>
                  <a:moveTo>
                    <a:pt x="26" y="286"/>
                  </a:moveTo>
                  <a:cubicBezTo>
                    <a:pt x="26" y="286"/>
                    <a:pt x="24" y="288"/>
                    <a:pt x="25" y="287"/>
                  </a:cubicBezTo>
                  <a:cubicBezTo>
                    <a:pt x="25" y="287"/>
                    <a:pt x="24" y="288"/>
                    <a:pt x="24" y="288"/>
                  </a:cubicBezTo>
                  <a:cubicBezTo>
                    <a:pt x="24" y="289"/>
                    <a:pt x="26" y="288"/>
                    <a:pt x="26" y="288"/>
                  </a:cubicBezTo>
                  <a:cubicBezTo>
                    <a:pt x="27" y="287"/>
                    <a:pt x="28" y="286"/>
                    <a:pt x="28" y="285"/>
                  </a:cubicBezTo>
                  <a:cubicBezTo>
                    <a:pt x="28" y="285"/>
                    <a:pt x="26" y="285"/>
                    <a:pt x="26" y="286"/>
                  </a:cubicBezTo>
                  <a:close/>
                  <a:moveTo>
                    <a:pt x="39" y="321"/>
                  </a:moveTo>
                  <a:cubicBezTo>
                    <a:pt x="39" y="321"/>
                    <a:pt x="38" y="321"/>
                    <a:pt x="38" y="322"/>
                  </a:cubicBezTo>
                  <a:cubicBezTo>
                    <a:pt x="38" y="322"/>
                    <a:pt x="37" y="322"/>
                    <a:pt x="37" y="323"/>
                  </a:cubicBezTo>
                  <a:cubicBezTo>
                    <a:pt x="37" y="322"/>
                    <a:pt x="38" y="322"/>
                    <a:pt x="38" y="321"/>
                  </a:cubicBezTo>
                  <a:cubicBezTo>
                    <a:pt x="38" y="321"/>
                    <a:pt x="38" y="320"/>
                    <a:pt x="38" y="320"/>
                  </a:cubicBezTo>
                  <a:cubicBezTo>
                    <a:pt x="38" y="320"/>
                    <a:pt x="39" y="320"/>
                    <a:pt x="39" y="320"/>
                  </a:cubicBezTo>
                  <a:cubicBezTo>
                    <a:pt x="39" y="319"/>
                    <a:pt x="38" y="318"/>
                    <a:pt x="38" y="317"/>
                  </a:cubicBezTo>
                  <a:cubicBezTo>
                    <a:pt x="38" y="317"/>
                    <a:pt x="38" y="318"/>
                    <a:pt x="39" y="318"/>
                  </a:cubicBezTo>
                  <a:cubicBezTo>
                    <a:pt x="39" y="318"/>
                    <a:pt x="39" y="316"/>
                    <a:pt x="39" y="316"/>
                  </a:cubicBezTo>
                  <a:cubicBezTo>
                    <a:pt x="38" y="316"/>
                    <a:pt x="39" y="315"/>
                    <a:pt x="39" y="315"/>
                  </a:cubicBezTo>
                  <a:cubicBezTo>
                    <a:pt x="39" y="315"/>
                    <a:pt x="37" y="315"/>
                    <a:pt x="37" y="315"/>
                  </a:cubicBezTo>
                  <a:cubicBezTo>
                    <a:pt x="37" y="315"/>
                    <a:pt x="38" y="315"/>
                    <a:pt x="38" y="314"/>
                  </a:cubicBezTo>
                  <a:cubicBezTo>
                    <a:pt x="37" y="314"/>
                    <a:pt x="36" y="314"/>
                    <a:pt x="36" y="314"/>
                  </a:cubicBezTo>
                  <a:cubicBezTo>
                    <a:pt x="36" y="314"/>
                    <a:pt x="35" y="314"/>
                    <a:pt x="35" y="313"/>
                  </a:cubicBezTo>
                  <a:cubicBezTo>
                    <a:pt x="34" y="313"/>
                    <a:pt x="34" y="313"/>
                    <a:pt x="34" y="313"/>
                  </a:cubicBezTo>
                  <a:cubicBezTo>
                    <a:pt x="34" y="313"/>
                    <a:pt x="34" y="313"/>
                    <a:pt x="34" y="313"/>
                  </a:cubicBezTo>
                  <a:cubicBezTo>
                    <a:pt x="33" y="312"/>
                    <a:pt x="34" y="310"/>
                    <a:pt x="34" y="310"/>
                  </a:cubicBezTo>
                  <a:cubicBezTo>
                    <a:pt x="34" y="310"/>
                    <a:pt x="35" y="310"/>
                    <a:pt x="35" y="309"/>
                  </a:cubicBezTo>
                  <a:cubicBezTo>
                    <a:pt x="34" y="309"/>
                    <a:pt x="34" y="308"/>
                    <a:pt x="34" y="308"/>
                  </a:cubicBezTo>
                  <a:cubicBezTo>
                    <a:pt x="34" y="307"/>
                    <a:pt x="34" y="307"/>
                    <a:pt x="34" y="306"/>
                  </a:cubicBezTo>
                  <a:cubicBezTo>
                    <a:pt x="34" y="306"/>
                    <a:pt x="34" y="306"/>
                    <a:pt x="34" y="305"/>
                  </a:cubicBezTo>
                  <a:cubicBezTo>
                    <a:pt x="34" y="305"/>
                    <a:pt x="34" y="305"/>
                    <a:pt x="35" y="305"/>
                  </a:cubicBezTo>
                  <a:cubicBezTo>
                    <a:pt x="35" y="303"/>
                    <a:pt x="35" y="303"/>
                    <a:pt x="33" y="303"/>
                  </a:cubicBezTo>
                  <a:cubicBezTo>
                    <a:pt x="33" y="303"/>
                    <a:pt x="33" y="303"/>
                    <a:pt x="32" y="303"/>
                  </a:cubicBezTo>
                  <a:cubicBezTo>
                    <a:pt x="32" y="303"/>
                    <a:pt x="31" y="303"/>
                    <a:pt x="31" y="303"/>
                  </a:cubicBezTo>
                  <a:cubicBezTo>
                    <a:pt x="31" y="302"/>
                    <a:pt x="28" y="302"/>
                    <a:pt x="28" y="302"/>
                  </a:cubicBezTo>
                  <a:cubicBezTo>
                    <a:pt x="27" y="302"/>
                    <a:pt x="27" y="302"/>
                    <a:pt x="26" y="302"/>
                  </a:cubicBezTo>
                  <a:cubicBezTo>
                    <a:pt x="26" y="301"/>
                    <a:pt x="25" y="301"/>
                    <a:pt x="25" y="301"/>
                  </a:cubicBezTo>
                  <a:cubicBezTo>
                    <a:pt x="25" y="301"/>
                    <a:pt x="24" y="301"/>
                    <a:pt x="24" y="301"/>
                  </a:cubicBezTo>
                  <a:cubicBezTo>
                    <a:pt x="24" y="301"/>
                    <a:pt x="23" y="301"/>
                    <a:pt x="23" y="301"/>
                  </a:cubicBezTo>
                  <a:cubicBezTo>
                    <a:pt x="23" y="300"/>
                    <a:pt x="21" y="300"/>
                    <a:pt x="22" y="299"/>
                  </a:cubicBezTo>
                  <a:cubicBezTo>
                    <a:pt x="22" y="299"/>
                    <a:pt x="21" y="299"/>
                    <a:pt x="21" y="299"/>
                  </a:cubicBezTo>
                  <a:cubicBezTo>
                    <a:pt x="21" y="299"/>
                    <a:pt x="21" y="299"/>
                    <a:pt x="21" y="299"/>
                  </a:cubicBezTo>
                  <a:cubicBezTo>
                    <a:pt x="21" y="298"/>
                    <a:pt x="20" y="298"/>
                    <a:pt x="20" y="298"/>
                  </a:cubicBezTo>
                  <a:cubicBezTo>
                    <a:pt x="19" y="298"/>
                    <a:pt x="18" y="298"/>
                    <a:pt x="17" y="298"/>
                  </a:cubicBezTo>
                  <a:cubicBezTo>
                    <a:pt x="16" y="298"/>
                    <a:pt x="15" y="298"/>
                    <a:pt x="14" y="299"/>
                  </a:cubicBezTo>
                  <a:cubicBezTo>
                    <a:pt x="13" y="299"/>
                    <a:pt x="13" y="300"/>
                    <a:pt x="14" y="300"/>
                  </a:cubicBezTo>
                  <a:cubicBezTo>
                    <a:pt x="14" y="300"/>
                    <a:pt x="13" y="300"/>
                    <a:pt x="13" y="301"/>
                  </a:cubicBezTo>
                  <a:cubicBezTo>
                    <a:pt x="14" y="301"/>
                    <a:pt x="13" y="301"/>
                    <a:pt x="14" y="302"/>
                  </a:cubicBezTo>
                  <a:cubicBezTo>
                    <a:pt x="14" y="302"/>
                    <a:pt x="15" y="302"/>
                    <a:pt x="16" y="302"/>
                  </a:cubicBezTo>
                  <a:cubicBezTo>
                    <a:pt x="17" y="302"/>
                    <a:pt x="19" y="301"/>
                    <a:pt x="19" y="301"/>
                  </a:cubicBezTo>
                  <a:cubicBezTo>
                    <a:pt x="19" y="300"/>
                    <a:pt x="17" y="301"/>
                    <a:pt x="17" y="300"/>
                  </a:cubicBezTo>
                  <a:cubicBezTo>
                    <a:pt x="17" y="300"/>
                    <a:pt x="19" y="301"/>
                    <a:pt x="19" y="301"/>
                  </a:cubicBezTo>
                  <a:cubicBezTo>
                    <a:pt x="19" y="301"/>
                    <a:pt x="19" y="301"/>
                    <a:pt x="19" y="301"/>
                  </a:cubicBezTo>
                  <a:cubicBezTo>
                    <a:pt x="20" y="301"/>
                    <a:pt x="20" y="301"/>
                    <a:pt x="21" y="301"/>
                  </a:cubicBezTo>
                  <a:cubicBezTo>
                    <a:pt x="20" y="301"/>
                    <a:pt x="19" y="301"/>
                    <a:pt x="19" y="301"/>
                  </a:cubicBezTo>
                  <a:cubicBezTo>
                    <a:pt x="19" y="302"/>
                    <a:pt x="19" y="303"/>
                    <a:pt x="18" y="303"/>
                  </a:cubicBezTo>
                  <a:cubicBezTo>
                    <a:pt x="18" y="303"/>
                    <a:pt x="18" y="302"/>
                    <a:pt x="18" y="302"/>
                  </a:cubicBezTo>
                  <a:cubicBezTo>
                    <a:pt x="18" y="302"/>
                    <a:pt x="18" y="302"/>
                    <a:pt x="18" y="302"/>
                  </a:cubicBezTo>
                  <a:cubicBezTo>
                    <a:pt x="17" y="302"/>
                    <a:pt x="17" y="302"/>
                    <a:pt x="16" y="302"/>
                  </a:cubicBezTo>
                  <a:cubicBezTo>
                    <a:pt x="16" y="302"/>
                    <a:pt x="16" y="302"/>
                    <a:pt x="15" y="302"/>
                  </a:cubicBezTo>
                  <a:cubicBezTo>
                    <a:pt x="15" y="302"/>
                    <a:pt x="14" y="303"/>
                    <a:pt x="14" y="303"/>
                  </a:cubicBezTo>
                  <a:cubicBezTo>
                    <a:pt x="14" y="303"/>
                    <a:pt x="14" y="304"/>
                    <a:pt x="14" y="303"/>
                  </a:cubicBezTo>
                  <a:cubicBezTo>
                    <a:pt x="15" y="303"/>
                    <a:pt x="15" y="303"/>
                    <a:pt x="15" y="304"/>
                  </a:cubicBezTo>
                  <a:cubicBezTo>
                    <a:pt x="15" y="304"/>
                    <a:pt x="14" y="304"/>
                    <a:pt x="14" y="304"/>
                  </a:cubicBezTo>
                  <a:cubicBezTo>
                    <a:pt x="14" y="304"/>
                    <a:pt x="15" y="304"/>
                    <a:pt x="15" y="304"/>
                  </a:cubicBezTo>
                  <a:cubicBezTo>
                    <a:pt x="15" y="305"/>
                    <a:pt x="12" y="305"/>
                    <a:pt x="13" y="306"/>
                  </a:cubicBezTo>
                  <a:cubicBezTo>
                    <a:pt x="14" y="306"/>
                    <a:pt x="15" y="305"/>
                    <a:pt x="15" y="305"/>
                  </a:cubicBezTo>
                  <a:cubicBezTo>
                    <a:pt x="15" y="305"/>
                    <a:pt x="15" y="305"/>
                    <a:pt x="15" y="306"/>
                  </a:cubicBezTo>
                  <a:cubicBezTo>
                    <a:pt x="15" y="306"/>
                    <a:pt x="17" y="305"/>
                    <a:pt x="17" y="305"/>
                  </a:cubicBezTo>
                  <a:cubicBezTo>
                    <a:pt x="17" y="305"/>
                    <a:pt x="16" y="306"/>
                    <a:pt x="17" y="306"/>
                  </a:cubicBezTo>
                  <a:cubicBezTo>
                    <a:pt x="15" y="306"/>
                    <a:pt x="17" y="307"/>
                    <a:pt x="18" y="306"/>
                  </a:cubicBezTo>
                  <a:cubicBezTo>
                    <a:pt x="18" y="306"/>
                    <a:pt x="18" y="305"/>
                    <a:pt x="18" y="306"/>
                  </a:cubicBezTo>
                  <a:cubicBezTo>
                    <a:pt x="18" y="306"/>
                    <a:pt x="19" y="305"/>
                    <a:pt x="20" y="305"/>
                  </a:cubicBezTo>
                  <a:cubicBezTo>
                    <a:pt x="20" y="306"/>
                    <a:pt x="18" y="306"/>
                    <a:pt x="18" y="307"/>
                  </a:cubicBezTo>
                  <a:cubicBezTo>
                    <a:pt x="18" y="307"/>
                    <a:pt x="17" y="307"/>
                    <a:pt x="17" y="308"/>
                  </a:cubicBezTo>
                  <a:cubicBezTo>
                    <a:pt x="17" y="309"/>
                    <a:pt x="18" y="308"/>
                    <a:pt x="18" y="308"/>
                  </a:cubicBezTo>
                  <a:cubicBezTo>
                    <a:pt x="19" y="308"/>
                    <a:pt x="19" y="308"/>
                    <a:pt x="20" y="307"/>
                  </a:cubicBezTo>
                  <a:cubicBezTo>
                    <a:pt x="20" y="307"/>
                    <a:pt x="19" y="308"/>
                    <a:pt x="19" y="308"/>
                  </a:cubicBezTo>
                  <a:cubicBezTo>
                    <a:pt x="19" y="308"/>
                    <a:pt x="18" y="309"/>
                    <a:pt x="18" y="309"/>
                  </a:cubicBezTo>
                  <a:cubicBezTo>
                    <a:pt x="18" y="309"/>
                    <a:pt x="18" y="309"/>
                    <a:pt x="19" y="309"/>
                  </a:cubicBezTo>
                  <a:cubicBezTo>
                    <a:pt x="18" y="310"/>
                    <a:pt x="17" y="309"/>
                    <a:pt x="17" y="310"/>
                  </a:cubicBezTo>
                  <a:cubicBezTo>
                    <a:pt x="18" y="311"/>
                    <a:pt x="18" y="311"/>
                    <a:pt x="19" y="311"/>
                  </a:cubicBezTo>
                  <a:cubicBezTo>
                    <a:pt x="20" y="311"/>
                    <a:pt x="20" y="310"/>
                    <a:pt x="20" y="309"/>
                  </a:cubicBezTo>
                  <a:cubicBezTo>
                    <a:pt x="20" y="309"/>
                    <a:pt x="21" y="308"/>
                    <a:pt x="21" y="308"/>
                  </a:cubicBezTo>
                  <a:cubicBezTo>
                    <a:pt x="20" y="308"/>
                    <a:pt x="20" y="308"/>
                    <a:pt x="20" y="308"/>
                  </a:cubicBezTo>
                  <a:cubicBezTo>
                    <a:pt x="20" y="308"/>
                    <a:pt x="20" y="308"/>
                    <a:pt x="19" y="308"/>
                  </a:cubicBezTo>
                  <a:cubicBezTo>
                    <a:pt x="20" y="308"/>
                    <a:pt x="20" y="308"/>
                    <a:pt x="20" y="308"/>
                  </a:cubicBezTo>
                  <a:cubicBezTo>
                    <a:pt x="20" y="308"/>
                    <a:pt x="20" y="307"/>
                    <a:pt x="20" y="307"/>
                  </a:cubicBezTo>
                  <a:cubicBezTo>
                    <a:pt x="21" y="307"/>
                    <a:pt x="20" y="309"/>
                    <a:pt x="21" y="308"/>
                  </a:cubicBezTo>
                  <a:cubicBezTo>
                    <a:pt x="21" y="309"/>
                    <a:pt x="20" y="309"/>
                    <a:pt x="20" y="310"/>
                  </a:cubicBezTo>
                  <a:cubicBezTo>
                    <a:pt x="21" y="311"/>
                    <a:pt x="22" y="309"/>
                    <a:pt x="22" y="309"/>
                  </a:cubicBezTo>
                  <a:cubicBezTo>
                    <a:pt x="22" y="309"/>
                    <a:pt x="21" y="310"/>
                    <a:pt x="21" y="310"/>
                  </a:cubicBezTo>
                  <a:cubicBezTo>
                    <a:pt x="21" y="311"/>
                    <a:pt x="24" y="310"/>
                    <a:pt x="24" y="310"/>
                  </a:cubicBezTo>
                  <a:cubicBezTo>
                    <a:pt x="24" y="311"/>
                    <a:pt x="21" y="311"/>
                    <a:pt x="21" y="311"/>
                  </a:cubicBezTo>
                  <a:cubicBezTo>
                    <a:pt x="20" y="311"/>
                    <a:pt x="20" y="311"/>
                    <a:pt x="19" y="312"/>
                  </a:cubicBezTo>
                  <a:cubicBezTo>
                    <a:pt x="19" y="312"/>
                    <a:pt x="18" y="314"/>
                    <a:pt x="18" y="314"/>
                  </a:cubicBezTo>
                  <a:cubicBezTo>
                    <a:pt x="19" y="313"/>
                    <a:pt x="19" y="313"/>
                    <a:pt x="20" y="313"/>
                  </a:cubicBezTo>
                  <a:cubicBezTo>
                    <a:pt x="20" y="313"/>
                    <a:pt x="20" y="314"/>
                    <a:pt x="20" y="314"/>
                  </a:cubicBezTo>
                  <a:cubicBezTo>
                    <a:pt x="20" y="314"/>
                    <a:pt x="21" y="313"/>
                    <a:pt x="21" y="313"/>
                  </a:cubicBezTo>
                  <a:cubicBezTo>
                    <a:pt x="22" y="313"/>
                    <a:pt x="22" y="313"/>
                    <a:pt x="23" y="313"/>
                  </a:cubicBezTo>
                  <a:cubicBezTo>
                    <a:pt x="23" y="313"/>
                    <a:pt x="21" y="314"/>
                    <a:pt x="22" y="314"/>
                  </a:cubicBezTo>
                  <a:cubicBezTo>
                    <a:pt x="23" y="314"/>
                    <a:pt x="23" y="313"/>
                    <a:pt x="24" y="313"/>
                  </a:cubicBezTo>
                  <a:cubicBezTo>
                    <a:pt x="24" y="314"/>
                    <a:pt x="22" y="314"/>
                    <a:pt x="22" y="315"/>
                  </a:cubicBezTo>
                  <a:cubicBezTo>
                    <a:pt x="22" y="315"/>
                    <a:pt x="23" y="314"/>
                    <a:pt x="23" y="315"/>
                  </a:cubicBezTo>
                  <a:cubicBezTo>
                    <a:pt x="23" y="315"/>
                    <a:pt x="24" y="314"/>
                    <a:pt x="24" y="314"/>
                  </a:cubicBezTo>
                  <a:cubicBezTo>
                    <a:pt x="24" y="314"/>
                    <a:pt x="23" y="315"/>
                    <a:pt x="23" y="315"/>
                  </a:cubicBezTo>
                  <a:cubicBezTo>
                    <a:pt x="24" y="315"/>
                    <a:pt x="24" y="315"/>
                    <a:pt x="24" y="315"/>
                  </a:cubicBezTo>
                  <a:cubicBezTo>
                    <a:pt x="24" y="315"/>
                    <a:pt x="23" y="315"/>
                    <a:pt x="23" y="316"/>
                  </a:cubicBezTo>
                  <a:cubicBezTo>
                    <a:pt x="24" y="316"/>
                    <a:pt x="24" y="315"/>
                    <a:pt x="25" y="315"/>
                  </a:cubicBezTo>
                  <a:cubicBezTo>
                    <a:pt x="24" y="316"/>
                    <a:pt x="23" y="316"/>
                    <a:pt x="22" y="316"/>
                  </a:cubicBezTo>
                  <a:cubicBezTo>
                    <a:pt x="22" y="316"/>
                    <a:pt x="21" y="317"/>
                    <a:pt x="22" y="317"/>
                  </a:cubicBezTo>
                  <a:cubicBezTo>
                    <a:pt x="22" y="317"/>
                    <a:pt x="22" y="317"/>
                    <a:pt x="22" y="317"/>
                  </a:cubicBezTo>
                  <a:cubicBezTo>
                    <a:pt x="23" y="318"/>
                    <a:pt x="23" y="319"/>
                    <a:pt x="24" y="318"/>
                  </a:cubicBezTo>
                  <a:cubicBezTo>
                    <a:pt x="25" y="318"/>
                    <a:pt x="25" y="317"/>
                    <a:pt x="26" y="317"/>
                  </a:cubicBezTo>
                  <a:cubicBezTo>
                    <a:pt x="26" y="317"/>
                    <a:pt x="25" y="318"/>
                    <a:pt x="25" y="318"/>
                  </a:cubicBezTo>
                  <a:cubicBezTo>
                    <a:pt x="26" y="318"/>
                    <a:pt x="26" y="318"/>
                    <a:pt x="26" y="318"/>
                  </a:cubicBezTo>
                  <a:cubicBezTo>
                    <a:pt x="27" y="318"/>
                    <a:pt x="27" y="318"/>
                    <a:pt x="27" y="318"/>
                  </a:cubicBezTo>
                  <a:cubicBezTo>
                    <a:pt x="28" y="318"/>
                    <a:pt x="28" y="318"/>
                    <a:pt x="29" y="318"/>
                  </a:cubicBezTo>
                  <a:cubicBezTo>
                    <a:pt x="30" y="317"/>
                    <a:pt x="30" y="316"/>
                    <a:pt x="32" y="315"/>
                  </a:cubicBezTo>
                  <a:cubicBezTo>
                    <a:pt x="31" y="316"/>
                    <a:pt x="30" y="317"/>
                    <a:pt x="29" y="318"/>
                  </a:cubicBezTo>
                  <a:cubicBezTo>
                    <a:pt x="28" y="318"/>
                    <a:pt x="28" y="319"/>
                    <a:pt x="27" y="319"/>
                  </a:cubicBezTo>
                  <a:cubicBezTo>
                    <a:pt x="26" y="319"/>
                    <a:pt x="26" y="319"/>
                    <a:pt x="25" y="319"/>
                  </a:cubicBezTo>
                  <a:cubicBezTo>
                    <a:pt x="24" y="320"/>
                    <a:pt x="26" y="321"/>
                    <a:pt x="27" y="321"/>
                  </a:cubicBezTo>
                  <a:cubicBezTo>
                    <a:pt x="27" y="321"/>
                    <a:pt x="27" y="322"/>
                    <a:pt x="27" y="322"/>
                  </a:cubicBezTo>
                  <a:cubicBezTo>
                    <a:pt x="28" y="322"/>
                    <a:pt x="28" y="322"/>
                    <a:pt x="28" y="322"/>
                  </a:cubicBezTo>
                  <a:cubicBezTo>
                    <a:pt x="29" y="322"/>
                    <a:pt x="29" y="322"/>
                    <a:pt x="30" y="322"/>
                  </a:cubicBezTo>
                  <a:cubicBezTo>
                    <a:pt x="29" y="323"/>
                    <a:pt x="29" y="323"/>
                    <a:pt x="30" y="323"/>
                  </a:cubicBezTo>
                  <a:cubicBezTo>
                    <a:pt x="31" y="323"/>
                    <a:pt x="31" y="324"/>
                    <a:pt x="32" y="324"/>
                  </a:cubicBezTo>
                  <a:cubicBezTo>
                    <a:pt x="32" y="324"/>
                    <a:pt x="32" y="324"/>
                    <a:pt x="33" y="324"/>
                  </a:cubicBezTo>
                  <a:cubicBezTo>
                    <a:pt x="33" y="324"/>
                    <a:pt x="34" y="324"/>
                    <a:pt x="34" y="324"/>
                  </a:cubicBezTo>
                  <a:cubicBezTo>
                    <a:pt x="34" y="325"/>
                    <a:pt x="34" y="325"/>
                    <a:pt x="35" y="325"/>
                  </a:cubicBezTo>
                  <a:cubicBezTo>
                    <a:pt x="35" y="325"/>
                    <a:pt x="35" y="325"/>
                    <a:pt x="35" y="325"/>
                  </a:cubicBezTo>
                  <a:cubicBezTo>
                    <a:pt x="36" y="325"/>
                    <a:pt x="36" y="323"/>
                    <a:pt x="37" y="324"/>
                  </a:cubicBezTo>
                  <a:cubicBezTo>
                    <a:pt x="38" y="324"/>
                    <a:pt x="38" y="324"/>
                    <a:pt x="38" y="324"/>
                  </a:cubicBezTo>
                  <a:cubicBezTo>
                    <a:pt x="39" y="323"/>
                    <a:pt x="39" y="323"/>
                    <a:pt x="39" y="323"/>
                  </a:cubicBezTo>
                  <a:cubicBezTo>
                    <a:pt x="39" y="322"/>
                    <a:pt x="40" y="321"/>
                    <a:pt x="39" y="321"/>
                  </a:cubicBezTo>
                  <a:close/>
                  <a:moveTo>
                    <a:pt x="35" y="304"/>
                  </a:moveTo>
                  <a:cubicBezTo>
                    <a:pt x="36" y="304"/>
                    <a:pt x="36" y="303"/>
                    <a:pt x="37" y="304"/>
                  </a:cubicBezTo>
                  <a:cubicBezTo>
                    <a:pt x="37" y="305"/>
                    <a:pt x="36" y="305"/>
                    <a:pt x="36" y="306"/>
                  </a:cubicBezTo>
                  <a:cubicBezTo>
                    <a:pt x="37" y="305"/>
                    <a:pt x="38" y="303"/>
                    <a:pt x="37" y="302"/>
                  </a:cubicBezTo>
                  <a:cubicBezTo>
                    <a:pt x="37" y="302"/>
                    <a:pt x="35" y="304"/>
                    <a:pt x="35" y="304"/>
                  </a:cubicBezTo>
                  <a:close/>
                  <a:moveTo>
                    <a:pt x="38" y="304"/>
                  </a:moveTo>
                  <a:cubicBezTo>
                    <a:pt x="38" y="305"/>
                    <a:pt x="38" y="305"/>
                    <a:pt x="38" y="305"/>
                  </a:cubicBezTo>
                  <a:cubicBezTo>
                    <a:pt x="37" y="305"/>
                    <a:pt x="37" y="305"/>
                    <a:pt x="37" y="305"/>
                  </a:cubicBezTo>
                  <a:cubicBezTo>
                    <a:pt x="37" y="306"/>
                    <a:pt x="36" y="306"/>
                    <a:pt x="37" y="306"/>
                  </a:cubicBezTo>
                  <a:cubicBezTo>
                    <a:pt x="36" y="306"/>
                    <a:pt x="36" y="307"/>
                    <a:pt x="36" y="307"/>
                  </a:cubicBezTo>
                  <a:cubicBezTo>
                    <a:pt x="36" y="307"/>
                    <a:pt x="38" y="306"/>
                    <a:pt x="38" y="306"/>
                  </a:cubicBezTo>
                  <a:cubicBezTo>
                    <a:pt x="38" y="306"/>
                    <a:pt x="38" y="304"/>
                    <a:pt x="38" y="304"/>
                  </a:cubicBezTo>
                  <a:close/>
                  <a:moveTo>
                    <a:pt x="40" y="316"/>
                  </a:moveTo>
                  <a:cubicBezTo>
                    <a:pt x="40" y="316"/>
                    <a:pt x="40" y="317"/>
                    <a:pt x="40" y="318"/>
                  </a:cubicBezTo>
                  <a:cubicBezTo>
                    <a:pt x="40" y="317"/>
                    <a:pt x="40" y="316"/>
                    <a:pt x="40" y="316"/>
                  </a:cubicBezTo>
                  <a:close/>
                  <a:moveTo>
                    <a:pt x="40" y="319"/>
                  </a:moveTo>
                  <a:cubicBezTo>
                    <a:pt x="40" y="319"/>
                    <a:pt x="40" y="318"/>
                    <a:pt x="40" y="318"/>
                  </a:cubicBezTo>
                  <a:cubicBezTo>
                    <a:pt x="40" y="318"/>
                    <a:pt x="40" y="318"/>
                    <a:pt x="40" y="318"/>
                  </a:cubicBezTo>
                  <a:cubicBezTo>
                    <a:pt x="39" y="318"/>
                    <a:pt x="40" y="319"/>
                    <a:pt x="39" y="319"/>
                  </a:cubicBezTo>
                  <a:cubicBezTo>
                    <a:pt x="39" y="319"/>
                    <a:pt x="39" y="319"/>
                    <a:pt x="39" y="319"/>
                  </a:cubicBezTo>
                  <a:cubicBezTo>
                    <a:pt x="39" y="319"/>
                    <a:pt x="39" y="320"/>
                    <a:pt x="39" y="320"/>
                  </a:cubicBezTo>
                  <a:cubicBezTo>
                    <a:pt x="39" y="320"/>
                    <a:pt x="39" y="320"/>
                    <a:pt x="39" y="320"/>
                  </a:cubicBezTo>
                  <a:cubicBezTo>
                    <a:pt x="39" y="321"/>
                    <a:pt x="39" y="321"/>
                    <a:pt x="39" y="321"/>
                  </a:cubicBezTo>
                  <a:cubicBezTo>
                    <a:pt x="39" y="321"/>
                    <a:pt x="40" y="320"/>
                    <a:pt x="40" y="320"/>
                  </a:cubicBezTo>
                  <a:cubicBezTo>
                    <a:pt x="40" y="320"/>
                    <a:pt x="40" y="319"/>
                    <a:pt x="40" y="319"/>
                  </a:cubicBezTo>
                  <a:cubicBezTo>
                    <a:pt x="40" y="319"/>
                    <a:pt x="40" y="319"/>
                    <a:pt x="40" y="319"/>
                  </a:cubicBezTo>
                  <a:close/>
                  <a:moveTo>
                    <a:pt x="23" y="291"/>
                  </a:moveTo>
                  <a:cubicBezTo>
                    <a:pt x="23" y="293"/>
                    <a:pt x="24" y="291"/>
                    <a:pt x="24" y="291"/>
                  </a:cubicBezTo>
                  <a:cubicBezTo>
                    <a:pt x="25" y="290"/>
                    <a:pt x="25" y="290"/>
                    <a:pt x="25" y="290"/>
                  </a:cubicBezTo>
                  <a:cubicBezTo>
                    <a:pt x="25" y="289"/>
                    <a:pt x="25" y="289"/>
                    <a:pt x="25" y="289"/>
                  </a:cubicBezTo>
                  <a:cubicBezTo>
                    <a:pt x="25" y="289"/>
                    <a:pt x="23" y="290"/>
                    <a:pt x="23" y="290"/>
                  </a:cubicBezTo>
                  <a:cubicBezTo>
                    <a:pt x="23" y="290"/>
                    <a:pt x="22" y="292"/>
                    <a:pt x="23" y="291"/>
                  </a:cubicBezTo>
                  <a:close/>
                  <a:moveTo>
                    <a:pt x="40" y="318"/>
                  </a:moveTo>
                  <a:cubicBezTo>
                    <a:pt x="40" y="318"/>
                    <a:pt x="41" y="319"/>
                    <a:pt x="41" y="319"/>
                  </a:cubicBezTo>
                  <a:cubicBezTo>
                    <a:pt x="42" y="319"/>
                    <a:pt x="40" y="318"/>
                    <a:pt x="40" y="318"/>
                  </a:cubicBezTo>
                  <a:close/>
                  <a:moveTo>
                    <a:pt x="34" y="256"/>
                  </a:moveTo>
                  <a:cubicBezTo>
                    <a:pt x="35" y="256"/>
                    <a:pt x="36" y="255"/>
                    <a:pt x="37" y="255"/>
                  </a:cubicBezTo>
                  <a:cubicBezTo>
                    <a:pt x="37" y="255"/>
                    <a:pt x="37" y="255"/>
                    <a:pt x="37" y="254"/>
                  </a:cubicBezTo>
                  <a:cubicBezTo>
                    <a:pt x="37" y="254"/>
                    <a:pt x="36" y="255"/>
                    <a:pt x="35" y="255"/>
                  </a:cubicBezTo>
                  <a:cubicBezTo>
                    <a:pt x="35" y="255"/>
                    <a:pt x="34" y="256"/>
                    <a:pt x="33" y="256"/>
                  </a:cubicBezTo>
                  <a:cubicBezTo>
                    <a:pt x="33" y="256"/>
                    <a:pt x="33" y="257"/>
                    <a:pt x="34" y="257"/>
                  </a:cubicBezTo>
                  <a:cubicBezTo>
                    <a:pt x="34" y="256"/>
                    <a:pt x="34" y="256"/>
                    <a:pt x="34" y="256"/>
                  </a:cubicBezTo>
                  <a:close/>
                  <a:moveTo>
                    <a:pt x="35" y="306"/>
                  </a:moveTo>
                  <a:cubicBezTo>
                    <a:pt x="35" y="306"/>
                    <a:pt x="35" y="307"/>
                    <a:pt x="35" y="307"/>
                  </a:cubicBezTo>
                  <a:cubicBezTo>
                    <a:pt x="35" y="307"/>
                    <a:pt x="35" y="307"/>
                    <a:pt x="35" y="307"/>
                  </a:cubicBezTo>
                  <a:cubicBezTo>
                    <a:pt x="35" y="306"/>
                    <a:pt x="35" y="306"/>
                    <a:pt x="35" y="306"/>
                  </a:cubicBezTo>
                  <a:cubicBezTo>
                    <a:pt x="35" y="306"/>
                    <a:pt x="36" y="305"/>
                    <a:pt x="36" y="305"/>
                  </a:cubicBezTo>
                  <a:cubicBezTo>
                    <a:pt x="36" y="305"/>
                    <a:pt x="37" y="304"/>
                    <a:pt x="36" y="304"/>
                  </a:cubicBezTo>
                  <a:cubicBezTo>
                    <a:pt x="36" y="304"/>
                    <a:pt x="35" y="304"/>
                    <a:pt x="35" y="305"/>
                  </a:cubicBezTo>
                  <a:cubicBezTo>
                    <a:pt x="34" y="305"/>
                    <a:pt x="35" y="305"/>
                    <a:pt x="35" y="306"/>
                  </a:cubicBezTo>
                  <a:close/>
                  <a:moveTo>
                    <a:pt x="29" y="281"/>
                  </a:moveTo>
                  <a:cubicBezTo>
                    <a:pt x="30" y="280"/>
                    <a:pt x="31" y="279"/>
                    <a:pt x="32" y="277"/>
                  </a:cubicBezTo>
                  <a:cubicBezTo>
                    <a:pt x="31" y="277"/>
                    <a:pt x="29" y="279"/>
                    <a:pt x="29" y="280"/>
                  </a:cubicBezTo>
                  <a:cubicBezTo>
                    <a:pt x="29" y="280"/>
                    <a:pt x="29" y="281"/>
                    <a:pt x="28" y="281"/>
                  </a:cubicBezTo>
                  <a:cubicBezTo>
                    <a:pt x="28" y="281"/>
                    <a:pt x="27" y="282"/>
                    <a:pt x="27" y="282"/>
                  </a:cubicBezTo>
                  <a:cubicBezTo>
                    <a:pt x="28" y="282"/>
                    <a:pt x="29" y="281"/>
                    <a:pt x="29" y="281"/>
                  </a:cubicBezTo>
                  <a:close/>
                  <a:moveTo>
                    <a:pt x="33" y="270"/>
                  </a:moveTo>
                  <a:cubicBezTo>
                    <a:pt x="33" y="269"/>
                    <a:pt x="34" y="269"/>
                    <a:pt x="34" y="269"/>
                  </a:cubicBezTo>
                  <a:cubicBezTo>
                    <a:pt x="34" y="269"/>
                    <a:pt x="34" y="269"/>
                    <a:pt x="35" y="269"/>
                  </a:cubicBezTo>
                  <a:cubicBezTo>
                    <a:pt x="35" y="269"/>
                    <a:pt x="35" y="269"/>
                    <a:pt x="35" y="269"/>
                  </a:cubicBezTo>
                  <a:cubicBezTo>
                    <a:pt x="35" y="268"/>
                    <a:pt x="36" y="268"/>
                    <a:pt x="36" y="268"/>
                  </a:cubicBezTo>
                  <a:cubicBezTo>
                    <a:pt x="36" y="268"/>
                    <a:pt x="36" y="268"/>
                    <a:pt x="35" y="268"/>
                  </a:cubicBezTo>
                  <a:cubicBezTo>
                    <a:pt x="35" y="268"/>
                    <a:pt x="35" y="268"/>
                    <a:pt x="34" y="268"/>
                  </a:cubicBezTo>
                  <a:cubicBezTo>
                    <a:pt x="34" y="268"/>
                    <a:pt x="33" y="268"/>
                    <a:pt x="33" y="268"/>
                  </a:cubicBezTo>
                  <a:cubicBezTo>
                    <a:pt x="32" y="269"/>
                    <a:pt x="32" y="269"/>
                    <a:pt x="32" y="270"/>
                  </a:cubicBezTo>
                  <a:cubicBezTo>
                    <a:pt x="31" y="270"/>
                    <a:pt x="31" y="271"/>
                    <a:pt x="30" y="271"/>
                  </a:cubicBezTo>
                  <a:cubicBezTo>
                    <a:pt x="31" y="271"/>
                    <a:pt x="31" y="271"/>
                    <a:pt x="32" y="271"/>
                  </a:cubicBezTo>
                  <a:cubicBezTo>
                    <a:pt x="32" y="270"/>
                    <a:pt x="32" y="270"/>
                    <a:pt x="33" y="270"/>
                  </a:cubicBezTo>
                  <a:close/>
                  <a:moveTo>
                    <a:pt x="26" y="285"/>
                  </a:moveTo>
                  <a:cubicBezTo>
                    <a:pt x="26" y="286"/>
                    <a:pt x="28" y="284"/>
                    <a:pt x="28" y="284"/>
                  </a:cubicBezTo>
                  <a:cubicBezTo>
                    <a:pt x="28" y="283"/>
                    <a:pt x="25" y="285"/>
                    <a:pt x="26" y="285"/>
                  </a:cubicBezTo>
                  <a:close/>
                  <a:moveTo>
                    <a:pt x="31" y="300"/>
                  </a:moveTo>
                  <a:cubicBezTo>
                    <a:pt x="31" y="299"/>
                    <a:pt x="32" y="299"/>
                    <a:pt x="32" y="298"/>
                  </a:cubicBezTo>
                  <a:cubicBezTo>
                    <a:pt x="32" y="298"/>
                    <a:pt x="31" y="298"/>
                    <a:pt x="30" y="299"/>
                  </a:cubicBezTo>
                  <a:cubicBezTo>
                    <a:pt x="30" y="299"/>
                    <a:pt x="28" y="300"/>
                    <a:pt x="28" y="300"/>
                  </a:cubicBezTo>
                  <a:cubicBezTo>
                    <a:pt x="29" y="300"/>
                    <a:pt x="29" y="300"/>
                    <a:pt x="30" y="300"/>
                  </a:cubicBezTo>
                  <a:cubicBezTo>
                    <a:pt x="30" y="300"/>
                    <a:pt x="30" y="300"/>
                    <a:pt x="31" y="300"/>
                  </a:cubicBezTo>
                  <a:close/>
                  <a:moveTo>
                    <a:pt x="22" y="313"/>
                  </a:moveTo>
                  <a:cubicBezTo>
                    <a:pt x="21" y="313"/>
                    <a:pt x="19" y="314"/>
                    <a:pt x="20" y="315"/>
                  </a:cubicBezTo>
                  <a:cubicBezTo>
                    <a:pt x="21" y="315"/>
                    <a:pt x="22" y="314"/>
                    <a:pt x="22" y="313"/>
                  </a:cubicBezTo>
                  <a:close/>
                  <a:moveTo>
                    <a:pt x="28" y="281"/>
                  </a:moveTo>
                  <a:cubicBezTo>
                    <a:pt x="28" y="280"/>
                    <a:pt x="29" y="279"/>
                    <a:pt x="29" y="279"/>
                  </a:cubicBezTo>
                  <a:cubicBezTo>
                    <a:pt x="29" y="279"/>
                    <a:pt x="29" y="279"/>
                    <a:pt x="29" y="279"/>
                  </a:cubicBezTo>
                  <a:cubicBezTo>
                    <a:pt x="28" y="279"/>
                    <a:pt x="28" y="279"/>
                    <a:pt x="27" y="279"/>
                  </a:cubicBezTo>
                  <a:cubicBezTo>
                    <a:pt x="27" y="279"/>
                    <a:pt x="27" y="279"/>
                    <a:pt x="27" y="280"/>
                  </a:cubicBezTo>
                  <a:cubicBezTo>
                    <a:pt x="27" y="280"/>
                    <a:pt x="27" y="280"/>
                    <a:pt x="26" y="280"/>
                  </a:cubicBezTo>
                  <a:cubicBezTo>
                    <a:pt x="26" y="280"/>
                    <a:pt x="26" y="280"/>
                    <a:pt x="26" y="280"/>
                  </a:cubicBezTo>
                  <a:cubicBezTo>
                    <a:pt x="26" y="280"/>
                    <a:pt x="25" y="280"/>
                    <a:pt x="26" y="280"/>
                  </a:cubicBezTo>
                  <a:cubicBezTo>
                    <a:pt x="26" y="281"/>
                    <a:pt x="26" y="280"/>
                    <a:pt x="26" y="280"/>
                  </a:cubicBezTo>
                  <a:cubicBezTo>
                    <a:pt x="26" y="281"/>
                    <a:pt x="28" y="281"/>
                    <a:pt x="28" y="281"/>
                  </a:cubicBezTo>
                  <a:close/>
                  <a:moveTo>
                    <a:pt x="4" y="276"/>
                  </a:moveTo>
                  <a:cubicBezTo>
                    <a:pt x="4" y="277"/>
                    <a:pt x="6" y="276"/>
                    <a:pt x="7" y="276"/>
                  </a:cubicBezTo>
                  <a:cubicBezTo>
                    <a:pt x="7" y="275"/>
                    <a:pt x="6" y="275"/>
                    <a:pt x="6" y="275"/>
                  </a:cubicBezTo>
                  <a:cubicBezTo>
                    <a:pt x="5" y="275"/>
                    <a:pt x="4" y="275"/>
                    <a:pt x="4" y="27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26" name="Cameroon">
              <a:extLst>
                <a:ext uri="{FF2B5EF4-FFF2-40B4-BE49-F238E27FC236}">
                  <a16:creationId xmlns:a16="http://schemas.microsoft.com/office/drawing/2014/main" id="{76808E33-0901-78D7-EA1E-5802F4828BF9}"/>
                </a:ext>
              </a:extLst>
            </p:cNvPr>
            <p:cNvSpPr>
              <a:spLocks/>
            </p:cNvSpPr>
            <p:nvPr/>
          </p:nvSpPr>
          <p:spPr bwMode="auto">
            <a:xfrm>
              <a:off x="5987793" y="3533685"/>
              <a:ext cx="265625" cy="449895"/>
            </a:xfrm>
            <a:custGeom>
              <a:avLst/>
              <a:gdLst/>
              <a:ahLst/>
              <a:cxnLst>
                <a:cxn ang="0">
                  <a:pos x="74" y="115"/>
                </a:cxn>
                <a:cxn ang="0">
                  <a:pos x="73" y="112"/>
                </a:cxn>
                <a:cxn ang="0">
                  <a:pos x="64" y="102"/>
                </a:cxn>
                <a:cxn ang="0">
                  <a:pos x="63" y="96"/>
                </a:cxn>
                <a:cxn ang="0">
                  <a:pos x="59" y="87"/>
                </a:cxn>
                <a:cxn ang="0">
                  <a:pos x="59" y="82"/>
                </a:cxn>
                <a:cxn ang="0">
                  <a:pos x="59" y="76"/>
                </a:cxn>
                <a:cxn ang="0">
                  <a:pos x="65" y="67"/>
                </a:cxn>
                <a:cxn ang="0">
                  <a:pos x="68" y="61"/>
                </a:cxn>
                <a:cxn ang="0">
                  <a:pos x="66" y="54"/>
                </a:cxn>
                <a:cxn ang="0">
                  <a:pos x="63" y="49"/>
                </a:cxn>
                <a:cxn ang="0">
                  <a:pos x="60" y="46"/>
                </a:cxn>
                <a:cxn ang="0">
                  <a:pos x="53" y="37"/>
                </a:cxn>
                <a:cxn ang="0">
                  <a:pos x="62" y="35"/>
                </a:cxn>
                <a:cxn ang="0">
                  <a:pos x="68" y="34"/>
                </a:cxn>
                <a:cxn ang="0">
                  <a:pos x="64" y="26"/>
                </a:cxn>
                <a:cxn ang="0">
                  <a:pos x="63" y="16"/>
                </a:cxn>
                <a:cxn ang="0">
                  <a:pos x="62" y="11"/>
                </a:cxn>
                <a:cxn ang="0">
                  <a:pos x="60" y="5"/>
                </a:cxn>
                <a:cxn ang="0">
                  <a:pos x="58" y="2"/>
                </a:cxn>
                <a:cxn ang="0">
                  <a:pos x="55" y="7"/>
                </a:cxn>
                <a:cxn ang="0">
                  <a:pos x="59" y="11"/>
                </a:cxn>
                <a:cxn ang="0">
                  <a:pos x="59" y="17"/>
                </a:cxn>
                <a:cxn ang="0">
                  <a:pos x="51" y="23"/>
                </a:cxn>
                <a:cxn ang="0">
                  <a:pos x="48" y="33"/>
                </a:cxn>
                <a:cxn ang="0">
                  <a:pos x="46" y="37"/>
                </a:cxn>
                <a:cxn ang="0">
                  <a:pos x="42" y="45"/>
                </a:cxn>
                <a:cxn ang="0">
                  <a:pos x="39" y="49"/>
                </a:cxn>
                <a:cxn ang="0">
                  <a:pos x="37" y="52"/>
                </a:cxn>
                <a:cxn ang="0">
                  <a:pos x="34" y="60"/>
                </a:cxn>
                <a:cxn ang="0">
                  <a:pos x="31" y="67"/>
                </a:cxn>
                <a:cxn ang="0">
                  <a:pos x="28" y="72"/>
                </a:cxn>
                <a:cxn ang="0">
                  <a:pos x="23" y="69"/>
                </a:cxn>
                <a:cxn ang="0">
                  <a:pos x="19" y="68"/>
                </a:cxn>
                <a:cxn ang="0">
                  <a:pos x="13" y="70"/>
                </a:cxn>
                <a:cxn ang="0">
                  <a:pos x="9" y="74"/>
                </a:cxn>
                <a:cxn ang="0">
                  <a:pos x="5" y="79"/>
                </a:cxn>
                <a:cxn ang="0">
                  <a:pos x="4" y="83"/>
                </a:cxn>
                <a:cxn ang="0">
                  <a:pos x="1" y="91"/>
                </a:cxn>
                <a:cxn ang="0">
                  <a:pos x="0" y="95"/>
                </a:cxn>
                <a:cxn ang="0">
                  <a:pos x="1" y="92"/>
                </a:cxn>
                <a:cxn ang="0">
                  <a:pos x="3" y="93"/>
                </a:cxn>
                <a:cxn ang="0">
                  <a:pos x="4" y="97"/>
                </a:cxn>
                <a:cxn ang="0">
                  <a:pos x="8" y="100"/>
                </a:cxn>
                <a:cxn ang="0">
                  <a:pos x="10" y="100"/>
                </a:cxn>
                <a:cxn ang="0">
                  <a:pos x="11" y="99"/>
                </a:cxn>
                <a:cxn ang="0">
                  <a:pos x="11" y="101"/>
                </a:cxn>
                <a:cxn ang="0">
                  <a:pos x="11" y="103"/>
                </a:cxn>
                <a:cxn ang="0">
                  <a:pos x="13" y="104"/>
                </a:cxn>
                <a:cxn ang="0">
                  <a:pos x="14" y="110"/>
                </a:cxn>
                <a:cxn ang="0">
                  <a:pos x="13" y="120"/>
                </a:cxn>
                <a:cxn ang="0">
                  <a:pos x="29" y="119"/>
                </a:cxn>
                <a:cxn ang="0">
                  <a:pos x="39" y="119"/>
                </a:cxn>
                <a:cxn ang="0">
                  <a:pos x="46" y="119"/>
                </a:cxn>
                <a:cxn ang="0">
                  <a:pos x="57" y="120"/>
                </a:cxn>
                <a:cxn ang="0">
                  <a:pos x="60" y="121"/>
                </a:cxn>
                <a:cxn ang="0">
                  <a:pos x="64" y="122"/>
                </a:cxn>
                <a:cxn ang="0">
                  <a:pos x="72" y="125"/>
                </a:cxn>
                <a:cxn ang="0">
                  <a:pos x="74" y="121"/>
                </a:cxn>
              </a:cxnLst>
              <a:rect l="0" t="0" r="r" b="b"/>
              <a:pathLst>
                <a:path w="75" h="127">
                  <a:moveTo>
                    <a:pt x="75" y="120"/>
                  </a:moveTo>
                  <a:cubicBezTo>
                    <a:pt x="75" y="120"/>
                    <a:pt x="74" y="119"/>
                    <a:pt x="74" y="118"/>
                  </a:cubicBezTo>
                  <a:cubicBezTo>
                    <a:pt x="74" y="118"/>
                    <a:pt x="74" y="117"/>
                    <a:pt x="74" y="116"/>
                  </a:cubicBezTo>
                  <a:cubicBezTo>
                    <a:pt x="74" y="115"/>
                    <a:pt x="74" y="115"/>
                    <a:pt x="74" y="115"/>
                  </a:cubicBezTo>
                  <a:cubicBezTo>
                    <a:pt x="74" y="114"/>
                    <a:pt x="74" y="115"/>
                    <a:pt x="73" y="115"/>
                  </a:cubicBezTo>
                  <a:cubicBezTo>
                    <a:pt x="73" y="114"/>
                    <a:pt x="73" y="114"/>
                    <a:pt x="74" y="113"/>
                  </a:cubicBezTo>
                  <a:cubicBezTo>
                    <a:pt x="74" y="113"/>
                    <a:pt x="74" y="113"/>
                    <a:pt x="74" y="112"/>
                  </a:cubicBezTo>
                  <a:cubicBezTo>
                    <a:pt x="74" y="112"/>
                    <a:pt x="73" y="112"/>
                    <a:pt x="73" y="112"/>
                  </a:cubicBezTo>
                  <a:cubicBezTo>
                    <a:pt x="73" y="111"/>
                    <a:pt x="73" y="112"/>
                    <a:pt x="72" y="111"/>
                  </a:cubicBezTo>
                  <a:cubicBezTo>
                    <a:pt x="72" y="110"/>
                    <a:pt x="71" y="111"/>
                    <a:pt x="71" y="110"/>
                  </a:cubicBezTo>
                  <a:cubicBezTo>
                    <a:pt x="70" y="110"/>
                    <a:pt x="70" y="109"/>
                    <a:pt x="69" y="108"/>
                  </a:cubicBezTo>
                  <a:cubicBezTo>
                    <a:pt x="68" y="106"/>
                    <a:pt x="66" y="104"/>
                    <a:pt x="64" y="102"/>
                  </a:cubicBezTo>
                  <a:cubicBezTo>
                    <a:pt x="64" y="102"/>
                    <a:pt x="64" y="101"/>
                    <a:pt x="63" y="100"/>
                  </a:cubicBezTo>
                  <a:cubicBezTo>
                    <a:pt x="63" y="100"/>
                    <a:pt x="64" y="100"/>
                    <a:pt x="65" y="100"/>
                  </a:cubicBezTo>
                  <a:cubicBezTo>
                    <a:pt x="64" y="100"/>
                    <a:pt x="64" y="99"/>
                    <a:pt x="64" y="99"/>
                  </a:cubicBezTo>
                  <a:cubicBezTo>
                    <a:pt x="64" y="98"/>
                    <a:pt x="64" y="97"/>
                    <a:pt x="63" y="96"/>
                  </a:cubicBezTo>
                  <a:cubicBezTo>
                    <a:pt x="63" y="96"/>
                    <a:pt x="62" y="95"/>
                    <a:pt x="62" y="95"/>
                  </a:cubicBezTo>
                  <a:cubicBezTo>
                    <a:pt x="60" y="94"/>
                    <a:pt x="60" y="93"/>
                    <a:pt x="60" y="91"/>
                  </a:cubicBezTo>
                  <a:cubicBezTo>
                    <a:pt x="60" y="90"/>
                    <a:pt x="60" y="90"/>
                    <a:pt x="60" y="89"/>
                  </a:cubicBezTo>
                  <a:cubicBezTo>
                    <a:pt x="60" y="88"/>
                    <a:pt x="60" y="87"/>
                    <a:pt x="59" y="87"/>
                  </a:cubicBezTo>
                  <a:cubicBezTo>
                    <a:pt x="59" y="87"/>
                    <a:pt x="58" y="86"/>
                    <a:pt x="59" y="86"/>
                  </a:cubicBezTo>
                  <a:cubicBezTo>
                    <a:pt x="59" y="85"/>
                    <a:pt x="59" y="85"/>
                    <a:pt x="59" y="84"/>
                  </a:cubicBezTo>
                  <a:cubicBezTo>
                    <a:pt x="59" y="83"/>
                    <a:pt x="59" y="83"/>
                    <a:pt x="59" y="83"/>
                  </a:cubicBezTo>
                  <a:cubicBezTo>
                    <a:pt x="59" y="82"/>
                    <a:pt x="59" y="82"/>
                    <a:pt x="59" y="82"/>
                  </a:cubicBezTo>
                  <a:cubicBezTo>
                    <a:pt x="59" y="81"/>
                    <a:pt x="59" y="80"/>
                    <a:pt x="59" y="80"/>
                  </a:cubicBezTo>
                  <a:cubicBezTo>
                    <a:pt x="59" y="79"/>
                    <a:pt x="59" y="79"/>
                    <a:pt x="58" y="79"/>
                  </a:cubicBezTo>
                  <a:cubicBezTo>
                    <a:pt x="58" y="79"/>
                    <a:pt x="58" y="79"/>
                    <a:pt x="57" y="78"/>
                  </a:cubicBezTo>
                  <a:cubicBezTo>
                    <a:pt x="57" y="77"/>
                    <a:pt x="59" y="76"/>
                    <a:pt x="59" y="76"/>
                  </a:cubicBezTo>
                  <a:cubicBezTo>
                    <a:pt x="61" y="75"/>
                    <a:pt x="61" y="74"/>
                    <a:pt x="62" y="73"/>
                  </a:cubicBezTo>
                  <a:cubicBezTo>
                    <a:pt x="62" y="72"/>
                    <a:pt x="62" y="71"/>
                    <a:pt x="63" y="70"/>
                  </a:cubicBezTo>
                  <a:cubicBezTo>
                    <a:pt x="63" y="70"/>
                    <a:pt x="64" y="69"/>
                    <a:pt x="64" y="68"/>
                  </a:cubicBezTo>
                  <a:cubicBezTo>
                    <a:pt x="64" y="68"/>
                    <a:pt x="64" y="67"/>
                    <a:pt x="65" y="67"/>
                  </a:cubicBezTo>
                  <a:cubicBezTo>
                    <a:pt x="65" y="66"/>
                    <a:pt x="65" y="65"/>
                    <a:pt x="65" y="65"/>
                  </a:cubicBezTo>
                  <a:cubicBezTo>
                    <a:pt x="66" y="64"/>
                    <a:pt x="67" y="64"/>
                    <a:pt x="67" y="63"/>
                  </a:cubicBezTo>
                  <a:cubicBezTo>
                    <a:pt x="67" y="63"/>
                    <a:pt x="67" y="63"/>
                    <a:pt x="67" y="62"/>
                  </a:cubicBezTo>
                  <a:cubicBezTo>
                    <a:pt x="67" y="62"/>
                    <a:pt x="68" y="62"/>
                    <a:pt x="68" y="61"/>
                  </a:cubicBezTo>
                  <a:cubicBezTo>
                    <a:pt x="68" y="61"/>
                    <a:pt x="69" y="60"/>
                    <a:pt x="68" y="59"/>
                  </a:cubicBezTo>
                  <a:cubicBezTo>
                    <a:pt x="68" y="59"/>
                    <a:pt x="68" y="59"/>
                    <a:pt x="68" y="59"/>
                  </a:cubicBezTo>
                  <a:cubicBezTo>
                    <a:pt x="67" y="58"/>
                    <a:pt x="67" y="57"/>
                    <a:pt x="67" y="56"/>
                  </a:cubicBezTo>
                  <a:cubicBezTo>
                    <a:pt x="67" y="56"/>
                    <a:pt x="66" y="55"/>
                    <a:pt x="66" y="54"/>
                  </a:cubicBezTo>
                  <a:cubicBezTo>
                    <a:pt x="66" y="53"/>
                    <a:pt x="65" y="53"/>
                    <a:pt x="65" y="52"/>
                  </a:cubicBezTo>
                  <a:cubicBezTo>
                    <a:pt x="65" y="51"/>
                    <a:pt x="64" y="51"/>
                    <a:pt x="64" y="50"/>
                  </a:cubicBezTo>
                  <a:cubicBezTo>
                    <a:pt x="64" y="50"/>
                    <a:pt x="64" y="49"/>
                    <a:pt x="63" y="49"/>
                  </a:cubicBezTo>
                  <a:cubicBezTo>
                    <a:pt x="63" y="49"/>
                    <a:pt x="63" y="49"/>
                    <a:pt x="63" y="49"/>
                  </a:cubicBezTo>
                  <a:cubicBezTo>
                    <a:pt x="62" y="49"/>
                    <a:pt x="63" y="48"/>
                    <a:pt x="62" y="48"/>
                  </a:cubicBezTo>
                  <a:cubicBezTo>
                    <a:pt x="62" y="48"/>
                    <a:pt x="62" y="48"/>
                    <a:pt x="62" y="47"/>
                  </a:cubicBezTo>
                  <a:cubicBezTo>
                    <a:pt x="61" y="47"/>
                    <a:pt x="61" y="47"/>
                    <a:pt x="61" y="47"/>
                  </a:cubicBezTo>
                  <a:cubicBezTo>
                    <a:pt x="60" y="47"/>
                    <a:pt x="60" y="47"/>
                    <a:pt x="60" y="46"/>
                  </a:cubicBezTo>
                  <a:cubicBezTo>
                    <a:pt x="59" y="46"/>
                    <a:pt x="58" y="44"/>
                    <a:pt x="57" y="43"/>
                  </a:cubicBezTo>
                  <a:cubicBezTo>
                    <a:pt x="56" y="42"/>
                    <a:pt x="56" y="42"/>
                    <a:pt x="55" y="40"/>
                  </a:cubicBezTo>
                  <a:cubicBezTo>
                    <a:pt x="54" y="40"/>
                    <a:pt x="54" y="39"/>
                    <a:pt x="53" y="38"/>
                  </a:cubicBezTo>
                  <a:cubicBezTo>
                    <a:pt x="53" y="38"/>
                    <a:pt x="53" y="38"/>
                    <a:pt x="53" y="37"/>
                  </a:cubicBezTo>
                  <a:cubicBezTo>
                    <a:pt x="54" y="37"/>
                    <a:pt x="54" y="36"/>
                    <a:pt x="55" y="35"/>
                  </a:cubicBezTo>
                  <a:cubicBezTo>
                    <a:pt x="55" y="35"/>
                    <a:pt x="55" y="35"/>
                    <a:pt x="55" y="35"/>
                  </a:cubicBezTo>
                  <a:cubicBezTo>
                    <a:pt x="57" y="34"/>
                    <a:pt x="59" y="35"/>
                    <a:pt x="60" y="35"/>
                  </a:cubicBezTo>
                  <a:cubicBezTo>
                    <a:pt x="61" y="35"/>
                    <a:pt x="62" y="35"/>
                    <a:pt x="62" y="35"/>
                  </a:cubicBezTo>
                  <a:cubicBezTo>
                    <a:pt x="63" y="35"/>
                    <a:pt x="64" y="35"/>
                    <a:pt x="64" y="35"/>
                  </a:cubicBezTo>
                  <a:cubicBezTo>
                    <a:pt x="65" y="34"/>
                    <a:pt x="67" y="35"/>
                    <a:pt x="68" y="35"/>
                  </a:cubicBezTo>
                  <a:cubicBezTo>
                    <a:pt x="68" y="35"/>
                    <a:pt x="69" y="35"/>
                    <a:pt x="69" y="34"/>
                  </a:cubicBezTo>
                  <a:cubicBezTo>
                    <a:pt x="69" y="34"/>
                    <a:pt x="69" y="34"/>
                    <a:pt x="68" y="34"/>
                  </a:cubicBezTo>
                  <a:cubicBezTo>
                    <a:pt x="67" y="33"/>
                    <a:pt x="67" y="32"/>
                    <a:pt x="66" y="31"/>
                  </a:cubicBezTo>
                  <a:cubicBezTo>
                    <a:pt x="65" y="30"/>
                    <a:pt x="65" y="30"/>
                    <a:pt x="65" y="29"/>
                  </a:cubicBezTo>
                  <a:cubicBezTo>
                    <a:pt x="64" y="29"/>
                    <a:pt x="64" y="29"/>
                    <a:pt x="64" y="28"/>
                  </a:cubicBezTo>
                  <a:cubicBezTo>
                    <a:pt x="64" y="27"/>
                    <a:pt x="64" y="27"/>
                    <a:pt x="64" y="26"/>
                  </a:cubicBezTo>
                  <a:cubicBezTo>
                    <a:pt x="63" y="25"/>
                    <a:pt x="63" y="25"/>
                    <a:pt x="63" y="24"/>
                  </a:cubicBezTo>
                  <a:cubicBezTo>
                    <a:pt x="63" y="22"/>
                    <a:pt x="63" y="21"/>
                    <a:pt x="63" y="19"/>
                  </a:cubicBezTo>
                  <a:cubicBezTo>
                    <a:pt x="63" y="18"/>
                    <a:pt x="64" y="18"/>
                    <a:pt x="64" y="17"/>
                  </a:cubicBezTo>
                  <a:cubicBezTo>
                    <a:pt x="64" y="17"/>
                    <a:pt x="63" y="16"/>
                    <a:pt x="63" y="16"/>
                  </a:cubicBezTo>
                  <a:cubicBezTo>
                    <a:pt x="63" y="15"/>
                    <a:pt x="64" y="15"/>
                    <a:pt x="63" y="14"/>
                  </a:cubicBezTo>
                  <a:cubicBezTo>
                    <a:pt x="63" y="14"/>
                    <a:pt x="63" y="13"/>
                    <a:pt x="63" y="13"/>
                  </a:cubicBezTo>
                  <a:cubicBezTo>
                    <a:pt x="63" y="13"/>
                    <a:pt x="63" y="12"/>
                    <a:pt x="63" y="12"/>
                  </a:cubicBezTo>
                  <a:cubicBezTo>
                    <a:pt x="63" y="11"/>
                    <a:pt x="62" y="12"/>
                    <a:pt x="62" y="11"/>
                  </a:cubicBezTo>
                  <a:cubicBezTo>
                    <a:pt x="62" y="11"/>
                    <a:pt x="62" y="10"/>
                    <a:pt x="62" y="9"/>
                  </a:cubicBezTo>
                  <a:cubicBezTo>
                    <a:pt x="62" y="8"/>
                    <a:pt x="61" y="8"/>
                    <a:pt x="61" y="7"/>
                  </a:cubicBezTo>
                  <a:cubicBezTo>
                    <a:pt x="61" y="7"/>
                    <a:pt x="61" y="6"/>
                    <a:pt x="61" y="5"/>
                  </a:cubicBezTo>
                  <a:cubicBezTo>
                    <a:pt x="61" y="5"/>
                    <a:pt x="60" y="5"/>
                    <a:pt x="60" y="5"/>
                  </a:cubicBezTo>
                  <a:cubicBezTo>
                    <a:pt x="60" y="5"/>
                    <a:pt x="60" y="5"/>
                    <a:pt x="59" y="5"/>
                  </a:cubicBezTo>
                  <a:cubicBezTo>
                    <a:pt x="59" y="4"/>
                    <a:pt x="59" y="4"/>
                    <a:pt x="59" y="4"/>
                  </a:cubicBezTo>
                  <a:cubicBezTo>
                    <a:pt x="59" y="4"/>
                    <a:pt x="58" y="4"/>
                    <a:pt x="58" y="4"/>
                  </a:cubicBezTo>
                  <a:cubicBezTo>
                    <a:pt x="58" y="3"/>
                    <a:pt x="58" y="3"/>
                    <a:pt x="58" y="2"/>
                  </a:cubicBezTo>
                  <a:cubicBezTo>
                    <a:pt x="58" y="2"/>
                    <a:pt x="58" y="1"/>
                    <a:pt x="57" y="1"/>
                  </a:cubicBezTo>
                  <a:cubicBezTo>
                    <a:pt x="56" y="0"/>
                    <a:pt x="55" y="0"/>
                    <a:pt x="54" y="0"/>
                  </a:cubicBezTo>
                  <a:cubicBezTo>
                    <a:pt x="54" y="2"/>
                    <a:pt x="54" y="4"/>
                    <a:pt x="55" y="5"/>
                  </a:cubicBezTo>
                  <a:cubicBezTo>
                    <a:pt x="55" y="6"/>
                    <a:pt x="55" y="7"/>
                    <a:pt x="55" y="7"/>
                  </a:cubicBezTo>
                  <a:cubicBezTo>
                    <a:pt x="55" y="8"/>
                    <a:pt x="55" y="8"/>
                    <a:pt x="55" y="9"/>
                  </a:cubicBezTo>
                  <a:cubicBezTo>
                    <a:pt x="56" y="9"/>
                    <a:pt x="58" y="8"/>
                    <a:pt x="58" y="9"/>
                  </a:cubicBezTo>
                  <a:cubicBezTo>
                    <a:pt x="58" y="10"/>
                    <a:pt x="58" y="10"/>
                    <a:pt x="59" y="10"/>
                  </a:cubicBezTo>
                  <a:cubicBezTo>
                    <a:pt x="59" y="10"/>
                    <a:pt x="60" y="11"/>
                    <a:pt x="59" y="11"/>
                  </a:cubicBezTo>
                  <a:cubicBezTo>
                    <a:pt x="59" y="12"/>
                    <a:pt x="59" y="12"/>
                    <a:pt x="59" y="13"/>
                  </a:cubicBezTo>
                  <a:cubicBezTo>
                    <a:pt x="59" y="13"/>
                    <a:pt x="59" y="14"/>
                    <a:pt x="59" y="15"/>
                  </a:cubicBezTo>
                  <a:cubicBezTo>
                    <a:pt x="59" y="15"/>
                    <a:pt x="58" y="16"/>
                    <a:pt x="59" y="16"/>
                  </a:cubicBezTo>
                  <a:cubicBezTo>
                    <a:pt x="59" y="16"/>
                    <a:pt x="59" y="17"/>
                    <a:pt x="59" y="17"/>
                  </a:cubicBezTo>
                  <a:cubicBezTo>
                    <a:pt x="59" y="18"/>
                    <a:pt x="57" y="19"/>
                    <a:pt x="57" y="19"/>
                  </a:cubicBezTo>
                  <a:cubicBezTo>
                    <a:pt x="56" y="20"/>
                    <a:pt x="56" y="20"/>
                    <a:pt x="55" y="21"/>
                  </a:cubicBezTo>
                  <a:cubicBezTo>
                    <a:pt x="55" y="21"/>
                    <a:pt x="54" y="21"/>
                    <a:pt x="54" y="20"/>
                  </a:cubicBezTo>
                  <a:cubicBezTo>
                    <a:pt x="52" y="20"/>
                    <a:pt x="52" y="22"/>
                    <a:pt x="51" y="23"/>
                  </a:cubicBezTo>
                  <a:cubicBezTo>
                    <a:pt x="51" y="23"/>
                    <a:pt x="51" y="23"/>
                    <a:pt x="51" y="24"/>
                  </a:cubicBezTo>
                  <a:cubicBezTo>
                    <a:pt x="51" y="24"/>
                    <a:pt x="50" y="25"/>
                    <a:pt x="50" y="25"/>
                  </a:cubicBezTo>
                  <a:cubicBezTo>
                    <a:pt x="49" y="27"/>
                    <a:pt x="49" y="28"/>
                    <a:pt x="48" y="29"/>
                  </a:cubicBezTo>
                  <a:cubicBezTo>
                    <a:pt x="48" y="30"/>
                    <a:pt x="48" y="32"/>
                    <a:pt x="48" y="33"/>
                  </a:cubicBezTo>
                  <a:cubicBezTo>
                    <a:pt x="47" y="33"/>
                    <a:pt x="47" y="33"/>
                    <a:pt x="46" y="33"/>
                  </a:cubicBezTo>
                  <a:cubicBezTo>
                    <a:pt x="46" y="34"/>
                    <a:pt x="46" y="34"/>
                    <a:pt x="46" y="34"/>
                  </a:cubicBezTo>
                  <a:cubicBezTo>
                    <a:pt x="46" y="35"/>
                    <a:pt x="46" y="35"/>
                    <a:pt x="46" y="36"/>
                  </a:cubicBezTo>
                  <a:cubicBezTo>
                    <a:pt x="46" y="36"/>
                    <a:pt x="46" y="36"/>
                    <a:pt x="46" y="37"/>
                  </a:cubicBezTo>
                  <a:cubicBezTo>
                    <a:pt x="46" y="38"/>
                    <a:pt x="46" y="40"/>
                    <a:pt x="45" y="40"/>
                  </a:cubicBezTo>
                  <a:cubicBezTo>
                    <a:pt x="44" y="40"/>
                    <a:pt x="44" y="40"/>
                    <a:pt x="43" y="40"/>
                  </a:cubicBezTo>
                  <a:cubicBezTo>
                    <a:pt x="43" y="41"/>
                    <a:pt x="42" y="41"/>
                    <a:pt x="42" y="41"/>
                  </a:cubicBezTo>
                  <a:cubicBezTo>
                    <a:pt x="43" y="42"/>
                    <a:pt x="42" y="44"/>
                    <a:pt x="42" y="45"/>
                  </a:cubicBezTo>
                  <a:cubicBezTo>
                    <a:pt x="42" y="46"/>
                    <a:pt x="42" y="47"/>
                    <a:pt x="42" y="48"/>
                  </a:cubicBezTo>
                  <a:cubicBezTo>
                    <a:pt x="42" y="48"/>
                    <a:pt x="41" y="48"/>
                    <a:pt x="41" y="48"/>
                  </a:cubicBezTo>
                  <a:cubicBezTo>
                    <a:pt x="41" y="49"/>
                    <a:pt x="41" y="49"/>
                    <a:pt x="40" y="49"/>
                  </a:cubicBezTo>
                  <a:cubicBezTo>
                    <a:pt x="40" y="50"/>
                    <a:pt x="39" y="50"/>
                    <a:pt x="39" y="49"/>
                  </a:cubicBezTo>
                  <a:cubicBezTo>
                    <a:pt x="38" y="49"/>
                    <a:pt x="38" y="50"/>
                    <a:pt x="38" y="50"/>
                  </a:cubicBezTo>
                  <a:cubicBezTo>
                    <a:pt x="38" y="50"/>
                    <a:pt x="38" y="51"/>
                    <a:pt x="38" y="51"/>
                  </a:cubicBezTo>
                  <a:cubicBezTo>
                    <a:pt x="38" y="51"/>
                    <a:pt x="37" y="52"/>
                    <a:pt x="37" y="52"/>
                  </a:cubicBezTo>
                  <a:cubicBezTo>
                    <a:pt x="37" y="52"/>
                    <a:pt x="37" y="52"/>
                    <a:pt x="37" y="52"/>
                  </a:cubicBezTo>
                  <a:cubicBezTo>
                    <a:pt x="36" y="52"/>
                    <a:pt x="36" y="53"/>
                    <a:pt x="36" y="54"/>
                  </a:cubicBezTo>
                  <a:cubicBezTo>
                    <a:pt x="36" y="54"/>
                    <a:pt x="36" y="55"/>
                    <a:pt x="36" y="55"/>
                  </a:cubicBezTo>
                  <a:cubicBezTo>
                    <a:pt x="36" y="56"/>
                    <a:pt x="36" y="56"/>
                    <a:pt x="36" y="57"/>
                  </a:cubicBezTo>
                  <a:cubicBezTo>
                    <a:pt x="35" y="58"/>
                    <a:pt x="34" y="59"/>
                    <a:pt x="34" y="60"/>
                  </a:cubicBezTo>
                  <a:cubicBezTo>
                    <a:pt x="35" y="61"/>
                    <a:pt x="33" y="62"/>
                    <a:pt x="33" y="63"/>
                  </a:cubicBezTo>
                  <a:cubicBezTo>
                    <a:pt x="32" y="63"/>
                    <a:pt x="31" y="64"/>
                    <a:pt x="32" y="65"/>
                  </a:cubicBezTo>
                  <a:cubicBezTo>
                    <a:pt x="32" y="65"/>
                    <a:pt x="33" y="66"/>
                    <a:pt x="32" y="67"/>
                  </a:cubicBezTo>
                  <a:cubicBezTo>
                    <a:pt x="32" y="67"/>
                    <a:pt x="32" y="67"/>
                    <a:pt x="31" y="67"/>
                  </a:cubicBezTo>
                  <a:cubicBezTo>
                    <a:pt x="31" y="67"/>
                    <a:pt x="30" y="68"/>
                    <a:pt x="30" y="68"/>
                  </a:cubicBezTo>
                  <a:cubicBezTo>
                    <a:pt x="29" y="69"/>
                    <a:pt x="30" y="70"/>
                    <a:pt x="30" y="71"/>
                  </a:cubicBezTo>
                  <a:cubicBezTo>
                    <a:pt x="30" y="71"/>
                    <a:pt x="29" y="72"/>
                    <a:pt x="29" y="72"/>
                  </a:cubicBezTo>
                  <a:cubicBezTo>
                    <a:pt x="29" y="72"/>
                    <a:pt x="28" y="72"/>
                    <a:pt x="28" y="72"/>
                  </a:cubicBezTo>
                  <a:cubicBezTo>
                    <a:pt x="28" y="73"/>
                    <a:pt x="28" y="73"/>
                    <a:pt x="27" y="74"/>
                  </a:cubicBezTo>
                  <a:cubicBezTo>
                    <a:pt x="26" y="74"/>
                    <a:pt x="25" y="74"/>
                    <a:pt x="25" y="73"/>
                  </a:cubicBezTo>
                  <a:cubicBezTo>
                    <a:pt x="25" y="72"/>
                    <a:pt x="25" y="71"/>
                    <a:pt x="25" y="70"/>
                  </a:cubicBezTo>
                  <a:cubicBezTo>
                    <a:pt x="24" y="70"/>
                    <a:pt x="23" y="70"/>
                    <a:pt x="23" y="69"/>
                  </a:cubicBezTo>
                  <a:cubicBezTo>
                    <a:pt x="23" y="68"/>
                    <a:pt x="23" y="68"/>
                    <a:pt x="22" y="67"/>
                  </a:cubicBezTo>
                  <a:cubicBezTo>
                    <a:pt x="22" y="67"/>
                    <a:pt x="20" y="66"/>
                    <a:pt x="20" y="66"/>
                  </a:cubicBezTo>
                  <a:cubicBezTo>
                    <a:pt x="20" y="66"/>
                    <a:pt x="20" y="67"/>
                    <a:pt x="20" y="67"/>
                  </a:cubicBezTo>
                  <a:cubicBezTo>
                    <a:pt x="20" y="68"/>
                    <a:pt x="20" y="68"/>
                    <a:pt x="19" y="68"/>
                  </a:cubicBezTo>
                  <a:cubicBezTo>
                    <a:pt x="19" y="69"/>
                    <a:pt x="17" y="69"/>
                    <a:pt x="17" y="69"/>
                  </a:cubicBezTo>
                  <a:cubicBezTo>
                    <a:pt x="16" y="68"/>
                    <a:pt x="17" y="67"/>
                    <a:pt x="16" y="67"/>
                  </a:cubicBezTo>
                  <a:cubicBezTo>
                    <a:pt x="15" y="68"/>
                    <a:pt x="14" y="69"/>
                    <a:pt x="14" y="69"/>
                  </a:cubicBezTo>
                  <a:cubicBezTo>
                    <a:pt x="13" y="70"/>
                    <a:pt x="13" y="69"/>
                    <a:pt x="13" y="70"/>
                  </a:cubicBezTo>
                  <a:cubicBezTo>
                    <a:pt x="12" y="70"/>
                    <a:pt x="12" y="70"/>
                    <a:pt x="12" y="71"/>
                  </a:cubicBezTo>
                  <a:cubicBezTo>
                    <a:pt x="12" y="71"/>
                    <a:pt x="12" y="72"/>
                    <a:pt x="12" y="73"/>
                  </a:cubicBezTo>
                  <a:cubicBezTo>
                    <a:pt x="11" y="73"/>
                    <a:pt x="11" y="72"/>
                    <a:pt x="10" y="73"/>
                  </a:cubicBezTo>
                  <a:cubicBezTo>
                    <a:pt x="10" y="74"/>
                    <a:pt x="10" y="74"/>
                    <a:pt x="9" y="74"/>
                  </a:cubicBezTo>
                  <a:cubicBezTo>
                    <a:pt x="9" y="74"/>
                    <a:pt x="9" y="75"/>
                    <a:pt x="8" y="75"/>
                  </a:cubicBezTo>
                  <a:cubicBezTo>
                    <a:pt x="8" y="75"/>
                    <a:pt x="8" y="75"/>
                    <a:pt x="8" y="76"/>
                  </a:cubicBezTo>
                  <a:cubicBezTo>
                    <a:pt x="7" y="77"/>
                    <a:pt x="6" y="78"/>
                    <a:pt x="5" y="79"/>
                  </a:cubicBezTo>
                  <a:cubicBezTo>
                    <a:pt x="5" y="79"/>
                    <a:pt x="5" y="80"/>
                    <a:pt x="5" y="79"/>
                  </a:cubicBezTo>
                  <a:cubicBezTo>
                    <a:pt x="4" y="79"/>
                    <a:pt x="4" y="79"/>
                    <a:pt x="4" y="80"/>
                  </a:cubicBezTo>
                  <a:cubicBezTo>
                    <a:pt x="3" y="80"/>
                    <a:pt x="4" y="80"/>
                    <a:pt x="4" y="81"/>
                  </a:cubicBezTo>
                  <a:cubicBezTo>
                    <a:pt x="3" y="81"/>
                    <a:pt x="3" y="81"/>
                    <a:pt x="3" y="82"/>
                  </a:cubicBezTo>
                  <a:cubicBezTo>
                    <a:pt x="3" y="82"/>
                    <a:pt x="4" y="82"/>
                    <a:pt x="4" y="83"/>
                  </a:cubicBezTo>
                  <a:cubicBezTo>
                    <a:pt x="4" y="83"/>
                    <a:pt x="4" y="83"/>
                    <a:pt x="4" y="84"/>
                  </a:cubicBezTo>
                  <a:cubicBezTo>
                    <a:pt x="3" y="85"/>
                    <a:pt x="3" y="86"/>
                    <a:pt x="3" y="88"/>
                  </a:cubicBezTo>
                  <a:cubicBezTo>
                    <a:pt x="2" y="89"/>
                    <a:pt x="2" y="89"/>
                    <a:pt x="1" y="90"/>
                  </a:cubicBezTo>
                  <a:cubicBezTo>
                    <a:pt x="1" y="91"/>
                    <a:pt x="1" y="91"/>
                    <a:pt x="1" y="91"/>
                  </a:cubicBezTo>
                  <a:cubicBezTo>
                    <a:pt x="1" y="91"/>
                    <a:pt x="1" y="92"/>
                    <a:pt x="1" y="92"/>
                  </a:cubicBezTo>
                  <a:cubicBezTo>
                    <a:pt x="1" y="92"/>
                    <a:pt x="1" y="92"/>
                    <a:pt x="1" y="93"/>
                  </a:cubicBezTo>
                  <a:cubicBezTo>
                    <a:pt x="0" y="93"/>
                    <a:pt x="0" y="94"/>
                    <a:pt x="0" y="94"/>
                  </a:cubicBezTo>
                  <a:cubicBezTo>
                    <a:pt x="0" y="94"/>
                    <a:pt x="0" y="94"/>
                    <a:pt x="0" y="95"/>
                  </a:cubicBezTo>
                  <a:cubicBezTo>
                    <a:pt x="0" y="95"/>
                    <a:pt x="0" y="94"/>
                    <a:pt x="1" y="94"/>
                  </a:cubicBezTo>
                  <a:cubicBezTo>
                    <a:pt x="1" y="94"/>
                    <a:pt x="1" y="95"/>
                    <a:pt x="1" y="95"/>
                  </a:cubicBezTo>
                  <a:cubicBezTo>
                    <a:pt x="1" y="95"/>
                    <a:pt x="3" y="95"/>
                    <a:pt x="2" y="94"/>
                  </a:cubicBezTo>
                  <a:cubicBezTo>
                    <a:pt x="1" y="94"/>
                    <a:pt x="1" y="93"/>
                    <a:pt x="1" y="92"/>
                  </a:cubicBezTo>
                  <a:cubicBezTo>
                    <a:pt x="1" y="93"/>
                    <a:pt x="2" y="94"/>
                    <a:pt x="2" y="94"/>
                  </a:cubicBezTo>
                  <a:cubicBezTo>
                    <a:pt x="3" y="94"/>
                    <a:pt x="3" y="94"/>
                    <a:pt x="3" y="94"/>
                  </a:cubicBezTo>
                  <a:cubicBezTo>
                    <a:pt x="3" y="94"/>
                    <a:pt x="3" y="94"/>
                    <a:pt x="3" y="94"/>
                  </a:cubicBezTo>
                  <a:cubicBezTo>
                    <a:pt x="4" y="94"/>
                    <a:pt x="3" y="93"/>
                    <a:pt x="3" y="93"/>
                  </a:cubicBezTo>
                  <a:cubicBezTo>
                    <a:pt x="3" y="94"/>
                    <a:pt x="4" y="94"/>
                    <a:pt x="4" y="94"/>
                  </a:cubicBezTo>
                  <a:cubicBezTo>
                    <a:pt x="4" y="95"/>
                    <a:pt x="4" y="95"/>
                    <a:pt x="4" y="94"/>
                  </a:cubicBezTo>
                  <a:cubicBezTo>
                    <a:pt x="4" y="95"/>
                    <a:pt x="4" y="95"/>
                    <a:pt x="4" y="96"/>
                  </a:cubicBezTo>
                  <a:cubicBezTo>
                    <a:pt x="4" y="97"/>
                    <a:pt x="4" y="97"/>
                    <a:pt x="4" y="97"/>
                  </a:cubicBezTo>
                  <a:cubicBezTo>
                    <a:pt x="4" y="98"/>
                    <a:pt x="5" y="98"/>
                    <a:pt x="5" y="99"/>
                  </a:cubicBezTo>
                  <a:cubicBezTo>
                    <a:pt x="5" y="99"/>
                    <a:pt x="5" y="99"/>
                    <a:pt x="5" y="99"/>
                  </a:cubicBezTo>
                  <a:cubicBezTo>
                    <a:pt x="5" y="100"/>
                    <a:pt x="7" y="100"/>
                    <a:pt x="7" y="100"/>
                  </a:cubicBezTo>
                  <a:cubicBezTo>
                    <a:pt x="7" y="101"/>
                    <a:pt x="8" y="100"/>
                    <a:pt x="8" y="100"/>
                  </a:cubicBezTo>
                  <a:cubicBezTo>
                    <a:pt x="8" y="100"/>
                    <a:pt x="8" y="101"/>
                    <a:pt x="8" y="101"/>
                  </a:cubicBezTo>
                  <a:cubicBezTo>
                    <a:pt x="8" y="101"/>
                    <a:pt x="9" y="102"/>
                    <a:pt x="9" y="101"/>
                  </a:cubicBezTo>
                  <a:cubicBezTo>
                    <a:pt x="10" y="101"/>
                    <a:pt x="9" y="100"/>
                    <a:pt x="9" y="100"/>
                  </a:cubicBezTo>
                  <a:cubicBezTo>
                    <a:pt x="9" y="100"/>
                    <a:pt x="10" y="101"/>
                    <a:pt x="10" y="100"/>
                  </a:cubicBezTo>
                  <a:cubicBezTo>
                    <a:pt x="10" y="100"/>
                    <a:pt x="9" y="100"/>
                    <a:pt x="9" y="99"/>
                  </a:cubicBezTo>
                  <a:cubicBezTo>
                    <a:pt x="9" y="99"/>
                    <a:pt x="9" y="99"/>
                    <a:pt x="10" y="99"/>
                  </a:cubicBezTo>
                  <a:cubicBezTo>
                    <a:pt x="10" y="99"/>
                    <a:pt x="9" y="100"/>
                    <a:pt x="10" y="100"/>
                  </a:cubicBezTo>
                  <a:cubicBezTo>
                    <a:pt x="11" y="100"/>
                    <a:pt x="11" y="99"/>
                    <a:pt x="11" y="99"/>
                  </a:cubicBezTo>
                  <a:cubicBezTo>
                    <a:pt x="12" y="99"/>
                    <a:pt x="12" y="99"/>
                    <a:pt x="12" y="99"/>
                  </a:cubicBezTo>
                  <a:cubicBezTo>
                    <a:pt x="12" y="99"/>
                    <a:pt x="10" y="100"/>
                    <a:pt x="11" y="101"/>
                  </a:cubicBezTo>
                  <a:cubicBezTo>
                    <a:pt x="11" y="101"/>
                    <a:pt x="12" y="101"/>
                    <a:pt x="12" y="101"/>
                  </a:cubicBezTo>
                  <a:cubicBezTo>
                    <a:pt x="12" y="101"/>
                    <a:pt x="11" y="101"/>
                    <a:pt x="11" y="101"/>
                  </a:cubicBezTo>
                  <a:cubicBezTo>
                    <a:pt x="11" y="102"/>
                    <a:pt x="12" y="102"/>
                    <a:pt x="12" y="102"/>
                  </a:cubicBezTo>
                  <a:cubicBezTo>
                    <a:pt x="12" y="102"/>
                    <a:pt x="11" y="102"/>
                    <a:pt x="11" y="102"/>
                  </a:cubicBezTo>
                  <a:cubicBezTo>
                    <a:pt x="11" y="102"/>
                    <a:pt x="11" y="102"/>
                    <a:pt x="11" y="102"/>
                  </a:cubicBezTo>
                  <a:cubicBezTo>
                    <a:pt x="10" y="102"/>
                    <a:pt x="11" y="103"/>
                    <a:pt x="11" y="103"/>
                  </a:cubicBezTo>
                  <a:cubicBezTo>
                    <a:pt x="10" y="103"/>
                    <a:pt x="11" y="103"/>
                    <a:pt x="10" y="102"/>
                  </a:cubicBezTo>
                  <a:cubicBezTo>
                    <a:pt x="10" y="103"/>
                    <a:pt x="11" y="103"/>
                    <a:pt x="11" y="104"/>
                  </a:cubicBezTo>
                  <a:cubicBezTo>
                    <a:pt x="11" y="104"/>
                    <a:pt x="11" y="105"/>
                    <a:pt x="11" y="105"/>
                  </a:cubicBezTo>
                  <a:cubicBezTo>
                    <a:pt x="11" y="105"/>
                    <a:pt x="12" y="104"/>
                    <a:pt x="13" y="104"/>
                  </a:cubicBezTo>
                  <a:cubicBezTo>
                    <a:pt x="12" y="105"/>
                    <a:pt x="12" y="105"/>
                    <a:pt x="11" y="105"/>
                  </a:cubicBezTo>
                  <a:cubicBezTo>
                    <a:pt x="12" y="106"/>
                    <a:pt x="12" y="106"/>
                    <a:pt x="13" y="107"/>
                  </a:cubicBezTo>
                  <a:cubicBezTo>
                    <a:pt x="13" y="107"/>
                    <a:pt x="13" y="108"/>
                    <a:pt x="14" y="108"/>
                  </a:cubicBezTo>
                  <a:cubicBezTo>
                    <a:pt x="13" y="109"/>
                    <a:pt x="14" y="110"/>
                    <a:pt x="14" y="110"/>
                  </a:cubicBezTo>
                  <a:cubicBezTo>
                    <a:pt x="14" y="111"/>
                    <a:pt x="14" y="111"/>
                    <a:pt x="14" y="112"/>
                  </a:cubicBezTo>
                  <a:cubicBezTo>
                    <a:pt x="13" y="112"/>
                    <a:pt x="13" y="113"/>
                    <a:pt x="13" y="114"/>
                  </a:cubicBezTo>
                  <a:cubicBezTo>
                    <a:pt x="13" y="115"/>
                    <a:pt x="13" y="116"/>
                    <a:pt x="13" y="117"/>
                  </a:cubicBezTo>
                  <a:cubicBezTo>
                    <a:pt x="13" y="118"/>
                    <a:pt x="12" y="119"/>
                    <a:pt x="13" y="120"/>
                  </a:cubicBezTo>
                  <a:cubicBezTo>
                    <a:pt x="15" y="121"/>
                    <a:pt x="18" y="120"/>
                    <a:pt x="20" y="120"/>
                  </a:cubicBezTo>
                  <a:cubicBezTo>
                    <a:pt x="21" y="120"/>
                    <a:pt x="27" y="121"/>
                    <a:pt x="28" y="120"/>
                  </a:cubicBezTo>
                  <a:cubicBezTo>
                    <a:pt x="28" y="120"/>
                    <a:pt x="28" y="119"/>
                    <a:pt x="28" y="119"/>
                  </a:cubicBezTo>
                  <a:cubicBezTo>
                    <a:pt x="28" y="119"/>
                    <a:pt x="29" y="119"/>
                    <a:pt x="29" y="119"/>
                  </a:cubicBezTo>
                  <a:cubicBezTo>
                    <a:pt x="31" y="119"/>
                    <a:pt x="32" y="119"/>
                    <a:pt x="33" y="119"/>
                  </a:cubicBezTo>
                  <a:cubicBezTo>
                    <a:pt x="34" y="119"/>
                    <a:pt x="35" y="119"/>
                    <a:pt x="35" y="119"/>
                  </a:cubicBezTo>
                  <a:cubicBezTo>
                    <a:pt x="36" y="119"/>
                    <a:pt x="37" y="119"/>
                    <a:pt x="37" y="119"/>
                  </a:cubicBezTo>
                  <a:cubicBezTo>
                    <a:pt x="38" y="119"/>
                    <a:pt x="38" y="119"/>
                    <a:pt x="39" y="119"/>
                  </a:cubicBezTo>
                  <a:cubicBezTo>
                    <a:pt x="40" y="119"/>
                    <a:pt x="41" y="120"/>
                    <a:pt x="41" y="120"/>
                  </a:cubicBezTo>
                  <a:cubicBezTo>
                    <a:pt x="42" y="119"/>
                    <a:pt x="42" y="120"/>
                    <a:pt x="43" y="120"/>
                  </a:cubicBezTo>
                  <a:cubicBezTo>
                    <a:pt x="44" y="120"/>
                    <a:pt x="44" y="120"/>
                    <a:pt x="45" y="119"/>
                  </a:cubicBezTo>
                  <a:cubicBezTo>
                    <a:pt x="45" y="119"/>
                    <a:pt x="46" y="119"/>
                    <a:pt x="46" y="119"/>
                  </a:cubicBezTo>
                  <a:cubicBezTo>
                    <a:pt x="47" y="120"/>
                    <a:pt x="46" y="120"/>
                    <a:pt x="46" y="120"/>
                  </a:cubicBezTo>
                  <a:cubicBezTo>
                    <a:pt x="47" y="121"/>
                    <a:pt x="49" y="121"/>
                    <a:pt x="50" y="121"/>
                  </a:cubicBezTo>
                  <a:cubicBezTo>
                    <a:pt x="51" y="121"/>
                    <a:pt x="53" y="121"/>
                    <a:pt x="55" y="121"/>
                  </a:cubicBezTo>
                  <a:cubicBezTo>
                    <a:pt x="56" y="121"/>
                    <a:pt x="56" y="120"/>
                    <a:pt x="57" y="120"/>
                  </a:cubicBezTo>
                  <a:cubicBezTo>
                    <a:pt x="58" y="121"/>
                    <a:pt x="58" y="121"/>
                    <a:pt x="59" y="120"/>
                  </a:cubicBezTo>
                  <a:cubicBezTo>
                    <a:pt x="59" y="120"/>
                    <a:pt x="59" y="121"/>
                    <a:pt x="60" y="121"/>
                  </a:cubicBezTo>
                  <a:cubicBezTo>
                    <a:pt x="60" y="121"/>
                    <a:pt x="60" y="121"/>
                    <a:pt x="60" y="121"/>
                  </a:cubicBezTo>
                  <a:cubicBezTo>
                    <a:pt x="60" y="121"/>
                    <a:pt x="60" y="121"/>
                    <a:pt x="60" y="121"/>
                  </a:cubicBezTo>
                  <a:cubicBezTo>
                    <a:pt x="61" y="121"/>
                    <a:pt x="61" y="122"/>
                    <a:pt x="62" y="121"/>
                  </a:cubicBezTo>
                  <a:cubicBezTo>
                    <a:pt x="62" y="121"/>
                    <a:pt x="62" y="123"/>
                    <a:pt x="62" y="122"/>
                  </a:cubicBezTo>
                  <a:cubicBezTo>
                    <a:pt x="63" y="122"/>
                    <a:pt x="63" y="122"/>
                    <a:pt x="63" y="122"/>
                  </a:cubicBezTo>
                  <a:cubicBezTo>
                    <a:pt x="63" y="122"/>
                    <a:pt x="64" y="122"/>
                    <a:pt x="64" y="122"/>
                  </a:cubicBezTo>
                  <a:cubicBezTo>
                    <a:pt x="65" y="122"/>
                    <a:pt x="65" y="122"/>
                    <a:pt x="66" y="123"/>
                  </a:cubicBezTo>
                  <a:cubicBezTo>
                    <a:pt x="66" y="123"/>
                    <a:pt x="66" y="123"/>
                    <a:pt x="67" y="123"/>
                  </a:cubicBezTo>
                  <a:cubicBezTo>
                    <a:pt x="68" y="122"/>
                    <a:pt x="69" y="123"/>
                    <a:pt x="70" y="123"/>
                  </a:cubicBezTo>
                  <a:cubicBezTo>
                    <a:pt x="71" y="123"/>
                    <a:pt x="71" y="124"/>
                    <a:pt x="72" y="125"/>
                  </a:cubicBezTo>
                  <a:cubicBezTo>
                    <a:pt x="72" y="125"/>
                    <a:pt x="73" y="124"/>
                    <a:pt x="73" y="125"/>
                  </a:cubicBezTo>
                  <a:cubicBezTo>
                    <a:pt x="73" y="127"/>
                    <a:pt x="74" y="125"/>
                    <a:pt x="74" y="125"/>
                  </a:cubicBezTo>
                  <a:cubicBezTo>
                    <a:pt x="74" y="124"/>
                    <a:pt x="74" y="123"/>
                    <a:pt x="74" y="123"/>
                  </a:cubicBezTo>
                  <a:cubicBezTo>
                    <a:pt x="73" y="122"/>
                    <a:pt x="74" y="121"/>
                    <a:pt x="74" y="121"/>
                  </a:cubicBezTo>
                  <a:cubicBezTo>
                    <a:pt x="74" y="120"/>
                    <a:pt x="74" y="120"/>
                    <a:pt x="75" y="12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27" name="Cambodia">
              <a:extLst>
                <a:ext uri="{FF2B5EF4-FFF2-40B4-BE49-F238E27FC236}">
                  <a16:creationId xmlns:a16="http://schemas.microsoft.com/office/drawing/2014/main" id="{E081FBAB-AE7B-2622-B4DA-307C1C63F4CC}"/>
                </a:ext>
              </a:extLst>
            </p:cNvPr>
            <p:cNvSpPr>
              <a:spLocks noEditPoints="1"/>
            </p:cNvSpPr>
            <p:nvPr/>
          </p:nvSpPr>
          <p:spPr bwMode="auto">
            <a:xfrm>
              <a:off x="9188028" y="3472914"/>
              <a:ext cx="181331" cy="166628"/>
            </a:xfrm>
            <a:custGeom>
              <a:avLst/>
              <a:gdLst/>
              <a:ahLst/>
              <a:cxnLst>
                <a:cxn ang="0">
                  <a:pos x="50" y="17"/>
                </a:cxn>
                <a:cxn ang="0">
                  <a:pos x="49" y="10"/>
                </a:cxn>
                <a:cxn ang="0">
                  <a:pos x="47" y="7"/>
                </a:cxn>
                <a:cxn ang="0">
                  <a:pos x="47" y="3"/>
                </a:cxn>
                <a:cxn ang="0">
                  <a:pos x="48" y="0"/>
                </a:cxn>
                <a:cxn ang="0">
                  <a:pos x="45" y="2"/>
                </a:cxn>
                <a:cxn ang="0">
                  <a:pos x="44" y="3"/>
                </a:cxn>
                <a:cxn ang="0">
                  <a:pos x="41" y="3"/>
                </a:cxn>
                <a:cxn ang="0">
                  <a:pos x="38" y="2"/>
                </a:cxn>
                <a:cxn ang="0">
                  <a:pos x="35" y="3"/>
                </a:cxn>
                <a:cxn ang="0">
                  <a:pos x="35" y="5"/>
                </a:cxn>
                <a:cxn ang="0">
                  <a:pos x="35" y="8"/>
                </a:cxn>
                <a:cxn ang="0">
                  <a:pos x="32" y="6"/>
                </a:cxn>
                <a:cxn ang="0">
                  <a:pos x="26" y="4"/>
                </a:cxn>
                <a:cxn ang="0">
                  <a:pos x="23" y="3"/>
                </a:cxn>
                <a:cxn ang="0">
                  <a:pos x="21" y="3"/>
                </a:cxn>
                <a:cxn ang="0">
                  <a:pos x="20" y="3"/>
                </a:cxn>
                <a:cxn ang="0">
                  <a:pos x="17" y="3"/>
                </a:cxn>
                <a:cxn ang="0">
                  <a:pos x="14" y="3"/>
                </a:cxn>
                <a:cxn ang="0">
                  <a:pos x="11" y="3"/>
                </a:cxn>
                <a:cxn ang="0">
                  <a:pos x="8" y="3"/>
                </a:cxn>
                <a:cxn ang="0">
                  <a:pos x="4" y="7"/>
                </a:cxn>
                <a:cxn ang="0">
                  <a:pos x="2" y="12"/>
                </a:cxn>
                <a:cxn ang="0">
                  <a:pos x="0" y="15"/>
                </a:cxn>
                <a:cxn ang="0">
                  <a:pos x="2" y="19"/>
                </a:cxn>
                <a:cxn ang="0">
                  <a:pos x="4" y="24"/>
                </a:cxn>
                <a:cxn ang="0">
                  <a:pos x="5" y="26"/>
                </a:cxn>
                <a:cxn ang="0">
                  <a:pos x="7" y="34"/>
                </a:cxn>
                <a:cxn ang="0">
                  <a:pos x="8" y="33"/>
                </a:cxn>
                <a:cxn ang="0">
                  <a:pos x="8" y="34"/>
                </a:cxn>
                <a:cxn ang="0">
                  <a:pos x="10" y="36"/>
                </a:cxn>
                <a:cxn ang="0">
                  <a:pos x="10" y="37"/>
                </a:cxn>
                <a:cxn ang="0">
                  <a:pos x="10" y="42"/>
                </a:cxn>
                <a:cxn ang="0">
                  <a:pos x="13" y="40"/>
                </a:cxn>
                <a:cxn ang="0">
                  <a:pos x="13" y="39"/>
                </a:cxn>
                <a:cxn ang="0">
                  <a:pos x="15" y="43"/>
                </a:cxn>
                <a:cxn ang="0">
                  <a:pos x="15" y="45"/>
                </a:cxn>
                <a:cxn ang="0">
                  <a:pos x="16" y="45"/>
                </a:cxn>
                <a:cxn ang="0">
                  <a:pos x="20" y="45"/>
                </a:cxn>
                <a:cxn ang="0">
                  <a:pos x="23" y="47"/>
                </a:cxn>
                <a:cxn ang="0">
                  <a:pos x="27" y="45"/>
                </a:cxn>
                <a:cxn ang="0">
                  <a:pos x="28" y="41"/>
                </a:cxn>
                <a:cxn ang="0">
                  <a:pos x="31" y="42"/>
                </a:cxn>
                <a:cxn ang="0">
                  <a:pos x="34" y="40"/>
                </a:cxn>
                <a:cxn ang="0">
                  <a:pos x="38" y="42"/>
                </a:cxn>
                <a:cxn ang="0">
                  <a:pos x="39" y="41"/>
                </a:cxn>
                <a:cxn ang="0">
                  <a:pos x="37" y="38"/>
                </a:cxn>
                <a:cxn ang="0">
                  <a:pos x="35" y="34"/>
                </a:cxn>
                <a:cxn ang="0">
                  <a:pos x="39" y="32"/>
                </a:cxn>
                <a:cxn ang="0">
                  <a:pos x="41" y="33"/>
                </a:cxn>
                <a:cxn ang="0">
                  <a:pos x="43" y="30"/>
                </a:cxn>
                <a:cxn ang="0">
                  <a:pos x="48" y="26"/>
                </a:cxn>
                <a:cxn ang="0">
                  <a:pos x="51" y="25"/>
                </a:cxn>
                <a:cxn ang="0">
                  <a:pos x="7" y="33"/>
                </a:cxn>
                <a:cxn ang="0">
                  <a:pos x="7" y="33"/>
                </a:cxn>
                <a:cxn ang="0">
                  <a:pos x="8" y="36"/>
                </a:cxn>
              </a:cxnLst>
              <a:rect l="0" t="0" r="r" b="b"/>
              <a:pathLst>
                <a:path w="51" h="47">
                  <a:moveTo>
                    <a:pt x="51" y="23"/>
                  </a:moveTo>
                  <a:cubicBezTo>
                    <a:pt x="51" y="22"/>
                    <a:pt x="51" y="21"/>
                    <a:pt x="50" y="20"/>
                  </a:cubicBezTo>
                  <a:cubicBezTo>
                    <a:pt x="50" y="19"/>
                    <a:pt x="50" y="18"/>
                    <a:pt x="50" y="17"/>
                  </a:cubicBezTo>
                  <a:cubicBezTo>
                    <a:pt x="50" y="16"/>
                    <a:pt x="50" y="16"/>
                    <a:pt x="51" y="15"/>
                  </a:cubicBezTo>
                  <a:cubicBezTo>
                    <a:pt x="51" y="14"/>
                    <a:pt x="51" y="13"/>
                    <a:pt x="50" y="12"/>
                  </a:cubicBezTo>
                  <a:cubicBezTo>
                    <a:pt x="50" y="11"/>
                    <a:pt x="50" y="11"/>
                    <a:pt x="49" y="10"/>
                  </a:cubicBezTo>
                  <a:cubicBezTo>
                    <a:pt x="49" y="10"/>
                    <a:pt x="49" y="10"/>
                    <a:pt x="49" y="10"/>
                  </a:cubicBezTo>
                  <a:cubicBezTo>
                    <a:pt x="48" y="9"/>
                    <a:pt x="49" y="8"/>
                    <a:pt x="48" y="8"/>
                  </a:cubicBezTo>
                  <a:cubicBezTo>
                    <a:pt x="48" y="7"/>
                    <a:pt x="48" y="7"/>
                    <a:pt x="47" y="7"/>
                  </a:cubicBezTo>
                  <a:cubicBezTo>
                    <a:pt x="47" y="7"/>
                    <a:pt x="47" y="6"/>
                    <a:pt x="47" y="6"/>
                  </a:cubicBezTo>
                  <a:cubicBezTo>
                    <a:pt x="47" y="6"/>
                    <a:pt x="47" y="5"/>
                    <a:pt x="47" y="5"/>
                  </a:cubicBezTo>
                  <a:cubicBezTo>
                    <a:pt x="47" y="4"/>
                    <a:pt x="47" y="4"/>
                    <a:pt x="47" y="3"/>
                  </a:cubicBezTo>
                  <a:cubicBezTo>
                    <a:pt x="47" y="2"/>
                    <a:pt x="48" y="3"/>
                    <a:pt x="48" y="2"/>
                  </a:cubicBezTo>
                  <a:cubicBezTo>
                    <a:pt x="48" y="2"/>
                    <a:pt x="49" y="0"/>
                    <a:pt x="48" y="0"/>
                  </a:cubicBezTo>
                  <a:cubicBezTo>
                    <a:pt x="48" y="0"/>
                    <a:pt x="48" y="0"/>
                    <a:pt x="48" y="0"/>
                  </a:cubicBezTo>
                  <a:cubicBezTo>
                    <a:pt x="48" y="1"/>
                    <a:pt x="47" y="1"/>
                    <a:pt x="47" y="1"/>
                  </a:cubicBezTo>
                  <a:cubicBezTo>
                    <a:pt x="47" y="1"/>
                    <a:pt x="46" y="0"/>
                    <a:pt x="46" y="1"/>
                  </a:cubicBezTo>
                  <a:cubicBezTo>
                    <a:pt x="46" y="2"/>
                    <a:pt x="45" y="2"/>
                    <a:pt x="45" y="2"/>
                  </a:cubicBezTo>
                  <a:cubicBezTo>
                    <a:pt x="45" y="2"/>
                    <a:pt x="45" y="3"/>
                    <a:pt x="44" y="3"/>
                  </a:cubicBezTo>
                  <a:cubicBezTo>
                    <a:pt x="44" y="3"/>
                    <a:pt x="44" y="3"/>
                    <a:pt x="44" y="3"/>
                  </a:cubicBezTo>
                  <a:cubicBezTo>
                    <a:pt x="44" y="3"/>
                    <a:pt x="44" y="3"/>
                    <a:pt x="44" y="3"/>
                  </a:cubicBezTo>
                  <a:cubicBezTo>
                    <a:pt x="43" y="4"/>
                    <a:pt x="43" y="4"/>
                    <a:pt x="43" y="4"/>
                  </a:cubicBezTo>
                  <a:cubicBezTo>
                    <a:pt x="43" y="4"/>
                    <a:pt x="42" y="4"/>
                    <a:pt x="42" y="4"/>
                  </a:cubicBezTo>
                  <a:cubicBezTo>
                    <a:pt x="41" y="4"/>
                    <a:pt x="41" y="3"/>
                    <a:pt x="41" y="3"/>
                  </a:cubicBezTo>
                  <a:cubicBezTo>
                    <a:pt x="40" y="2"/>
                    <a:pt x="39" y="2"/>
                    <a:pt x="39" y="1"/>
                  </a:cubicBezTo>
                  <a:cubicBezTo>
                    <a:pt x="39" y="0"/>
                    <a:pt x="38" y="1"/>
                    <a:pt x="38" y="2"/>
                  </a:cubicBezTo>
                  <a:cubicBezTo>
                    <a:pt x="38" y="1"/>
                    <a:pt x="38" y="2"/>
                    <a:pt x="38" y="2"/>
                  </a:cubicBezTo>
                  <a:cubicBezTo>
                    <a:pt x="37" y="3"/>
                    <a:pt x="37" y="2"/>
                    <a:pt x="36" y="2"/>
                  </a:cubicBezTo>
                  <a:cubicBezTo>
                    <a:pt x="36" y="2"/>
                    <a:pt x="36" y="3"/>
                    <a:pt x="36" y="3"/>
                  </a:cubicBezTo>
                  <a:cubicBezTo>
                    <a:pt x="36" y="4"/>
                    <a:pt x="35" y="3"/>
                    <a:pt x="35" y="3"/>
                  </a:cubicBezTo>
                  <a:cubicBezTo>
                    <a:pt x="35" y="3"/>
                    <a:pt x="34" y="3"/>
                    <a:pt x="34" y="3"/>
                  </a:cubicBezTo>
                  <a:cubicBezTo>
                    <a:pt x="34" y="4"/>
                    <a:pt x="34" y="4"/>
                    <a:pt x="34" y="4"/>
                  </a:cubicBezTo>
                  <a:cubicBezTo>
                    <a:pt x="34" y="5"/>
                    <a:pt x="34" y="5"/>
                    <a:pt x="35" y="5"/>
                  </a:cubicBezTo>
                  <a:cubicBezTo>
                    <a:pt x="35" y="5"/>
                    <a:pt x="35" y="6"/>
                    <a:pt x="36" y="6"/>
                  </a:cubicBezTo>
                  <a:cubicBezTo>
                    <a:pt x="36" y="7"/>
                    <a:pt x="36" y="7"/>
                    <a:pt x="35" y="8"/>
                  </a:cubicBezTo>
                  <a:cubicBezTo>
                    <a:pt x="35" y="8"/>
                    <a:pt x="35" y="8"/>
                    <a:pt x="35" y="8"/>
                  </a:cubicBezTo>
                  <a:cubicBezTo>
                    <a:pt x="34" y="8"/>
                    <a:pt x="34" y="8"/>
                    <a:pt x="33" y="8"/>
                  </a:cubicBezTo>
                  <a:cubicBezTo>
                    <a:pt x="33" y="8"/>
                    <a:pt x="33" y="7"/>
                    <a:pt x="32" y="7"/>
                  </a:cubicBezTo>
                  <a:cubicBezTo>
                    <a:pt x="32" y="6"/>
                    <a:pt x="32" y="6"/>
                    <a:pt x="32" y="6"/>
                  </a:cubicBezTo>
                  <a:cubicBezTo>
                    <a:pt x="31" y="6"/>
                    <a:pt x="31" y="6"/>
                    <a:pt x="31" y="6"/>
                  </a:cubicBezTo>
                  <a:cubicBezTo>
                    <a:pt x="30" y="5"/>
                    <a:pt x="30" y="6"/>
                    <a:pt x="28" y="6"/>
                  </a:cubicBezTo>
                  <a:cubicBezTo>
                    <a:pt x="28" y="6"/>
                    <a:pt x="26" y="4"/>
                    <a:pt x="26" y="4"/>
                  </a:cubicBezTo>
                  <a:cubicBezTo>
                    <a:pt x="26" y="4"/>
                    <a:pt x="26" y="5"/>
                    <a:pt x="25" y="5"/>
                  </a:cubicBezTo>
                  <a:cubicBezTo>
                    <a:pt x="25" y="5"/>
                    <a:pt x="24" y="4"/>
                    <a:pt x="24" y="4"/>
                  </a:cubicBezTo>
                  <a:cubicBezTo>
                    <a:pt x="24" y="3"/>
                    <a:pt x="23" y="3"/>
                    <a:pt x="23" y="3"/>
                  </a:cubicBezTo>
                  <a:cubicBezTo>
                    <a:pt x="23" y="3"/>
                    <a:pt x="22" y="2"/>
                    <a:pt x="22" y="2"/>
                  </a:cubicBezTo>
                  <a:cubicBezTo>
                    <a:pt x="22" y="3"/>
                    <a:pt x="22" y="3"/>
                    <a:pt x="22" y="3"/>
                  </a:cubicBezTo>
                  <a:cubicBezTo>
                    <a:pt x="21" y="2"/>
                    <a:pt x="22" y="3"/>
                    <a:pt x="21" y="3"/>
                  </a:cubicBezTo>
                  <a:cubicBezTo>
                    <a:pt x="21" y="3"/>
                    <a:pt x="21" y="3"/>
                    <a:pt x="21" y="3"/>
                  </a:cubicBezTo>
                  <a:cubicBezTo>
                    <a:pt x="21" y="3"/>
                    <a:pt x="20" y="3"/>
                    <a:pt x="20" y="3"/>
                  </a:cubicBezTo>
                  <a:cubicBezTo>
                    <a:pt x="20" y="4"/>
                    <a:pt x="20" y="3"/>
                    <a:pt x="20" y="3"/>
                  </a:cubicBezTo>
                  <a:cubicBezTo>
                    <a:pt x="19" y="3"/>
                    <a:pt x="19" y="3"/>
                    <a:pt x="18" y="3"/>
                  </a:cubicBezTo>
                  <a:cubicBezTo>
                    <a:pt x="18" y="3"/>
                    <a:pt x="18" y="3"/>
                    <a:pt x="17" y="3"/>
                  </a:cubicBezTo>
                  <a:cubicBezTo>
                    <a:pt x="17" y="3"/>
                    <a:pt x="17" y="3"/>
                    <a:pt x="17" y="3"/>
                  </a:cubicBezTo>
                  <a:cubicBezTo>
                    <a:pt x="17" y="3"/>
                    <a:pt x="16" y="3"/>
                    <a:pt x="16" y="3"/>
                  </a:cubicBezTo>
                  <a:cubicBezTo>
                    <a:pt x="16" y="3"/>
                    <a:pt x="15" y="4"/>
                    <a:pt x="15" y="3"/>
                  </a:cubicBezTo>
                  <a:cubicBezTo>
                    <a:pt x="14" y="3"/>
                    <a:pt x="14" y="4"/>
                    <a:pt x="14" y="3"/>
                  </a:cubicBezTo>
                  <a:cubicBezTo>
                    <a:pt x="13" y="3"/>
                    <a:pt x="13" y="3"/>
                    <a:pt x="12" y="3"/>
                  </a:cubicBezTo>
                  <a:cubicBezTo>
                    <a:pt x="12" y="3"/>
                    <a:pt x="12" y="2"/>
                    <a:pt x="11" y="3"/>
                  </a:cubicBezTo>
                  <a:cubicBezTo>
                    <a:pt x="11" y="3"/>
                    <a:pt x="11" y="3"/>
                    <a:pt x="11" y="3"/>
                  </a:cubicBezTo>
                  <a:cubicBezTo>
                    <a:pt x="10" y="3"/>
                    <a:pt x="10" y="3"/>
                    <a:pt x="9" y="3"/>
                  </a:cubicBezTo>
                  <a:cubicBezTo>
                    <a:pt x="9" y="3"/>
                    <a:pt x="9" y="3"/>
                    <a:pt x="9" y="3"/>
                  </a:cubicBezTo>
                  <a:cubicBezTo>
                    <a:pt x="9" y="3"/>
                    <a:pt x="8" y="3"/>
                    <a:pt x="8" y="3"/>
                  </a:cubicBezTo>
                  <a:cubicBezTo>
                    <a:pt x="7" y="4"/>
                    <a:pt x="6" y="4"/>
                    <a:pt x="5" y="5"/>
                  </a:cubicBezTo>
                  <a:cubicBezTo>
                    <a:pt x="5" y="5"/>
                    <a:pt x="5" y="5"/>
                    <a:pt x="5" y="6"/>
                  </a:cubicBezTo>
                  <a:cubicBezTo>
                    <a:pt x="5" y="6"/>
                    <a:pt x="4" y="7"/>
                    <a:pt x="4" y="7"/>
                  </a:cubicBezTo>
                  <a:cubicBezTo>
                    <a:pt x="4" y="8"/>
                    <a:pt x="4" y="8"/>
                    <a:pt x="3" y="9"/>
                  </a:cubicBezTo>
                  <a:cubicBezTo>
                    <a:pt x="3" y="9"/>
                    <a:pt x="3" y="9"/>
                    <a:pt x="3" y="10"/>
                  </a:cubicBezTo>
                  <a:cubicBezTo>
                    <a:pt x="2" y="11"/>
                    <a:pt x="1" y="11"/>
                    <a:pt x="2" y="12"/>
                  </a:cubicBezTo>
                  <a:cubicBezTo>
                    <a:pt x="1" y="12"/>
                    <a:pt x="1" y="12"/>
                    <a:pt x="0" y="12"/>
                  </a:cubicBezTo>
                  <a:cubicBezTo>
                    <a:pt x="0" y="12"/>
                    <a:pt x="0" y="12"/>
                    <a:pt x="0" y="13"/>
                  </a:cubicBezTo>
                  <a:cubicBezTo>
                    <a:pt x="0" y="13"/>
                    <a:pt x="0" y="14"/>
                    <a:pt x="0" y="15"/>
                  </a:cubicBezTo>
                  <a:cubicBezTo>
                    <a:pt x="0" y="16"/>
                    <a:pt x="0" y="16"/>
                    <a:pt x="1" y="17"/>
                  </a:cubicBezTo>
                  <a:cubicBezTo>
                    <a:pt x="1" y="17"/>
                    <a:pt x="2" y="18"/>
                    <a:pt x="2" y="19"/>
                  </a:cubicBezTo>
                  <a:cubicBezTo>
                    <a:pt x="2" y="19"/>
                    <a:pt x="2" y="19"/>
                    <a:pt x="2" y="19"/>
                  </a:cubicBezTo>
                  <a:cubicBezTo>
                    <a:pt x="2" y="20"/>
                    <a:pt x="2" y="20"/>
                    <a:pt x="2" y="21"/>
                  </a:cubicBezTo>
                  <a:cubicBezTo>
                    <a:pt x="2" y="22"/>
                    <a:pt x="2" y="22"/>
                    <a:pt x="3" y="22"/>
                  </a:cubicBezTo>
                  <a:cubicBezTo>
                    <a:pt x="3" y="23"/>
                    <a:pt x="4" y="23"/>
                    <a:pt x="4" y="24"/>
                  </a:cubicBezTo>
                  <a:cubicBezTo>
                    <a:pt x="4" y="24"/>
                    <a:pt x="5" y="24"/>
                    <a:pt x="5" y="25"/>
                  </a:cubicBezTo>
                  <a:cubicBezTo>
                    <a:pt x="5" y="25"/>
                    <a:pt x="5" y="25"/>
                    <a:pt x="5" y="25"/>
                  </a:cubicBezTo>
                  <a:cubicBezTo>
                    <a:pt x="5" y="26"/>
                    <a:pt x="5" y="26"/>
                    <a:pt x="5" y="26"/>
                  </a:cubicBezTo>
                  <a:cubicBezTo>
                    <a:pt x="5" y="27"/>
                    <a:pt x="5" y="27"/>
                    <a:pt x="5" y="28"/>
                  </a:cubicBezTo>
                  <a:cubicBezTo>
                    <a:pt x="5" y="29"/>
                    <a:pt x="6" y="31"/>
                    <a:pt x="7" y="32"/>
                  </a:cubicBezTo>
                  <a:cubicBezTo>
                    <a:pt x="7" y="32"/>
                    <a:pt x="7" y="34"/>
                    <a:pt x="7" y="34"/>
                  </a:cubicBezTo>
                  <a:cubicBezTo>
                    <a:pt x="8" y="34"/>
                    <a:pt x="7" y="33"/>
                    <a:pt x="7" y="33"/>
                  </a:cubicBezTo>
                  <a:cubicBezTo>
                    <a:pt x="7" y="33"/>
                    <a:pt x="7" y="33"/>
                    <a:pt x="8" y="33"/>
                  </a:cubicBezTo>
                  <a:cubicBezTo>
                    <a:pt x="8" y="33"/>
                    <a:pt x="8" y="33"/>
                    <a:pt x="8" y="33"/>
                  </a:cubicBezTo>
                  <a:cubicBezTo>
                    <a:pt x="8" y="33"/>
                    <a:pt x="8" y="33"/>
                    <a:pt x="8" y="33"/>
                  </a:cubicBezTo>
                  <a:cubicBezTo>
                    <a:pt x="8" y="34"/>
                    <a:pt x="7" y="34"/>
                    <a:pt x="8" y="34"/>
                  </a:cubicBezTo>
                  <a:cubicBezTo>
                    <a:pt x="8" y="34"/>
                    <a:pt x="8" y="34"/>
                    <a:pt x="8" y="34"/>
                  </a:cubicBezTo>
                  <a:cubicBezTo>
                    <a:pt x="7" y="34"/>
                    <a:pt x="8" y="35"/>
                    <a:pt x="8" y="34"/>
                  </a:cubicBezTo>
                  <a:cubicBezTo>
                    <a:pt x="8" y="34"/>
                    <a:pt x="9" y="36"/>
                    <a:pt x="9" y="35"/>
                  </a:cubicBezTo>
                  <a:cubicBezTo>
                    <a:pt x="9" y="35"/>
                    <a:pt x="9" y="35"/>
                    <a:pt x="10" y="36"/>
                  </a:cubicBezTo>
                  <a:cubicBezTo>
                    <a:pt x="9" y="35"/>
                    <a:pt x="9" y="36"/>
                    <a:pt x="9" y="36"/>
                  </a:cubicBezTo>
                  <a:cubicBezTo>
                    <a:pt x="9" y="36"/>
                    <a:pt x="9" y="36"/>
                    <a:pt x="9" y="37"/>
                  </a:cubicBezTo>
                  <a:cubicBezTo>
                    <a:pt x="9" y="37"/>
                    <a:pt x="9" y="37"/>
                    <a:pt x="10" y="37"/>
                  </a:cubicBezTo>
                  <a:cubicBezTo>
                    <a:pt x="9" y="37"/>
                    <a:pt x="9" y="38"/>
                    <a:pt x="9" y="38"/>
                  </a:cubicBezTo>
                  <a:cubicBezTo>
                    <a:pt x="9" y="38"/>
                    <a:pt x="9" y="39"/>
                    <a:pt x="9" y="39"/>
                  </a:cubicBezTo>
                  <a:cubicBezTo>
                    <a:pt x="9" y="40"/>
                    <a:pt x="9" y="41"/>
                    <a:pt x="10" y="42"/>
                  </a:cubicBezTo>
                  <a:cubicBezTo>
                    <a:pt x="10" y="42"/>
                    <a:pt x="11" y="41"/>
                    <a:pt x="11" y="41"/>
                  </a:cubicBezTo>
                  <a:cubicBezTo>
                    <a:pt x="11" y="41"/>
                    <a:pt x="12" y="42"/>
                    <a:pt x="12" y="42"/>
                  </a:cubicBezTo>
                  <a:cubicBezTo>
                    <a:pt x="13" y="42"/>
                    <a:pt x="12" y="41"/>
                    <a:pt x="13" y="40"/>
                  </a:cubicBezTo>
                  <a:cubicBezTo>
                    <a:pt x="13" y="40"/>
                    <a:pt x="13" y="39"/>
                    <a:pt x="13" y="39"/>
                  </a:cubicBezTo>
                  <a:cubicBezTo>
                    <a:pt x="13" y="39"/>
                    <a:pt x="13" y="39"/>
                    <a:pt x="13" y="39"/>
                  </a:cubicBezTo>
                  <a:cubicBezTo>
                    <a:pt x="13" y="39"/>
                    <a:pt x="13" y="39"/>
                    <a:pt x="13" y="39"/>
                  </a:cubicBezTo>
                  <a:cubicBezTo>
                    <a:pt x="13" y="38"/>
                    <a:pt x="15" y="40"/>
                    <a:pt x="15" y="40"/>
                  </a:cubicBezTo>
                  <a:cubicBezTo>
                    <a:pt x="15" y="41"/>
                    <a:pt x="15" y="41"/>
                    <a:pt x="15" y="42"/>
                  </a:cubicBezTo>
                  <a:cubicBezTo>
                    <a:pt x="15" y="42"/>
                    <a:pt x="15" y="43"/>
                    <a:pt x="15" y="43"/>
                  </a:cubicBezTo>
                  <a:cubicBezTo>
                    <a:pt x="14" y="43"/>
                    <a:pt x="14" y="43"/>
                    <a:pt x="14" y="44"/>
                  </a:cubicBezTo>
                  <a:cubicBezTo>
                    <a:pt x="13" y="45"/>
                    <a:pt x="14" y="45"/>
                    <a:pt x="14" y="45"/>
                  </a:cubicBezTo>
                  <a:cubicBezTo>
                    <a:pt x="14" y="45"/>
                    <a:pt x="14" y="45"/>
                    <a:pt x="15" y="45"/>
                  </a:cubicBezTo>
                  <a:cubicBezTo>
                    <a:pt x="15" y="46"/>
                    <a:pt x="15" y="46"/>
                    <a:pt x="15" y="46"/>
                  </a:cubicBezTo>
                  <a:cubicBezTo>
                    <a:pt x="15" y="46"/>
                    <a:pt x="16" y="46"/>
                    <a:pt x="16" y="46"/>
                  </a:cubicBezTo>
                  <a:cubicBezTo>
                    <a:pt x="16" y="46"/>
                    <a:pt x="16" y="45"/>
                    <a:pt x="16" y="45"/>
                  </a:cubicBezTo>
                  <a:cubicBezTo>
                    <a:pt x="16" y="45"/>
                    <a:pt x="16" y="46"/>
                    <a:pt x="17" y="45"/>
                  </a:cubicBezTo>
                  <a:cubicBezTo>
                    <a:pt x="17" y="45"/>
                    <a:pt x="17" y="44"/>
                    <a:pt x="17" y="44"/>
                  </a:cubicBezTo>
                  <a:cubicBezTo>
                    <a:pt x="17" y="45"/>
                    <a:pt x="19" y="45"/>
                    <a:pt x="20" y="45"/>
                  </a:cubicBezTo>
                  <a:cubicBezTo>
                    <a:pt x="20" y="45"/>
                    <a:pt x="21" y="45"/>
                    <a:pt x="21" y="46"/>
                  </a:cubicBezTo>
                  <a:cubicBezTo>
                    <a:pt x="21" y="46"/>
                    <a:pt x="22" y="46"/>
                    <a:pt x="22" y="46"/>
                  </a:cubicBezTo>
                  <a:cubicBezTo>
                    <a:pt x="22" y="46"/>
                    <a:pt x="23" y="47"/>
                    <a:pt x="23" y="47"/>
                  </a:cubicBezTo>
                  <a:cubicBezTo>
                    <a:pt x="24" y="46"/>
                    <a:pt x="24" y="46"/>
                    <a:pt x="24" y="46"/>
                  </a:cubicBezTo>
                  <a:cubicBezTo>
                    <a:pt x="25" y="45"/>
                    <a:pt x="25" y="46"/>
                    <a:pt x="25" y="46"/>
                  </a:cubicBezTo>
                  <a:cubicBezTo>
                    <a:pt x="26" y="46"/>
                    <a:pt x="27" y="46"/>
                    <a:pt x="27" y="45"/>
                  </a:cubicBezTo>
                  <a:cubicBezTo>
                    <a:pt x="28" y="44"/>
                    <a:pt x="28" y="44"/>
                    <a:pt x="29" y="44"/>
                  </a:cubicBezTo>
                  <a:cubicBezTo>
                    <a:pt x="29" y="43"/>
                    <a:pt x="29" y="43"/>
                    <a:pt x="29" y="43"/>
                  </a:cubicBezTo>
                  <a:cubicBezTo>
                    <a:pt x="28" y="42"/>
                    <a:pt x="28" y="42"/>
                    <a:pt x="28" y="41"/>
                  </a:cubicBezTo>
                  <a:cubicBezTo>
                    <a:pt x="28" y="41"/>
                    <a:pt x="29" y="41"/>
                    <a:pt x="29" y="41"/>
                  </a:cubicBezTo>
                  <a:cubicBezTo>
                    <a:pt x="29" y="41"/>
                    <a:pt x="30" y="41"/>
                    <a:pt x="30" y="42"/>
                  </a:cubicBezTo>
                  <a:cubicBezTo>
                    <a:pt x="31" y="42"/>
                    <a:pt x="31" y="42"/>
                    <a:pt x="31" y="42"/>
                  </a:cubicBezTo>
                  <a:cubicBezTo>
                    <a:pt x="31" y="42"/>
                    <a:pt x="31" y="41"/>
                    <a:pt x="31" y="41"/>
                  </a:cubicBezTo>
                  <a:cubicBezTo>
                    <a:pt x="32" y="41"/>
                    <a:pt x="32" y="41"/>
                    <a:pt x="32" y="41"/>
                  </a:cubicBezTo>
                  <a:cubicBezTo>
                    <a:pt x="33" y="41"/>
                    <a:pt x="34" y="41"/>
                    <a:pt x="34" y="40"/>
                  </a:cubicBezTo>
                  <a:cubicBezTo>
                    <a:pt x="35" y="40"/>
                    <a:pt x="35" y="40"/>
                    <a:pt x="36" y="40"/>
                  </a:cubicBezTo>
                  <a:cubicBezTo>
                    <a:pt x="36" y="41"/>
                    <a:pt x="36" y="43"/>
                    <a:pt x="37" y="42"/>
                  </a:cubicBezTo>
                  <a:cubicBezTo>
                    <a:pt x="37" y="41"/>
                    <a:pt x="38" y="42"/>
                    <a:pt x="38" y="42"/>
                  </a:cubicBezTo>
                  <a:cubicBezTo>
                    <a:pt x="38" y="43"/>
                    <a:pt x="39" y="43"/>
                    <a:pt x="39" y="43"/>
                  </a:cubicBezTo>
                  <a:cubicBezTo>
                    <a:pt x="39" y="42"/>
                    <a:pt x="39" y="42"/>
                    <a:pt x="39" y="41"/>
                  </a:cubicBezTo>
                  <a:cubicBezTo>
                    <a:pt x="39" y="40"/>
                    <a:pt x="39" y="41"/>
                    <a:pt x="39" y="41"/>
                  </a:cubicBezTo>
                  <a:cubicBezTo>
                    <a:pt x="39" y="40"/>
                    <a:pt x="39" y="40"/>
                    <a:pt x="39" y="40"/>
                  </a:cubicBezTo>
                  <a:cubicBezTo>
                    <a:pt x="39" y="39"/>
                    <a:pt x="39" y="40"/>
                    <a:pt x="38" y="39"/>
                  </a:cubicBezTo>
                  <a:cubicBezTo>
                    <a:pt x="38" y="39"/>
                    <a:pt x="38" y="39"/>
                    <a:pt x="37" y="38"/>
                  </a:cubicBezTo>
                  <a:cubicBezTo>
                    <a:pt x="36" y="38"/>
                    <a:pt x="36" y="37"/>
                    <a:pt x="36" y="36"/>
                  </a:cubicBezTo>
                  <a:cubicBezTo>
                    <a:pt x="36" y="36"/>
                    <a:pt x="36" y="35"/>
                    <a:pt x="36" y="35"/>
                  </a:cubicBezTo>
                  <a:cubicBezTo>
                    <a:pt x="36" y="34"/>
                    <a:pt x="35" y="34"/>
                    <a:pt x="35" y="34"/>
                  </a:cubicBezTo>
                  <a:cubicBezTo>
                    <a:pt x="35" y="33"/>
                    <a:pt x="36" y="34"/>
                    <a:pt x="37" y="33"/>
                  </a:cubicBezTo>
                  <a:cubicBezTo>
                    <a:pt x="37" y="33"/>
                    <a:pt x="37" y="32"/>
                    <a:pt x="37" y="32"/>
                  </a:cubicBezTo>
                  <a:cubicBezTo>
                    <a:pt x="38" y="32"/>
                    <a:pt x="38" y="32"/>
                    <a:pt x="39" y="32"/>
                  </a:cubicBezTo>
                  <a:cubicBezTo>
                    <a:pt x="39" y="32"/>
                    <a:pt x="39" y="33"/>
                    <a:pt x="40" y="33"/>
                  </a:cubicBezTo>
                  <a:cubicBezTo>
                    <a:pt x="40" y="33"/>
                    <a:pt x="40" y="33"/>
                    <a:pt x="41" y="33"/>
                  </a:cubicBezTo>
                  <a:cubicBezTo>
                    <a:pt x="41" y="33"/>
                    <a:pt x="41" y="33"/>
                    <a:pt x="41" y="33"/>
                  </a:cubicBezTo>
                  <a:cubicBezTo>
                    <a:pt x="41" y="32"/>
                    <a:pt x="41" y="32"/>
                    <a:pt x="41" y="31"/>
                  </a:cubicBezTo>
                  <a:cubicBezTo>
                    <a:pt x="41" y="31"/>
                    <a:pt x="40" y="30"/>
                    <a:pt x="41" y="30"/>
                  </a:cubicBezTo>
                  <a:cubicBezTo>
                    <a:pt x="41" y="30"/>
                    <a:pt x="43" y="30"/>
                    <a:pt x="43" y="30"/>
                  </a:cubicBezTo>
                  <a:cubicBezTo>
                    <a:pt x="44" y="30"/>
                    <a:pt x="44" y="29"/>
                    <a:pt x="44" y="29"/>
                  </a:cubicBezTo>
                  <a:cubicBezTo>
                    <a:pt x="45" y="28"/>
                    <a:pt x="46" y="29"/>
                    <a:pt x="47" y="28"/>
                  </a:cubicBezTo>
                  <a:cubicBezTo>
                    <a:pt x="47" y="27"/>
                    <a:pt x="47" y="26"/>
                    <a:pt x="48" y="26"/>
                  </a:cubicBezTo>
                  <a:cubicBezTo>
                    <a:pt x="49" y="26"/>
                    <a:pt x="49" y="26"/>
                    <a:pt x="49" y="26"/>
                  </a:cubicBezTo>
                  <a:cubicBezTo>
                    <a:pt x="50" y="26"/>
                    <a:pt x="50" y="27"/>
                    <a:pt x="50" y="27"/>
                  </a:cubicBezTo>
                  <a:cubicBezTo>
                    <a:pt x="50" y="27"/>
                    <a:pt x="51" y="26"/>
                    <a:pt x="51" y="25"/>
                  </a:cubicBezTo>
                  <a:cubicBezTo>
                    <a:pt x="51" y="25"/>
                    <a:pt x="51" y="24"/>
                    <a:pt x="51" y="23"/>
                  </a:cubicBezTo>
                  <a:close/>
                  <a:moveTo>
                    <a:pt x="7" y="33"/>
                  </a:moveTo>
                  <a:cubicBezTo>
                    <a:pt x="7" y="33"/>
                    <a:pt x="7" y="33"/>
                    <a:pt x="7" y="33"/>
                  </a:cubicBezTo>
                  <a:cubicBezTo>
                    <a:pt x="7" y="32"/>
                    <a:pt x="7" y="32"/>
                    <a:pt x="7" y="31"/>
                  </a:cubicBezTo>
                  <a:cubicBezTo>
                    <a:pt x="7" y="32"/>
                    <a:pt x="8" y="33"/>
                    <a:pt x="9" y="32"/>
                  </a:cubicBezTo>
                  <a:cubicBezTo>
                    <a:pt x="8" y="33"/>
                    <a:pt x="8" y="33"/>
                    <a:pt x="7" y="33"/>
                  </a:cubicBezTo>
                  <a:close/>
                  <a:moveTo>
                    <a:pt x="8" y="36"/>
                  </a:moveTo>
                  <a:cubicBezTo>
                    <a:pt x="8" y="36"/>
                    <a:pt x="9" y="38"/>
                    <a:pt x="8" y="38"/>
                  </a:cubicBezTo>
                  <a:cubicBezTo>
                    <a:pt x="8" y="38"/>
                    <a:pt x="7" y="35"/>
                    <a:pt x="8" y="36"/>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28" name="Cabo Verde (or Cape Verde)">
              <a:extLst>
                <a:ext uri="{FF2B5EF4-FFF2-40B4-BE49-F238E27FC236}">
                  <a16:creationId xmlns:a16="http://schemas.microsoft.com/office/drawing/2014/main" id="{E9D66853-23E9-1DC5-F763-25A3A7C86D19}"/>
                </a:ext>
              </a:extLst>
            </p:cNvPr>
            <p:cNvSpPr>
              <a:spLocks noEditPoints="1"/>
            </p:cNvSpPr>
            <p:nvPr/>
          </p:nvSpPr>
          <p:spPr bwMode="auto">
            <a:xfrm>
              <a:off x="4837080" y="3373917"/>
              <a:ext cx="95076" cy="96056"/>
            </a:xfrm>
            <a:custGeom>
              <a:avLst/>
              <a:gdLst/>
              <a:ahLst/>
              <a:cxnLst>
                <a:cxn ang="0">
                  <a:pos x="23" y="6"/>
                </a:cxn>
                <a:cxn ang="0">
                  <a:pos x="23" y="4"/>
                </a:cxn>
                <a:cxn ang="0">
                  <a:pos x="24" y="5"/>
                </a:cxn>
                <a:cxn ang="0">
                  <a:pos x="24" y="7"/>
                </a:cxn>
                <a:cxn ang="0">
                  <a:pos x="23" y="6"/>
                </a:cxn>
                <a:cxn ang="0">
                  <a:pos x="12" y="7"/>
                </a:cxn>
                <a:cxn ang="0">
                  <a:pos x="11" y="6"/>
                </a:cxn>
                <a:cxn ang="0">
                  <a:pos x="10" y="6"/>
                </a:cxn>
                <a:cxn ang="0">
                  <a:pos x="9" y="6"/>
                </a:cxn>
                <a:cxn ang="0">
                  <a:pos x="10" y="7"/>
                </a:cxn>
                <a:cxn ang="0">
                  <a:pos x="10" y="8"/>
                </a:cxn>
                <a:cxn ang="0">
                  <a:pos x="11" y="7"/>
                </a:cxn>
                <a:cxn ang="0">
                  <a:pos x="12" y="7"/>
                </a:cxn>
                <a:cxn ang="0">
                  <a:pos x="13" y="7"/>
                </a:cxn>
                <a:cxn ang="0">
                  <a:pos x="12" y="7"/>
                </a:cxn>
                <a:cxn ang="0">
                  <a:pos x="6" y="27"/>
                </a:cxn>
                <a:cxn ang="0">
                  <a:pos x="6" y="26"/>
                </a:cxn>
                <a:cxn ang="0">
                  <a:pos x="6" y="27"/>
                </a:cxn>
                <a:cxn ang="0">
                  <a:pos x="20" y="21"/>
                </a:cxn>
                <a:cxn ang="0">
                  <a:pos x="21" y="23"/>
                </a:cxn>
                <a:cxn ang="0">
                  <a:pos x="21" y="22"/>
                </a:cxn>
                <a:cxn ang="0">
                  <a:pos x="20" y="21"/>
                </a:cxn>
                <a:cxn ang="0">
                  <a:pos x="4" y="1"/>
                </a:cxn>
                <a:cxn ang="0">
                  <a:pos x="1" y="1"/>
                </a:cxn>
                <a:cxn ang="0">
                  <a:pos x="1" y="2"/>
                </a:cxn>
                <a:cxn ang="0">
                  <a:pos x="1" y="3"/>
                </a:cxn>
                <a:cxn ang="0">
                  <a:pos x="3" y="3"/>
                </a:cxn>
                <a:cxn ang="0">
                  <a:pos x="4" y="2"/>
                </a:cxn>
                <a:cxn ang="0">
                  <a:pos x="4" y="1"/>
                </a:cxn>
                <a:cxn ang="0">
                  <a:pos x="4" y="3"/>
                </a:cxn>
                <a:cxn ang="0">
                  <a:pos x="4" y="4"/>
                </a:cxn>
                <a:cxn ang="0">
                  <a:pos x="3" y="4"/>
                </a:cxn>
                <a:cxn ang="0">
                  <a:pos x="4" y="5"/>
                </a:cxn>
                <a:cxn ang="0">
                  <a:pos x="5" y="4"/>
                </a:cxn>
                <a:cxn ang="0">
                  <a:pos x="4" y="3"/>
                </a:cxn>
                <a:cxn ang="0">
                  <a:pos x="9" y="24"/>
                </a:cxn>
                <a:cxn ang="0">
                  <a:pos x="9" y="26"/>
                </a:cxn>
                <a:cxn ang="0">
                  <a:pos x="9" y="24"/>
                </a:cxn>
                <a:cxn ang="0">
                  <a:pos x="26" y="11"/>
                </a:cxn>
                <a:cxn ang="0">
                  <a:pos x="25" y="11"/>
                </a:cxn>
                <a:cxn ang="0">
                  <a:pos x="24" y="11"/>
                </a:cxn>
                <a:cxn ang="0">
                  <a:pos x="24" y="11"/>
                </a:cxn>
                <a:cxn ang="0">
                  <a:pos x="23" y="13"/>
                </a:cxn>
                <a:cxn ang="0">
                  <a:pos x="25" y="14"/>
                </a:cxn>
                <a:cxn ang="0">
                  <a:pos x="26" y="11"/>
                </a:cxn>
                <a:cxn ang="0">
                  <a:pos x="16" y="21"/>
                </a:cxn>
                <a:cxn ang="0">
                  <a:pos x="15" y="21"/>
                </a:cxn>
                <a:cxn ang="0">
                  <a:pos x="15" y="22"/>
                </a:cxn>
                <a:cxn ang="0">
                  <a:pos x="15" y="24"/>
                </a:cxn>
                <a:cxn ang="0">
                  <a:pos x="15" y="24"/>
                </a:cxn>
                <a:cxn ang="0">
                  <a:pos x="16" y="25"/>
                </a:cxn>
                <a:cxn ang="0">
                  <a:pos x="17" y="26"/>
                </a:cxn>
                <a:cxn ang="0">
                  <a:pos x="17" y="23"/>
                </a:cxn>
                <a:cxn ang="0">
                  <a:pos x="16" y="21"/>
                </a:cxn>
              </a:cxnLst>
              <a:rect l="0" t="0" r="r" b="b"/>
              <a:pathLst>
                <a:path w="27" h="27">
                  <a:moveTo>
                    <a:pt x="23" y="6"/>
                  </a:moveTo>
                  <a:cubicBezTo>
                    <a:pt x="23" y="6"/>
                    <a:pt x="23" y="5"/>
                    <a:pt x="23" y="4"/>
                  </a:cubicBezTo>
                  <a:cubicBezTo>
                    <a:pt x="24" y="4"/>
                    <a:pt x="24" y="5"/>
                    <a:pt x="24" y="5"/>
                  </a:cubicBezTo>
                  <a:cubicBezTo>
                    <a:pt x="24" y="6"/>
                    <a:pt x="24" y="7"/>
                    <a:pt x="24" y="7"/>
                  </a:cubicBezTo>
                  <a:cubicBezTo>
                    <a:pt x="24" y="7"/>
                    <a:pt x="24" y="6"/>
                    <a:pt x="23" y="6"/>
                  </a:cubicBezTo>
                  <a:close/>
                  <a:moveTo>
                    <a:pt x="12" y="7"/>
                  </a:moveTo>
                  <a:cubicBezTo>
                    <a:pt x="11" y="6"/>
                    <a:pt x="11" y="6"/>
                    <a:pt x="11" y="6"/>
                  </a:cubicBezTo>
                  <a:cubicBezTo>
                    <a:pt x="11" y="6"/>
                    <a:pt x="11" y="6"/>
                    <a:pt x="10" y="6"/>
                  </a:cubicBezTo>
                  <a:cubicBezTo>
                    <a:pt x="10" y="6"/>
                    <a:pt x="10" y="6"/>
                    <a:pt x="9" y="6"/>
                  </a:cubicBezTo>
                  <a:cubicBezTo>
                    <a:pt x="9" y="7"/>
                    <a:pt x="10" y="7"/>
                    <a:pt x="10" y="7"/>
                  </a:cubicBezTo>
                  <a:cubicBezTo>
                    <a:pt x="10" y="7"/>
                    <a:pt x="10" y="8"/>
                    <a:pt x="10" y="8"/>
                  </a:cubicBezTo>
                  <a:cubicBezTo>
                    <a:pt x="10" y="8"/>
                    <a:pt x="11" y="7"/>
                    <a:pt x="11" y="7"/>
                  </a:cubicBezTo>
                  <a:cubicBezTo>
                    <a:pt x="11" y="7"/>
                    <a:pt x="12" y="7"/>
                    <a:pt x="12" y="7"/>
                  </a:cubicBezTo>
                  <a:cubicBezTo>
                    <a:pt x="12" y="7"/>
                    <a:pt x="13" y="7"/>
                    <a:pt x="13" y="7"/>
                  </a:cubicBezTo>
                  <a:cubicBezTo>
                    <a:pt x="13" y="7"/>
                    <a:pt x="12" y="7"/>
                    <a:pt x="12" y="7"/>
                  </a:cubicBezTo>
                  <a:close/>
                  <a:moveTo>
                    <a:pt x="6" y="27"/>
                  </a:moveTo>
                  <a:cubicBezTo>
                    <a:pt x="6" y="26"/>
                    <a:pt x="6" y="26"/>
                    <a:pt x="6" y="26"/>
                  </a:cubicBezTo>
                  <a:cubicBezTo>
                    <a:pt x="5" y="25"/>
                    <a:pt x="5" y="26"/>
                    <a:pt x="6" y="27"/>
                  </a:cubicBezTo>
                  <a:close/>
                  <a:moveTo>
                    <a:pt x="20" y="21"/>
                  </a:moveTo>
                  <a:cubicBezTo>
                    <a:pt x="20" y="21"/>
                    <a:pt x="20" y="23"/>
                    <a:pt x="21" y="23"/>
                  </a:cubicBezTo>
                  <a:cubicBezTo>
                    <a:pt x="21" y="23"/>
                    <a:pt x="21" y="22"/>
                    <a:pt x="21" y="22"/>
                  </a:cubicBezTo>
                  <a:cubicBezTo>
                    <a:pt x="21" y="21"/>
                    <a:pt x="21" y="21"/>
                    <a:pt x="20" y="21"/>
                  </a:cubicBezTo>
                  <a:close/>
                  <a:moveTo>
                    <a:pt x="4" y="1"/>
                  </a:moveTo>
                  <a:cubicBezTo>
                    <a:pt x="3" y="0"/>
                    <a:pt x="2" y="1"/>
                    <a:pt x="1" y="1"/>
                  </a:cubicBezTo>
                  <a:cubicBezTo>
                    <a:pt x="0" y="2"/>
                    <a:pt x="1" y="2"/>
                    <a:pt x="1" y="2"/>
                  </a:cubicBezTo>
                  <a:cubicBezTo>
                    <a:pt x="1" y="3"/>
                    <a:pt x="1" y="3"/>
                    <a:pt x="1" y="3"/>
                  </a:cubicBezTo>
                  <a:cubicBezTo>
                    <a:pt x="2" y="3"/>
                    <a:pt x="2" y="3"/>
                    <a:pt x="3" y="3"/>
                  </a:cubicBezTo>
                  <a:cubicBezTo>
                    <a:pt x="3" y="3"/>
                    <a:pt x="4" y="2"/>
                    <a:pt x="4" y="2"/>
                  </a:cubicBezTo>
                  <a:cubicBezTo>
                    <a:pt x="4" y="2"/>
                    <a:pt x="4" y="1"/>
                    <a:pt x="4" y="1"/>
                  </a:cubicBezTo>
                  <a:close/>
                  <a:moveTo>
                    <a:pt x="4" y="3"/>
                  </a:moveTo>
                  <a:cubicBezTo>
                    <a:pt x="4" y="3"/>
                    <a:pt x="4" y="4"/>
                    <a:pt x="4" y="4"/>
                  </a:cubicBezTo>
                  <a:cubicBezTo>
                    <a:pt x="4" y="4"/>
                    <a:pt x="3" y="4"/>
                    <a:pt x="3" y="4"/>
                  </a:cubicBezTo>
                  <a:cubicBezTo>
                    <a:pt x="3" y="4"/>
                    <a:pt x="4" y="5"/>
                    <a:pt x="4" y="5"/>
                  </a:cubicBezTo>
                  <a:cubicBezTo>
                    <a:pt x="4" y="5"/>
                    <a:pt x="6" y="4"/>
                    <a:pt x="5" y="4"/>
                  </a:cubicBezTo>
                  <a:cubicBezTo>
                    <a:pt x="5" y="4"/>
                    <a:pt x="5" y="3"/>
                    <a:pt x="4" y="3"/>
                  </a:cubicBezTo>
                  <a:close/>
                  <a:moveTo>
                    <a:pt x="9" y="24"/>
                  </a:moveTo>
                  <a:cubicBezTo>
                    <a:pt x="8" y="24"/>
                    <a:pt x="7" y="26"/>
                    <a:pt x="9" y="26"/>
                  </a:cubicBezTo>
                  <a:cubicBezTo>
                    <a:pt x="10" y="26"/>
                    <a:pt x="10" y="24"/>
                    <a:pt x="9" y="24"/>
                  </a:cubicBezTo>
                  <a:close/>
                  <a:moveTo>
                    <a:pt x="26" y="11"/>
                  </a:moveTo>
                  <a:cubicBezTo>
                    <a:pt x="25" y="11"/>
                    <a:pt x="25" y="11"/>
                    <a:pt x="25" y="11"/>
                  </a:cubicBezTo>
                  <a:cubicBezTo>
                    <a:pt x="25" y="11"/>
                    <a:pt x="24" y="11"/>
                    <a:pt x="24" y="11"/>
                  </a:cubicBezTo>
                  <a:cubicBezTo>
                    <a:pt x="24" y="11"/>
                    <a:pt x="24" y="11"/>
                    <a:pt x="24" y="11"/>
                  </a:cubicBezTo>
                  <a:cubicBezTo>
                    <a:pt x="24" y="12"/>
                    <a:pt x="23" y="12"/>
                    <a:pt x="23" y="13"/>
                  </a:cubicBezTo>
                  <a:cubicBezTo>
                    <a:pt x="23" y="14"/>
                    <a:pt x="24" y="14"/>
                    <a:pt x="25" y="14"/>
                  </a:cubicBezTo>
                  <a:cubicBezTo>
                    <a:pt x="25" y="13"/>
                    <a:pt x="27" y="12"/>
                    <a:pt x="26" y="11"/>
                  </a:cubicBezTo>
                  <a:close/>
                  <a:moveTo>
                    <a:pt x="16" y="21"/>
                  </a:moveTo>
                  <a:cubicBezTo>
                    <a:pt x="16" y="21"/>
                    <a:pt x="15" y="21"/>
                    <a:pt x="15" y="21"/>
                  </a:cubicBezTo>
                  <a:cubicBezTo>
                    <a:pt x="15" y="21"/>
                    <a:pt x="15" y="22"/>
                    <a:pt x="15" y="22"/>
                  </a:cubicBezTo>
                  <a:cubicBezTo>
                    <a:pt x="15" y="23"/>
                    <a:pt x="15" y="23"/>
                    <a:pt x="15" y="24"/>
                  </a:cubicBezTo>
                  <a:cubicBezTo>
                    <a:pt x="15" y="24"/>
                    <a:pt x="15" y="24"/>
                    <a:pt x="15" y="24"/>
                  </a:cubicBezTo>
                  <a:cubicBezTo>
                    <a:pt x="15" y="25"/>
                    <a:pt x="15" y="25"/>
                    <a:pt x="16" y="25"/>
                  </a:cubicBezTo>
                  <a:cubicBezTo>
                    <a:pt x="16" y="25"/>
                    <a:pt x="17" y="25"/>
                    <a:pt x="17" y="26"/>
                  </a:cubicBezTo>
                  <a:cubicBezTo>
                    <a:pt x="19" y="25"/>
                    <a:pt x="18" y="23"/>
                    <a:pt x="17" y="23"/>
                  </a:cubicBezTo>
                  <a:cubicBezTo>
                    <a:pt x="17" y="22"/>
                    <a:pt x="16" y="22"/>
                    <a:pt x="16" y="2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29" name="Burundi">
              <a:extLst>
                <a:ext uri="{FF2B5EF4-FFF2-40B4-BE49-F238E27FC236}">
                  <a16:creationId xmlns:a16="http://schemas.microsoft.com/office/drawing/2014/main" id="{CBF5B6E5-E745-CCDA-F339-9CBFCFEC6E6B}"/>
                </a:ext>
              </a:extLst>
            </p:cNvPr>
            <p:cNvSpPr>
              <a:spLocks/>
            </p:cNvSpPr>
            <p:nvPr/>
          </p:nvSpPr>
          <p:spPr bwMode="auto">
            <a:xfrm>
              <a:off x="6692530" y="4132564"/>
              <a:ext cx="63711" cy="85275"/>
            </a:xfrm>
            <a:custGeom>
              <a:avLst/>
              <a:gdLst/>
              <a:ahLst/>
              <a:cxnLst>
                <a:cxn ang="0">
                  <a:pos x="18" y="8"/>
                </a:cxn>
                <a:cxn ang="0">
                  <a:pos x="16" y="7"/>
                </a:cxn>
                <a:cxn ang="0">
                  <a:pos x="14" y="8"/>
                </a:cxn>
                <a:cxn ang="0">
                  <a:pos x="14" y="6"/>
                </a:cxn>
                <a:cxn ang="0">
                  <a:pos x="14" y="5"/>
                </a:cxn>
                <a:cxn ang="0">
                  <a:pos x="15" y="4"/>
                </a:cxn>
                <a:cxn ang="0">
                  <a:pos x="14" y="4"/>
                </a:cxn>
                <a:cxn ang="0">
                  <a:pos x="15" y="2"/>
                </a:cxn>
                <a:cxn ang="0">
                  <a:pos x="13" y="1"/>
                </a:cxn>
                <a:cxn ang="0">
                  <a:pos x="12" y="1"/>
                </a:cxn>
                <a:cxn ang="0">
                  <a:pos x="11" y="2"/>
                </a:cxn>
                <a:cxn ang="0">
                  <a:pos x="9" y="1"/>
                </a:cxn>
                <a:cxn ang="0">
                  <a:pos x="9" y="2"/>
                </a:cxn>
                <a:cxn ang="0">
                  <a:pos x="9" y="3"/>
                </a:cxn>
                <a:cxn ang="0">
                  <a:pos x="9" y="5"/>
                </a:cxn>
                <a:cxn ang="0">
                  <a:pos x="7" y="6"/>
                </a:cxn>
                <a:cxn ang="0">
                  <a:pos x="7" y="6"/>
                </a:cxn>
                <a:cxn ang="0">
                  <a:pos x="6" y="6"/>
                </a:cxn>
                <a:cxn ang="0">
                  <a:pos x="5" y="6"/>
                </a:cxn>
                <a:cxn ang="0">
                  <a:pos x="4" y="6"/>
                </a:cxn>
                <a:cxn ang="0">
                  <a:pos x="3" y="6"/>
                </a:cxn>
                <a:cxn ang="0">
                  <a:pos x="1" y="4"/>
                </a:cxn>
                <a:cxn ang="0">
                  <a:pos x="0" y="5"/>
                </a:cxn>
                <a:cxn ang="0">
                  <a:pos x="0" y="5"/>
                </a:cxn>
                <a:cxn ang="0">
                  <a:pos x="0" y="6"/>
                </a:cxn>
                <a:cxn ang="0">
                  <a:pos x="1" y="7"/>
                </a:cxn>
                <a:cxn ang="0">
                  <a:pos x="2" y="8"/>
                </a:cxn>
                <a:cxn ang="0">
                  <a:pos x="2" y="10"/>
                </a:cxn>
                <a:cxn ang="0">
                  <a:pos x="2" y="11"/>
                </a:cxn>
                <a:cxn ang="0">
                  <a:pos x="3" y="12"/>
                </a:cxn>
                <a:cxn ang="0">
                  <a:pos x="3" y="13"/>
                </a:cxn>
                <a:cxn ang="0">
                  <a:pos x="3" y="18"/>
                </a:cxn>
                <a:cxn ang="0">
                  <a:pos x="5" y="22"/>
                </a:cxn>
                <a:cxn ang="0">
                  <a:pos x="6" y="24"/>
                </a:cxn>
                <a:cxn ang="0">
                  <a:pos x="7" y="24"/>
                </a:cxn>
                <a:cxn ang="0">
                  <a:pos x="8" y="23"/>
                </a:cxn>
                <a:cxn ang="0">
                  <a:pos x="10" y="22"/>
                </a:cxn>
                <a:cxn ang="0">
                  <a:pos x="11" y="20"/>
                </a:cxn>
                <a:cxn ang="0">
                  <a:pos x="12" y="17"/>
                </a:cxn>
                <a:cxn ang="0">
                  <a:pos x="13" y="17"/>
                </a:cxn>
                <a:cxn ang="0">
                  <a:pos x="13" y="15"/>
                </a:cxn>
                <a:cxn ang="0">
                  <a:pos x="14" y="14"/>
                </a:cxn>
                <a:cxn ang="0">
                  <a:pos x="15" y="14"/>
                </a:cxn>
                <a:cxn ang="0">
                  <a:pos x="16" y="12"/>
                </a:cxn>
                <a:cxn ang="0">
                  <a:pos x="18" y="11"/>
                </a:cxn>
                <a:cxn ang="0">
                  <a:pos x="18" y="8"/>
                </a:cxn>
              </a:cxnLst>
              <a:rect l="0" t="0" r="r" b="b"/>
              <a:pathLst>
                <a:path w="18" h="24">
                  <a:moveTo>
                    <a:pt x="18" y="8"/>
                  </a:moveTo>
                  <a:cubicBezTo>
                    <a:pt x="17" y="8"/>
                    <a:pt x="16" y="8"/>
                    <a:pt x="16" y="7"/>
                  </a:cubicBezTo>
                  <a:cubicBezTo>
                    <a:pt x="15" y="7"/>
                    <a:pt x="14" y="8"/>
                    <a:pt x="14" y="8"/>
                  </a:cubicBezTo>
                  <a:cubicBezTo>
                    <a:pt x="14" y="7"/>
                    <a:pt x="13" y="7"/>
                    <a:pt x="14" y="6"/>
                  </a:cubicBezTo>
                  <a:cubicBezTo>
                    <a:pt x="14" y="6"/>
                    <a:pt x="14" y="5"/>
                    <a:pt x="14" y="5"/>
                  </a:cubicBezTo>
                  <a:cubicBezTo>
                    <a:pt x="14" y="5"/>
                    <a:pt x="15" y="5"/>
                    <a:pt x="15" y="4"/>
                  </a:cubicBezTo>
                  <a:cubicBezTo>
                    <a:pt x="14" y="5"/>
                    <a:pt x="13" y="5"/>
                    <a:pt x="14" y="4"/>
                  </a:cubicBezTo>
                  <a:cubicBezTo>
                    <a:pt x="15" y="3"/>
                    <a:pt x="15" y="2"/>
                    <a:pt x="15" y="2"/>
                  </a:cubicBezTo>
                  <a:cubicBezTo>
                    <a:pt x="15" y="2"/>
                    <a:pt x="13" y="0"/>
                    <a:pt x="13" y="1"/>
                  </a:cubicBezTo>
                  <a:cubicBezTo>
                    <a:pt x="13" y="1"/>
                    <a:pt x="12" y="1"/>
                    <a:pt x="12" y="1"/>
                  </a:cubicBezTo>
                  <a:cubicBezTo>
                    <a:pt x="11" y="1"/>
                    <a:pt x="11" y="2"/>
                    <a:pt x="11" y="2"/>
                  </a:cubicBezTo>
                  <a:cubicBezTo>
                    <a:pt x="11" y="2"/>
                    <a:pt x="9" y="1"/>
                    <a:pt x="9" y="1"/>
                  </a:cubicBezTo>
                  <a:cubicBezTo>
                    <a:pt x="9" y="1"/>
                    <a:pt x="9" y="2"/>
                    <a:pt x="9" y="2"/>
                  </a:cubicBezTo>
                  <a:cubicBezTo>
                    <a:pt x="9" y="2"/>
                    <a:pt x="9" y="3"/>
                    <a:pt x="9" y="3"/>
                  </a:cubicBezTo>
                  <a:cubicBezTo>
                    <a:pt x="9" y="4"/>
                    <a:pt x="9" y="4"/>
                    <a:pt x="9" y="5"/>
                  </a:cubicBezTo>
                  <a:cubicBezTo>
                    <a:pt x="8" y="5"/>
                    <a:pt x="8" y="6"/>
                    <a:pt x="7" y="6"/>
                  </a:cubicBezTo>
                  <a:cubicBezTo>
                    <a:pt x="7" y="5"/>
                    <a:pt x="7" y="6"/>
                    <a:pt x="7" y="6"/>
                  </a:cubicBezTo>
                  <a:cubicBezTo>
                    <a:pt x="7" y="6"/>
                    <a:pt x="7" y="6"/>
                    <a:pt x="6" y="6"/>
                  </a:cubicBezTo>
                  <a:cubicBezTo>
                    <a:pt x="6" y="6"/>
                    <a:pt x="6" y="6"/>
                    <a:pt x="5" y="6"/>
                  </a:cubicBezTo>
                  <a:cubicBezTo>
                    <a:pt x="5" y="6"/>
                    <a:pt x="5" y="6"/>
                    <a:pt x="4" y="6"/>
                  </a:cubicBezTo>
                  <a:cubicBezTo>
                    <a:pt x="4" y="6"/>
                    <a:pt x="3" y="7"/>
                    <a:pt x="3" y="6"/>
                  </a:cubicBezTo>
                  <a:cubicBezTo>
                    <a:pt x="3" y="4"/>
                    <a:pt x="3" y="4"/>
                    <a:pt x="1" y="4"/>
                  </a:cubicBezTo>
                  <a:cubicBezTo>
                    <a:pt x="1" y="4"/>
                    <a:pt x="0" y="4"/>
                    <a:pt x="0" y="5"/>
                  </a:cubicBezTo>
                  <a:cubicBezTo>
                    <a:pt x="0" y="5"/>
                    <a:pt x="0" y="5"/>
                    <a:pt x="0" y="5"/>
                  </a:cubicBezTo>
                  <a:cubicBezTo>
                    <a:pt x="0" y="6"/>
                    <a:pt x="0" y="6"/>
                    <a:pt x="0" y="6"/>
                  </a:cubicBezTo>
                  <a:cubicBezTo>
                    <a:pt x="0" y="6"/>
                    <a:pt x="0" y="7"/>
                    <a:pt x="1" y="7"/>
                  </a:cubicBezTo>
                  <a:cubicBezTo>
                    <a:pt x="1" y="7"/>
                    <a:pt x="1" y="8"/>
                    <a:pt x="2" y="8"/>
                  </a:cubicBezTo>
                  <a:cubicBezTo>
                    <a:pt x="3" y="9"/>
                    <a:pt x="2" y="10"/>
                    <a:pt x="2" y="10"/>
                  </a:cubicBezTo>
                  <a:cubicBezTo>
                    <a:pt x="2" y="11"/>
                    <a:pt x="2" y="11"/>
                    <a:pt x="2" y="11"/>
                  </a:cubicBezTo>
                  <a:cubicBezTo>
                    <a:pt x="2" y="12"/>
                    <a:pt x="2" y="12"/>
                    <a:pt x="3" y="12"/>
                  </a:cubicBezTo>
                  <a:cubicBezTo>
                    <a:pt x="3" y="12"/>
                    <a:pt x="3" y="13"/>
                    <a:pt x="3" y="13"/>
                  </a:cubicBezTo>
                  <a:cubicBezTo>
                    <a:pt x="3" y="15"/>
                    <a:pt x="3" y="17"/>
                    <a:pt x="3" y="18"/>
                  </a:cubicBezTo>
                  <a:cubicBezTo>
                    <a:pt x="4" y="20"/>
                    <a:pt x="5" y="21"/>
                    <a:pt x="5" y="22"/>
                  </a:cubicBezTo>
                  <a:cubicBezTo>
                    <a:pt x="5" y="23"/>
                    <a:pt x="6" y="24"/>
                    <a:pt x="6" y="24"/>
                  </a:cubicBezTo>
                  <a:cubicBezTo>
                    <a:pt x="7" y="24"/>
                    <a:pt x="7" y="24"/>
                    <a:pt x="7" y="24"/>
                  </a:cubicBezTo>
                  <a:cubicBezTo>
                    <a:pt x="7" y="23"/>
                    <a:pt x="8" y="24"/>
                    <a:pt x="8" y="23"/>
                  </a:cubicBezTo>
                  <a:cubicBezTo>
                    <a:pt x="9" y="23"/>
                    <a:pt x="9" y="23"/>
                    <a:pt x="10" y="22"/>
                  </a:cubicBezTo>
                  <a:cubicBezTo>
                    <a:pt x="10" y="21"/>
                    <a:pt x="11" y="20"/>
                    <a:pt x="11" y="20"/>
                  </a:cubicBezTo>
                  <a:cubicBezTo>
                    <a:pt x="12" y="19"/>
                    <a:pt x="12" y="18"/>
                    <a:pt x="12" y="17"/>
                  </a:cubicBezTo>
                  <a:cubicBezTo>
                    <a:pt x="12" y="17"/>
                    <a:pt x="13" y="16"/>
                    <a:pt x="13" y="17"/>
                  </a:cubicBezTo>
                  <a:cubicBezTo>
                    <a:pt x="13" y="17"/>
                    <a:pt x="13" y="16"/>
                    <a:pt x="13" y="15"/>
                  </a:cubicBezTo>
                  <a:cubicBezTo>
                    <a:pt x="14" y="15"/>
                    <a:pt x="14" y="14"/>
                    <a:pt x="14" y="14"/>
                  </a:cubicBezTo>
                  <a:cubicBezTo>
                    <a:pt x="14" y="14"/>
                    <a:pt x="15" y="14"/>
                    <a:pt x="15" y="14"/>
                  </a:cubicBezTo>
                  <a:cubicBezTo>
                    <a:pt x="15" y="13"/>
                    <a:pt x="17" y="12"/>
                    <a:pt x="16" y="12"/>
                  </a:cubicBezTo>
                  <a:cubicBezTo>
                    <a:pt x="16" y="11"/>
                    <a:pt x="17" y="12"/>
                    <a:pt x="18" y="11"/>
                  </a:cubicBezTo>
                  <a:cubicBezTo>
                    <a:pt x="18" y="9"/>
                    <a:pt x="17" y="9"/>
                    <a:pt x="18" y="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30" name="Burkina Faso">
              <a:extLst>
                <a:ext uri="{FF2B5EF4-FFF2-40B4-BE49-F238E27FC236}">
                  <a16:creationId xmlns:a16="http://schemas.microsoft.com/office/drawing/2014/main" id="{89BF4E00-7900-8E4F-CF16-4A056A0FED05}"/>
                </a:ext>
              </a:extLst>
            </p:cNvPr>
            <p:cNvSpPr>
              <a:spLocks/>
            </p:cNvSpPr>
            <p:nvPr/>
          </p:nvSpPr>
          <p:spPr bwMode="auto">
            <a:xfrm>
              <a:off x="5505552" y="3455272"/>
              <a:ext cx="273466" cy="223476"/>
            </a:xfrm>
            <a:custGeom>
              <a:avLst/>
              <a:gdLst/>
              <a:ahLst/>
              <a:cxnLst>
                <a:cxn ang="0">
                  <a:pos x="76" y="30"/>
                </a:cxn>
                <a:cxn ang="0">
                  <a:pos x="72" y="28"/>
                </a:cxn>
                <a:cxn ang="0">
                  <a:pos x="64" y="20"/>
                </a:cxn>
                <a:cxn ang="0">
                  <a:pos x="66" y="19"/>
                </a:cxn>
                <a:cxn ang="0">
                  <a:pos x="62" y="16"/>
                </a:cxn>
                <a:cxn ang="0">
                  <a:pos x="60" y="15"/>
                </a:cxn>
                <a:cxn ang="0">
                  <a:pos x="58" y="11"/>
                </a:cxn>
                <a:cxn ang="0">
                  <a:pos x="57" y="4"/>
                </a:cxn>
                <a:cxn ang="0">
                  <a:pos x="53" y="1"/>
                </a:cxn>
                <a:cxn ang="0">
                  <a:pos x="45" y="3"/>
                </a:cxn>
                <a:cxn ang="0">
                  <a:pos x="36" y="7"/>
                </a:cxn>
                <a:cxn ang="0">
                  <a:pos x="30" y="9"/>
                </a:cxn>
                <a:cxn ang="0">
                  <a:pos x="26" y="15"/>
                </a:cxn>
                <a:cxn ang="0">
                  <a:pos x="25" y="17"/>
                </a:cxn>
                <a:cxn ang="0">
                  <a:pos x="23" y="16"/>
                </a:cxn>
                <a:cxn ang="0">
                  <a:pos x="21" y="21"/>
                </a:cxn>
                <a:cxn ang="0">
                  <a:pos x="16" y="19"/>
                </a:cxn>
                <a:cxn ang="0">
                  <a:pos x="14" y="20"/>
                </a:cxn>
                <a:cxn ang="0">
                  <a:pos x="13" y="23"/>
                </a:cxn>
                <a:cxn ang="0">
                  <a:pos x="11" y="26"/>
                </a:cxn>
                <a:cxn ang="0">
                  <a:pos x="12" y="31"/>
                </a:cxn>
                <a:cxn ang="0">
                  <a:pos x="10" y="33"/>
                </a:cxn>
                <a:cxn ang="0">
                  <a:pos x="8" y="34"/>
                </a:cxn>
                <a:cxn ang="0">
                  <a:pos x="2" y="36"/>
                </a:cxn>
                <a:cxn ang="0">
                  <a:pos x="3" y="41"/>
                </a:cxn>
                <a:cxn ang="0">
                  <a:pos x="2" y="44"/>
                </a:cxn>
                <a:cxn ang="0">
                  <a:pos x="2" y="47"/>
                </a:cxn>
                <a:cxn ang="0">
                  <a:pos x="1" y="52"/>
                </a:cxn>
                <a:cxn ang="0">
                  <a:pos x="5" y="54"/>
                </a:cxn>
                <a:cxn ang="0">
                  <a:pos x="6" y="56"/>
                </a:cxn>
                <a:cxn ang="0">
                  <a:pos x="9" y="60"/>
                </a:cxn>
                <a:cxn ang="0">
                  <a:pos x="10" y="60"/>
                </a:cxn>
                <a:cxn ang="0">
                  <a:pos x="12" y="60"/>
                </a:cxn>
                <a:cxn ang="0">
                  <a:pos x="14" y="58"/>
                </a:cxn>
                <a:cxn ang="0">
                  <a:pos x="17" y="57"/>
                </a:cxn>
                <a:cxn ang="0">
                  <a:pos x="21" y="57"/>
                </a:cxn>
                <a:cxn ang="0">
                  <a:pos x="23" y="57"/>
                </a:cxn>
                <a:cxn ang="0">
                  <a:pos x="24" y="59"/>
                </a:cxn>
                <a:cxn ang="0">
                  <a:pos x="27" y="63"/>
                </a:cxn>
                <a:cxn ang="0">
                  <a:pos x="27" y="58"/>
                </a:cxn>
                <a:cxn ang="0">
                  <a:pos x="27" y="54"/>
                </a:cxn>
                <a:cxn ang="0">
                  <a:pos x="26" y="51"/>
                </a:cxn>
                <a:cxn ang="0">
                  <a:pos x="27" y="45"/>
                </a:cxn>
                <a:cxn ang="0">
                  <a:pos x="41" y="45"/>
                </a:cxn>
                <a:cxn ang="0">
                  <a:pos x="47" y="45"/>
                </a:cxn>
                <a:cxn ang="0">
                  <a:pos x="50" y="44"/>
                </a:cxn>
                <a:cxn ang="0">
                  <a:pos x="53" y="44"/>
                </a:cxn>
                <a:cxn ang="0">
                  <a:pos x="61" y="45"/>
                </a:cxn>
                <a:cxn ang="0">
                  <a:pos x="65" y="45"/>
                </a:cxn>
                <a:cxn ang="0">
                  <a:pos x="66" y="43"/>
                </a:cxn>
                <a:cxn ang="0">
                  <a:pos x="68" y="40"/>
                </a:cxn>
                <a:cxn ang="0">
                  <a:pos x="72" y="41"/>
                </a:cxn>
                <a:cxn ang="0">
                  <a:pos x="76" y="37"/>
                </a:cxn>
              </a:cxnLst>
              <a:rect l="0" t="0" r="r" b="b"/>
              <a:pathLst>
                <a:path w="77" h="63">
                  <a:moveTo>
                    <a:pt x="75" y="32"/>
                  </a:moveTo>
                  <a:cubicBezTo>
                    <a:pt x="75" y="32"/>
                    <a:pt x="73" y="31"/>
                    <a:pt x="74" y="30"/>
                  </a:cubicBezTo>
                  <a:cubicBezTo>
                    <a:pt x="75" y="30"/>
                    <a:pt x="75" y="30"/>
                    <a:pt x="76" y="30"/>
                  </a:cubicBezTo>
                  <a:cubicBezTo>
                    <a:pt x="77" y="29"/>
                    <a:pt x="75" y="27"/>
                    <a:pt x="75" y="27"/>
                  </a:cubicBezTo>
                  <a:cubicBezTo>
                    <a:pt x="75" y="26"/>
                    <a:pt x="73" y="26"/>
                    <a:pt x="73" y="27"/>
                  </a:cubicBezTo>
                  <a:cubicBezTo>
                    <a:pt x="72" y="27"/>
                    <a:pt x="72" y="28"/>
                    <a:pt x="72" y="28"/>
                  </a:cubicBezTo>
                  <a:cubicBezTo>
                    <a:pt x="70" y="28"/>
                    <a:pt x="69" y="27"/>
                    <a:pt x="68" y="26"/>
                  </a:cubicBezTo>
                  <a:cubicBezTo>
                    <a:pt x="67" y="25"/>
                    <a:pt x="66" y="24"/>
                    <a:pt x="64" y="23"/>
                  </a:cubicBezTo>
                  <a:cubicBezTo>
                    <a:pt x="63" y="23"/>
                    <a:pt x="64" y="21"/>
                    <a:pt x="64" y="20"/>
                  </a:cubicBezTo>
                  <a:cubicBezTo>
                    <a:pt x="64" y="20"/>
                    <a:pt x="63" y="19"/>
                    <a:pt x="64" y="19"/>
                  </a:cubicBezTo>
                  <a:cubicBezTo>
                    <a:pt x="65" y="19"/>
                    <a:pt x="65" y="20"/>
                    <a:pt x="66" y="20"/>
                  </a:cubicBezTo>
                  <a:cubicBezTo>
                    <a:pt x="66" y="19"/>
                    <a:pt x="67" y="20"/>
                    <a:pt x="66" y="19"/>
                  </a:cubicBezTo>
                  <a:cubicBezTo>
                    <a:pt x="66" y="19"/>
                    <a:pt x="65" y="19"/>
                    <a:pt x="65" y="19"/>
                  </a:cubicBezTo>
                  <a:cubicBezTo>
                    <a:pt x="64" y="18"/>
                    <a:pt x="64" y="18"/>
                    <a:pt x="64" y="17"/>
                  </a:cubicBezTo>
                  <a:cubicBezTo>
                    <a:pt x="63" y="17"/>
                    <a:pt x="62" y="17"/>
                    <a:pt x="62" y="16"/>
                  </a:cubicBezTo>
                  <a:cubicBezTo>
                    <a:pt x="62" y="16"/>
                    <a:pt x="62" y="16"/>
                    <a:pt x="62" y="16"/>
                  </a:cubicBezTo>
                  <a:cubicBezTo>
                    <a:pt x="61" y="16"/>
                    <a:pt x="61" y="16"/>
                    <a:pt x="61" y="16"/>
                  </a:cubicBezTo>
                  <a:cubicBezTo>
                    <a:pt x="60" y="16"/>
                    <a:pt x="60" y="15"/>
                    <a:pt x="60" y="15"/>
                  </a:cubicBezTo>
                  <a:cubicBezTo>
                    <a:pt x="60" y="15"/>
                    <a:pt x="59" y="14"/>
                    <a:pt x="59" y="14"/>
                  </a:cubicBezTo>
                  <a:cubicBezTo>
                    <a:pt x="59" y="13"/>
                    <a:pt x="58" y="13"/>
                    <a:pt x="58" y="12"/>
                  </a:cubicBezTo>
                  <a:cubicBezTo>
                    <a:pt x="58" y="12"/>
                    <a:pt x="58" y="11"/>
                    <a:pt x="58" y="11"/>
                  </a:cubicBezTo>
                  <a:cubicBezTo>
                    <a:pt x="58" y="10"/>
                    <a:pt x="58" y="10"/>
                    <a:pt x="58" y="9"/>
                  </a:cubicBezTo>
                  <a:cubicBezTo>
                    <a:pt x="57" y="8"/>
                    <a:pt x="56" y="8"/>
                    <a:pt x="56" y="6"/>
                  </a:cubicBezTo>
                  <a:cubicBezTo>
                    <a:pt x="56" y="6"/>
                    <a:pt x="57" y="5"/>
                    <a:pt x="57" y="4"/>
                  </a:cubicBezTo>
                  <a:cubicBezTo>
                    <a:pt x="57" y="4"/>
                    <a:pt x="56" y="4"/>
                    <a:pt x="56" y="3"/>
                  </a:cubicBezTo>
                  <a:cubicBezTo>
                    <a:pt x="56" y="3"/>
                    <a:pt x="57" y="3"/>
                    <a:pt x="57" y="3"/>
                  </a:cubicBezTo>
                  <a:cubicBezTo>
                    <a:pt x="57" y="2"/>
                    <a:pt x="54" y="1"/>
                    <a:pt x="53" y="1"/>
                  </a:cubicBezTo>
                  <a:cubicBezTo>
                    <a:pt x="52" y="1"/>
                    <a:pt x="51" y="2"/>
                    <a:pt x="50" y="0"/>
                  </a:cubicBezTo>
                  <a:cubicBezTo>
                    <a:pt x="49" y="0"/>
                    <a:pt x="48" y="0"/>
                    <a:pt x="47" y="1"/>
                  </a:cubicBezTo>
                  <a:cubicBezTo>
                    <a:pt x="46" y="2"/>
                    <a:pt x="45" y="3"/>
                    <a:pt x="45" y="3"/>
                  </a:cubicBezTo>
                  <a:cubicBezTo>
                    <a:pt x="44" y="4"/>
                    <a:pt x="42" y="4"/>
                    <a:pt x="41" y="5"/>
                  </a:cubicBezTo>
                  <a:cubicBezTo>
                    <a:pt x="40" y="5"/>
                    <a:pt x="40" y="6"/>
                    <a:pt x="39" y="6"/>
                  </a:cubicBezTo>
                  <a:cubicBezTo>
                    <a:pt x="38" y="7"/>
                    <a:pt x="36" y="7"/>
                    <a:pt x="36" y="7"/>
                  </a:cubicBezTo>
                  <a:cubicBezTo>
                    <a:pt x="35" y="8"/>
                    <a:pt x="35" y="9"/>
                    <a:pt x="35" y="10"/>
                  </a:cubicBezTo>
                  <a:cubicBezTo>
                    <a:pt x="35" y="11"/>
                    <a:pt x="33" y="10"/>
                    <a:pt x="32" y="10"/>
                  </a:cubicBezTo>
                  <a:cubicBezTo>
                    <a:pt x="31" y="10"/>
                    <a:pt x="31" y="9"/>
                    <a:pt x="30" y="9"/>
                  </a:cubicBezTo>
                  <a:cubicBezTo>
                    <a:pt x="29" y="10"/>
                    <a:pt x="29" y="11"/>
                    <a:pt x="28" y="11"/>
                  </a:cubicBezTo>
                  <a:cubicBezTo>
                    <a:pt x="27" y="12"/>
                    <a:pt x="27" y="12"/>
                    <a:pt x="27" y="13"/>
                  </a:cubicBezTo>
                  <a:cubicBezTo>
                    <a:pt x="26" y="14"/>
                    <a:pt x="26" y="14"/>
                    <a:pt x="26" y="15"/>
                  </a:cubicBezTo>
                  <a:cubicBezTo>
                    <a:pt x="26" y="15"/>
                    <a:pt x="26" y="16"/>
                    <a:pt x="26" y="16"/>
                  </a:cubicBezTo>
                  <a:cubicBezTo>
                    <a:pt x="26" y="16"/>
                    <a:pt x="26" y="16"/>
                    <a:pt x="25" y="16"/>
                  </a:cubicBezTo>
                  <a:cubicBezTo>
                    <a:pt x="25" y="16"/>
                    <a:pt x="25" y="17"/>
                    <a:pt x="25" y="17"/>
                  </a:cubicBezTo>
                  <a:cubicBezTo>
                    <a:pt x="25" y="17"/>
                    <a:pt x="25" y="16"/>
                    <a:pt x="25" y="16"/>
                  </a:cubicBezTo>
                  <a:cubicBezTo>
                    <a:pt x="24" y="16"/>
                    <a:pt x="24" y="16"/>
                    <a:pt x="24" y="16"/>
                  </a:cubicBezTo>
                  <a:cubicBezTo>
                    <a:pt x="23" y="16"/>
                    <a:pt x="23" y="15"/>
                    <a:pt x="23" y="16"/>
                  </a:cubicBezTo>
                  <a:cubicBezTo>
                    <a:pt x="23" y="16"/>
                    <a:pt x="23" y="16"/>
                    <a:pt x="23" y="16"/>
                  </a:cubicBezTo>
                  <a:cubicBezTo>
                    <a:pt x="23" y="18"/>
                    <a:pt x="23" y="19"/>
                    <a:pt x="23" y="20"/>
                  </a:cubicBezTo>
                  <a:cubicBezTo>
                    <a:pt x="22" y="20"/>
                    <a:pt x="21" y="20"/>
                    <a:pt x="21" y="21"/>
                  </a:cubicBezTo>
                  <a:cubicBezTo>
                    <a:pt x="21" y="22"/>
                    <a:pt x="19" y="21"/>
                    <a:pt x="19" y="20"/>
                  </a:cubicBezTo>
                  <a:cubicBezTo>
                    <a:pt x="18" y="20"/>
                    <a:pt x="17" y="19"/>
                    <a:pt x="16" y="19"/>
                  </a:cubicBezTo>
                  <a:cubicBezTo>
                    <a:pt x="16" y="19"/>
                    <a:pt x="16" y="19"/>
                    <a:pt x="16" y="19"/>
                  </a:cubicBezTo>
                  <a:cubicBezTo>
                    <a:pt x="17" y="18"/>
                    <a:pt x="16" y="18"/>
                    <a:pt x="16" y="18"/>
                  </a:cubicBezTo>
                  <a:cubicBezTo>
                    <a:pt x="16" y="18"/>
                    <a:pt x="16" y="18"/>
                    <a:pt x="15" y="19"/>
                  </a:cubicBezTo>
                  <a:cubicBezTo>
                    <a:pt x="15" y="19"/>
                    <a:pt x="15" y="20"/>
                    <a:pt x="14" y="20"/>
                  </a:cubicBezTo>
                  <a:cubicBezTo>
                    <a:pt x="14" y="21"/>
                    <a:pt x="13" y="21"/>
                    <a:pt x="13" y="21"/>
                  </a:cubicBezTo>
                  <a:cubicBezTo>
                    <a:pt x="14" y="21"/>
                    <a:pt x="13" y="21"/>
                    <a:pt x="13" y="21"/>
                  </a:cubicBezTo>
                  <a:cubicBezTo>
                    <a:pt x="12" y="22"/>
                    <a:pt x="13" y="23"/>
                    <a:pt x="13" y="23"/>
                  </a:cubicBezTo>
                  <a:cubicBezTo>
                    <a:pt x="14" y="24"/>
                    <a:pt x="14" y="24"/>
                    <a:pt x="14" y="25"/>
                  </a:cubicBezTo>
                  <a:cubicBezTo>
                    <a:pt x="14" y="26"/>
                    <a:pt x="13" y="27"/>
                    <a:pt x="13" y="26"/>
                  </a:cubicBezTo>
                  <a:cubicBezTo>
                    <a:pt x="12" y="26"/>
                    <a:pt x="12" y="27"/>
                    <a:pt x="11" y="26"/>
                  </a:cubicBezTo>
                  <a:cubicBezTo>
                    <a:pt x="11" y="27"/>
                    <a:pt x="12" y="28"/>
                    <a:pt x="12" y="29"/>
                  </a:cubicBezTo>
                  <a:cubicBezTo>
                    <a:pt x="12" y="29"/>
                    <a:pt x="11" y="29"/>
                    <a:pt x="11" y="30"/>
                  </a:cubicBezTo>
                  <a:cubicBezTo>
                    <a:pt x="11" y="30"/>
                    <a:pt x="12" y="30"/>
                    <a:pt x="12" y="31"/>
                  </a:cubicBezTo>
                  <a:cubicBezTo>
                    <a:pt x="12" y="31"/>
                    <a:pt x="11" y="30"/>
                    <a:pt x="11" y="31"/>
                  </a:cubicBezTo>
                  <a:cubicBezTo>
                    <a:pt x="11" y="32"/>
                    <a:pt x="10" y="32"/>
                    <a:pt x="10" y="32"/>
                  </a:cubicBezTo>
                  <a:cubicBezTo>
                    <a:pt x="10" y="32"/>
                    <a:pt x="10" y="33"/>
                    <a:pt x="10" y="33"/>
                  </a:cubicBezTo>
                  <a:cubicBezTo>
                    <a:pt x="10" y="33"/>
                    <a:pt x="10" y="33"/>
                    <a:pt x="9" y="33"/>
                  </a:cubicBezTo>
                  <a:cubicBezTo>
                    <a:pt x="9" y="34"/>
                    <a:pt x="9" y="34"/>
                    <a:pt x="9" y="34"/>
                  </a:cubicBezTo>
                  <a:cubicBezTo>
                    <a:pt x="8" y="34"/>
                    <a:pt x="8" y="34"/>
                    <a:pt x="8" y="34"/>
                  </a:cubicBezTo>
                  <a:cubicBezTo>
                    <a:pt x="7" y="34"/>
                    <a:pt x="7" y="34"/>
                    <a:pt x="7" y="34"/>
                  </a:cubicBezTo>
                  <a:cubicBezTo>
                    <a:pt x="6" y="34"/>
                    <a:pt x="5" y="35"/>
                    <a:pt x="4" y="35"/>
                  </a:cubicBezTo>
                  <a:cubicBezTo>
                    <a:pt x="3" y="36"/>
                    <a:pt x="3" y="36"/>
                    <a:pt x="2" y="36"/>
                  </a:cubicBezTo>
                  <a:cubicBezTo>
                    <a:pt x="2" y="37"/>
                    <a:pt x="3" y="37"/>
                    <a:pt x="3" y="37"/>
                  </a:cubicBezTo>
                  <a:cubicBezTo>
                    <a:pt x="3" y="38"/>
                    <a:pt x="3" y="39"/>
                    <a:pt x="3" y="39"/>
                  </a:cubicBezTo>
                  <a:cubicBezTo>
                    <a:pt x="4" y="39"/>
                    <a:pt x="4" y="41"/>
                    <a:pt x="3" y="41"/>
                  </a:cubicBezTo>
                  <a:cubicBezTo>
                    <a:pt x="3" y="41"/>
                    <a:pt x="3" y="42"/>
                    <a:pt x="3" y="43"/>
                  </a:cubicBezTo>
                  <a:cubicBezTo>
                    <a:pt x="3" y="43"/>
                    <a:pt x="3" y="43"/>
                    <a:pt x="3" y="43"/>
                  </a:cubicBezTo>
                  <a:cubicBezTo>
                    <a:pt x="3" y="44"/>
                    <a:pt x="3" y="44"/>
                    <a:pt x="2" y="44"/>
                  </a:cubicBezTo>
                  <a:cubicBezTo>
                    <a:pt x="2" y="44"/>
                    <a:pt x="1" y="44"/>
                    <a:pt x="1" y="45"/>
                  </a:cubicBezTo>
                  <a:cubicBezTo>
                    <a:pt x="1" y="45"/>
                    <a:pt x="1" y="46"/>
                    <a:pt x="1" y="46"/>
                  </a:cubicBezTo>
                  <a:cubicBezTo>
                    <a:pt x="1" y="46"/>
                    <a:pt x="2" y="47"/>
                    <a:pt x="2" y="47"/>
                  </a:cubicBezTo>
                  <a:cubicBezTo>
                    <a:pt x="2" y="48"/>
                    <a:pt x="1" y="48"/>
                    <a:pt x="1" y="49"/>
                  </a:cubicBezTo>
                  <a:cubicBezTo>
                    <a:pt x="1" y="50"/>
                    <a:pt x="1" y="50"/>
                    <a:pt x="1" y="51"/>
                  </a:cubicBezTo>
                  <a:cubicBezTo>
                    <a:pt x="1" y="51"/>
                    <a:pt x="0" y="52"/>
                    <a:pt x="1" y="52"/>
                  </a:cubicBezTo>
                  <a:cubicBezTo>
                    <a:pt x="1" y="52"/>
                    <a:pt x="1" y="53"/>
                    <a:pt x="2" y="53"/>
                  </a:cubicBezTo>
                  <a:cubicBezTo>
                    <a:pt x="3" y="53"/>
                    <a:pt x="3" y="53"/>
                    <a:pt x="4" y="53"/>
                  </a:cubicBezTo>
                  <a:cubicBezTo>
                    <a:pt x="4" y="53"/>
                    <a:pt x="5" y="53"/>
                    <a:pt x="5" y="54"/>
                  </a:cubicBezTo>
                  <a:cubicBezTo>
                    <a:pt x="4" y="54"/>
                    <a:pt x="4" y="54"/>
                    <a:pt x="5" y="54"/>
                  </a:cubicBezTo>
                  <a:cubicBezTo>
                    <a:pt x="5" y="54"/>
                    <a:pt x="5" y="55"/>
                    <a:pt x="5" y="55"/>
                  </a:cubicBezTo>
                  <a:cubicBezTo>
                    <a:pt x="5" y="56"/>
                    <a:pt x="6" y="56"/>
                    <a:pt x="6" y="56"/>
                  </a:cubicBezTo>
                  <a:cubicBezTo>
                    <a:pt x="6" y="57"/>
                    <a:pt x="6" y="58"/>
                    <a:pt x="6" y="58"/>
                  </a:cubicBezTo>
                  <a:cubicBezTo>
                    <a:pt x="8" y="58"/>
                    <a:pt x="7" y="59"/>
                    <a:pt x="8" y="59"/>
                  </a:cubicBezTo>
                  <a:cubicBezTo>
                    <a:pt x="8" y="59"/>
                    <a:pt x="9" y="60"/>
                    <a:pt x="9" y="60"/>
                  </a:cubicBezTo>
                  <a:cubicBezTo>
                    <a:pt x="9" y="59"/>
                    <a:pt x="9" y="60"/>
                    <a:pt x="10" y="60"/>
                  </a:cubicBezTo>
                  <a:cubicBezTo>
                    <a:pt x="10" y="60"/>
                    <a:pt x="10" y="59"/>
                    <a:pt x="10" y="59"/>
                  </a:cubicBezTo>
                  <a:cubicBezTo>
                    <a:pt x="10" y="59"/>
                    <a:pt x="10" y="60"/>
                    <a:pt x="10" y="60"/>
                  </a:cubicBezTo>
                  <a:cubicBezTo>
                    <a:pt x="10" y="61"/>
                    <a:pt x="11" y="60"/>
                    <a:pt x="11" y="60"/>
                  </a:cubicBezTo>
                  <a:cubicBezTo>
                    <a:pt x="11" y="61"/>
                    <a:pt x="11" y="61"/>
                    <a:pt x="12" y="61"/>
                  </a:cubicBezTo>
                  <a:cubicBezTo>
                    <a:pt x="11" y="61"/>
                    <a:pt x="12" y="60"/>
                    <a:pt x="12" y="60"/>
                  </a:cubicBezTo>
                  <a:cubicBezTo>
                    <a:pt x="12" y="60"/>
                    <a:pt x="12" y="59"/>
                    <a:pt x="13" y="59"/>
                  </a:cubicBezTo>
                  <a:cubicBezTo>
                    <a:pt x="13" y="59"/>
                    <a:pt x="13" y="59"/>
                    <a:pt x="14" y="59"/>
                  </a:cubicBezTo>
                  <a:cubicBezTo>
                    <a:pt x="14" y="58"/>
                    <a:pt x="14" y="58"/>
                    <a:pt x="14" y="58"/>
                  </a:cubicBezTo>
                  <a:cubicBezTo>
                    <a:pt x="15" y="58"/>
                    <a:pt x="15" y="59"/>
                    <a:pt x="15" y="58"/>
                  </a:cubicBezTo>
                  <a:cubicBezTo>
                    <a:pt x="16" y="58"/>
                    <a:pt x="16" y="58"/>
                    <a:pt x="16" y="58"/>
                  </a:cubicBezTo>
                  <a:cubicBezTo>
                    <a:pt x="17" y="57"/>
                    <a:pt x="17" y="57"/>
                    <a:pt x="17" y="57"/>
                  </a:cubicBezTo>
                  <a:cubicBezTo>
                    <a:pt x="18" y="57"/>
                    <a:pt x="18" y="57"/>
                    <a:pt x="19" y="57"/>
                  </a:cubicBezTo>
                  <a:cubicBezTo>
                    <a:pt x="19" y="57"/>
                    <a:pt x="19" y="57"/>
                    <a:pt x="19" y="57"/>
                  </a:cubicBezTo>
                  <a:cubicBezTo>
                    <a:pt x="20" y="57"/>
                    <a:pt x="21" y="57"/>
                    <a:pt x="21" y="57"/>
                  </a:cubicBezTo>
                  <a:cubicBezTo>
                    <a:pt x="21" y="57"/>
                    <a:pt x="22" y="57"/>
                    <a:pt x="22" y="57"/>
                  </a:cubicBezTo>
                  <a:cubicBezTo>
                    <a:pt x="22" y="58"/>
                    <a:pt x="22" y="58"/>
                    <a:pt x="22" y="58"/>
                  </a:cubicBezTo>
                  <a:cubicBezTo>
                    <a:pt x="22" y="58"/>
                    <a:pt x="23" y="57"/>
                    <a:pt x="23" y="57"/>
                  </a:cubicBezTo>
                  <a:cubicBezTo>
                    <a:pt x="23" y="57"/>
                    <a:pt x="23" y="58"/>
                    <a:pt x="23" y="58"/>
                  </a:cubicBezTo>
                  <a:cubicBezTo>
                    <a:pt x="23" y="58"/>
                    <a:pt x="23" y="58"/>
                    <a:pt x="24" y="58"/>
                  </a:cubicBezTo>
                  <a:cubicBezTo>
                    <a:pt x="24" y="58"/>
                    <a:pt x="24" y="59"/>
                    <a:pt x="24" y="59"/>
                  </a:cubicBezTo>
                  <a:cubicBezTo>
                    <a:pt x="25" y="60"/>
                    <a:pt x="25" y="59"/>
                    <a:pt x="25" y="60"/>
                  </a:cubicBezTo>
                  <a:cubicBezTo>
                    <a:pt x="25" y="60"/>
                    <a:pt x="25" y="61"/>
                    <a:pt x="26" y="61"/>
                  </a:cubicBezTo>
                  <a:cubicBezTo>
                    <a:pt x="26" y="61"/>
                    <a:pt x="27" y="63"/>
                    <a:pt x="27" y="63"/>
                  </a:cubicBezTo>
                  <a:cubicBezTo>
                    <a:pt x="28" y="62"/>
                    <a:pt x="27" y="61"/>
                    <a:pt x="27" y="61"/>
                  </a:cubicBezTo>
                  <a:cubicBezTo>
                    <a:pt x="27" y="60"/>
                    <a:pt x="27" y="60"/>
                    <a:pt x="27" y="60"/>
                  </a:cubicBezTo>
                  <a:cubicBezTo>
                    <a:pt x="27" y="59"/>
                    <a:pt x="27" y="59"/>
                    <a:pt x="27" y="58"/>
                  </a:cubicBezTo>
                  <a:cubicBezTo>
                    <a:pt x="27" y="58"/>
                    <a:pt x="27" y="58"/>
                    <a:pt x="27" y="57"/>
                  </a:cubicBezTo>
                  <a:cubicBezTo>
                    <a:pt x="27" y="57"/>
                    <a:pt x="27" y="56"/>
                    <a:pt x="27" y="56"/>
                  </a:cubicBezTo>
                  <a:cubicBezTo>
                    <a:pt x="27" y="55"/>
                    <a:pt x="27" y="54"/>
                    <a:pt x="27" y="54"/>
                  </a:cubicBezTo>
                  <a:cubicBezTo>
                    <a:pt x="27" y="54"/>
                    <a:pt x="27" y="53"/>
                    <a:pt x="27" y="53"/>
                  </a:cubicBezTo>
                  <a:cubicBezTo>
                    <a:pt x="26" y="52"/>
                    <a:pt x="27" y="53"/>
                    <a:pt x="27" y="52"/>
                  </a:cubicBezTo>
                  <a:cubicBezTo>
                    <a:pt x="27" y="52"/>
                    <a:pt x="26" y="51"/>
                    <a:pt x="26" y="51"/>
                  </a:cubicBezTo>
                  <a:cubicBezTo>
                    <a:pt x="26" y="51"/>
                    <a:pt x="26" y="50"/>
                    <a:pt x="26" y="50"/>
                  </a:cubicBezTo>
                  <a:cubicBezTo>
                    <a:pt x="25" y="49"/>
                    <a:pt x="26" y="47"/>
                    <a:pt x="26" y="47"/>
                  </a:cubicBezTo>
                  <a:cubicBezTo>
                    <a:pt x="27" y="46"/>
                    <a:pt x="26" y="45"/>
                    <a:pt x="27" y="45"/>
                  </a:cubicBezTo>
                  <a:cubicBezTo>
                    <a:pt x="29" y="46"/>
                    <a:pt x="29" y="45"/>
                    <a:pt x="31" y="45"/>
                  </a:cubicBezTo>
                  <a:cubicBezTo>
                    <a:pt x="32" y="45"/>
                    <a:pt x="35" y="45"/>
                    <a:pt x="36" y="45"/>
                  </a:cubicBezTo>
                  <a:cubicBezTo>
                    <a:pt x="38" y="45"/>
                    <a:pt x="40" y="45"/>
                    <a:pt x="41" y="45"/>
                  </a:cubicBezTo>
                  <a:cubicBezTo>
                    <a:pt x="42" y="46"/>
                    <a:pt x="44" y="45"/>
                    <a:pt x="45" y="45"/>
                  </a:cubicBezTo>
                  <a:cubicBezTo>
                    <a:pt x="45" y="45"/>
                    <a:pt x="45" y="46"/>
                    <a:pt x="46" y="45"/>
                  </a:cubicBezTo>
                  <a:cubicBezTo>
                    <a:pt x="46" y="45"/>
                    <a:pt x="47" y="45"/>
                    <a:pt x="47" y="45"/>
                  </a:cubicBezTo>
                  <a:cubicBezTo>
                    <a:pt x="47" y="45"/>
                    <a:pt x="48" y="47"/>
                    <a:pt x="48" y="46"/>
                  </a:cubicBezTo>
                  <a:cubicBezTo>
                    <a:pt x="48" y="45"/>
                    <a:pt x="49" y="45"/>
                    <a:pt x="49" y="45"/>
                  </a:cubicBezTo>
                  <a:cubicBezTo>
                    <a:pt x="50" y="45"/>
                    <a:pt x="50" y="44"/>
                    <a:pt x="50" y="44"/>
                  </a:cubicBezTo>
                  <a:cubicBezTo>
                    <a:pt x="50" y="44"/>
                    <a:pt x="50" y="44"/>
                    <a:pt x="51" y="44"/>
                  </a:cubicBezTo>
                  <a:cubicBezTo>
                    <a:pt x="51" y="44"/>
                    <a:pt x="51" y="44"/>
                    <a:pt x="51" y="44"/>
                  </a:cubicBezTo>
                  <a:cubicBezTo>
                    <a:pt x="52" y="44"/>
                    <a:pt x="53" y="44"/>
                    <a:pt x="53" y="44"/>
                  </a:cubicBezTo>
                  <a:cubicBezTo>
                    <a:pt x="54" y="44"/>
                    <a:pt x="55" y="44"/>
                    <a:pt x="56" y="45"/>
                  </a:cubicBezTo>
                  <a:cubicBezTo>
                    <a:pt x="56" y="45"/>
                    <a:pt x="59" y="45"/>
                    <a:pt x="59" y="45"/>
                  </a:cubicBezTo>
                  <a:cubicBezTo>
                    <a:pt x="59" y="46"/>
                    <a:pt x="60" y="45"/>
                    <a:pt x="61" y="45"/>
                  </a:cubicBezTo>
                  <a:cubicBezTo>
                    <a:pt x="61" y="45"/>
                    <a:pt x="62" y="45"/>
                    <a:pt x="63" y="45"/>
                  </a:cubicBezTo>
                  <a:cubicBezTo>
                    <a:pt x="63" y="45"/>
                    <a:pt x="63" y="45"/>
                    <a:pt x="63" y="45"/>
                  </a:cubicBezTo>
                  <a:cubicBezTo>
                    <a:pt x="64" y="44"/>
                    <a:pt x="64" y="45"/>
                    <a:pt x="65" y="45"/>
                  </a:cubicBezTo>
                  <a:cubicBezTo>
                    <a:pt x="65" y="45"/>
                    <a:pt x="64" y="44"/>
                    <a:pt x="64" y="44"/>
                  </a:cubicBezTo>
                  <a:cubicBezTo>
                    <a:pt x="64" y="44"/>
                    <a:pt x="65" y="43"/>
                    <a:pt x="65" y="44"/>
                  </a:cubicBezTo>
                  <a:cubicBezTo>
                    <a:pt x="65" y="43"/>
                    <a:pt x="65" y="42"/>
                    <a:pt x="66" y="43"/>
                  </a:cubicBezTo>
                  <a:cubicBezTo>
                    <a:pt x="66" y="43"/>
                    <a:pt x="66" y="42"/>
                    <a:pt x="66" y="42"/>
                  </a:cubicBezTo>
                  <a:cubicBezTo>
                    <a:pt x="66" y="42"/>
                    <a:pt x="67" y="42"/>
                    <a:pt x="67" y="42"/>
                  </a:cubicBezTo>
                  <a:cubicBezTo>
                    <a:pt x="67" y="42"/>
                    <a:pt x="67" y="40"/>
                    <a:pt x="68" y="40"/>
                  </a:cubicBezTo>
                  <a:cubicBezTo>
                    <a:pt x="68" y="40"/>
                    <a:pt x="69" y="40"/>
                    <a:pt x="69" y="41"/>
                  </a:cubicBezTo>
                  <a:cubicBezTo>
                    <a:pt x="69" y="41"/>
                    <a:pt x="70" y="41"/>
                    <a:pt x="70" y="41"/>
                  </a:cubicBezTo>
                  <a:cubicBezTo>
                    <a:pt x="71" y="41"/>
                    <a:pt x="72" y="40"/>
                    <a:pt x="72" y="41"/>
                  </a:cubicBezTo>
                  <a:cubicBezTo>
                    <a:pt x="73" y="41"/>
                    <a:pt x="73" y="41"/>
                    <a:pt x="73" y="41"/>
                  </a:cubicBezTo>
                  <a:cubicBezTo>
                    <a:pt x="74" y="40"/>
                    <a:pt x="75" y="39"/>
                    <a:pt x="76" y="38"/>
                  </a:cubicBezTo>
                  <a:cubicBezTo>
                    <a:pt x="76" y="38"/>
                    <a:pt x="76" y="38"/>
                    <a:pt x="76" y="37"/>
                  </a:cubicBezTo>
                  <a:cubicBezTo>
                    <a:pt x="76" y="37"/>
                    <a:pt x="77" y="37"/>
                    <a:pt x="77" y="36"/>
                  </a:cubicBezTo>
                  <a:cubicBezTo>
                    <a:pt x="77" y="35"/>
                    <a:pt x="76" y="33"/>
                    <a:pt x="75" y="3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31" name="Bulgaria">
              <a:extLst>
                <a:ext uri="{FF2B5EF4-FFF2-40B4-BE49-F238E27FC236}">
                  <a16:creationId xmlns:a16="http://schemas.microsoft.com/office/drawing/2014/main" id="{2B2CA6A2-8BA4-AEB3-30C3-FAF94B8B9A18}"/>
                </a:ext>
              </a:extLst>
            </p:cNvPr>
            <p:cNvSpPr>
              <a:spLocks/>
            </p:cNvSpPr>
            <p:nvPr/>
          </p:nvSpPr>
          <p:spPr bwMode="auto">
            <a:xfrm>
              <a:off x="6422985" y="2325142"/>
              <a:ext cx="195053" cy="112719"/>
            </a:xfrm>
            <a:custGeom>
              <a:avLst/>
              <a:gdLst/>
              <a:ahLst/>
              <a:cxnLst>
                <a:cxn ang="0">
                  <a:pos x="51" y="5"/>
                </a:cxn>
                <a:cxn ang="0">
                  <a:pos x="49" y="3"/>
                </a:cxn>
                <a:cxn ang="0">
                  <a:pos x="46" y="2"/>
                </a:cxn>
                <a:cxn ang="0">
                  <a:pos x="43" y="2"/>
                </a:cxn>
                <a:cxn ang="0">
                  <a:pos x="40" y="1"/>
                </a:cxn>
                <a:cxn ang="0">
                  <a:pos x="35" y="2"/>
                </a:cxn>
                <a:cxn ang="0">
                  <a:pos x="31" y="4"/>
                </a:cxn>
                <a:cxn ang="0">
                  <a:pos x="28" y="6"/>
                </a:cxn>
                <a:cxn ang="0">
                  <a:pos x="23" y="6"/>
                </a:cxn>
                <a:cxn ang="0">
                  <a:pos x="20" y="5"/>
                </a:cxn>
                <a:cxn ang="0">
                  <a:pos x="17" y="6"/>
                </a:cxn>
                <a:cxn ang="0">
                  <a:pos x="12" y="5"/>
                </a:cxn>
                <a:cxn ang="0">
                  <a:pos x="9" y="4"/>
                </a:cxn>
                <a:cxn ang="0">
                  <a:pos x="4" y="3"/>
                </a:cxn>
                <a:cxn ang="0">
                  <a:pos x="5" y="1"/>
                </a:cxn>
                <a:cxn ang="0">
                  <a:pos x="2" y="0"/>
                </a:cxn>
                <a:cxn ang="0">
                  <a:pos x="1" y="2"/>
                </a:cxn>
                <a:cxn ang="0">
                  <a:pos x="1" y="7"/>
                </a:cxn>
                <a:cxn ang="0">
                  <a:pos x="4" y="9"/>
                </a:cxn>
                <a:cxn ang="0">
                  <a:pos x="6" y="12"/>
                </a:cxn>
                <a:cxn ang="0">
                  <a:pos x="3" y="14"/>
                </a:cxn>
                <a:cxn ang="0">
                  <a:pos x="2" y="16"/>
                </a:cxn>
                <a:cxn ang="0">
                  <a:pos x="2" y="19"/>
                </a:cxn>
                <a:cxn ang="0">
                  <a:pos x="2" y="22"/>
                </a:cxn>
                <a:cxn ang="0">
                  <a:pos x="5" y="24"/>
                </a:cxn>
                <a:cxn ang="0">
                  <a:pos x="7" y="27"/>
                </a:cxn>
                <a:cxn ang="0">
                  <a:pos x="6" y="31"/>
                </a:cxn>
                <a:cxn ang="0">
                  <a:pos x="10" y="31"/>
                </a:cxn>
                <a:cxn ang="0">
                  <a:pos x="13" y="31"/>
                </a:cxn>
                <a:cxn ang="0">
                  <a:pos x="14" y="30"/>
                </a:cxn>
                <a:cxn ang="0">
                  <a:pos x="16" y="30"/>
                </a:cxn>
                <a:cxn ang="0">
                  <a:pos x="17" y="29"/>
                </a:cxn>
                <a:cxn ang="0">
                  <a:pos x="20" y="29"/>
                </a:cxn>
                <a:cxn ang="0">
                  <a:pos x="22" y="30"/>
                </a:cxn>
                <a:cxn ang="0">
                  <a:pos x="24" y="30"/>
                </a:cxn>
                <a:cxn ang="0">
                  <a:pos x="27" y="32"/>
                </a:cxn>
                <a:cxn ang="0">
                  <a:pos x="29" y="32"/>
                </a:cxn>
                <a:cxn ang="0">
                  <a:pos x="31" y="32"/>
                </a:cxn>
                <a:cxn ang="0">
                  <a:pos x="32" y="31"/>
                </a:cxn>
                <a:cxn ang="0">
                  <a:pos x="35" y="30"/>
                </a:cxn>
                <a:cxn ang="0">
                  <a:pos x="35" y="28"/>
                </a:cxn>
                <a:cxn ang="0">
                  <a:pos x="37" y="27"/>
                </a:cxn>
                <a:cxn ang="0">
                  <a:pos x="38" y="26"/>
                </a:cxn>
                <a:cxn ang="0">
                  <a:pos x="41" y="24"/>
                </a:cxn>
                <a:cxn ang="0">
                  <a:pos x="43" y="23"/>
                </a:cxn>
                <a:cxn ang="0">
                  <a:pos x="46" y="24"/>
                </a:cxn>
                <a:cxn ang="0">
                  <a:pos x="48" y="25"/>
                </a:cxn>
                <a:cxn ang="0">
                  <a:pos x="49" y="25"/>
                </a:cxn>
                <a:cxn ang="0">
                  <a:pos x="51" y="24"/>
                </a:cxn>
                <a:cxn ang="0">
                  <a:pos x="49" y="20"/>
                </a:cxn>
                <a:cxn ang="0">
                  <a:pos x="48" y="20"/>
                </a:cxn>
                <a:cxn ang="0">
                  <a:pos x="47" y="19"/>
                </a:cxn>
                <a:cxn ang="0">
                  <a:pos x="46" y="19"/>
                </a:cxn>
                <a:cxn ang="0">
                  <a:pos x="48" y="17"/>
                </a:cxn>
                <a:cxn ang="0">
                  <a:pos x="49" y="15"/>
                </a:cxn>
                <a:cxn ang="0">
                  <a:pos x="49" y="12"/>
                </a:cxn>
                <a:cxn ang="0">
                  <a:pos x="50" y="11"/>
                </a:cxn>
                <a:cxn ang="0">
                  <a:pos x="52" y="9"/>
                </a:cxn>
                <a:cxn ang="0">
                  <a:pos x="55" y="8"/>
                </a:cxn>
              </a:cxnLst>
              <a:rect l="0" t="0" r="r" b="b"/>
              <a:pathLst>
                <a:path w="55" h="32">
                  <a:moveTo>
                    <a:pt x="54" y="5"/>
                  </a:moveTo>
                  <a:cubicBezTo>
                    <a:pt x="53" y="5"/>
                    <a:pt x="52" y="5"/>
                    <a:pt x="51" y="5"/>
                  </a:cubicBezTo>
                  <a:cubicBezTo>
                    <a:pt x="50" y="5"/>
                    <a:pt x="50" y="4"/>
                    <a:pt x="49" y="4"/>
                  </a:cubicBezTo>
                  <a:cubicBezTo>
                    <a:pt x="49" y="3"/>
                    <a:pt x="49" y="3"/>
                    <a:pt x="49" y="3"/>
                  </a:cubicBezTo>
                  <a:cubicBezTo>
                    <a:pt x="48" y="2"/>
                    <a:pt x="48" y="3"/>
                    <a:pt x="47" y="3"/>
                  </a:cubicBezTo>
                  <a:cubicBezTo>
                    <a:pt x="46" y="3"/>
                    <a:pt x="47" y="2"/>
                    <a:pt x="46" y="2"/>
                  </a:cubicBezTo>
                  <a:cubicBezTo>
                    <a:pt x="46" y="2"/>
                    <a:pt x="45" y="2"/>
                    <a:pt x="45" y="2"/>
                  </a:cubicBezTo>
                  <a:cubicBezTo>
                    <a:pt x="44" y="2"/>
                    <a:pt x="44" y="2"/>
                    <a:pt x="43" y="2"/>
                  </a:cubicBezTo>
                  <a:cubicBezTo>
                    <a:pt x="43" y="2"/>
                    <a:pt x="43" y="1"/>
                    <a:pt x="42" y="1"/>
                  </a:cubicBezTo>
                  <a:cubicBezTo>
                    <a:pt x="42" y="1"/>
                    <a:pt x="41" y="1"/>
                    <a:pt x="40" y="1"/>
                  </a:cubicBezTo>
                  <a:cubicBezTo>
                    <a:pt x="39" y="1"/>
                    <a:pt x="38" y="1"/>
                    <a:pt x="38" y="1"/>
                  </a:cubicBezTo>
                  <a:cubicBezTo>
                    <a:pt x="37" y="2"/>
                    <a:pt x="36" y="2"/>
                    <a:pt x="35" y="2"/>
                  </a:cubicBezTo>
                  <a:cubicBezTo>
                    <a:pt x="34" y="2"/>
                    <a:pt x="34" y="2"/>
                    <a:pt x="33" y="2"/>
                  </a:cubicBezTo>
                  <a:cubicBezTo>
                    <a:pt x="33" y="3"/>
                    <a:pt x="32" y="3"/>
                    <a:pt x="31" y="4"/>
                  </a:cubicBezTo>
                  <a:cubicBezTo>
                    <a:pt x="31" y="4"/>
                    <a:pt x="30" y="5"/>
                    <a:pt x="30" y="5"/>
                  </a:cubicBezTo>
                  <a:cubicBezTo>
                    <a:pt x="30" y="6"/>
                    <a:pt x="29" y="6"/>
                    <a:pt x="28" y="6"/>
                  </a:cubicBezTo>
                  <a:cubicBezTo>
                    <a:pt x="27" y="6"/>
                    <a:pt x="27" y="7"/>
                    <a:pt x="26" y="6"/>
                  </a:cubicBezTo>
                  <a:cubicBezTo>
                    <a:pt x="25" y="6"/>
                    <a:pt x="24" y="6"/>
                    <a:pt x="23" y="6"/>
                  </a:cubicBezTo>
                  <a:cubicBezTo>
                    <a:pt x="23" y="5"/>
                    <a:pt x="22" y="5"/>
                    <a:pt x="21" y="5"/>
                  </a:cubicBezTo>
                  <a:cubicBezTo>
                    <a:pt x="21" y="5"/>
                    <a:pt x="21" y="5"/>
                    <a:pt x="20" y="5"/>
                  </a:cubicBezTo>
                  <a:cubicBezTo>
                    <a:pt x="20" y="5"/>
                    <a:pt x="20" y="5"/>
                    <a:pt x="19" y="5"/>
                  </a:cubicBezTo>
                  <a:cubicBezTo>
                    <a:pt x="18" y="5"/>
                    <a:pt x="18" y="5"/>
                    <a:pt x="17" y="6"/>
                  </a:cubicBezTo>
                  <a:cubicBezTo>
                    <a:pt x="16" y="6"/>
                    <a:pt x="15" y="6"/>
                    <a:pt x="15" y="5"/>
                  </a:cubicBezTo>
                  <a:cubicBezTo>
                    <a:pt x="14" y="5"/>
                    <a:pt x="13" y="5"/>
                    <a:pt x="12" y="5"/>
                  </a:cubicBezTo>
                  <a:cubicBezTo>
                    <a:pt x="12" y="4"/>
                    <a:pt x="11" y="5"/>
                    <a:pt x="11" y="4"/>
                  </a:cubicBezTo>
                  <a:cubicBezTo>
                    <a:pt x="10" y="4"/>
                    <a:pt x="9" y="4"/>
                    <a:pt x="9" y="4"/>
                  </a:cubicBezTo>
                  <a:cubicBezTo>
                    <a:pt x="8" y="4"/>
                    <a:pt x="7" y="4"/>
                    <a:pt x="6" y="4"/>
                  </a:cubicBezTo>
                  <a:cubicBezTo>
                    <a:pt x="5" y="5"/>
                    <a:pt x="3" y="4"/>
                    <a:pt x="4" y="3"/>
                  </a:cubicBezTo>
                  <a:cubicBezTo>
                    <a:pt x="4" y="2"/>
                    <a:pt x="6" y="2"/>
                    <a:pt x="6" y="1"/>
                  </a:cubicBezTo>
                  <a:cubicBezTo>
                    <a:pt x="5" y="1"/>
                    <a:pt x="5" y="1"/>
                    <a:pt x="5" y="1"/>
                  </a:cubicBezTo>
                  <a:cubicBezTo>
                    <a:pt x="4" y="1"/>
                    <a:pt x="4" y="1"/>
                    <a:pt x="4" y="1"/>
                  </a:cubicBezTo>
                  <a:cubicBezTo>
                    <a:pt x="3" y="0"/>
                    <a:pt x="3" y="0"/>
                    <a:pt x="2" y="0"/>
                  </a:cubicBezTo>
                  <a:cubicBezTo>
                    <a:pt x="2" y="0"/>
                    <a:pt x="2" y="1"/>
                    <a:pt x="2" y="1"/>
                  </a:cubicBezTo>
                  <a:cubicBezTo>
                    <a:pt x="2" y="2"/>
                    <a:pt x="1" y="2"/>
                    <a:pt x="1" y="2"/>
                  </a:cubicBezTo>
                  <a:cubicBezTo>
                    <a:pt x="0" y="2"/>
                    <a:pt x="0" y="4"/>
                    <a:pt x="0" y="5"/>
                  </a:cubicBezTo>
                  <a:cubicBezTo>
                    <a:pt x="0" y="6"/>
                    <a:pt x="1" y="6"/>
                    <a:pt x="1" y="7"/>
                  </a:cubicBezTo>
                  <a:cubicBezTo>
                    <a:pt x="1" y="8"/>
                    <a:pt x="2" y="8"/>
                    <a:pt x="2" y="8"/>
                  </a:cubicBezTo>
                  <a:cubicBezTo>
                    <a:pt x="3" y="9"/>
                    <a:pt x="3" y="9"/>
                    <a:pt x="4" y="9"/>
                  </a:cubicBezTo>
                  <a:cubicBezTo>
                    <a:pt x="4" y="10"/>
                    <a:pt x="5" y="10"/>
                    <a:pt x="5" y="11"/>
                  </a:cubicBezTo>
                  <a:cubicBezTo>
                    <a:pt x="6" y="11"/>
                    <a:pt x="6" y="11"/>
                    <a:pt x="6" y="12"/>
                  </a:cubicBezTo>
                  <a:cubicBezTo>
                    <a:pt x="5" y="12"/>
                    <a:pt x="5" y="13"/>
                    <a:pt x="5" y="13"/>
                  </a:cubicBezTo>
                  <a:cubicBezTo>
                    <a:pt x="4" y="13"/>
                    <a:pt x="4" y="14"/>
                    <a:pt x="3" y="14"/>
                  </a:cubicBezTo>
                  <a:cubicBezTo>
                    <a:pt x="3" y="15"/>
                    <a:pt x="2" y="14"/>
                    <a:pt x="2" y="15"/>
                  </a:cubicBezTo>
                  <a:cubicBezTo>
                    <a:pt x="1" y="15"/>
                    <a:pt x="2" y="15"/>
                    <a:pt x="2" y="16"/>
                  </a:cubicBezTo>
                  <a:cubicBezTo>
                    <a:pt x="1" y="17"/>
                    <a:pt x="1" y="17"/>
                    <a:pt x="2" y="18"/>
                  </a:cubicBezTo>
                  <a:cubicBezTo>
                    <a:pt x="2" y="18"/>
                    <a:pt x="3" y="19"/>
                    <a:pt x="2" y="19"/>
                  </a:cubicBezTo>
                  <a:cubicBezTo>
                    <a:pt x="2" y="20"/>
                    <a:pt x="1" y="20"/>
                    <a:pt x="1" y="21"/>
                  </a:cubicBezTo>
                  <a:cubicBezTo>
                    <a:pt x="1" y="21"/>
                    <a:pt x="2" y="21"/>
                    <a:pt x="2" y="22"/>
                  </a:cubicBezTo>
                  <a:cubicBezTo>
                    <a:pt x="3" y="22"/>
                    <a:pt x="3" y="23"/>
                    <a:pt x="4" y="23"/>
                  </a:cubicBezTo>
                  <a:cubicBezTo>
                    <a:pt x="4" y="23"/>
                    <a:pt x="5" y="23"/>
                    <a:pt x="5" y="24"/>
                  </a:cubicBezTo>
                  <a:cubicBezTo>
                    <a:pt x="6" y="24"/>
                    <a:pt x="6" y="25"/>
                    <a:pt x="6" y="26"/>
                  </a:cubicBezTo>
                  <a:cubicBezTo>
                    <a:pt x="6" y="26"/>
                    <a:pt x="7" y="27"/>
                    <a:pt x="7" y="27"/>
                  </a:cubicBezTo>
                  <a:cubicBezTo>
                    <a:pt x="7" y="27"/>
                    <a:pt x="6" y="28"/>
                    <a:pt x="6" y="28"/>
                  </a:cubicBezTo>
                  <a:cubicBezTo>
                    <a:pt x="7" y="29"/>
                    <a:pt x="7" y="31"/>
                    <a:pt x="6" y="31"/>
                  </a:cubicBezTo>
                  <a:cubicBezTo>
                    <a:pt x="7" y="31"/>
                    <a:pt x="8" y="32"/>
                    <a:pt x="9" y="31"/>
                  </a:cubicBezTo>
                  <a:cubicBezTo>
                    <a:pt x="9" y="31"/>
                    <a:pt x="9" y="30"/>
                    <a:pt x="10" y="31"/>
                  </a:cubicBezTo>
                  <a:cubicBezTo>
                    <a:pt x="10" y="31"/>
                    <a:pt x="10" y="31"/>
                    <a:pt x="10" y="31"/>
                  </a:cubicBezTo>
                  <a:cubicBezTo>
                    <a:pt x="11" y="30"/>
                    <a:pt x="12" y="31"/>
                    <a:pt x="13" y="31"/>
                  </a:cubicBezTo>
                  <a:cubicBezTo>
                    <a:pt x="13" y="30"/>
                    <a:pt x="14" y="31"/>
                    <a:pt x="14" y="30"/>
                  </a:cubicBezTo>
                  <a:cubicBezTo>
                    <a:pt x="14" y="30"/>
                    <a:pt x="14" y="30"/>
                    <a:pt x="14" y="30"/>
                  </a:cubicBezTo>
                  <a:cubicBezTo>
                    <a:pt x="14" y="30"/>
                    <a:pt x="15" y="30"/>
                    <a:pt x="15" y="30"/>
                  </a:cubicBezTo>
                  <a:cubicBezTo>
                    <a:pt x="15" y="30"/>
                    <a:pt x="15" y="30"/>
                    <a:pt x="16" y="30"/>
                  </a:cubicBezTo>
                  <a:cubicBezTo>
                    <a:pt x="16" y="30"/>
                    <a:pt x="16" y="29"/>
                    <a:pt x="16" y="29"/>
                  </a:cubicBezTo>
                  <a:cubicBezTo>
                    <a:pt x="17" y="29"/>
                    <a:pt x="17" y="29"/>
                    <a:pt x="17" y="29"/>
                  </a:cubicBezTo>
                  <a:cubicBezTo>
                    <a:pt x="18" y="29"/>
                    <a:pt x="18" y="28"/>
                    <a:pt x="18" y="29"/>
                  </a:cubicBezTo>
                  <a:cubicBezTo>
                    <a:pt x="19" y="29"/>
                    <a:pt x="20" y="29"/>
                    <a:pt x="20" y="29"/>
                  </a:cubicBezTo>
                  <a:cubicBezTo>
                    <a:pt x="21" y="29"/>
                    <a:pt x="21" y="29"/>
                    <a:pt x="21" y="29"/>
                  </a:cubicBezTo>
                  <a:cubicBezTo>
                    <a:pt x="21" y="30"/>
                    <a:pt x="21" y="30"/>
                    <a:pt x="22" y="30"/>
                  </a:cubicBezTo>
                  <a:cubicBezTo>
                    <a:pt x="22" y="30"/>
                    <a:pt x="23" y="31"/>
                    <a:pt x="23" y="31"/>
                  </a:cubicBezTo>
                  <a:cubicBezTo>
                    <a:pt x="23" y="31"/>
                    <a:pt x="23" y="30"/>
                    <a:pt x="24" y="30"/>
                  </a:cubicBezTo>
                  <a:cubicBezTo>
                    <a:pt x="24" y="31"/>
                    <a:pt x="25" y="31"/>
                    <a:pt x="25" y="31"/>
                  </a:cubicBezTo>
                  <a:cubicBezTo>
                    <a:pt x="26" y="31"/>
                    <a:pt x="26" y="31"/>
                    <a:pt x="27" y="32"/>
                  </a:cubicBezTo>
                  <a:cubicBezTo>
                    <a:pt x="27" y="32"/>
                    <a:pt x="27" y="32"/>
                    <a:pt x="27" y="32"/>
                  </a:cubicBezTo>
                  <a:cubicBezTo>
                    <a:pt x="28" y="32"/>
                    <a:pt x="28" y="32"/>
                    <a:pt x="29" y="32"/>
                  </a:cubicBezTo>
                  <a:cubicBezTo>
                    <a:pt x="29" y="32"/>
                    <a:pt x="30" y="31"/>
                    <a:pt x="30" y="32"/>
                  </a:cubicBezTo>
                  <a:cubicBezTo>
                    <a:pt x="31" y="32"/>
                    <a:pt x="31" y="32"/>
                    <a:pt x="31" y="32"/>
                  </a:cubicBezTo>
                  <a:cubicBezTo>
                    <a:pt x="31" y="32"/>
                    <a:pt x="31" y="32"/>
                    <a:pt x="31" y="31"/>
                  </a:cubicBezTo>
                  <a:cubicBezTo>
                    <a:pt x="32" y="31"/>
                    <a:pt x="32" y="31"/>
                    <a:pt x="32" y="31"/>
                  </a:cubicBezTo>
                  <a:cubicBezTo>
                    <a:pt x="33" y="32"/>
                    <a:pt x="35" y="31"/>
                    <a:pt x="35" y="31"/>
                  </a:cubicBezTo>
                  <a:cubicBezTo>
                    <a:pt x="35" y="31"/>
                    <a:pt x="35" y="30"/>
                    <a:pt x="35" y="30"/>
                  </a:cubicBezTo>
                  <a:cubicBezTo>
                    <a:pt x="35" y="30"/>
                    <a:pt x="35" y="29"/>
                    <a:pt x="35" y="29"/>
                  </a:cubicBezTo>
                  <a:cubicBezTo>
                    <a:pt x="35" y="29"/>
                    <a:pt x="35" y="28"/>
                    <a:pt x="35" y="28"/>
                  </a:cubicBezTo>
                  <a:cubicBezTo>
                    <a:pt x="34" y="28"/>
                    <a:pt x="34" y="28"/>
                    <a:pt x="34" y="27"/>
                  </a:cubicBezTo>
                  <a:cubicBezTo>
                    <a:pt x="35" y="26"/>
                    <a:pt x="36" y="27"/>
                    <a:pt x="37" y="27"/>
                  </a:cubicBezTo>
                  <a:cubicBezTo>
                    <a:pt x="36" y="27"/>
                    <a:pt x="37" y="26"/>
                    <a:pt x="37" y="26"/>
                  </a:cubicBezTo>
                  <a:cubicBezTo>
                    <a:pt x="38" y="26"/>
                    <a:pt x="38" y="26"/>
                    <a:pt x="38" y="26"/>
                  </a:cubicBezTo>
                  <a:cubicBezTo>
                    <a:pt x="38" y="25"/>
                    <a:pt x="38" y="25"/>
                    <a:pt x="38" y="25"/>
                  </a:cubicBezTo>
                  <a:cubicBezTo>
                    <a:pt x="38" y="24"/>
                    <a:pt x="40" y="25"/>
                    <a:pt x="41" y="24"/>
                  </a:cubicBezTo>
                  <a:cubicBezTo>
                    <a:pt x="42" y="24"/>
                    <a:pt x="42" y="23"/>
                    <a:pt x="43" y="23"/>
                  </a:cubicBezTo>
                  <a:cubicBezTo>
                    <a:pt x="43" y="23"/>
                    <a:pt x="43" y="23"/>
                    <a:pt x="43" y="23"/>
                  </a:cubicBezTo>
                  <a:cubicBezTo>
                    <a:pt x="44" y="23"/>
                    <a:pt x="44" y="23"/>
                    <a:pt x="44" y="23"/>
                  </a:cubicBezTo>
                  <a:cubicBezTo>
                    <a:pt x="45" y="23"/>
                    <a:pt x="45" y="24"/>
                    <a:pt x="46" y="24"/>
                  </a:cubicBezTo>
                  <a:cubicBezTo>
                    <a:pt x="46" y="24"/>
                    <a:pt x="47" y="25"/>
                    <a:pt x="47" y="25"/>
                  </a:cubicBezTo>
                  <a:cubicBezTo>
                    <a:pt x="47" y="25"/>
                    <a:pt x="48" y="24"/>
                    <a:pt x="48" y="25"/>
                  </a:cubicBezTo>
                  <a:cubicBezTo>
                    <a:pt x="48" y="24"/>
                    <a:pt x="48" y="24"/>
                    <a:pt x="48" y="24"/>
                  </a:cubicBezTo>
                  <a:cubicBezTo>
                    <a:pt x="49" y="24"/>
                    <a:pt x="49" y="25"/>
                    <a:pt x="49" y="25"/>
                  </a:cubicBezTo>
                  <a:cubicBezTo>
                    <a:pt x="49" y="24"/>
                    <a:pt x="49" y="24"/>
                    <a:pt x="49" y="24"/>
                  </a:cubicBezTo>
                  <a:cubicBezTo>
                    <a:pt x="50" y="24"/>
                    <a:pt x="50" y="24"/>
                    <a:pt x="51" y="24"/>
                  </a:cubicBezTo>
                  <a:cubicBezTo>
                    <a:pt x="51" y="24"/>
                    <a:pt x="49" y="22"/>
                    <a:pt x="49" y="21"/>
                  </a:cubicBezTo>
                  <a:cubicBezTo>
                    <a:pt x="48" y="21"/>
                    <a:pt x="49" y="21"/>
                    <a:pt x="49" y="20"/>
                  </a:cubicBezTo>
                  <a:cubicBezTo>
                    <a:pt x="48" y="20"/>
                    <a:pt x="48" y="20"/>
                    <a:pt x="48" y="20"/>
                  </a:cubicBezTo>
                  <a:cubicBezTo>
                    <a:pt x="48" y="20"/>
                    <a:pt x="48" y="20"/>
                    <a:pt x="48" y="20"/>
                  </a:cubicBezTo>
                  <a:cubicBezTo>
                    <a:pt x="48" y="19"/>
                    <a:pt x="48" y="20"/>
                    <a:pt x="47" y="19"/>
                  </a:cubicBezTo>
                  <a:cubicBezTo>
                    <a:pt x="47" y="19"/>
                    <a:pt x="47" y="19"/>
                    <a:pt x="47" y="19"/>
                  </a:cubicBezTo>
                  <a:cubicBezTo>
                    <a:pt x="47" y="19"/>
                    <a:pt x="47" y="19"/>
                    <a:pt x="46" y="19"/>
                  </a:cubicBezTo>
                  <a:cubicBezTo>
                    <a:pt x="46" y="19"/>
                    <a:pt x="46" y="19"/>
                    <a:pt x="46" y="19"/>
                  </a:cubicBezTo>
                  <a:cubicBezTo>
                    <a:pt x="45" y="19"/>
                    <a:pt x="46" y="18"/>
                    <a:pt x="47" y="18"/>
                  </a:cubicBezTo>
                  <a:cubicBezTo>
                    <a:pt x="47" y="17"/>
                    <a:pt x="47" y="17"/>
                    <a:pt x="48" y="17"/>
                  </a:cubicBezTo>
                  <a:cubicBezTo>
                    <a:pt x="47" y="16"/>
                    <a:pt x="48" y="16"/>
                    <a:pt x="49" y="16"/>
                  </a:cubicBezTo>
                  <a:cubicBezTo>
                    <a:pt x="49" y="16"/>
                    <a:pt x="49" y="16"/>
                    <a:pt x="49" y="15"/>
                  </a:cubicBezTo>
                  <a:cubicBezTo>
                    <a:pt x="49" y="15"/>
                    <a:pt x="49" y="14"/>
                    <a:pt x="49" y="14"/>
                  </a:cubicBezTo>
                  <a:cubicBezTo>
                    <a:pt x="49" y="13"/>
                    <a:pt x="49" y="13"/>
                    <a:pt x="49" y="12"/>
                  </a:cubicBezTo>
                  <a:cubicBezTo>
                    <a:pt x="49" y="12"/>
                    <a:pt x="49" y="11"/>
                    <a:pt x="49" y="11"/>
                  </a:cubicBezTo>
                  <a:cubicBezTo>
                    <a:pt x="49" y="11"/>
                    <a:pt x="49" y="11"/>
                    <a:pt x="50" y="11"/>
                  </a:cubicBezTo>
                  <a:cubicBezTo>
                    <a:pt x="50" y="11"/>
                    <a:pt x="50" y="9"/>
                    <a:pt x="51" y="9"/>
                  </a:cubicBezTo>
                  <a:cubicBezTo>
                    <a:pt x="51" y="9"/>
                    <a:pt x="51" y="9"/>
                    <a:pt x="52" y="9"/>
                  </a:cubicBezTo>
                  <a:cubicBezTo>
                    <a:pt x="52" y="9"/>
                    <a:pt x="53" y="9"/>
                    <a:pt x="53" y="9"/>
                  </a:cubicBezTo>
                  <a:cubicBezTo>
                    <a:pt x="54" y="9"/>
                    <a:pt x="54" y="9"/>
                    <a:pt x="55" y="8"/>
                  </a:cubicBezTo>
                  <a:cubicBezTo>
                    <a:pt x="55" y="7"/>
                    <a:pt x="54" y="6"/>
                    <a:pt x="54" y="5"/>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32" name="Brunei">
              <a:extLst>
                <a:ext uri="{FF2B5EF4-FFF2-40B4-BE49-F238E27FC236}">
                  <a16:creationId xmlns:a16="http://schemas.microsoft.com/office/drawing/2014/main" id="{00DDF16F-5589-2FF0-16B2-74391A140F8A}"/>
                </a:ext>
              </a:extLst>
            </p:cNvPr>
            <p:cNvSpPr>
              <a:spLocks noEditPoints="1"/>
            </p:cNvSpPr>
            <p:nvPr/>
          </p:nvSpPr>
          <p:spPr bwMode="auto">
            <a:xfrm>
              <a:off x="9613419" y="3845376"/>
              <a:ext cx="42147" cy="43128"/>
            </a:xfrm>
            <a:custGeom>
              <a:avLst/>
              <a:gdLst/>
              <a:ahLst/>
              <a:cxnLst>
                <a:cxn ang="0">
                  <a:pos x="8" y="3"/>
                </a:cxn>
                <a:cxn ang="0">
                  <a:pos x="7" y="3"/>
                </a:cxn>
                <a:cxn ang="0">
                  <a:pos x="6" y="5"/>
                </a:cxn>
                <a:cxn ang="0">
                  <a:pos x="7" y="8"/>
                </a:cxn>
                <a:cxn ang="0">
                  <a:pos x="7" y="8"/>
                </a:cxn>
                <a:cxn ang="0">
                  <a:pos x="7" y="9"/>
                </a:cxn>
                <a:cxn ang="0">
                  <a:pos x="7" y="9"/>
                </a:cxn>
                <a:cxn ang="0">
                  <a:pos x="6" y="11"/>
                </a:cxn>
                <a:cxn ang="0">
                  <a:pos x="5" y="12"/>
                </a:cxn>
                <a:cxn ang="0">
                  <a:pos x="4" y="10"/>
                </a:cxn>
                <a:cxn ang="0">
                  <a:pos x="3" y="9"/>
                </a:cxn>
                <a:cxn ang="0">
                  <a:pos x="2" y="8"/>
                </a:cxn>
                <a:cxn ang="0">
                  <a:pos x="0" y="6"/>
                </a:cxn>
                <a:cxn ang="0">
                  <a:pos x="4" y="4"/>
                </a:cxn>
                <a:cxn ang="0">
                  <a:pos x="7" y="2"/>
                </a:cxn>
                <a:cxn ang="0">
                  <a:pos x="8" y="1"/>
                </a:cxn>
                <a:cxn ang="0">
                  <a:pos x="8" y="2"/>
                </a:cxn>
                <a:cxn ang="0">
                  <a:pos x="8" y="3"/>
                </a:cxn>
                <a:cxn ang="0">
                  <a:pos x="11" y="7"/>
                </a:cxn>
                <a:cxn ang="0">
                  <a:pos x="11" y="5"/>
                </a:cxn>
                <a:cxn ang="0">
                  <a:pos x="10" y="3"/>
                </a:cxn>
                <a:cxn ang="0">
                  <a:pos x="10" y="2"/>
                </a:cxn>
                <a:cxn ang="0">
                  <a:pos x="10" y="3"/>
                </a:cxn>
                <a:cxn ang="0">
                  <a:pos x="9" y="4"/>
                </a:cxn>
                <a:cxn ang="0">
                  <a:pos x="9" y="3"/>
                </a:cxn>
                <a:cxn ang="0">
                  <a:pos x="9" y="6"/>
                </a:cxn>
                <a:cxn ang="0">
                  <a:pos x="10" y="8"/>
                </a:cxn>
                <a:cxn ang="0">
                  <a:pos x="12" y="9"/>
                </a:cxn>
                <a:cxn ang="0">
                  <a:pos x="11" y="7"/>
                </a:cxn>
              </a:cxnLst>
              <a:rect l="0" t="0" r="r" b="b"/>
              <a:pathLst>
                <a:path w="12" h="12">
                  <a:moveTo>
                    <a:pt x="8" y="3"/>
                  </a:moveTo>
                  <a:cubicBezTo>
                    <a:pt x="8" y="3"/>
                    <a:pt x="8" y="3"/>
                    <a:pt x="7" y="3"/>
                  </a:cubicBezTo>
                  <a:cubicBezTo>
                    <a:pt x="7" y="4"/>
                    <a:pt x="6" y="4"/>
                    <a:pt x="6" y="5"/>
                  </a:cubicBezTo>
                  <a:cubicBezTo>
                    <a:pt x="7" y="6"/>
                    <a:pt x="7" y="7"/>
                    <a:pt x="7" y="8"/>
                  </a:cubicBezTo>
                  <a:cubicBezTo>
                    <a:pt x="7" y="8"/>
                    <a:pt x="7" y="7"/>
                    <a:pt x="7" y="8"/>
                  </a:cubicBezTo>
                  <a:cubicBezTo>
                    <a:pt x="7" y="8"/>
                    <a:pt x="7" y="9"/>
                    <a:pt x="7" y="9"/>
                  </a:cubicBezTo>
                  <a:cubicBezTo>
                    <a:pt x="7" y="9"/>
                    <a:pt x="7" y="9"/>
                    <a:pt x="7" y="9"/>
                  </a:cubicBezTo>
                  <a:cubicBezTo>
                    <a:pt x="7" y="10"/>
                    <a:pt x="7" y="11"/>
                    <a:pt x="6" y="11"/>
                  </a:cubicBezTo>
                  <a:cubicBezTo>
                    <a:pt x="6" y="12"/>
                    <a:pt x="5" y="12"/>
                    <a:pt x="5" y="12"/>
                  </a:cubicBezTo>
                  <a:cubicBezTo>
                    <a:pt x="4" y="11"/>
                    <a:pt x="4" y="11"/>
                    <a:pt x="4" y="10"/>
                  </a:cubicBezTo>
                  <a:cubicBezTo>
                    <a:pt x="3" y="9"/>
                    <a:pt x="3" y="9"/>
                    <a:pt x="3" y="9"/>
                  </a:cubicBezTo>
                  <a:cubicBezTo>
                    <a:pt x="2" y="9"/>
                    <a:pt x="2" y="9"/>
                    <a:pt x="2" y="8"/>
                  </a:cubicBezTo>
                  <a:cubicBezTo>
                    <a:pt x="2" y="7"/>
                    <a:pt x="1" y="6"/>
                    <a:pt x="0" y="6"/>
                  </a:cubicBezTo>
                  <a:cubicBezTo>
                    <a:pt x="1" y="6"/>
                    <a:pt x="3" y="5"/>
                    <a:pt x="4" y="4"/>
                  </a:cubicBezTo>
                  <a:cubicBezTo>
                    <a:pt x="5" y="3"/>
                    <a:pt x="6" y="3"/>
                    <a:pt x="7" y="2"/>
                  </a:cubicBezTo>
                  <a:cubicBezTo>
                    <a:pt x="7" y="1"/>
                    <a:pt x="8" y="1"/>
                    <a:pt x="8" y="1"/>
                  </a:cubicBezTo>
                  <a:cubicBezTo>
                    <a:pt x="10" y="0"/>
                    <a:pt x="9" y="2"/>
                    <a:pt x="8" y="2"/>
                  </a:cubicBezTo>
                  <a:cubicBezTo>
                    <a:pt x="9" y="2"/>
                    <a:pt x="8" y="3"/>
                    <a:pt x="8" y="3"/>
                  </a:cubicBezTo>
                  <a:close/>
                  <a:moveTo>
                    <a:pt x="11" y="7"/>
                  </a:moveTo>
                  <a:cubicBezTo>
                    <a:pt x="11" y="6"/>
                    <a:pt x="11" y="6"/>
                    <a:pt x="11" y="5"/>
                  </a:cubicBezTo>
                  <a:cubicBezTo>
                    <a:pt x="11" y="5"/>
                    <a:pt x="10" y="3"/>
                    <a:pt x="10" y="3"/>
                  </a:cubicBezTo>
                  <a:cubicBezTo>
                    <a:pt x="10" y="2"/>
                    <a:pt x="10" y="2"/>
                    <a:pt x="10" y="2"/>
                  </a:cubicBezTo>
                  <a:cubicBezTo>
                    <a:pt x="9" y="3"/>
                    <a:pt x="10" y="3"/>
                    <a:pt x="10" y="3"/>
                  </a:cubicBezTo>
                  <a:cubicBezTo>
                    <a:pt x="9" y="3"/>
                    <a:pt x="9" y="3"/>
                    <a:pt x="9" y="4"/>
                  </a:cubicBezTo>
                  <a:cubicBezTo>
                    <a:pt x="9" y="3"/>
                    <a:pt x="9" y="3"/>
                    <a:pt x="9" y="3"/>
                  </a:cubicBezTo>
                  <a:cubicBezTo>
                    <a:pt x="9" y="4"/>
                    <a:pt x="9" y="5"/>
                    <a:pt x="9" y="6"/>
                  </a:cubicBezTo>
                  <a:cubicBezTo>
                    <a:pt x="9" y="7"/>
                    <a:pt x="9" y="8"/>
                    <a:pt x="10" y="8"/>
                  </a:cubicBezTo>
                  <a:cubicBezTo>
                    <a:pt x="10" y="8"/>
                    <a:pt x="12" y="9"/>
                    <a:pt x="12" y="9"/>
                  </a:cubicBezTo>
                  <a:cubicBezTo>
                    <a:pt x="12" y="8"/>
                    <a:pt x="11" y="8"/>
                    <a:pt x="11" y="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33" name="British Virgin Islands">
              <a:extLst>
                <a:ext uri="{FF2B5EF4-FFF2-40B4-BE49-F238E27FC236}">
                  <a16:creationId xmlns:a16="http://schemas.microsoft.com/office/drawing/2014/main" id="{32004117-5E09-887C-E436-DECA1765DB27}"/>
                </a:ext>
              </a:extLst>
            </p:cNvPr>
            <p:cNvSpPr>
              <a:spLocks noEditPoints="1"/>
            </p:cNvSpPr>
            <p:nvPr/>
          </p:nvSpPr>
          <p:spPr bwMode="auto">
            <a:xfrm>
              <a:off x="3508958" y="3317068"/>
              <a:ext cx="14703" cy="10781"/>
            </a:xfrm>
            <a:custGeom>
              <a:avLst/>
              <a:gdLst/>
              <a:ahLst/>
              <a:cxnLst>
                <a:cxn ang="0">
                  <a:pos x="2" y="2"/>
                </a:cxn>
                <a:cxn ang="0">
                  <a:pos x="1" y="3"/>
                </a:cxn>
                <a:cxn ang="0">
                  <a:pos x="2" y="2"/>
                </a:cxn>
                <a:cxn ang="0">
                  <a:pos x="4" y="0"/>
                </a:cxn>
                <a:cxn ang="0">
                  <a:pos x="3" y="0"/>
                </a:cxn>
                <a:cxn ang="0">
                  <a:pos x="3" y="1"/>
                </a:cxn>
                <a:cxn ang="0">
                  <a:pos x="4" y="1"/>
                </a:cxn>
                <a:cxn ang="0">
                  <a:pos x="4" y="0"/>
                </a:cxn>
              </a:cxnLst>
              <a:rect l="0" t="0" r="r" b="b"/>
              <a:pathLst>
                <a:path w="4" h="3">
                  <a:moveTo>
                    <a:pt x="2" y="2"/>
                  </a:moveTo>
                  <a:cubicBezTo>
                    <a:pt x="2" y="3"/>
                    <a:pt x="1" y="3"/>
                    <a:pt x="1" y="3"/>
                  </a:cubicBezTo>
                  <a:cubicBezTo>
                    <a:pt x="0" y="3"/>
                    <a:pt x="1" y="2"/>
                    <a:pt x="2" y="2"/>
                  </a:cubicBezTo>
                  <a:close/>
                  <a:moveTo>
                    <a:pt x="4" y="0"/>
                  </a:moveTo>
                  <a:cubicBezTo>
                    <a:pt x="3" y="0"/>
                    <a:pt x="3" y="0"/>
                    <a:pt x="3" y="0"/>
                  </a:cubicBezTo>
                  <a:cubicBezTo>
                    <a:pt x="3" y="0"/>
                    <a:pt x="3" y="1"/>
                    <a:pt x="3" y="1"/>
                  </a:cubicBezTo>
                  <a:cubicBezTo>
                    <a:pt x="3" y="0"/>
                    <a:pt x="4" y="0"/>
                    <a:pt x="4" y="1"/>
                  </a:cubicBezTo>
                  <a:cubicBezTo>
                    <a:pt x="4" y="0"/>
                    <a:pt x="4" y="0"/>
                    <a:pt x="4" y="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34" name="British Indian Ocean Territory">
              <a:extLst>
                <a:ext uri="{FF2B5EF4-FFF2-40B4-BE49-F238E27FC236}">
                  <a16:creationId xmlns:a16="http://schemas.microsoft.com/office/drawing/2014/main" id="{A39C06E5-F269-FC20-7DCD-CD27ED74BC77}"/>
                </a:ext>
              </a:extLst>
            </p:cNvPr>
            <p:cNvSpPr>
              <a:spLocks noEditPoints="1"/>
            </p:cNvSpPr>
            <p:nvPr/>
          </p:nvSpPr>
          <p:spPr bwMode="auto">
            <a:xfrm>
              <a:off x="8140233" y="4250184"/>
              <a:ext cx="39207" cy="84295"/>
            </a:xfrm>
            <a:custGeom>
              <a:avLst/>
              <a:gdLst/>
              <a:ahLst/>
              <a:cxnLst>
                <a:cxn ang="0">
                  <a:pos x="10" y="1"/>
                </a:cxn>
                <a:cxn ang="0">
                  <a:pos x="10" y="1"/>
                </a:cxn>
                <a:cxn ang="0">
                  <a:pos x="10" y="1"/>
                </a:cxn>
                <a:cxn ang="0">
                  <a:pos x="5" y="0"/>
                </a:cxn>
                <a:cxn ang="0">
                  <a:pos x="5" y="0"/>
                </a:cxn>
                <a:cxn ang="0">
                  <a:pos x="5" y="0"/>
                </a:cxn>
                <a:cxn ang="0">
                  <a:pos x="5" y="2"/>
                </a:cxn>
                <a:cxn ang="0">
                  <a:pos x="5" y="2"/>
                </a:cxn>
                <a:cxn ang="0">
                  <a:pos x="5" y="2"/>
                </a:cxn>
                <a:cxn ang="0">
                  <a:pos x="1" y="10"/>
                </a:cxn>
                <a:cxn ang="0">
                  <a:pos x="1" y="10"/>
                </a:cxn>
                <a:cxn ang="0">
                  <a:pos x="1" y="10"/>
                </a:cxn>
                <a:cxn ang="0">
                  <a:pos x="0" y="12"/>
                </a:cxn>
                <a:cxn ang="0">
                  <a:pos x="0" y="12"/>
                </a:cxn>
                <a:cxn ang="0">
                  <a:pos x="0" y="12"/>
                </a:cxn>
                <a:cxn ang="0">
                  <a:pos x="1" y="15"/>
                </a:cxn>
                <a:cxn ang="0">
                  <a:pos x="0" y="15"/>
                </a:cxn>
                <a:cxn ang="0">
                  <a:pos x="1" y="15"/>
                </a:cxn>
                <a:cxn ang="0">
                  <a:pos x="6" y="1"/>
                </a:cxn>
                <a:cxn ang="0">
                  <a:pos x="6" y="1"/>
                </a:cxn>
                <a:cxn ang="0">
                  <a:pos x="6" y="1"/>
                </a:cxn>
                <a:cxn ang="0">
                  <a:pos x="6" y="1"/>
                </a:cxn>
                <a:cxn ang="0">
                  <a:pos x="6" y="1"/>
                </a:cxn>
                <a:cxn ang="0">
                  <a:pos x="9" y="1"/>
                </a:cxn>
                <a:cxn ang="0">
                  <a:pos x="9" y="1"/>
                </a:cxn>
                <a:cxn ang="0">
                  <a:pos x="9" y="1"/>
                </a:cxn>
                <a:cxn ang="0">
                  <a:pos x="11" y="23"/>
                </a:cxn>
                <a:cxn ang="0">
                  <a:pos x="11" y="24"/>
                </a:cxn>
                <a:cxn ang="0">
                  <a:pos x="10" y="22"/>
                </a:cxn>
                <a:cxn ang="0">
                  <a:pos x="11" y="23"/>
                </a:cxn>
                <a:cxn ang="0">
                  <a:pos x="11" y="23"/>
                </a:cxn>
                <a:cxn ang="0">
                  <a:pos x="11" y="24"/>
                </a:cxn>
                <a:cxn ang="0">
                  <a:pos x="11" y="23"/>
                </a:cxn>
              </a:cxnLst>
              <a:rect l="0" t="0" r="r" b="b"/>
              <a:pathLst>
                <a:path w="11" h="24">
                  <a:moveTo>
                    <a:pt x="10" y="1"/>
                  </a:moveTo>
                  <a:cubicBezTo>
                    <a:pt x="10" y="1"/>
                    <a:pt x="10" y="1"/>
                    <a:pt x="10" y="1"/>
                  </a:cubicBezTo>
                  <a:cubicBezTo>
                    <a:pt x="10" y="1"/>
                    <a:pt x="10" y="1"/>
                    <a:pt x="10" y="1"/>
                  </a:cubicBezTo>
                  <a:close/>
                  <a:moveTo>
                    <a:pt x="5" y="0"/>
                  </a:moveTo>
                  <a:cubicBezTo>
                    <a:pt x="5" y="0"/>
                    <a:pt x="5" y="0"/>
                    <a:pt x="5" y="0"/>
                  </a:cubicBezTo>
                  <a:cubicBezTo>
                    <a:pt x="5" y="0"/>
                    <a:pt x="5" y="0"/>
                    <a:pt x="5" y="0"/>
                  </a:cubicBezTo>
                  <a:close/>
                  <a:moveTo>
                    <a:pt x="5" y="2"/>
                  </a:moveTo>
                  <a:cubicBezTo>
                    <a:pt x="5" y="2"/>
                    <a:pt x="5" y="2"/>
                    <a:pt x="5" y="2"/>
                  </a:cubicBezTo>
                  <a:cubicBezTo>
                    <a:pt x="5" y="2"/>
                    <a:pt x="5" y="2"/>
                    <a:pt x="5" y="2"/>
                  </a:cubicBezTo>
                  <a:close/>
                  <a:moveTo>
                    <a:pt x="1" y="10"/>
                  </a:moveTo>
                  <a:cubicBezTo>
                    <a:pt x="1" y="10"/>
                    <a:pt x="1" y="10"/>
                    <a:pt x="1" y="10"/>
                  </a:cubicBezTo>
                  <a:cubicBezTo>
                    <a:pt x="1" y="10"/>
                    <a:pt x="1" y="10"/>
                    <a:pt x="1" y="10"/>
                  </a:cubicBezTo>
                  <a:close/>
                  <a:moveTo>
                    <a:pt x="0" y="12"/>
                  </a:moveTo>
                  <a:cubicBezTo>
                    <a:pt x="0" y="12"/>
                    <a:pt x="0" y="12"/>
                    <a:pt x="0" y="12"/>
                  </a:cubicBezTo>
                  <a:cubicBezTo>
                    <a:pt x="0" y="12"/>
                    <a:pt x="0" y="12"/>
                    <a:pt x="0" y="12"/>
                  </a:cubicBezTo>
                  <a:close/>
                  <a:moveTo>
                    <a:pt x="1" y="15"/>
                  </a:moveTo>
                  <a:cubicBezTo>
                    <a:pt x="1" y="15"/>
                    <a:pt x="1" y="15"/>
                    <a:pt x="0" y="15"/>
                  </a:cubicBezTo>
                  <a:cubicBezTo>
                    <a:pt x="0" y="15"/>
                    <a:pt x="1" y="15"/>
                    <a:pt x="1" y="15"/>
                  </a:cubicBezTo>
                  <a:close/>
                  <a:moveTo>
                    <a:pt x="6" y="1"/>
                  </a:moveTo>
                  <a:cubicBezTo>
                    <a:pt x="6" y="1"/>
                    <a:pt x="6" y="1"/>
                    <a:pt x="6" y="1"/>
                  </a:cubicBezTo>
                  <a:cubicBezTo>
                    <a:pt x="6" y="1"/>
                    <a:pt x="6" y="1"/>
                    <a:pt x="6" y="1"/>
                  </a:cubicBezTo>
                  <a:cubicBezTo>
                    <a:pt x="6" y="1"/>
                    <a:pt x="6" y="1"/>
                    <a:pt x="6" y="1"/>
                  </a:cubicBezTo>
                  <a:cubicBezTo>
                    <a:pt x="6" y="1"/>
                    <a:pt x="6" y="1"/>
                    <a:pt x="6" y="1"/>
                  </a:cubicBezTo>
                  <a:close/>
                  <a:moveTo>
                    <a:pt x="9" y="1"/>
                  </a:moveTo>
                  <a:cubicBezTo>
                    <a:pt x="9" y="1"/>
                    <a:pt x="9" y="1"/>
                    <a:pt x="9" y="1"/>
                  </a:cubicBezTo>
                  <a:cubicBezTo>
                    <a:pt x="9" y="1"/>
                    <a:pt x="9" y="1"/>
                    <a:pt x="9" y="1"/>
                  </a:cubicBezTo>
                  <a:close/>
                  <a:moveTo>
                    <a:pt x="11" y="23"/>
                  </a:moveTo>
                  <a:cubicBezTo>
                    <a:pt x="11" y="23"/>
                    <a:pt x="11" y="23"/>
                    <a:pt x="11" y="24"/>
                  </a:cubicBezTo>
                  <a:cubicBezTo>
                    <a:pt x="11" y="23"/>
                    <a:pt x="11" y="23"/>
                    <a:pt x="10" y="22"/>
                  </a:cubicBezTo>
                  <a:cubicBezTo>
                    <a:pt x="10" y="22"/>
                    <a:pt x="10" y="22"/>
                    <a:pt x="11" y="23"/>
                  </a:cubicBezTo>
                  <a:cubicBezTo>
                    <a:pt x="11" y="23"/>
                    <a:pt x="11" y="23"/>
                    <a:pt x="11" y="23"/>
                  </a:cubicBezTo>
                  <a:cubicBezTo>
                    <a:pt x="11" y="23"/>
                    <a:pt x="11" y="24"/>
                    <a:pt x="11" y="24"/>
                  </a:cubicBezTo>
                  <a:cubicBezTo>
                    <a:pt x="11" y="24"/>
                    <a:pt x="11" y="23"/>
                    <a:pt x="11" y="2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35" name="Brazil">
              <a:extLst>
                <a:ext uri="{FF2B5EF4-FFF2-40B4-BE49-F238E27FC236}">
                  <a16:creationId xmlns:a16="http://schemas.microsoft.com/office/drawing/2014/main" id="{9ED68093-141F-3977-1412-E6BA19170BFA}"/>
                </a:ext>
              </a:extLst>
            </p:cNvPr>
            <p:cNvSpPr>
              <a:spLocks noEditPoints="1"/>
            </p:cNvSpPr>
            <p:nvPr/>
          </p:nvSpPr>
          <p:spPr bwMode="auto">
            <a:xfrm>
              <a:off x="3158060" y="3838515"/>
              <a:ext cx="1554541" cy="1521215"/>
            </a:xfrm>
            <a:custGeom>
              <a:avLst/>
              <a:gdLst/>
              <a:ahLst/>
              <a:cxnLst>
                <a:cxn ang="0">
                  <a:pos x="228" y="55"/>
                </a:cxn>
                <a:cxn ang="0">
                  <a:pos x="219" y="69"/>
                </a:cxn>
                <a:cxn ang="0">
                  <a:pos x="223" y="70"/>
                </a:cxn>
                <a:cxn ang="0">
                  <a:pos x="245" y="67"/>
                </a:cxn>
                <a:cxn ang="0">
                  <a:pos x="369" y="114"/>
                </a:cxn>
                <a:cxn ang="0">
                  <a:pos x="331" y="92"/>
                </a:cxn>
                <a:cxn ang="0">
                  <a:pos x="302" y="87"/>
                </a:cxn>
                <a:cxn ang="0">
                  <a:pos x="289" y="89"/>
                </a:cxn>
                <a:cxn ang="0">
                  <a:pos x="284" y="92"/>
                </a:cxn>
                <a:cxn ang="0">
                  <a:pos x="281" y="83"/>
                </a:cxn>
                <a:cxn ang="0">
                  <a:pos x="280" y="76"/>
                </a:cxn>
                <a:cxn ang="0">
                  <a:pos x="275" y="74"/>
                </a:cxn>
                <a:cxn ang="0">
                  <a:pos x="270" y="72"/>
                </a:cxn>
                <a:cxn ang="0">
                  <a:pos x="264" y="69"/>
                </a:cxn>
                <a:cxn ang="0">
                  <a:pos x="258" y="65"/>
                </a:cxn>
                <a:cxn ang="0">
                  <a:pos x="249" y="74"/>
                </a:cxn>
                <a:cxn ang="0">
                  <a:pos x="233" y="79"/>
                </a:cxn>
                <a:cxn ang="0">
                  <a:pos x="214" y="74"/>
                </a:cxn>
                <a:cxn ang="0">
                  <a:pos x="228" y="50"/>
                </a:cxn>
                <a:cxn ang="0">
                  <a:pos x="220" y="16"/>
                </a:cxn>
                <a:cxn ang="0">
                  <a:pos x="199" y="33"/>
                </a:cxn>
                <a:cxn ang="0">
                  <a:pos x="173" y="31"/>
                </a:cxn>
                <a:cxn ang="0">
                  <a:pos x="149" y="44"/>
                </a:cxn>
                <a:cxn ang="0">
                  <a:pos x="137" y="10"/>
                </a:cxn>
                <a:cxn ang="0">
                  <a:pos x="114" y="13"/>
                </a:cxn>
                <a:cxn ang="0">
                  <a:pos x="94" y="19"/>
                </a:cxn>
                <a:cxn ang="0">
                  <a:pos x="83" y="48"/>
                </a:cxn>
                <a:cxn ang="0">
                  <a:pos x="40" y="39"/>
                </a:cxn>
                <a:cxn ang="0">
                  <a:pos x="38" y="62"/>
                </a:cxn>
                <a:cxn ang="0">
                  <a:pos x="26" y="106"/>
                </a:cxn>
                <a:cxn ang="0">
                  <a:pos x="5" y="132"/>
                </a:cxn>
                <a:cxn ang="0">
                  <a:pos x="11" y="159"/>
                </a:cxn>
                <a:cxn ang="0">
                  <a:pos x="36" y="179"/>
                </a:cxn>
                <a:cxn ang="0">
                  <a:pos x="76" y="166"/>
                </a:cxn>
                <a:cxn ang="0">
                  <a:pos x="86" y="182"/>
                </a:cxn>
                <a:cxn ang="0">
                  <a:pos x="110" y="198"/>
                </a:cxn>
                <a:cxn ang="0">
                  <a:pos x="137" y="219"/>
                </a:cxn>
                <a:cxn ang="0">
                  <a:pos x="166" y="255"/>
                </a:cxn>
                <a:cxn ang="0">
                  <a:pos x="167" y="287"/>
                </a:cxn>
                <a:cxn ang="0">
                  <a:pos x="178" y="303"/>
                </a:cxn>
                <a:cxn ang="0">
                  <a:pos x="204" y="321"/>
                </a:cxn>
                <a:cxn ang="0">
                  <a:pos x="214" y="346"/>
                </a:cxn>
                <a:cxn ang="0">
                  <a:pos x="203" y="364"/>
                </a:cxn>
                <a:cxn ang="0">
                  <a:pos x="187" y="385"/>
                </a:cxn>
                <a:cxn ang="0">
                  <a:pos x="210" y="402"/>
                </a:cxn>
                <a:cxn ang="0">
                  <a:pos x="239" y="411"/>
                </a:cxn>
                <a:cxn ang="0">
                  <a:pos x="243" y="394"/>
                </a:cxn>
                <a:cxn ang="0">
                  <a:pos x="249" y="392"/>
                </a:cxn>
                <a:cxn ang="0">
                  <a:pos x="250" y="397"/>
                </a:cxn>
                <a:cxn ang="0">
                  <a:pos x="263" y="356"/>
                </a:cxn>
                <a:cxn ang="0">
                  <a:pos x="261" y="339"/>
                </a:cxn>
                <a:cxn ang="0">
                  <a:pos x="272" y="328"/>
                </a:cxn>
                <a:cxn ang="0">
                  <a:pos x="293" y="315"/>
                </a:cxn>
                <a:cxn ang="0">
                  <a:pos x="302" y="312"/>
                </a:cxn>
                <a:cxn ang="0">
                  <a:pos x="328" y="296"/>
                </a:cxn>
                <a:cxn ang="0">
                  <a:pos x="342" y="254"/>
                </a:cxn>
                <a:cxn ang="0">
                  <a:pos x="341" y="211"/>
                </a:cxn>
                <a:cxn ang="0">
                  <a:pos x="346" y="200"/>
                </a:cxn>
                <a:cxn ang="0">
                  <a:pos x="359" y="179"/>
                </a:cxn>
                <a:cxn ang="0">
                  <a:pos x="378" y="154"/>
                </a:cxn>
                <a:cxn ang="0">
                  <a:pos x="230" y="58"/>
                </a:cxn>
                <a:cxn ang="0">
                  <a:pos x="291" y="322"/>
                </a:cxn>
                <a:cxn ang="0">
                  <a:pos x="299" y="312"/>
                </a:cxn>
              </a:cxnLst>
              <a:rect l="0" t="0" r="r" b="b"/>
              <a:pathLst>
                <a:path w="439" h="429">
                  <a:moveTo>
                    <a:pt x="229" y="50"/>
                  </a:moveTo>
                  <a:cubicBezTo>
                    <a:pt x="228" y="50"/>
                    <a:pt x="229" y="49"/>
                    <a:pt x="229" y="49"/>
                  </a:cubicBezTo>
                  <a:cubicBezTo>
                    <a:pt x="230" y="48"/>
                    <a:pt x="230" y="49"/>
                    <a:pt x="231" y="48"/>
                  </a:cubicBezTo>
                  <a:cubicBezTo>
                    <a:pt x="231" y="50"/>
                    <a:pt x="229" y="50"/>
                    <a:pt x="229" y="50"/>
                  </a:cubicBezTo>
                  <a:close/>
                  <a:moveTo>
                    <a:pt x="227" y="34"/>
                  </a:moveTo>
                  <a:cubicBezTo>
                    <a:pt x="226" y="34"/>
                    <a:pt x="226" y="35"/>
                    <a:pt x="226" y="35"/>
                  </a:cubicBezTo>
                  <a:cubicBezTo>
                    <a:pt x="227" y="35"/>
                    <a:pt x="228" y="34"/>
                    <a:pt x="227" y="34"/>
                  </a:cubicBezTo>
                  <a:close/>
                  <a:moveTo>
                    <a:pt x="225" y="57"/>
                  </a:moveTo>
                  <a:cubicBezTo>
                    <a:pt x="225" y="57"/>
                    <a:pt x="225" y="58"/>
                    <a:pt x="225" y="58"/>
                  </a:cubicBezTo>
                  <a:cubicBezTo>
                    <a:pt x="227" y="59"/>
                    <a:pt x="227" y="57"/>
                    <a:pt x="226" y="57"/>
                  </a:cubicBezTo>
                  <a:cubicBezTo>
                    <a:pt x="226" y="56"/>
                    <a:pt x="225" y="56"/>
                    <a:pt x="225" y="57"/>
                  </a:cubicBezTo>
                  <a:close/>
                  <a:moveTo>
                    <a:pt x="229" y="54"/>
                  </a:moveTo>
                  <a:cubicBezTo>
                    <a:pt x="229" y="54"/>
                    <a:pt x="230" y="53"/>
                    <a:pt x="231" y="52"/>
                  </a:cubicBezTo>
                  <a:cubicBezTo>
                    <a:pt x="231" y="52"/>
                    <a:pt x="231" y="51"/>
                    <a:pt x="230" y="51"/>
                  </a:cubicBezTo>
                  <a:cubicBezTo>
                    <a:pt x="230" y="51"/>
                    <a:pt x="230" y="52"/>
                    <a:pt x="230" y="52"/>
                  </a:cubicBezTo>
                  <a:cubicBezTo>
                    <a:pt x="230" y="52"/>
                    <a:pt x="229" y="52"/>
                    <a:pt x="229" y="52"/>
                  </a:cubicBezTo>
                  <a:cubicBezTo>
                    <a:pt x="229" y="52"/>
                    <a:pt x="228" y="52"/>
                    <a:pt x="228" y="53"/>
                  </a:cubicBezTo>
                  <a:cubicBezTo>
                    <a:pt x="228" y="53"/>
                    <a:pt x="228" y="55"/>
                    <a:pt x="229" y="54"/>
                  </a:cubicBezTo>
                  <a:close/>
                  <a:moveTo>
                    <a:pt x="227" y="38"/>
                  </a:moveTo>
                  <a:cubicBezTo>
                    <a:pt x="229" y="37"/>
                    <a:pt x="228" y="35"/>
                    <a:pt x="227" y="35"/>
                  </a:cubicBezTo>
                  <a:cubicBezTo>
                    <a:pt x="226" y="35"/>
                    <a:pt x="226" y="37"/>
                    <a:pt x="227" y="38"/>
                  </a:cubicBezTo>
                  <a:close/>
                  <a:moveTo>
                    <a:pt x="227" y="56"/>
                  </a:moveTo>
                  <a:cubicBezTo>
                    <a:pt x="227" y="56"/>
                    <a:pt x="227" y="56"/>
                    <a:pt x="228" y="55"/>
                  </a:cubicBezTo>
                  <a:cubicBezTo>
                    <a:pt x="228" y="55"/>
                    <a:pt x="228" y="54"/>
                    <a:pt x="228" y="54"/>
                  </a:cubicBezTo>
                  <a:cubicBezTo>
                    <a:pt x="228" y="54"/>
                    <a:pt x="228" y="51"/>
                    <a:pt x="227" y="52"/>
                  </a:cubicBezTo>
                  <a:cubicBezTo>
                    <a:pt x="227" y="52"/>
                    <a:pt x="227" y="53"/>
                    <a:pt x="227" y="53"/>
                  </a:cubicBezTo>
                  <a:cubicBezTo>
                    <a:pt x="227" y="54"/>
                    <a:pt x="227" y="54"/>
                    <a:pt x="226" y="55"/>
                  </a:cubicBezTo>
                  <a:cubicBezTo>
                    <a:pt x="226" y="56"/>
                    <a:pt x="225" y="56"/>
                    <a:pt x="227" y="56"/>
                  </a:cubicBezTo>
                  <a:close/>
                  <a:moveTo>
                    <a:pt x="233" y="60"/>
                  </a:moveTo>
                  <a:cubicBezTo>
                    <a:pt x="234" y="60"/>
                    <a:pt x="236" y="60"/>
                    <a:pt x="236" y="59"/>
                  </a:cubicBezTo>
                  <a:cubicBezTo>
                    <a:pt x="237" y="59"/>
                    <a:pt x="237" y="58"/>
                    <a:pt x="236" y="57"/>
                  </a:cubicBezTo>
                  <a:cubicBezTo>
                    <a:pt x="235" y="57"/>
                    <a:pt x="234" y="58"/>
                    <a:pt x="233" y="58"/>
                  </a:cubicBezTo>
                  <a:cubicBezTo>
                    <a:pt x="233" y="59"/>
                    <a:pt x="232" y="59"/>
                    <a:pt x="233" y="60"/>
                  </a:cubicBezTo>
                  <a:close/>
                  <a:moveTo>
                    <a:pt x="220" y="60"/>
                  </a:moveTo>
                  <a:cubicBezTo>
                    <a:pt x="220" y="60"/>
                    <a:pt x="220" y="60"/>
                    <a:pt x="220" y="60"/>
                  </a:cubicBezTo>
                  <a:cubicBezTo>
                    <a:pt x="219" y="60"/>
                    <a:pt x="219" y="61"/>
                    <a:pt x="219" y="61"/>
                  </a:cubicBezTo>
                  <a:cubicBezTo>
                    <a:pt x="218" y="62"/>
                    <a:pt x="218" y="62"/>
                    <a:pt x="218" y="63"/>
                  </a:cubicBezTo>
                  <a:cubicBezTo>
                    <a:pt x="218" y="63"/>
                    <a:pt x="217" y="63"/>
                    <a:pt x="218" y="64"/>
                  </a:cubicBezTo>
                  <a:cubicBezTo>
                    <a:pt x="219" y="63"/>
                    <a:pt x="219" y="62"/>
                    <a:pt x="220" y="61"/>
                  </a:cubicBezTo>
                  <a:cubicBezTo>
                    <a:pt x="221" y="61"/>
                    <a:pt x="220" y="61"/>
                    <a:pt x="220" y="60"/>
                  </a:cubicBezTo>
                  <a:close/>
                  <a:moveTo>
                    <a:pt x="213" y="71"/>
                  </a:moveTo>
                  <a:cubicBezTo>
                    <a:pt x="213" y="72"/>
                    <a:pt x="213" y="73"/>
                    <a:pt x="212" y="73"/>
                  </a:cubicBezTo>
                  <a:cubicBezTo>
                    <a:pt x="212" y="74"/>
                    <a:pt x="212" y="74"/>
                    <a:pt x="213" y="74"/>
                  </a:cubicBezTo>
                  <a:cubicBezTo>
                    <a:pt x="214" y="74"/>
                    <a:pt x="216" y="73"/>
                    <a:pt x="217" y="72"/>
                  </a:cubicBezTo>
                  <a:cubicBezTo>
                    <a:pt x="217" y="71"/>
                    <a:pt x="217" y="71"/>
                    <a:pt x="218" y="70"/>
                  </a:cubicBezTo>
                  <a:cubicBezTo>
                    <a:pt x="218" y="70"/>
                    <a:pt x="219" y="70"/>
                    <a:pt x="219" y="69"/>
                  </a:cubicBezTo>
                  <a:cubicBezTo>
                    <a:pt x="219" y="68"/>
                    <a:pt x="219" y="68"/>
                    <a:pt x="219" y="67"/>
                  </a:cubicBezTo>
                  <a:cubicBezTo>
                    <a:pt x="220" y="67"/>
                    <a:pt x="220" y="66"/>
                    <a:pt x="220" y="65"/>
                  </a:cubicBezTo>
                  <a:cubicBezTo>
                    <a:pt x="220" y="65"/>
                    <a:pt x="220" y="64"/>
                    <a:pt x="219" y="64"/>
                  </a:cubicBezTo>
                  <a:cubicBezTo>
                    <a:pt x="219" y="64"/>
                    <a:pt x="219" y="64"/>
                    <a:pt x="218" y="64"/>
                  </a:cubicBezTo>
                  <a:cubicBezTo>
                    <a:pt x="216" y="64"/>
                    <a:pt x="215" y="67"/>
                    <a:pt x="215" y="69"/>
                  </a:cubicBezTo>
                  <a:cubicBezTo>
                    <a:pt x="215" y="70"/>
                    <a:pt x="215" y="70"/>
                    <a:pt x="214" y="71"/>
                  </a:cubicBezTo>
                  <a:cubicBezTo>
                    <a:pt x="214" y="71"/>
                    <a:pt x="213" y="71"/>
                    <a:pt x="213" y="71"/>
                  </a:cubicBezTo>
                  <a:close/>
                  <a:moveTo>
                    <a:pt x="237" y="61"/>
                  </a:moveTo>
                  <a:cubicBezTo>
                    <a:pt x="236" y="61"/>
                    <a:pt x="236" y="61"/>
                    <a:pt x="235" y="61"/>
                  </a:cubicBezTo>
                  <a:cubicBezTo>
                    <a:pt x="234" y="61"/>
                    <a:pt x="233" y="61"/>
                    <a:pt x="233" y="60"/>
                  </a:cubicBezTo>
                  <a:cubicBezTo>
                    <a:pt x="231" y="60"/>
                    <a:pt x="229" y="59"/>
                    <a:pt x="227" y="59"/>
                  </a:cubicBezTo>
                  <a:cubicBezTo>
                    <a:pt x="225" y="60"/>
                    <a:pt x="224" y="61"/>
                    <a:pt x="224" y="63"/>
                  </a:cubicBezTo>
                  <a:cubicBezTo>
                    <a:pt x="224" y="63"/>
                    <a:pt x="224" y="64"/>
                    <a:pt x="224" y="65"/>
                  </a:cubicBezTo>
                  <a:cubicBezTo>
                    <a:pt x="225" y="65"/>
                    <a:pt x="225" y="65"/>
                    <a:pt x="226" y="66"/>
                  </a:cubicBezTo>
                  <a:cubicBezTo>
                    <a:pt x="225" y="66"/>
                    <a:pt x="225" y="66"/>
                    <a:pt x="224" y="65"/>
                  </a:cubicBezTo>
                  <a:cubicBezTo>
                    <a:pt x="224" y="65"/>
                    <a:pt x="224" y="64"/>
                    <a:pt x="224" y="64"/>
                  </a:cubicBezTo>
                  <a:cubicBezTo>
                    <a:pt x="223" y="65"/>
                    <a:pt x="223" y="66"/>
                    <a:pt x="224" y="67"/>
                  </a:cubicBezTo>
                  <a:cubicBezTo>
                    <a:pt x="223" y="67"/>
                    <a:pt x="223" y="70"/>
                    <a:pt x="224" y="70"/>
                  </a:cubicBezTo>
                  <a:cubicBezTo>
                    <a:pt x="224" y="71"/>
                    <a:pt x="226" y="69"/>
                    <a:pt x="226" y="70"/>
                  </a:cubicBezTo>
                  <a:cubicBezTo>
                    <a:pt x="226" y="70"/>
                    <a:pt x="226" y="70"/>
                    <a:pt x="226" y="70"/>
                  </a:cubicBezTo>
                  <a:cubicBezTo>
                    <a:pt x="226" y="70"/>
                    <a:pt x="225" y="71"/>
                    <a:pt x="225" y="71"/>
                  </a:cubicBezTo>
                  <a:cubicBezTo>
                    <a:pt x="225" y="71"/>
                    <a:pt x="226" y="71"/>
                    <a:pt x="226" y="71"/>
                  </a:cubicBezTo>
                  <a:cubicBezTo>
                    <a:pt x="225" y="71"/>
                    <a:pt x="223" y="70"/>
                    <a:pt x="223" y="70"/>
                  </a:cubicBezTo>
                  <a:cubicBezTo>
                    <a:pt x="223" y="72"/>
                    <a:pt x="223" y="73"/>
                    <a:pt x="224" y="74"/>
                  </a:cubicBezTo>
                  <a:cubicBezTo>
                    <a:pt x="224" y="75"/>
                    <a:pt x="225" y="76"/>
                    <a:pt x="225" y="77"/>
                  </a:cubicBezTo>
                  <a:cubicBezTo>
                    <a:pt x="225" y="77"/>
                    <a:pt x="225" y="78"/>
                    <a:pt x="226" y="78"/>
                  </a:cubicBezTo>
                  <a:cubicBezTo>
                    <a:pt x="226" y="78"/>
                    <a:pt x="227" y="78"/>
                    <a:pt x="228" y="78"/>
                  </a:cubicBezTo>
                  <a:cubicBezTo>
                    <a:pt x="228" y="78"/>
                    <a:pt x="228" y="78"/>
                    <a:pt x="228" y="78"/>
                  </a:cubicBezTo>
                  <a:cubicBezTo>
                    <a:pt x="228" y="78"/>
                    <a:pt x="230" y="78"/>
                    <a:pt x="230" y="77"/>
                  </a:cubicBezTo>
                  <a:cubicBezTo>
                    <a:pt x="231" y="77"/>
                    <a:pt x="231" y="78"/>
                    <a:pt x="232" y="78"/>
                  </a:cubicBezTo>
                  <a:cubicBezTo>
                    <a:pt x="232" y="78"/>
                    <a:pt x="233" y="79"/>
                    <a:pt x="233" y="78"/>
                  </a:cubicBezTo>
                  <a:cubicBezTo>
                    <a:pt x="234" y="78"/>
                    <a:pt x="233" y="76"/>
                    <a:pt x="233" y="76"/>
                  </a:cubicBezTo>
                  <a:cubicBezTo>
                    <a:pt x="234" y="77"/>
                    <a:pt x="234" y="78"/>
                    <a:pt x="234" y="78"/>
                  </a:cubicBezTo>
                  <a:cubicBezTo>
                    <a:pt x="235" y="77"/>
                    <a:pt x="236" y="76"/>
                    <a:pt x="236" y="75"/>
                  </a:cubicBezTo>
                  <a:cubicBezTo>
                    <a:pt x="236" y="75"/>
                    <a:pt x="237" y="77"/>
                    <a:pt x="237" y="76"/>
                  </a:cubicBezTo>
                  <a:cubicBezTo>
                    <a:pt x="238" y="76"/>
                    <a:pt x="238" y="76"/>
                    <a:pt x="239" y="76"/>
                  </a:cubicBezTo>
                  <a:cubicBezTo>
                    <a:pt x="239" y="76"/>
                    <a:pt x="240" y="76"/>
                    <a:pt x="240" y="75"/>
                  </a:cubicBezTo>
                  <a:cubicBezTo>
                    <a:pt x="241" y="75"/>
                    <a:pt x="242" y="75"/>
                    <a:pt x="242" y="75"/>
                  </a:cubicBezTo>
                  <a:cubicBezTo>
                    <a:pt x="242" y="74"/>
                    <a:pt x="242" y="74"/>
                    <a:pt x="242" y="74"/>
                  </a:cubicBezTo>
                  <a:cubicBezTo>
                    <a:pt x="243" y="73"/>
                    <a:pt x="243" y="73"/>
                    <a:pt x="243" y="72"/>
                  </a:cubicBezTo>
                  <a:cubicBezTo>
                    <a:pt x="243" y="72"/>
                    <a:pt x="243" y="71"/>
                    <a:pt x="243" y="71"/>
                  </a:cubicBezTo>
                  <a:cubicBezTo>
                    <a:pt x="243" y="71"/>
                    <a:pt x="244" y="71"/>
                    <a:pt x="244" y="71"/>
                  </a:cubicBezTo>
                  <a:cubicBezTo>
                    <a:pt x="244" y="70"/>
                    <a:pt x="244" y="70"/>
                    <a:pt x="244" y="70"/>
                  </a:cubicBezTo>
                  <a:cubicBezTo>
                    <a:pt x="244" y="70"/>
                    <a:pt x="244" y="70"/>
                    <a:pt x="244" y="70"/>
                  </a:cubicBezTo>
                  <a:cubicBezTo>
                    <a:pt x="244" y="69"/>
                    <a:pt x="244" y="69"/>
                    <a:pt x="245" y="68"/>
                  </a:cubicBezTo>
                  <a:cubicBezTo>
                    <a:pt x="245" y="68"/>
                    <a:pt x="245" y="67"/>
                    <a:pt x="245" y="67"/>
                  </a:cubicBezTo>
                  <a:cubicBezTo>
                    <a:pt x="245" y="67"/>
                    <a:pt x="245" y="66"/>
                    <a:pt x="245" y="66"/>
                  </a:cubicBezTo>
                  <a:cubicBezTo>
                    <a:pt x="246" y="67"/>
                    <a:pt x="246" y="66"/>
                    <a:pt x="246" y="65"/>
                  </a:cubicBezTo>
                  <a:cubicBezTo>
                    <a:pt x="246" y="64"/>
                    <a:pt x="246" y="64"/>
                    <a:pt x="246" y="63"/>
                  </a:cubicBezTo>
                  <a:cubicBezTo>
                    <a:pt x="247" y="61"/>
                    <a:pt x="246" y="61"/>
                    <a:pt x="245" y="61"/>
                  </a:cubicBezTo>
                  <a:cubicBezTo>
                    <a:pt x="244" y="61"/>
                    <a:pt x="243" y="61"/>
                    <a:pt x="242" y="61"/>
                  </a:cubicBezTo>
                  <a:cubicBezTo>
                    <a:pt x="241" y="61"/>
                    <a:pt x="241" y="60"/>
                    <a:pt x="240" y="60"/>
                  </a:cubicBezTo>
                  <a:cubicBezTo>
                    <a:pt x="240" y="60"/>
                    <a:pt x="239" y="60"/>
                    <a:pt x="239" y="60"/>
                  </a:cubicBezTo>
                  <a:cubicBezTo>
                    <a:pt x="239" y="59"/>
                    <a:pt x="239" y="60"/>
                    <a:pt x="238" y="60"/>
                  </a:cubicBezTo>
                  <a:cubicBezTo>
                    <a:pt x="238" y="60"/>
                    <a:pt x="236" y="60"/>
                    <a:pt x="237" y="61"/>
                  </a:cubicBezTo>
                  <a:close/>
                  <a:moveTo>
                    <a:pt x="380" y="139"/>
                  </a:moveTo>
                  <a:cubicBezTo>
                    <a:pt x="380" y="138"/>
                    <a:pt x="380" y="136"/>
                    <a:pt x="379" y="135"/>
                  </a:cubicBezTo>
                  <a:cubicBezTo>
                    <a:pt x="379" y="136"/>
                    <a:pt x="379" y="136"/>
                    <a:pt x="379" y="137"/>
                  </a:cubicBezTo>
                  <a:cubicBezTo>
                    <a:pt x="378" y="136"/>
                    <a:pt x="379" y="135"/>
                    <a:pt x="379" y="134"/>
                  </a:cubicBezTo>
                  <a:cubicBezTo>
                    <a:pt x="379" y="134"/>
                    <a:pt x="379" y="134"/>
                    <a:pt x="378" y="134"/>
                  </a:cubicBezTo>
                  <a:cubicBezTo>
                    <a:pt x="378" y="133"/>
                    <a:pt x="378" y="133"/>
                    <a:pt x="378" y="132"/>
                  </a:cubicBezTo>
                  <a:cubicBezTo>
                    <a:pt x="378" y="131"/>
                    <a:pt x="378" y="129"/>
                    <a:pt x="377" y="128"/>
                  </a:cubicBezTo>
                  <a:cubicBezTo>
                    <a:pt x="377" y="127"/>
                    <a:pt x="377" y="127"/>
                    <a:pt x="377" y="127"/>
                  </a:cubicBezTo>
                  <a:cubicBezTo>
                    <a:pt x="377" y="126"/>
                    <a:pt x="376" y="127"/>
                    <a:pt x="376" y="127"/>
                  </a:cubicBezTo>
                  <a:cubicBezTo>
                    <a:pt x="376" y="126"/>
                    <a:pt x="376" y="126"/>
                    <a:pt x="377" y="126"/>
                  </a:cubicBezTo>
                  <a:cubicBezTo>
                    <a:pt x="377" y="124"/>
                    <a:pt x="376" y="123"/>
                    <a:pt x="376" y="121"/>
                  </a:cubicBezTo>
                  <a:cubicBezTo>
                    <a:pt x="375" y="119"/>
                    <a:pt x="376" y="118"/>
                    <a:pt x="373" y="116"/>
                  </a:cubicBezTo>
                  <a:cubicBezTo>
                    <a:pt x="373" y="115"/>
                    <a:pt x="372" y="115"/>
                    <a:pt x="371" y="114"/>
                  </a:cubicBezTo>
                  <a:cubicBezTo>
                    <a:pt x="370" y="114"/>
                    <a:pt x="370" y="114"/>
                    <a:pt x="369" y="114"/>
                  </a:cubicBezTo>
                  <a:cubicBezTo>
                    <a:pt x="368" y="114"/>
                    <a:pt x="366" y="114"/>
                    <a:pt x="365" y="114"/>
                  </a:cubicBezTo>
                  <a:cubicBezTo>
                    <a:pt x="365" y="114"/>
                    <a:pt x="364" y="114"/>
                    <a:pt x="364" y="114"/>
                  </a:cubicBezTo>
                  <a:cubicBezTo>
                    <a:pt x="363" y="114"/>
                    <a:pt x="363" y="114"/>
                    <a:pt x="362" y="114"/>
                  </a:cubicBezTo>
                  <a:cubicBezTo>
                    <a:pt x="362" y="114"/>
                    <a:pt x="362" y="114"/>
                    <a:pt x="362" y="115"/>
                  </a:cubicBezTo>
                  <a:cubicBezTo>
                    <a:pt x="362" y="115"/>
                    <a:pt x="362" y="114"/>
                    <a:pt x="362" y="114"/>
                  </a:cubicBezTo>
                  <a:cubicBezTo>
                    <a:pt x="361" y="114"/>
                    <a:pt x="361" y="114"/>
                    <a:pt x="360" y="114"/>
                  </a:cubicBezTo>
                  <a:cubicBezTo>
                    <a:pt x="360" y="114"/>
                    <a:pt x="359" y="113"/>
                    <a:pt x="359" y="113"/>
                  </a:cubicBezTo>
                  <a:cubicBezTo>
                    <a:pt x="358" y="112"/>
                    <a:pt x="358" y="113"/>
                    <a:pt x="357" y="113"/>
                  </a:cubicBezTo>
                  <a:cubicBezTo>
                    <a:pt x="356" y="112"/>
                    <a:pt x="356" y="112"/>
                    <a:pt x="355" y="110"/>
                  </a:cubicBezTo>
                  <a:cubicBezTo>
                    <a:pt x="355" y="110"/>
                    <a:pt x="354" y="110"/>
                    <a:pt x="354" y="110"/>
                  </a:cubicBezTo>
                  <a:cubicBezTo>
                    <a:pt x="353" y="109"/>
                    <a:pt x="353" y="109"/>
                    <a:pt x="352" y="109"/>
                  </a:cubicBezTo>
                  <a:cubicBezTo>
                    <a:pt x="351" y="109"/>
                    <a:pt x="351" y="107"/>
                    <a:pt x="350" y="107"/>
                  </a:cubicBezTo>
                  <a:cubicBezTo>
                    <a:pt x="350" y="106"/>
                    <a:pt x="349" y="106"/>
                    <a:pt x="349" y="106"/>
                  </a:cubicBezTo>
                  <a:cubicBezTo>
                    <a:pt x="348" y="106"/>
                    <a:pt x="348" y="105"/>
                    <a:pt x="347" y="105"/>
                  </a:cubicBezTo>
                  <a:cubicBezTo>
                    <a:pt x="347" y="104"/>
                    <a:pt x="346" y="102"/>
                    <a:pt x="345" y="102"/>
                  </a:cubicBezTo>
                  <a:cubicBezTo>
                    <a:pt x="345" y="101"/>
                    <a:pt x="344" y="101"/>
                    <a:pt x="344" y="100"/>
                  </a:cubicBezTo>
                  <a:cubicBezTo>
                    <a:pt x="344" y="100"/>
                    <a:pt x="344" y="99"/>
                    <a:pt x="343" y="99"/>
                  </a:cubicBezTo>
                  <a:cubicBezTo>
                    <a:pt x="343" y="100"/>
                    <a:pt x="341" y="98"/>
                    <a:pt x="340" y="98"/>
                  </a:cubicBezTo>
                  <a:cubicBezTo>
                    <a:pt x="340" y="97"/>
                    <a:pt x="339" y="97"/>
                    <a:pt x="339" y="96"/>
                  </a:cubicBezTo>
                  <a:cubicBezTo>
                    <a:pt x="339" y="96"/>
                    <a:pt x="338" y="96"/>
                    <a:pt x="338" y="96"/>
                  </a:cubicBezTo>
                  <a:cubicBezTo>
                    <a:pt x="338" y="95"/>
                    <a:pt x="337" y="96"/>
                    <a:pt x="337" y="95"/>
                  </a:cubicBezTo>
                  <a:cubicBezTo>
                    <a:pt x="336" y="94"/>
                    <a:pt x="335" y="94"/>
                    <a:pt x="334" y="93"/>
                  </a:cubicBezTo>
                  <a:cubicBezTo>
                    <a:pt x="334" y="93"/>
                    <a:pt x="331" y="91"/>
                    <a:pt x="331" y="92"/>
                  </a:cubicBezTo>
                  <a:cubicBezTo>
                    <a:pt x="330" y="90"/>
                    <a:pt x="329" y="90"/>
                    <a:pt x="328" y="90"/>
                  </a:cubicBezTo>
                  <a:cubicBezTo>
                    <a:pt x="328" y="89"/>
                    <a:pt x="327" y="90"/>
                    <a:pt x="327" y="89"/>
                  </a:cubicBezTo>
                  <a:cubicBezTo>
                    <a:pt x="326" y="89"/>
                    <a:pt x="326" y="89"/>
                    <a:pt x="325" y="89"/>
                  </a:cubicBezTo>
                  <a:cubicBezTo>
                    <a:pt x="325" y="89"/>
                    <a:pt x="324" y="89"/>
                    <a:pt x="324" y="89"/>
                  </a:cubicBezTo>
                  <a:cubicBezTo>
                    <a:pt x="323" y="89"/>
                    <a:pt x="322" y="89"/>
                    <a:pt x="322" y="90"/>
                  </a:cubicBezTo>
                  <a:cubicBezTo>
                    <a:pt x="320" y="90"/>
                    <a:pt x="319" y="90"/>
                    <a:pt x="318" y="90"/>
                  </a:cubicBezTo>
                  <a:cubicBezTo>
                    <a:pt x="318" y="90"/>
                    <a:pt x="318" y="90"/>
                    <a:pt x="318" y="90"/>
                  </a:cubicBezTo>
                  <a:cubicBezTo>
                    <a:pt x="317" y="90"/>
                    <a:pt x="316" y="90"/>
                    <a:pt x="316" y="90"/>
                  </a:cubicBezTo>
                  <a:cubicBezTo>
                    <a:pt x="316" y="90"/>
                    <a:pt x="317" y="91"/>
                    <a:pt x="316" y="91"/>
                  </a:cubicBezTo>
                  <a:cubicBezTo>
                    <a:pt x="316" y="91"/>
                    <a:pt x="314" y="90"/>
                    <a:pt x="314" y="91"/>
                  </a:cubicBezTo>
                  <a:cubicBezTo>
                    <a:pt x="314" y="90"/>
                    <a:pt x="314" y="90"/>
                    <a:pt x="313" y="90"/>
                  </a:cubicBezTo>
                  <a:cubicBezTo>
                    <a:pt x="313" y="90"/>
                    <a:pt x="312" y="90"/>
                    <a:pt x="312" y="90"/>
                  </a:cubicBezTo>
                  <a:cubicBezTo>
                    <a:pt x="312" y="90"/>
                    <a:pt x="312" y="90"/>
                    <a:pt x="312" y="90"/>
                  </a:cubicBezTo>
                  <a:cubicBezTo>
                    <a:pt x="312" y="89"/>
                    <a:pt x="311" y="88"/>
                    <a:pt x="310" y="89"/>
                  </a:cubicBezTo>
                  <a:cubicBezTo>
                    <a:pt x="311" y="88"/>
                    <a:pt x="309" y="88"/>
                    <a:pt x="309" y="88"/>
                  </a:cubicBezTo>
                  <a:cubicBezTo>
                    <a:pt x="309" y="89"/>
                    <a:pt x="310" y="89"/>
                    <a:pt x="309" y="89"/>
                  </a:cubicBezTo>
                  <a:cubicBezTo>
                    <a:pt x="309" y="90"/>
                    <a:pt x="309" y="89"/>
                    <a:pt x="309" y="89"/>
                  </a:cubicBezTo>
                  <a:cubicBezTo>
                    <a:pt x="308" y="90"/>
                    <a:pt x="307" y="89"/>
                    <a:pt x="307" y="89"/>
                  </a:cubicBezTo>
                  <a:cubicBezTo>
                    <a:pt x="307" y="89"/>
                    <a:pt x="307" y="89"/>
                    <a:pt x="306" y="89"/>
                  </a:cubicBezTo>
                  <a:cubicBezTo>
                    <a:pt x="307" y="88"/>
                    <a:pt x="304" y="89"/>
                    <a:pt x="304" y="88"/>
                  </a:cubicBezTo>
                  <a:cubicBezTo>
                    <a:pt x="304" y="88"/>
                    <a:pt x="304" y="88"/>
                    <a:pt x="304" y="88"/>
                  </a:cubicBezTo>
                  <a:cubicBezTo>
                    <a:pt x="304" y="88"/>
                    <a:pt x="304" y="88"/>
                    <a:pt x="303" y="88"/>
                  </a:cubicBezTo>
                  <a:cubicBezTo>
                    <a:pt x="303" y="87"/>
                    <a:pt x="303" y="87"/>
                    <a:pt x="302" y="87"/>
                  </a:cubicBezTo>
                  <a:cubicBezTo>
                    <a:pt x="302" y="87"/>
                    <a:pt x="302" y="86"/>
                    <a:pt x="302" y="86"/>
                  </a:cubicBezTo>
                  <a:cubicBezTo>
                    <a:pt x="301" y="86"/>
                    <a:pt x="300" y="86"/>
                    <a:pt x="299" y="85"/>
                  </a:cubicBezTo>
                  <a:cubicBezTo>
                    <a:pt x="299" y="85"/>
                    <a:pt x="298" y="85"/>
                    <a:pt x="297" y="84"/>
                  </a:cubicBezTo>
                  <a:cubicBezTo>
                    <a:pt x="297" y="84"/>
                    <a:pt x="296" y="84"/>
                    <a:pt x="296" y="84"/>
                  </a:cubicBezTo>
                  <a:cubicBezTo>
                    <a:pt x="295" y="85"/>
                    <a:pt x="295" y="84"/>
                    <a:pt x="295" y="84"/>
                  </a:cubicBezTo>
                  <a:cubicBezTo>
                    <a:pt x="294" y="84"/>
                    <a:pt x="295" y="85"/>
                    <a:pt x="295" y="85"/>
                  </a:cubicBezTo>
                  <a:cubicBezTo>
                    <a:pt x="295" y="85"/>
                    <a:pt x="295" y="85"/>
                    <a:pt x="295" y="85"/>
                  </a:cubicBezTo>
                  <a:cubicBezTo>
                    <a:pt x="295" y="85"/>
                    <a:pt x="295" y="86"/>
                    <a:pt x="295" y="86"/>
                  </a:cubicBezTo>
                  <a:cubicBezTo>
                    <a:pt x="295" y="85"/>
                    <a:pt x="295" y="86"/>
                    <a:pt x="295" y="86"/>
                  </a:cubicBezTo>
                  <a:cubicBezTo>
                    <a:pt x="295" y="86"/>
                    <a:pt x="295" y="86"/>
                    <a:pt x="294" y="86"/>
                  </a:cubicBezTo>
                  <a:cubicBezTo>
                    <a:pt x="294" y="86"/>
                    <a:pt x="294" y="85"/>
                    <a:pt x="294" y="85"/>
                  </a:cubicBezTo>
                  <a:cubicBezTo>
                    <a:pt x="294" y="85"/>
                    <a:pt x="294" y="86"/>
                    <a:pt x="294" y="86"/>
                  </a:cubicBezTo>
                  <a:cubicBezTo>
                    <a:pt x="294" y="86"/>
                    <a:pt x="294" y="86"/>
                    <a:pt x="294" y="86"/>
                  </a:cubicBezTo>
                  <a:cubicBezTo>
                    <a:pt x="294" y="86"/>
                    <a:pt x="294" y="86"/>
                    <a:pt x="294" y="86"/>
                  </a:cubicBezTo>
                  <a:cubicBezTo>
                    <a:pt x="293" y="86"/>
                    <a:pt x="293" y="86"/>
                    <a:pt x="293" y="86"/>
                  </a:cubicBezTo>
                  <a:cubicBezTo>
                    <a:pt x="293" y="86"/>
                    <a:pt x="293" y="86"/>
                    <a:pt x="293" y="86"/>
                  </a:cubicBezTo>
                  <a:cubicBezTo>
                    <a:pt x="293" y="86"/>
                    <a:pt x="292" y="86"/>
                    <a:pt x="293" y="86"/>
                  </a:cubicBezTo>
                  <a:cubicBezTo>
                    <a:pt x="293" y="86"/>
                    <a:pt x="292" y="86"/>
                    <a:pt x="292" y="86"/>
                  </a:cubicBezTo>
                  <a:cubicBezTo>
                    <a:pt x="293" y="86"/>
                    <a:pt x="292" y="85"/>
                    <a:pt x="292" y="86"/>
                  </a:cubicBezTo>
                  <a:cubicBezTo>
                    <a:pt x="292" y="86"/>
                    <a:pt x="290" y="86"/>
                    <a:pt x="291" y="87"/>
                  </a:cubicBezTo>
                  <a:cubicBezTo>
                    <a:pt x="291" y="87"/>
                    <a:pt x="290" y="86"/>
                    <a:pt x="290" y="86"/>
                  </a:cubicBezTo>
                  <a:cubicBezTo>
                    <a:pt x="290" y="86"/>
                    <a:pt x="290" y="87"/>
                    <a:pt x="290" y="87"/>
                  </a:cubicBezTo>
                  <a:cubicBezTo>
                    <a:pt x="289" y="86"/>
                    <a:pt x="289" y="89"/>
                    <a:pt x="289" y="89"/>
                  </a:cubicBezTo>
                  <a:cubicBezTo>
                    <a:pt x="289" y="89"/>
                    <a:pt x="289" y="89"/>
                    <a:pt x="289" y="89"/>
                  </a:cubicBezTo>
                  <a:cubicBezTo>
                    <a:pt x="289" y="89"/>
                    <a:pt x="289" y="89"/>
                    <a:pt x="289" y="89"/>
                  </a:cubicBezTo>
                  <a:cubicBezTo>
                    <a:pt x="289" y="89"/>
                    <a:pt x="289" y="89"/>
                    <a:pt x="288" y="88"/>
                  </a:cubicBezTo>
                  <a:cubicBezTo>
                    <a:pt x="288" y="89"/>
                    <a:pt x="288" y="90"/>
                    <a:pt x="288" y="90"/>
                  </a:cubicBezTo>
                  <a:cubicBezTo>
                    <a:pt x="287" y="90"/>
                    <a:pt x="288" y="89"/>
                    <a:pt x="288" y="89"/>
                  </a:cubicBezTo>
                  <a:cubicBezTo>
                    <a:pt x="288" y="89"/>
                    <a:pt x="287" y="88"/>
                    <a:pt x="287" y="89"/>
                  </a:cubicBezTo>
                  <a:cubicBezTo>
                    <a:pt x="287" y="89"/>
                    <a:pt x="287" y="89"/>
                    <a:pt x="287" y="89"/>
                  </a:cubicBezTo>
                  <a:cubicBezTo>
                    <a:pt x="287" y="89"/>
                    <a:pt x="286" y="89"/>
                    <a:pt x="286" y="89"/>
                  </a:cubicBezTo>
                  <a:cubicBezTo>
                    <a:pt x="286" y="89"/>
                    <a:pt x="286" y="89"/>
                    <a:pt x="286" y="89"/>
                  </a:cubicBezTo>
                  <a:cubicBezTo>
                    <a:pt x="286" y="88"/>
                    <a:pt x="288" y="88"/>
                    <a:pt x="287" y="88"/>
                  </a:cubicBezTo>
                  <a:cubicBezTo>
                    <a:pt x="288" y="88"/>
                    <a:pt x="288" y="87"/>
                    <a:pt x="288" y="87"/>
                  </a:cubicBezTo>
                  <a:cubicBezTo>
                    <a:pt x="288" y="87"/>
                    <a:pt x="289" y="86"/>
                    <a:pt x="289" y="86"/>
                  </a:cubicBezTo>
                  <a:cubicBezTo>
                    <a:pt x="289" y="86"/>
                    <a:pt x="289" y="85"/>
                    <a:pt x="289" y="86"/>
                  </a:cubicBezTo>
                  <a:cubicBezTo>
                    <a:pt x="289" y="86"/>
                    <a:pt x="289" y="85"/>
                    <a:pt x="289" y="85"/>
                  </a:cubicBezTo>
                  <a:cubicBezTo>
                    <a:pt x="289" y="85"/>
                    <a:pt x="290" y="85"/>
                    <a:pt x="289" y="85"/>
                  </a:cubicBezTo>
                  <a:cubicBezTo>
                    <a:pt x="288" y="85"/>
                    <a:pt x="288" y="85"/>
                    <a:pt x="288" y="85"/>
                  </a:cubicBezTo>
                  <a:cubicBezTo>
                    <a:pt x="288" y="85"/>
                    <a:pt x="287" y="85"/>
                    <a:pt x="287" y="85"/>
                  </a:cubicBezTo>
                  <a:cubicBezTo>
                    <a:pt x="286" y="86"/>
                    <a:pt x="287" y="86"/>
                    <a:pt x="287" y="87"/>
                  </a:cubicBezTo>
                  <a:cubicBezTo>
                    <a:pt x="287" y="86"/>
                    <a:pt x="286" y="86"/>
                    <a:pt x="286" y="86"/>
                  </a:cubicBezTo>
                  <a:cubicBezTo>
                    <a:pt x="286" y="87"/>
                    <a:pt x="286" y="87"/>
                    <a:pt x="286" y="88"/>
                  </a:cubicBezTo>
                  <a:cubicBezTo>
                    <a:pt x="286" y="87"/>
                    <a:pt x="286" y="88"/>
                    <a:pt x="286" y="88"/>
                  </a:cubicBezTo>
                  <a:cubicBezTo>
                    <a:pt x="286" y="89"/>
                    <a:pt x="286" y="89"/>
                    <a:pt x="286" y="90"/>
                  </a:cubicBezTo>
                  <a:cubicBezTo>
                    <a:pt x="285" y="91"/>
                    <a:pt x="285" y="91"/>
                    <a:pt x="284" y="92"/>
                  </a:cubicBezTo>
                  <a:cubicBezTo>
                    <a:pt x="284" y="92"/>
                    <a:pt x="284" y="93"/>
                    <a:pt x="283" y="93"/>
                  </a:cubicBezTo>
                  <a:cubicBezTo>
                    <a:pt x="283" y="93"/>
                    <a:pt x="283" y="93"/>
                    <a:pt x="282" y="94"/>
                  </a:cubicBezTo>
                  <a:cubicBezTo>
                    <a:pt x="282" y="94"/>
                    <a:pt x="283" y="95"/>
                    <a:pt x="282" y="95"/>
                  </a:cubicBezTo>
                  <a:cubicBezTo>
                    <a:pt x="282" y="94"/>
                    <a:pt x="282" y="94"/>
                    <a:pt x="282" y="93"/>
                  </a:cubicBezTo>
                  <a:cubicBezTo>
                    <a:pt x="282" y="93"/>
                    <a:pt x="283" y="93"/>
                    <a:pt x="283" y="93"/>
                  </a:cubicBezTo>
                  <a:cubicBezTo>
                    <a:pt x="283" y="92"/>
                    <a:pt x="283" y="92"/>
                    <a:pt x="283" y="92"/>
                  </a:cubicBezTo>
                  <a:cubicBezTo>
                    <a:pt x="284" y="91"/>
                    <a:pt x="283" y="91"/>
                    <a:pt x="283" y="91"/>
                  </a:cubicBezTo>
                  <a:cubicBezTo>
                    <a:pt x="283" y="91"/>
                    <a:pt x="283" y="90"/>
                    <a:pt x="283" y="90"/>
                  </a:cubicBezTo>
                  <a:cubicBezTo>
                    <a:pt x="283" y="89"/>
                    <a:pt x="283" y="89"/>
                    <a:pt x="283" y="88"/>
                  </a:cubicBezTo>
                  <a:cubicBezTo>
                    <a:pt x="283" y="88"/>
                    <a:pt x="284" y="86"/>
                    <a:pt x="284" y="86"/>
                  </a:cubicBezTo>
                  <a:cubicBezTo>
                    <a:pt x="284" y="86"/>
                    <a:pt x="284" y="87"/>
                    <a:pt x="284" y="87"/>
                  </a:cubicBezTo>
                  <a:cubicBezTo>
                    <a:pt x="283" y="87"/>
                    <a:pt x="283" y="87"/>
                    <a:pt x="283" y="87"/>
                  </a:cubicBezTo>
                  <a:cubicBezTo>
                    <a:pt x="283" y="86"/>
                    <a:pt x="284" y="86"/>
                    <a:pt x="284" y="86"/>
                  </a:cubicBezTo>
                  <a:cubicBezTo>
                    <a:pt x="285" y="85"/>
                    <a:pt x="285" y="84"/>
                    <a:pt x="284" y="85"/>
                  </a:cubicBezTo>
                  <a:cubicBezTo>
                    <a:pt x="284" y="84"/>
                    <a:pt x="285" y="85"/>
                    <a:pt x="286" y="85"/>
                  </a:cubicBezTo>
                  <a:cubicBezTo>
                    <a:pt x="286" y="84"/>
                    <a:pt x="286" y="83"/>
                    <a:pt x="286" y="82"/>
                  </a:cubicBezTo>
                  <a:cubicBezTo>
                    <a:pt x="285" y="81"/>
                    <a:pt x="284" y="82"/>
                    <a:pt x="284" y="83"/>
                  </a:cubicBezTo>
                  <a:cubicBezTo>
                    <a:pt x="284" y="83"/>
                    <a:pt x="283" y="83"/>
                    <a:pt x="283" y="84"/>
                  </a:cubicBezTo>
                  <a:cubicBezTo>
                    <a:pt x="283" y="84"/>
                    <a:pt x="283" y="85"/>
                    <a:pt x="283" y="85"/>
                  </a:cubicBezTo>
                  <a:cubicBezTo>
                    <a:pt x="283" y="85"/>
                    <a:pt x="283" y="84"/>
                    <a:pt x="283" y="84"/>
                  </a:cubicBezTo>
                  <a:cubicBezTo>
                    <a:pt x="283" y="84"/>
                    <a:pt x="283" y="84"/>
                    <a:pt x="283" y="85"/>
                  </a:cubicBezTo>
                  <a:cubicBezTo>
                    <a:pt x="282" y="85"/>
                    <a:pt x="283" y="83"/>
                    <a:pt x="283" y="83"/>
                  </a:cubicBezTo>
                  <a:cubicBezTo>
                    <a:pt x="283" y="83"/>
                    <a:pt x="282" y="83"/>
                    <a:pt x="281" y="83"/>
                  </a:cubicBezTo>
                  <a:cubicBezTo>
                    <a:pt x="282" y="83"/>
                    <a:pt x="282" y="83"/>
                    <a:pt x="283" y="83"/>
                  </a:cubicBezTo>
                  <a:cubicBezTo>
                    <a:pt x="283" y="83"/>
                    <a:pt x="283" y="83"/>
                    <a:pt x="283" y="83"/>
                  </a:cubicBezTo>
                  <a:cubicBezTo>
                    <a:pt x="283" y="83"/>
                    <a:pt x="284" y="82"/>
                    <a:pt x="284" y="82"/>
                  </a:cubicBezTo>
                  <a:cubicBezTo>
                    <a:pt x="284" y="82"/>
                    <a:pt x="283" y="82"/>
                    <a:pt x="283" y="82"/>
                  </a:cubicBezTo>
                  <a:cubicBezTo>
                    <a:pt x="284" y="82"/>
                    <a:pt x="284" y="81"/>
                    <a:pt x="284" y="81"/>
                  </a:cubicBezTo>
                  <a:cubicBezTo>
                    <a:pt x="285" y="80"/>
                    <a:pt x="284" y="81"/>
                    <a:pt x="283" y="81"/>
                  </a:cubicBezTo>
                  <a:cubicBezTo>
                    <a:pt x="284" y="80"/>
                    <a:pt x="285" y="80"/>
                    <a:pt x="285" y="80"/>
                  </a:cubicBezTo>
                  <a:cubicBezTo>
                    <a:pt x="285" y="79"/>
                    <a:pt x="284" y="79"/>
                    <a:pt x="284" y="79"/>
                  </a:cubicBezTo>
                  <a:cubicBezTo>
                    <a:pt x="284" y="79"/>
                    <a:pt x="284" y="79"/>
                    <a:pt x="284" y="78"/>
                  </a:cubicBezTo>
                  <a:cubicBezTo>
                    <a:pt x="284" y="79"/>
                    <a:pt x="284" y="79"/>
                    <a:pt x="284" y="79"/>
                  </a:cubicBezTo>
                  <a:cubicBezTo>
                    <a:pt x="284" y="79"/>
                    <a:pt x="284" y="78"/>
                    <a:pt x="284" y="78"/>
                  </a:cubicBezTo>
                  <a:cubicBezTo>
                    <a:pt x="284" y="78"/>
                    <a:pt x="284" y="79"/>
                    <a:pt x="284" y="79"/>
                  </a:cubicBezTo>
                  <a:cubicBezTo>
                    <a:pt x="283" y="79"/>
                    <a:pt x="283" y="78"/>
                    <a:pt x="283" y="78"/>
                  </a:cubicBezTo>
                  <a:cubicBezTo>
                    <a:pt x="283" y="78"/>
                    <a:pt x="284" y="77"/>
                    <a:pt x="283" y="77"/>
                  </a:cubicBezTo>
                  <a:cubicBezTo>
                    <a:pt x="283" y="79"/>
                    <a:pt x="282" y="78"/>
                    <a:pt x="282" y="78"/>
                  </a:cubicBezTo>
                  <a:cubicBezTo>
                    <a:pt x="282" y="78"/>
                    <a:pt x="283" y="77"/>
                    <a:pt x="282" y="77"/>
                  </a:cubicBezTo>
                  <a:cubicBezTo>
                    <a:pt x="282" y="77"/>
                    <a:pt x="282" y="78"/>
                    <a:pt x="281" y="78"/>
                  </a:cubicBezTo>
                  <a:cubicBezTo>
                    <a:pt x="282" y="77"/>
                    <a:pt x="282" y="76"/>
                    <a:pt x="282" y="76"/>
                  </a:cubicBezTo>
                  <a:cubicBezTo>
                    <a:pt x="281" y="76"/>
                    <a:pt x="282" y="76"/>
                    <a:pt x="281" y="76"/>
                  </a:cubicBezTo>
                  <a:cubicBezTo>
                    <a:pt x="281" y="76"/>
                    <a:pt x="281" y="76"/>
                    <a:pt x="281" y="76"/>
                  </a:cubicBezTo>
                  <a:cubicBezTo>
                    <a:pt x="281" y="76"/>
                    <a:pt x="281" y="76"/>
                    <a:pt x="281" y="76"/>
                  </a:cubicBezTo>
                  <a:cubicBezTo>
                    <a:pt x="280" y="76"/>
                    <a:pt x="281" y="76"/>
                    <a:pt x="280" y="76"/>
                  </a:cubicBezTo>
                  <a:cubicBezTo>
                    <a:pt x="281" y="76"/>
                    <a:pt x="280" y="76"/>
                    <a:pt x="280" y="76"/>
                  </a:cubicBezTo>
                  <a:cubicBezTo>
                    <a:pt x="280" y="76"/>
                    <a:pt x="281" y="74"/>
                    <a:pt x="281" y="74"/>
                  </a:cubicBezTo>
                  <a:cubicBezTo>
                    <a:pt x="281" y="74"/>
                    <a:pt x="280" y="74"/>
                    <a:pt x="280" y="75"/>
                  </a:cubicBezTo>
                  <a:cubicBezTo>
                    <a:pt x="280" y="76"/>
                    <a:pt x="280" y="75"/>
                    <a:pt x="279" y="76"/>
                  </a:cubicBezTo>
                  <a:cubicBezTo>
                    <a:pt x="279" y="75"/>
                    <a:pt x="280" y="75"/>
                    <a:pt x="279" y="75"/>
                  </a:cubicBezTo>
                  <a:cubicBezTo>
                    <a:pt x="280" y="75"/>
                    <a:pt x="279" y="74"/>
                    <a:pt x="279" y="74"/>
                  </a:cubicBezTo>
                  <a:cubicBezTo>
                    <a:pt x="279" y="74"/>
                    <a:pt x="279" y="75"/>
                    <a:pt x="279" y="75"/>
                  </a:cubicBezTo>
                  <a:cubicBezTo>
                    <a:pt x="279" y="75"/>
                    <a:pt x="279" y="74"/>
                    <a:pt x="279" y="74"/>
                  </a:cubicBezTo>
                  <a:cubicBezTo>
                    <a:pt x="279" y="74"/>
                    <a:pt x="278" y="75"/>
                    <a:pt x="278" y="75"/>
                  </a:cubicBezTo>
                  <a:cubicBezTo>
                    <a:pt x="278" y="74"/>
                    <a:pt x="277" y="75"/>
                    <a:pt x="277" y="76"/>
                  </a:cubicBezTo>
                  <a:cubicBezTo>
                    <a:pt x="277" y="76"/>
                    <a:pt x="278" y="76"/>
                    <a:pt x="277" y="77"/>
                  </a:cubicBezTo>
                  <a:cubicBezTo>
                    <a:pt x="277" y="77"/>
                    <a:pt x="277" y="77"/>
                    <a:pt x="277" y="77"/>
                  </a:cubicBezTo>
                  <a:cubicBezTo>
                    <a:pt x="277" y="78"/>
                    <a:pt x="276" y="77"/>
                    <a:pt x="276" y="77"/>
                  </a:cubicBezTo>
                  <a:cubicBezTo>
                    <a:pt x="276" y="76"/>
                    <a:pt x="276" y="76"/>
                    <a:pt x="276" y="76"/>
                  </a:cubicBezTo>
                  <a:cubicBezTo>
                    <a:pt x="276" y="75"/>
                    <a:pt x="276" y="75"/>
                    <a:pt x="276" y="75"/>
                  </a:cubicBezTo>
                  <a:cubicBezTo>
                    <a:pt x="276" y="75"/>
                    <a:pt x="276" y="74"/>
                    <a:pt x="276" y="75"/>
                  </a:cubicBezTo>
                  <a:cubicBezTo>
                    <a:pt x="276" y="74"/>
                    <a:pt x="277" y="74"/>
                    <a:pt x="277" y="73"/>
                  </a:cubicBezTo>
                  <a:cubicBezTo>
                    <a:pt x="277" y="73"/>
                    <a:pt x="277" y="72"/>
                    <a:pt x="276" y="73"/>
                  </a:cubicBezTo>
                  <a:cubicBezTo>
                    <a:pt x="276" y="73"/>
                    <a:pt x="276" y="74"/>
                    <a:pt x="275" y="74"/>
                  </a:cubicBezTo>
                  <a:cubicBezTo>
                    <a:pt x="276" y="74"/>
                    <a:pt x="276" y="74"/>
                    <a:pt x="275" y="74"/>
                  </a:cubicBezTo>
                  <a:cubicBezTo>
                    <a:pt x="275" y="74"/>
                    <a:pt x="275" y="75"/>
                    <a:pt x="275" y="75"/>
                  </a:cubicBezTo>
                  <a:cubicBezTo>
                    <a:pt x="275" y="75"/>
                    <a:pt x="275" y="75"/>
                    <a:pt x="275" y="75"/>
                  </a:cubicBezTo>
                  <a:cubicBezTo>
                    <a:pt x="275" y="74"/>
                    <a:pt x="275" y="74"/>
                    <a:pt x="274" y="75"/>
                  </a:cubicBezTo>
                  <a:cubicBezTo>
                    <a:pt x="274" y="74"/>
                    <a:pt x="275" y="75"/>
                    <a:pt x="275" y="74"/>
                  </a:cubicBezTo>
                  <a:cubicBezTo>
                    <a:pt x="275" y="74"/>
                    <a:pt x="275" y="74"/>
                    <a:pt x="275" y="74"/>
                  </a:cubicBezTo>
                  <a:cubicBezTo>
                    <a:pt x="275" y="73"/>
                    <a:pt x="275" y="73"/>
                    <a:pt x="276" y="73"/>
                  </a:cubicBezTo>
                  <a:cubicBezTo>
                    <a:pt x="276" y="73"/>
                    <a:pt x="276" y="72"/>
                    <a:pt x="275" y="72"/>
                  </a:cubicBezTo>
                  <a:cubicBezTo>
                    <a:pt x="276" y="72"/>
                    <a:pt x="275" y="73"/>
                    <a:pt x="275" y="73"/>
                  </a:cubicBezTo>
                  <a:cubicBezTo>
                    <a:pt x="275" y="73"/>
                    <a:pt x="275" y="74"/>
                    <a:pt x="274" y="74"/>
                  </a:cubicBezTo>
                  <a:cubicBezTo>
                    <a:pt x="275" y="73"/>
                    <a:pt x="275" y="73"/>
                    <a:pt x="275" y="73"/>
                  </a:cubicBezTo>
                  <a:cubicBezTo>
                    <a:pt x="274" y="73"/>
                    <a:pt x="274" y="73"/>
                    <a:pt x="274" y="73"/>
                  </a:cubicBezTo>
                  <a:cubicBezTo>
                    <a:pt x="274" y="73"/>
                    <a:pt x="274" y="73"/>
                    <a:pt x="274" y="72"/>
                  </a:cubicBezTo>
                  <a:cubicBezTo>
                    <a:pt x="274" y="72"/>
                    <a:pt x="274" y="73"/>
                    <a:pt x="274" y="73"/>
                  </a:cubicBezTo>
                  <a:cubicBezTo>
                    <a:pt x="273" y="72"/>
                    <a:pt x="274" y="73"/>
                    <a:pt x="274" y="73"/>
                  </a:cubicBezTo>
                  <a:cubicBezTo>
                    <a:pt x="273" y="74"/>
                    <a:pt x="272" y="72"/>
                    <a:pt x="272" y="72"/>
                  </a:cubicBezTo>
                  <a:cubicBezTo>
                    <a:pt x="272" y="72"/>
                    <a:pt x="273" y="71"/>
                    <a:pt x="273" y="71"/>
                  </a:cubicBezTo>
                  <a:cubicBezTo>
                    <a:pt x="273" y="71"/>
                    <a:pt x="272" y="71"/>
                    <a:pt x="272" y="71"/>
                  </a:cubicBezTo>
                  <a:cubicBezTo>
                    <a:pt x="272" y="71"/>
                    <a:pt x="272" y="72"/>
                    <a:pt x="272" y="72"/>
                  </a:cubicBezTo>
                  <a:cubicBezTo>
                    <a:pt x="272" y="72"/>
                    <a:pt x="272" y="72"/>
                    <a:pt x="272" y="73"/>
                  </a:cubicBezTo>
                  <a:cubicBezTo>
                    <a:pt x="271" y="72"/>
                    <a:pt x="272" y="72"/>
                    <a:pt x="271" y="72"/>
                  </a:cubicBezTo>
                  <a:cubicBezTo>
                    <a:pt x="271" y="72"/>
                    <a:pt x="271" y="72"/>
                    <a:pt x="271" y="72"/>
                  </a:cubicBezTo>
                  <a:cubicBezTo>
                    <a:pt x="271" y="72"/>
                    <a:pt x="271" y="72"/>
                    <a:pt x="271" y="72"/>
                  </a:cubicBezTo>
                  <a:cubicBezTo>
                    <a:pt x="271" y="72"/>
                    <a:pt x="271" y="72"/>
                    <a:pt x="271" y="72"/>
                  </a:cubicBezTo>
                  <a:cubicBezTo>
                    <a:pt x="271" y="72"/>
                    <a:pt x="271" y="71"/>
                    <a:pt x="271" y="71"/>
                  </a:cubicBezTo>
                  <a:cubicBezTo>
                    <a:pt x="271" y="71"/>
                    <a:pt x="271" y="71"/>
                    <a:pt x="271" y="72"/>
                  </a:cubicBezTo>
                  <a:cubicBezTo>
                    <a:pt x="271" y="71"/>
                    <a:pt x="271" y="71"/>
                    <a:pt x="271" y="71"/>
                  </a:cubicBezTo>
                  <a:cubicBezTo>
                    <a:pt x="271" y="71"/>
                    <a:pt x="270" y="72"/>
                    <a:pt x="270" y="72"/>
                  </a:cubicBezTo>
                  <a:cubicBezTo>
                    <a:pt x="270" y="71"/>
                    <a:pt x="270" y="71"/>
                    <a:pt x="270" y="71"/>
                  </a:cubicBezTo>
                  <a:cubicBezTo>
                    <a:pt x="270" y="71"/>
                    <a:pt x="270" y="70"/>
                    <a:pt x="270" y="70"/>
                  </a:cubicBezTo>
                  <a:cubicBezTo>
                    <a:pt x="270" y="70"/>
                    <a:pt x="270" y="70"/>
                    <a:pt x="270" y="71"/>
                  </a:cubicBezTo>
                  <a:cubicBezTo>
                    <a:pt x="270" y="71"/>
                    <a:pt x="270" y="71"/>
                    <a:pt x="269" y="71"/>
                  </a:cubicBezTo>
                  <a:cubicBezTo>
                    <a:pt x="269" y="71"/>
                    <a:pt x="269" y="71"/>
                    <a:pt x="269" y="72"/>
                  </a:cubicBezTo>
                  <a:cubicBezTo>
                    <a:pt x="269" y="71"/>
                    <a:pt x="269" y="71"/>
                    <a:pt x="269" y="70"/>
                  </a:cubicBezTo>
                  <a:cubicBezTo>
                    <a:pt x="269" y="70"/>
                    <a:pt x="269" y="71"/>
                    <a:pt x="268" y="71"/>
                  </a:cubicBezTo>
                  <a:cubicBezTo>
                    <a:pt x="268" y="71"/>
                    <a:pt x="268" y="71"/>
                    <a:pt x="268" y="71"/>
                  </a:cubicBezTo>
                  <a:cubicBezTo>
                    <a:pt x="268" y="71"/>
                    <a:pt x="268" y="71"/>
                    <a:pt x="267" y="71"/>
                  </a:cubicBezTo>
                  <a:cubicBezTo>
                    <a:pt x="267" y="71"/>
                    <a:pt x="268" y="70"/>
                    <a:pt x="268" y="70"/>
                  </a:cubicBezTo>
                  <a:cubicBezTo>
                    <a:pt x="268" y="70"/>
                    <a:pt x="268" y="69"/>
                    <a:pt x="268" y="69"/>
                  </a:cubicBezTo>
                  <a:cubicBezTo>
                    <a:pt x="268" y="69"/>
                    <a:pt x="268" y="68"/>
                    <a:pt x="268" y="68"/>
                  </a:cubicBezTo>
                  <a:cubicBezTo>
                    <a:pt x="268" y="68"/>
                    <a:pt x="267" y="69"/>
                    <a:pt x="268" y="69"/>
                  </a:cubicBezTo>
                  <a:cubicBezTo>
                    <a:pt x="267" y="69"/>
                    <a:pt x="267" y="70"/>
                    <a:pt x="267" y="70"/>
                  </a:cubicBezTo>
                  <a:cubicBezTo>
                    <a:pt x="267" y="70"/>
                    <a:pt x="267" y="70"/>
                    <a:pt x="267" y="70"/>
                  </a:cubicBezTo>
                  <a:cubicBezTo>
                    <a:pt x="267" y="70"/>
                    <a:pt x="267" y="70"/>
                    <a:pt x="267" y="70"/>
                  </a:cubicBezTo>
                  <a:cubicBezTo>
                    <a:pt x="267" y="70"/>
                    <a:pt x="267" y="70"/>
                    <a:pt x="267" y="70"/>
                  </a:cubicBezTo>
                  <a:cubicBezTo>
                    <a:pt x="266" y="70"/>
                    <a:pt x="266" y="70"/>
                    <a:pt x="266" y="70"/>
                  </a:cubicBezTo>
                  <a:cubicBezTo>
                    <a:pt x="266" y="70"/>
                    <a:pt x="266" y="69"/>
                    <a:pt x="266" y="69"/>
                  </a:cubicBezTo>
                  <a:cubicBezTo>
                    <a:pt x="266" y="69"/>
                    <a:pt x="266" y="70"/>
                    <a:pt x="266" y="70"/>
                  </a:cubicBezTo>
                  <a:cubicBezTo>
                    <a:pt x="266" y="70"/>
                    <a:pt x="265" y="70"/>
                    <a:pt x="265" y="70"/>
                  </a:cubicBezTo>
                  <a:cubicBezTo>
                    <a:pt x="265" y="69"/>
                    <a:pt x="264" y="69"/>
                    <a:pt x="264" y="70"/>
                  </a:cubicBezTo>
                  <a:cubicBezTo>
                    <a:pt x="264" y="69"/>
                    <a:pt x="264" y="69"/>
                    <a:pt x="264" y="69"/>
                  </a:cubicBezTo>
                  <a:cubicBezTo>
                    <a:pt x="264" y="69"/>
                    <a:pt x="263" y="69"/>
                    <a:pt x="263" y="69"/>
                  </a:cubicBezTo>
                  <a:cubicBezTo>
                    <a:pt x="263" y="69"/>
                    <a:pt x="263" y="69"/>
                    <a:pt x="263" y="69"/>
                  </a:cubicBezTo>
                  <a:cubicBezTo>
                    <a:pt x="263" y="69"/>
                    <a:pt x="263" y="69"/>
                    <a:pt x="263" y="69"/>
                  </a:cubicBezTo>
                  <a:cubicBezTo>
                    <a:pt x="264" y="69"/>
                    <a:pt x="264" y="69"/>
                    <a:pt x="264" y="68"/>
                  </a:cubicBezTo>
                  <a:cubicBezTo>
                    <a:pt x="264" y="68"/>
                    <a:pt x="264" y="68"/>
                    <a:pt x="264" y="67"/>
                  </a:cubicBezTo>
                  <a:cubicBezTo>
                    <a:pt x="264" y="67"/>
                    <a:pt x="264" y="68"/>
                    <a:pt x="263" y="68"/>
                  </a:cubicBezTo>
                  <a:cubicBezTo>
                    <a:pt x="263" y="67"/>
                    <a:pt x="263" y="68"/>
                    <a:pt x="263" y="69"/>
                  </a:cubicBezTo>
                  <a:cubicBezTo>
                    <a:pt x="263" y="68"/>
                    <a:pt x="263" y="68"/>
                    <a:pt x="263" y="67"/>
                  </a:cubicBezTo>
                  <a:cubicBezTo>
                    <a:pt x="262" y="68"/>
                    <a:pt x="262" y="68"/>
                    <a:pt x="262" y="68"/>
                  </a:cubicBezTo>
                  <a:cubicBezTo>
                    <a:pt x="262" y="68"/>
                    <a:pt x="262" y="67"/>
                    <a:pt x="262" y="67"/>
                  </a:cubicBezTo>
                  <a:cubicBezTo>
                    <a:pt x="262" y="67"/>
                    <a:pt x="262" y="66"/>
                    <a:pt x="262" y="66"/>
                  </a:cubicBezTo>
                  <a:cubicBezTo>
                    <a:pt x="262" y="66"/>
                    <a:pt x="262" y="67"/>
                    <a:pt x="261" y="67"/>
                  </a:cubicBezTo>
                  <a:cubicBezTo>
                    <a:pt x="261" y="67"/>
                    <a:pt x="261" y="67"/>
                    <a:pt x="261" y="67"/>
                  </a:cubicBezTo>
                  <a:cubicBezTo>
                    <a:pt x="261" y="67"/>
                    <a:pt x="261" y="68"/>
                    <a:pt x="261" y="68"/>
                  </a:cubicBezTo>
                  <a:cubicBezTo>
                    <a:pt x="260" y="68"/>
                    <a:pt x="261" y="67"/>
                    <a:pt x="261" y="67"/>
                  </a:cubicBezTo>
                  <a:cubicBezTo>
                    <a:pt x="261" y="67"/>
                    <a:pt x="260" y="66"/>
                    <a:pt x="260" y="66"/>
                  </a:cubicBezTo>
                  <a:cubicBezTo>
                    <a:pt x="260" y="67"/>
                    <a:pt x="260" y="67"/>
                    <a:pt x="260" y="68"/>
                  </a:cubicBezTo>
                  <a:cubicBezTo>
                    <a:pt x="260" y="68"/>
                    <a:pt x="259" y="66"/>
                    <a:pt x="259" y="66"/>
                  </a:cubicBezTo>
                  <a:cubicBezTo>
                    <a:pt x="259" y="66"/>
                    <a:pt x="259" y="67"/>
                    <a:pt x="259" y="67"/>
                  </a:cubicBezTo>
                  <a:cubicBezTo>
                    <a:pt x="259" y="67"/>
                    <a:pt x="258" y="67"/>
                    <a:pt x="258" y="67"/>
                  </a:cubicBezTo>
                  <a:cubicBezTo>
                    <a:pt x="259" y="66"/>
                    <a:pt x="259" y="66"/>
                    <a:pt x="259" y="66"/>
                  </a:cubicBezTo>
                  <a:cubicBezTo>
                    <a:pt x="258" y="66"/>
                    <a:pt x="258" y="66"/>
                    <a:pt x="258" y="66"/>
                  </a:cubicBezTo>
                  <a:cubicBezTo>
                    <a:pt x="258" y="66"/>
                    <a:pt x="259" y="65"/>
                    <a:pt x="258" y="65"/>
                  </a:cubicBezTo>
                  <a:cubicBezTo>
                    <a:pt x="258" y="65"/>
                    <a:pt x="258" y="65"/>
                    <a:pt x="258" y="66"/>
                  </a:cubicBezTo>
                  <a:cubicBezTo>
                    <a:pt x="258" y="65"/>
                    <a:pt x="257" y="65"/>
                    <a:pt x="257" y="65"/>
                  </a:cubicBezTo>
                  <a:cubicBezTo>
                    <a:pt x="257" y="65"/>
                    <a:pt x="256" y="65"/>
                    <a:pt x="256" y="66"/>
                  </a:cubicBezTo>
                  <a:cubicBezTo>
                    <a:pt x="256" y="65"/>
                    <a:pt x="256" y="65"/>
                    <a:pt x="256" y="66"/>
                  </a:cubicBezTo>
                  <a:cubicBezTo>
                    <a:pt x="256" y="66"/>
                    <a:pt x="256" y="65"/>
                    <a:pt x="256" y="65"/>
                  </a:cubicBezTo>
                  <a:cubicBezTo>
                    <a:pt x="255" y="65"/>
                    <a:pt x="256" y="66"/>
                    <a:pt x="256" y="66"/>
                  </a:cubicBezTo>
                  <a:cubicBezTo>
                    <a:pt x="256" y="66"/>
                    <a:pt x="257" y="67"/>
                    <a:pt x="256" y="67"/>
                  </a:cubicBezTo>
                  <a:cubicBezTo>
                    <a:pt x="256" y="67"/>
                    <a:pt x="255" y="67"/>
                    <a:pt x="255" y="66"/>
                  </a:cubicBezTo>
                  <a:cubicBezTo>
                    <a:pt x="255" y="66"/>
                    <a:pt x="255" y="65"/>
                    <a:pt x="255" y="65"/>
                  </a:cubicBezTo>
                  <a:cubicBezTo>
                    <a:pt x="255" y="65"/>
                    <a:pt x="253" y="67"/>
                    <a:pt x="253" y="66"/>
                  </a:cubicBezTo>
                  <a:cubicBezTo>
                    <a:pt x="253" y="66"/>
                    <a:pt x="253" y="65"/>
                    <a:pt x="253" y="65"/>
                  </a:cubicBezTo>
                  <a:cubicBezTo>
                    <a:pt x="252" y="66"/>
                    <a:pt x="252" y="66"/>
                    <a:pt x="252" y="66"/>
                  </a:cubicBezTo>
                  <a:cubicBezTo>
                    <a:pt x="252" y="66"/>
                    <a:pt x="252" y="66"/>
                    <a:pt x="252" y="66"/>
                  </a:cubicBezTo>
                  <a:cubicBezTo>
                    <a:pt x="251" y="66"/>
                    <a:pt x="251" y="67"/>
                    <a:pt x="251" y="67"/>
                  </a:cubicBezTo>
                  <a:cubicBezTo>
                    <a:pt x="251" y="67"/>
                    <a:pt x="250" y="66"/>
                    <a:pt x="250" y="66"/>
                  </a:cubicBezTo>
                  <a:cubicBezTo>
                    <a:pt x="249" y="66"/>
                    <a:pt x="249" y="68"/>
                    <a:pt x="249" y="68"/>
                  </a:cubicBezTo>
                  <a:cubicBezTo>
                    <a:pt x="249" y="68"/>
                    <a:pt x="248" y="68"/>
                    <a:pt x="248" y="68"/>
                  </a:cubicBezTo>
                  <a:cubicBezTo>
                    <a:pt x="248" y="68"/>
                    <a:pt x="248" y="69"/>
                    <a:pt x="247" y="69"/>
                  </a:cubicBezTo>
                  <a:cubicBezTo>
                    <a:pt x="247" y="69"/>
                    <a:pt x="247" y="71"/>
                    <a:pt x="248" y="71"/>
                  </a:cubicBezTo>
                  <a:cubicBezTo>
                    <a:pt x="248" y="71"/>
                    <a:pt x="248" y="71"/>
                    <a:pt x="248" y="71"/>
                  </a:cubicBezTo>
                  <a:cubicBezTo>
                    <a:pt x="247" y="71"/>
                    <a:pt x="247" y="72"/>
                    <a:pt x="247" y="73"/>
                  </a:cubicBezTo>
                  <a:cubicBezTo>
                    <a:pt x="247" y="73"/>
                    <a:pt x="246" y="72"/>
                    <a:pt x="246" y="73"/>
                  </a:cubicBezTo>
                  <a:cubicBezTo>
                    <a:pt x="245" y="76"/>
                    <a:pt x="248" y="73"/>
                    <a:pt x="249" y="74"/>
                  </a:cubicBezTo>
                  <a:cubicBezTo>
                    <a:pt x="248" y="74"/>
                    <a:pt x="246" y="75"/>
                    <a:pt x="246" y="75"/>
                  </a:cubicBezTo>
                  <a:cubicBezTo>
                    <a:pt x="246" y="75"/>
                    <a:pt x="246" y="76"/>
                    <a:pt x="246" y="76"/>
                  </a:cubicBezTo>
                  <a:cubicBezTo>
                    <a:pt x="246" y="76"/>
                    <a:pt x="246" y="76"/>
                    <a:pt x="245" y="76"/>
                  </a:cubicBezTo>
                  <a:cubicBezTo>
                    <a:pt x="245" y="75"/>
                    <a:pt x="245" y="75"/>
                    <a:pt x="245" y="74"/>
                  </a:cubicBezTo>
                  <a:cubicBezTo>
                    <a:pt x="245" y="75"/>
                    <a:pt x="244" y="75"/>
                    <a:pt x="243" y="75"/>
                  </a:cubicBezTo>
                  <a:cubicBezTo>
                    <a:pt x="243" y="75"/>
                    <a:pt x="242" y="76"/>
                    <a:pt x="242" y="77"/>
                  </a:cubicBezTo>
                  <a:cubicBezTo>
                    <a:pt x="242" y="77"/>
                    <a:pt x="242" y="78"/>
                    <a:pt x="241" y="78"/>
                  </a:cubicBezTo>
                  <a:cubicBezTo>
                    <a:pt x="240" y="79"/>
                    <a:pt x="239" y="79"/>
                    <a:pt x="239" y="79"/>
                  </a:cubicBezTo>
                  <a:cubicBezTo>
                    <a:pt x="238" y="80"/>
                    <a:pt x="238" y="81"/>
                    <a:pt x="238" y="82"/>
                  </a:cubicBezTo>
                  <a:cubicBezTo>
                    <a:pt x="238" y="83"/>
                    <a:pt x="237" y="84"/>
                    <a:pt x="237" y="85"/>
                  </a:cubicBezTo>
                  <a:cubicBezTo>
                    <a:pt x="237" y="85"/>
                    <a:pt x="237" y="86"/>
                    <a:pt x="236" y="86"/>
                  </a:cubicBezTo>
                  <a:cubicBezTo>
                    <a:pt x="236" y="86"/>
                    <a:pt x="236" y="85"/>
                    <a:pt x="236" y="85"/>
                  </a:cubicBezTo>
                  <a:cubicBezTo>
                    <a:pt x="236" y="84"/>
                    <a:pt x="236" y="84"/>
                    <a:pt x="236" y="83"/>
                  </a:cubicBezTo>
                  <a:cubicBezTo>
                    <a:pt x="236" y="83"/>
                    <a:pt x="236" y="83"/>
                    <a:pt x="237" y="82"/>
                  </a:cubicBezTo>
                  <a:cubicBezTo>
                    <a:pt x="237" y="82"/>
                    <a:pt x="237" y="81"/>
                    <a:pt x="237" y="81"/>
                  </a:cubicBezTo>
                  <a:cubicBezTo>
                    <a:pt x="237" y="80"/>
                    <a:pt x="237" y="79"/>
                    <a:pt x="238" y="79"/>
                  </a:cubicBezTo>
                  <a:cubicBezTo>
                    <a:pt x="238" y="79"/>
                    <a:pt x="239" y="77"/>
                    <a:pt x="238" y="77"/>
                  </a:cubicBezTo>
                  <a:cubicBezTo>
                    <a:pt x="237" y="77"/>
                    <a:pt x="237" y="78"/>
                    <a:pt x="237" y="78"/>
                  </a:cubicBezTo>
                  <a:cubicBezTo>
                    <a:pt x="237" y="77"/>
                    <a:pt x="237" y="77"/>
                    <a:pt x="236" y="78"/>
                  </a:cubicBezTo>
                  <a:cubicBezTo>
                    <a:pt x="236" y="78"/>
                    <a:pt x="236" y="78"/>
                    <a:pt x="235" y="79"/>
                  </a:cubicBezTo>
                  <a:cubicBezTo>
                    <a:pt x="235" y="79"/>
                    <a:pt x="234" y="79"/>
                    <a:pt x="234" y="79"/>
                  </a:cubicBezTo>
                  <a:cubicBezTo>
                    <a:pt x="233" y="79"/>
                    <a:pt x="233" y="79"/>
                    <a:pt x="233" y="79"/>
                  </a:cubicBezTo>
                  <a:cubicBezTo>
                    <a:pt x="233" y="80"/>
                    <a:pt x="233" y="80"/>
                    <a:pt x="233" y="79"/>
                  </a:cubicBezTo>
                  <a:cubicBezTo>
                    <a:pt x="233" y="80"/>
                    <a:pt x="233" y="81"/>
                    <a:pt x="233" y="81"/>
                  </a:cubicBezTo>
                  <a:cubicBezTo>
                    <a:pt x="233" y="81"/>
                    <a:pt x="233" y="81"/>
                    <a:pt x="232" y="81"/>
                  </a:cubicBezTo>
                  <a:cubicBezTo>
                    <a:pt x="232" y="81"/>
                    <a:pt x="233" y="79"/>
                    <a:pt x="232" y="80"/>
                  </a:cubicBezTo>
                  <a:cubicBezTo>
                    <a:pt x="233" y="79"/>
                    <a:pt x="232" y="78"/>
                    <a:pt x="231" y="78"/>
                  </a:cubicBezTo>
                  <a:cubicBezTo>
                    <a:pt x="230" y="79"/>
                    <a:pt x="230" y="79"/>
                    <a:pt x="230" y="79"/>
                  </a:cubicBezTo>
                  <a:cubicBezTo>
                    <a:pt x="229" y="79"/>
                    <a:pt x="230" y="79"/>
                    <a:pt x="229" y="79"/>
                  </a:cubicBezTo>
                  <a:cubicBezTo>
                    <a:pt x="229" y="80"/>
                    <a:pt x="229" y="79"/>
                    <a:pt x="229" y="79"/>
                  </a:cubicBezTo>
                  <a:cubicBezTo>
                    <a:pt x="228" y="79"/>
                    <a:pt x="228" y="79"/>
                    <a:pt x="228" y="79"/>
                  </a:cubicBezTo>
                  <a:cubicBezTo>
                    <a:pt x="228" y="80"/>
                    <a:pt x="227" y="80"/>
                    <a:pt x="227" y="80"/>
                  </a:cubicBezTo>
                  <a:cubicBezTo>
                    <a:pt x="226" y="79"/>
                    <a:pt x="227" y="79"/>
                    <a:pt x="227" y="79"/>
                  </a:cubicBezTo>
                  <a:cubicBezTo>
                    <a:pt x="226" y="78"/>
                    <a:pt x="226" y="78"/>
                    <a:pt x="225" y="78"/>
                  </a:cubicBezTo>
                  <a:cubicBezTo>
                    <a:pt x="225" y="79"/>
                    <a:pt x="224" y="78"/>
                    <a:pt x="224" y="77"/>
                  </a:cubicBezTo>
                  <a:cubicBezTo>
                    <a:pt x="225" y="78"/>
                    <a:pt x="225" y="77"/>
                    <a:pt x="224" y="76"/>
                  </a:cubicBezTo>
                  <a:cubicBezTo>
                    <a:pt x="224" y="75"/>
                    <a:pt x="223" y="75"/>
                    <a:pt x="223" y="74"/>
                  </a:cubicBezTo>
                  <a:cubicBezTo>
                    <a:pt x="223" y="73"/>
                    <a:pt x="223" y="72"/>
                    <a:pt x="223" y="71"/>
                  </a:cubicBezTo>
                  <a:cubicBezTo>
                    <a:pt x="223" y="70"/>
                    <a:pt x="223" y="70"/>
                    <a:pt x="223" y="69"/>
                  </a:cubicBezTo>
                  <a:cubicBezTo>
                    <a:pt x="223" y="68"/>
                    <a:pt x="222" y="68"/>
                    <a:pt x="222" y="69"/>
                  </a:cubicBezTo>
                  <a:cubicBezTo>
                    <a:pt x="221" y="68"/>
                    <a:pt x="221" y="68"/>
                    <a:pt x="221" y="69"/>
                  </a:cubicBezTo>
                  <a:cubicBezTo>
                    <a:pt x="221" y="69"/>
                    <a:pt x="221" y="70"/>
                    <a:pt x="221" y="70"/>
                  </a:cubicBezTo>
                  <a:cubicBezTo>
                    <a:pt x="220" y="70"/>
                    <a:pt x="220" y="70"/>
                    <a:pt x="219" y="71"/>
                  </a:cubicBezTo>
                  <a:cubicBezTo>
                    <a:pt x="219" y="71"/>
                    <a:pt x="219" y="72"/>
                    <a:pt x="218" y="72"/>
                  </a:cubicBezTo>
                  <a:cubicBezTo>
                    <a:pt x="218" y="71"/>
                    <a:pt x="217" y="73"/>
                    <a:pt x="217" y="73"/>
                  </a:cubicBezTo>
                  <a:cubicBezTo>
                    <a:pt x="216" y="73"/>
                    <a:pt x="215" y="74"/>
                    <a:pt x="214" y="74"/>
                  </a:cubicBezTo>
                  <a:cubicBezTo>
                    <a:pt x="213" y="75"/>
                    <a:pt x="213" y="75"/>
                    <a:pt x="212" y="76"/>
                  </a:cubicBezTo>
                  <a:cubicBezTo>
                    <a:pt x="211" y="76"/>
                    <a:pt x="210" y="76"/>
                    <a:pt x="210" y="76"/>
                  </a:cubicBezTo>
                  <a:cubicBezTo>
                    <a:pt x="209" y="77"/>
                    <a:pt x="209" y="77"/>
                    <a:pt x="209" y="76"/>
                  </a:cubicBezTo>
                  <a:cubicBezTo>
                    <a:pt x="210" y="76"/>
                    <a:pt x="209" y="75"/>
                    <a:pt x="209" y="75"/>
                  </a:cubicBezTo>
                  <a:cubicBezTo>
                    <a:pt x="208" y="75"/>
                    <a:pt x="208" y="76"/>
                    <a:pt x="207" y="76"/>
                  </a:cubicBezTo>
                  <a:cubicBezTo>
                    <a:pt x="207" y="76"/>
                    <a:pt x="205" y="76"/>
                    <a:pt x="205" y="76"/>
                  </a:cubicBezTo>
                  <a:cubicBezTo>
                    <a:pt x="205" y="75"/>
                    <a:pt x="207" y="75"/>
                    <a:pt x="207" y="74"/>
                  </a:cubicBezTo>
                  <a:cubicBezTo>
                    <a:pt x="208" y="74"/>
                    <a:pt x="208" y="74"/>
                    <a:pt x="209" y="74"/>
                  </a:cubicBezTo>
                  <a:cubicBezTo>
                    <a:pt x="209" y="74"/>
                    <a:pt x="209" y="73"/>
                    <a:pt x="210" y="73"/>
                  </a:cubicBezTo>
                  <a:cubicBezTo>
                    <a:pt x="210" y="73"/>
                    <a:pt x="210" y="74"/>
                    <a:pt x="211" y="74"/>
                  </a:cubicBezTo>
                  <a:cubicBezTo>
                    <a:pt x="211" y="74"/>
                    <a:pt x="212" y="74"/>
                    <a:pt x="212" y="73"/>
                  </a:cubicBezTo>
                  <a:cubicBezTo>
                    <a:pt x="213" y="73"/>
                    <a:pt x="212" y="72"/>
                    <a:pt x="213" y="71"/>
                  </a:cubicBezTo>
                  <a:cubicBezTo>
                    <a:pt x="213" y="71"/>
                    <a:pt x="214" y="70"/>
                    <a:pt x="214" y="69"/>
                  </a:cubicBezTo>
                  <a:cubicBezTo>
                    <a:pt x="215" y="68"/>
                    <a:pt x="214" y="68"/>
                    <a:pt x="215" y="67"/>
                  </a:cubicBezTo>
                  <a:cubicBezTo>
                    <a:pt x="215" y="65"/>
                    <a:pt x="216" y="65"/>
                    <a:pt x="217" y="64"/>
                  </a:cubicBezTo>
                  <a:cubicBezTo>
                    <a:pt x="217" y="63"/>
                    <a:pt x="217" y="63"/>
                    <a:pt x="217" y="63"/>
                  </a:cubicBezTo>
                  <a:cubicBezTo>
                    <a:pt x="217" y="63"/>
                    <a:pt x="217" y="62"/>
                    <a:pt x="218" y="62"/>
                  </a:cubicBezTo>
                  <a:cubicBezTo>
                    <a:pt x="218" y="62"/>
                    <a:pt x="218" y="61"/>
                    <a:pt x="218" y="61"/>
                  </a:cubicBezTo>
                  <a:cubicBezTo>
                    <a:pt x="218" y="60"/>
                    <a:pt x="219" y="60"/>
                    <a:pt x="219" y="59"/>
                  </a:cubicBezTo>
                  <a:cubicBezTo>
                    <a:pt x="220" y="59"/>
                    <a:pt x="220" y="59"/>
                    <a:pt x="221" y="58"/>
                  </a:cubicBezTo>
                  <a:cubicBezTo>
                    <a:pt x="221" y="58"/>
                    <a:pt x="222" y="57"/>
                    <a:pt x="223" y="56"/>
                  </a:cubicBezTo>
                  <a:cubicBezTo>
                    <a:pt x="225" y="56"/>
                    <a:pt x="225" y="53"/>
                    <a:pt x="227" y="51"/>
                  </a:cubicBezTo>
                  <a:cubicBezTo>
                    <a:pt x="227" y="51"/>
                    <a:pt x="227" y="50"/>
                    <a:pt x="228" y="50"/>
                  </a:cubicBezTo>
                  <a:cubicBezTo>
                    <a:pt x="228" y="50"/>
                    <a:pt x="228" y="49"/>
                    <a:pt x="229" y="49"/>
                  </a:cubicBezTo>
                  <a:cubicBezTo>
                    <a:pt x="229" y="48"/>
                    <a:pt x="229" y="48"/>
                    <a:pt x="230" y="48"/>
                  </a:cubicBezTo>
                  <a:cubicBezTo>
                    <a:pt x="230" y="47"/>
                    <a:pt x="230" y="47"/>
                    <a:pt x="231" y="47"/>
                  </a:cubicBezTo>
                  <a:cubicBezTo>
                    <a:pt x="231" y="46"/>
                    <a:pt x="233" y="45"/>
                    <a:pt x="232" y="45"/>
                  </a:cubicBezTo>
                  <a:cubicBezTo>
                    <a:pt x="231" y="44"/>
                    <a:pt x="231" y="45"/>
                    <a:pt x="230" y="45"/>
                  </a:cubicBezTo>
                  <a:cubicBezTo>
                    <a:pt x="231" y="44"/>
                    <a:pt x="231" y="45"/>
                    <a:pt x="232" y="44"/>
                  </a:cubicBezTo>
                  <a:cubicBezTo>
                    <a:pt x="232" y="43"/>
                    <a:pt x="232" y="42"/>
                    <a:pt x="232" y="42"/>
                  </a:cubicBezTo>
                  <a:cubicBezTo>
                    <a:pt x="232" y="40"/>
                    <a:pt x="231" y="39"/>
                    <a:pt x="229" y="38"/>
                  </a:cubicBezTo>
                  <a:cubicBezTo>
                    <a:pt x="229" y="38"/>
                    <a:pt x="227" y="39"/>
                    <a:pt x="226" y="38"/>
                  </a:cubicBezTo>
                  <a:cubicBezTo>
                    <a:pt x="226" y="38"/>
                    <a:pt x="226" y="37"/>
                    <a:pt x="226" y="37"/>
                  </a:cubicBezTo>
                  <a:cubicBezTo>
                    <a:pt x="226" y="37"/>
                    <a:pt x="225" y="36"/>
                    <a:pt x="225" y="36"/>
                  </a:cubicBezTo>
                  <a:cubicBezTo>
                    <a:pt x="225" y="35"/>
                    <a:pt x="224" y="34"/>
                    <a:pt x="224" y="35"/>
                  </a:cubicBezTo>
                  <a:cubicBezTo>
                    <a:pt x="224" y="36"/>
                    <a:pt x="224" y="35"/>
                    <a:pt x="224" y="35"/>
                  </a:cubicBezTo>
                  <a:cubicBezTo>
                    <a:pt x="225" y="36"/>
                    <a:pt x="224" y="32"/>
                    <a:pt x="224" y="31"/>
                  </a:cubicBezTo>
                  <a:cubicBezTo>
                    <a:pt x="224" y="31"/>
                    <a:pt x="223" y="31"/>
                    <a:pt x="223" y="31"/>
                  </a:cubicBezTo>
                  <a:cubicBezTo>
                    <a:pt x="223" y="31"/>
                    <a:pt x="223" y="30"/>
                    <a:pt x="223" y="30"/>
                  </a:cubicBezTo>
                  <a:cubicBezTo>
                    <a:pt x="223" y="29"/>
                    <a:pt x="223" y="29"/>
                    <a:pt x="223" y="28"/>
                  </a:cubicBezTo>
                  <a:cubicBezTo>
                    <a:pt x="223" y="28"/>
                    <a:pt x="222" y="28"/>
                    <a:pt x="222" y="27"/>
                  </a:cubicBezTo>
                  <a:cubicBezTo>
                    <a:pt x="222" y="25"/>
                    <a:pt x="221" y="24"/>
                    <a:pt x="221" y="22"/>
                  </a:cubicBezTo>
                  <a:cubicBezTo>
                    <a:pt x="221" y="21"/>
                    <a:pt x="221" y="19"/>
                    <a:pt x="221" y="18"/>
                  </a:cubicBezTo>
                  <a:cubicBezTo>
                    <a:pt x="221" y="17"/>
                    <a:pt x="221" y="15"/>
                    <a:pt x="221" y="15"/>
                  </a:cubicBezTo>
                  <a:cubicBezTo>
                    <a:pt x="220" y="16"/>
                    <a:pt x="220" y="17"/>
                    <a:pt x="220" y="18"/>
                  </a:cubicBezTo>
                  <a:cubicBezTo>
                    <a:pt x="220" y="18"/>
                    <a:pt x="220" y="17"/>
                    <a:pt x="220" y="16"/>
                  </a:cubicBezTo>
                  <a:cubicBezTo>
                    <a:pt x="220" y="16"/>
                    <a:pt x="220" y="15"/>
                    <a:pt x="220" y="14"/>
                  </a:cubicBezTo>
                  <a:cubicBezTo>
                    <a:pt x="220" y="13"/>
                    <a:pt x="219" y="12"/>
                    <a:pt x="218" y="11"/>
                  </a:cubicBezTo>
                  <a:cubicBezTo>
                    <a:pt x="218" y="11"/>
                    <a:pt x="217" y="11"/>
                    <a:pt x="217" y="10"/>
                  </a:cubicBezTo>
                  <a:cubicBezTo>
                    <a:pt x="216" y="10"/>
                    <a:pt x="217" y="11"/>
                    <a:pt x="217" y="11"/>
                  </a:cubicBezTo>
                  <a:cubicBezTo>
                    <a:pt x="217" y="12"/>
                    <a:pt x="218" y="14"/>
                    <a:pt x="218" y="15"/>
                  </a:cubicBezTo>
                  <a:cubicBezTo>
                    <a:pt x="217" y="15"/>
                    <a:pt x="216" y="12"/>
                    <a:pt x="216" y="12"/>
                  </a:cubicBezTo>
                  <a:cubicBezTo>
                    <a:pt x="216" y="12"/>
                    <a:pt x="216" y="13"/>
                    <a:pt x="216" y="13"/>
                  </a:cubicBezTo>
                  <a:cubicBezTo>
                    <a:pt x="216" y="14"/>
                    <a:pt x="215" y="14"/>
                    <a:pt x="214" y="15"/>
                  </a:cubicBezTo>
                  <a:cubicBezTo>
                    <a:pt x="214" y="15"/>
                    <a:pt x="214" y="16"/>
                    <a:pt x="213" y="16"/>
                  </a:cubicBezTo>
                  <a:cubicBezTo>
                    <a:pt x="213" y="17"/>
                    <a:pt x="213" y="17"/>
                    <a:pt x="212" y="17"/>
                  </a:cubicBezTo>
                  <a:cubicBezTo>
                    <a:pt x="212" y="18"/>
                    <a:pt x="212" y="19"/>
                    <a:pt x="212" y="19"/>
                  </a:cubicBezTo>
                  <a:cubicBezTo>
                    <a:pt x="211" y="20"/>
                    <a:pt x="211" y="20"/>
                    <a:pt x="211" y="21"/>
                  </a:cubicBezTo>
                  <a:cubicBezTo>
                    <a:pt x="210" y="22"/>
                    <a:pt x="209" y="23"/>
                    <a:pt x="209" y="24"/>
                  </a:cubicBezTo>
                  <a:cubicBezTo>
                    <a:pt x="209" y="25"/>
                    <a:pt x="208" y="26"/>
                    <a:pt x="208" y="26"/>
                  </a:cubicBezTo>
                  <a:cubicBezTo>
                    <a:pt x="208" y="27"/>
                    <a:pt x="208" y="27"/>
                    <a:pt x="207" y="27"/>
                  </a:cubicBezTo>
                  <a:cubicBezTo>
                    <a:pt x="207" y="28"/>
                    <a:pt x="207" y="28"/>
                    <a:pt x="207" y="28"/>
                  </a:cubicBezTo>
                  <a:cubicBezTo>
                    <a:pt x="207" y="29"/>
                    <a:pt x="206" y="29"/>
                    <a:pt x="206" y="30"/>
                  </a:cubicBezTo>
                  <a:cubicBezTo>
                    <a:pt x="207" y="30"/>
                    <a:pt x="206" y="31"/>
                    <a:pt x="206" y="31"/>
                  </a:cubicBezTo>
                  <a:cubicBezTo>
                    <a:pt x="205" y="32"/>
                    <a:pt x="205" y="32"/>
                    <a:pt x="204" y="33"/>
                  </a:cubicBezTo>
                  <a:cubicBezTo>
                    <a:pt x="204" y="33"/>
                    <a:pt x="203" y="34"/>
                    <a:pt x="203" y="34"/>
                  </a:cubicBezTo>
                  <a:cubicBezTo>
                    <a:pt x="202" y="35"/>
                    <a:pt x="201" y="33"/>
                    <a:pt x="199" y="34"/>
                  </a:cubicBezTo>
                  <a:cubicBezTo>
                    <a:pt x="199" y="34"/>
                    <a:pt x="200" y="34"/>
                    <a:pt x="200" y="34"/>
                  </a:cubicBezTo>
                  <a:cubicBezTo>
                    <a:pt x="200" y="33"/>
                    <a:pt x="199" y="33"/>
                    <a:pt x="199" y="33"/>
                  </a:cubicBezTo>
                  <a:cubicBezTo>
                    <a:pt x="199" y="32"/>
                    <a:pt x="199" y="33"/>
                    <a:pt x="199" y="33"/>
                  </a:cubicBezTo>
                  <a:cubicBezTo>
                    <a:pt x="198" y="34"/>
                    <a:pt x="197" y="33"/>
                    <a:pt x="196" y="33"/>
                  </a:cubicBezTo>
                  <a:cubicBezTo>
                    <a:pt x="195" y="33"/>
                    <a:pt x="195" y="33"/>
                    <a:pt x="195" y="32"/>
                  </a:cubicBezTo>
                  <a:cubicBezTo>
                    <a:pt x="195" y="32"/>
                    <a:pt x="194" y="33"/>
                    <a:pt x="194" y="33"/>
                  </a:cubicBezTo>
                  <a:cubicBezTo>
                    <a:pt x="194" y="33"/>
                    <a:pt x="193" y="33"/>
                    <a:pt x="193" y="33"/>
                  </a:cubicBezTo>
                  <a:cubicBezTo>
                    <a:pt x="193" y="33"/>
                    <a:pt x="193" y="34"/>
                    <a:pt x="193" y="34"/>
                  </a:cubicBezTo>
                  <a:cubicBezTo>
                    <a:pt x="193" y="34"/>
                    <a:pt x="192" y="34"/>
                    <a:pt x="192" y="35"/>
                  </a:cubicBezTo>
                  <a:cubicBezTo>
                    <a:pt x="191" y="35"/>
                    <a:pt x="191" y="35"/>
                    <a:pt x="191" y="35"/>
                  </a:cubicBezTo>
                  <a:cubicBezTo>
                    <a:pt x="191" y="34"/>
                    <a:pt x="190" y="35"/>
                    <a:pt x="189" y="35"/>
                  </a:cubicBezTo>
                  <a:cubicBezTo>
                    <a:pt x="189" y="34"/>
                    <a:pt x="189" y="34"/>
                    <a:pt x="189" y="34"/>
                  </a:cubicBezTo>
                  <a:cubicBezTo>
                    <a:pt x="189" y="34"/>
                    <a:pt x="188" y="34"/>
                    <a:pt x="188" y="34"/>
                  </a:cubicBezTo>
                  <a:cubicBezTo>
                    <a:pt x="188" y="34"/>
                    <a:pt x="187" y="34"/>
                    <a:pt x="187" y="33"/>
                  </a:cubicBezTo>
                  <a:cubicBezTo>
                    <a:pt x="187" y="33"/>
                    <a:pt x="187" y="33"/>
                    <a:pt x="187" y="33"/>
                  </a:cubicBezTo>
                  <a:cubicBezTo>
                    <a:pt x="185" y="33"/>
                    <a:pt x="186" y="32"/>
                    <a:pt x="185" y="31"/>
                  </a:cubicBezTo>
                  <a:cubicBezTo>
                    <a:pt x="185" y="31"/>
                    <a:pt x="185" y="32"/>
                    <a:pt x="184" y="31"/>
                  </a:cubicBezTo>
                  <a:cubicBezTo>
                    <a:pt x="184" y="31"/>
                    <a:pt x="183" y="30"/>
                    <a:pt x="183" y="30"/>
                  </a:cubicBezTo>
                  <a:cubicBezTo>
                    <a:pt x="183" y="30"/>
                    <a:pt x="184" y="29"/>
                    <a:pt x="183" y="30"/>
                  </a:cubicBezTo>
                  <a:cubicBezTo>
                    <a:pt x="183" y="30"/>
                    <a:pt x="182" y="30"/>
                    <a:pt x="182" y="30"/>
                  </a:cubicBezTo>
                  <a:cubicBezTo>
                    <a:pt x="181" y="30"/>
                    <a:pt x="181" y="30"/>
                    <a:pt x="181" y="30"/>
                  </a:cubicBezTo>
                  <a:cubicBezTo>
                    <a:pt x="180" y="31"/>
                    <a:pt x="180" y="30"/>
                    <a:pt x="179" y="31"/>
                  </a:cubicBezTo>
                  <a:cubicBezTo>
                    <a:pt x="179" y="31"/>
                    <a:pt x="179" y="32"/>
                    <a:pt x="178" y="31"/>
                  </a:cubicBezTo>
                  <a:cubicBezTo>
                    <a:pt x="178" y="31"/>
                    <a:pt x="177" y="32"/>
                    <a:pt x="176" y="32"/>
                  </a:cubicBezTo>
                  <a:cubicBezTo>
                    <a:pt x="176" y="32"/>
                    <a:pt x="173" y="30"/>
                    <a:pt x="173" y="31"/>
                  </a:cubicBezTo>
                  <a:cubicBezTo>
                    <a:pt x="173" y="31"/>
                    <a:pt x="173" y="32"/>
                    <a:pt x="173" y="32"/>
                  </a:cubicBezTo>
                  <a:cubicBezTo>
                    <a:pt x="172" y="32"/>
                    <a:pt x="172" y="33"/>
                    <a:pt x="172" y="33"/>
                  </a:cubicBezTo>
                  <a:cubicBezTo>
                    <a:pt x="171" y="34"/>
                    <a:pt x="172" y="33"/>
                    <a:pt x="173" y="34"/>
                  </a:cubicBezTo>
                  <a:cubicBezTo>
                    <a:pt x="173" y="34"/>
                    <a:pt x="173" y="34"/>
                    <a:pt x="173" y="35"/>
                  </a:cubicBezTo>
                  <a:cubicBezTo>
                    <a:pt x="173" y="35"/>
                    <a:pt x="173" y="35"/>
                    <a:pt x="173" y="35"/>
                  </a:cubicBezTo>
                  <a:cubicBezTo>
                    <a:pt x="174" y="36"/>
                    <a:pt x="174" y="38"/>
                    <a:pt x="173" y="38"/>
                  </a:cubicBezTo>
                  <a:cubicBezTo>
                    <a:pt x="172" y="38"/>
                    <a:pt x="171" y="38"/>
                    <a:pt x="171" y="37"/>
                  </a:cubicBezTo>
                  <a:cubicBezTo>
                    <a:pt x="170" y="37"/>
                    <a:pt x="169" y="37"/>
                    <a:pt x="169" y="37"/>
                  </a:cubicBezTo>
                  <a:cubicBezTo>
                    <a:pt x="168" y="37"/>
                    <a:pt x="168" y="37"/>
                    <a:pt x="167" y="37"/>
                  </a:cubicBezTo>
                  <a:cubicBezTo>
                    <a:pt x="167" y="37"/>
                    <a:pt x="166" y="37"/>
                    <a:pt x="166" y="37"/>
                  </a:cubicBezTo>
                  <a:cubicBezTo>
                    <a:pt x="165" y="38"/>
                    <a:pt x="165" y="37"/>
                    <a:pt x="164" y="37"/>
                  </a:cubicBezTo>
                  <a:cubicBezTo>
                    <a:pt x="163" y="37"/>
                    <a:pt x="163" y="37"/>
                    <a:pt x="163" y="37"/>
                  </a:cubicBezTo>
                  <a:cubicBezTo>
                    <a:pt x="162" y="36"/>
                    <a:pt x="161" y="37"/>
                    <a:pt x="160" y="36"/>
                  </a:cubicBezTo>
                  <a:cubicBezTo>
                    <a:pt x="160" y="36"/>
                    <a:pt x="159" y="37"/>
                    <a:pt x="159" y="38"/>
                  </a:cubicBezTo>
                  <a:cubicBezTo>
                    <a:pt x="159" y="38"/>
                    <a:pt x="159" y="39"/>
                    <a:pt x="158" y="39"/>
                  </a:cubicBezTo>
                  <a:cubicBezTo>
                    <a:pt x="158" y="40"/>
                    <a:pt x="157" y="40"/>
                    <a:pt x="156" y="40"/>
                  </a:cubicBezTo>
                  <a:cubicBezTo>
                    <a:pt x="156" y="39"/>
                    <a:pt x="155" y="40"/>
                    <a:pt x="155" y="40"/>
                  </a:cubicBezTo>
                  <a:cubicBezTo>
                    <a:pt x="154" y="40"/>
                    <a:pt x="154" y="40"/>
                    <a:pt x="154" y="41"/>
                  </a:cubicBezTo>
                  <a:cubicBezTo>
                    <a:pt x="154" y="41"/>
                    <a:pt x="154" y="42"/>
                    <a:pt x="153" y="42"/>
                  </a:cubicBezTo>
                  <a:cubicBezTo>
                    <a:pt x="152" y="42"/>
                    <a:pt x="152" y="41"/>
                    <a:pt x="152" y="41"/>
                  </a:cubicBezTo>
                  <a:cubicBezTo>
                    <a:pt x="151" y="41"/>
                    <a:pt x="151" y="41"/>
                    <a:pt x="151" y="41"/>
                  </a:cubicBezTo>
                  <a:cubicBezTo>
                    <a:pt x="150" y="41"/>
                    <a:pt x="150" y="42"/>
                    <a:pt x="149" y="42"/>
                  </a:cubicBezTo>
                  <a:cubicBezTo>
                    <a:pt x="148" y="42"/>
                    <a:pt x="149" y="43"/>
                    <a:pt x="149" y="44"/>
                  </a:cubicBezTo>
                  <a:cubicBezTo>
                    <a:pt x="149" y="45"/>
                    <a:pt x="147" y="44"/>
                    <a:pt x="147" y="44"/>
                  </a:cubicBezTo>
                  <a:cubicBezTo>
                    <a:pt x="146" y="44"/>
                    <a:pt x="146" y="45"/>
                    <a:pt x="146" y="45"/>
                  </a:cubicBezTo>
                  <a:cubicBezTo>
                    <a:pt x="145" y="45"/>
                    <a:pt x="145" y="44"/>
                    <a:pt x="144" y="44"/>
                  </a:cubicBezTo>
                  <a:cubicBezTo>
                    <a:pt x="143" y="43"/>
                    <a:pt x="143" y="43"/>
                    <a:pt x="142" y="43"/>
                  </a:cubicBezTo>
                  <a:cubicBezTo>
                    <a:pt x="141" y="43"/>
                    <a:pt x="141" y="42"/>
                    <a:pt x="140" y="41"/>
                  </a:cubicBezTo>
                  <a:cubicBezTo>
                    <a:pt x="139" y="41"/>
                    <a:pt x="139" y="40"/>
                    <a:pt x="139" y="39"/>
                  </a:cubicBezTo>
                  <a:cubicBezTo>
                    <a:pt x="138" y="39"/>
                    <a:pt x="137" y="40"/>
                    <a:pt x="137" y="39"/>
                  </a:cubicBezTo>
                  <a:cubicBezTo>
                    <a:pt x="137" y="38"/>
                    <a:pt x="138" y="38"/>
                    <a:pt x="137" y="38"/>
                  </a:cubicBezTo>
                  <a:cubicBezTo>
                    <a:pt x="137" y="38"/>
                    <a:pt x="136" y="37"/>
                    <a:pt x="137" y="37"/>
                  </a:cubicBezTo>
                  <a:cubicBezTo>
                    <a:pt x="137" y="36"/>
                    <a:pt x="137" y="35"/>
                    <a:pt x="137" y="34"/>
                  </a:cubicBezTo>
                  <a:cubicBezTo>
                    <a:pt x="137" y="34"/>
                    <a:pt x="137" y="33"/>
                    <a:pt x="136" y="33"/>
                  </a:cubicBezTo>
                  <a:cubicBezTo>
                    <a:pt x="136" y="33"/>
                    <a:pt x="135" y="32"/>
                    <a:pt x="135" y="32"/>
                  </a:cubicBezTo>
                  <a:cubicBezTo>
                    <a:pt x="135" y="31"/>
                    <a:pt x="134" y="30"/>
                    <a:pt x="134" y="28"/>
                  </a:cubicBezTo>
                  <a:cubicBezTo>
                    <a:pt x="134" y="27"/>
                    <a:pt x="135" y="26"/>
                    <a:pt x="135" y="25"/>
                  </a:cubicBezTo>
                  <a:cubicBezTo>
                    <a:pt x="135" y="25"/>
                    <a:pt x="135" y="24"/>
                    <a:pt x="135" y="24"/>
                  </a:cubicBezTo>
                  <a:cubicBezTo>
                    <a:pt x="135" y="23"/>
                    <a:pt x="136" y="23"/>
                    <a:pt x="136" y="22"/>
                  </a:cubicBezTo>
                  <a:cubicBezTo>
                    <a:pt x="136" y="21"/>
                    <a:pt x="136" y="21"/>
                    <a:pt x="136" y="20"/>
                  </a:cubicBezTo>
                  <a:cubicBezTo>
                    <a:pt x="136" y="19"/>
                    <a:pt x="136" y="19"/>
                    <a:pt x="137" y="18"/>
                  </a:cubicBezTo>
                  <a:cubicBezTo>
                    <a:pt x="137" y="18"/>
                    <a:pt x="138" y="18"/>
                    <a:pt x="138" y="17"/>
                  </a:cubicBezTo>
                  <a:cubicBezTo>
                    <a:pt x="138" y="17"/>
                    <a:pt x="138" y="17"/>
                    <a:pt x="139" y="16"/>
                  </a:cubicBezTo>
                  <a:cubicBezTo>
                    <a:pt x="139" y="16"/>
                    <a:pt x="139" y="15"/>
                    <a:pt x="139" y="15"/>
                  </a:cubicBezTo>
                  <a:cubicBezTo>
                    <a:pt x="138" y="14"/>
                    <a:pt x="138" y="13"/>
                    <a:pt x="138" y="12"/>
                  </a:cubicBezTo>
                  <a:cubicBezTo>
                    <a:pt x="136" y="12"/>
                    <a:pt x="138" y="10"/>
                    <a:pt x="137" y="10"/>
                  </a:cubicBezTo>
                  <a:cubicBezTo>
                    <a:pt x="137" y="9"/>
                    <a:pt x="136" y="9"/>
                    <a:pt x="135" y="9"/>
                  </a:cubicBezTo>
                  <a:cubicBezTo>
                    <a:pt x="135" y="9"/>
                    <a:pt x="134" y="9"/>
                    <a:pt x="134" y="9"/>
                  </a:cubicBezTo>
                  <a:cubicBezTo>
                    <a:pt x="134" y="8"/>
                    <a:pt x="134" y="9"/>
                    <a:pt x="134" y="9"/>
                  </a:cubicBezTo>
                  <a:cubicBezTo>
                    <a:pt x="133" y="9"/>
                    <a:pt x="133" y="8"/>
                    <a:pt x="134" y="8"/>
                  </a:cubicBezTo>
                  <a:cubicBezTo>
                    <a:pt x="135" y="7"/>
                    <a:pt x="135" y="4"/>
                    <a:pt x="135" y="3"/>
                  </a:cubicBezTo>
                  <a:cubicBezTo>
                    <a:pt x="135" y="3"/>
                    <a:pt x="135" y="2"/>
                    <a:pt x="135" y="2"/>
                  </a:cubicBezTo>
                  <a:cubicBezTo>
                    <a:pt x="134" y="2"/>
                    <a:pt x="134" y="1"/>
                    <a:pt x="134" y="1"/>
                  </a:cubicBezTo>
                  <a:cubicBezTo>
                    <a:pt x="133" y="1"/>
                    <a:pt x="133" y="0"/>
                    <a:pt x="133" y="0"/>
                  </a:cubicBezTo>
                  <a:cubicBezTo>
                    <a:pt x="132" y="1"/>
                    <a:pt x="132" y="1"/>
                    <a:pt x="131" y="1"/>
                  </a:cubicBezTo>
                  <a:cubicBezTo>
                    <a:pt x="131" y="1"/>
                    <a:pt x="131" y="1"/>
                    <a:pt x="131" y="1"/>
                  </a:cubicBezTo>
                  <a:cubicBezTo>
                    <a:pt x="130" y="1"/>
                    <a:pt x="130" y="1"/>
                    <a:pt x="130" y="1"/>
                  </a:cubicBezTo>
                  <a:cubicBezTo>
                    <a:pt x="129" y="1"/>
                    <a:pt x="129" y="1"/>
                    <a:pt x="128" y="1"/>
                  </a:cubicBezTo>
                  <a:cubicBezTo>
                    <a:pt x="129" y="1"/>
                    <a:pt x="129" y="3"/>
                    <a:pt x="129" y="4"/>
                  </a:cubicBezTo>
                  <a:cubicBezTo>
                    <a:pt x="129" y="5"/>
                    <a:pt x="127" y="6"/>
                    <a:pt x="126" y="6"/>
                  </a:cubicBezTo>
                  <a:cubicBezTo>
                    <a:pt x="125" y="7"/>
                    <a:pt x="126" y="8"/>
                    <a:pt x="125" y="9"/>
                  </a:cubicBezTo>
                  <a:cubicBezTo>
                    <a:pt x="124" y="9"/>
                    <a:pt x="123" y="9"/>
                    <a:pt x="123" y="9"/>
                  </a:cubicBezTo>
                  <a:cubicBezTo>
                    <a:pt x="122" y="9"/>
                    <a:pt x="122" y="9"/>
                    <a:pt x="122" y="9"/>
                  </a:cubicBezTo>
                  <a:cubicBezTo>
                    <a:pt x="123" y="10"/>
                    <a:pt x="121" y="10"/>
                    <a:pt x="120" y="10"/>
                  </a:cubicBezTo>
                  <a:cubicBezTo>
                    <a:pt x="120" y="10"/>
                    <a:pt x="120" y="11"/>
                    <a:pt x="120" y="11"/>
                  </a:cubicBezTo>
                  <a:cubicBezTo>
                    <a:pt x="120" y="12"/>
                    <a:pt x="119" y="12"/>
                    <a:pt x="118" y="11"/>
                  </a:cubicBezTo>
                  <a:cubicBezTo>
                    <a:pt x="118" y="11"/>
                    <a:pt x="117" y="12"/>
                    <a:pt x="117" y="12"/>
                  </a:cubicBezTo>
                  <a:cubicBezTo>
                    <a:pt x="116" y="13"/>
                    <a:pt x="116" y="12"/>
                    <a:pt x="115" y="12"/>
                  </a:cubicBezTo>
                  <a:cubicBezTo>
                    <a:pt x="115" y="12"/>
                    <a:pt x="115" y="13"/>
                    <a:pt x="114" y="13"/>
                  </a:cubicBezTo>
                  <a:cubicBezTo>
                    <a:pt x="113" y="13"/>
                    <a:pt x="113" y="13"/>
                    <a:pt x="112" y="13"/>
                  </a:cubicBezTo>
                  <a:cubicBezTo>
                    <a:pt x="112" y="13"/>
                    <a:pt x="111" y="12"/>
                    <a:pt x="111" y="12"/>
                  </a:cubicBezTo>
                  <a:cubicBezTo>
                    <a:pt x="111" y="13"/>
                    <a:pt x="110" y="13"/>
                    <a:pt x="110" y="13"/>
                  </a:cubicBezTo>
                  <a:cubicBezTo>
                    <a:pt x="110" y="13"/>
                    <a:pt x="110" y="14"/>
                    <a:pt x="109" y="14"/>
                  </a:cubicBezTo>
                  <a:cubicBezTo>
                    <a:pt x="109" y="14"/>
                    <a:pt x="108" y="14"/>
                    <a:pt x="108" y="14"/>
                  </a:cubicBezTo>
                  <a:cubicBezTo>
                    <a:pt x="108" y="14"/>
                    <a:pt x="108" y="15"/>
                    <a:pt x="108" y="15"/>
                  </a:cubicBezTo>
                  <a:cubicBezTo>
                    <a:pt x="108" y="16"/>
                    <a:pt x="108" y="17"/>
                    <a:pt x="108" y="17"/>
                  </a:cubicBezTo>
                  <a:cubicBezTo>
                    <a:pt x="108" y="19"/>
                    <a:pt x="107" y="20"/>
                    <a:pt x="105" y="19"/>
                  </a:cubicBezTo>
                  <a:cubicBezTo>
                    <a:pt x="105" y="18"/>
                    <a:pt x="104" y="16"/>
                    <a:pt x="103" y="15"/>
                  </a:cubicBezTo>
                  <a:cubicBezTo>
                    <a:pt x="103" y="15"/>
                    <a:pt x="102" y="14"/>
                    <a:pt x="101" y="15"/>
                  </a:cubicBezTo>
                  <a:cubicBezTo>
                    <a:pt x="101" y="15"/>
                    <a:pt x="101" y="15"/>
                    <a:pt x="101" y="16"/>
                  </a:cubicBezTo>
                  <a:cubicBezTo>
                    <a:pt x="101" y="16"/>
                    <a:pt x="100" y="16"/>
                    <a:pt x="100" y="15"/>
                  </a:cubicBezTo>
                  <a:cubicBezTo>
                    <a:pt x="99" y="15"/>
                    <a:pt x="99" y="15"/>
                    <a:pt x="98" y="15"/>
                  </a:cubicBezTo>
                  <a:cubicBezTo>
                    <a:pt x="98" y="15"/>
                    <a:pt x="97" y="15"/>
                    <a:pt x="97" y="15"/>
                  </a:cubicBezTo>
                  <a:cubicBezTo>
                    <a:pt x="97" y="15"/>
                    <a:pt x="96" y="16"/>
                    <a:pt x="96" y="16"/>
                  </a:cubicBezTo>
                  <a:cubicBezTo>
                    <a:pt x="95" y="16"/>
                    <a:pt x="95" y="14"/>
                    <a:pt x="95" y="13"/>
                  </a:cubicBezTo>
                  <a:cubicBezTo>
                    <a:pt x="94" y="12"/>
                    <a:pt x="92" y="13"/>
                    <a:pt x="91" y="13"/>
                  </a:cubicBezTo>
                  <a:cubicBezTo>
                    <a:pt x="91" y="13"/>
                    <a:pt x="90" y="13"/>
                    <a:pt x="90" y="12"/>
                  </a:cubicBezTo>
                  <a:cubicBezTo>
                    <a:pt x="90" y="12"/>
                    <a:pt x="89" y="11"/>
                    <a:pt x="89" y="11"/>
                  </a:cubicBezTo>
                  <a:cubicBezTo>
                    <a:pt x="88" y="11"/>
                    <a:pt x="88" y="12"/>
                    <a:pt x="88" y="12"/>
                  </a:cubicBezTo>
                  <a:cubicBezTo>
                    <a:pt x="89" y="12"/>
                    <a:pt x="89" y="12"/>
                    <a:pt x="89" y="13"/>
                  </a:cubicBezTo>
                  <a:cubicBezTo>
                    <a:pt x="89" y="14"/>
                    <a:pt x="90" y="16"/>
                    <a:pt x="91" y="17"/>
                  </a:cubicBezTo>
                  <a:cubicBezTo>
                    <a:pt x="92" y="17"/>
                    <a:pt x="94" y="18"/>
                    <a:pt x="94" y="19"/>
                  </a:cubicBezTo>
                  <a:cubicBezTo>
                    <a:pt x="94" y="20"/>
                    <a:pt x="93" y="20"/>
                    <a:pt x="93" y="21"/>
                  </a:cubicBezTo>
                  <a:cubicBezTo>
                    <a:pt x="93" y="22"/>
                    <a:pt x="94" y="22"/>
                    <a:pt x="93" y="23"/>
                  </a:cubicBezTo>
                  <a:cubicBezTo>
                    <a:pt x="93" y="24"/>
                    <a:pt x="94" y="24"/>
                    <a:pt x="94" y="25"/>
                  </a:cubicBezTo>
                  <a:cubicBezTo>
                    <a:pt x="94" y="26"/>
                    <a:pt x="95" y="26"/>
                    <a:pt x="95" y="27"/>
                  </a:cubicBezTo>
                  <a:cubicBezTo>
                    <a:pt x="96" y="28"/>
                    <a:pt x="96" y="29"/>
                    <a:pt x="95" y="30"/>
                  </a:cubicBezTo>
                  <a:cubicBezTo>
                    <a:pt x="95" y="30"/>
                    <a:pt x="95" y="31"/>
                    <a:pt x="95" y="31"/>
                  </a:cubicBezTo>
                  <a:cubicBezTo>
                    <a:pt x="96" y="31"/>
                    <a:pt x="97" y="32"/>
                    <a:pt x="97" y="32"/>
                  </a:cubicBezTo>
                  <a:cubicBezTo>
                    <a:pt x="98" y="32"/>
                    <a:pt x="98" y="32"/>
                    <a:pt x="98" y="32"/>
                  </a:cubicBezTo>
                  <a:cubicBezTo>
                    <a:pt x="99" y="31"/>
                    <a:pt x="101" y="31"/>
                    <a:pt x="101" y="32"/>
                  </a:cubicBezTo>
                  <a:cubicBezTo>
                    <a:pt x="102" y="32"/>
                    <a:pt x="101" y="34"/>
                    <a:pt x="101" y="35"/>
                  </a:cubicBezTo>
                  <a:cubicBezTo>
                    <a:pt x="101" y="35"/>
                    <a:pt x="100" y="35"/>
                    <a:pt x="100" y="35"/>
                  </a:cubicBezTo>
                  <a:cubicBezTo>
                    <a:pt x="99" y="35"/>
                    <a:pt x="98" y="36"/>
                    <a:pt x="98" y="36"/>
                  </a:cubicBezTo>
                  <a:cubicBezTo>
                    <a:pt x="97" y="37"/>
                    <a:pt x="95" y="36"/>
                    <a:pt x="95" y="38"/>
                  </a:cubicBezTo>
                  <a:cubicBezTo>
                    <a:pt x="95" y="39"/>
                    <a:pt x="95" y="39"/>
                    <a:pt x="94" y="40"/>
                  </a:cubicBezTo>
                  <a:cubicBezTo>
                    <a:pt x="94" y="41"/>
                    <a:pt x="94" y="41"/>
                    <a:pt x="93" y="42"/>
                  </a:cubicBezTo>
                  <a:cubicBezTo>
                    <a:pt x="93" y="42"/>
                    <a:pt x="92" y="43"/>
                    <a:pt x="92" y="43"/>
                  </a:cubicBezTo>
                  <a:cubicBezTo>
                    <a:pt x="92" y="43"/>
                    <a:pt x="91" y="43"/>
                    <a:pt x="91" y="43"/>
                  </a:cubicBezTo>
                  <a:cubicBezTo>
                    <a:pt x="92" y="43"/>
                    <a:pt x="92" y="42"/>
                    <a:pt x="92" y="42"/>
                  </a:cubicBezTo>
                  <a:cubicBezTo>
                    <a:pt x="91" y="42"/>
                    <a:pt x="90" y="42"/>
                    <a:pt x="90" y="43"/>
                  </a:cubicBezTo>
                  <a:cubicBezTo>
                    <a:pt x="89" y="43"/>
                    <a:pt x="88" y="45"/>
                    <a:pt x="87" y="44"/>
                  </a:cubicBezTo>
                  <a:cubicBezTo>
                    <a:pt x="87" y="44"/>
                    <a:pt x="87" y="45"/>
                    <a:pt x="86" y="45"/>
                  </a:cubicBezTo>
                  <a:cubicBezTo>
                    <a:pt x="86" y="45"/>
                    <a:pt x="85" y="46"/>
                    <a:pt x="85" y="46"/>
                  </a:cubicBezTo>
                  <a:cubicBezTo>
                    <a:pt x="83" y="45"/>
                    <a:pt x="85" y="48"/>
                    <a:pt x="83" y="48"/>
                  </a:cubicBezTo>
                  <a:cubicBezTo>
                    <a:pt x="81" y="48"/>
                    <a:pt x="82" y="50"/>
                    <a:pt x="81" y="51"/>
                  </a:cubicBezTo>
                  <a:cubicBezTo>
                    <a:pt x="80" y="51"/>
                    <a:pt x="80" y="51"/>
                    <a:pt x="80" y="50"/>
                  </a:cubicBezTo>
                  <a:cubicBezTo>
                    <a:pt x="80" y="50"/>
                    <a:pt x="81" y="49"/>
                    <a:pt x="80" y="49"/>
                  </a:cubicBezTo>
                  <a:cubicBezTo>
                    <a:pt x="80" y="47"/>
                    <a:pt x="78" y="48"/>
                    <a:pt x="77" y="48"/>
                  </a:cubicBezTo>
                  <a:cubicBezTo>
                    <a:pt x="77" y="49"/>
                    <a:pt x="75" y="51"/>
                    <a:pt x="74" y="50"/>
                  </a:cubicBezTo>
                  <a:cubicBezTo>
                    <a:pt x="74" y="50"/>
                    <a:pt x="73" y="50"/>
                    <a:pt x="72" y="50"/>
                  </a:cubicBezTo>
                  <a:cubicBezTo>
                    <a:pt x="72" y="49"/>
                    <a:pt x="71" y="49"/>
                    <a:pt x="71" y="48"/>
                  </a:cubicBezTo>
                  <a:cubicBezTo>
                    <a:pt x="70" y="47"/>
                    <a:pt x="69" y="46"/>
                    <a:pt x="67" y="45"/>
                  </a:cubicBezTo>
                  <a:cubicBezTo>
                    <a:pt x="67" y="45"/>
                    <a:pt x="66" y="46"/>
                    <a:pt x="65" y="45"/>
                  </a:cubicBezTo>
                  <a:cubicBezTo>
                    <a:pt x="65" y="45"/>
                    <a:pt x="65" y="44"/>
                    <a:pt x="65" y="43"/>
                  </a:cubicBezTo>
                  <a:cubicBezTo>
                    <a:pt x="66" y="41"/>
                    <a:pt x="65" y="40"/>
                    <a:pt x="65" y="39"/>
                  </a:cubicBezTo>
                  <a:cubicBezTo>
                    <a:pt x="64" y="38"/>
                    <a:pt x="64" y="37"/>
                    <a:pt x="63" y="36"/>
                  </a:cubicBezTo>
                  <a:cubicBezTo>
                    <a:pt x="63" y="36"/>
                    <a:pt x="63" y="35"/>
                    <a:pt x="62" y="35"/>
                  </a:cubicBezTo>
                  <a:cubicBezTo>
                    <a:pt x="61" y="35"/>
                    <a:pt x="60" y="37"/>
                    <a:pt x="59" y="38"/>
                  </a:cubicBezTo>
                  <a:cubicBezTo>
                    <a:pt x="59" y="38"/>
                    <a:pt x="57" y="40"/>
                    <a:pt x="56" y="38"/>
                  </a:cubicBezTo>
                  <a:cubicBezTo>
                    <a:pt x="56" y="38"/>
                    <a:pt x="56" y="37"/>
                    <a:pt x="55" y="37"/>
                  </a:cubicBezTo>
                  <a:cubicBezTo>
                    <a:pt x="55" y="37"/>
                    <a:pt x="54" y="36"/>
                    <a:pt x="55" y="36"/>
                  </a:cubicBezTo>
                  <a:cubicBezTo>
                    <a:pt x="54" y="36"/>
                    <a:pt x="54" y="38"/>
                    <a:pt x="54" y="38"/>
                  </a:cubicBezTo>
                  <a:cubicBezTo>
                    <a:pt x="54" y="39"/>
                    <a:pt x="54" y="39"/>
                    <a:pt x="55" y="39"/>
                  </a:cubicBezTo>
                  <a:cubicBezTo>
                    <a:pt x="52" y="40"/>
                    <a:pt x="48" y="39"/>
                    <a:pt x="45" y="39"/>
                  </a:cubicBezTo>
                  <a:cubicBezTo>
                    <a:pt x="44" y="39"/>
                    <a:pt x="43" y="39"/>
                    <a:pt x="43" y="39"/>
                  </a:cubicBezTo>
                  <a:cubicBezTo>
                    <a:pt x="42" y="39"/>
                    <a:pt x="42" y="39"/>
                    <a:pt x="41" y="39"/>
                  </a:cubicBezTo>
                  <a:cubicBezTo>
                    <a:pt x="41" y="39"/>
                    <a:pt x="40" y="39"/>
                    <a:pt x="40" y="39"/>
                  </a:cubicBezTo>
                  <a:cubicBezTo>
                    <a:pt x="39" y="39"/>
                    <a:pt x="39" y="40"/>
                    <a:pt x="38" y="39"/>
                  </a:cubicBezTo>
                  <a:cubicBezTo>
                    <a:pt x="38" y="42"/>
                    <a:pt x="38" y="44"/>
                    <a:pt x="38" y="46"/>
                  </a:cubicBezTo>
                  <a:cubicBezTo>
                    <a:pt x="38" y="46"/>
                    <a:pt x="38" y="47"/>
                    <a:pt x="39" y="47"/>
                  </a:cubicBezTo>
                  <a:cubicBezTo>
                    <a:pt x="39" y="47"/>
                    <a:pt x="39" y="46"/>
                    <a:pt x="39" y="46"/>
                  </a:cubicBezTo>
                  <a:cubicBezTo>
                    <a:pt x="39" y="46"/>
                    <a:pt x="40" y="46"/>
                    <a:pt x="40" y="46"/>
                  </a:cubicBezTo>
                  <a:cubicBezTo>
                    <a:pt x="40" y="47"/>
                    <a:pt x="40" y="47"/>
                    <a:pt x="40" y="47"/>
                  </a:cubicBezTo>
                  <a:cubicBezTo>
                    <a:pt x="41" y="47"/>
                    <a:pt x="42" y="46"/>
                    <a:pt x="42" y="47"/>
                  </a:cubicBezTo>
                  <a:cubicBezTo>
                    <a:pt x="43" y="47"/>
                    <a:pt x="43" y="46"/>
                    <a:pt x="43" y="47"/>
                  </a:cubicBezTo>
                  <a:cubicBezTo>
                    <a:pt x="44" y="47"/>
                    <a:pt x="44" y="47"/>
                    <a:pt x="45" y="48"/>
                  </a:cubicBezTo>
                  <a:cubicBezTo>
                    <a:pt x="45" y="48"/>
                    <a:pt x="45" y="48"/>
                    <a:pt x="45" y="48"/>
                  </a:cubicBezTo>
                  <a:cubicBezTo>
                    <a:pt x="45" y="48"/>
                    <a:pt x="45" y="48"/>
                    <a:pt x="45" y="49"/>
                  </a:cubicBezTo>
                  <a:cubicBezTo>
                    <a:pt x="45" y="49"/>
                    <a:pt x="45" y="50"/>
                    <a:pt x="45" y="50"/>
                  </a:cubicBezTo>
                  <a:cubicBezTo>
                    <a:pt x="45" y="51"/>
                    <a:pt x="46" y="51"/>
                    <a:pt x="45" y="51"/>
                  </a:cubicBezTo>
                  <a:cubicBezTo>
                    <a:pt x="45" y="51"/>
                    <a:pt x="45" y="51"/>
                    <a:pt x="44" y="51"/>
                  </a:cubicBezTo>
                  <a:cubicBezTo>
                    <a:pt x="44" y="51"/>
                    <a:pt x="44" y="51"/>
                    <a:pt x="44" y="51"/>
                  </a:cubicBezTo>
                  <a:cubicBezTo>
                    <a:pt x="43" y="51"/>
                    <a:pt x="43" y="51"/>
                    <a:pt x="43" y="51"/>
                  </a:cubicBezTo>
                  <a:cubicBezTo>
                    <a:pt x="43" y="51"/>
                    <a:pt x="43" y="51"/>
                    <a:pt x="43" y="51"/>
                  </a:cubicBezTo>
                  <a:cubicBezTo>
                    <a:pt x="42" y="50"/>
                    <a:pt x="42" y="50"/>
                    <a:pt x="41" y="51"/>
                  </a:cubicBezTo>
                  <a:cubicBezTo>
                    <a:pt x="41" y="51"/>
                    <a:pt x="40" y="51"/>
                    <a:pt x="40" y="51"/>
                  </a:cubicBezTo>
                  <a:cubicBezTo>
                    <a:pt x="39" y="51"/>
                    <a:pt x="39" y="52"/>
                    <a:pt x="38" y="52"/>
                  </a:cubicBezTo>
                  <a:cubicBezTo>
                    <a:pt x="38" y="52"/>
                    <a:pt x="37" y="52"/>
                    <a:pt x="36" y="52"/>
                  </a:cubicBezTo>
                  <a:cubicBezTo>
                    <a:pt x="36" y="54"/>
                    <a:pt x="36" y="56"/>
                    <a:pt x="36" y="57"/>
                  </a:cubicBezTo>
                  <a:cubicBezTo>
                    <a:pt x="36" y="59"/>
                    <a:pt x="36" y="60"/>
                    <a:pt x="38" y="62"/>
                  </a:cubicBezTo>
                  <a:cubicBezTo>
                    <a:pt x="38" y="62"/>
                    <a:pt x="39" y="62"/>
                    <a:pt x="39" y="63"/>
                  </a:cubicBezTo>
                  <a:cubicBezTo>
                    <a:pt x="39" y="63"/>
                    <a:pt x="40" y="63"/>
                    <a:pt x="41" y="64"/>
                  </a:cubicBezTo>
                  <a:cubicBezTo>
                    <a:pt x="41" y="65"/>
                    <a:pt x="41" y="65"/>
                    <a:pt x="41" y="66"/>
                  </a:cubicBezTo>
                  <a:cubicBezTo>
                    <a:pt x="41" y="67"/>
                    <a:pt x="41" y="67"/>
                    <a:pt x="41" y="68"/>
                  </a:cubicBezTo>
                  <a:cubicBezTo>
                    <a:pt x="41" y="68"/>
                    <a:pt x="42" y="69"/>
                    <a:pt x="42" y="69"/>
                  </a:cubicBezTo>
                  <a:cubicBezTo>
                    <a:pt x="43" y="69"/>
                    <a:pt x="42" y="70"/>
                    <a:pt x="43" y="71"/>
                  </a:cubicBezTo>
                  <a:cubicBezTo>
                    <a:pt x="43" y="72"/>
                    <a:pt x="43" y="73"/>
                    <a:pt x="42" y="75"/>
                  </a:cubicBezTo>
                  <a:cubicBezTo>
                    <a:pt x="42" y="76"/>
                    <a:pt x="42" y="78"/>
                    <a:pt x="42" y="80"/>
                  </a:cubicBezTo>
                  <a:cubicBezTo>
                    <a:pt x="41" y="81"/>
                    <a:pt x="41" y="83"/>
                    <a:pt x="41" y="84"/>
                  </a:cubicBezTo>
                  <a:cubicBezTo>
                    <a:pt x="41" y="87"/>
                    <a:pt x="40" y="90"/>
                    <a:pt x="40" y="92"/>
                  </a:cubicBezTo>
                  <a:cubicBezTo>
                    <a:pt x="40" y="94"/>
                    <a:pt x="40" y="96"/>
                    <a:pt x="39" y="97"/>
                  </a:cubicBezTo>
                  <a:cubicBezTo>
                    <a:pt x="39" y="100"/>
                    <a:pt x="39" y="102"/>
                    <a:pt x="38" y="104"/>
                  </a:cubicBezTo>
                  <a:cubicBezTo>
                    <a:pt x="38" y="105"/>
                    <a:pt x="38" y="107"/>
                    <a:pt x="37" y="105"/>
                  </a:cubicBezTo>
                  <a:cubicBezTo>
                    <a:pt x="36" y="104"/>
                    <a:pt x="36" y="106"/>
                    <a:pt x="36" y="106"/>
                  </a:cubicBezTo>
                  <a:cubicBezTo>
                    <a:pt x="35" y="105"/>
                    <a:pt x="35" y="105"/>
                    <a:pt x="35" y="104"/>
                  </a:cubicBezTo>
                  <a:cubicBezTo>
                    <a:pt x="35" y="104"/>
                    <a:pt x="34" y="104"/>
                    <a:pt x="34" y="104"/>
                  </a:cubicBezTo>
                  <a:cubicBezTo>
                    <a:pt x="34" y="104"/>
                    <a:pt x="33" y="104"/>
                    <a:pt x="33" y="104"/>
                  </a:cubicBezTo>
                  <a:cubicBezTo>
                    <a:pt x="32" y="103"/>
                    <a:pt x="32" y="104"/>
                    <a:pt x="32" y="104"/>
                  </a:cubicBezTo>
                  <a:cubicBezTo>
                    <a:pt x="32" y="104"/>
                    <a:pt x="31" y="103"/>
                    <a:pt x="31" y="104"/>
                  </a:cubicBezTo>
                  <a:cubicBezTo>
                    <a:pt x="31" y="104"/>
                    <a:pt x="30" y="104"/>
                    <a:pt x="30" y="104"/>
                  </a:cubicBezTo>
                  <a:cubicBezTo>
                    <a:pt x="30" y="104"/>
                    <a:pt x="28" y="107"/>
                    <a:pt x="28" y="106"/>
                  </a:cubicBezTo>
                  <a:cubicBezTo>
                    <a:pt x="28" y="107"/>
                    <a:pt x="27" y="106"/>
                    <a:pt x="27" y="106"/>
                  </a:cubicBezTo>
                  <a:cubicBezTo>
                    <a:pt x="27" y="107"/>
                    <a:pt x="26" y="106"/>
                    <a:pt x="26" y="106"/>
                  </a:cubicBezTo>
                  <a:cubicBezTo>
                    <a:pt x="26" y="107"/>
                    <a:pt x="26" y="106"/>
                    <a:pt x="25" y="106"/>
                  </a:cubicBezTo>
                  <a:cubicBezTo>
                    <a:pt x="25" y="106"/>
                    <a:pt x="25" y="107"/>
                    <a:pt x="25" y="107"/>
                  </a:cubicBezTo>
                  <a:cubicBezTo>
                    <a:pt x="24" y="107"/>
                    <a:pt x="24" y="107"/>
                    <a:pt x="23" y="107"/>
                  </a:cubicBezTo>
                  <a:cubicBezTo>
                    <a:pt x="23" y="108"/>
                    <a:pt x="22" y="108"/>
                    <a:pt x="22" y="108"/>
                  </a:cubicBezTo>
                  <a:cubicBezTo>
                    <a:pt x="21" y="108"/>
                    <a:pt x="21" y="107"/>
                    <a:pt x="20" y="108"/>
                  </a:cubicBezTo>
                  <a:cubicBezTo>
                    <a:pt x="20" y="108"/>
                    <a:pt x="20" y="108"/>
                    <a:pt x="19" y="108"/>
                  </a:cubicBezTo>
                  <a:cubicBezTo>
                    <a:pt x="19" y="108"/>
                    <a:pt x="18" y="109"/>
                    <a:pt x="18" y="109"/>
                  </a:cubicBezTo>
                  <a:cubicBezTo>
                    <a:pt x="17" y="109"/>
                    <a:pt x="17" y="110"/>
                    <a:pt x="17" y="110"/>
                  </a:cubicBezTo>
                  <a:cubicBezTo>
                    <a:pt x="16" y="110"/>
                    <a:pt x="15" y="110"/>
                    <a:pt x="15" y="111"/>
                  </a:cubicBezTo>
                  <a:cubicBezTo>
                    <a:pt x="15" y="111"/>
                    <a:pt x="15" y="112"/>
                    <a:pt x="15" y="112"/>
                  </a:cubicBezTo>
                  <a:cubicBezTo>
                    <a:pt x="14" y="112"/>
                    <a:pt x="14" y="113"/>
                    <a:pt x="13" y="113"/>
                  </a:cubicBezTo>
                  <a:cubicBezTo>
                    <a:pt x="13" y="113"/>
                    <a:pt x="13" y="114"/>
                    <a:pt x="12" y="114"/>
                  </a:cubicBezTo>
                  <a:cubicBezTo>
                    <a:pt x="12" y="114"/>
                    <a:pt x="11" y="114"/>
                    <a:pt x="11" y="114"/>
                  </a:cubicBezTo>
                  <a:cubicBezTo>
                    <a:pt x="11" y="114"/>
                    <a:pt x="10" y="115"/>
                    <a:pt x="10" y="115"/>
                  </a:cubicBezTo>
                  <a:cubicBezTo>
                    <a:pt x="10" y="115"/>
                    <a:pt x="10" y="116"/>
                    <a:pt x="10" y="116"/>
                  </a:cubicBezTo>
                  <a:cubicBezTo>
                    <a:pt x="10" y="116"/>
                    <a:pt x="10" y="117"/>
                    <a:pt x="10" y="117"/>
                  </a:cubicBezTo>
                  <a:cubicBezTo>
                    <a:pt x="10" y="118"/>
                    <a:pt x="10" y="119"/>
                    <a:pt x="9" y="120"/>
                  </a:cubicBezTo>
                  <a:cubicBezTo>
                    <a:pt x="9" y="121"/>
                    <a:pt x="8" y="122"/>
                    <a:pt x="8" y="124"/>
                  </a:cubicBezTo>
                  <a:cubicBezTo>
                    <a:pt x="7" y="124"/>
                    <a:pt x="7" y="125"/>
                    <a:pt x="7" y="126"/>
                  </a:cubicBezTo>
                  <a:cubicBezTo>
                    <a:pt x="8" y="127"/>
                    <a:pt x="8" y="127"/>
                    <a:pt x="8" y="128"/>
                  </a:cubicBezTo>
                  <a:cubicBezTo>
                    <a:pt x="8" y="129"/>
                    <a:pt x="8" y="129"/>
                    <a:pt x="8" y="130"/>
                  </a:cubicBezTo>
                  <a:cubicBezTo>
                    <a:pt x="7" y="131"/>
                    <a:pt x="7" y="130"/>
                    <a:pt x="6" y="131"/>
                  </a:cubicBezTo>
                  <a:cubicBezTo>
                    <a:pt x="6" y="131"/>
                    <a:pt x="5" y="131"/>
                    <a:pt x="5" y="132"/>
                  </a:cubicBezTo>
                  <a:cubicBezTo>
                    <a:pt x="4" y="132"/>
                    <a:pt x="3" y="133"/>
                    <a:pt x="3" y="133"/>
                  </a:cubicBezTo>
                  <a:cubicBezTo>
                    <a:pt x="2" y="134"/>
                    <a:pt x="2" y="136"/>
                    <a:pt x="2" y="137"/>
                  </a:cubicBezTo>
                  <a:cubicBezTo>
                    <a:pt x="2" y="137"/>
                    <a:pt x="3" y="138"/>
                    <a:pt x="3" y="138"/>
                  </a:cubicBezTo>
                  <a:cubicBezTo>
                    <a:pt x="3" y="139"/>
                    <a:pt x="2" y="139"/>
                    <a:pt x="2" y="139"/>
                  </a:cubicBezTo>
                  <a:cubicBezTo>
                    <a:pt x="1" y="139"/>
                    <a:pt x="1" y="139"/>
                    <a:pt x="1" y="139"/>
                  </a:cubicBezTo>
                  <a:cubicBezTo>
                    <a:pt x="1" y="139"/>
                    <a:pt x="1" y="139"/>
                    <a:pt x="1" y="139"/>
                  </a:cubicBezTo>
                  <a:cubicBezTo>
                    <a:pt x="0" y="139"/>
                    <a:pt x="1" y="140"/>
                    <a:pt x="1" y="140"/>
                  </a:cubicBezTo>
                  <a:cubicBezTo>
                    <a:pt x="1" y="141"/>
                    <a:pt x="0" y="141"/>
                    <a:pt x="0" y="141"/>
                  </a:cubicBezTo>
                  <a:cubicBezTo>
                    <a:pt x="0" y="142"/>
                    <a:pt x="1" y="142"/>
                    <a:pt x="1" y="142"/>
                  </a:cubicBezTo>
                  <a:cubicBezTo>
                    <a:pt x="2" y="143"/>
                    <a:pt x="2" y="143"/>
                    <a:pt x="3" y="143"/>
                  </a:cubicBezTo>
                  <a:cubicBezTo>
                    <a:pt x="3" y="144"/>
                    <a:pt x="4" y="144"/>
                    <a:pt x="3" y="144"/>
                  </a:cubicBezTo>
                  <a:cubicBezTo>
                    <a:pt x="3" y="145"/>
                    <a:pt x="2" y="145"/>
                    <a:pt x="3" y="146"/>
                  </a:cubicBezTo>
                  <a:cubicBezTo>
                    <a:pt x="3" y="146"/>
                    <a:pt x="4" y="146"/>
                    <a:pt x="4" y="147"/>
                  </a:cubicBezTo>
                  <a:cubicBezTo>
                    <a:pt x="4" y="147"/>
                    <a:pt x="5" y="147"/>
                    <a:pt x="5" y="148"/>
                  </a:cubicBezTo>
                  <a:cubicBezTo>
                    <a:pt x="5" y="148"/>
                    <a:pt x="4" y="148"/>
                    <a:pt x="5" y="149"/>
                  </a:cubicBezTo>
                  <a:cubicBezTo>
                    <a:pt x="5" y="149"/>
                    <a:pt x="5" y="150"/>
                    <a:pt x="5" y="150"/>
                  </a:cubicBezTo>
                  <a:cubicBezTo>
                    <a:pt x="6" y="151"/>
                    <a:pt x="7" y="151"/>
                    <a:pt x="7" y="152"/>
                  </a:cubicBezTo>
                  <a:cubicBezTo>
                    <a:pt x="7" y="152"/>
                    <a:pt x="7" y="153"/>
                    <a:pt x="7" y="153"/>
                  </a:cubicBezTo>
                  <a:cubicBezTo>
                    <a:pt x="8" y="153"/>
                    <a:pt x="8" y="154"/>
                    <a:pt x="9" y="154"/>
                  </a:cubicBezTo>
                  <a:cubicBezTo>
                    <a:pt x="9" y="154"/>
                    <a:pt x="9" y="155"/>
                    <a:pt x="10" y="155"/>
                  </a:cubicBezTo>
                  <a:cubicBezTo>
                    <a:pt x="10" y="156"/>
                    <a:pt x="11" y="156"/>
                    <a:pt x="11" y="157"/>
                  </a:cubicBezTo>
                  <a:cubicBezTo>
                    <a:pt x="11" y="158"/>
                    <a:pt x="12" y="159"/>
                    <a:pt x="11" y="159"/>
                  </a:cubicBezTo>
                  <a:cubicBezTo>
                    <a:pt x="11" y="159"/>
                    <a:pt x="11" y="159"/>
                    <a:pt x="11" y="159"/>
                  </a:cubicBezTo>
                  <a:cubicBezTo>
                    <a:pt x="11" y="160"/>
                    <a:pt x="10" y="160"/>
                    <a:pt x="10" y="160"/>
                  </a:cubicBezTo>
                  <a:cubicBezTo>
                    <a:pt x="10" y="160"/>
                    <a:pt x="10" y="161"/>
                    <a:pt x="10" y="161"/>
                  </a:cubicBezTo>
                  <a:cubicBezTo>
                    <a:pt x="9" y="161"/>
                    <a:pt x="9" y="161"/>
                    <a:pt x="9" y="162"/>
                  </a:cubicBezTo>
                  <a:cubicBezTo>
                    <a:pt x="11" y="162"/>
                    <a:pt x="13" y="162"/>
                    <a:pt x="14" y="162"/>
                  </a:cubicBezTo>
                  <a:cubicBezTo>
                    <a:pt x="15" y="162"/>
                    <a:pt x="17" y="162"/>
                    <a:pt x="18" y="163"/>
                  </a:cubicBezTo>
                  <a:cubicBezTo>
                    <a:pt x="19" y="164"/>
                    <a:pt x="18" y="165"/>
                    <a:pt x="19" y="166"/>
                  </a:cubicBezTo>
                  <a:cubicBezTo>
                    <a:pt x="19" y="166"/>
                    <a:pt x="20" y="167"/>
                    <a:pt x="19" y="168"/>
                  </a:cubicBezTo>
                  <a:cubicBezTo>
                    <a:pt x="20" y="168"/>
                    <a:pt x="21" y="168"/>
                    <a:pt x="22" y="168"/>
                  </a:cubicBezTo>
                  <a:cubicBezTo>
                    <a:pt x="24" y="168"/>
                    <a:pt x="25" y="168"/>
                    <a:pt x="26" y="168"/>
                  </a:cubicBezTo>
                  <a:cubicBezTo>
                    <a:pt x="27" y="168"/>
                    <a:pt x="27" y="168"/>
                    <a:pt x="27" y="168"/>
                  </a:cubicBezTo>
                  <a:cubicBezTo>
                    <a:pt x="27" y="168"/>
                    <a:pt x="27" y="168"/>
                    <a:pt x="27" y="168"/>
                  </a:cubicBezTo>
                  <a:cubicBezTo>
                    <a:pt x="28" y="168"/>
                    <a:pt x="28" y="168"/>
                    <a:pt x="28" y="168"/>
                  </a:cubicBezTo>
                  <a:cubicBezTo>
                    <a:pt x="29" y="168"/>
                    <a:pt x="29" y="167"/>
                    <a:pt x="29" y="167"/>
                  </a:cubicBezTo>
                  <a:cubicBezTo>
                    <a:pt x="30" y="166"/>
                    <a:pt x="30" y="166"/>
                    <a:pt x="31" y="166"/>
                  </a:cubicBezTo>
                  <a:cubicBezTo>
                    <a:pt x="31" y="166"/>
                    <a:pt x="31" y="165"/>
                    <a:pt x="32" y="165"/>
                  </a:cubicBezTo>
                  <a:cubicBezTo>
                    <a:pt x="32" y="164"/>
                    <a:pt x="33" y="164"/>
                    <a:pt x="33" y="163"/>
                  </a:cubicBezTo>
                  <a:cubicBezTo>
                    <a:pt x="33" y="163"/>
                    <a:pt x="35" y="162"/>
                    <a:pt x="35" y="162"/>
                  </a:cubicBezTo>
                  <a:cubicBezTo>
                    <a:pt x="35" y="162"/>
                    <a:pt x="35" y="164"/>
                    <a:pt x="34" y="163"/>
                  </a:cubicBezTo>
                  <a:cubicBezTo>
                    <a:pt x="35" y="164"/>
                    <a:pt x="35" y="164"/>
                    <a:pt x="35" y="165"/>
                  </a:cubicBezTo>
                  <a:cubicBezTo>
                    <a:pt x="35" y="165"/>
                    <a:pt x="35" y="166"/>
                    <a:pt x="35" y="166"/>
                  </a:cubicBezTo>
                  <a:cubicBezTo>
                    <a:pt x="34" y="166"/>
                    <a:pt x="34" y="169"/>
                    <a:pt x="34" y="170"/>
                  </a:cubicBezTo>
                  <a:cubicBezTo>
                    <a:pt x="35" y="173"/>
                    <a:pt x="35" y="176"/>
                    <a:pt x="35" y="179"/>
                  </a:cubicBezTo>
                  <a:cubicBezTo>
                    <a:pt x="35" y="179"/>
                    <a:pt x="36" y="178"/>
                    <a:pt x="36" y="179"/>
                  </a:cubicBezTo>
                  <a:cubicBezTo>
                    <a:pt x="37" y="179"/>
                    <a:pt x="37" y="180"/>
                    <a:pt x="38" y="180"/>
                  </a:cubicBezTo>
                  <a:cubicBezTo>
                    <a:pt x="39" y="180"/>
                    <a:pt x="40" y="179"/>
                    <a:pt x="41" y="179"/>
                  </a:cubicBezTo>
                  <a:cubicBezTo>
                    <a:pt x="42" y="178"/>
                    <a:pt x="43" y="179"/>
                    <a:pt x="44" y="179"/>
                  </a:cubicBezTo>
                  <a:cubicBezTo>
                    <a:pt x="46" y="179"/>
                    <a:pt x="47" y="178"/>
                    <a:pt x="49" y="179"/>
                  </a:cubicBezTo>
                  <a:cubicBezTo>
                    <a:pt x="49" y="179"/>
                    <a:pt x="50" y="179"/>
                    <a:pt x="51" y="179"/>
                  </a:cubicBezTo>
                  <a:cubicBezTo>
                    <a:pt x="51" y="179"/>
                    <a:pt x="52" y="179"/>
                    <a:pt x="52" y="179"/>
                  </a:cubicBezTo>
                  <a:cubicBezTo>
                    <a:pt x="52" y="179"/>
                    <a:pt x="53" y="179"/>
                    <a:pt x="53" y="179"/>
                  </a:cubicBezTo>
                  <a:cubicBezTo>
                    <a:pt x="53" y="180"/>
                    <a:pt x="52" y="180"/>
                    <a:pt x="53" y="181"/>
                  </a:cubicBezTo>
                  <a:cubicBezTo>
                    <a:pt x="54" y="181"/>
                    <a:pt x="54" y="181"/>
                    <a:pt x="55" y="180"/>
                  </a:cubicBezTo>
                  <a:cubicBezTo>
                    <a:pt x="55" y="180"/>
                    <a:pt x="56" y="180"/>
                    <a:pt x="56" y="180"/>
                  </a:cubicBezTo>
                  <a:cubicBezTo>
                    <a:pt x="57" y="180"/>
                    <a:pt x="57" y="179"/>
                    <a:pt x="58" y="179"/>
                  </a:cubicBezTo>
                  <a:cubicBezTo>
                    <a:pt x="58" y="178"/>
                    <a:pt x="59" y="176"/>
                    <a:pt x="60" y="176"/>
                  </a:cubicBezTo>
                  <a:cubicBezTo>
                    <a:pt x="60" y="175"/>
                    <a:pt x="61" y="175"/>
                    <a:pt x="62" y="175"/>
                  </a:cubicBezTo>
                  <a:cubicBezTo>
                    <a:pt x="62" y="176"/>
                    <a:pt x="63" y="176"/>
                    <a:pt x="63" y="176"/>
                  </a:cubicBezTo>
                  <a:cubicBezTo>
                    <a:pt x="64" y="175"/>
                    <a:pt x="64" y="174"/>
                    <a:pt x="65" y="173"/>
                  </a:cubicBezTo>
                  <a:cubicBezTo>
                    <a:pt x="65" y="173"/>
                    <a:pt x="65" y="172"/>
                    <a:pt x="66" y="172"/>
                  </a:cubicBezTo>
                  <a:cubicBezTo>
                    <a:pt x="67" y="172"/>
                    <a:pt x="66" y="172"/>
                    <a:pt x="67" y="172"/>
                  </a:cubicBezTo>
                  <a:cubicBezTo>
                    <a:pt x="68" y="172"/>
                    <a:pt x="68" y="172"/>
                    <a:pt x="68" y="171"/>
                  </a:cubicBezTo>
                  <a:cubicBezTo>
                    <a:pt x="69" y="171"/>
                    <a:pt x="69" y="171"/>
                    <a:pt x="70" y="170"/>
                  </a:cubicBezTo>
                  <a:cubicBezTo>
                    <a:pt x="70" y="170"/>
                    <a:pt x="70" y="169"/>
                    <a:pt x="71" y="169"/>
                  </a:cubicBezTo>
                  <a:cubicBezTo>
                    <a:pt x="71" y="168"/>
                    <a:pt x="72" y="168"/>
                    <a:pt x="73" y="167"/>
                  </a:cubicBezTo>
                  <a:cubicBezTo>
                    <a:pt x="73" y="167"/>
                    <a:pt x="74" y="167"/>
                    <a:pt x="74" y="167"/>
                  </a:cubicBezTo>
                  <a:cubicBezTo>
                    <a:pt x="75" y="167"/>
                    <a:pt x="75" y="167"/>
                    <a:pt x="76" y="166"/>
                  </a:cubicBezTo>
                  <a:cubicBezTo>
                    <a:pt x="76" y="166"/>
                    <a:pt x="77" y="166"/>
                    <a:pt x="78" y="166"/>
                  </a:cubicBezTo>
                  <a:cubicBezTo>
                    <a:pt x="78" y="166"/>
                    <a:pt x="78" y="166"/>
                    <a:pt x="78" y="166"/>
                  </a:cubicBezTo>
                  <a:cubicBezTo>
                    <a:pt x="79" y="166"/>
                    <a:pt x="78" y="166"/>
                    <a:pt x="79" y="166"/>
                  </a:cubicBezTo>
                  <a:cubicBezTo>
                    <a:pt x="79" y="166"/>
                    <a:pt x="80" y="166"/>
                    <a:pt x="80" y="166"/>
                  </a:cubicBezTo>
                  <a:cubicBezTo>
                    <a:pt x="80" y="166"/>
                    <a:pt x="81" y="166"/>
                    <a:pt x="81" y="166"/>
                  </a:cubicBezTo>
                  <a:cubicBezTo>
                    <a:pt x="81" y="166"/>
                    <a:pt x="81" y="165"/>
                    <a:pt x="81" y="165"/>
                  </a:cubicBezTo>
                  <a:cubicBezTo>
                    <a:pt x="81" y="166"/>
                    <a:pt x="82" y="165"/>
                    <a:pt x="82" y="165"/>
                  </a:cubicBezTo>
                  <a:cubicBezTo>
                    <a:pt x="82" y="166"/>
                    <a:pt x="82" y="166"/>
                    <a:pt x="82" y="166"/>
                  </a:cubicBezTo>
                  <a:cubicBezTo>
                    <a:pt x="82" y="166"/>
                    <a:pt x="82" y="166"/>
                    <a:pt x="83" y="166"/>
                  </a:cubicBezTo>
                  <a:cubicBezTo>
                    <a:pt x="83" y="167"/>
                    <a:pt x="84" y="166"/>
                    <a:pt x="84" y="165"/>
                  </a:cubicBezTo>
                  <a:cubicBezTo>
                    <a:pt x="85" y="164"/>
                    <a:pt x="85" y="165"/>
                    <a:pt x="85" y="166"/>
                  </a:cubicBezTo>
                  <a:cubicBezTo>
                    <a:pt x="86" y="167"/>
                    <a:pt x="85" y="167"/>
                    <a:pt x="85" y="168"/>
                  </a:cubicBezTo>
                  <a:cubicBezTo>
                    <a:pt x="86" y="169"/>
                    <a:pt x="86" y="170"/>
                    <a:pt x="86" y="171"/>
                  </a:cubicBezTo>
                  <a:cubicBezTo>
                    <a:pt x="86" y="172"/>
                    <a:pt x="85" y="172"/>
                    <a:pt x="85" y="172"/>
                  </a:cubicBezTo>
                  <a:cubicBezTo>
                    <a:pt x="85" y="173"/>
                    <a:pt x="85" y="173"/>
                    <a:pt x="85" y="173"/>
                  </a:cubicBezTo>
                  <a:cubicBezTo>
                    <a:pt x="85" y="173"/>
                    <a:pt x="85" y="175"/>
                    <a:pt x="85" y="175"/>
                  </a:cubicBezTo>
                  <a:cubicBezTo>
                    <a:pt x="85" y="175"/>
                    <a:pt x="86" y="175"/>
                    <a:pt x="86" y="176"/>
                  </a:cubicBezTo>
                  <a:cubicBezTo>
                    <a:pt x="85" y="176"/>
                    <a:pt x="85" y="177"/>
                    <a:pt x="85" y="177"/>
                  </a:cubicBezTo>
                  <a:cubicBezTo>
                    <a:pt x="85" y="177"/>
                    <a:pt x="86" y="177"/>
                    <a:pt x="86" y="177"/>
                  </a:cubicBezTo>
                  <a:cubicBezTo>
                    <a:pt x="86" y="178"/>
                    <a:pt x="86" y="178"/>
                    <a:pt x="86" y="179"/>
                  </a:cubicBezTo>
                  <a:cubicBezTo>
                    <a:pt x="86" y="179"/>
                    <a:pt x="86" y="180"/>
                    <a:pt x="86" y="180"/>
                  </a:cubicBezTo>
                  <a:cubicBezTo>
                    <a:pt x="86" y="181"/>
                    <a:pt x="86" y="181"/>
                    <a:pt x="86" y="181"/>
                  </a:cubicBezTo>
                  <a:cubicBezTo>
                    <a:pt x="86" y="182"/>
                    <a:pt x="86" y="182"/>
                    <a:pt x="86" y="182"/>
                  </a:cubicBezTo>
                  <a:cubicBezTo>
                    <a:pt x="87" y="183"/>
                    <a:pt x="86" y="183"/>
                    <a:pt x="86" y="184"/>
                  </a:cubicBezTo>
                  <a:cubicBezTo>
                    <a:pt x="87" y="185"/>
                    <a:pt x="87" y="185"/>
                    <a:pt x="88" y="185"/>
                  </a:cubicBezTo>
                  <a:cubicBezTo>
                    <a:pt x="88" y="186"/>
                    <a:pt x="88" y="186"/>
                    <a:pt x="88" y="186"/>
                  </a:cubicBezTo>
                  <a:cubicBezTo>
                    <a:pt x="88" y="187"/>
                    <a:pt x="88" y="187"/>
                    <a:pt x="88" y="188"/>
                  </a:cubicBezTo>
                  <a:cubicBezTo>
                    <a:pt x="89" y="188"/>
                    <a:pt x="89" y="187"/>
                    <a:pt x="89" y="187"/>
                  </a:cubicBezTo>
                  <a:cubicBezTo>
                    <a:pt x="89" y="187"/>
                    <a:pt x="89" y="188"/>
                    <a:pt x="89" y="188"/>
                  </a:cubicBezTo>
                  <a:cubicBezTo>
                    <a:pt x="90" y="188"/>
                    <a:pt x="90" y="189"/>
                    <a:pt x="90" y="189"/>
                  </a:cubicBezTo>
                  <a:cubicBezTo>
                    <a:pt x="90" y="190"/>
                    <a:pt x="90" y="190"/>
                    <a:pt x="90" y="190"/>
                  </a:cubicBezTo>
                  <a:cubicBezTo>
                    <a:pt x="90" y="191"/>
                    <a:pt x="91" y="190"/>
                    <a:pt x="92" y="191"/>
                  </a:cubicBezTo>
                  <a:cubicBezTo>
                    <a:pt x="92" y="191"/>
                    <a:pt x="93" y="192"/>
                    <a:pt x="93" y="192"/>
                  </a:cubicBezTo>
                  <a:cubicBezTo>
                    <a:pt x="93" y="191"/>
                    <a:pt x="93" y="192"/>
                    <a:pt x="93" y="191"/>
                  </a:cubicBezTo>
                  <a:cubicBezTo>
                    <a:pt x="93" y="192"/>
                    <a:pt x="94" y="193"/>
                    <a:pt x="95" y="193"/>
                  </a:cubicBezTo>
                  <a:cubicBezTo>
                    <a:pt x="96" y="193"/>
                    <a:pt x="95" y="194"/>
                    <a:pt x="95" y="194"/>
                  </a:cubicBezTo>
                  <a:cubicBezTo>
                    <a:pt x="96" y="195"/>
                    <a:pt x="97" y="195"/>
                    <a:pt x="97" y="195"/>
                  </a:cubicBezTo>
                  <a:cubicBezTo>
                    <a:pt x="97" y="196"/>
                    <a:pt x="98" y="195"/>
                    <a:pt x="98" y="195"/>
                  </a:cubicBezTo>
                  <a:cubicBezTo>
                    <a:pt x="98" y="195"/>
                    <a:pt x="99" y="196"/>
                    <a:pt x="99" y="196"/>
                  </a:cubicBezTo>
                  <a:cubicBezTo>
                    <a:pt x="99" y="195"/>
                    <a:pt x="100" y="196"/>
                    <a:pt x="100" y="196"/>
                  </a:cubicBezTo>
                  <a:cubicBezTo>
                    <a:pt x="101" y="196"/>
                    <a:pt x="101" y="196"/>
                    <a:pt x="102" y="195"/>
                  </a:cubicBezTo>
                  <a:cubicBezTo>
                    <a:pt x="102" y="195"/>
                    <a:pt x="103" y="195"/>
                    <a:pt x="104" y="196"/>
                  </a:cubicBezTo>
                  <a:cubicBezTo>
                    <a:pt x="104" y="196"/>
                    <a:pt x="105" y="196"/>
                    <a:pt x="105" y="197"/>
                  </a:cubicBezTo>
                  <a:cubicBezTo>
                    <a:pt x="106" y="197"/>
                    <a:pt x="106" y="198"/>
                    <a:pt x="107" y="198"/>
                  </a:cubicBezTo>
                  <a:cubicBezTo>
                    <a:pt x="108" y="198"/>
                    <a:pt x="108" y="197"/>
                    <a:pt x="109" y="197"/>
                  </a:cubicBezTo>
                  <a:cubicBezTo>
                    <a:pt x="109" y="197"/>
                    <a:pt x="109" y="198"/>
                    <a:pt x="110" y="198"/>
                  </a:cubicBezTo>
                  <a:cubicBezTo>
                    <a:pt x="110" y="199"/>
                    <a:pt x="110" y="199"/>
                    <a:pt x="110" y="199"/>
                  </a:cubicBezTo>
                  <a:cubicBezTo>
                    <a:pt x="110" y="200"/>
                    <a:pt x="110" y="199"/>
                    <a:pt x="111" y="200"/>
                  </a:cubicBezTo>
                  <a:cubicBezTo>
                    <a:pt x="111" y="200"/>
                    <a:pt x="112" y="201"/>
                    <a:pt x="112" y="201"/>
                  </a:cubicBezTo>
                  <a:cubicBezTo>
                    <a:pt x="112" y="201"/>
                    <a:pt x="113" y="201"/>
                    <a:pt x="113" y="201"/>
                  </a:cubicBezTo>
                  <a:cubicBezTo>
                    <a:pt x="114" y="201"/>
                    <a:pt x="114" y="202"/>
                    <a:pt x="114" y="202"/>
                  </a:cubicBezTo>
                  <a:cubicBezTo>
                    <a:pt x="115" y="202"/>
                    <a:pt x="115" y="202"/>
                    <a:pt x="116" y="202"/>
                  </a:cubicBezTo>
                  <a:cubicBezTo>
                    <a:pt x="116" y="203"/>
                    <a:pt x="117" y="203"/>
                    <a:pt x="118" y="202"/>
                  </a:cubicBezTo>
                  <a:cubicBezTo>
                    <a:pt x="119" y="202"/>
                    <a:pt x="119" y="203"/>
                    <a:pt x="119" y="204"/>
                  </a:cubicBezTo>
                  <a:cubicBezTo>
                    <a:pt x="119" y="204"/>
                    <a:pt x="120" y="205"/>
                    <a:pt x="120" y="205"/>
                  </a:cubicBezTo>
                  <a:cubicBezTo>
                    <a:pt x="121" y="206"/>
                    <a:pt x="121" y="206"/>
                    <a:pt x="122" y="207"/>
                  </a:cubicBezTo>
                  <a:cubicBezTo>
                    <a:pt x="122" y="207"/>
                    <a:pt x="123" y="207"/>
                    <a:pt x="123" y="207"/>
                  </a:cubicBezTo>
                  <a:cubicBezTo>
                    <a:pt x="124" y="206"/>
                    <a:pt x="124" y="207"/>
                    <a:pt x="125" y="207"/>
                  </a:cubicBezTo>
                  <a:cubicBezTo>
                    <a:pt x="126" y="207"/>
                    <a:pt x="126" y="207"/>
                    <a:pt x="127" y="207"/>
                  </a:cubicBezTo>
                  <a:cubicBezTo>
                    <a:pt x="127" y="207"/>
                    <a:pt x="128" y="207"/>
                    <a:pt x="128" y="207"/>
                  </a:cubicBezTo>
                  <a:cubicBezTo>
                    <a:pt x="129" y="207"/>
                    <a:pt x="129" y="206"/>
                    <a:pt x="129" y="206"/>
                  </a:cubicBezTo>
                  <a:cubicBezTo>
                    <a:pt x="129" y="206"/>
                    <a:pt x="129" y="207"/>
                    <a:pt x="129" y="207"/>
                  </a:cubicBezTo>
                  <a:cubicBezTo>
                    <a:pt x="130" y="207"/>
                    <a:pt x="131" y="208"/>
                    <a:pt x="131" y="208"/>
                  </a:cubicBezTo>
                  <a:cubicBezTo>
                    <a:pt x="132" y="209"/>
                    <a:pt x="133" y="209"/>
                    <a:pt x="134" y="209"/>
                  </a:cubicBezTo>
                  <a:cubicBezTo>
                    <a:pt x="134" y="210"/>
                    <a:pt x="135" y="210"/>
                    <a:pt x="135" y="210"/>
                  </a:cubicBezTo>
                  <a:cubicBezTo>
                    <a:pt x="135" y="211"/>
                    <a:pt x="136" y="212"/>
                    <a:pt x="136" y="212"/>
                  </a:cubicBezTo>
                  <a:cubicBezTo>
                    <a:pt x="136" y="213"/>
                    <a:pt x="135" y="213"/>
                    <a:pt x="135" y="214"/>
                  </a:cubicBezTo>
                  <a:cubicBezTo>
                    <a:pt x="136" y="215"/>
                    <a:pt x="136" y="216"/>
                    <a:pt x="136" y="217"/>
                  </a:cubicBezTo>
                  <a:cubicBezTo>
                    <a:pt x="137" y="217"/>
                    <a:pt x="137" y="218"/>
                    <a:pt x="137" y="219"/>
                  </a:cubicBezTo>
                  <a:cubicBezTo>
                    <a:pt x="138" y="220"/>
                    <a:pt x="138" y="220"/>
                    <a:pt x="138" y="221"/>
                  </a:cubicBezTo>
                  <a:cubicBezTo>
                    <a:pt x="138" y="222"/>
                    <a:pt x="138" y="223"/>
                    <a:pt x="138" y="224"/>
                  </a:cubicBezTo>
                  <a:cubicBezTo>
                    <a:pt x="138" y="225"/>
                    <a:pt x="136" y="224"/>
                    <a:pt x="135" y="224"/>
                  </a:cubicBezTo>
                  <a:cubicBezTo>
                    <a:pt x="136" y="225"/>
                    <a:pt x="137" y="226"/>
                    <a:pt x="138" y="227"/>
                  </a:cubicBezTo>
                  <a:cubicBezTo>
                    <a:pt x="139" y="228"/>
                    <a:pt x="139" y="229"/>
                    <a:pt x="139" y="230"/>
                  </a:cubicBezTo>
                  <a:cubicBezTo>
                    <a:pt x="140" y="231"/>
                    <a:pt x="140" y="233"/>
                    <a:pt x="140" y="234"/>
                  </a:cubicBezTo>
                  <a:cubicBezTo>
                    <a:pt x="140" y="235"/>
                    <a:pt x="140" y="237"/>
                    <a:pt x="141" y="237"/>
                  </a:cubicBezTo>
                  <a:cubicBezTo>
                    <a:pt x="144" y="237"/>
                    <a:pt x="146" y="237"/>
                    <a:pt x="149" y="237"/>
                  </a:cubicBezTo>
                  <a:cubicBezTo>
                    <a:pt x="151" y="237"/>
                    <a:pt x="152" y="237"/>
                    <a:pt x="153" y="238"/>
                  </a:cubicBezTo>
                  <a:cubicBezTo>
                    <a:pt x="154" y="238"/>
                    <a:pt x="156" y="238"/>
                    <a:pt x="157" y="238"/>
                  </a:cubicBezTo>
                  <a:cubicBezTo>
                    <a:pt x="158" y="237"/>
                    <a:pt x="158" y="237"/>
                    <a:pt x="158" y="238"/>
                  </a:cubicBezTo>
                  <a:cubicBezTo>
                    <a:pt x="158" y="239"/>
                    <a:pt x="158" y="239"/>
                    <a:pt x="158" y="240"/>
                  </a:cubicBezTo>
                  <a:cubicBezTo>
                    <a:pt x="158" y="240"/>
                    <a:pt x="157" y="241"/>
                    <a:pt x="157" y="241"/>
                  </a:cubicBezTo>
                  <a:cubicBezTo>
                    <a:pt x="157" y="242"/>
                    <a:pt x="157" y="242"/>
                    <a:pt x="157" y="243"/>
                  </a:cubicBezTo>
                  <a:cubicBezTo>
                    <a:pt x="157" y="244"/>
                    <a:pt x="158" y="246"/>
                    <a:pt x="158" y="247"/>
                  </a:cubicBezTo>
                  <a:cubicBezTo>
                    <a:pt x="158" y="248"/>
                    <a:pt x="159" y="248"/>
                    <a:pt x="160" y="249"/>
                  </a:cubicBezTo>
                  <a:cubicBezTo>
                    <a:pt x="161" y="249"/>
                    <a:pt x="161" y="249"/>
                    <a:pt x="161" y="250"/>
                  </a:cubicBezTo>
                  <a:cubicBezTo>
                    <a:pt x="161" y="250"/>
                    <a:pt x="162" y="250"/>
                    <a:pt x="162" y="250"/>
                  </a:cubicBezTo>
                  <a:cubicBezTo>
                    <a:pt x="163" y="251"/>
                    <a:pt x="163" y="250"/>
                    <a:pt x="164" y="251"/>
                  </a:cubicBezTo>
                  <a:cubicBezTo>
                    <a:pt x="164" y="251"/>
                    <a:pt x="165" y="251"/>
                    <a:pt x="165" y="251"/>
                  </a:cubicBezTo>
                  <a:cubicBezTo>
                    <a:pt x="165" y="252"/>
                    <a:pt x="165" y="252"/>
                    <a:pt x="165" y="253"/>
                  </a:cubicBezTo>
                  <a:cubicBezTo>
                    <a:pt x="165" y="253"/>
                    <a:pt x="165" y="253"/>
                    <a:pt x="166" y="254"/>
                  </a:cubicBezTo>
                  <a:cubicBezTo>
                    <a:pt x="166" y="254"/>
                    <a:pt x="165" y="254"/>
                    <a:pt x="166" y="255"/>
                  </a:cubicBezTo>
                  <a:cubicBezTo>
                    <a:pt x="166" y="255"/>
                    <a:pt x="166" y="256"/>
                    <a:pt x="167" y="256"/>
                  </a:cubicBezTo>
                  <a:cubicBezTo>
                    <a:pt x="167" y="257"/>
                    <a:pt x="167" y="258"/>
                    <a:pt x="168" y="258"/>
                  </a:cubicBezTo>
                  <a:cubicBezTo>
                    <a:pt x="169" y="259"/>
                    <a:pt x="168" y="259"/>
                    <a:pt x="167" y="259"/>
                  </a:cubicBezTo>
                  <a:cubicBezTo>
                    <a:pt x="167" y="259"/>
                    <a:pt x="167" y="261"/>
                    <a:pt x="167" y="261"/>
                  </a:cubicBezTo>
                  <a:cubicBezTo>
                    <a:pt x="167" y="262"/>
                    <a:pt x="167" y="263"/>
                    <a:pt x="166" y="264"/>
                  </a:cubicBezTo>
                  <a:cubicBezTo>
                    <a:pt x="166" y="264"/>
                    <a:pt x="166" y="265"/>
                    <a:pt x="166" y="266"/>
                  </a:cubicBezTo>
                  <a:cubicBezTo>
                    <a:pt x="166" y="266"/>
                    <a:pt x="167" y="266"/>
                    <a:pt x="167" y="267"/>
                  </a:cubicBezTo>
                  <a:cubicBezTo>
                    <a:pt x="167" y="267"/>
                    <a:pt x="166" y="267"/>
                    <a:pt x="166" y="268"/>
                  </a:cubicBezTo>
                  <a:cubicBezTo>
                    <a:pt x="166" y="268"/>
                    <a:pt x="166" y="268"/>
                    <a:pt x="166" y="269"/>
                  </a:cubicBezTo>
                  <a:cubicBezTo>
                    <a:pt x="166" y="270"/>
                    <a:pt x="165" y="271"/>
                    <a:pt x="165" y="271"/>
                  </a:cubicBezTo>
                  <a:cubicBezTo>
                    <a:pt x="165" y="272"/>
                    <a:pt x="163" y="275"/>
                    <a:pt x="164" y="276"/>
                  </a:cubicBezTo>
                  <a:cubicBezTo>
                    <a:pt x="165" y="276"/>
                    <a:pt x="165" y="277"/>
                    <a:pt x="166" y="277"/>
                  </a:cubicBezTo>
                  <a:cubicBezTo>
                    <a:pt x="167" y="278"/>
                    <a:pt x="166" y="278"/>
                    <a:pt x="165" y="279"/>
                  </a:cubicBezTo>
                  <a:cubicBezTo>
                    <a:pt x="165" y="279"/>
                    <a:pt x="165" y="279"/>
                    <a:pt x="164" y="280"/>
                  </a:cubicBezTo>
                  <a:cubicBezTo>
                    <a:pt x="164" y="280"/>
                    <a:pt x="164" y="280"/>
                    <a:pt x="164" y="280"/>
                  </a:cubicBezTo>
                  <a:cubicBezTo>
                    <a:pt x="164" y="281"/>
                    <a:pt x="164" y="281"/>
                    <a:pt x="164" y="281"/>
                  </a:cubicBezTo>
                  <a:cubicBezTo>
                    <a:pt x="164" y="281"/>
                    <a:pt x="164" y="281"/>
                    <a:pt x="164" y="281"/>
                  </a:cubicBezTo>
                  <a:cubicBezTo>
                    <a:pt x="165" y="282"/>
                    <a:pt x="165" y="282"/>
                    <a:pt x="165" y="283"/>
                  </a:cubicBezTo>
                  <a:cubicBezTo>
                    <a:pt x="166" y="283"/>
                    <a:pt x="166" y="284"/>
                    <a:pt x="166" y="284"/>
                  </a:cubicBezTo>
                  <a:cubicBezTo>
                    <a:pt x="166" y="285"/>
                    <a:pt x="166" y="286"/>
                    <a:pt x="166" y="286"/>
                  </a:cubicBezTo>
                  <a:cubicBezTo>
                    <a:pt x="166" y="285"/>
                    <a:pt x="167" y="286"/>
                    <a:pt x="167" y="286"/>
                  </a:cubicBezTo>
                  <a:cubicBezTo>
                    <a:pt x="167" y="286"/>
                    <a:pt x="166" y="287"/>
                    <a:pt x="167" y="287"/>
                  </a:cubicBezTo>
                  <a:cubicBezTo>
                    <a:pt x="167" y="287"/>
                    <a:pt x="167" y="287"/>
                    <a:pt x="167" y="287"/>
                  </a:cubicBezTo>
                  <a:cubicBezTo>
                    <a:pt x="168" y="288"/>
                    <a:pt x="167" y="288"/>
                    <a:pt x="167" y="288"/>
                  </a:cubicBezTo>
                  <a:cubicBezTo>
                    <a:pt x="167" y="288"/>
                    <a:pt x="168" y="288"/>
                    <a:pt x="168" y="289"/>
                  </a:cubicBezTo>
                  <a:cubicBezTo>
                    <a:pt x="168" y="289"/>
                    <a:pt x="168" y="289"/>
                    <a:pt x="168" y="289"/>
                  </a:cubicBezTo>
                  <a:cubicBezTo>
                    <a:pt x="167" y="290"/>
                    <a:pt x="168" y="291"/>
                    <a:pt x="168" y="291"/>
                  </a:cubicBezTo>
                  <a:cubicBezTo>
                    <a:pt x="168" y="292"/>
                    <a:pt x="167" y="292"/>
                    <a:pt x="167" y="292"/>
                  </a:cubicBezTo>
                  <a:cubicBezTo>
                    <a:pt x="168" y="293"/>
                    <a:pt x="168" y="293"/>
                    <a:pt x="168" y="293"/>
                  </a:cubicBezTo>
                  <a:cubicBezTo>
                    <a:pt x="168" y="293"/>
                    <a:pt x="167" y="294"/>
                    <a:pt x="167" y="294"/>
                  </a:cubicBezTo>
                  <a:cubicBezTo>
                    <a:pt x="167" y="295"/>
                    <a:pt x="168" y="295"/>
                    <a:pt x="168" y="295"/>
                  </a:cubicBezTo>
                  <a:cubicBezTo>
                    <a:pt x="168" y="296"/>
                    <a:pt x="167" y="295"/>
                    <a:pt x="168" y="296"/>
                  </a:cubicBezTo>
                  <a:cubicBezTo>
                    <a:pt x="168" y="296"/>
                    <a:pt x="168" y="296"/>
                    <a:pt x="168" y="297"/>
                  </a:cubicBezTo>
                  <a:cubicBezTo>
                    <a:pt x="168" y="297"/>
                    <a:pt x="168" y="297"/>
                    <a:pt x="168" y="298"/>
                  </a:cubicBezTo>
                  <a:cubicBezTo>
                    <a:pt x="168" y="298"/>
                    <a:pt x="168" y="299"/>
                    <a:pt x="168" y="299"/>
                  </a:cubicBezTo>
                  <a:cubicBezTo>
                    <a:pt x="168" y="300"/>
                    <a:pt x="168" y="300"/>
                    <a:pt x="168" y="301"/>
                  </a:cubicBezTo>
                  <a:cubicBezTo>
                    <a:pt x="168" y="301"/>
                    <a:pt x="168" y="301"/>
                    <a:pt x="168" y="301"/>
                  </a:cubicBezTo>
                  <a:cubicBezTo>
                    <a:pt x="169" y="302"/>
                    <a:pt x="169" y="301"/>
                    <a:pt x="170" y="301"/>
                  </a:cubicBezTo>
                  <a:cubicBezTo>
                    <a:pt x="170" y="301"/>
                    <a:pt x="171" y="301"/>
                    <a:pt x="171" y="302"/>
                  </a:cubicBezTo>
                  <a:cubicBezTo>
                    <a:pt x="171" y="302"/>
                    <a:pt x="172" y="302"/>
                    <a:pt x="172" y="302"/>
                  </a:cubicBezTo>
                  <a:cubicBezTo>
                    <a:pt x="173" y="302"/>
                    <a:pt x="173" y="302"/>
                    <a:pt x="174" y="302"/>
                  </a:cubicBezTo>
                  <a:cubicBezTo>
                    <a:pt x="174" y="302"/>
                    <a:pt x="175" y="302"/>
                    <a:pt x="176" y="302"/>
                  </a:cubicBezTo>
                  <a:cubicBezTo>
                    <a:pt x="176" y="302"/>
                    <a:pt x="176" y="302"/>
                    <a:pt x="176" y="303"/>
                  </a:cubicBezTo>
                  <a:cubicBezTo>
                    <a:pt x="176" y="303"/>
                    <a:pt x="177" y="303"/>
                    <a:pt x="177" y="303"/>
                  </a:cubicBezTo>
                  <a:cubicBezTo>
                    <a:pt x="177" y="303"/>
                    <a:pt x="177" y="303"/>
                    <a:pt x="178" y="303"/>
                  </a:cubicBezTo>
                  <a:cubicBezTo>
                    <a:pt x="178" y="303"/>
                    <a:pt x="178" y="303"/>
                    <a:pt x="178" y="303"/>
                  </a:cubicBezTo>
                  <a:cubicBezTo>
                    <a:pt x="179" y="303"/>
                    <a:pt x="179" y="304"/>
                    <a:pt x="179" y="303"/>
                  </a:cubicBezTo>
                  <a:cubicBezTo>
                    <a:pt x="179" y="303"/>
                    <a:pt x="179" y="303"/>
                    <a:pt x="180" y="303"/>
                  </a:cubicBezTo>
                  <a:cubicBezTo>
                    <a:pt x="180" y="303"/>
                    <a:pt x="180" y="302"/>
                    <a:pt x="180" y="302"/>
                  </a:cubicBezTo>
                  <a:cubicBezTo>
                    <a:pt x="180" y="302"/>
                    <a:pt x="180" y="303"/>
                    <a:pt x="181" y="303"/>
                  </a:cubicBezTo>
                  <a:cubicBezTo>
                    <a:pt x="181" y="302"/>
                    <a:pt x="182" y="300"/>
                    <a:pt x="183" y="301"/>
                  </a:cubicBezTo>
                  <a:cubicBezTo>
                    <a:pt x="184" y="302"/>
                    <a:pt x="184" y="303"/>
                    <a:pt x="186" y="303"/>
                  </a:cubicBezTo>
                  <a:cubicBezTo>
                    <a:pt x="187" y="303"/>
                    <a:pt x="188" y="303"/>
                    <a:pt x="189" y="304"/>
                  </a:cubicBezTo>
                  <a:cubicBezTo>
                    <a:pt x="189" y="304"/>
                    <a:pt x="189" y="304"/>
                    <a:pt x="189" y="305"/>
                  </a:cubicBezTo>
                  <a:cubicBezTo>
                    <a:pt x="189" y="306"/>
                    <a:pt x="190" y="306"/>
                    <a:pt x="190" y="307"/>
                  </a:cubicBezTo>
                  <a:cubicBezTo>
                    <a:pt x="191" y="307"/>
                    <a:pt x="191" y="308"/>
                    <a:pt x="191" y="308"/>
                  </a:cubicBezTo>
                  <a:cubicBezTo>
                    <a:pt x="191" y="309"/>
                    <a:pt x="191" y="309"/>
                    <a:pt x="191" y="310"/>
                  </a:cubicBezTo>
                  <a:cubicBezTo>
                    <a:pt x="191" y="310"/>
                    <a:pt x="191" y="311"/>
                    <a:pt x="191" y="311"/>
                  </a:cubicBezTo>
                  <a:cubicBezTo>
                    <a:pt x="192" y="312"/>
                    <a:pt x="191" y="312"/>
                    <a:pt x="192" y="312"/>
                  </a:cubicBezTo>
                  <a:cubicBezTo>
                    <a:pt x="192" y="313"/>
                    <a:pt x="192" y="313"/>
                    <a:pt x="192" y="314"/>
                  </a:cubicBezTo>
                  <a:cubicBezTo>
                    <a:pt x="192" y="315"/>
                    <a:pt x="193" y="315"/>
                    <a:pt x="193" y="315"/>
                  </a:cubicBezTo>
                  <a:cubicBezTo>
                    <a:pt x="193" y="316"/>
                    <a:pt x="193" y="317"/>
                    <a:pt x="193" y="317"/>
                  </a:cubicBezTo>
                  <a:cubicBezTo>
                    <a:pt x="193" y="318"/>
                    <a:pt x="194" y="319"/>
                    <a:pt x="194" y="319"/>
                  </a:cubicBezTo>
                  <a:cubicBezTo>
                    <a:pt x="194" y="320"/>
                    <a:pt x="194" y="321"/>
                    <a:pt x="194" y="322"/>
                  </a:cubicBezTo>
                  <a:cubicBezTo>
                    <a:pt x="195" y="322"/>
                    <a:pt x="195" y="322"/>
                    <a:pt x="196" y="322"/>
                  </a:cubicBezTo>
                  <a:cubicBezTo>
                    <a:pt x="197" y="322"/>
                    <a:pt x="197" y="322"/>
                    <a:pt x="198" y="322"/>
                  </a:cubicBezTo>
                  <a:cubicBezTo>
                    <a:pt x="199" y="322"/>
                    <a:pt x="199" y="321"/>
                    <a:pt x="200" y="321"/>
                  </a:cubicBezTo>
                  <a:cubicBezTo>
                    <a:pt x="200" y="320"/>
                    <a:pt x="201" y="320"/>
                    <a:pt x="202" y="320"/>
                  </a:cubicBezTo>
                  <a:cubicBezTo>
                    <a:pt x="202" y="320"/>
                    <a:pt x="203" y="321"/>
                    <a:pt x="204" y="321"/>
                  </a:cubicBezTo>
                  <a:cubicBezTo>
                    <a:pt x="204" y="322"/>
                    <a:pt x="205" y="322"/>
                    <a:pt x="205" y="323"/>
                  </a:cubicBezTo>
                  <a:cubicBezTo>
                    <a:pt x="205" y="323"/>
                    <a:pt x="204" y="324"/>
                    <a:pt x="205" y="325"/>
                  </a:cubicBezTo>
                  <a:cubicBezTo>
                    <a:pt x="206" y="326"/>
                    <a:pt x="205" y="326"/>
                    <a:pt x="205" y="327"/>
                  </a:cubicBezTo>
                  <a:cubicBezTo>
                    <a:pt x="205" y="328"/>
                    <a:pt x="205" y="328"/>
                    <a:pt x="205" y="329"/>
                  </a:cubicBezTo>
                  <a:cubicBezTo>
                    <a:pt x="206" y="329"/>
                    <a:pt x="205" y="330"/>
                    <a:pt x="205" y="330"/>
                  </a:cubicBezTo>
                  <a:cubicBezTo>
                    <a:pt x="205" y="331"/>
                    <a:pt x="205" y="332"/>
                    <a:pt x="205" y="333"/>
                  </a:cubicBezTo>
                  <a:cubicBezTo>
                    <a:pt x="205" y="334"/>
                    <a:pt x="205" y="335"/>
                    <a:pt x="205" y="336"/>
                  </a:cubicBezTo>
                  <a:cubicBezTo>
                    <a:pt x="204" y="336"/>
                    <a:pt x="204" y="337"/>
                    <a:pt x="204" y="338"/>
                  </a:cubicBezTo>
                  <a:cubicBezTo>
                    <a:pt x="204" y="338"/>
                    <a:pt x="204" y="339"/>
                    <a:pt x="204" y="339"/>
                  </a:cubicBezTo>
                  <a:cubicBezTo>
                    <a:pt x="204" y="339"/>
                    <a:pt x="204" y="339"/>
                    <a:pt x="205" y="340"/>
                  </a:cubicBezTo>
                  <a:cubicBezTo>
                    <a:pt x="205" y="340"/>
                    <a:pt x="206" y="340"/>
                    <a:pt x="206" y="340"/>
                  </a:cubicBezTo>
                  <a:cubicBezTo>
                    <a:pt x="206" y="340"/>
                    <a:pt x="206" y="340"/>
                    <a:pt x="206" y="339"/>
                  </a:cubicBezTo>
                  <a:cubicBezTo>
                    <a:pt x="207" y="339"/>
                    <a:pt x="207" y="339"/>
                    <a:pt x="207" y="339"/>
                  </a:cubicBezTo>
                  <a:cubicBezTo>
                    <a:pt x="207" y="339"/>
                    <a:pt x="207" y="339"/>
                    <a:pt x="207" y="339"/>
                  </a:cubicBezTo>
                  <a:cubicBezTo>
                    <a:pt x="207" y="339"/>
                    <a:pt x="208" y="339"/>
                    <a:pt x="208" y="339"/>
                  </a:cubicBezTo>
                  <a:cubicBezTo>
                    <a:pt x="208" y="339"/>
                    <a:pt x="208" y="339"/>
                    <a:pt x="208" y="339"/>
                  </a:cubicBezTo>
                  <a:cubicBezTo>
                    <a:pt x="208" y="339"/>
                    <a:pt x="208" y="339"/>
                    <a:pt x="209" y="338"/>
                  </a:cubicBezTo>
                  <a:cubicBezTo>
                    <a:pt x="209" y="338"/>
                    <a:pt x="209" y="339"/>
                    <a:pt x="209" y="339"/>
                  </a:cubicBezTo>
                  <a:cubicBezTo>
                    <a:pt x="209" y="339"/>
                    <a:pt x="209" y="339"/>
                    <a:pt x="209" y="339"/>
                  </a:cubicBezTo>
                  <a:cubicBezTo>
                    <a:pt x="210" y="339"/>
                    <a:pt x="210" y="339"/>
                    <a:pt x="210" y="340"/>
                  </a:cubicBezTo>
                  <a:cubicBezTo>
                    <a:pt x="211" y="340"/>
                    <a:pt x="211" y="340"/>
                    <a:pt x="211" y="341"/>
                  </a:cubicBezTo>
                  <a:cubicBezTo>
                    <a:pt x="211" y="342"/>
                    <a:pt x="212" y="343"/>
                    <a:pt x="212" y="344"/>
                  </a:cubicBezTo>
                  <a:cubicBezTo>
                    <a:pt x="213" y="345"/>
                    <a:pt x="214" y="346"/>
                    <a:pt x="214" y="346"/>
                  </a:cubicBezTo>
                  <a:cubicBezTo>
                    <a:pt x="214" y="347"/>
                    <a:pt x="214" y="347"/>
                    <a:pt x="214" y="348"/>
                  </a:cubicBezTo>
                  <a:cubicBezTo>
                    <a:pt x="214" y="348"/>
                    <a:pt x="214" y="349"/>
                    <a:pt x="214" y="349"/>
                  </a:cubicBezTo>
                  <a:cubicBezTo>
                    <a:pt x="214" y="350"/>
                    <a:pt x="214" y="351"/>
                    <a:pt x="214" y="352"/>
                  </a:cubicBezTo>
                  <a:cubicBezTo>
                    <a:pt x="213" y="352"/>
                    <a:pt x="214" y="353"/>
                    <a:pt x="214" y="354"/>
                  </a:cubicBezTo>
                  <a:cubicBezTo>
                    <a:pt x="214" y="355"/>
                    <a:pt x="214" y="355"/>
                    <a:pt x="214" y="355"/>
                  </a:cubicBezTo>
                  <a:cubicBezTo>
                    <a:pt x="214" y="356"/>
                    <a:pt x="214" y="356"/>
                    <a:pt x="214" y="357"/>
                  </a:cubicBezTo>
                  <a:cubicBezTo>
                    <a:pt x="213" y="356"/>
                    <a:pt x="213" y="356"/>
                    <a:pt x="213" y="357"/>
                  </a:cubicBezTo>
                  <a:cubicBezTo>
                    <a:pt x="213" y="357"/>
                    <a:pt x="212" y="357"/>
                    <a:pt x="212" y="357"/>
                  </a:cubicBezTo>
                  <a:cubicBezTo>
                    <a:pt x="212" y="357"/>
                    <a:pt x="212" y="357"/>
                    <a:pt x="212" y="357"/>
                  </a:cubicBezTo>
                  <a:cubicBezTo>
                    <a:pt x="212" y="358"/>
                    <a:pt x="212" y="358"/>
                    <a:pt x="212" y="358"/>
                  </a:cubicBezTo>
                  <a:cubicBezTo>
                    <a:pt x="211" y="359"/>
                    <a:pt x="211" y="357"/>
                    <a:pt x="210" y="359"/>
                  </a:cubicBezTo>
                  <a:cubicBezTo>
                    <a:pt x="210" y="359"/>
                    <a:pt x="210" y="359"/>
                    <a:pt x="210" y="360"/>
                  </a:cubicBezTo>
                  <a:cubicBezTo>
                    <a:pt x="210" y="360"/>
                    <a:pt x="210" y="359"/>
                    <a:pt x="209" y="360"/>
                  </a:cubicBezTo>
                  <a:cubicBezTo>
                    <a:pt x="209" y="360"/>
                    <a:pt x="209" y="360"/>
                    <a:pt x="209" y="360"/>
                  </a:cubicBezTo>
                  <a:cubicBezTo>
                    <a:pt x="209" y="360"/>
                    <a:pt x="208" y="359"/>
                    <a:pt x="208" y="360"/>
                  </a:cubicBezTo>
                  <a:cubicBezTo>
                    <a:pt x="208" y="360"/>
                    <a:pt x="208" y="360"/>
                    <a:pt x="208" y="360"/>
                  </a:cubicBezTo>
                  <a:cubicBezTo>
                    <a:pt x="208" y="361"/>
                    <a:pt x="207" y="360"/>
                    <a:pt x="207" y="360"/>
                  </a:cubicBezTo>
                  <a:cubicBezTo>
                    <a:pt x="207" y="361"/>
                    <a:pt x="207" y="361"/>
                    <a:pt x="206" y="361"/>
                  </a:cubicBezTo>
                  <a:cubicBezTo>
                    <a:pt x="206" y="361"/>
                    <a:pt x="206" y="362"/>
                    <a:pt x="205" y="361"/>
                  </a:cubicBezTo>
                  <a:cubicBezTo>
                    <a:pt x="205" y="361"/>
                    <a:pt x="205" y="361"/>
                    <a:pt x="205" y="361"/>
                  </a:cubicBezTo>
                  <a:cubicBezTo>
                    <a:pt x="205" y="362"/>
                    <a:pt x="204" y="362"/>
                    <a:pt x="204" y="362"/>
                  </a:cubicBezTo>
                  <a:cubicBezTo>
                    <a:pt x="204" y="363"/>
                    <a:pt x="205" y="363"/>
                    <a:pt x="204" y="364"/>
                  </a:cubicBezTo>
                  <a:cubicBezTo>
                    <a:pt x="204" y="364"/>
                    <a:pt x="203" y="363"/>
                    <a:pt x="203" y="364"/>
                  </a:cubicBezTo>
                  <a:cubicBezTo>
                    <a:pt x="203" y="364"/>
                    <a:pt x="204" y="364"/>
                    <a:pt x="204" y="364"/>
                  </a:cubicBezTo>
                  <a:cubicBezTo>
                    <a:pt x="203" y="364"/>
                    <a:pt x="203" y="364"/>
                    <a:pt x="203" y="364"/>
                  </a:cubicBezTo>
                  <a:cubicBezTo>
                    <a:pt x="203" y="365"/>
                    <a:pt x="202" y="364"/>
                    <a:pt x="202" y="365"/>
                  </a:cubicBezTo>
                  <a:cubicBezTo>
                    <a:pt x="201" y="365"/>
                    <a:pt x="201" y="365"/>
                    <a:pt x="201" y="366"/>
                  </a:cubicBezTo>
                  <a:cubicBezTo>
                    <a:pt x="200" y="366"/>
                    <a:pt x="200" y="367"/>
                    <a:pt x="200" y="367"/>
                  </a:cubicBezTo>
                  <a:cubicBezTo>
                    <a:pt x="200" y="367"/>
                    <a:pt x="199" y="367"/>
                    <a:pt x="199" y="367"/>
                  </a:cubicBezTo>
                  <a:cubicBezTo>
                    <a:pt x="199" y="368"/>
                    <a:pt x="199" y="367"/>
                    <a:pt x="198" y="368"/>
                  </a:cubicBezTo>
                  <a:cubicBezTo>
                    <a:pt x="198" y="369"/>
                    <a:pt x="197" y="368"/>
                    <a:pt x="198" y="369"/>
                  </a:cubicBezTo>
                  <a:cubicBezTo>
                    <a:pt x="199" y="369"/>
                    <a:pt x="198" y="371"/>
                    <a:pt x="198" y="370"/>
                  </a:cubicBezTo>
                  <a:cubicBezTo>
                    <a:pt x="198" y="370"/>
                    <a:pt x="197" y="370"/>
                    <a:pt x="197" y="370"/>
                  </a:cubicBezTo>
                  <a:cubicBezTo>
                    <a:pt x="196" y="370"/>
                    <a:pt x="196" y="371"/>
                    <a:pt x="196" y="371"/>
                  </a:cubicBezTo>
                  <a:cubicBezTo>
                    <a:pt x="196" y="371"/>
                    <a:pt x="196" y="371"/>
                    <a:pt x="196" y="371"/>
                  </a:cubicBezTo>
                  <a:cubicBezTo>
                    <a:pt x="195" y="371"/>
                    <a:pt x="196" y="372"/>
                    <a:pt x="196" y="372"/>
                  </a:cubicBezTo>
                  <a:cubicBezTo>
                    <a:pt x="195" y="373"/>
                    <a:pt x="194" y="374"/>
                    <a:pt x="194" y="374"/>
                  </a:cubicBezTo>
                  <a:cubicBezTo>
                    <a:pt x="193" y="375"/>
                    <a:pt x="194" y="375"/>
                    <a:pt x="193" y="376"/>
                  </a:cubicBezTo>
                  <a:cubicBezTo>
                    <a:pt x="193" y="376"/>
                    <a:pt x="193" y="376"/>
                    <a:pt x="193" y="376"/>
                  </a:cubicBezTo>
                  <a:cubicBezTo>
                    <a:pt x="192" y="377"/>
                    <a:pt x="193" y="377"/>
                    <a:pt x="192" y="378"/>
                  </a:cubicBezTo>
                  <a:cubicBezTo>
                    <a:pt x="192" y="378"/>
                    <a:pt x="191" y="378"/>
                    <a:pt x="191" y="379"/>
                  </a:cubicBezTo>
                  <a:cubicBezTo>
                    <a:pt x="191" y="379"/>
                    <a:pt x="191" y="380"/>
                    <a:pt x="191" y="380"/>
                  </a:cubicBezTo>
                  <a:cubicBezTo>
                    <a:pt x="191" y="381"/>
                    <a:pt x="190" y="381"/>
                    <a:pt x="190" y="381"/>
                  </a:cubicBezTo>
                  <a:cubicBezTo>
                    <a:pt x="190" y="382"/>
                    <a:pt x="190" y="382"/>
                    <a:pt x="189" y="383"/>
                  </a:cubicBezTo>
                  <a:cubicBezTo>
                    <a:pt x="189" y="383"/>
                    <a:pt x="189" y="384"/>
                    <a:pt x="188" y="384"/>
                  </a:cubicBezTo>
                  <a:cubicBezTo>
                    <a:pt x="188" y="385"/>
                    <a:pt x="188" y="385"/>
                    <a:pt x="187" y="385"/>
                  </a:cubicBezTo>
                  <a:cubicBezTo>
                    <a:pt x="187" y="385"/>
                    <a:pt x="186" y="385"/>
                    <a:pt x="186" y="386"/>
                  </a:cubicBezTo>
                  <a:cubicBezTo>
                    <a:pt x="186" y="386"/>
                    <a:pt x="186" y="387"/>
                    <a:pt x="186" y="388"/>
                  </a:cubicBezTo>
                  <a:cubicBezTo>
                    <a:pt x="185" y="389"/>
                    <a:pt x="185" y="390"/>
                    <a:pt x="184" y="390"/>
                  </a:cubicBezTo>
                  <a:cubicBezTo>
                    <a:pt x="184" y="390"/>
                    <a:pt x="184" y="391"/>
                    <a:pt x="184" y="391"/>
                  </a:cubicBezTo>
                  <a:cubicBezTo>
                    <a:pt x="185" y="391"/>
                    <a:pt x="185" y="391"/>
                    <a:pt x="185" y="391"/>
                  </a:cubicBezTo>
                  <a:cubicBezTo>
                    <a:pt x="186" y="391"/>
                    <a:pt x="187" y="391"/>
                    <a:pt x="187" y="391"/>
                  </a:cubicBezTo>
                  <a:cubicBezTo>
                    <a:pt x="188" y="391"/>
                    <a:pt x="188" y="390"/>
                    <a:pt x="188" y="390"/>
                  </a:cubicBezTo>
                  <a:cubicBezTo>
                    <a:pt x="188" y="389"/>
                    <a:pt x="189" y="389"/>
                    <a:pt x="190" y="389"/>
                  </a:cubicBezTo>
                  <a:cubicBezTo>
                    <a:pt x="190" y="389"/>
                    <a:pt x="191" y="389"/>
                    <a:pt x="191" y="389"/>
                  </a:cubicBezTo>
                  <a:cubicBezTo>
                    <a:pt x="191" y="389"/>
                    <a:pt x="192" y="390"/>
                    <a:pt x="192" y="390"/>
                  </a:cubicBezTo>
                  <a:cubicBezTo>
                    <a:pt x="193" y="390"/>
                    <a:pt x="193" y="391"/>
                    <a:pt x="194" y="392"/>
                  </a:cubicBezTo>
                  <a:cubicBezTo>
                    <a:pt x="195" y="392"/>
                    <a:pt x="196" y="393"/>
                    <a:pt x="196" y="394"/>
                  </a:cubicBezTo>
                  <a:cubicBezTo>
                    <a:pt x="197" y="394"/>
                    <a:pt x="198" y="395"/>
                    <a:pt x="199" y="395"/>
                  </a:cubicBezTo>
                  <a:cubicBezTo>
                    <a:pt x="199" y="396"/>
                    <a:pt x="200" y="397"/>
                    <a:pt x="200" y="397"/>
                  </a:cubicBezTo>
                  <a:cubicBezTo>
                    <a:pt x="200" y="398"/>
                    <a:pt x="200" y="399"/>
                    <a:pt x="200" y="399"/>
                  </a:cubicBezTo>
                  <a:cubicBezTo>
                    <a:pt x="200" y="400"/>
                    <a:pt x="201" y="400"/>
                    <a:pt x="202" y="400"/>
                  </a:cubicBezTo>
                  <a:cubicBezTo>
                    <a:pt x="203" y="399"/>
                    <a:pt x="202" y="399"/>
                    <a:pt x="203" y="398"/>
                  </a:cubicBezTo>
                  <a:cubicBezTo>
                    <a:pt x="203" y="398"/>
                    <a:pt x="204" y="399"/>
                    <a:pt x="204" y="398"/>
                  </a:cubicBezTo>
                  <a:cubicBezTo>
                    <a:pt x="204" y="398"/>
                    <a:pt x="203" y="397"/>
                    <a:pt x="204" y="397"/>
                  </a:cubicBezTo>
                  <a:cubicBezTo>
                    <a:pt x="204" y="397"/>
                    <a:pt x="204" y="398"/>
                    <a:pt x="205" y="398"/>
                  </a:cubicBezTo>
                  <a:cubicBezTo>
                    <a:pt x="206" y="399"/>
                    <a:pt x="207" y="400"/>
                    <a:pt x="208" y="401"/>
                  </a:cubicBezTo>
                  <a:cubicBezTo>
                    <a:pt x="208" y="402"/>
                    <a:pt x="209" y="402"/>
                    <a:pt x="210" y="403"/>
                  </a:cubicBezTo>
                  <a:cubicBezTo>
                    <a:pt x="210" y="403"/>
                    <a:pt x="210" y="402"/>
                    <a:pt x="210" y="402"/>
                  </a:cubicBezTo>
                  <a:cubicBezTo>
                    <a:pt x="211" y="402"/>
                    <a:pt x="211" y="403"/>
                    <a:pt x="211" y="403"/>
                  </a:cubicBezTo>
                  <a:cubicBezTo>
                    <a:pt x="212" y="404"/>
                    <a:pt x="212" y="404"/>
                    <a:pt x="213" y="404"/>
                  </a:cubicBezTo>
                  <a:cubicBezTo>
                    <a:pt x="214" y="404"/>
                    <a:pt x="215" y="404"/>
                    <a:pt x="215" y="405"/>
                  </a:cubicBezTo>
                  <a:cubicBezTo>
                    <a:pt x="216" y="406"/>
                    <a:pt x="216" y="406"/>
                    <a:pt x="216" y="407"/>
                  </a:cubicBezTo>
                  <a:cubicBezTo>
                    <a:pt x="217" y="407"/>
                    <a:pt x="217" y="407"/>
                    <a:pt x="218" y="408"/>
                  </a:cubicBezTo>
                  <a:cubicBezTo>
                    <a:pt x="218" y="408"/>
                    <a:pt x="219" y="409"/>
                    <a:pt x="219" y="409"/>
                  </a:cubicBezTo>
                  <a:cubicBezTo>
                    <a:pt x="220" y="409"/>
                    <a:pt x="220" y="409"/>
                    <a:pt x="220" y="409"/>
                  </a:cubicBezTo>
                  <a:cubicBezTo>
                    <a:pt x="220" y="409"/>
                    <a:pt x="220" y="409"/>
                    <a:pt x="221" y="409"/>
                  </a:cubicBezTo>
                  <a:cubicBezTo>
                    <a:pt x="221" y="409"/>
                    <a:pt x="221" y="409"/>
                    <a:pt x="222" y="409"/>
                  </a:cubicBezTo>
                  <a:cubicBezTo>
                    <a:pt x="222" y="410"/>
                    <a:pt x="222" y="410"/>
                    <a:pt x="222" y="410"/>
                  </a:cubicBezTo>
                  <a:cubicBezTo>
                    <a:pt x="223" y="410"/>
                    <a:pt x="223" y="410"/>
                    <a:pt x="224" y="411"/>
                  </a:cubicBezTo>
                  <a:cubicBezTo>
                    <a:pt x="224" y="412"/>
                    <a:pt x="225" y="412"/>
                    <a:pt x="225" y="413"/>
                  </a:cubicBezTo>
                  <a:cubicBezTo>
                    <a:pt x="226" y="414"/>
                    <a:pt x="227" y="416"/>
                    <a:pt x="228" y="416"/>
                  </a:cubicBezTo>
                  <a:cubicBezTo>
                    <a:pt x="229" y="417"/>
                    <a:pt x="231" y="417"/>
                    <a:pt x="231" y="418"/>
                  </a:cubicBezTo>
                  <a:cubicBezTo>
                    <a:pt x="231" y="419"/>
                    <a:pt x="230" y="419"/>
                    <a:pt x="229" y="420"/>
                  </a:cubicBezTo>
                  <a:cubicBezTo>
                    <a:pt x="229" y="420"/>
                    <a:pt x="229" y="421"/>
                    <a:pt x="229" y="421"/>
                  </a:cubicBezTo>
                  <a:cubicBezTo>
                    <a:pt x="227" y="422"/>
                    <a:pt x="228" y="424"/>
                    <a:pt x="229" y="425"/>
                  </a:cubicBezTo>
                  <a:cubicBezTo>
                    <a:pt x="229" y="426"/>
                    <a:pt x="229" y="429"/>
                    <a:pt x="230" y="429"/>
                  </a:cubicBezTo>
                  <a:cubicBezTo>
                    <a:pt x="230" y="428"/>
                    <a:pt x="230" y="429"/>
                    <a:pt x="231" y="429"/>
                  </a:cubicBezTo>
                  <a:cubicBezTo>
                    <a:pt x="231" y="429"/>
                    <a:pt x="232" y="428"/>
                    <a:pt x="232" y="427"/>
                  </a:cubicBezTo>
                  <a:cubicBezTo>
                    <a:pt x="235" y="425"/>
                    <a:pt x="237" y="424"/>
                    <a:pt x="237" y="419"/>
                  </a:cubicBezTo>
                  <a:cubicBezTo>
                    <a:pt x="237" y="417"/>
                    <a:pt x="237" y="415"/>
                    <a:pt x="238" y="413"/>
                  </a:cubicBezTo>
                  <a:cubicBezTo>
                    <a:pt x="238" y="412"/>
                    <a:pt x="239" y="412"/>
                    <a:pt x="239" y="411"/>
                  </a:cubicBezTo>
                  <a:cubicBezTo>
                    <a:pt x="239" y="411"/>
                    <a:pt x="238" y="412"/>
                    <a:pt x="238" y="411"/>
                  </a:cubicBezTo>
                  <a:cubicBezTo>
                    <a:pt x="238" y="411"/>
                    <a:pt x="239" y="410"/>
                    <a:pt x="239" y="410"/>
                  </a:cubicBezTo>
                  <a:cubicBezTo>
                    <a:pt x="239" y="410"/>
                    <a:pt x="238" y="411"/>
                    <a:pt x="238" y="411"/>
                  </a:cubicBezTo>
                  <a:cubicBezTo>
                    <a:pt x="238" y="411"/>
                    <a:pt x="238" y="410"/>
                    <a:pt x="237" y="410"/>
                  </a:cubicBezTo>
                  <a:cubicBezTo>
                    <a:pt x="237" y="410"/>
                    <a:pt x="237" y="410"/>
                    <a:pt x="238" y="409"/>
                  </a:cubicBezTo>
                  <a:cubicBezTo>
                    <a:pt x="239" y="409"/>
                    <a:pt x="237" y="409"/>
                    <a:pt x="237" y="408"/>
                  </a:cubicBezTo>
                  <a:cubicBezTo>
                    <a:pt x="237" y="408"/>
                    <a:pt x="237" y="408"/>
                    <a:pt x="237" y="408"/>
                  </a:cubicBezTo>
                  <a:cubicBezTo>
                    <a:pt x="237" y="407"/>
                    <a:pt x="237" y="407"/>
                    <a:pt x="237" y="407"/>
                  </a:cubicBezTo>
                  <a:cubicBezTo>
                    <a:pt x="237" y="407"/>
                    <a:pt x="238" y="407"/>
                    <a:pt x="238" y="406"/>
                  </a:cubicBezTo>
                  <a:cubicBezTo>
                    <a:pt x="239" y="406"/>
                    <a:pt x="237" y="406"/>
                    <a:pt x="238" y="405"/>
                  </a:cubicBezTo>
                  <a:cubicBezTo>
                    <a:pt x="238" y="405"/>
                    <a:pt x="239" y="406"/>
                    <a:pt x="239" y="406"/>
                  </a:cubicBezTo>
                  <a:cubicBezTo>
                    <a:pt x="239" y="405"/>
                    <a:pt x="239" y="404"/>
                    <a:pt x="238" y="404"/>
                  </a:cubicBezTo>
                  <a:cubicBezTo>
                    <a:pt x="238" y="403"/>
                    <a:pt x="239" y="403"/>
                    <a:pt x="239" y="402"/>
                  </a:cubicBezTo>
                  <a:cubicBezTo>
                    <a:pt x="239" y="402"/>
                    <a:pt x="239" y="403"/>
                    <a:pt x="240" y="402"/>
                  </a:cubicBezTo>
                  <a:cubicBezTo>
                    <a:pt x="240" y="402"/>
                    <a:pt x="240" y="402"/>
                    <a:pt x="240" y="402"/>
                  </a:cubicBezTo>
                  <a:cubicBezTo>
                    <a:pt x="240" y="402"/>
                    <a:pt x="241" y="402"/>
                    <a:pt x="241" y="402"/>
                  </a:cubicBezTo>
                  <a:cubicBezTo>
                    <a:pt x="241" y="402"/>
                    <a:pt x="241" y="401"/>
                    <a:pt x="241" y="401"/>
                  </a:cubicBezTo>
                  <a:cubicBezTo>
                    <a:pt x="242" y="400"/>
                    <a:pt x="243" y="400"/>
                    <a:pt x="243" y="400"/>
                  </a:cubicBezTo>
                  <a:cubicBezTo>
                    <a:pt x="243" y="399"/>
                    <a:pt x="242" y="399"/>
                    <a:pt x="242" y="398"/>
                  </a:cubicBezTo>
                  <a:cubicBezTo>
                    <a:pt x="242" y="397"/>
                    <a:pt x="243" y="398"/>
                    <a:pt x="243" y="397"/>
                  </a:cubicBezTo>
                  <a:cubicBezTo>
                    <a:pt x="243" y="397"/>
                    <a:pt x="242" y="395"/>
                    <a:pt x="243" y="395"/>
                  </a:cubicBezTo>
                  <a:cubicBezTo>
                    <a:pt x="244" y="395"/>
                    <a:pt x="244" y="397"/>
                    <a:pt x="244" y="397"/>
                  </a:cubicBezTo>
                  <a:cubicBezTo>
                    <a:pt x="244" y="397"/>
                    <a:pt x="243" y="395"/>
                    <a:pt x="243" y="394"/>
                  </a:cubicBezTo>
                  <a:cubicBezTo>
                    <a:pt x="243" y="394"/>
                    <a:pt x="243" y="393"/>
                    <a:pt x="244" y="392"/>
                  </a:cubicBezTo>
                  <a:cubicBezTo>
                    <a:pt x="244" y="392"/>
                    <a:pt x="244" y="392"/>
                    <a:pt x="245" y="392"/>
                  </a:cubicBezTo>
                  <a:cubicBezTo>
                    <a:pt x="245" y="392"/>
                    <a:pt x="245" y="392"/>
                    <a:pt x="245" y="392"/>
                  </a:cubicBezTo>
                  <a:cubicBezTo>
                    <a:pt x="244" y="392"/>
                    <a:pt x="244" y="392"/>
                    <a:pt x="244" y="392"/>
                  </a:cubicBezTo>
                  <a:cubicBezTo>
                    <a:pt x="244" y="392"/>
                    <a:pt x="244" y="391"/>
                    <a:pt x="244" y="391"/>
                  </a:cubicBezTo>
                  <a:cubicBezTo>
                    <a:pt x="243" y="391"/>
                    <a:pt x="243" y="391"/>
                    <a:pt x="243" y="391"/>
                  </a:cubicBezTo>
                  <a:cubicBezTo>
                    <a:pt x="243" y="390"/>
                    <a:pt x="242" y="391"/>
                    <a:pt x="242" y="390"/>
                  </a:cubicBezTo>
                  <a:cubicBezTo>
                    <a:pt x="242" y="390"/>
                    <a:pt x="242" y="388"/>
                    <a:pt x="242" y="388"/>
                  </a:cubicBezTo>
                  <a:cubicBezTo>
                    <a:pt x="243" y="388"/>
                    <a:pt x="243" y="388"/>
                    <a:pt x="243" y="389"/>
                  </a:cubicBezTo>
                  <a:cubicBezTo>
                    <a:pt x="243" y="389"/>
                    <a:pt x="243" y="389"/>
                    <a:pt x="243" y="390"/>
                  </a:cubicBezTo>
                  <a:cubicBezTo>
                    <a:pt x="243" y="390"/>
                    <a:pt x="243" y="390"/>
                    <a:pt x="243" y="390"/>
                  </a:cubicBezTo>
                  <a:cubicBezTo>
                    <a:pt x="243" y="390"/>
                    <a:pt x="244" y="390"/>
                    <a:pt x="244" y="390"/>
                  </a:cubicBezTo>
                  <a:cubicBezTo>
                    <a:pt x="244" y="390"/>
                    <a:pt x="244" y="391"/>
                    <a:pt x="244" y="391"/>
                  </a:cubicBezTo>
                  <a:cubicBezTo>
                    <a:pt x="245" y="391"/>
                    <a:pt x="245" y="390"/>
                    <a:pt x="245" y="391"/>
                  </a:cubicBezTo>
                  <a:cubicBezTo>
                    <a:pt x="245" y="392"/>
                    <a:pt x="245" y="392"/>
                    <a:pt x="246" y="392"/>
                  </a:cubicBezTo>
                  <a:cubicBezTo>
                    <a:pt x="246" y="392"/>
                    <a:pt x="246" y="393"/>
                    <a:pt x="247" y="393"/>
                  </a:cubicBezTo>
                  <a:cubicBezTo>
                    <a:pt x="246" y="392"/>
                    <a:pt x="246" y="392"/>
                    <a:pt x="246" y="392"/>
                  </a:cubicBezTo>
                  <a:cubicBezTo>
                    <a:pt x="247" y="391"/>
                    <a:pt x="247" y="392"/>
                    <a:pt x="247" y="391"/>
                  </a:cubicBezTo>
                  <a:cubicBezTo>
                    <a:pt x="248" y="391"/>
                    <a:pt x="248" y="391"/>
                    <a:pt x="249" y="391"/>
                  </a:cubicBezTo>
                  <a:cubicBezTo>
                    <a:pt x="249" y="391"/>
                    <a:pt x="249" y="391"/>
                    <a:pt x="249" y="391"/>
                  </a:cubicBezTo>
                  <a:cubicBezTo>
                    <a:pt x="249" y="389"/>
                    <a:pt x="250" y="391"/>
                    <a:pt x="250" y="391"/>
                  </a:cubicBezTo>
                  <a:cubicBezTo>
                    <a:pt x="250" y="392"/>
                    <a:pt x="250" y="393"/>
                    <a:pt x="249" y="393"/>
                  </a:cubicBezTo>
                  <a:cubicBezTo>
                    <a:pt x="249" y="393"/>
                    <a:pt x="249" y="392"/>
                    <a:pt x="249" y="392"/>
                  </a:cubicBezTo>
                  <a:cubicBezTo>
                    <a:pt x="248" y="392"/>
                    <a:pt x="248" y="392"/>
                    <a:pt x="248" y="392"/>
                  </a:cubicBezTo>
                  <a:cubicBezTo>
                    <a:pt x="249" y="393"/>
                    <a:pt x="249" y="393"/>
                    <a:pt x="249" y="394"/>
                  </a:cubicBezTo>
                  <a:cubicBezTo>
                    <a:pt x="249" y="395"/>
                    <a:pt x="249" y="396"/>
                    <a:pt x="249" y="397"/>
                  </a:cubicBezTo>
                  <a:cubicBezTo>
                    <a:pt x="248" y="397"/>
                    <a:pt x="248" y="398"/>
                    <a:pt x="247" y="398"/>
                  </a:cubicBezTo>
                  <a:cubicBezTo>
                    <a:pt x="247" y="398"/>
                    <a:pt x="247" y="399"/>
                    <a:pt x="247" y="400"/>
                  </a:cubicBezTo>
                  <a:cubicBezTo>
                    <a:pt x="247" y="400"/>
                    <a:pt x="248" y="401"/>
                    <a:pt x="247" y="400"/>
                  </a:cubicBezTo>
                  <a:cubicBezTo>
                    <a:pt x="247" y="400"/>
                    <a:pt x="247" y="400"/>
                    <a:pt x="247" y="400"/>
                  </a:cubicBezTo>
                  <a:cubicBezTo>
                    <a:pt x="246" y="400"/>
                    <a:pt x="246" y="400"/>
                    <a:pt x="246" y="400"/>
                  </a:cubicBezTo>
                  <a:cubicBezTo>
                    <a:pt x="245" y="400"/>
                    <a:pt x="246" y="402"/>
                    <a:pt x="246" y="402"/>
                  </a:cubicBezTo>
                  <a:cubicBezTo>
                    <a:pt x="246" y="402"/>
                    <a:pt x="246" y="403"/>
                    <a:pt x="246" y="404"/>
                  </a:cubicBezTo>
                  <a:cubicBezTo>
                    <a:pt x="245" y="404"/>
                    <a:pt x="244" y="405"/>
                    <a:pt x="244" y="404"/>
                  </a:cubicBezTo>
                  <a:cubicBezTo>
                    <a:pt x="243" y="405"/>
                    <a:pt x="244" y="405"/>
                    <a:pt x="244" y="406"/>
                  </a:cubicBezTo>
                  <a:cubicBezTo>
                    <a:pt x="243" y="405"/>
                    <a:pt x="243" y="406"/>
                    <a:pt x="243" y="407"/>
                  </a:cubicBezTo>
                  <a:cubicBezTo>
                    <a:pt x="242" y="408"/>
                    <a:pt x="242" y="407"/>
                    <a:pt x="241" y="408"/>
                  </a:cubicBezTo>
                  <a:cubicBezTo>
                    <a:pt x="241" y="408"/>
                    <a:pt x="241" y="408"/>
                    <a:pt x="240" y="409"/>
                  </a:cubicBezTo>
                  <a:cubicBezTo>
                    <a:pt x="240" y="409"/>
                    <a:pt x="240" y="408"/>
                    <a:pt x="240" y="408"/>
                  </a:cubicBezTo>
                  <a:cubicBezTo>
                    <a:pt x="239" y="408"/>
                    <a:pt x="238" y="408"/>
                    <a:pt x="238" y="408"/>
                  </a:cubicBezTo>
                  <a:cubicBezTo>
                    <a:pt x="239" y="409"/>
                    <a:pt x="239" y="409"/>
                    <a:pt x="239" y="410"/>
                  </a:cubicBezTo>
                  <a:cubicBezTo>
                    <a:pt x="239" y="410"/>
                    <a:pt x="239" y="412"/>
                    <a:pt x="239" y="412"/>
                  </a:cubicBezTo>
                  <a:cubicBezTo>
                    <a:pt x="239" y="411"/>
                    <a:pt x="240" y="410"/>
                    <a:pt x="240" y="410"/>
                  </a:cubicBezTo>
                  <a:cubicBezTo>
                    <a:pt x="241" y="409"/>
                    <a:pt x="241" y="409"/>
                    <a:pt x="242" y="408"/>
                  </a:cubicBezTo>
                  <a:cubicBezTo>
                    <a:pt x="243" y="408"/>
                    <a:pt x="244" y="407"/>
                    <a:pt x="245" y="406"/>
                  </a:cubicBezTo>
                  <a:cubicBezTo>
                    <a:pt x="247" y="403"/>
                    <a:pt x="249" y="400"/>
                    <a:pt x="250" y="397"/>
                  </a:cubicBezTo>
                  <a:cubicBezTo>
                    <a:pt x="251" y="396"/>
                    <a:pt x="252" y="394"/>
                    <a:pt x="252" y="392"/>
                  </a:cubicBezTo>
                  <a:cubicBezTo>
                    <a:pt x="253" y="391"/>
                    <a:pt x="253" y="389"/>
                    <a:pt x="253" y="387"/>
                  </a:cubicBezTo>
                  <a:cubicBezTo>
                    <a:pt x="254" y="386"/>
                    <a:pt x="254" y="384"/>
                    <a:pt x="255" y="383"/>
                  </a:cubicBezTo>
                  <a:cubicBezTo>
                    <a:pt x="256" y="381"/>
                    <a:pt x="256" y="379"/>
                    <a:pt x="257" y="378"/>
                  </a:cubicBezTo>
                  <a:cubicBezTo>
                    <a:pt x="258" y="377"/>
                    <a:pt x="259" y="375"/>
                    <a:pt x="260" y="374"/>
                  </a:cubicBezTo>
                  <a:cubicBezTo>
                    <a:pt x="261" y="374"/>
                    <a:pt x="261" y="373"/>
                    <a:pt x="262" y="373"/>
                  </a:cubicBezTo>
                  <a:cubicBezTo>
                    <a:pt x="263" y="373"/>
                    <a:pt x="263" y="373"/>
                    <a:pt x="263" y="372"/>
                  </a:cubicBezTo>
                  <a:cubicBezTo>
                    <a:pt x="264" y="372"/>
                    <a:pt x="263" y="372"/>
                    <a:pt x="263" y="371"/>
                  </a:cubicBezTo>
                  <a:cubicBezTo>
                    <a:pt x="262" y="371"/>
                    <a:pt x="263" y="371"/>
                    <a:pt x="263" y="371"/>
                  </a:cubicBezTo>
                  <a:cubicBezTo>
                    <a:pt x="262" y="371"/>
                    <a:pt x="262" y="371"/>
                    <a:pt x="262" y="371"/>
                  </a:cubicBezTo>
                  <a:cubicBezTo>
                    <a:pt x="262" y="371"/>
                    <a:pt x="262" y="370"/>
                    <a:pt x="262" y="370"/>
                  </a:cubicBezTo>
                  <a:cubicBezTo>
                    <a:pt x="262" y="370"/>
                    <a:pt x="263" y="370"/>
                    <a:pt x="263" y="370"/>
                  </a:cubicBezTo>
                  <a:cubicBezTo>
                    <a:pt x="263" y="371"/>
                    <a:pt x="263" y="371"/>
                    <a:pt x="263" y="371"/>
                  </a:cubicBezTo>
                  <a:cubicBezTo>
                    <a:pt x="263" y="371"/>
                    <a:pt x="263" y="371"/>
                    <a:pt x="264" y="370"/>
                  </a:cubicBezTo>
                  <a:cubicBezTo>
                    <a:pt x="264" y="370"/>
                    <a:pt x="264" y="369"/>
                    <a:pt x="264" y="368"/>
                  </a:cubicBezTo>
                  <a:cubicBezTo>
                    <a:pt x="264" y="367"/>
                    <a:pt x="264" y="366"/>
                    <a:pt x="264" y="366"/>
                  </a:cubicBezTo>
                  <a:cubicBezTo>
                    <a:pt x="264" y="365"/>
                    <a:pt x="264" y="364"/>
                    <a:pt x="264" y="364"/>
                  </a:cubicBezTo>
                  <a:cubicBezTo>
                    <a:pt x="264" y="364"/>
                    <a:pt x="263" y="361"/>
                    <a:pt x="264" y="362"/>
                  </a:cubicBezTo>
                  <a:cubicBezTo>
                    <a:pt x="264" y="361"/>
                    <a:pt x="262" y="361"/>
                    <a:pt x="263" y="360"/>
                  </a:cubicBezTo>
                  <a:cubicBezTo>
                    <a:pt x="264" y="359"/>
                    <a:pt x="264" y="359"/>
                    <a:pt x="263" y="358"/>
                  </a:cubicBezTo>
                  <a:cubicBezTo>
                    <a:pt x="262" y="358"/>
                    <a:pt x="263" y="357"/>
                    <a:pt x="264" y="357"/>
                  </a:cubicBezTo>
                  <a:cubicBezTo>
                    <a:pt x="264" y="357"/>
                    <a:pt x="264" y="358"/>
                    <a:pt x="264" y="357"/>
                  </a:cubicBezTo>
                  <a:cubicBezTo>
                    <a:pt x="264" y="357"/>
                    <a:pt x="264" y="356"/>
                    <a:pt x="263" y="356"/>
                  </a:cubicBezTo>
                  <a:cubicBezTo>
                    <a:pt x="263" y="357"/>
                    <a:pt x="263" y="357"/>
                    <a:pt x="263" y="356"/>
                  </a:cubicBezTo>
                  <a:cubicBezTo>
                    <a:pt x="263" y="356"/>
                    <a:pt x="263" y="356"/>
                    <a:pt x="263" y="355"/>
                  </a:cubicBezTo>
                  <a:cubicBezTo>
                    <a:pt x="263" y="355"/>
                    <a:pt x="262" y="354"/>
                    <a:pt x="262" y="354"/>
                  </a:cubicBezTo>
                  <a:cubicBezTo>
                    <a:pt x="262" y="353"/>
                    <a:pt x="263" y="353"/>
                    <a:pt x="262" y="352"/>
                  </a:cubicBezTo>
                  <a:cubicBezTo>
                    <a:pt x="262" y="352"/>
                    <a:pt x="262" y="352"/>
                    <a:pt x="261" y="352"/>
                  </a:cubicBezTo>
                  <a:cubicBezTo>
                    <a:pt x="261" y="351"/>
                    <a:pt x="261" y="350"/>
                    <a:pt x="262" y="350"/>
                  </a:cubicBezTo>
                  <a:cubicBezTo>
                    <a:pt x="262" y="349"/>
                    <a:pt x="262" y="348"/>
                    <a:pt x="261" y="348"/>
                  </a:cubicBezTo>
                  <a:cubicBezTo>
                    <a:pt x="261" y="348"/>
                    <a:pt x="260" y="348"/>
                    <a:pt x="260" y="347"/>
                  </a:cubicBezTo>
                  <a:cubicBezTo>
                    <a:pt x="260" y="347"/>
                    <a:pt x="260" y="347"/>
                    <a:pt x="260" y="346"/>
                  </a:cubicBezTo>
                  <a:cubicBezTo>
                    <a:pt x="260" y="346"/>
                    <a:pt x="260" y="345"/>
                    <a:pt x="259" y="345"/>
                  </a:cubicBezTo>
                  <a:cubicBezTo>
                    <a:pt x="260" y="345"/>
                    <a:pt x="260" y="347"/>
                    <a:pt x="261" y="347"/>
                  </a:cubicBezTo>
                  <a:cubicBezTo>
                    <a:pt x="261" y="346"/>
                    <a:pt x="262" y="346"/>
                    <a:pt x="262" y="346"/>
                  </a:cubicBezTo>
                  <a:cubicBezTo>
                    <a:pt x="262" y="345"/>
                    <a:pt x="261" y="345"/>
                    <a:pt x="261" y="345"/>
                  </a:cubicBezTo>
                  <a:cubicBezTo>
                    <a:pt x="261" y="344"/>
                    <a:pt x="262" y="342"/>
                    <a:pt x="261" y="343"/>
                  </a:cubicBezTo>
                  <a:cubicBezTo>
                    <a:pt x="261" y="343"/>
                    <a:pt x="259" y="342"/>
                    <a:pt x="259" y="343"/>
                  </a:cubicBezTo>
                  <a:cubicBezTo>
                    <a:pt x="260" y="342"/>
                    <a:pt x="261" y="342"/>
                    <a:pt x="261" y="342"/>
                  </a:cubicBezTo>
                  <a:cubicBezTo>
                    <a:pt x="261" y="342"/>
                    <a:pt x="261" y="342"/>
                    <a:pt x="261" y="342"/>
                  </a:cubicBezTo>
                  <a:cubicBezTo>
                    <a:pt x="261" y="342"/>
                    <a:pt x="261" y="343"/>
                    <a:pt x="262" y="342"/>
                  </a:cubicBezTo>
                  <a:cubicBezTo>
                    <a:pt x="262" y="342"/>
                    <a:pt x="262" y="341"/>
                    <a:pt x="262" y="341"/>
                  </a:cubicBezTo>
                  <a:cubicBezTo>
                    <a:pt x="262" y="340"/>
                    <a:pt x="263" y="339"/>
                    <a:pt x="263" y="339"/>
                  </a:cubicBezTo>
                  <a:cubicBezTo>
                    <a:pt x="262" y="339"/>
                    <a:pt x="262" y="339"/>
                    <a:pt x="262" y="339"/>
                  </a:cubicBezTo>
                  <a:cubicBezTo>
                    <a:pt x="262" y="339"/>
                    <a:pt x="262" y="339"/>
                    <a:pt x="262" y="339"/>
                  </a:cubicBezTo>
                  <a:cubicBezTo>
                    <a:pt x="261" y="339"/>
                    <a:pt x="261" y="339"/>
                    <a:pt x="261" y="339"/>
                  </a:cubicBezTo>
                  <a:cubicBezTo>
                    <a:pt x="261" y="339"/>
                    <a:pt x="260" y="339"/>
                    <a:pt x="260" y="339"/>
                  </a:cubicBezTo>
                  <a:cubicBezTo>
                    <a:pt x="260" y="338"/>
                    <a:pt x="260" y="339"/>
                    <a:pt x="259" y="338"/>
                  </a:cubicBezTo>
                  <a:cubicBezTo>
                    <a:pt x="260" y="339"/>
                    <a:pt x="259" y="337"/>
                    <a:pt x="259" y="337"/>
                  </a:cubicBezTo>
                  <a:cubicBezTo>
                    <a:pt x="260" y="337"/>
                    <a:pt x="260" y="338"/>
                    <a:pt x="261" y="338"/>
                  </a:cubicBezTo>
                  <a:cubicBezTo>
                    <a:pt x="261" y="338"/>
                    <a:pt x="262" y="338"/>
                    <a:pt x="262" y="338"/>
                  </a:cubicBezTo>
                  <a:cubicBezTo>
                    <a:pt x="262" y="337"/>
                    <a:pt x="262" y="337"/>
                    <a:pt x="261" y="337"/>
                  </a:cubicBezTo>
                  <a:cubicBezTo>
                    <a:pt x="262" y="337"/>
                    <a:pt x="261" y="336"/>
                    <a:pt x="262" y="336"/>
                  </a:cubicBezTo>
                  <a:cubicBezTo>
                    <a:pt x="262" y="336"/>
                    <a:pt x="262" y="336"/>
                    <a:pt x="262" y="336"/>
                  </a:cubicBezTo>
                  <a:cubicBezTo>
                    <a:pt x="263" y="336"/>
                    <a:pt x="262" y="336"/>
                    <a:pt x="263" y="336"/>
                  </a:cubicBezTo>
                  <a:cubicBezTo>
                    <a:pt x="262" y="336"/>
                    <a:pt x="264" y="338"/>
                    <a:pt x="263" y="336"/>
                  </a:cubicBezTo>
                  <a:cubicBezTo>
                    <a:pt x="264" y="337"/>
                    <a:pt x="264" y="336"/>
                    <a:pt x="265" y="336"/>
                  </a:cubicBezTo>
                  <a:cubicBezTo>
                    <a:pt x="265" y="336"/>
                    <a:pt x="264" y="336"/>
                    <a:pt x="264" y="337"/>
                  </a:cubicBezTo>
                  <a:cubicBezTo>
                    <a:pt x="264" y="337"/>
                    <a:pt x="264" y="338"/>
                    <a:pt x="264" y="338"/>
                  </a:cubicBezTo>
                  <a:cubicBezTo>
                    <a:pt x="264" y="338"/>
                    <a:pt x="264" y="338"/>
                    <a:pt x="264" y="338"/>
                  </a:cubicBezTo>
                  <a:cubicBezTo>
                    <a:pt x="264" y="337"/>
                    <a:pt x="265" y="337"/>
                    <a:pt x="265" y="337"/>
                  </a:cubicBezTo>
                  <a:cubicBezTo>
                    <a:pt x="265" y="336"/>
                    <a:pt x="266" y="336"/>
                    <a:pt x="266" y="335"/>
                  </a:cubicBezTo>
                  <a:cubicBezTo>
                    <a:pt x="266" y="335"/>
                    <a:pt x="267" y="335"/>
                    <a:pt x="267" y="334"/>
                  </a:cubicBezTo>
                  <a:cubicBezTo>
                    <a:pt x="267" y="333"/>
                    <a:pt x="266" y="334"/>
                    <a:pt x="265" y="333"/>
                  </a:cubicBezTo>
                  <a:cubicBezTo>
                    <a:pt x="266" y="333"/>
                    <a:pt x="266" y="333"/>
                    <a:pt x="266" y="333"/>
                  </a:cubicBezTo>
                  <a:cubicBezTo>
                    <a:pt x="265" y="333"/>
                    <a:pt x="266" y="334"/>
                    <a:pt x="266" y="334"/>
                  </a:cubicBezTo>
                  <a:cubicBezTo>
                    <a:pt x="266" y="333"/>
                    <a:pt x="267" y="333"/>
                    <a:pt x="267" y="333"/>
                  </a:cubicBezTo>
                  <a:cubicBezTo>
                    <a:pt x="267" y="332"/>
                    <a:pt x="268" y="331"/>
                    <a:pt x="269" y="330"/>
                  </a:cubicBezTo>
                  <a:cubicBezTo>
                    <a:pt x="270" y="329"/>
                    <a:pt x="271" y="329"/>
                    <a:pt x="272" y="328"/>
                  </a:cubicBezTo>
                  <a:cubicBezTo>
                    <a:pt x="272" y="328"/>
                    <a:pt x="274" y="327"/>
                    <a:pt x="274" y="327"/>
                  </a:cubicBezTo>
                  <a:cubicBezTo>
                    <a:pt x="274" y="327"/>
                    <a:pt x="274" y="325"/>
                    <a:pt x="275" y="325"/>
                  </a:cubicBezTo>
                  <a:cubicBezTo>
                    <a:pt x="275" y="325"/>
                    <a:pt x="276" y="324"/>
                    <a:pt x="276" y="324"/>
                  </a:cubicBezTo>
                  <a:cubicBezTo>
                    <a:pt x="277" y="324"/>
                    <a:pt x="279" y="322"/>
                    <a:pt x="280" y="322"/>
                  </a:cubicBezTo>
                  <a:cubicBezTo>
                    <a:pt x="280" y="322"/>
                    <a:pt x="279" y="321"/>
                    <a:pt x="279" y="321"/>
                  </a:cubicBezTo>
                  <a:cubicBezTo>
                    <a:pt x="280" y="321"/>
                    <a:pt x="279" y="321"/>
                    <a:pt x="280" y="321"/>
                  </a:cubicBezTo>
                  <a:cubicBezTo>
                    <a:pt x="280" y="321"/>
                    <a:pt x="280" y="321"/>
                    <a:pt x="280" y="321"/>
                  </a:cubicBezTo>
                  <a:cubicBezTo>
                    <a:pt x="281" y="321"/>
                    <a:pt x="281" y="322"/>
                    <a:pt x="281" y="322"/>
                  </a:cubicBezTo>
                  <a:cubicBezTo>
                    <a:pt x="281" y="322"/>
                    <a:pt x="281" y="322"/>
                    <a:pt x="280" y="322"/>
                  </a:cubicBezTo>
                  <a:cubicBezTo>
                    <a:pt x="281" y="323"/>
                    <a:pt x="281" y="322"/>
                    <a:pt x="281" y="322"/>
                  </a:cubicBezTo>
                  <a:cubicBezTo>
                    <a:pt x="282" y="322"/>
                    <a:pt x="282" y="321"/>
                    <a:pt x="282" y="321"/>
                  </a:cubicBezTo>
                  <a:cubicBezTo>
                    <a:pt x="282" y="321"/>
                    <a:pt x="282" y="321"/>
                    <a:pt x="281" y="321"/>
                  </a:cubicBezTo>
                  <a:cubicBezTo>
                    <a:pt x="282" y="320"/>
                    <a:pt x="284" y="319"/>
                    <a:pt x="286" y="320"/>
                  </a:cubicBezTo>
                  <a:cubicBezTo>
                    <a:pt x="286" y="320"/>
                    <a:pt x="287" y="320"/>
                    <a:pt x="287" y="320"/>
                  </a:cubicBezTo>
                  <a:cubicBezTo>
                    <a:pt x="288" y="320"/>
                    <a:pt x="288" y="320"/>
                    <a:pt x="288" y="320"/>
                  </a:cubicBezTo>
                  <a:cubicBezTo>
                    <a:pt x="289" y="320"/>
                    <a:pt x="289" y="320"/>
                    <a:pt x="289" y="319"/>
                  </a:cubicBezTo>
                  <a:cubicBezTo>
                    <a:pt x="288" y="318"/>
                    <a:pt x="289" y="318"/>
                    <a:pt x="289" y="318"/>
                  </a:cubicBezTo>
                  <a:cubicBezTo>
                    <a:pt x="289" y="318"/>
                    <a:pt x="290" y="317"/>
                    <a:pt x="290" y="317"/>
                  </a:cubicBezTo>
                  <a:cubicBezTo>
                    <a:pt x="290" y="317"/>
                    <a:pt x="291" y="317"/>
                    <a:pt x="291" y="317"/>
                  </a:cubicBezTo>
                  <a:cubicBezTo>
                    <a:pt x="291" y="316"/>
                    <a:pt x="291" y="317"/>
                    <a:pt x="291" y="316"/>
                  </a:cubicBezTo>
                  <a:cubicBezTo>
                    <a:pt x="292" y="317"/>
                    <a:pt x="292" y="317"/>
                    <a:pt x="292" y="317"/>
                  </a:cubicBezTo>
                  <a:cubicBezTo>
                    <a:pt x="292" y="316"/>
                    <a:pt x="292" y="316"/>
                    <a:pt x="292" y="316"/>
                  </a:cubicBezTo>
                  <a:cubicBezTo>
                    <a:pt x="292" y="316"/>
                    <a:pt x="293" y="315"/>
                    <a:pt x="293" y="315"/>
                  </a:cubicBezTo>
                  <a:cubicBezTo>
                    <a:pt x="293" y="315"/>
                    <a:pt x="294" y="315"/>
                    <a:pt x="294" y="315"/>
                  </a:cubicBezTo>
                  <a:cubicBezTo>
                    <a:pt x="294" y="315"/>
                    <a:pt x="297" y="315"/>
                    <a:pt x="297" y="314"/>
                  </a:cubicBezTo>
                  <a:cubicBezTo>
                    <a:pt x="297" y="314"/>
                    <a:pt x="296" y="314"/>
                    <a:pt x="296" y="314"/>
                  </a:cubicBezTo>
                  <a:cubicBezTo>
                    <a:pt x="296" y="313"/>
                    <a:pt x="295" y="314"/>
                    <a:pt x="295" y="314"/>
                  </a:cubicBezTo>
                  <a:cubicBezTo>
                    <a:pt x="295" y="314"/>
                    <a:pt x="296" y="313"/>
                    <a:pt x="295" y="314"/>
                  </a:cubicBezTo>
                  <a:cubicBezTo>
                    <a:pt x="295" y="314"/>
                    <a:pt x="296" y="313"/>
                    <a:pt x="296" y="313"/>
                  </a:cubicBezTo>
                  <a:cubicBezTo>
                    <a:pt x="295" y="313"/>
                    <a:pt x="295" y="314"/>
                    <a:pt x="295" y="313"/>
                  </a:cubicBezTo>
                  <a:cubicBezTo>
                    <a:pt x="295" y="312"/>
                    <a:pt x="295" y="311"/>
                    <a:pt x="296" y="312"/>
                  </a:cubicBezTo>
                  <a:cubicBezTo>
                    <a:pt x="296" y="312"/>
                    <a:pt x="296" y="311"/>
                    <a:pt x="297" y="311"/>
                  </a:cubicBezTo>
                  <a:cubicBezTo>
                    <a:pt x="297" y="311"/>
                    <a:pt x="297" y="311"/>
                    <a:pt x="297" y="311"/>
                  </a:cubicBezTo>
                  <a:cubicBezTo>
                    <a:pt x="297" y="310"/>
                    <a:pt x="298" y="311"/>
                    <a:pt x="298" y="310"/>
                  </a:cubicBezTo>
                  <a:cubicBezTo>
                    <a:pt x="298" y="310"/>
                    <a:pt x="298" y="310"/>
                    <a:pt x="298" y="310"/>
                  </a:cubicBezTo>
                  <a:cubicBezTo>
                    <a:pt x="298" y="310"/>
                    <a:pt x="298" y="311"/>
                    <a:pt x="298" y="311"/>
                  </a:cubicBezTo>
                  <a:cubicBezTo>
                    <a:pt x="298" y="311"/>
                    <a:pt x="299" y="311"/>
                    <a:pt x="299" y="311"/>
                  </a:cubicBezTo>
                  <a:cubicBezTo>
                    <a:pt x="299" y="311"/>
                    <a:pt x="300" y="312"/>
                    <a:pt x="300" y="311"/>
                  </a:cubicBezTo>
                  <a:cubicBezTo>
                    <a:pt x="301" y="311"/>
                    <a:pt x="300" y="311"/>
                    <a:pt x="301" y="310"/>
                  </a:cubicBezTo>
                  <a:cubicBezTo>
                    <a:pt x="301" y="310"/>
                    <a:pt x="301" y="311"/>
                    <a:pt x="301" y="311"/>
                  </a:cubicBezTo>
                  <a:cubicBezTo>
                    <a:pt x="301" y="311"/>
                    <a:pt x="302" y="310"/>
                    <a:pt x="302" y="310"/>
                  </a:cubicBezTo>
                  <a:cubicBezTo>
                    <a:pt x="302" y="310"/>
                    <a:pt x="302" y="310"/>
                    <a:pt x="303" y="310"/>
                  </a:cubicBezTo>
                  <a:cubicBezTo>
                    <a:pt x="303" y="310"/>
                    <a:pt x="304" y="311"/>
                    <a:pt x="305" y="311"/>
                  </a:cubicBezTo>
                  <a:cubicBezTo>
                    <a:pt x="304" y="312"/>
                    <a:pt x="303" y="312"/>
                    <a:pt x="302" y="311"/>
                  </a:cubicBezTo>
                  <a:cubicBezTo>
                    <a:pt x="302" y="312"/>
                    <a:pt x="302" y="311"/>
                    <a:pt x="302" y="312"/>
                  </a:cubicBezTo>
                  <a:cubicBezTo>
                    <a:pt x="301" y="312"/>
                    <a:pt x="301" y="312"/>
                    <a:pt x="302" y="312"/>
                  </a:cubicBezTo>
                  <a:cubicBezTo>
                    <a:pt x="303" y="312"/>
                    <a:pt x="304" y="312"/>
                    <a:pt x="305" y="312"/>
                  </a:cubicBezTo>
                  <a:cubicBezTo>
                    <a:pt x="306" y="312"/>
                    <a:pt x="306" y="312"/>
                    <a:pt x="306" y="311"/>
                  </a:cubicBezTo>
                  <a:cubicBezTo>
                    <a:pt x="307" y="311"/>
                    <a:pt x="307" y="311"/>
                    <a:pt x="308" y="311"/>
                  </a:cubicBezTo>
                  <a:cubicBezTo>
                    <a:pt x="309" y="311"/>
                    <a:pt x="310" y="311"/>
                    <a:pt x="309" y="310"/>
                  </a:cubicBezTo>
                  <a:cubicBezTo>
                    <a:pt x="309" y="310"/>
                    <a:pt x="308" y="310"/>
                    <a:pt x="309" y="309"/>
                  </a:cubicBezTo>
                  <a:cubicBezTo>
                    <a:pt x="308" y="309"/>
                    <a:pt x="308" y="309"/>
                    <a:pt x="308" y="308"/>
                  </a:cubicBezTo>
                  <a:cubicBezTo>
                    <a:pt x="309" y="308"/>
                    <a:pt x="309" y="308"/>
                    <a:pt x="310" y="307"/>
                  </a:cubicBezTo>
                  <a:cubicBezTo>
                    <a:pt x="311" y="307"/>
                    <a:pt x="309" y="310"/>
                    <a:pt x="309" y="310"/>
                  </a:cubicBezTo>
                  <a:cubicBezTo>
                    <a:pt x="309" y="310"/>
                    <a:pt x="310" y="310"/>
                    <a:pt x="310" y="310"/>
                  </a:cubicBezTo>
                  <a:cubicBezTo>
                    <a:pt x="311" y="311"/>
                    <a:pt x="312" y="311"/>
                    <a:pt x="313" y="311"/>
                  </a:cubicBezTo>
                  <a:cubicBezTo>
                    <a:pt x="314" y="311"/>
                    <a:pt x="315" y="310"/>
                    <a:pt x="315" y="310"/>
                  </a:cubicBezTo>
                  <a:cubicBezTo>
                    <a:pt x="316" y="310"/>
                    <a:pt x="317" y="310"/>
                    <a:pt x="318" y="310"/>
                  </a:cubicBezTo>
                  <a:cubicBezTo>
                    <a:pt x="318" y="310"/>
                    <a:pt x="319" y="310"/>
                    <a:pt x="320" y="311"/>
                  </a:cubicBezTo>
                  <a:cubicBezTo>
                    <a:pt x="320" y="311"/>
                    <a:pt x="321" y="311"/>
                    <a:pt x="320" y="310"/>
                  </a:cubicBezTo>
                  <a:cubicBezTo>
                    <a:pt x="319" y="311"/>
                    <a:pt x="321" y="308"/>
                    <a:pt x="321" y="308"/>
                  </a:cubicBezTo>
                  <a:cubicBezTo>
                    <a:pt x="321" y="308"/>
                    <a:pt x="321" y="308"/>
                    <a:pt x="321" y="308"/>
                  </a:cubicBezTo>
                  <a:cubicBezTo>
                    <a:pt x="320" y="308"/>
                    <a:pt x="320" y="308"/>
                    <a:pt x="320" y="308"/>
                  </a:cubicBezTo>
                  <a:cubicBezTo>
                    <a:pt x="320" y="307"/>
                    <a:pt x="320" y="306"/>
                    <a:pt x="320" y="306"/>
                  </a:cubicBezTo>
                  <a:cubicBezTo>
                    <a:pt x="322" y="305"/>
                    <a:pt x="322" y="303"/>
                    <a:pt x="324" y="302"/>
                  </a:cubicBezTo>
                  <a:cubicBezTo>
                    <a:pt x="325" y="302"/>
                    <a:pt x="326" y="302"/>
                    <a:pt x="327" y="301"/>
                  </a:cubicBezTo>
                  <a:cubicBezTo>
                    <a:pt x="328" y="301"/>
                    <a:pt x="329" y="300"/>
                    <a:pt x="329" y="300"/>
                  </a:cubicBezTo>
                  <a:cubicBezTo>
                    <a:pt x="329" y="299"/>
                    <a:pt x="329" y="298"/>
                    <a:pt x="329" y="297"/>
                  </a:cubicBezTo>
                  <a:cubicBezTo>
                    <a:pt x="328" y="297"/>
                    <a:pt x="328" y="296"/>
                    <a:pt x="328" y="296"/>
                  </a:cubicBezTo>
                  <a:cubicBezTo>
                    <a:pt x="328" y="295"/>
                    <a:pt x="328" y="295"/>
                    <a:pt x="328" y="295"/>
                  </a:cubicBezTo>
                  <a:cubicBezTo>
                    <a:pt x="328" y="294"/>
                    <a:pt x="328" y="294"/>
                    <a:pt x="328" y="293"/>
                  </a:cubicBezTo>
                  <a:cubicBezTo>
                    <a:pt x="329" y="293"/>
                    <a:pt x="329" y="293"/>
                    <a:pt x="329" y="292"/>
                  </a:cubicBezTo>
                  <a:cubicBezTo>
                    <a:pt x="329" y="291"/>
                    <a:pt x="329" y="290"/>
                    <a:pt x="330" y="290"/>
                  </a:cubicBezTo>
                  <a:cubicBezTo>
                    <a:pt x="330" y="289"/>
                    <a:pt x="330" y="288"/>
                    <a:pt x="330" y="287"/>
                  </a:cubicBezTo>
                  <a:cubicBezTo>
                    <a:pt x="331" y="287"/>
                    <a:pt x="331" y="287"/>
                    <a:pt x="332" y="287"/>
                  </a:cubicBezTo>
                  <a:cubicBezTo>
                    <a:pt x="333" y="285"/>
                    <a:pt x="334" y="284"/>
                    <a:pt x="334" y="283"/>
                  </a:cubicBezTo>
                  <a:cubicBezTo>
                    <a:pt x="334" y="283"/>
                    <a:pt x="334" y="282"/>
                    <a:pt x="334" y="282"/>
                  </a:cubicBezTo>
                  <a:cubicBezTo>
                    <a:pt x="334" y="282"/>
                    <a:pt x="334" y="282"/>
                    <a:pt x="333" y="281"/>
                  </a:cubicBezTo>
                  <a:cubicBezTo>
                    <a:pt x="333" y="281"/>
                    <a:pt x="334" y="281"/>
                    <a:pt x="333" y="281"/>
                  </a:cubicBezTo>
                  <a:cubicBezTo>
                    <a:pt x="334" y="281"/>
                    <a:pt x="334" y="281"/>
                    <a:pt x="335" y="281"/>
                  </a:cubicBezTo>
                  <a:cubicBezTo>
                    <a:pt x="335" y="281"/>
                    <a:pt x="335" y="280"/>
                    <a:pt x="335" y="279"/>
                  </a:cubicBezTo>
                  <a:cubicBezTo>
                    <a:pt x="335" y="279"/>
                    <a:pt x="335" y="279"/>
                    <a:pt x="335" y="278"/>
                  </a:cubicBezTo>
                  <a:cubicBezTo>
                    <a:pt x="335" y="278"/>
                    <a:pt x="335" y="278"/>
                    <a:pt x="335" y="278"/>
                  </a:cubicBezTo>
                  <a:cubicBezTo>
                    <a:pt x="335" y="277"/>
                    <a:pt x="336" y="277"/>
                    <a:pt x="336" y="277"/>
                  </a:cubicBezTo>
                  <a:cubicBezTo>
                    <a:pt x="336" y="276"/>
                    <a:pt x="336" y="275"/>
                    <a:pt x="337" y="275"/>
                  </a:cubicBezTo>
                  <a:cubicBezTo>
                    <a:pt x="337" y="275"/>
                    <a:pt x="338" y="274"/>
                    <a:pt x="338" y="274"/>
                  </a:cubicBezTo>
                  <a:cubicBezTo>
                    <a:pt x="340" y="272"/>
                    <a:pt x="339" y="271"/>
                    <a:pt x="339" y="270"/>
                  </a:cubicBezTo>
                  <a:cubicBezTo>
                    <a:pt x="338" y="266"/>
                    <a:pt x="338" y="263"/>
                    <a:pt x="339" y="259"/>
                  </a:cubicBezTo>
                  <a:cubicBezTo>
                    <a:pt x="339" y="258"/>
                    <a:pt x="339" y="257"/>
                    <a:pt x="340" y="257"/>
                  </a:cubicBezTo>
                  <a:cubicBezTo>
                    <a:pt x="340" y="256"/>
                    <a:pt x="340" y="255"/>
                    <a:pt x="341" y="255"/>
                  </a:cubicBezTo>
                  <a:cubicBezTo>
                    <a:pt x="341" y="255"/>
                    <a:pt x="342" y="255"/>
                    <a:pt x="342" y="255"/>
                  </a:cubicBezTo>
                  <a:cubicBezTo>
                    <a:pt x="342" y="255"/>
                    <a:pt x="342" y="254"/>
                    <a:pt x="342" y="254"/>
                  </a:cubicBezTo>
                  <a:cubicBezTo>
                    <a:pt x="343" y="254"/>
                    <a:pt x="343" y="253"/>
                    <a:pt x="343" y="252"/>
                  </a:cubicBezTo>
                  <a:cubicBezTo>
                    <a:pt x="343" y="252"/>
                    <a:pt x="343" y="252"/>
                    <a:pt x="343" y="251"/>
                  </a:cubicBezTo>
                  <a:cubicBezTo>
                    <a:pt x="342" y="251"/>
                    <a:pt x="342" y="251"/>
                    <a:pt x="342" y="250"/>
                  </a:cubicBezTo>
                  <a:cubicBezTo>
                    <a:pt x="342" y="249"/>
                    <a:pt x="342" y="249"/>
                    <a:pt x="342" y="248"/>
                  </a:cubicBezTo>
                  <a:cubicBezTo>
                    <a:pt x="342" y="247"/>
                    <a:pt x="342" y="246"/>
                    <a:pt x="342" y="245"/>
                  </a:cubicBezTo>
                  <a:cubicBezTo>
                    <a:pt x="343" y="244"/>
                    <a:pt x="343" y="244"/>
                    <a:pt x="343" y="243"/>
                  </a:cubicBezTo>
                  <a:cubicBezTo>
                    <a:pt x="342" y="242"/>
                    <a:pt x="343" y="241"/>
                    <a:pt x="343" y="240"/>
                  </a:cubicBezTo>
                  <a:cubicBezTo>
                    <a:pt x="343" y="239"/>
                    <a:pt x="343" y="239"/>
                    <a:pt x="343" y="238"/>
                  </a:cubicBezTo>
                  <a:cubicBezTo>
                    <a:pt x="344" y="238"/>
                    <a:pt x="343" y="238"/>
                    <a:pt x="343" y="237"/>
                  </a:cubicBezTo>
                  <a:cubicBezTo>
                    <a:pt x="343" y="237"/>
                    <a:pt x="344" y="237"/>
                    <a:pt x="344" y="236"/>
                  </a:cubicBezTo>
                  <a:cubicBezTo>
                    <a:pt x="344" y="235"/>
                    <a:pt x="344" y="235"/>
                    <a:pt x="344" y="234"/>
                  </a:cubicBezTo>
                  <a:cubicBezTo>
                    <a:pt x="344" y="233"/>
                    <a:pt x="344" y="232"/>
                    <a:pt x="344" y="231"/>
                  </a:cubicBezTo>
                  <a:cubicBezTo>
                    <a:pt x="344" y="231"/>
                    <a:pt x="343" y="230"/>
                    <a:pt x="343" y="229"/>
                  </a:cubicBezTo>
                  <a:cubicBezTo>
                    <a:pt x="343" y="227"/>
                    <a:pt x="343" y="225"/>
                    <a:pt x="343" y="223"/>
                  </a:cubicBezTo>
                  <a:cubicBezTo>
                    <a:pt x="342" y="222"/>
                    <a:pt x="342" y="220"/>
                    <a:pt x="342" y="218"/>
                  </a:cubicBezTo>
                  <a:cubicBezTo>
                    <a:pt x="342" y="216"/>
                    <a:pt x="342" y="215"/>
                    <a:pt x="342" y="213"/>
                  </a:cubicBezTo>
                  <a:cubicBezTo>
                    <a:pt x="343" y="213"/>
                    <a:pt x="343" y="211"/>
                    <a:pt x="343" y="211"/>
                  </a:cubicBezTo>
                  <a:cubicBezTo>
                    <a:pt x="342" y="211"/>
                    <a:pt x="342" y="211"/>
                    <a:pt x="342" y="212"/>
                  </a:cubicBezTo>
                  <a:cubicBezTo>
                    <a:pt x="342" y="212"/>
                    <a:pt x="342" y="213"/>
                    <a:pt x="342" y="213"/>
                  </a:cubicBezTo>
                  <a:cubicBezTo>
                    <a:pt x="342" y="213"/>
                    <a:pt x="341" y="213"/>
                    <a:pt x="342" y="214"/>
                  </a:cubicBezTo>
                  <a:cubicBezTo>
                    <a:pt x="341" y="214"/>
                    <a:pt x="341" y="213"/>
                    <a:pt x="341" y="213"/>
                  </a:cubicBezTo>
                  <a:cubicBezTo>
                    <a:pt x="342" y="213"/>
                    <a:pt x="342" y="213"/>
                    <a:pt x="342" y="213"/>
                  </a:cubicBezTo>
                  <a:cubicBezTo>
                    <a:pt x="342" y="213"/>
                    <a:pt x="341" y="211"/>
                    <a:pt x="341" y="211"/>
                  </a:cubicBezTo>
                  <a:cubicBezTo>
                    <a:pt x="343" y="211"/>
                    <a:pt x="341" y="210"/>
                    <a:pt x="341" y="209"/>
                  </a:cubicBezTo>
                  <a:cubicBezTo>
                    <a:pt x="341" y="209"/>
                    <a:pt x="341" y="209"/>
                    <a:pt x="340" y="209"/>
                  </a:cubicBezTo>
                  <a:cubicBezTo>
                    <a:pt x="340" y="209"/>
                    <a:pt x="341" y="209"/>
                    <a:pt x="341" y="209"/>
                  </a:cubicBezTo>
                  <a:cubicBezTo>
                    <a:pt x="341" y="210"/>
                    <a:pt x="341" y="210"/>
                    <a:pt x="342" y="210"/>
                  </a:cubicBezTo>
                  <a:cubicBezTo>
                    <a:pt x="342" y="210"/>
                    <a:pt x="342" y="209"/>
                    <a:pt x="342" y="208"/>
                  </a:cubicBezTo>
                  <a:cubicBezTo>
                    <a:pt x="342" y="208"/>
                    <a:pt x="341" y="206"/>
                    <a:pt x="341" y="207"/>
                  </a:cubicBezTo>
                  <a:cubicBezTo>
                    <a:pt x="341" y="207"/>
                    <a:pt x="341" y="208"/>
                    <a:pt x="341" y="208"/>
                  </a:cubicBezTo>
                  <a:cubicBezTo>
                    <a:pt x="341" y="207"/>
                    <a:pt x="341" y="205"/>
                    <a:pt x="341" y="205"/>
                  </a:cubicBezTo>
                  <a:cubicBezTo>
                    <a:pt x="341" y="205"/>
                    <a:pt x="342" y="205"/>
                    <a:pt x="342" y="205"/>
                  </a:cubicBezTo>
                  <a:cubicBezTo>
                    <a:pt x="342" y="205"/>
                    <a:pt x="342" y="204"/>
                    <a:pt x="342" y="204"/>
                  </a:cubicBezTo>
                  <a:cubicBezTo>
                    <a:pt x="342" y="204"/>
                    <a:pt x="343" y="203"/>
                    <a:pt x="343" y="203"/>
                  </a:cubicBezTo>
                  <a:cubicBezTo>
                    <a:pt x="343" y="203"/>
                    <a:pt x="342" y="203"/>
                    <a:pt x="342" y="202"/>
                  </a:cubicBezTo>
                  <a:cubicBezTo>
                    <a:pt x="342" y="202"/>
                    <a:pt x="343" y="201"/>
                    <a:pt x="344" y="201"/>
                  </a:cubicBezTo>
                  <a:cubicBezTo>
                    <a:pt x="344" y="201"/>
                    <a:pt x="344" y="200"/>
                    <a:pt x="344" y="200"/>
                  </a:cubicBezTo>
                  <a:cubicBezTo>
                    <a:pt x="344" y="199"/>
                    <a:pt x="343" y="200"/>
                    <a:pt x="343" y="200"/>
                  </a:cubicBezTo>
                  <a:cubicBezTo>
                    <a:pt x="343" y="199"/>
                    <a:pt x="342" y="199"/>
                    <a:pt x="342" y="199"/>
                  </a:cubicBezTo>
                  <a:cubicBezTo>
                    <a:pt x="342" y="198"/>
                    <a:pt x="342" y="198"/>
                    <a:pt x="342" y="197"/>
                  </a:cubicBezTo>
                  <a:cubicBezTo>
                    <a:pt x="343" y="197"/>
                    <a:pt x="342" y="200"/>
                    <a:pt x="343" y="199"/>
                  </a:cubicBezTo>
                  <a:cubicBezTo>
                    <a:pt x="344" y="199"/>
                    <a:pt x="343" y="197"/>
                    <a:pt x="344" y="196"/>
                  </a:cubicBezTo>
                  <a:cubicBezTo>
                    <a:pt x="344" y="197"/>
                    <a:pt x="344" y="197"/>
                    <a:pt x="345" y="197"/>
                  </a:cubicBezTo>
                  <a:cubicBezTo>
                    <a:pt x="345" y="198"/>
                    <a:pt x="345" y="198"/>
                    <a:pt x="345" y="198"/>
                  </a:cubicBezTo>
                  <a:cubicBezTo>
                    <a:pt x="346" y="198"/>
                    <a:pt x="346" y="198"/>
                    <a:pt x="346" y="199"/>
                  </a:cubicBezTo>
                  <a:cubicBezTo>
                    <a:pt x="346" y="199"/>
                    <a:pt x="346" y="200"/>
                    <a:pt x="346" y="200"/>
                  </a:cubicBezTo>
                  <a:cubicBezTo>
                    <a:pt x="346" y="200"/>
                    <a:pt x="346" y="201"/>
                    <a:pt x="346" y="201"/>
                  </a:cubicBezTo>
                  <a:cubicBezTo>
                    <a:pt x="346" y="202"/>
                    <a:pt x="347" y="201"/>
                    <a:pt x="347" y="201"/>
                  </a:cubicBezTo>
                  <a:cubicBezTo>
                    <a:pt x="349" y="200"/>
                    <a:pt x="350" y="198"/>
                    <a:pt x="351" y="196"/>
                  </a:cubicBezTo>
                  <a:cubicBezTo>
                    <a:pt x="352" y="195"/>
                    <a:pt x="353" y="193"/>
                    <a:pt x="354" y="191"/>
                  </a:cubicBezTo>
                  <a:cubicBezTo>
                    <a:pt x="355" y="189"/>
                    <a:pt x="356" y="186"/>
                    <a:pt x="356" y="184"/>
                  </a:cubicBezTo>
                  <a:cubicBezTo>
                    <a:pt x="356" y="185"/>
                    <a:pt x="356" y="185"/>
                    <a:pt x="355" y="185"/>
                  </a:cubicBezTo>
                  <a:cubicBezTo>
                    <a:pt x="355" y="185"/>
                    <a:pt x="356" y="184"/>
                    <a:pt x="356" y="184"/>
                  </a:cubicBezTo>
                  <a:cubicBezTo>
                    <a:pt x="356" y="184"/>
                    <a:pt x="355" y="183"/>
                    <a:pt x="356" y="183"/>
                  </a:cubicBezTo>
                  <a:cubicBezTo>
                    <a:pt x="356" y="183"/>
                    <a:pt x="356" y="184"/>
                    <a:pt x="356" y="183"/>
                  </a:cubicBezTo>
                  <a:cubicBezTo>
                    <a:pt x="356" y="183"/>
                    <a:pt x="357" y="182"/>
                    <a:pt x="356" y="182"/>
                  </a:cubicBezTo>
                  <a:cubicBezTo>
                    <a:pt x="357" y="182"/>
                    <a:pt x="357" y="182"/>
                    <a:pt x="357" y="182"/>
                  </a:cubicBezTo>
                  <a:cubicBezTo>
                    <a:pt x="357" y="182"/>
                    <a:pt x="357" y="182"/>
                    <a:pt x="356" y="181"/>
                  </a:cubicBezTo>
                  <a:cubicBezTo>
                    <a:pt x="357" y="181"/>
                    <a:pt x="357" y="182"/>
                    <a:pt x="357" y="181"/>
                  </a:cubicBezTo>
                  <a:cubicBezTo>
                    <a:pt x="357" y="182"/>
                    <a:pt x="356" y="183"/>
                    <a:pt x="356" y="183"/>
                  </a:cubicBezTo>
                  <a:cubicBezTo>
                    <a:pt x="356" y="183"/>
                    <a:pt x="356" y="184"/>
                    <a:pt x="356" y="184"/>
                  </a:cubicBezTo>
                  <a:cubicBezTo>
                    <a:pt x="357" y="184"/>
                    <a:pt x="357" y="184"/>
                    <a:pt x="357" y="183"/>
                  </a:cubicBezTo>
                  <a:cubicBezTo>
                    <a:pt x="357" y="183"/>
                    <a:pt x="357" y="182"/>
                    <a:pt x="358" y="181"/>
                  </a:cubicBezTo>
                  <a:cubicBezTo>
                    <a:pt x="358" y="181"/>
                    <a:pt x="358" y="181"/>
                    <a:pt x="358" y="181"/>
                  </a:cubicBezTo>
                  <a:cubicBezTo>
                    <a:pt x="358" y="180"/>
                    <a:pt x="358" y="180"/>
                    <a:pt x="358" y="180"/>
                  </a:cubicBezTo>
                  <a:cubicBezTo>
                    <a:pt x="358" y="180"/>
                    <a:pt x="358" y="180"/>
                    <a:pt x="358" y="180"/>
                  </a:cubicBezTo>
                  <a:cubicBezTo>
                    <a:pt x="358" y="180"/>
                    <a:pt x="357" y="180"/>
                    <a:pt x="357" y="179"/>
                  </a:cubicBezTo>
                  <a:cubicBezTo>
                    <a:pt x="357" y="179"/>
                    <a:pt x="358" y="180"/>
                    <a:pt x="358" y="180"/>
                  </a:cubicBezTo>
                  <a:cubicBezTo>
                    <a:pt x="358" y="180"/>
                    <a:pt x="359" y="179"/>
                    <a:pt x="359" y="179"/>
                  </a:cubicBezTo>
                  <a:cubicBezTo>
                    <a:pt x="359" y="179"/>
                    <a:pt x="359" y="178"/>
                    <a:pt x="359" y="177"/>
                  </a:cubicBezTo>
                  <a:cubicBezTo>
                    <a:pt x="359" y="177"/>
                    <a:pt x="358" y="177"/>
                    <a:pt x="358" y="177"/>
                  </a:cubicBezTo>
                  <a:cubicBezTo>
                    <a:pt x="358" y="177"/>
                    <a:pt x="359" y="177"/>
                    <a:pt x="359" y="177"/>
                  </a:cubicBezTo>
                  <a:cubicBezTo>
                    <a:pt x="359" y="177"/>
                    <a:pt x="358" y="177"/>
                    <a:pt x="358" y="177"/>
                  </a:cubicBezTo>
                  <a:cubicBezTo>
                    <a:pt x="358" y="176"/>
                    <a:pt x="359" y="176"/>
                    <a:pt x="359" y="176"/>
                  </a:cubicBezTo>
                  <a:cubicBezTo>
                    <a:pt x="359" y="177"/>
                    <a:pt x="359" y="177"/>
                    <a:pt x="359" y="177"/>
                  </a:cubicBezTo>
                  <a:cubicBezTo>
                    <a:pt x="360" y="177"/>
                    <a:pt x="359" y="178"/>
                    <a:pt x="359" y="178"/>
                  </a:cubicBezTo>
                  <a:cubicBezTo>
                    <a:pt x="359" y="178"/>
                    <a:pt x="361" y="177"/>
                    <a:pt x="361" y="177"/>
                  </a:cubicBezTo>
                  <a:cubicBezTo>
                    <a:pt x="361" y="176"/>
                    <a:pt x="362" y="175"/>
                    <a:pt x="363" y="174"/>
                  </a:cubicBezTo>
                  <a:cubicBezTo>
                    <a:pt x="364" y="174"/>
                    <a:pt x="365" y="174"/>
                    <a:pt x="366" y="173"/>
                  </a:cubicBezTo>
                  <a:cubicBezTo>
                    <a:pt x="366" y="172"/>
                    <a:pt x="366" y="171"/>
                    <a:pt x="367" y="170"/>
                  </a:cubicBezTo>
                  <a:cubicBezTo>
                    <a:pt x="368" y="170"/>
                    <a:pt x="369" y="169"/>
                    <a:pt x="369" y="168"/>
                  </a:cubicBezTo>
                  <a:cubicBezTo>
                    <a:pt x="369" y="167"/>
                    <a:pt x="370" y="166"/>
                    <a:pt x="371" y="165"/>
                  </a:cubicBezTo>
                  <a:cubicBezTo>
                    <a:pt x="370" y="165"/>
                    <a:pt x="370" y="166"/>
                    <a:pt x="370" y="165"/>
                  </a:cubicBezTo>
                  <a:cubicBezTo>
                    <a:pt x="370" y="165"/>
                    <a:pt x="369" y="164"/>
                    <a:pt x="369" y="164"/>
                  </a:cubicBezTo>
                  <a:cubicBezTo>
                    <a:pt x="369" y="164"/>
                    <a:pt x="370" y="165"/>
                    <a:pt x="370" y="165"/>
                  </a:cubicBezTo>
                  <a:cubicBezTo>
                    <a:pt x="370" y="165"/>
                    <a:pt x="371" y="165"/>
                    <a:pt x="371" y="164"/>
                  </a:cubicBezTo>
                  <a:cubicBezTo>
                    <a:pt x="371" y="164"/>
                    <a:pt x="371" y="164"/>
                    <a:pt x="371" y="164"/>
                  </a:cubicBezTo>
                  <a:cubicBezTo>
                    <a:pt x="371" y="163"/>
                    <a:pt x="371" y="164"/>
                    <a:pt x="371" y="164"/>
                  </a:cubicBezTo>
                  <a:cubicBezTo>
                    <a:pt x="371" y="164"/>
                    <a:pt x="371" y="165"/>
                    <a:pt x="371" y="165"/>
                  </a:cubicBezTo>
                  <a:cubicBezTo>
                    <a:pt x="372" y="164"/>
                    <a:pt x="373" y="163"/>
                    <a:pt x="374" y="162"/>
                  </a:cubicBezTo>
                  <a:cubicBezTo>
                    <a:pt x="374" y="160"/>
                    <a:pt x="375" y="159"/>
                    <a:pt x="376" y="158"/>
                  </a:cubicBezTo>
                  <a:cubicBezTo>
                    <a:pt x="377" y="157"/>
                    <a:pt x="377" y="155"/>
                    <a:pt x="378" y="154"/>
                  </a:cubicBezTo>
                  <a:cubicBezTo>
                    <a:pt x="378" y="153"/>
                    <a:pt x="378" y="152"/>
                    <a:pt x="378" y="152"/>
                  </a:cubicBezTo>
                  <a:cubicBezTo>
                    <a:pt x="378" y="151"/>
                    <a:pt x="378" y="151"/>
                    <a:pt x="378" y="151"/>
                  </a:cubicBezTo>
                  <a:cubicBezTo>
                    <a:pt x="378" y="151"/>
                    <a:pt x="378" y="151"/>
                    <a:pt x="378" y="151"/>
                  </a:cubicBezTo>
                  <a:cubicBezTo>
                    <a:pt x="378" y="150"/>
                    <a:pt x="378" y="150"/>
                    <a:pt x="379" y="150"/>
                  </a:cubicBezTo>
                  <a:cubicBezTo>
                    <a:pt x="379" y="150"/>
                    <a:pt x="379" y="149"/>
                    <a:pt x="379" y="149"/>
                  </a:cubicBezTo>
                  <a:cubicBezTo>
                    <a:pt x="379" y="148"/>
                    <a:pt x="379" y="147"/>
                    <a:pt x="379" y="147"/>
                  </a:cubicBezTo>
                  <a:cubicBezTo>
                    <a:pt x="379" y="147"/>
                    <a:pt x="379" y="147"/>
                    <a:pt x="380" y="146"/>
                  </a:cubicBezTo>
                  <a:cubicBezTo>
                    <a:pt x="380" y="146"/>
                    <a:pt x="380" y="144"/>
                    <a:pt x="379" y="145"/>
                  </a:cubicBezTo>
                  <a:cubicBezTo>
                    <a:pt x="380" y="144"/>
                    <a:pt x="379" y="144"/>
                    <a:pt x="379" y="144"/>
                  </a:cubicBezTo>
                  <a:cubicBezTo>
                    <a:pt x="379" y="144"/>
                    <a:pt x="379" y="143"/>
                    <a:pt x="379" y="143"/>
                  </a:cubicBezTo>
                  <a:cubicBezTo>
                    <a:pt x="379" y="143"/>
                    <a:pt x="379" y="143"/>
                    <a:pt x="379" y="142"/>
                  </a:cubicBezTo>
                  <a:cubicBezTo>
                    <a:pt x="379" y="142"/>
                    <a:pt x="379" y="142"/>
                    <a:pt x="380" y="143"/>
                  </a:cubicBezTo>
                  <a:cubicBezTo>
                    <a:pt x="380" y="142"/>
                    <a:pt x="379" y="141"/>
                    <a:pt x="379" y="141"/>
                  </a:cubicBezTo>
                  <a:cubicBezTo>
                    <a:pt x="379" y="141"/>
                    <a:pt x="379" y="141"/>
                    <a:pt x="380" y="141"/>
                  </a:cubicBezTo>
                  <a:cubicBezTo>
                    <a:pt x="380" y="141"/>
                    <a:pt x="380" y="140"/>
                    <a:pt x="380" y="139"/>
                  </a:cubicBezTo>
                  <a:close/>
                  <a:moveTo>
                    <a:pt x="310" y="310"/>
                  </a:moveTo>
                  <a:cubicBezTo>
                    <a:pt x="310" y="310"/>
                    <a:pt x="310" y="310"/>
                    <a:pt x="310" y="310"/>
                  </a:cubicBezTo>
                  <a:cubicBezTo>
                    <a:pt x="310" y="310"/>
                    <a:pt x="310" y="310"/>
                    <a:pt x="310" y="310"/>
                  </a:cubicBezTo>
                  <a:cubicBezTo>
                    <a:pt x="310" y="310"/>
                    <a:pt x="310" y="310"/>
                    <a:pt x="310" y="310"/>
                  </a:cubicBezTo>
                  <a:close/>
                  <a:moveTo>
                    <a:pt x="230" y="56"/>
                  </a:moveTo>
                  <a:cubicBezTo>
                    <a:pt x="229" y="56"/>
                    <a:pt x="228" y="56"/>
                    <a:pt x="228" y="56"/>
                  </a:cubicBezTo>
                  <a:cubicBezTo>
                    <a:pt x="227" y="56"/>
                    <a:pt x="227" y="57"/>
                    <a:pt x="228" y="58"/>
                  </a:cubicBezTo>
                  <a:cubicBezTo>
                    <a:pt x="228" y="58"/>
                    <a:pt x="230" y="58"/>
                    <a:pt x="230" y="58"/>
                  </a:cubicBezTo>
                  <a:cubicBezTo>
                    <a:pt x="231" y="59"/>
                    <a:pt x="231" y="59"/>
                    <a:pt x="232" y="58"/>
                  </a:cubicBezTo>
                  <a:cubicBezTo>
                    <a:pt x="232" y="58"/>
                    <a:pt x="233" y="57"/>
                    <a:pt x="233" y="57"/>
                  </a:cubicBezTo>
                  <a:cubicBezTo>
                    <a:pt x="234" y="56"/>
                    <a:pt x="235" y="56"/>
                    <a:pt x="235" y="55"/>
                  </a:cubicBezTo>
                  <a:cubicBezTo>
                    <a:pt x="234" y="54"/>
                    <a:pt x="233" y="55"/>
                    <a:pt x="233" y="55"/>
                  </a:cubicBezTo>
                  <a:cubicBezTo>
                    <a:pt x="232" y="55"/>
                    <a:pt x="231" y="55"/>
                    <a:pt x="231" y="55"/>
                  </a:cubicBezTo>
                  <a:cubicBezTo>
                    <a:pt x="230" y="55"/>
                    <a:pt x="230" y="55"/>
                    <a:pt x="230" y="56"/>
                  </a:cubicBezTo>
                  <a:close/>
                  <a:moveTo>
                    <a:pt x="225" y="59"/>
                  </a:moveTo>
                  <a:cubicBezTo>
                    <a:pt x="226" y="58"/>
                    <a:pt x="224" y="58"/>
                    <a:pt x="224" y="59"/>
                  </a:cubicBezTo>
                  <a:cubicBezTo>
                    <a:pt x="223" y="59"/>
                    <a:pt x="221" y="59"/>
                    <a:pt x="221" y="60"/>
                  </a:cubicBezTo>
                  <a:cubicBezTo>
                    <a:pt x="221" y="61"/>
                    <a:pt x="222" y="61"/>
                    <a:pt x="223" y="61"/>
                  </a:cubicBezTo>
                  <a:cubicBezTo>
                    <a:pt x="223" y="61"/>
                    <a:pt x="224" y="60"/>
                    <a:pt x="224" y="60"/>
                  </a:cubicBezTo>
                  <a:cubicBezTo>
                    <a:pt x="225" y="60"/>
                    <a:pt x="225" y="59"/>
                    <a:pt x="225" y="59"/>
                  </a:cubicBezTo>
                  <a:close/>
                  <a:moveTo>
                    <a:pt x="222" y="66"/>
                  </a:moveTo>
                  <a:cubicBezTo>
                    <a:pt x="223" y="66"/>
                    <a:pt x="224" y="65"/>
                    <a:pt x="223" y="65"/>
                  </a:cubicBezTo>
                  <a:cubicBezTo>
                    <a:pt x="222" y="64"/>
                    <a:pt x="221" y="65"/>
                    <a:pt x="221" y="66"/>
                  </a:cubicBezTo>
                  <a:cubicBezTo>
                    <a:pt x="220" y="66"/>
                    <a:pt x="220" y="68"/>
                    <a:pt x="220" y="69"/>
                  </a:cubicBezTo>
                  <a:cubicBezTo>
                    <a:pt x="221" y="68"/>
                    <a:pt x="221" y="67"/>
                    <a:pt x="222" y="66"/>
                  </a:cubicBezTo>
                  <a:close/>
                  <a:moveTo>
                    <a:pt x="290" y="320"/>
                  </a:moveTo>
                  <a:cubicBezTo>
                    <a:pt x="291" y="320"/>
                    <a:pt x="290" y="318"/>
                    <a:pt x="289" y="319"/>
                  </a:cubicBezTo>
                  <a:cubicBezTo>
                    <a:pt x="289" y="320"/>
                    <a:pt x="289" y="320"/>
                    <a:pt x="289" y="320"/>
                  </a:cubicBezTo>
                  <a:cubicBezTo>
                    <a:pt x="289" y="321"/>
                    <a:pt x="288" y="321"/>
                    <a:pt x="289" y="321"/>
                  </a:cubicBezTo>
                  <a:cubicBezTo>
                    <a:pt x="289" y="321"/>
                    <a:pt x="289" y="321"/>
                    <a:pt x="290" y="321"/>
                  </a:cubicBezTo>
                  <a:cubicBezTo>
                    <a:pt x="290" y="321"/>
                    <a:pt x="290" y="322"/>
                    <a:pt x="291" y="322"/>
                  </a:cubicBezTo>
                  <a:cubicBezTo>
                    <a:pt x="291" y="321"/>
                    <a:pt x="290" y="321"/>
                    <a:pt x="290" y="320"/>
                  </a:cubicBezTo>
                  <a:close/>
                  <a:moveTo>
                    <a:pt x="262" y="346"/>
                  </a:moveTo>
                  <a:cubicBezTo>
                    <a:pt x="261" y="347"/>
                    <a:pt x="261" y="347"/>
                    <a:pt x="261" y="347"/>
                  </a:cubicBezTo>
                  <a:cubicBezTo>
                    <a:pt x="261" y="348"/>
                    <a:pt x="262" y="349"/>
                    <a:pt x="262" y="349"/>
                  </a:cubicBezTo>
                  <a:cubicBezTo>
                    <a:pt x="262" y="348"/>
                    <a:pt x="263" y="347"/>
                    <a:pt x="263" y="347"/>
                  </a:cubicBezTo>
                  <a:cubicBezTo>
                    <a:pt x="263" y="346"/>
                    <a:pt x="262" y="346"/>
                    <a:pt x="262" y="346"/>
                  </a:cubicBezTo>
                  <a:cubicBezTo>
                    <a:pt x="262" y="346"/>
                    <a:pt x="262" y="346"/>
                    <a:pt x="262" y="346"/>
                  </a:cubicBezTo>
                  <a:close/>
                  <a:moveTo>
                    <a:pt x="402" y="101"/>
                  </a:moveTo>
                  <a:cubicBezTo>
                    <a:pt x="403" y="100"/>
                    <a:pt x="401" y="100"/>
                    <a:pt x="402" y="101"/>
                  </a:cubicBezTo>
                  <a:close/>
                  <a:moveTo>
                    <a:pt x="439" y="284"/>
                  </a:moveTo>
                  <a:cubicBezTo>
                    <a:pt x="439" y="284"/>
                    <a:pt x="439" y="284"/>
                    <a:pt x="439" y="284"/>
                  </a:cubicBezTo>
                  <a:cubicBezTo>
                    <a:pt x="439" y="284"/>
                    <a:pt x="439" y="284"/>
                    <a:pt x="439" y="284"/>
                  </a:cubicBezTo>
                  <a:close/>
                  <a:moveTo>
                    <a:pt x="265" y="359"/>
                  </a:moveTo>
                  <a:cubicBezTo>
                    <a:pt x="264" y="360"/>
                    <a:pt x="265" y="361"/>
                    <a:pt x="264" y="361"/>
                  </a:cubicBezTo>
                  <a:cubicBezTo>
                    <a:pt x="264" y="362"/>
                    <a:pt x="264" y="362"/>
                    <a:pt x="264" y="362"/>
                  </a:cubicBezTo>
                  <a:cubicBezTo>
                    <a:pt x="264" y="362"/>
                    <a:pt x="264" y="362"/>
                    <a:pt x="264" y="363"/>
                  </a:cubicBezTo>
                  <a:cubicBezTo>
                    <a:pt x="264" y="363"/>
                    <a:pt x="264" y="364"/>
                    <a:pt x="264" y="364"/>
                  </a:cubicBezTo>
                  <a:cubicBezTo>
                    <a:pt x="265" y="364"/>
                    <a:pt x="265" y="364"/>
                    <a:pt x="265" y="363"/>
                  </a:cubicBezTo>
                  <a:cubicBezTo>
                    <a:pt x="265" y="363"/>
                    <a:pt x="265" y="363"/>
                    <a:pt x="265" y="363"/>
                  </a:cubicBezTo>
                  <a:cubicBezTo>
                    <a:pt x="265" y="362"/>
                    <a:pt x="265" y="362"/>
                    <a:pt x="265" y="362"/>
                  </a:cubicBezTo>
                  <a:cubicBezTo>
                    <a:pt x="265" y="361"/>
                    <a:pt x="266" y="359"/>
                    <a:pt x="265" y="359"/>
                  </a:cubicBezTo>
                  <a:close/>
                  <a:moveTo>
                    <a:pt x="299" y="312"/>
                  </a:moveTo>
                  <a:cubicBezTo>
                    <a:pt x="300" y="312"/>
                    <a:pt x="299" y="312"/>
                    <a:pt x="299" y="312"/>
                  </a:cubicBezTo>
                  <a:cubicBezTo>
                    <a:pt x="299" y="312"/>
                    <a:pt x="299" y="312"/>
                    <a:pt x="298" y="313"/>
                  </a:cubicBezTo>
                  <a:cubicBezTo>
                    <a:pt x="298" y="313"/>
                    <a:pt x="298" y="313"/>
                    <a:pt x="298" y="313"/>
                  </a:cubicBezTo>
                  <a:cubicBezTo>
                    <a:pt x="299" y="312"/>
                    <a:pt x="300" y="313"/>
                    <a:pt x="301" y="313"/>
                  </a:cubicBezTo>
                  <a:cubicBezTo>
                    <a:pt x="301" y="313"/>
                    <a:pt x="300" y="313"/>
                    <a:pt x="300" y="312"/>
                  </a:cubicBezTo>
                  <a:cubicBezTo>
                    <a:pt x="300" y="313"/>
                    <a:pt x="300" y="312"/>
                    <a:pt x="299" y="31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36" name="Bouvet Island (Norway)">
              <a:extLst>
                <a:ext uri="{FF2B5EF4-FFF2-40B4-BE49-F238E27FC236}">
                  <a16:creationId xmlns:a16="http://schemas.microsoft.com/office/drawing/2014/main" id="{1C40ACD8-E83F-6FB7-B89A-08F4A4765605}"/>
                </a:ext>
              </a:extLst>
            </p:cNvPr>
            <p:cNvSpPr/>
            <p:nvPr/>
          </p:nvSpPr>
          <p:spPr>
            <a:xfrm>
              <a:off x="5614176" y="6160580"/>
              <a:ext cx="5155" cy="3888"/>
            </a:xfrm>
            <a:custGeom>
              <a:avLst/>
              <a:gdLst>
                <a:gd name="connsiteX0" fmla="*/ 3 w 5155"/>
                <a:gd name="connsiteY0" fmla="*/ 1233 h 3888"/>
                <a:gd name="connsiteX1" fmla="*/ 251 w 5155"/>
                <a:gd name="connsiteY1" fmla="*/ 2728 h 3888"/>
                <a:gd name="connsiteX2" fmla="*/ 1112 w 5155"/>
                <a:gd name="connsiteY2" fmla="*/ 3540 h 3888"/>
                <a:gd name="connsiteX3" fmla="*/ 1195 w 5155"/>
                <a:gd name="connsiteY3" fmla="*/ 3838 h 3888"/>
                <a:gd name="connsiteX4" fmla="*/ 2128 w 5155"/>
                <a:gd name="connsiteY4" fmla="*/ 3661 h 3888"/>
                <a:gd name="connsiteX5" fmla="*/ 3094 w 5155"/>
                <a:gd name="connsiteY5" fmla="*/ 3424 h 3888"/>
                <a:gd name="connsiteX6" fmla="*/ 4407 w 5155"/>
                <a:gd name="connsiteY6" fmla="*/ 3391 h 3888"/>
                <a:gd name="connsiteX7" fmla="*/ 5031 w 5155"/>
                <a:gd name="connsiteY7" fmla="*/ 2579 h 3888"/>
                <a:gd name="connsiteX8" fmla="*/ 4970 w 5155"/>
                <a:gd name="connsiteY8" fmla="*/ 1100 h 3888"/>
                <a:gd name="connsiteX9" fmla="*/ 3061 w 5155"/>
                <a:gd name="connsiteY9" fmla="*/ 62 h 3888"/>
                <a:gd name="connsiteX10" fmla="*/ 2343 w 5155"/>
                <a:gd name="connsiteY10" fmla="*/ 51 h 3888"/>
                <a:gd name="connsiteX11" fmla="*/ 1769 w 5155"/>
                <a:gd name="connsiteY11" fmla="*/ 432 h 3888"/>
                <a:gd name="connsiteX12" fmla="*/ 825 w 5155"/>
                <a:gd name="connsiteY12" fmla="*/ 482 h 3888"/>
                <a:gd name="connsiteX13" fmla="*/ 141 w 5155"/>
                <a:gd name="connsiteY13" fmla="*/ 493 h 3888"/>
                <a:gd name="connsiteX14" fmla="*/ 3 w 5155"/>
                <a:gd name="connsiteY14" fmla="*/ 1233 h 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155" h="3888">
                  <a:moveTo>
                    <a:pt x="3" y="1233"/>
                  </a:moveTo>
                  <a:cubicBezTo>
                    <a:pt x="31" y="2055"/>
                    <a:pt x="42" y="2464"/>
                    <a:pt x="251" y="2728"/>
                  </a:cubicBezTo>
                  <a:cubicBezTo>
                    <a:pt x="560" y="3109"/>
                    <a:pt x="1007" y="3115"/>
                    <a:pt x="1112" y="3540"/>
                  </a:cubicBezTo>
                  <a:cubicBezTo>
                    <a:pt x="1151" y="3683"/>
                    <a:pt x="1118" y="3772"/>
                    <a:pt x="1195" y="3838"/>
                  </a:cubicBezTo>
                  <a:cubicBezTo>
                    <a:pt x="1344" y="3970"/>
                    <a:pt x="1631" y="3816"/>
                    <a:pt x="2128" y="3661"/>
                  </a:cubicBezTo>
                  <a:cubicBezTo>
                    <a:pt x="2354" y="3590"/>
                    <a:pt x="2718" y="3474"/>
                    <a:pt x="3094" y="3424"/>
                  </a:cubicBezTo>
                  <a:cubicBezTo>
                    <a:pt x="3839" y="3330"/>
                    <a:pt x="4021" y="3579"/>
                    <a:pt x="4407" y="3391"/>
                  </a:cubicBezTo>
                  <a:cubicBezTo>
                    <a:pt x="4794" y="3203"/>
                    <a:pt x="4948" y="2789"/>
                    <a:pt x="5031" y="2579"/>
                  </a:cubicBezTo>
                  <a:cubicBezTo>
                    <a:pt x="5070" y="2475"/>
                    <a:pt x="5324" y="1768"/>
                    <a:pt x="4970" y="1100"/>
                  </a:cubicBezTo>
                  <a:cubicBezTo>
                    <a:pt x="4639" y="454"/>
                    <a:pt x="3999" y="294"/>
                    <a:pt x="3061" y="62"/>
                  </a:cubicBezTo>
                  <a:cubicBezTo>
                    <a:pt x="2796" y="-4"/>
                    <a:pt x="2575" y="-32"/>
                    <a:pt x="2343" y="51"/>
                  </a:cubicBezTo>
                  <a:cubicBezTo>
                    <a:pt x="2056" y="151"/>
                    <a:pt x="2062" y="311"/>
                    <a:pt x="1769" y="432"/>
                  </a:cubicBezTo>
                  <a:cubicBezTo>
                    <a:pt x="1554" y="520"/>
                    <a:pt x="1311" y="509"/>
                    <a:pt x="825" y="482"/>
                  </a:cubicBezTo>
                  <a:cubicBezTo>
                    <a:pt x="362" y="454"/>
                    <a:pt x="257" y="405"/>
                    <a:pt x="141" y="493"/>
                  </a:cubicBezTo>
                  <a:cubicBezTo>
                    <a:pt x="42" y="570"/>
                    <a:pt x="-14" y="719"/>
                    <a:pt x="3" y="1233"/>
                  </a:cubicBezTo>
                  <a:close/>
                </a:path>
              </a:pathLst>
            </a:custGeom>
            <a:grpFill/>
            <a:ln w="1905" cap="flat">
              <a:noFill/>
              <a:prstDash val="solid"/>
              <a:miter/>
            </a:ln>
          </p:spPr>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801" b="0" i="0" u="none" strike="noStrike" kern="0" cap="none" spc="0" normalizeH="0" baseline="0" noProof="0">
                <a:ln>
                  <a:noFill/>
                </a:ln>
                <a:solidFill>
                  <a:srgbClr val="FFFFFF"/>
                </a:solidFill>
                <a:effectLst/>
                <a:uLnTx/>
                <a:uFillTx/>
                <a:latin typeface="Segoe UI"/>
                <a:ea typeface="+mn-ea"/>
                <a:cs typeface="+mn-cs"/>
              </a:endParaRPr>
            </a:p>
          </p:txBody>
        </p:sp>
        <p:sp>
          <p:nvSpPr>
            <p:cNvPr id="537" name="Botswana">
              <a:extLst>
                <a:ext uri="{FF2B5EF4-FFF2-40B4-BE49-F238E27FC236}">
                  <a16:creationId xmlns:a16="http://schemas.microsoft.com/office/drawing/2014/main" id="{BA7B4355-A0C9-4882-F975-E99F1916975F}"/>
                </a:ext>
              </a:extLst>
            </p:cNvPr>
            <p:cNvSpPr>
              <a:spLocks/>
            </p:cNvSpPr>
            <p:nvPr/>
          </p:nvSpPr>
          <p:spPr bwMode="auto">
            <a:xfrm>
              <a:off x="6373977" y="4735365"/>
              <a:ext cx="314632" cy="357760"/>
            </a:xfrm>
            <a:custGeom>
              <a:avLst/>
              <a:gdLst/>
              <a:ahLst/>
              <a:cxnLst>
                <a:cxn ang="0">
                  <a:pos x="87" y="45"/>
                </a:cxn>
                <a:cxn ang="0">
                  <a:pos x="81" y="43"/>
                </a:cxn>
                <a:cxn ang="0">
                  <a:pos x="75" y="39"/>
                </a:cxn>
                <a:cxn ang="0">
                  <a:pos x="74" y="33"/>
                </a:cxn>
                <a:cxn ang="0">
                  <a:pos x="70" y="27"/>
                </a:cxn>
                <a:cxn ang="0">
                  <a:pos x="66" y="24"/>
                </a:cxn>
                <a:cxn ang="0">
                  <a:pos x="62" y="21"/>
                </a:cxn>
                <a:cxn ang="0">
                  <a:pos x="61" y="20"/>
                </a:cxn>
                <a:cxn ang="0">
                  <a:pos x="58" y="15"/>
                </a:cxn>
                <a:cxn ang="0">
                  <a:pos x="56" y="10"/>
                </a:cxn>
                <a:cxn ang="0">
                  <a:pos x="52" y="4"/>
                </a:cxn>
                <a:cxn ang="0">
                  <a:pos x="49" y="1"/>
                </a:cxn>
                <a:cxn ang="0">
                  <a:pos x="44" y="3"/>
                </a:cxn>
                <a:cxn ang="0">
                  <a:pos x="41" y="4"/>
                </a:cxn>
                <a:cxn ang="0">
                  <a:pos x="36" y="8"/>
                </a:cxn>
                <a:cxn ang="0">
                  <a:pos x="33" y="4"/>
                </a:cxn>
                <a:cxn ang="0">
                  <a:pos x="12" y="6"/>
                </a:cxn>
                <a:cxn ang="0">
                  <a:pos x="10" y="15"/>
                </a:cxn>
                <a:cxn ang="0">
                  <a:pos x="7" y="47"/>
                </a:cxn>
                <a:cxn ang="0">
                  <a:pos x="0" y="51"/>
                </a:cxn>
                <a:cxn ang="0">
                  <a:pos x="0" y="77"/>
                </a:cxn>
                <a:cxn ang="0">
                  <a:pos x="4" y="83"/>
                </a:cxn>
                <a:cxn ang="0">
                  <a:pos x="6" y="85"/>
                </a:cxn>
                <a:cxn ang="0">
                  <a:pos x="6" y="88"/>
                </a:cxn>
                <a:cxn ang="0">
                  <a:pos x="7" y="95"/>
                </a:cxn>
                <a:cxn ang="0">
                  <a:pos x="5" y="99"/>
                </a:cxn>
                <a:cxn ang="0">
                  <a:pos x="7" y="100"/>
                </a:cxn>
                <a:cxn ang="0">
                  <a:pos x="16" y="100"/>
                </a:cxn>
                <a:cxn ang="0">
                  <a:pos x="21" y="95"/>
                </a:cxn>
                <a:cxn ang="0">
                  <a:pos x="24" y="93"/>
                </a:cxn>
                <a:cxn ang="0">
                  <a:pos x="25" y="91"/>
                </a:cxn>
                <a:cxn ang="0">
                  <a:pos x="26" y="87"/>
                </a:cxn>
                <a:cxn ang="0">
                  <a:pos x="27" y="85"/>
                </a:cxn>
                <a:cxn ang="0">
                  <a:pos x="29" y="83"/>
                </a:cxn>
                <a:cxn ang="0">
                  <a:pos x="32" y="83"/>
                </a:cxn>
                <a:cxn ang="0">
                  <a:pos x="36" y="86"/>
                </a:cxn>
                <a:cxn ang="0">
                  <a:pos x="40" y="88"/>
                </a:cxn>
                <a:cxn ang="0">
                  <a:pos x="45" y="89"/>
                </a:cxn>
                <a:cxn ang="0">
                  <a:pos x="52" y="87"/>
                </a:cxn>
                <a:cxn ang="0">
                  <a:pos x="57" y="77"/>
                </a:cxn>
                <a:cxn ang="0">
                  <a:pos x="65" y="72"/>
                </a:cxn>
                <a:cxn ang="0">
                  <a:pos x="66" y="65"/>
                </a:cxn>
                <a:cxn ang="0">
                  <a:pos x="68" y="64"/>
                </a:cxn>
                <a:cxn ang="0">
                  <a:pos x="71" y="62"/>
                </a:cxn>
                <a:cxn ang="0">
                  <a:pos x="73" y="60"/>
                </a:cxn>
                <a:cxn ang="0">
                  <a:pos x="75" y="59"/>
                </a:cxn>
                <a:cxn ang="0">
                  <a:pos x="77" y="56"/>
                </a:cxn>
                <a:cxn ang="0">
                  <a:pos x="82" y="53"/>
                </a:cxn>
                <a:cxn ang="0">
                  <a:pos x="86" y="50"/>
                </a:cxn>
                <a:cxn ang="0">
                  <a:pos x="89" y="49"/>
                </a:cxn>
              </a:cxnLst>
              <a:rect l="0" t="0" r="r" b="b"/>
              <a:pathLst>
                <a:path w="89" h="101">
                  <a:moveTo>
                    <a:pt x="88" y="48"/>
                  </a:moveTo>
                  <a:cubicBezTo>
                    <a:pt x="87" y="48"/>
                    <a:pt x="87" y="48"/>
                    <a:pt x="87" y="47"/>
                  </a:cubicBezTo>
                  <a:cubicBezTo>
                    <a:pt x="86" y="46"/>
                    <a:pt x="87" y="46"/>
                    <a:pt x="87" y="45"/>
                  </a:cubicBezTo>
                  <a:cubicBezTo>
                    <a:pt x="87" y="44"/>
                    <a:pt x="86" y="45"/>
                    <a:pt x="85" y="44"/>
                  </a:cubicBezTo>
                  <a:cubicBezTo>
                    <a:pt x="84" y="44"/>
                    <a:pt x="84" y="44"/>
                    <a:pt x="83" y="43"/>
                  </a:cubicBezTo>
                  <a:cubicBezTo>
                    <a:pt x="82" y="43"/>
                    <a:pt x="82" y="43"/>
                    <a:pt x="81" y="43"/>
                  </a:cubicBezTo>
                  <a:cubicBezTo>
                    <a:pt x="81" y="43"/>
                    <a:pt x="80" y="43"/>
                    <a:pt x="79" y="43"/>
                  </a:cubicBezTo>
                  <a:cubicBezTo>
                    <a:pt x="78" y="42"/>
                    <a:pt x="78" y="43"/>
                    <a:pt x="77" y="42"/>
                  </a:cubicBezTo>
                  <a:cubicBezTo>
                    <a:pt x="76" y="42"/>
                    <a:pt x="76" y="40"/>
                    <a:pt x="75" y="39"/>
                  </a:cubicBezTo>
                  <a:cubicBezTo>
                    <a:pt x="75" y="38"/>
                    <a:pt x="74" y="38"/>
                    <a:pt x="74" y="37"/>
                  </a:cubicBezTo>
                  <a:cubicBezTo>
                    <a:pt x="74" y="37"/>
                    <a:pt x="74" y="36"/>
                    <a:pt x="74" y="35"/>
                  </a:cubicBezTo>
                  <a:cubicBezTo>
                    <a:pt x="74" y="34"/>
                    <a:pt x="75" y="33"/>
                    <a:pt x="74" y="33"/>
                  </a:cubicBezTo>
                  <a:cubicBezTo>
                    <a:pt x="74" y="32"/>
                    <a:pt x="74" y="32"/>
                    <a:pt x="74" y="31"/>
                  </a:cubicBezTo>
                  <a:cubicBezTo>
                    <a:pt x="74" y="30"/>
                    <a:pt x="71" y="30"/>
                    <a:pt x="70" y="30"/>
                  </a:cubicBezTo>
                  <a:cubicBezTo>
                    <a:pt x="70" y="29"/>
                    <a:pt x="70" y="28"/>
                    <a:pt x="70" y="27"/>
                  </a:cubicBezTo>
                  <a:cubicBezTo>
                    <a:pt x="70" y="26"/>
                    <a:pt x="69" y="26"/>
                    <a:pt x="68" y="25"/>
                  </a:cubicBezTo>
                  <a:cubicBezTo>
                    <a:pt x="68" y="25"/>
                    <a:pt x="67" y="25"/>
                    <a:pt x="67" y="25"/>
                  </a:cubicBezTo>
                  <a:cubicBezTo>
                    <a:pt x="66" y="25"/>
                    <a:pt x="66" y="24"/>
                    <a:pt x="66" y="24"/>
                  </a:cubicBezTo>
                  <a:cubicBezTo>
                    <a:pt x="65" y="24"/>
                    <a:pt x="65" y="24"/>
                    <a:pt x="65" y="24"/>
                  </a:cubicBezTo>
                  <a:cubicBezTo>
                    <a:pt x="64" y="24"/>
                    <a:pt x="64" y="24"/>
                    <a:pt x="64" y="23"/>
                  </a:cubicBezTo>
                  <a:cubicBezTo>
                    <a:pt x="63" y="22"/>
                    <a:pt x="62" y="22"/>
                    <a:pt x="62" y="21"/>
                  </a:cubicBezTo>
                  <a:cubicBezTo>
                    <a:pt x="62" y="21"/>
                    <a:pt x="61" y="21"/>
                    <a:pt x="61" y="21"/>
                  </a:cubicBezTo>
                  <a:cubicBezTo>
                    <a:pt x="61" y="21"/>
                    <a:pt x="61" y="21"/>
                    <a:pt x="61" y="21"/>
                  </a:cubicBezTo>
                  <a:cubicBezTo>
                    <a:pt x="61" y="21"/>
                    <a:pt x="62" y="20"/>
                    <a:pt x="61" y="20"/>
                  </a:cubicBezTo>
                  <a:cubicBezTo>
                    <a:pt x="60" y="20"/>
                    <a:pt x="60" y="20"/>
                    <a:pt x="59" y="19"/>
                  </a:cubicBezTo>
                  <a:cubicBezTo>
                    <a:pt x="59" y="18"/>
                    <a:pt x="59" y="17"/>
                    <a:pt x="59" y="16"/>
                  </a:cubicBezTo>
                  <a:cubicBezTo>
                    <a:pt x="58" y="16"/>
                    <a:pt x="58" y="15"/>
                    <a:pt x="58" y="15"/>
                  </a:cubicBezTo>
                  <a:cubicBezTo>
                    <a:pt x="58" y="14"/>
                    <a:pt x="58" y="14"/>
                    <a:pt x="58" y="13"/>
                  </a:cubicBezTo>
                  <a:cubicBezTo>
                    <a:pt x="58" y="13"/>
                    <a:pt x="57" y="12"/>
                    <a:pt x="57" y="12"/>
                  </a:cubicBezTo>
                  <a:cubicBezTo>
                    <a:pt x="56" y="11"/>
                    <a:pt x="56" y="11"/>
                    <a:pt x="56" y="10"/>
                  </a:cubicBezTo>
                  <a:cubicBezTo>
                    <a:pt x="56" y="10"/>
                    <a:pt x="56" y="10"/>
                    <a:pt x="56" y="9"/>
                  </a:cubicBezTo>
                  <a:cubicBezTo>
                    <a:pt x="55" y="9"/>
                    <a:pt x="54" y="8"/>
                    <a:pt x="54" y="7"/>
                  </a:cubicBezTo>
                  <a:cubicBezTo>
                    <a:pt x="53" y="6"/>
                    <a:pt x="53" y="5"/>
                    <a:pt x="52" y="4"/>
                  </a:cubicBezTo>
                  <a:cubicBezTo>
                    <a:pt x="52" y="4"/>
                    <a:pt x="51" y="3"/>
                    <a:pt x="51" y="2"/>
                  </a:cubicBezTo>
                  <a:cubicBezTo>
                    <a:pt x="51" y="1"/>
                    <a:pt x="52" y="0"/>
                    <a:pt x="51" y="1"/>
                  </a:cubicBezTo>
                  <a:cubicBezTo>
                    <a:pt x="50" y="1"/>
                    <a:pt x="49" y="2"/>
                    <a:pt x="49" y="1"/>
                  </a:cubicBezTo>
                  <a:cubicBezTo>
                    <a:pt x="48" y="1"/>
                    <a:pt x="47" y="1"/>
                    <a:pt x="47" y="2"/>
                  </a:cubicBezTo>
                  <a:cubicBezTo>
                    <a:pt x="46" y="2"/>
                    <a:pt x="46" y="2"/>
                    <a:pt x="46" y="3"/>
                  </a:cubicBezTo>
                  <a:cubicBezTo>
                    <a:pt x="45" y="3"/>
                    <a:pt x="44" y="4"/>
                    <a:pt x="44" y="3"/>
                  </a:cubicBezTo>
                  <a:cubicBezTo>
                    <a:pt x="44" y="3"/>
                    <a:pt x="44" y="3"/>
                    <a:pt x="43" y="3"/>
                  </a:cubicBezTo>
                  <a:cubicBezTo>
                    <a:pt x="43" y="2"/>
                    <a:pt x="43" y="3"/>
                    <a:pt x="42" y="3"/>
                  </a:cubicBezTo>
                  <a:cubicBezTo>
                    <a:pt x="42" y="3"/>
                    <a:pt x="41" y="3"/>
                    <a:pt x="41" y="4"/>
                  </a:cubicBezTo>
                  <a:cubicBezTo>
                    <a:pt x="40" y="4"/>
                    <a:pt x="40" y="5"/>
                    <a:pt x="39" y="5"/>
                  </a:cubicBezTo>
                  <a:cubicBezTo>
                    <a:pt x="39" y="5"/>
                    <a:pt x="39" y="6"/>
                    <a:pt x="38" y="6"/>
                  </a:cubicBezTo>
                  <a:cubicBezTo>
                    <a:pt x="37" y="6"/>
                    <a:pt x="37" y="8"/>
                    <a:pt x="36" y="8"/>
                  </a:cubicBezTo>
                  <a:cubicBezTo>
                    <a:pt x="35" y="8"/>
                    <a:pt x="35" y="7"/>
                    <a:pt x="35" y="7"/>
                  </a:cubicBezTo>
                  <a:cubicBezTo>
                    <a:pt x="35" y="6"/>
                    <a:pt x="34" y="6"/>
                    <a:pt x="34" y="5"/>
                  </a:cubicBezTo>
                  <a:cubicBezTo>
                    <a:pt x="33" y="5"/>
                    <a:pt x="33" y="4"/>
                    <a:pt x="33" y="4"/>
                  </a:cubicBezTo>
                  <a:cubicBezTo>
                    <a:pt x="33" y="3"/>
                    <a:pt x="33" y="3"/>
                    <a:pt x="32" y="3"/>
                  </a:cubicBezTo>
                  <a:cubicBezTo>
                    <a:pt x="30" y="3"/>
                    <a:pt x="27" y="4"/>
                    <a:pt x="25" y="4"/>
                  </a:cubicBezTo>
                  <a:cubicBezTo>
                    <a:pt x="21" y="5"/>
                    <a:pt x="17" y="6"/>
                    <a:pt x="12" y="6"/>
                  </a:cubicBezTo>
                  <a:cubicBezTo>
                    <a:pt x="12" y="6"/>
                    <a:pt x="11" y="7"/>
                    <a:pt x="11" y="7"/>
                  </a:cubicBezTo>
                  <a:cubicBezTo>
                    <a:pt x="10" y="7"/>
                    <a:pt x="11" y="8"/>
                    <a:pt x="11" y="8"/>
                  </a:cubicBezTo>
                  <a:cubicBezTo>
                    <a:pt x="11" y="10"/>
                    <a:pt x="10" y="13"/>
                    <a:pt x="10" y="15"/>
                  </a:cubicBezTo>
                  <a:cubicBezTo>
                    <a:pt x="10" y="23"/>
                    <a:pt x="10" y="31"/>
                    <a:pt x="10" y="40"/>
                  </a:cubicBezTo>
                  <a:cubicBezTo>
                    <a:pt x="10" y="42"/>
                    <a:pt x="10" y="44"/>
                    <a:pt x="10" y="46"/>
                  </a:cubicBezTo>
                  <a:cubicBezTo>
                    <a:pt x="10" y="47"/>
                    <a:pt x="8" y="47"/>
                    <a:pt x="7" y="47"/>
                  </a:cubicBezTo>
                  <a:cubicBezTo>
                    <a:pt x="5" y="47"/>
                    <a:pt x="3" y="47"/>
                    <a:pt x="1" y="47"/>
                  </a:cubicBezTo>
                  <a:cubicBezTo>
                    <a:pt x="0" y="47"/>
                    <a:pt x="0" y="48"/>
                    <a:pt x="0" y="49"/>
                  </a:cubicBezTo>
                  <a:cubicBezTo>
                    <a:pt x="0" y="50"/>
                    <a:pt x="0" y="50"/>
                    <a:pt x="0" y="51"/>
                  </a:cubicBezTo>
                  <a:cubicBezTo>
                    <a:pt x="0" y="54"/>
                    <a:pt x="0" y="56"/>
                    <a:pt x="0" y="58"/>
                  </a:cubicBezTo>
                  <a:cubicBezTo>
                    <a:pt x="0" y="62"/>
                    <a:pt x="0" y="66"/>
                    <a:pt x="0" y="70"/>
                  </a:cubicBezTo>
                  <a:cubicBezTo>
                    <a:pt x="0" y="72"/>
                    <a:pt x="0" y="75"/>
                    <a:pt x="0" y="77"/>
                  </a:cubicBezTo>
                  <a:cubicBezTo>
                    <a:pt x="0" y="78"/>
                    <a:pt x="1" y="78"/>
                    <a:pt x="2" y="79"/>
                  </a:cubicBezTo>
                  <a:cubicBezTo>
                    <a:pt x="3" y="80"/>
                    <a:pt x="3" y="80"/>
                    <a:pt x="4" y="81"/>
                  </a:cubicBezTo>
                  <a:cubicBezTo>
                    <a:pt x="4" y="81"/>
                    <a:pt x="4" y="82"/>
                    <a:pt x="4" y="83"/>
                  </a:cubicBezTo>
                  <a:cubicBezTo>
                    <a:pt x="5" y="83"/>
                    <a:pt x="5" y="84"/>
                    <a:pt x="5" y="84"/>
                  </a:cubicBezTo>
                  <a:cubicBezTo>
                    <a:pt x="5" y="85"/>
                    <a:pt x="6" y="85"/>
                    <a:pt x="6" y="85"/>
                  </a:cubicBezTo>
                  <a:cubicBezTo>
                    <a:pt x="6" y="85"/>
                    <a:pt x="6" y="85"/>
                    <a:pt x="6" y="85"/>
                  </a:cubicBezTo>
                  <a:cubicBezTo>
                    <a:pt x="6" y="85"/>
                    <a:pt x="6" y="86"/>
                    <a:pt x="6" y="86"/>
                  </a:cubicBezTo>
                  <a:cubicBezTo>
                    <a:pt x="6" y="87"/>
                    <a:pt x="6" y="87"/>
                    <a:pt x="6" y="87"/>
                  </a:cubicBezTo>
                  <a:cubicBezTo>
                    <a:pt x="6" y="87"/>
                    <a:pt x="6" y="87"/>
                    <a:pt x="6" y="88"/>
                  </a:cubicBezTo>
                  <a:cubicBezTo>
                    <a:pt x="7" y="88"/>
                    <a:pt x="7" y="89"/>
                    <a:pt x="7" y="89"/>
                  </a:cubicBezTo>
                  <a:cubicBezTo>
                    <a:pt x="8" y="90"/>
                    <a:pt x="7" y="91"/>
                    <a:pt x="8" y="92"/>
                  </a:cubicBezTo>
                  <a:cubicBezTo>
                    <a:pt x="8" y="93"/>
                    <a:pt x="7" y="94"/>
                    <a:pt x="7" y="95"/>
                  </a:cubicBezTo>
                  <a:cubicBezTo>
                    <a:pt x="6" y="95"/>
                    <a:pt x="5" y="96"/>
                    <a:pt x="5" y="97"/>
                  </a:cubicBezTo>
                  <a:cubicBezTo>
                    <a:pt x="5" y="97"/>
                    <a:pt x="6" y="97"/>
                    <a:pt x="5" y="98"/>
                  </a:cubicBezTo>
                  <a:cubicBezTo>
                    <a:pt x="5" y="98"/>
                    <a:pt x="5" y="99"/>
                    <a:pt x="5" y="99"/>
                  </a:cubicBezTo>
                  <a:cubicBezTo>
                    <a:pt x="5" y="99"/>
                    <a:pt x="5" y="100"/>
                    <a:pt x="6" y="100"/>
                  </a:cubicBezTo>
                  <a:cubicBezTo>
                    <a:pt x="6" y="100"/>
                    <a:pt x="6" y="101"/>
                    <a:pt x="6" y="101"/>
                  </a:cubicBezTo>
                  <a:cubicBezTo>
                    <a:pt x="6" y="100"/>
                    <a:pt x="7" y="100"/>
                    <a:pt x="7" y="100"/>
                  </a:cubicBezTo>
                  <a:cubicBezTo>
                    <a:pt x="8" y="100"/>
                    <a:pt x="8" y="100"/>
                    <a:pt x="9" y="100"/>
                  </a:cubicBezTo>
                  <a:cubicBezTo>
                    <a:pt x="10" y="101"/>
                    <a:pt x="11" y="100"/>
                    <a:pt x="13" y="100"/>
                  </a:cubicBezTo>
                  <a:cubicBezTo>
                    <a:pt x="14" y="100"/>
                    <a:pt x="15" y="101"/>
                    <a:pt x="16" y="100"/>
                  </a:cubicBezTo>
                  <a:cubicBezTo>
                    <a:pt x="17" y="99"/>
                    <a:pt x="16" y="98"/>
                    <a:pt x="17" y="98"/>
                  </a:cubicBezTo>
                  <a:cubicBezTo>
                    <a:pt x="19" y="98"/>
                    <a:pt x="19" y="98"/>
                    <a:pt x="20" y="96"/>
                  </a:cubicBezTo>
                  <a:cubicBezTo>
                    <a:pt x="20" y="96"/>
                    <a:pt x="20" y="95"/>
                    <a:pt x="21" y="95"/>
                  </a:cubicBezTo>
                  <a:cubicBezTo>
                    <a:pt x="21" y="95"/>
                    <a:pt x="22" y="95"/>
                    <a:pt x="22" y="94"/>
                  </a:cubicBezTo>
                  <a:cubicBezTo>
                    <a:pt x="22" y="94"/>
                    <a:pt x="23" y="93"/>
                    <a:pt x="23" y="93"/>
                  </a:cubicBezTo>
                  <a:cubicBezTo>
                    <a:pt x="23" y="93"/>
                    <a:pt x="23" y="94"/>
                    <a:pt x="24" y="93"/>
                  </a:cubicBezTo>
                  <a:cubicBezTo>
                    <a:pt x="24" y="93"/>
                    <a:pt x="24" y="93"/>
                    <a:pt x="24" y="93"/>
                  </a:cubicBezTo>
                  <a:cubicBezTo>
                    <a:pt x="24" y="92"/>
                    <a:pt x="25" y="92"/>
                    <a:pt x="25" y="91"/>
                  </a:cubicBezTo>
                  <a:cubicBezTo>
                    <a:pt x="25" y="91"/>
                    <a:pt x="25" y="91"/>
                    <a:pt x="25" y="91"/>
                  </a:cubicBezTo>
                  <a:cubicBezTo>
                    <a:pt x="25" y="90"/>
                    <a:pt x="25" y="90"/>
                    <a:pt x="26" y="89"/>
                  </a:cubicBezTo>
                  <a:cubicBezTo>
                    <a:pt x="26" y="89"/>
                    <a:pt x="26" y="89"/>
                    <a:pt x="26" y="89"/>
                  </a:cubicBezTo>
                  <a:cubicBezTo>
                    <a:pt x="26" y="88"/>
                    <a:pt x="26" y="88"/>
                    <a:pt x="26" y="87"/>
                  </a:cubicBezTo>
                  <a:cubicBezTo>
                    <a:pt x="26" y="87"/>
                    <a:pt x="26" y="87"/>
                    <a:pt x="26" y="87"/>
                  </a:cubicBezTo>
                  <a:cubicBezTo>
                    <a:pt x="27" y="86"/>
                    <a:pt x="26" y="86"/>
                    <a:pt x="26" y="86"/>
                  </a:cubicBezTo>
                  <a:cubicBezTo>
                    <a:pt x="26" y="86"/>
                    <a:pt x="26" y="86"/>
                    <a:pt x="27" y="85"/>
                  </a:cubicBezTo>
                  <a:cubicBezTo>
                    <a:pt x="27" y="85"/>
                    <a:pt x="27" y="85"/>
                    <a:pt x="27" y="85"/>
                  </a:cubicBezTo>
                  <a:cubicBezTo>
                    <a:pt x="27" y="84"/>
                    <a:pt x="28" y="84"/>
                    <a:pt x="28" y="84"/>
                  </a:cubicBezTo>
                  <a:cubicBezTo>
                    <a:pt x="28" y="84"/>
                    <a:pt x="28" y="83"/>
                    <a:pt x="29" y="83"/>
                  </a:cubicBezTo>
                  <a:cubicBezTo>
                    <a:pt x="29" y="84"/>
                    <a:pt x="30" y="83"/>
                    <a:pt x="31" y="83"/>
                  </a:cubicBezTo>
                  <a:cubicBezTo>
                    <a:pt x="31" y="83"/>
                    <a:pt x="32" y="83"/>
                    <a:pt x="32" y="83"/>
                  </a:cubicBezTo>
                  <a:cubicBezTo>
                    <a:pt x="32" y="83"/>
                    <a:pt x="32" y="83"/>
                    <a:pt x="32" y="83"/>
                  </a:cubicBezTo>
                  <a:cubicBezTo>
                    <a:pt x="33" y="83"/>
                    <a:pt x="33" y="83"/>
                    <a:pt x="33" y="84"/>
                  </a:cubicBezTo>
                  <a:cubicBezTo>
                    <a:pt x="33" y="84"/>
                    <a:pt x="33" y="84"/>
                    <a:pt x="33" y="84"/>
                  </a:cubicBezTo>
                  <a:cubicBezTo>
                    <a:pt x="34" y="85"/>
                    <a:pt x="35" y="85"/>
                    <a:pt x="36" y="86"/>
                  </a:cubicBezTo>
                  <a:cubicBezTo>
                    <a:pt x="36" y="87"/>
                    <a:pt x="37" y="87"/>
                    <a:pt x="37" y="87"/>
                  </a:cubicBezTo>
                  <a:cubicBezTo>
                    <a:pt x="37" y="87"/>
                    <a:pt x="38" y="87"/>
                    <a:pt x="38" y="87"/>
                  </a:cubicBezTo>
                  <a:cubicBezTo>
                    <a:pt x="39" y="87"/>
                    <a:pt x="39" y="87"/>
                    <a:pt x="40" y="88"/>
                  </a:cubicBezTo>
                  <a:cubicBezTo>
                    <a:pt x="41" y="88"/>
                    <a:pt x="41" y="88"/>
                    <a:pt x="42" y="88"/>
                  </a:cubicBezTo>
                  <a:cubicBezTo>
                    <a:pt x="43" y="88"/>
                    <a:pt x="43" y="89"/>
                    <a:pt x="44" y="89"/>
                  </a:cubicBezTo>
                  <a:cubicBezTo>
                    <a:pt x="44" y="89"/>
                    <a:pt x="44" y="89"/>
                    <a:pt x="45" y="89"/>
                  </a:cubicBezTo>
                  <a:cubicBezTo>
                    <a:pt x="46" y="89"/>
                    <a:pt x="46" y="89"/>
                    <a:pt x="47" y="88"/>
                  </a:cubicBezTo>
                  <a:cubicBezTo>
                    <a:pt x="48" y="88"/>
                    <a:pt x="49" y="88"/>
                    <a:pt x="50" y="88"/>
                  </a:cubicBezTo>
                  <a:cubicBezTo>
                    <a:pt x="50" y="88"/>
                    <a:pt x="51" y="88"/>
                    <a:pt x="52" y="87"/>
                  </a:cubicBezTo>
                  <a:cubicBezTo>
                    <a:pt x="53" y="86"/>
                    <a:pt x="54" y="83"/>
                    <a:pt x="55" y="81"/>
                  </a:cubicBezTo>
                  <a:cubicBezTo>
                    <a:pt x="55" y="80"/>
                    <a:pt x="55" y="79"/>
                    <a:pt x="55" y="78"/>
                  </a:cubicBezTo>
                  <a:cubicBezTo>
                    <a:pt x="55" y="77"/>
                    <a:pt x="56" y="77"/>
                    <a:pt x="57" y="77"/>
                  </a:cubicBezTo>
                  <a:cubicBezTo>
                    <a:pt x="58" y="77"/>
                    <a:pt x="59" y="76"/>
                    <a:pt x="60" y="76"/>
                  </a:cubicBezTo>
                  <a:cubicBezTo>
                    <a:pt x="61" y="76"/>
                    <a:pt x="61" y="75"/>
                    <a:pt x="62" y="74"/>
                  </a:cubicBezTo>
                  <a:cubicBezTo>
                    <a:pt x="62" y="73"/>
                    <a:pt x="64" y="73"/>
                    <a:pt x="65" y="72"/>
                  </a:cubicBezTo>
                  <a:cubicBezTo>
                    <a:pt x="65" y="72"/>
                    <a:pt x="65" y="70"/>
                    <a:pt x="65" y="70"/>
                  </a:cubicBezTo>
                  <a:cubicBezTo>
                    <a:pt x="66" y="68"/>
                    <a:pt x="66" y="67"/>
                    <a:pt x="66" y="66"/>
                  </a:cubicBezTo>
                  <a:cubicBezTo>
                    <a:pt x="66" y="66"/>
                    <a:pt x="66" y="66"/>
                    <a:pt x="66" y="65"/>
                  </a:cubicBezTo>
                  <a:cubicBezTo>
                    <a:pt x="67" y="65"/>
                    <a:pt x="67" y="65"/>
                    <a:pt x="67" y="65"/>
                  </a:cubicBezTo>
                  <a:cubicBezTo>
                    <a:pt x="67" y="65"/>
                    <a:pt x="67" y="65"/>
                    <a:pt x="67" y="65"/>
                  </a:cubicBezTo>
                  <a:cubicBezTo>
                    <a:pt x="67" y="65"/>
                    <a:pt x="68" y="64"/>
                    <a:pt x="68" y="64"/>
                  </a:cubicBezTo>
                  <a:cubicBezTo>
                    <a:pt x="68" y="64"/>
                    <a:pt x="68" y="64"/>
                    <a:pt x="68" y="64"/>
                  </a:cubicBezTo>
                  <a:cubicBezTo>
                    <a:pt x="68" y="64"/>
                    <a:pt x="69" y="63"/>
                    <a:pt x="69" y="63"/>
                  </a:cubicBezTo>
                  <a:cubicBezTo>
                    <a:pt x="70" y="62"/>
                    <a:pt x="70" y="63"/>
                    <a:pt x="71" y="62"/>
                  </a:cubicBezTo>
                  <a:cubicBezTo>
                    <a:pt x="70" y="62"/>
                    <a:pt x="71" y="62"/>
                    <a:pt x="71" y="62"/>
                  </a:cubicBezTo>
                  <a:cubicBezTo>
                    <a:pt x="72" y="62"/>
                    <a:pt x="72" y="61"/>
                    <a:pt x="72" y="61"/>
                  </a:cubicBezTo>
                  <a:cubicBezTo>
                    <a:pt x="72" y="61"/>
                    <a:pt x="73" y="60"/>
                    <a:pt x="73" y="60"/>
                  </a:cubicBezTo>
                  <a:cubicBezTo>
                    <a:pt x="74" y="60"/>
                    <a:pt x="74" y="61"/>
                    <a:pt x="74" y="60"/>
                  </a:cubicBezTo>
                  <a:cubicBezTo>
                    <a:pt x="74" y="60"/>
                    <a:pt x="74" y="60"/>
                    <a:pt x="75" y="59"/>
                  </a:cubicBezTo>
                  <a:cubicBezTo>
                    <a:pt x="75" y="59"/>
                    <a:pt x="75" y="59"/>
                    <a:pt x="75" y="59"/>
                  </a:cubicBezTo>
                  <a:cubicBezTo>
                    <a:pt x="76" y="58"/>
                    <a:pt x="75" y="58"/>
                    <a:pt x="76" y="58"/>
                  </a:cubicBezTo>
                  <a:cubicBezTo>
                    <a:pt x="76" y="57"/>
                    <a:pt x="76" y="57"/>
                    <a:pt x="76" y="57"/>
                  </a:cubicBezTo>
                  <a:cubicBezTo>
                    <a:pt x="77" y="57"/>
                    <a:pt x="77" y="57"/>
                    <a:pt x="77" y="56"/>
                  </a:cubicBezTo>
                  <a:cubicBezTo>
                    <a:pt x="77" y="56"/>
                    <a:pt x="77" y="56"/>
                    <a:pt x="77" y="56"/>
                  </a:cubicBezTo>
                  <a:cubicBezTo>
                    <a:pt x="78" y="55"/>
                    <a:pt x="78" y="54"/>
                    <a:pt x="80" y="54"/>
                  </a:cubicBezTo>
                  <a:cubicBezTo>
                    <a:pt x="80" y="53"/>
                    <a:pt x="81" y="53"/>
                    <a:pt x="82" y="53"/>
                  </a:cubicBezTo>
                  <a:cubicBezTo>
                    <a:pt x="82" y="53"/>
                    <a:pt x="83" y="53"/>
                    <a:pt x="84" y="52"/>
                  </a:cubicBezTo>
                  <a:cubicBezTo>
                    <a:pt x="84" y="52"/>
                    <a:pt x="85" y="52"/>
                    <a:pt x="85" y="52"/>
                  </a:cubicBezTo>
                  <a:cubicBezTo>
                    <a:pt x="86" y="51"/>
                    <a:pt x="86" y="51"/>
                    <a:pt x="86" y="50"/>
                  </a:cubicBezTo>
                  <a:cubicBezTo>
                    <a:pt x="86" y="49"/>
                    <a:pt x="87" y="49"/>
                    <a:pt x="87" y="49"/>
                  </a:cubicBezTo>
                  <a:cubicBezTo>
                    <a:pt x="88" y="49"/>
                    <a:pt x="88" y="49"/>
                    <a:pt x="88" y="49"/>
                  </a:cubicBezTo>
                  <a:cubicBezTo>
                    <a:pt x="89" y="49"/>
                    <a:pt x="89" y="49"/>
                    <a:pt x="89" y="49"/>
                  </a:cubicBezTo>
                  <a:cubicBezTo>
                    <a:pt x="89" y="49"/>
                    <a:pt x="88" y="48"/>
                    <a:pt x="88" y="4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38" name="Bosnia and Herzagovina">
              <a:extLst>
                <a:ext uri="{FF2B5EF4-FFF2-40B4-BE49-F238E27FC236}">
                  <a16:creationId xmlns:a16="http://schemas.microsoft.com/office/drawing/2014/main" id="{5ACB4A04-DDCA-1CF0-411A-710E2E35737A}"/>
                </a:ext>
              </a:extLst>
            </p:cNvPr>
            <p:cNvSpPr>
              <a:spLocks/>
            </p:cNvSpPr>
            <p:nvPr/>
          </p:nvSpPr>
          <p:spPr bwMode="auto">
            <a:xfrm>
              <a:off x="6214210" y="2285935"/>
              <a:ext cx="123500" cy="102918"/>
            </a:xfrm>
            <a:custGeom>
              <a:avLst/>
              <a:gdLst/>
              <a:ahLst/>
              <a:cxnLst>
                <a:cxn ang="0">
                  <a:pos x="33" y="12"/>
                </a:cxn>
                <a:cxn ang="0">
                  <a:pos x="31" y="10"/>
                </a:cxn>
                <a:cxn ang="0">
                  <a:pos x="30" y="10"/>
                </a:cxn>
                <a:cxn ang="0">
                  <a:pos x="30" y="8"/>
                </a:cxn>
                <a:cxn ang="0">
                  <a:pos x="31" y="7"/>
                </a:cxn>
                <a:cxn ang="0">
                  <a:pos x="32" y="4"/>
                </a:cxn>
                <a:cxn ang="0">
                  <a:pos x="27" y="3"/>
                </a:cxn>
                <a:cxn ang="0">
                  <a:pos x="26" y="3"/>
                </a:cxn>
                <a:cxn ang="0">
                  <a:pos x="26" y="2"/>
                </a:cxn>
                <a:cxn ang="0">
                  <a:pos x="25" y="2"/>
                </a:cxn>
                <a:cxn ang="0">
                  <a:pos x="22" y="1"/>
                </a:cxn>
                <a:cxn ang="0">
                  <a:pos x="20" y="1"/>
                </a:cxn>
                <a:cxn ang="0">
                  <a:pos x="18" y="1"/>
                </a:cxn>
                <a:cxn ang="0">
                  <a:pos x="14" y="1"/>
                </a:cxn>
                <a:cxn ang="0">
                  <a:pos x="11" y="0"/>
                </a:cxn>
                <a:cxn ang="0">
                  <a:pos x="8" y="0"/>
                </a:cxn>
                <a:cxn ang="0">
                  <a:pos x="6" y="2"/>
                </a:cxn>
                <a:cxn ang="0">
                  <a:pos x="3" y="0"/>
                </a:cxn>
                <a:cxn ang="0">
                  <a:pos x="1" y="3"/>
                </a:cxn>
                <a:cxn ang="0">
                  <a:pos x="0" y="5"/>
                </a:cxn>
                <a:cxn ang="0">
                  <a:pos x="2" y="6"/>
                </a:cxn>
                <a:cxn ang="0">
                  <a:pos x="3" y="6"/>
                </a:cxn>
                <a:cxn ang="0">
                  <a:pos x="3" y="7"/>
                </a:cxn>
                <a:cxn ang="0">
                  <a:pos x="4" y="9"/>
                </a:cxn>
                <a:cxn ang="0">
                  <a:pos x="6" y="13"/>
                </a:cxn>
                <a:cxn ang="0">
                  <a:pos x="10" y="16"/>
                </a:cxn>
                <a:cxn ang="0">
                  <a:pos x="14" y="19"/>
                </a:cxn>
                <a:cxn ang="0">
                  <a:pos x="15" y="21"/>
                </a:cxn>
                <a:cxn ang="0">
                  <a:pos x="17" y="23"/>
                </a:cxn>
                <a:cxn ang="0">
                  <a:pos x="17" y="25"/>
                </a:cxn>
                <a:cxn ang="0">
                  <a:pos x="17" y="25"/>
                </a:cxn>
                <a:cxn ang="0">
                  <a:pos x="19" y="25"/>
                </a:cxn>
                <a:cxn ang="0">
                  <a:pos x="20" y="26"/>
                </a:cxn>
                <a:cxn ang="0">
                  <a:pos x="24" y="28"/>
                </a:cxn>
                <a:cxn ang="0">
                  <a:pos x="26" y="27"/>
                </a:cxn>
                <a:cxn ang="0">
                  <a:pos x="25" y="25"/>
                </a:cxn>
                <a:cxn ang="0">
                  <a:pos x="26" y="23"/>
                </a:cxn>
                <a:cxn ang="0">
                  <a:pos x="29" y="21"/>
                </a:cxn>
                <a:cxn ang="0">
                  <a:pos x="30" y="21"/>
                </a:cxn>
                <a:cxn ang="0">
                  <a:pos x="29" y="19"/>
                </a:cxn>
                <a:cxn ang="0">
                  <a:pos x="29" y="18"/>
                </a:cxn>
                <a:cxn ang="0">
                  <a:pos x="31" y="18"/>
                </a:cxn>
                <a:cxn ang="0">
                  <a:pos x="33" y="18"/>
                </a:cxn>
                <a:cxn ang="0">
                  <a:pos x="34" y="18"/>
                </a:cxn>
                <a:cxn ang="0">
                  <a:pos x="34" y="16"/>
                </a:cxn>
                <a:cxn ang="0">
                  <a:pos x="32" y="14"/>
                </a:cxn>
                <a:cxn ang="0">
                  <a:pos x="34" y="13"/>
                </a:cxn>
              </a:cxnLst>
              <a:rect l="0" t="0" r="r" b="b"/>
              <a:pathLst>
                <a:path w="35" h="29">
                  <a:moveTo>
                    <a:pt x="34" y="13"/>
                  </a:moveTo>
                  <a:cubicBezTo>
                    <a:pt x="34" y="13"/>
                    <a:pt x="33" y="12"/>
                    <a:pt x="33" y="12"/>
                  </a:cubicBezTo>
                  <a:cubicBezTo>
                    <a:pt x="32" y="12"/>
                    <a:pt x="32" y="11"/>
                    <a:pt x="32" y="10"/>
                  </a:cubicBezTo>
                  <a:cubicBezTo>
                    <a:pt x="31" y="10"/>
                    <a:pt x="31" y="11"/>
                    <a:pt x="31" y="10"/>
                  </a:cubicBezTo>
                  <a:cubicBezTo>
                    <a:pt x="31" y="10"/>
                    <a:pt x="31" y="10"/>
                    <a:pt x="31" y="10"/>
                  </a:cubicBezTo>
                  <a:cubicBezTo>
                    <a:pt x="30" y="10"/>
                    <a:pt x="30" y="10"/>
                    <a:pt x="30" y="10"/>
                  </a:cubicBezTo>
                  <a:cubicBezTo>
                    <a:pt x="30" y="9"/>
                    <a:pt x="30" y="9"/>
                    <a:pt x="30" y="9"/>
                  </a:cubicBezTo>
                  <a:cubicBezTo>
                    <a:pt x="30" y="8"/>
                    <a:pt x="30" y="8"/>
                    <a:pt x="30" y="8"/>
                  </a:cubicBezTo>
                  <a:cubicBezTo>
                    <a:pt x="30" y="8"/>
                    <a:pt x="30" y="8"/>
                    <a:pt x="30" y="8"/>
                  </a:cubicBezTo>
                  <a:cubicBezTo>
                    <a:pt x="31" y="7"/>
                    <a:pt x="31" y="7"/>
                    <a:pt x="31" y="7"/>
                  </a:cubicBezTo>
                  <a:cubicBezTo>
                    <a:pt x="31" y="6"/>
                    <a:pt x="32" y="6"/>
                    <a:pt x="32" y="5"/>
                  </a:cubicBezTo>
                  <a:cubicBezTo>
                    <a:pt x="32" y="5"/>
                    <a:pt x="32" y="4"/>
                    <a:pt x="32" y="4"/>
                  </a:cubicBezTo>
                  <a:cubicBezTo>
                    <a:pt x="31" y="3"/>
                    <a:pt x="30" y="4"/>
                    <a:pt x="29" y="4"/>
                  </a:cubicBezTo>
                  <a:cubicBezTo>
                    <a:pt x="28" y="4"/>
                    <a:pt x="27" y="4"/>
                    <a:pt x="27" y="3"/>
                  </a:cubicBezTo>
                  <a:cubicBezTo>
                    <a:pt x="27" y="3"/>
                    <a:pt x="27" y="3"/>
                    <a:pt x="27" y="3"/>
                  </a:cubicBezTo>
                  <a:cubicBezTo>
                    <a:pt x="27" y="2"/>
                    <a:pt x="27" y="3"/>
                    <a:pt x="26" y="3"/>
                  </a:cubicBezTo>
                  <a:cubicBezTo>
                    <a:pt x="26" y="2"/>
                    <a:pt x="26" y="2"/>
                    <a:pt x="26" y="2"/>
                  </a:cubicBezTo>
                  <a:cubicBezTo>
                    <a:pt x="26" y="2"/>
                    <a:pt x="25" y="2"/>
                    <a:pt x="26" y="2"/>
                  </a:cubicBezTo>
                  <a:cubicBezTo>
                    <a:pt x="25" y="1"/>
                    <a:pt x="25" y="2"/>
                    <a:pt x="25" y="2"/>
                  </a:cubicBezTo>
                  <a:cubicBezTo>
                    <a:pt x="25" y="2"/>
                    <a:pt x="25" y="2"/>
                    <a:pt x="25" y="2"/>
                  </a:cubicBezTo>
                  <a:cubicBezTo>
                    <a:pt x="25" y="2"/>
                    <a:pt x="23" y="1"/>
                    <a:pt x="23" y="1"/>
                  </a:cubicBezTo>
                  <a:cubicBezTo>
                    <a:pt x="22" y="1"/>
                    <a:pt x="22" y="1"/>
                    <a:pt x="22" y="1"/>
                  </a:cubicBezTo>
                  <a:cubicBezTo>
                    <a:pt x="22" y="2"/>
                    <a:pt x="21" y="2"/>
                    <a:pt x="21" y="2"/>
                  </a:cubicBezTo>
                  <a:cubicBezTo>
                    <a:pt x="21" y="1"/>
                    <a:pt x="20" y="1"/>
                    <a:pt x="20" y="1"/>
                  </a:cubicBezTo>
                  <a:cubicBezTo>
                    <a:pt x="19" y="1"/>
                    <a:pt x="19" y="2"/>
                    <a:pt x="19" y="2"/>
                  </a:cubicBezTo>
                  <a:cubicBezTo>
                    <a:pt x="18" y="2"/>
                    <a:pt x="18" y="2"/>
                    <a:pt x="18" y="1"/>
                  </a:cubicBezTo>
                  <a:cubicBezTo>
                    <a:pt x="17" y="1"/>
                    <a:pt x="16" y="1"/>
                    <a:pt x="16" y="1"/>
                  </a:cubicBezTo>
                  <a:cubicBezTo>
                    <a:pt x="15" y="1"/>
                    <a:pt x="15" y="1"/>
                    <a:pt x="14" y="1"/>
                  </a:cubicBezTo>
                  <a:cubicBezTo>
                    <a:pt x="13" y="0"/>
                    <a:pt x="13" y="1"/>
                    <a:pt x="12" y="1"/>
                  </a:cubicBezTo>
                  <a:cubicBezTo>
                    <a:pt x="12" y="0"/>
                    <a:pt x="11" y="0"/>
                    <a:pt x="11" y="0"/>
                  </a:cubicBezTo>
                  <a:cubicBezTo>
                    <a:pt x="11" y="0"/>
                    <a:pt x="11" y="0"/>
                    <a:pt x="11" y="0"/>
                  </a:cubicBezTo>
                  <a:cubicBezTo>
                    <a:pt x="10" y="1"/>
                    <a:pt x="9" y="0"/>
                    <a:pt x="8" y="0"/>
                  </a:cubicBezTo>
                  <a:cubicBezTo>
                    <a:pt x="7" y="0"/>
                    <a:pt x="6" y="1"/>
                    <a:pt x="6" y="1"/>
                  </a:cubicBezTo>
                  <a:cubicBezTo>
                    <a:pt x="6" y="2"/>
                    <a:pt x="6" y="2"/>
                    <a:pt x="6" y="2"/>
                  </a:cubicBezTo>
                  <a:cubicBezTo>
                    <a:pt x="5" y="3"/>
                    <a:pt x="5" y="2"/>
                    <a:pt x="4" y="2"/>
                  </a:cubicBezTo>
                  <a:cubicBezTo>
                    <a:pt x="4" y="1"/>
                    <a:pt x="3" y="1"/>
                    <a:pt x="3" y="0"/>
                  </a:cubicBezTo>
                  <a:cubicBezTo>
                    <a:pt x="2" y="0"/>
                    <a:pt x="1" y="0"/>
                    <a:pt x="1" y="1"/>
                  </a:cubicBezTo>
                  <a:cubicBezTo>
                    <a:pt x="1" y="2"/>
                    <a:pt x="1" y="2"/>
                    <a:pt x="1" y="3"/>
                  </a:cubicBezTo>
                  <a:cubicBezTo>
                    <a:pt x="0" y="3"/>
                    <a:pt x="1" y="4"/>
                    <a:pt x="1" y="4"/>
                  </a:cubicBezTo>
                  <a:cubicBezTo>
                    <a:pt x="1" y="4"/>
                    <a:pt x="0" y="4"/>
                    <a:pt x="0" y="5"/>
                  </a:cubicBezTo>
                  <a:cubicBezTo>
                    <a:pt x="0" y="5"/>
                    <a:pt x="1" y="5"/>
                    <a:pt x="1" y="5"/>
                  </a:cubicBezTo>
                  <a:cubicBezTo>
                    <a:pt x="1" y="5"/>
                    <a:pt x="1" y="6"/>
                    <a:pt x="2" y="6"/>
                  </a:cubicBezTo>
                  <a:cubicBezTo>
                    <a:pt x="2" y="6"/>
                    <a:pt x="2" y="5"/>
                    <a:pt x="2" y="5"/>
                  </a:cubicBezTo>
                  <a:cubicBezTo>
                    <a:pt x="2" y="6"/>
                    <a:pt x="2" y="6"/>
                    <a:pt x="3" y="6"/>
                  </a:cubicBezTo>
                  <a:cubicBezTo>
                    <a:pt x="3" y="6"/>
                    <a:pt x="3" y="6"/>
                    <a:pt x="3" y="7"/>
                  </a:cubicBezTo>
                  <a:cubicBezTo>
                    <a:pt x="3" y="7"/>
                    <a:pt x="3" y="7"/>
                    <a:pt x="3" y="7"/>
                  </a:cubicBezTo>
                  <a:cubicBezTo>
                    <a:pt x="3" y="8"/>
                    <a:pt x="4" y="7"/>
                    <a:pt x="4" y="8"/>
                  </a:cubicBezTo>
                  <a:cubicBezTo>
                    <a:pt x="4" y="8"/>
                    <a:pt x="5" y="9"/>
                    <a:pt x="4" y="9"/>
                  </a:cubicBezTo>
                  <a:cubicBezTo>
                    <a:pt x="5" y="9"/>
                    <a:pt x="5" y="11"/>
                    <a:pt x="5" y="11"/>
                  </a:cubicBezTo>
                  <a:cubicBezTo>
                    <a:pt x="6" y="12"/>
                    <a:pt x="6" y="12"/>
                    <a:pt x="6" y="13"/>
                  </a:cubicBezTo>
                  <a:cubicBezTo>
                    <a:pt x="7" y="13"/>
                    <a:pt x="7" y="13"/>
                    <a:pt x="7" y="13"/>
                  </a:cubicBezTo>
                  <a:cubicBezTo>
                    <a:pt x="8" y="14"/>
                    <a:pt x="9" y="15"/>
                    <a:pt x="10" y="16"/>
                  </a:cubicBezTo>
                  <a:cubicBezTo>
                    <a:pt x="10" y="17"/>
                    <a:pt x="11" y="17"/>
                    <a:pt x="12" y="18"/>
                  </a:cubicBezTo>
                  <a:cubicBezTo>
                    <a:pt x="13" y="18"/>
                    <a:pt x="13" y="19"/>
                    <a:pt x="14" y="19"/>
                  </a:cubicBezTo>
                  <a:cubicBezTo>
                    <a:pt x="14" y="19"/>
                    <a:pt x="15" y="19"/>
                    <a:pt x="15" y="19"/>
                  </a:cubicBezTo>
                  <a:cubicBezTo>
                    <a:pt x="15" y="20"/>
                    <a:pt x="15" y="20"/>
                    <a:pt x="15" y="21"/>
                  </a:cubicBezTo>
                  <a:cubicBezTo>
                    <a:pt x="15" y="21"/>
                    <a:pt x="15" y="21"/>
                    <a:pt x="15" y="22"/>
                  </a:cubicBezTo>
                  <a:cubicBezTo>
                    <a:pt x="16" y="22"/>
                    <a:pt x="16" y="22"/>
                    <a:pt x="17" y="23"/>
                  </a:cubicBezTo>
                  <a:cubicBezTo>
                    <a:pt x="17" y="23"/>
                    <a:pt x="18" y="23"/>
                    <a:pt x="18" y="24"/>
                  </a:cubicBezTo>
                  <a:cubicBezTo>
                    <a:pt x="18" y="24"/>
                    <a:pt x="18" y="24"/>
                    <a:pt x="17" y="25"/>
                  </a:cubicBezTo>
                  <a:cubicBezTo>
                    <a:pt x="17" y="25"/>
                    <a:pt x="17" y="25"/>
                    <a:pt x="17" y="25"/>
                  </a:cubicBezTo>
                  <a:cubicBezTo>
                    <a:pt x="17" y="25"/>
                    <a:pt x="17" y="25"/>
                    <a:pt x="17" y="25"/>
                  </a:cubicBezTo>
                  <a:cubicBezTo>
                    <a:pt x="17" y="25"/>
                    <a:pt x="18" y="26"/>
                    <a:pt x="18" y="25"/>
                  </a:cubicBezTo>
                  <a:cubicBezTo>
                    <a:pt x="18" y="25"/>
                    <a:pt x="19" y="25"/>
                    <a:pt x="19" y="25"/>
                  </a:cubicBezTo>
                  <a:cubicBezTo>
                    <a:pt x="19" y="25"/>
                    <a:pt x="19" y="25"/>
                    <a:pt x="20" y="25"/>
                  </a:cubicBezTo>
                  <a:cubicBezTo>
                    <a:pt x="20" y="26"/>
                    <a:pt x="20" y="26"/>
                    <a:pt x="20" y="26"/>
                  </a:cubicBezTo>
                  <a:cubicBezTo>
                    <a:pt x="21" y="27"/>
                    <a:pt x="22" y="27"/>
                    <a:pt x="23" y="28"/>
                  </a:cubicBezTo>
                  <a:cubicBezTo>
                    <a:pt x="23" y="29"/>
                    <a:pt x="24" y="28"/>
                    <a:pt x="24" y="28"/>
                  </a:cubicBezTo>
                  <a:cubicBezTo>
                    <a:pt x="24" y="28"/>
                    <a:pt x="25" y="29"/>
                    <a:pt x="25" y="29"/>
                  </a:cubicBezTo>
                  <a:cubicBezTo>
                    <a:pt x="26" y="29"/>
                    <a:pt x="26" y="28"/>
                    <a:pt x="26" y="27"/>
                  </a:cubicBezTo>
                  <a:cubicBezTo>
                    <a:pt x="26" y="27"/>
                    <a:pt x="25" y="27"/>
                    <a:pt x="25" y="26"/>
                  </a:cubicBezTo>
                  <a:cubicBezTo>
                    <a:pt x="25" y="26"/>
                    <a:pt x="25" y="26"/>
                    <a:pt x="25" y="25"/>
                  </a:cubicBezTo>
                  <a:cubicBezTo>
                    <a:pt x="25" y="25"/>
                    <a:pt x="25" y="24"/>
                    <a:pt x="26" y="24"/>
                  </a:cubicBezTo>
                  <a:cubicBezTo>
                    <a:pt x="27" y="24"/>
                    <a:pt x="26" y="24"/>
                    <a:pt x="26" y="23"/>
                  </a:cubicBezTo>
                  <a:cubicBezTo>
                    <a:pt x="27" y="22"/>
                    <a:pt x="27" y="21"/>
                    <a:pt x="27" y="21"/>
                  </a:cubicBezTo>
                  <a:cubicBezTo>
                    <a:pt x="28" y="21"/>
                    <a:pt x="28" y="20"/>
                    <a:pt x="29" y="21"/>
                  </a:cubicBezTo>
                  <a:cubicBezTo>
                    <a:pt x="29" y="21"/>
                    <a:pt x="29" y="22"/>
                    <a:pt x="30" y="21"/>
                  </a:cubicBezTo>
                  <a:cubicBezTo>
                    <a:pt x="30" y="21"/>
                    <a:pt x="31" y="21"/>
                    <a:pt x="30" y="21"/>
                  </a:cubicBezTo>
                  <a:cubicBezTo>
                    <a:pt x="30" y="20"/>
                    <a:pt x="30" y="20"/>
                    <a:pt x="30" y="20"/>
                  </a:cubicBezTo>
                  <a:cubicBezTo>
                    <a:pt x="30" y="19"/>
                    <a:pt x="29" y="19"/>
                    <a:pt x="29" y="19"/>
                  </a:cubicBezTo>
                  <a:cubicBezTo>
                    <a:pt x="29" y="19"/>
                    <a:pt x="29" y="19"/>
                    <a:pt x="29" y="19"/>
                  </a:cubicBezTo>
                  <a:cubicBezTo>
                    <a:pt x="29" y="19"/>
                    <a:pt x="29" y="18"/>
                    <a:pt x="29" y="18"/>
                  </a:cubicBezTo>
                  <a:cubicBezTo>
                    <a:pt x="30" y="18"/>
                    <a:pt x="30" y="18"/>
                    <a:pt x="30" y="19"/>
                  </a:cubicBezTo>
                  <a:cubicBezTo>
                    <a:pt x="30" y="19"/>
                    <a:pt x="31" y="18"/>
                    <a:pt x="31" y="18"/>
                  </a:cubicBezTo>
                  <a:cubicBezTo>
                    <a:pt x="31" y="18"/>
                    <a:pt x="32" y="18"/>
                    <a:pt x="32" y="18"/>
                  </a:cubicBezTo>
                  <a:cubicBezTo>
                    <a:pt x="32" y="18"/>
                    <a:pt x="32" y="17"/>
                    <a:pt x="33" y="18"/>
                  </a:cubicBezTo>
                  <a:cubicBezTo>
                    <a:pt x="33" y="18"/>
                    <a:pt x="33" y="18"/>
                    <a:pt x="33" y="18"/>
                  </a:cubicBezTo>
                  <a:cubicBezTo>
                    <a:pt x="33" y="18"/>
                    <a:pt x="34" y="18"/>
                    <a:pt x="34" y="18"/>
                  </a:cubicBezTo>
                  <a:cubicBezTo>
                    <a:pt x="34" y="18"/>
                    <a:pt x="34" y="17"/>
                    <a:pt x="34" y="17"/>
                  </a:cubicBezTo>
                  <a:cubicBezTo>
                    <a:pt x="34" y="17"/>
                    <a:pt x="34" y="16"/>
                    <a:pt x="34" y="16"/>
                  </a:cubicBezTo>
                  <a:cubicBezTo>
                    <a:pt x="33" y="16"/>
                    <a:pt x="33" y="15"/>
                    <a:pt x="32" y="15"/>
                  </a:cubicBezTo>
                  <a:cubicBezTo>
                    <a:pt x="32" y="14"/>
                    <a:pt x="32" y="14"/>
                    <a:pt x="32" y="14"/>
                  </a:cubicBezTo>
                  <a:cubicBezTo>
                    <a:pt x="31" y="13"/>
                    <a:pt x="33" y="14"/>
                    <a:pt x="33" y="14"/>
                  </a:cubicBezTo>
                  <a:cubicBezTo>
                    <a:pt x="34" y="14"/>
                    <a:pt x="35" y="13"/>
                    <a:pt x="34" y="1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39" name="Bolivia">
              <a:extLst>
                <a:ext uri="{FF2B5EF4-FFF2-40B4-BE49-F238E27FC236}">
                  <a16:creationId xmlns:a16="http://schemas.microsoft.com/office/drawing/2014/main" id="{AD383430-6B9A-0AD4-84D1-A9375F00D78B}"/>
                </a:ext>
              </a:extLst>
            </p:cNvPr>
            <p:cNvSpPr>
              <a:spLocks noEditPoints="1"/>
            </p:cNvSpPr>
            <p:nvPr/>
          </p:nvSpPr>
          <p:spPr bwMode="auto">
            <a:xfrm>
              <a:off x="3317825" y="4419754"/>
              <a:ext cx="435192" cy="517527"/>
            </a:xfrm>
            <a:custGeom>
              <a:avLst/>
              <a:gdLst/>
              <a:ahLst/>
              <a:cxnLst>
                <a:cxn ang="0">
                  <a:pos x="122" y="103"/>
                </a:cxn>
                <a:cxn ang="0">
                  <a:pos x="120" y="112"/>
                </a:cxn>
                <a:cxn ang="0">
                  <a:pos x="118" y="112"/>
                </a:cxn>
                <a:cxn ang="0">
                  <a:pos x="90" y="109"/>
                </a:cxn>
                <a:cxn ang="0">
                  <a:pos x="81" y="124"/>
                </a:cxn>
                <a:cxn ang="0">
                  <a:pos x="77" y="136"/>
                </a:cxn>
                <a:cxn ang="0">
                  <a:pos x="65" y="140"/>
                </a:cxn>
                <a:cxn ang="0">
                  <a:pos x="62" y="143"/>
                </a:cxn>
                <a:cxn ang="0">
                  <a:pos x="57" y="137"/>
                </a:cxn>
                <a:cxn ang="0">
                  <a:pos x="45" y="134"/>
                </a:cxn>
                <a:cxn ang="0">
                  <a:pos x="38" y="142"/>
                </a:cxn>
                <a:cxn ang="0">
                  <a:pos x="29" y="144"/>
                </a:cxn>
                <a:cxn ang="0">
                  <a:pos x="27" y="136"/>
                </a:cxn>
                <a:cxn ang="0">
                  <a:pos x="20" y="123"/>
                </a:cxn>
                <a:cxn ang="0">
                  <a:pos x="18" y="116"/>
                </a:cxn>
                <a:cxn ang="0">
                  <a:pos x="20" y="108"/>
                </a:cxn>
                <a:cxn ang="0">
                  <a:pos x="14" y="102"/>
                </a:cxn>
                <a:cxn ang="0">
                  <a:pos x="11" y="94"/>
                </a:cxn>
                <a:cxn ang="0">
                  <a:pos x="7" y="87"/>
                </a:cxn>
                <a:cxn ang="0">
                  <a:pos x="8" y="81"/>
                </a:cxn>
                <a:cxn ang="0">
                  <a:pos x="12" y="77"/>
                </a:cxn>
                <a:cxn ang="0">
                  <a:pos x="13" y="74"/>
                </a:cxn>
                <a:cxn ang="0">
                  <a:pos x="13" y="70"/>
                </a:cxn>
                <a:cxn ang="0">
                  <a:pos x="7" y="66"/>
                </a:cxn>
                <a:cxn ang="0">
                  <a:pos x="8" y="62"/>
                </a:cxn>
                <a:cxn ang="0">
                  <a:pos x="7" y="54"/>
                </a:cxn>
                <a:cxn ang="0">
                  <a:pos x="9" y="48"/>
                </a:cxn>
                <a:cxn ang="0">
                  <a:pos x="8" y="39"/>
                </a:cxn>
                <a:cxn ang="0">
                  <a:pos x="10" y="31"/>
                </a:cxn>
                <a:cxn ang="0">
                  <a:pos x="10" y="16"/>
                </a:cxn>
                <a:cxn ang="0">
                  <a:pos x="18" y="11"/>
                </a:cxn>
                <a:cxn ang="0">
                  <a:pos x="24" y="7"/>
                </a:cxn>
                <a:cxn ang="0">
                  <a:pos x="33" y="2"/>
                </a:cxn>
                <a:cxn ang="0">
                  <a:pos x="36" y="1"/>
                </a:cxn>
                <a:cxn ang="0">
                  <a:pos x="40" y="2"/>
                </a:cxn>
                <a:cxn ang="0">
                  <a:pos x="41" y="15"/>
                </a:cxn>
                <a:cxn ang="0">
                  <a:pos x="41" y="19"/>
                </a:cxn>
                <a:cxn ang="0">
                  <a:pos x="43" y="24"/>
                </a:cxn>
                <a:cxn ang="0">
                  <a:pos x="45" y="26"/>
                </a:cxn>
                <a:cxn ang="0">
                  <a:pos x="49" y="28"/>
                </a:cxn>
                <a:cxn ang="0">
                  <a:pos x="56" y="32"/>
                </a:cxn>
                <a:cxn ang="0">
                  <a:pos x="65" y="34"/>
                </a:cxn>
                <a:cxn ang="0">
                  <a:pos x="70" y="38"/>
                </a:cxn>
                <a:cxn ang="0">
                  <a:pos x="76" y="42"/>
                </a:cxn>
                <a:cxn ang="0">
                  <a:pos x="83" y="43"/>
                </a:cxn>
                <a:cxn ang="0">
                  <a:pos x="91" y="48"/>
                </a:cxn>
                <a:cxn ang="0">
                  <a:pos x="93" y="57"/>
                </a:cxn>
                <a:cxn ang="0">
                  <a:pos x="95" y="71"/>
                </a:cxn>
                <a:cxn ang="0">
                  <a:pos x="113" y="73"/>
                </a:cxn>
                <a:cxn ang="0">
                  <a:pos x="114" y="84"/>
                </a:cxn>
                <a:cxn ang="0">
                  <a:pos x="121" y="92"/>
                </a:cxn>
                <a:cxn ang="0">
                  <a:pos x="10" y="73"/>
                </a:cxn>
                <a:cxn ang="0">
                  <a:pos x="10" y="72"/>
                </a:cxn>
              </a:cxnLst>
              <a:rect l="0" t="0" r="r" b="b"/>
              <a:pathLst>
                <a:path w="123" h="146">
                  <a:moveTo>
                    <a:pt x="123" y="94"/>
                  </a:moveTo>
                  <a:cubicBezTo>
                    <a:pt x="123" y="95"/>
                    <a:pt x="123" y="95"/>
                    <a:pt x="123" y="95"/>
                  </a:cubicBezTo>
                  <a:cubicBezTo>
                    <a:pt x="122" y="95"/>
                    <a:pt x="122" y="96"/>
                    <a:pt x="122" y="96"/>
                  </a:cubicBezTo>
                  <a:cubicBezTo>
                    <a:pt x="122" y="97"/>
                    <a:pt x="122" y="99"/>
                    <a:pt x="121" y="100"/>
                  </a:cubicBezTo>
                  <a:cubicBezTo>
                    <a:pt x="121" y="101"/>
                    <a:pt x="121" y="102"/>
                    <a:pt x="122" y="103"/>
                  </a:cubicBezTo>
                  <a:cubicBezTo>
                    <a:pt x="122" y="103"/>
                    <a:pt x="122" y="103"/>
                    <a:pt x="121" y="104"/>
                  </a:cubicBezTo>
                  <a:cubicBezTo>
                    <a:pt x="121" y="104"/>
                    <a:pt x="121" y="105"/>
                    <a:pt x="121" y="105"/>
                  </a:cubicBezTo>
                  <a:cubicBezTo>
                    <a:pt x="120" y="107"/>
                    <a:pt x="120" y="108"/>
                    <a:pt x="119" y="109"/>
                  </a:cubicBezTo>
                  <a:cubicBezTo>
                    <a:pt x="119" y="110"/>
                    <a:pt x="119" y="111"/>
                    <a:pt x="119" y="111"/>
                  </a:cubicBezTo>
                  <a:cubicBezTo>
                    <a:pt x="119" y="112"/>
                    <a:pt x="120" y="112"/>
                    <a:pt x="120" y="112"/>
                  </a:cubicBezTo>
                  <a:cubicBezTo>
                    <a:pt x="120" y="113"/>
                    <a:pt x="122" y="113"/>
                    <a:pt x="121" y="114"/>
                  </a:cubicBezTo>
                  <a:cubicBezTo>
                    <a:pt x="121" y="115"/>
                    <a:pt x="120" y="114"/>
                    <a:pt x="120" y="115"/>
                  </a:cubicBezTo>
                  <a:cubicBezTo>
                    <a:pt x="120" y="115"/>
                    <a:pt x="119" y="116"/>
                    <a:pt x="119" y="116"/>
                  </a:cubicBezTo>
                  <a:cubicBezTo>
                    <a:pt x="119" y="115"/>
                    <a:pt x="119" y="115"/>
                    <a:pt x="119" y="114"/>
                  </a:cubicBezTo>
                  <a:cubicBezTo>
                    <a:pt x="119" y="113"/>
                    <a:pt x="119" y="113"/>
                    <a:pt x="118" y="112"/>
                  </a:cubicBezTo>
                  <a:cubicBezTo>
                    <a:pt x="118" y="112"/>
                    <a:pt x="116" y="111"/>
                    <a:pt x="116" y="110"/>
                  </a:cubicBezTo>
                  <a:cubicBezTo>
                    <a:pt x="114" y="109"/>
                    <a:pt x="113" y="109"/>
                    <a:pt x="111" y="108"/>
                  </a:cubicBezTo>
                  <a:cubicBezTo>
                    <a:pt x="110" y="107"/>
                    <a:pt x="109" y="106"/>
                    <a:pt x="108" y="106"/>
                  </a:cubicBezTo>
                  <a:cubicBezTo>
                    <a:pt x="105" y="106"/>
                    <a:pt x="102" y="106"/>
                    <a:pt x="99" y="107"/>
                  </a:cubicBezTo>
                  <a:cubicBezTo>
                    <a:pt x="96" y="107"/>
                    <a:pt x="93" y="108"/>
                    <a:pt x="90" y="109"/>
                  </a:cubicBezTo>
                  <a:cubicBezTo>
                    <a:pt x="89" y="109"/>
                    <a:pt x="87" y="110"/>
                    <a:pt x="86" y="110"/>
                  </a:cubicBezTo>
                  <a:cubicBezTo>
                    <a:pt x="84" y="110"/>
                    <a:pt x="84" y="111"/>
                    <a:pt x="84" y="112"/>
                  </a:cubicBezTo>
                  <a:cubicBezTo>
                    <a:pt x="83" y="114"/>
                    <a:pt x="83" y="115"/>
                    <a:pt x="82" y="116"/>
                  </a:cubicBezTo>
                  <a:cubicBezTo>
                    <a:pt x="82" y="117"/>
                    <a:pt x="81" y="119"/>
                    <a:pt x="80" y="120"/>
                  </a:cubicBezTo>
                  <a:cubicBezTo>
                    <a:pt x="80" y="122"/>
                    <a:pt x="80" y="123"/>
                    <a:pt x="81" y="124"/>
                  </a:cubicBezTo>
                  <a:cubicBezTo>
                    <a:pt x="81" y="126"/>
                    <a:pt x="81" y="127"/>
                    <a:pt x="80" y="129"/>
                  </a:cubicBezTo>
                  <a:cubicBezTo>
                    <a:pt x="80" y="130"/>
                    <a:pt x="80" y="131"/>
                    <a:pt x="80" y="132"/>
                  </a:cubicBezTo>
                  <a:cubicBezTo>
                    <a:pt x="79" y="134"/>
                    <a:pt x="79" y="136"/>
                    <a:pt x="79" y="139"/>
                  </a:cubicBezTo>
                  <a:cubicBezTo>
                    <a:pt x="78" y="138"/>
                    <a:pt x="78" y="138"/>
                    <a:pt x="77" y="138"/>
                  </a:cubicBezTo>
                  <a:cubicBezTo>
                    <a:pt x="77" y="137"/>
                    <a:pt x="77" y="137"/>
                    <a:pt x="77" y="136"/>
                  </a:cubicBezTo>
                  <a:cubicBezTo>
                    <a:pt x="77" y="136"/>
                    <a:pt x="75" y="136"/>
                    <a:pt x="75" y="136"/>
                  </a:cubicBezTo>
                  <a:cubicBezTo>
                    <a:pt x="72" y="136"/>
                    <a:pt x="70" y="136"/>
                    <a:pt x="68" y="136"/>
                  </a:cubicBezTo>
                  <a:cubicBezTo>
                    <a:pt x="68" y="136"/>
                    <a:pt x="66" y="136"/>
                    <a:pt x="66" y="136"/>
                  </a:cubicBezTo>
                  <a:cubicBezTo>
                    <a:pt x="66" y="136"/>
                    <a:pt x="66" y="137"/>
                    <a:pt x="66" y="138"/>
                  </a:cubicBezTo>
                  <a:cubicBezTo>
                    <a:pt x="65" y="138"/>
                    <a:pt x="65" y="139"/>
                    <a:pt x="65" y="140"/>
                  </a:cubicBezTo>
                  <a:cubicBezTo>
                    <a:pt x="65" y="140"/>
                    <a:pt x="65" y="141"/>
                    <a:pt x="64" y="141"/>
                  </a:cubicBezTo>
                  <a:cubicBezTo>
                    <a:pt x="64" y="142"/>
                    <a:pt x="64" y="142"/>
                    <a:pt x="64" y="143"/>
                  </a:cubicBezTo>
                  <a:cubicBezTo>
                    <a:pt x="64" y="143"/>
                    <a:pt x="63" y="146"/>
                    <a:pt x="63" y="146"/>
                  </a:cubicBezTo>
                  <a:cubicBezTo>
                    <a:pt x="63" y="145"/>
                    <a:pt x="63" y="145"/>
                    <a:pt x="63" y="145"/>
                  </a:cubicBezTo>
                  <a:cubicBezTo>
                    <a:pt x="63" y="144"/>
                    <a:pt x="62" y="144"/>
                    <a:pt x="62" y="143"/>
                  </a:cubicBezTo>
                  <a:cubicBezTo>
                    <a:pt x="62" y="143"/>
                    <a:pt x="62" y="143"/>
                    <a:pt x="62" y="142"/>
                  </a:cubicBezTo>
                  <a:cubicBezTo>
                    <a:pt x="62" y="142"/>
                    <a:pt x="61" y="141"/>
                    <a:pt x="61" y="141"/>
                  </a:cubicBezTo>
                  <a:cubicBezTo>
                    <a:pt x="61" y="140"/>
                    <a:pt x="60" y="140"/>
                    <a:pt x="60" y="139"/>
                  </a:cubicBezTo>
                  <a:cubicBezTo>
                    <a:pt x="60" y="139"/>
                    <a:pt x="60" y="139"/>
                    <a:pt x="60" y="138"/>
                  </a:cubicBezTo>
                  <a:cubicBezTo>
                    <a:pt x="59" y="138"/>
                    <a:pt x="58" y="138"/>
                    <a:pt x="57" y="137"/>
                  </a:cubicBezTo>
                  <a:cubicBezTo>
                    <a:pt x="55" y="137"/>
                    <a:pt x="54" y="137"/>
                    <a:pt x="53" y="137"/>
                  </a:cubicBezTo>
                  <a:cubicBezTo>
                    <a:pt x="52" y="137"/>
                    <a:pt x="51" y="137"/>
                    <a:pt x="51" y="137"/>
                  </a:cubicBezTo>
                  <a:cubicBezTo>
                    <a:pt x="50" y="137"/>
                    <a:pt x="49" y="137"/>
                    <a:pt x="49" y="137"/>
                  </a:cubicBezTo>
                  <a:cubicBezTo>
                    <a:pt x="48" y="137"/>
                    <a:pt x="48" y="136"/>
                    <a:pt x="46" y="135"/>
                  </a:cubicBezTo>
                  <a:cubicBezTo>
                    <a:pt x="46" y="135"/>
                    <a:pt x="46" y="135"/>
                    <a:pt x="45" y="134"/>
                  </a:cubicBezTo>
                  <a:cubicBezTo>
                    <a:pt x="45" y="134"/>
                    <a:pt x="44" y="134"/>
                    <a:pt x="44" y="134"/>
                  </a:cubicBezTo>
                  <a:cubicBezTo>
                    <a:pt x="43" y="135"/>
                    <a:pt x="44" y="137"/>
                    <a:pt x="43" y="137"/>
                  </a:cubicBezTo>
                  <a:cubicBezTo>
                    <a:pt x="42" y="138"/>
                    <a:pt x="40" y="138"/>
                    <a:pt x="40" y="139"/>
                  </a:cubicBezTo>
                  <a:cubicBezTo>
                    <a:pt x="40" y="139"/>
                    <a:pt x="40" y="141"/>
                    <a:pt x="39" y="141"/>
                  </a:cubicBezTo>
                  <a:cubicBezTo>
                    <a:pt x="39" y="141"/>
                    <a:pt x="38" y="141"/>
                    <a:pt x="38" y="142"/>
                  </a:cubicBezTo>
                  <a:cubicBezTo>
                    <a:pt x="37" y="142"/>
                    <a:pt x="38" y="142"/>
                    <a:pt x="37" y="143"/>
                  </a:cubicBezTo>
                  <a:cubicBezTo>
                    <a:pt x="37" y="143"/>
                    <a:pt x="37" y="144"/>
                    <a:pt x="36" y="145"/>
                  </a:cubicBezTo>
                  <a:cubicBezTo>
                    <a:pt x="36" y="145"/>
                    <a:pt x="35" y="145"/>
                    <a:pt x="34" y="146"/>
                  </a:cubicBezTo>
                  <a:cubicBezTo>
                    <a:pt x="33" y="146"/>
                    <a:pt x="33" y="146"/>
                    <a:pt x="32" y="146"/>
                  </a:cubicBezTo>
                  <a:cubicBezTo>
                    <a:pt x="31" y="146"/>
                    <a:pt x="29" y="145"/>
                    <a:pt x="29" y="144"/>
                  </a:cubicBezTo>
                  <a:cubicBezTo>
                    <a:pt x="29" y="143"/>
                    <a:pt x="30" y="142"/>
                    <a:pt x="29" y="142"/>
                  </a:cubicBezTo>
                  <a:cubicBezTo>
                    <a:pt x="29" y="141"/>
                    <a:pt x="28" y="140"/>
                    <a:pt x="28" y="140"/>
                  </a:cubicBezTo>
                  <a:cubicBezTo>
                    <a:pt x="28" y="139"/>
                    <a:pt x="28" y="139"/>
                    <a:pt x="28" y="139"/>
                  </a:cubicBezTo>
                  <a:cubicBezTo>
                    <a:pt x="28" y="138"/>
                    <a:pt x="28" y="138"/>
                    <a:pt x="28" y="138"/>
                  </a:cubicBezTo>
                  <a:cubicBezTo>
                    <a:pt x="28" y="137"/>
                    <a:pt x="28" y="137"/>
                    <a:pt x="27" y="136"/>
                  </a:cubicBezTo>
                  <a:cubicBezTo>
                    <a:pt x="26" y="135"/>
                    <a:pt x="26" y="134"/>
                    <a:pt x="26" y="133"/>
                  </a:cubicBezTo>
                  <a:cubicBezTo>
                    <a:pt x="25" y="131"/>
                    <a:pt x="25" y="129"/>
                    <a:pt x="24" y="128"/>
                  </a:cubicBezTo>
                  <a:cubicBezTo>
                    <a:pt x="24" y="127"/>
                    <a:pt x="23" y="126"/>
                    <a:pt x="22" y="125"/>
                  </a:cubicBezTo>
                  <a:cubicBezTo>
                    <a:pt x="22" y="124"/>
                    <a:pt x="21" y="124"/>
                    <a:pt x="21" y="124"/>
                  </a:cubicBezTo>
                  <a:cubicBezTo>
                    <a:pt x="20" y="124"/>
                    <a:pt x="20" y="123"/>
                    <a:pt x="20" y="123"/>
                  </a:cubicBezTo>
                  <a:cubicBezTo>
                    <a:pt x="20" y="122"/>
                    <a:pt x="21" y="122"/>
                    <a:pt x="21" y="121"/>
                  </a:cubicBezTo>
                  <a:cubicBezTo>
                    <a:pt x="21" y="121"/>
                    <a:pt x="20" y="120"/>
                    <a:pt x="20" y="120"/>
                  </a:cubicBezTo>
                  <a:cubicBezTo>
                    <a:pt x="19" y="120"/>
                    <a:pt x="17" y="119"/>
                    <a:pt x="18" y="118"/>
                  </a:cubicBezTo>
                  <a:cubicBezTo>
                    <a:pt x="19" y="117"/>
                    <a:pt x="19" y="117"/>
                    <a:pt x="18" y="117"/>
                  </a:cubicBezTo>
                  <a:cubicBezTo>
                    <a:pt x="18" y="116"/>
                    <a:pt x="18" y="116"/>
                    <a:pt x="18" y="116"/>
                  </a:cubicBezTo>
                  <a:cubicBezTo>
                    <a:pt x="17" y="115"/>
                    <a:pt x="19" y="115"/>
                    <a:pt x="19" y="114"/>
                  </a:cubicBezTo>
                  <a:cubicBezTo>
                    <a:pt x="19" y="114"/>
                    <a:pt x="20" y="113"/>
                    <a:pt x="19" y="113"/>
                  </a:cubicBezTo>
                  <a:cubicBezTo>
                    <a:pt x="19" y="112"/>
                    <a:pt x="19" y="112"/>
                    <a:pt x="18" y="112"/>
                  </a:cubicBezTo>
                  <a:cubicBezTo>
                    <a:pt x="17" y="111"/>
                    <a:pt x="19" y="109"/>
                    <a:pt x="19" y="109"/>
                  </a:cubicBezTo>
                  <a:cubicBezTo>
                    <a:pt x="19" y="108"/>
                    <a:pt x="20" y="108"/>
                    <a:pt x="20" y="108"/>
                  </a:cubicBezTo>
                  <a:cubicBezTo>
                    <a:pt x="20" y="107"/>
                    <a:pt x="19" y="107"/>
                    <a:pt x="19" y="107"/>
                  </a:cubicBezTo>
                  <a:cubicBezTo>
                    <a:pt x="19" y="107"/>
                    <a:pt x="18" y="106"/>
                    <a:pt x="18" y="106"/>
                  </a:cubicBezTo>
                  <a:cubicBezTo>
                    <a:pt x="17" y="106"/>
                    <a:pt x="17" y="105"/>
                    <a:pt x="16" y="105"/>
                  </a:cubicBezTo>
                  <a:cubicBezTo>
                    <a:pt x="16" y="104"/>
                    <a:pt x="15" y="104"/>
                    <a:pt x="14" y="103"/>
                  </a:cubicBezTo>
                  <a:cubicBezTo>
                    <a:pt x="14" y="102"/>
                    <a:pt x="14" y="102"/>
                    <a:pt x="14" y="102"/>
                  </a:cubicBezTo>
                  <a:cubicBezTo>
                    <a:pt x="14" y="101"/>
                    <a:pt x="14" y="101"/>
                    <a:pt x="14" y="101"/>
                  </a:cubicBezTo>
                  <a:cubicBezTo>
                    <a:pt x="14" y="100"/>
                    <a:pt x="13" y="100"/>
                    <a:pt x="13" y="99"/>
                  </a:cubicBezTo>
                  <a:cubicBezTo>
                    <a:pt x="13" y="98"/>
                    <a:pt x="13" y="96"/>
                    <a:pt x="12" y="95"/>
                  </a:cubicBezTo>
                  <a:cubicBezTo>
                    <a:pt x="12" y="95"/>
                    <a:pt x="12" y="95"/>
                    <a:pt x="12" y="94"/>
                  </a:cubicBezTo>
                  <a:cubicBezTo>
                    <a:pt x="12" y="94"/>
                    <a:pt x="12" y="94"/>
                    <a:pt x="11" y="94"/>
                  </a:cubicBezTo>
                  <a:cubicBezTo>
                    <a:pt x="11" y="93"/>
                    <a:pt x="12" y="93"/>
                    <a:pt x="12" y="93"/>
                  </a:cubicBezTo>
                  <a:cubicBezTo>
                    <a:pt x="13" y="92"/>
                    <a:pt x="11" y="92"/>
                    <a:pt x="11" y="92"/>
                  </a:cubicBezTo>
                  <a:cubicBezTo>
                    <a:pt x="10" y="92"/>
                    <a:pt x="10" y="92"/>
                    <a:pt x="10" y="92"/>
                  </a:cubicBezTo>
                  <a:cubicBezTo>
                    <a:pt x="9" y="91"/>
                    <a:pt x="9" y="91"/>
                    <a:pt x="9" y="90"/>
                  </a:cubicBezTo>
                  <a:cubicBezTo>
                    <a:pt x="9" y="89"/>
                    <a:pt x="8" y="88"/>
                    <a:pt x="7" y="87"/>
                  </a:cubicBezTo>
                  <a:cubicBezTo>
                    <a:pt x="7" y="86"/>
                    <a:pt x="7" y="85"/>
                    <a:pt x="6" y="84"/>
                  </a:cubicBezTo>
                  <a:cubicBezTo>
                    <a:pt x="6" y="84"/>
                    <a:pt x="5" y="84"/>
                    <a:pt x="6" y="83"/>
                  </a:cubicBezTo>
                  <a:cubicBezTo>
                    <a:pt x="6" y="83"/>
                    <a:pt x="6" y="83"/>
                    <a:pt x="7" y="83"/>
                  </a:cubicBezTo>
                  <a:cubicBezTo>
                    <a:pt x="7" y="82"/>
                    <a:pt x="8" y="82"/>
                    <a:pt x="8" y="82"/>
                  </a:cubicBezTo>
                  <a:cubicBezTo>
                    <a:pt x="8" y="81"/>
                    <a:pt x="8" y="81"/>
                    <a:pt x="8" y="81"/>
                  </a:cubicBezTo>
                  <a:cubicBezTo>
                    <a:pt x="8" y="81"/>
                    <a:pt x="8" y="80"/>
                    <a:pt x="9" y="80"/>
                  </a:cubicBezTo>
                  <a:cubicBezTo>
                    <a:pt x="9" y="79"/>
                    <a:pt x="9" y="79"/>
                    <a:pt x="9" y="78"/>
                  </a:cubicBezTo>
                  <a:cubicBezTo>
                    <a:pt x="10" y="78"/>
                    <a:pt x="10" y="78"/>
                    <a:pt x="11" y="78"/>
                  </a:cubicBezTo>
                  <a:cubicBezTo>
                    <a:pt x="11" y="77"/>
                    <a:pt x="11" y="77"/>
                    <a:pt x="11" y="76"/>
                  </a:cubicBezTo>
                  <a:cubicBezTo>
                    <a:pt x="11" y="76"/>
                    <a:pt x="12" y="77"/>
                    <a:pt x="12" y="77"/>
                  </a:cubicBezTo>
                  <a:cubicBezTo>
                    <a:pt x="13" y="76"/>
                    <a:pt x="12" y="76"/>
                    <a:pt x="12" y="75"/>
                  </a:cubicBezTo>
                  <a:cubicBezTo>
                    <a:pt x="12" y="75"/>
                    <a:pt x="12" y="75"/>
                    <a:pt x="11" y="75"/>
                  </a:cubicBezTo>
                  <a:cubicBezTo>
                    <a:pt x="11" y="75"/>
                    <a:pt x="12" y="75"/>
                    <a:pt x="13" y="75"/>
                  </a:cubicBezTo>
                  <a:cubicBezTo>
                    <a:pt x="13" y="75"/>
                    <a:pt x="13" y="74"/>
                    <a:pt x="14" y="74"/>
                  </a:cubicBezTo>
                  <a:cubicBezTo>
                    <a:pt x="14" y="74"/>
                    <a:pt x="14" y="74"/>
                    <a:pt x="13" y="74"/>
                  </a:cubicBezTo>
                  <a:cubicBezTo>
                    <a:pt x="13" y="73"/>
                    <a:pt x="14" y="74"/>
                    <a:pt x="14" y="74"/>
                  </a:cubicBezTo>
                  <a:cubicBezTo>
                    <a:pt x="15" y="74"/>
                    <a:pt x="15" y="73"/>
                    <a:pt x="15" y="73"/>
                  </a:cubicBezTo>
                  <a:cubicBezTo>
                    <a:pt x="15" y="72"/>
                    <a:pt x="12" y="72"/>
                    <a:pt x="12" y="73"/>
                  </a:cubicBezTo>
                  <a:cubicBezTo>
                    <a:pt x="12" y="72"/>
                    <a:pt x="11" y="71"/>
                    <a:pt x="12" y="71"/>
                  </a:cubicBezTo>
                  <a:cubicBezTo>
                    <a:pt x="12" y="71"/>
                    <a:pt x="12" y="70"/>
                    <a:pt x="13" y="70"/>
                  </a:cubicBezTo>
                  <a:cubicBezTo>
                    <a:pt x="13" y="69"/>
                    <a:pt x="11" y="69"/>
                    <a:pt x="11" y="69"/>
                  </a:cubicBezTo>
                  <a:cubicBezTo>
                    <a:pt x="10" y="69"/>
                    <a:pt x="10" y="69"/>
                    <a:pt x="10" y="69"/>
                  </a:cubicBezTo>
                  <a:cubicBezTo>
                    <a:pt x="10" y="68"/>
                    <a:pt x="10" y="67"/>
                    <a:pt x="9" y="67"/>
                  </a:cubicBezTo>
                  <a:cubicBezTo>
                    <a:pt x="9" y="67"/>
                    <a:pt x="8" y="67"/>
                    <a:pt x="8" y="67"/>
                  </a:cubicBezTo>
                  <a:cubicBezTo>
                    <a:pt x="9" y="66"/>
                    <a:pt x="7" y="67"/>
                    <a:pt x="7" y="66"/>
                  </a:cubicBezTo>
                  <a:cubicBezTo>
                    <a:pt x="7" y="66"/>
                    <a:pt x="7" y="66"/>
                    <a:pt x="7" y="65"/>
                  </a:cubicBezTo>
                  <a:cubicBezTo>
                    <a:pt x="6" y="65"/>
                    <a:pt x="6" y="64"/>
                    <a:pt x="7" y="64"/>
                  </a:cubicBezTo>
                  <a:cubicBezTo>
                    <a:pt x="7" y="63"/>
                    <a:pt x="7" y="63"/>
                    <a:pt x="7" y="63"/>
                  </a:cubicBezTo>
                  <a:cubicBezTo>
                    <a:pt x="7" y="63"/>
                    <a:pt x="7" y="63"/>
                    <a:pt x="7" y="62"/>
                  </a:cubicBezTo>
                  <a:cubicBezTo>
                    <a:pt x="8" y="62"/>
                    <a:pt x="7" y="62"/>
                    <a:pt x="8" y="62"/>
                  </a:cubicBezTo>
                  <a:cubicBezTo>
                    <a:pt x="8" y="62"/>
                    <a:pt x="8" y="62"/>
                    <a:pt x="8" y="62"/>
                  </a:cubicBezTo>
                  <a:cubicBezTo>
                    <a:pt x="8" y="61"/>
                    <a:pt x="6" y="60"/>
                    <a:pt x="6" y="59"/>
                  </a:cubicBezTo>
                  <a:cubicBezTo>
                    <a:pt x="6" y="59"/>
                    <a:pt x="6" y="58"/>
                    <a:pt x="6" y="57"/>
                  </a:cubicBezTo>
                  <a:cubicBezTo>
                    <a:pt x="5" y="56"/>
                    <a:pt x="7" y="57"/>
                    <a:pt x="7" y="56"/>
                  </a:cubicBezTo>
                  <a:cubicBezTo>
                    <a:pt x="7" y="56"/>
                    <a:pt x="6" y="54"/>
                    <a:pt x="7" y="54"/>
                  </a:cubicBezTo>
                  <a:cubicBezTo>
                    <a:pt x="7" y="54"/>
                    <a:pt x="7" y="54"/>
                    <a:pt x="8" y="53"/>
                  </a:cubicBezTo>
                  <a:cubicBezTo>
                    <a:pt x="8" y="53"/>
                    <a:pt x="9" y="53"/>
                    <a:pt x="9" y="52"/>
                  </a:cubicBezTo>
                  <a:cubicBezTo>
                    <a:pt x="9" y="51"/>
                    <a:pt x="8" y="51"/>
                    <a:pt x="9" y="51"/>
                  </a:cubicBezTo>
                  <a:cubicBezTo>
                    <a:pt x="9" y="50"/>
                    <a:pt x="10" y="50"/>
                    <a:pt x="10" y="50"/>
                  </a:cubicBezTo>
                  <a:cubicBezTo>
                    <a:pt x="10" y="49"/>
                    <a:pt x="9" y="49"/>
                    <a:pt x="9" y="48"/>
                  </a:cubicBezTo>
                  <a:cubicBezTo>
                    <a:pt x="8" y="48"/>
                    <a:pt x="8" y="47"/>
                    <a:pt x="8" y="47"/>
                  </a:cubicBezTo>
                  <a:cubicBezTo>
                    <a:pt x="8" y="46"/>
                    <a:pt x="8" y="45"/>
                    <a:pt x="7" y="45"/>
                  </a:cubicBezTo>
                  <a:cubicBezTo>
                    <a:pt x="7" y="44"/>
                    <a:pt x="8" y="44"/>
                    <a:pt x="8" y="44"/>
                  </a:cubicBezTo>
                  <a:cubicBezTo>
                    <a:pt x="8" y="43"/>
                    <a:pt x="8" y="42"/>
                    <a:pt x="8" y="41"/>
                  </a:cubicBezTo>
                  <a:cubicBezTo>
                    <a:pt x="8" y="41"/>
                    <a:pt x="8" y="40"/>
                    <a:pt x="8" y="39"/>
                  </a:cubicBezTo>
                  <a:cubicBezTo>
                    <a:pt x="8" y="38"/>
                    <a:pt x="7" y="36"/>
                    <a:pt x="8" y="36"/>
                  </a:cubicBezTo>
                  <a:cubicBezTo>
                    <a:pt x="8" y="35"/>
                    <a:pt x="8" y="35"/>
                    <a:pt x="9" y="34"/>
                  </a:cubicBezTo>
                  <a:cubicBezTo>
                    <a:pt x="9" y="34"/>
                    <a:pt x="9" y="34"/>
                    <a:pt x="9" y="34"/>
                  </a:cubicBezTo>
                  <a:cubicBezTo>
                    <a:pt x="10" y="33"/>
                    <a:pt x="9" y="33"/>
                    <a:pt x="9" y="33"/>
                  </a:cubicBezTo>
                  <a:cubicBezTo>
                    <a:pt x="9" y="32"/>
                    <a:pt x="10" y="32"/>
                    <a:pt x="10" y="31"/>
                  </a:cubicBezTo>
                  <a:cubicBezTo>
                    <a:pt x="7" y="25"/>
                    <a:pt x="4" y="20"/>
                    <a:pt x="0" y="15"/>
                  </a:cubicBezTo>
                  <a:cubicBezTo>
                    <a:pt x="2" y="15"/>
                    <a:pt x="4" y="15"/>
                    <a:pt x="6" y="15"/>
                  </a:cubicBezTo>
                  <a:cubicBezTo>
                    <a:pt x="6" y="15"/>
                    <a:pt x="8" y="15"/>
                    <a:pt x="8" y="15"/>
                  </a:cubicBezTo>
                  <a:cubicBezTo>
                    <a:pt x="8" y="16"/>
                    <a:pt x="8" y="16"/>
                    <a:pt x="8" y="17"/>
                  </a:cubicBezTo>
                  <a:cubicBezTo>
                    <a:pt x="9" y="17"/>
                    <a:pt x="9" y="16"/>
                    <a:pt x="10" y="16"/>
                  </a:cubicBezTo>
                  <a:cubicBezTo>
                    <a:pt x="11" y="16"/>
                    <a:pt x="11" y="16"/>
                    <a:pt x="12" y="15"/>
                  </a:cubicBezTo>
                  <a:cubicBezTo>
                    <a:pt x="12" y="15"/>
                    <a:pt x="13" y="15"/>
                    <a:pt x="13" y="15"/>
                  </a:cubicBezTo>
                  <a:cubicBezTo>
                    <a:pt x="14" y="14"/>
                    <a:pt x="14" y="12"/>
                    <a:pt x="15" y="11"/>
                  </a:cubicBezTo>
                  <a:cubicBezTo>
                    <a:pt x="16" y="11"/>
                    <a:pt x="16" y="11"/>
                    <a:pt x="17" y="11"/>
                  </a:cubicBezTo>
                  <a:cubicBezTo>
                    <a:pt x="18" y="12"/>
                    <a:pt x="18" y="12"/>
                    <a:pt x="18" y="11"/>
                  </a:cubicBezTo>
                  <a:cubicBezTo>
                    <a:pt x="18" y="11"/>
                    <a:pt x="19" y="10"/>
                    <a:pt x="19" y="10"/>
                  </a:cubicBezTo>
                  <a:cubicBezTo>
                    <a:pt x="19" y="9"/>
                    <a:pt x="20" y="9"/>
                    <a:pt x="20" y="9"/>
                  </a:cubicBezTo>
                  <a:cubicBezTo>
                    <a:pt x="21" y="9"/>
                    <a:pt x="21" y="8"/>
                    <a:pt x="21" y="8"/>
                  </a:cubicBezTo>
                  <a:cubicBezTo>
                    <a:pt x="22" y="8"/>
                    <a:pt x="22" y="7"/>
                    <a:pt x="22" y="8"/>
                  </a:cubicBezTo>
                  <a:cubicBezTo>
                    <a:pt x="23" y="8"/>
                    <a:pt x="24" y="7"/>
                    <a:pt x="24" y="7"/>
                  </a:cubicBezTo>
                  <a:cubicBezTo>
                    <a:pt x="25" y="6"/>
                    <a:pt x="26" y="5"/>
                    <a:pt x="26" y="4"/>
                  </a:cubicBezTo>
                  <a:cubicBezTo>
                    <a:pt x="27" y="4"/>
                    <a:pt x="28" y="3"/>
                    <a:pt x="28" y="3"/>
                  </a:cubicBezTo>
                  <a:cubicBezTo>
                    <a:pt x="29" y="3"/>
                    <a:pt x="30" y="3"/>
                    <a:pt x="31" y="2"/>
                  </a:cubicBezTo>
                  <a:cubicBezTo>
                    <a:pt x="32" y="2"/>
                    <a:pt x="32" y="2"/>
                    <a:pt x="33" y="2"/>
                  </a:cubicBezTo>
                  <a:cubicBezTo>
                    <a:pt x="33" y="2"/>
                    <a:pt x="33" y="2"/>
                    <a:pt x="33" y="2"/>
                  </a:cubicBezTo>
                  <a:cubicBezTo>
                    <a:pt x="33" y="2"/>
                    <a:pt x="33" y="2"/>
                    <a:pt x="33" y="2"/>
                  </a:cubicBezTo>
                  <a:cubicBezTo>
                    <a:pt x="33" y="2"/>
                    <a:pt x="34" y="2"/>
                    <a:pt x="34" y="2"/>
                  </a:cubicBezTo>
                  <a:cubicBezTo>
                    <a:pt x="34" y="2"/>
                    <a:pt x="34" y="1"/>
                    <a:pt x="35" y="2"/>
                  </a:cubicBezTo>
                  <a:cubicBezTo>
                    <a:pt x="35" y="2"/>
                    <a:pt x="36" y="2"/>
                    <a:pt x="36" y="2"/>
                  </a:cubicBezTo>
                  <a:cubicBezTo>
                    <a:pt x="36" y="2"/>
                    <a:pt x="36" y="1"/>
                    <a:pt x="36" y="1"/>
                  </a:cubicBezTo>
                  <a:cubicBezTo>
                    <a:pt x="36" y="2"/>
                    <a:pt x="37" y="1"/>
                    <a:pt x="37" y="1"/>
                  </a:cubicBezTo>
                  <a:cubicBezTo>
                    <a:pt x="37" y="2"/>
                    <a:pt x="37" y="2"/>
                    <a:pt x="37" y="2"/>
                  </a:cubicBezTo>
                  <a:cubicBezTo>
                    <a:pt x="37" y="2"/>
                    <a:pt x="38" y="2"/>
                    <a:pt x="38" y="2"/>
                  </a:cubicBezTo>
                  <a:cubicBezTo>
                    <a:pt x="39" y="2"/>
                    <a:pt x="39" y="1"/>
                    <a:pt x="39" y="1"/>
                  </a:cubicBezTo>
                  <a:cubicBezTo>
                    <a:pt x="40" y="0"/>
                    <a:pt x="40" y="1"/>
                    <a:pt x="40" y="2"/>
                  </a:cubicBezTo>
                  <a:cubicBezTo>
                    <a:pt x="41" y="3"/>
                    <a:pt x="40" y="3"/>
                    <a:pt x="41" y="4"/>
                  </a:cubicBezTo>
                  <a:cubicBezTo>
                    <a:pt x="41" y="5"/>
                    <a:pt x="41" y="6"/>
                    <a:pt x="41" y="7"/>
                  </a:cubicBezTo>
                  <a:cubicBezTo>
                    <a:pt x="40" y="9"/>
                    <a:pt x="39" y="10"/>
                    <a:pt x="40" y="11"/>
                  </a:cubicBezTo>
                  <a:cubicBezTo>
                    <a:pt x="41" y="12"/>
                    <a:pt x="40" y="13"/>
                    <a:pt x="41" y="13"/>
                  </a:cubicBezTo>
                  <a:cubicBezTo>
                    <a:pt x="41" y="13"/>
                    <a:pt x="42" y="14"/>
                    <a:pt x="41" y="15"/>
                  </a:cubicBezTo>
                  <a:cubicBezTo>
                    <a:pt x="41" y="15"/>
                    <a:pt x="41" y="15"/>
                    <a:pt x="41" y="16"/>
                  </a:cubicBezTo>
                  <a:cubicBezTo>
                    <a:pt x="41" y="16"/>
                    <a:pt x="41" y="16"/>
                    <a:pt x="41" y="17"/>
                  </a:cubicBezTo>
                  <a:cubicBezTo>
                    <a:pt x="40" y="17"/>
                    <a:pt x="41" y="17"/>
                    <a:pt x="41" y="17"/>
                  </a:cubicBezTo>
                  <a:cubicBezTo>
                    <a:pt x="41" y="18"/>
                    <a:pt x="41" y="18"/>
                    <a:pt x="41" y="18"/>
                  </a:cubicBezTo>
                  <a:cubicBezTo>
                    <a:pt x="41" y="18"/>
                    <a:pt x="41" y="18"/>
                    <a:pt x="41" y="19"/>
                  </a:cubicBezTo>
                  <a:cubicBezTo>
                    <a:pt x="41" y="19"/>
                    <a:pt x="41" y="19"/>
                    <a:pt x="41" y="19"/>
                  </a:cubicBezTo>
                  <a:cubicBezTo>
                    <a:pt x="41" y="20"/>
                    <a:pt x="42" y="21"/>
                    <a:pt x="42" y="21"/>
                  </a:cubicBezTo>
                  <a:cubicBezTo>
                    <a:pt x="43" y="21"/>
                    <a:pt x="43" y="21"/>
                    <a:pt x="43" y="22"/>
                  </a:cubicBezTo>
                  <a:cubicBezTo>
                    <a:pt x="43" y="22"/>
                    <a:pt x="43" y="22"/>
                    <a:pt x="43" y="22"/>
                  </a:cubicBezTo>
                  <a:cubicBezTo>
                    <a:pt x="43" y="22"/>
                    <a:pt x="43" y="24"/>
                    <a:pt x="43" y="24"/>
                  </a:cubicBezTo>
                  <a:cubicBezTo>
                    <a:pt x="43" y="24"/>
                    <a:pt x="44" y="23"/>
                    <a:pt x="44" y="23"/>
                  </a:cubicBezTo>
                  <a:cubicBezTo>
                    <a:pt x="44" y="23"/>
                    <a:pt x="44" y="23"/>
                    <a:pt x="44" y="23"/>
                  </a:cubicBezTo>
                  <a:cubicBezTo>
                    <a:pt x="44" y="24"/>
                    <a:pt x="44" y="24"/>
                    <a:pt x="45" y="25"/>
                  </a:cubicBezTo>
                  <a:cubicBezTo>
                    <a:pt x="45" y="25"/>
                    <a:pt x="45" y="25"/>
                    <a:pt x="45" y="25"/>
                  </a:cubicBezTo>
                  <a:cubicBezTo>
                    <a:pt x="45" y="26"/>
                    <a:pt x="45" y="26"/>
                    <a:pt x="45" y="26"/>
                  </a:cubicBezTo>
                  <a:cubicBezTo>
                    <a:pt x="46" y="26"/>
                    <a:pt x="47" y="26"/>
                    <a:pt x="47" y="27"/>
                  </a:cubicBezTo>
                  <a:cubicBezTo>
                    <a:pt x="47" y="27"/>
                    <a:pt x="48" y="28"/>
                    <a:pt x="48" y="28"/>
                  </a:cubicBezTo>
                  <a:cubicBezTo>
                    <a:pt x="48" y="28"/>
                    <a:pt x="48" y="27"/>
                    <a:pt x="48" y="27"/>
                  </a:cubicBezTo>
                  <a:cubicBezTo>
                    <a:pt x="48" y="27"/>
                    <a:pt x="48" y="28"/>
                    <a:pt x="48" y="28"/>
                  </a:cubicBezTo>
                  <a:cubicBezTo>
                    <a:pt x="49" y="28"/>
                    <a:pt x="49" y="28"/>
                    <a:pt x="49" y="28"/>
                  </a:cubicBezTo>
                  <a:cubicBezTo>
                    <a:pt x="51" y="29"/>
                    <a:pt x="50" y="29"/>
                    <a:pt x="50" y="30"/>
                  </a:cubicBezTo>
                  <a:cubicBezTo>
                    <a:pt x="50" y="31"/>
                    <a:pt x="52" y="31"/>
                    <a:pt x="52" y="31"/>
                  </a:cubicBezTo>
                  <a:cubicBezTo>
                    <a:pt x="53" y="32"/>
                    <a:pt x="52" y="31"/>
                    <a:pt x="53" y="31"/>
                  </a:cubicBezTo>
                  <a:cubicBezTo>
                    <a:pt x="53" y="31"/>
                    <a:pt x="53" y="32"/>
                    <a:pt x="54" y="32"/>
                  </a:cubicBezTo>
                  <a:cubicBezTo>
                    <a:pt x="54" y="32"/>
                    <a:pt x="56" y="32"/>
                    <a:pt x="56" y="32"/>
                  </a:cubicBezTo>
                  <a:cubicBezTo>
                    <a:pt x="56" y="31"/>
                    <a:pt x="57" y="31"/>
                    <a:pt x="57" y="31"/>
                  </a:cubicBezTo>
                  <a:cubicBezTo>
                    <a:pt x="58" y="31"/>
                    <a:pt x="59" y="32"/>
                    <a:pt x="60" y="32"/>
                  </a:cubicBezTo>
                  <a:cubicBezTo>
                    <a:pt x="61" y="32"/>
                    <a:pt x="61" y="34"/>
                    <a:pt x="62" y="34"/>
                  </a:cubicBezTo>
                  <a:cubicBezTo>
                    <a:pt x="63" y="34"/>
                    <a:pt x="63" y="33"/>
                    <a:pt x="64" y="33"/>
                  </a:cubicBezTo>
                  <a:cubicBezTo>
                    <a:pt x="64" y="33"/>
                    <a:pt x="64" y="34"/>
                    <a:pt x="65" y="34"/>
                  </a:cubicBezTo>
                  <a:cubicBezTo>
                    <a:pt x="65" y="35"/>
                    <a:pt x="66" y="36"/>
                    <a:pt x="67" y="37"/>
                  </a:cubicBezTo>
                  <a:cubicBezTo>
                    <a:pt x="67" y="37"/>
                    <a:pt x="67" y="37"/>
                    <a:pt x="68" y="37"/>
                  </a:cubicBezTo>
                  <a:cubicBezTo>
                    <a:pt x="68" y="37"/>
                    <a:pt x="68" y="37"/>
                    <a:pt x="69" y="37"/>
                  </a:cubicBezTo>
                  <a:cubicBezTo>
                    <a:pt x="69" y="37"/>
                    <a:pt x="69" y="38"/>
                    <a:pt x="69" y="38"/>
                  </a:cubicBezTo>
                  <a:cubicBezTo>
                    <a:pt x="70" y="38"/>
                    <a:pt x="70" y="38"/>
                    <a:pt x="70" y="38"/>
                  </a:cubicBezTo>
                  <a:cubicBezTo>
                    <a:pt x="71" y="38"/>
                    <a:pt x="71" y="38"/>
                    <a:pt x="71" y="39"/>
                  </a:cubicBezTo>
                  <a:cubicBezTo>
                    <a:pt x="72" y="39"/>
                    <a:pt x="72" y="39"/>
                    <a:pt x="73" y="39"/>
                  </a:cubicBezTo>
                  <a:cubicBezTo>
                    <a:pt x="73" y="38"/>
                    <a:pt x="74" y="39"/>
                    <a:pt x="74" y="39"/>
                  </a:cubicBezTo>
                  <a:cubicBezTo>
                    <a:pt x="74" y="40"/>
                    <a:pt x="74" y="40"/>
                    <a:pt x="75" y="41"/>
                  </a:cubicBezTo>
                  <a:cubicBezTo>
                    <a:pt x="75" y="41"/>
                    <a:pt x="76" y="42"/>
                    <a:pt x="76" y="42"/>
                  </a:cubicBezTo>
                  <a:cubicBezTo>
                    <a:pt x="77" y="42"/>
                    <a:pt x="76" y="43"/>
                    <a:pt x="77" y="43"/>
                  </a:cubicBezTo>
                  <a:cubicBezTo>
                    <a:pt x="78" y="43"/>
                    <a:pt x="79" y="42"/>
                    <a:pt x="79" y="43"/>
                  </a:cubicBezTo>
                  <a:cubicBezTo>
                    <a:pt x="80" y="44"/>
                    <a:pt x="81" y="43"/>
                    <a:pt x="81" y="43"/>
                  </a:cubicBezTo>
                  <a:cubicBezTo>
                    <a:pt x="82" y="43"/>
                    <a:pt x="82" y="43"/>
                    <a:pt x="82" y="43"/>
                  </a:cubicBezTo>
                  <a:cubicBezTo>
                    <a:pt x="83" y="43"/>
                    <a:pt x="83" y="43"/>
                    <a:pt x="83" y="43"/>
                  </a:cubicBezTo>
                  <a:cubicBezTo>
                    <a:pt x="84" y="43"/>
                    <a:pt x="84" y="42"/>
                    <a:pt x="84" y="42"/>
                  </a:cubicBezTo>
                  <a:cubicBezTo>
                    <a:pt x="85" y="43"/>
                    <a:pt x="84" y="43"/>
                    <a:pt x="85" y="43"/>
                  </a:cubicBezTo>
                  <a:cubicBezTo>
                    <a:pt x="86" y="44"/>
                    <a:pt x="87" y="45"/>
                    <a:pt x="89" y="45"/>
                  </a:cubicBezTo>
                  <a:cubicBezTo>
                    <a:pt x="89" y="46"/>
                    <a:pt x="90" y="46"/>
                    <a:pt x="90" y="47"/>
                  </a:cubicBezTo>
                  <a:cubicBezTo>
                    <a:pt x="91" y="47"/>
                    <a:pt x="91" y="47"/>
                    <a:pt x="91" y="48"/>
                  </a:cubicBezTo>
                  <a:cubicBezTo>
                    <a:pt x="91" y="48"/>
                    <a:pt x="91" y="49"/>
                    <a:pt x="90" y="49"/>
                  </a:cubicBezTo>
                  <a:cubicBezTo>
                    <a:pt x="90" y="50"/>
                    <a:pt x="91" y="51"/>
                    <a:pt x="91" y="51"/>
                  </a:cubicBezTo>
                  <a:cubicBezTo>
                    <a:pt x="91" y="52"/>
                    <a:pt x="92" y="53"/>
                    <a:pt x="92" y="53"/>
                  </a:cubicBezTo>
                  <a:cubicBezTo>
                    <a:pt x="92" y="54"/>
                    <a:pt x="92" y="54"/>
                    <a:pt x="92" y="55"/>
                  </a:cubicBezTo>
                  <a:cubicBezTo>
                    <a:pt x="93" y="55"/>
                    <a:pt x="93" y="56"/>
                    <a:pt x="93" y="57"/>
                  </a:cubicBezTo>
                  <a:cubicBezTo>
                    <a:pt x="93" y="58"/>
                    <a:pt x="93" y="59"/>
                    <a:pt x="93" y="60"/>
                  </a:cubicBezTo>
                  <a:cubicBezTo>
                    <a:pt x="93" y="61"/>
                    <a:pt x="91" y="60"/>
                    <a:pt x="90" y="60"/>
                  </a:cubicBezTo>
                  <a:cubicBezTo>
                    <a:pt x="91" y="61"/>
                    <a:pt x="92" y="62"/>
                    <a:pt x="93" y="63"/>
                  </a:cubicBezTo>
                  <a:cubicBezTo>
                    <a:pt x="94" y="64"/>
                    <a:pt x="94" y="65"/>
                    <a:pt x="94" y="67"/>
                  </a:cubicBezTo>
                  <a:cubicBezTo>
                    <a:pt x="95" y="68"/>
                    <a:pt x="95" y="70"/>
                    <a:pt x="95" y="71"/>
                  </a:cubicBezTo>
                  <a:cubicBezTo>
                    <a:pt x="95" y="73"/>
                    <a:pt x="96" y="73"/>
                    <a:pt x="97" y="73"/>
                  </a:cubicBezTo>
                  <a:cubicBezTo>
                    <a:pt x="99" y="73"/>
                    <a:pt x="100" y="73"/>
                    <a:pt x="102" y="73"/>
                  </a:cubicBezTo>
                  <a:cubicBezTo>
                    <a:pt x="104" y="73"/>
                    <a:pt x="105" y="73"/>
                    <a:pt x="107" y="73"/>
                  </a:cubicBezTo>
                  <a:cubicBezTo>
                    <a:pt x="109" y="74"/>
                    <a:pt x="110" y="74"/>
                    <a:pt x="112" y="74"/>
                  </a:cubicBezTo>
                  <a:cubicBezTo>
                    <a:pt x="112" y="74"/>
                    <a:pt x="112" y="73"/>
                    <a:pt x="113" y="73"/>
                  </a:cubicBezTo>
                  <a:cubicBezTo>
                    <a:pt x="113" y="73"/>
                    <a:pt x="113" y="74"/>
                    <a:pt x="113" y="75"/>
                  </a:cubicBezTo>
                  <a:cubicBezTo>
                    <a:pt x="113" y="75"/>
                    <a:pt x="113" y="75"/>
                    <a:pt x="113" y="76"/>
                  </a:cubicBezTo>
                  <a:cubicBezTo>
                    <a:pt x="113" y="76"/>
                    <a:pt x="112" y="77"/>
                    <a:pt x="112" y="77"/>
                  </a:cubicBezTo>
                  <a:cubicBezTo>
                    <a:pt x="112" y="79"/>
                    <a:pt x="112" y="80"/>
                    <a:pt x="113" y="81"/>
                  </a:cubicBezTo>
                  <a:cubicBezTo>
                    <a:pt x="113" y="82"/>
                    <a:pt x="113" y="84"/>
                    <a:pt x="114" y="84"/>
                  </a:cubicBezTo>
                  <a:cubicBezTo>
                    <a:pt x="115" y="85"/>
                    <a:pt x="116" y="85"/>
                    <a:pt x="116" y="86"/>
                  </a:cubicBezTo>
                  <a:cubicBezTo>
                    <a:pt x="117" y="86"/>
                    <a:pt x="117" y="86"/>
                    <a:pt x="117" y="87"/>
                  </a:cubicBezTo>
                  <a:cubicBezTo>
                    <a:pt x="118" y="87"/>
                    <a:pt x="118" y="86"/>
                    <a:pt x="119" y="86"/>
                  </a:cubicBezTo>
                  <a:cubicBezTo>
                    <a:pt x="120" y="87"/>
                    <a:pt x="120" y="88"/>
                    <a:pt x="120" y="89"/>
                  </a:cubicBezTo>
                  <a:cubicBezTo>
                    <a:pt x="121" y="90"/>
                    <a:pt x="121" y="91"/>
                    <a:pt x="121" y="92"/>
                  </a:cubicBezTo>
                  <a:cubicBezTo>
                    <a:pt x="122" y="92"/>
                    <a:pt x="122" y="93"/>
                    <a:pt x="122" y="93"/>
                  </a:cubicBezTo>
                  <a:cubicBezTo>
                    <a:pt x="122" y="94"/>
                    <a:pt x="122" y="94"/>
                    <a:pt x="123" y="94"/>
                  </a:cubicBezTo>
                  <a:cubicBezTo>
                    <a:pt x="123" y="94"/>
                    <a:pt x="123" y="94"/>
                    <a:pt x="123" y="94"/>
                  </a:cubicBezTo>
                  <a:close/>
                  <a:moveTo>
                    <a:pt x="9" y="72"/>
                  </a:moveTo>
                  <a:cubicBezTo>
                    <a:pt x="9" y="72"/>
                    <a:pt x="10" y="72"/>
                    <a:pt x="10" y="73"/>
                  </a:cubicBezTo>
                  <a:cubicBezTo>
                    <a:pt x="10" y="73"/>
                    <a:pt x="11" y="72"/>
                    <a:pt x="11" y="73"/>
                  </a:cubicBezTo>
                  <a:cubicBezTo>
                    <a:pt x="12" y="73"/>
                    <a:pt x="12" y="73"/>
                    <a:pt x="12" y="73"/>
                  </a:cubicBezTo>
                  <a:cubicBezTo>
                    <a:pt x="11" y="72"/>
                    <a:pt x="11" y="72"/>
                    <a:pt x="10" y="71"/>
                  </a:cubicBezTo>
                  <a:cubicBezTo>
                    <a:pt x="10" y="71"/>
                    <a:pt x="9" y="71"/>
                    <a:pt x="9" y="71"/>
                  </a:cubicBezTo>
                  <a:cubicBezTo>
                    <a:pt x="9" y="71"/>
                    <a:pt x="10" y="72"/>
                    <a:pt x="10" y="72"/>
                  </a:cubicBezTo>
                  <a:cubicBezTo>
                    <a:pt x="9" y="72"/>
                    <a:pt x="9" y="72"/>
                    <a:pt x="9" y="7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40" name="Bhutan">
              <a:extLst>
                <a:ext uri="{FF2B5EF4-FFF2-40B4-BE49-F238E27FC236}">
                  <a16:creationId xmlns:a16="http://schemas.microsoft.com/office/drawing/2014/main" id="{3494AE5F-85F6-6FD3-33E0-B96BB745EF6C}"/>
                </a:ext>
              </a:extLst>
            </p:cNvPr>
            <p:cNvSpPr>
              <a:spLocks/>
            </p:cNvSpPr>
            <p:nvPr/>
          </p:nvSpPr>
          <p:spPr bwMode="auto">
            <a:xfrm>
              <a:off x="8657759" y="2941666"/>
              <a:ext cx="112719" cy="63711"/>
            </a:xfrm>
            <a:custGeom>
              <a:avLst/>
              <a:gdLst/>
              <a:ahLst/>
              <a:cxnLst>
                <a:cxn ang="0">
                  <a:pos x="31" y="13"/>
                </a:cxn>
                <a:cxn ang="0">
                  <a:pos x="32" y="11"/>
                </a:cxn>
                <a:cxn ang="0">
                  <a:pos x="31" y="10"/>
                </a:cxn>
                <a:cxn ang="0">
                  <a:pos x="30" y="9"/>
                </a:cxn>
                <a:cxn ang="0">
                  <a:pos x="29" y="10"/>
                </a:cxn>
                <a:cxn ang="0">
                  <a:pos x="28" y="9"/>
                </a:cxn>
                <a:cxn ang="0">
                  <a:pos x="27" y="8"/>
                </a:cxn>
                <a:cxn ang="0">
                  <a:pos x="26" y="7"/>
                </a:cxn>
                <a:cxn ang="0">
                  <a:pos x="26" y="6"/>
                </a:cxn>
                <a:cxn ang="0">
                  <a:pos x="26" y="4"/>
                </a:cxn>
                <a:cxn ang="0">
                  <a:pos x="25" y="4"/>
                </a:cxn>
                <a:cxn ang="0">
                  <a:pos x="23" y="3"/>
                </a:cxn>
                <a:cxn ang="0">
                  <a:pos x="22" y="3"/>
                </a:cxn>
                <a:cxn ang="0">
                  <a:pos x="21" y="3"/>
                </a:cxn>
                <a:cxn ang="0">
                  <a:pos x="20" y="4"/>
                </a:cxn>
                <a:cxn ang="0">
                  <a:pos x="19" y="3"/>
                </a:cxn>
                <a:cxn ang="0">
                  <a:pos x="17" y="3"/>
                </a:cxn>
                <a:cxn ang="0">
                  <a:pos x="15" y="3"/>
                </a:cxn>
                <a:cxn ang="0">
                  <a:pos x="14" y="1"/>
                </a:cxn>
                <a:cxn ang="0">
                  <a:pos x="12" y="0"/>
                </a:cxn>
                <a:cxn ang="0">
                  <a:pos x="9" y="0"/>
                </a:cxn>
                <a:cxn ang="0">
                  <a:pos x="9" y="0"/>
                </a:cxn>
                <a:cxn ang="0">
                  <a:pos x="9" y="1"/>
                </a:cxn>
                <a:cxn ang="0">
                  <a:pos x="8" y="1"/>
                </a:cxn>
                <a:cxn ang="0">
                  <a:pos x="6" y="3"/>
                </a:cxn>
                <a:cxn ang="0">
                  <a:pos x="5" y="4"/>
                </a:cxn>
                <a:cxn ang="0">
                  <a:pos x="4" y="6"/>
                </a:cxn>
                <a:cxn ang="0">
                  <a:pos x="3" y="8"/>
                </a:cxn>
                <a:cxn ang="0">
                  <a:pos x="2" y="9"/>
                </a:cxn>
                <a:cxn ang="0">
                  <a:pos x="2" y="11"/>
                </a:cxn>
                <a:cxn ang="0">
                  <a:pos x="1" y="12"/>
                </a:cxn>
                <a:cxn ang="0">
                  <a:pos x="1" y="13"/>
                </a:cxn>
                <a:cxn ang="0">
                  <a:pos x="2" y="15"/>
                </a:cxn>
                <a:cxn ang="0">
                  <a:pos x="3" y="15"/>
                </a:cxn>
                <a:cxn ang="0">
                  <a:pos x="4" y="15"/>
                </a:cxn>
                <a:cxn ang="0">
                  <a:pos x="5" y="17"/>
                </a:cxn>
                <a:cxn ang="0">
                  <a:pos x="7" y="16"/>
                </a:cxn>
                <a:cxn ang="0">
                  <a:pos x="8" y="17"/>
                </a:cxn>
                <a:cxn ang="0">
                  <a:pos x="9" y="17"/>
                </a:cxn>
                <a:cxn ang="0">
                  <a:pos x="9" y="18"/>
                </a:cxn>
                <a:cxn ang="0">
                  <a:pos x="11" y="18"/>
                </a:cxn>
                <a:cxn ang="0">
                  <a:pos x="11" y="18"/>
                </a:cxn>
                <a:cxn ang="0">
                  <a:pos x="12" y="17"/>
                </a:cxn>
                <a:cxn ang="0">
                  <a:pos x="14" y="17"/>
                </a:cxn>
                <a:cxn ang="0">
                  <a:pos x="15" y="17"/>
                </a:cxn>
                <a:cxn ang="0">
                  <a:pos x="16" y="16"/>
                </a:cxn>
                <a:cxn ang="0">
                  <a:pos x="17" y="16"/>
                </a:cxn>
                <a:cxn ang="0">
                  <a:pos x="19" y="17"/>
                </a:cxn>
                <a:cxn ang="0">
                  <a:pos x="21" y="17"/>
                </a:cxn>
                <a:cxn ang="0">
                  <a:pos x="24" y="17"/>
                </a:cxn>
                <a:cxn ang="0">
                  <a:pos x="26" y="17"/>
                </a:cxn>
                <a:cxn ang="0">
                  <a:pos x="26" y="16"/>
                </a:cxn>
                <a:cxn ang="0">
                  <a:pos x="27" y="16"/>
                </a:cxn>
                <a:cxn ang="0">
                  <a:pos x="28" y="17"/>
                </a:cxn>
                <a:cxn ang="0">
                  <a:pos x="30" y="16"/>
                </a:cxn>
                <a:cxn ang="0">
                  <a:pos x="31" y="17"/>
                </a:cxn>
                <a:cxn ang="0">
                  <a:pos x="31" y="16"/>
                </a:cxn>
                <a:cxn ang="0">
                  <a:pos x="32" y="16"/>
                </a:cxn>
                <a:cxn ang="0">
                  <a:pos x="32" y="15"/>
                </a:cxn>
                <a:cxn ang="0">
                  <a:pos x="31" y="13"/>
                </a:cxn>
              </a:cxnLst>
              <a:rect l="0" t="0" r="r" b="b"/>
              <a:pathLst>
                <a:path w="32" h="18">
                  <a:moveTo>
                    <a:pt x="31" y="13"/>
                  </a:moveTo>
                  <a:cubicBezTo>
                    <a:pt x="31" y="12"/>
                    <a:pt x="32" y="12"/>
                    <a:pt x="32" y="11"/>
                  </a:cubicBezTo>
                  <a:cubicBezTo>
                    <a:pt x="32" y="11"/>
                    <a:pt x="31" y="10"/>
                    <a:pt x="31" y="10"/>
                  </a:cubicBezTo>
                  <a:cubicBezTo>
                    <a:pt x="31" y="10"/>
                    <a:pt x="30" y="9"/>
                    <a:pt x="30" y="9"/>
                  </a:cubicBezTo>
                  <a:cubicBezTo>
                    <a:pt x="30" y="10"/>
                    <a:pt x="29" y="10"/>
                    <a:pt x="29" y="10"/>
                  </a:cubicBezTo>
                  <a:cubicBezTo>
                    <a:pt x="28" y="10"/>
                    <a:pt x="28" y="9"/>
                    <a:pt x="28" y="9"/>
                  </a:cubicBezTo>
                  <a:cubicBezTo>
                    <a:pt x="27" y="9"/>
                    <a:pt x="27" y="9"/>
                    <a:pt x="27" y="8"/>
                  </a:cubicBezTo>
                  <a:cubicBezTo>
                    <a:pt x="26" y="8"/>
                    <a:pt x="26" y="7"/>
                    <a:pt x="26" y="7"/>
                  </a:cubicBezTo>
                  <a:cubicBezTo>
                    <a:pt x="27" y="6"/>
                    <a:pt x="27" y="6"/>
                    <a:pt x="26" y="6"/>
                  </a:cubicBezTo>
                  <a:cubicBezTo>
                    <a:pt x="26" y="5"/>
                    <a:pt x="27" y="5"/>
                    <a:pt x="26" y="4"/>
                  </a:cubicBezTo>
                  <a:cubicBezTo>
                    <a:pt x="26" y="4"/>
                    <a:pt x="25" y="4"/>
                    <a:pt x="25" y="4"/>
                  </a:cubicBezTo>
                  <a:cubicBezTo>
                    <a:pt x="24" y="4"/>
                    <a:pt x="23" y="4"/>
                    <a:pt x="23" y="3"/>
                  </a:cubicBezTo>
                  <a:cubicBezTo>
                    <a:pt x="22" y="3"/>
                    <a:pt x="22" y="3"/>
                    <a:pt x="22" y="3"/>
                  </a:cubicBezTo>
                  <a:cubicBezTo>
                    <a:pt x="22" y="3"/>
                    <a:pt x="21" y="3"/>
                    <a:pt x="21" y="3"/>
                  </a:cubicBezTo>
                  <a:cubicBezTo>
                    <a:pt x="21" y="4"/>
                    <a:pt x="21" y="4"/>
                    <a:pt x="20" y="4"/>
                  </a:cubicBezTo>
                  <a:cubicBezTo>
                    <a:pt x="20" y="4"/>
                    <a:pt x="19" y="3"/>
                    <a:pt x="19" y="3"/>
                  </a:cubicBezTo>
                  <a:cubicBezTo>
                    <a:pt x="18" y="3"/>
                    <a:pt x="18" y="3"/>
                    <a:pt x="17" y="3"/>
                  </a:cubicBezTo>
                  <a:cubicBezTo>
                    <a:pt x="17" y="2"/>
                    <a:pt x="15" y="3"/>
                    <a:pt x="15" y="3"/>
                  </a:cubicBezTo>
                  <a:cubicBezTo>
                    <a:pt x="13" y="3"/>
                    <a:pt x="14" y="2"/>
                    <a:pt x="14" y="1"/>
                  </a:cubicBezTo>
                  <a:cubicBezTo>
                    <a:pt x="14" y="1"/>
                    <a:pt x="13" y="0"/>
                    <a:pt x="12" y="0"/>
                  </a:cubicBezTo>
                  <a:cubicBezTo>
                    <a:pt x="11" y="0"/>
                    <a:pt x="10" y="0"/>
                    <a:pt x="9" y="0"/>
                  </a:cubicBezTo>
                  <a:cubicBezTo>
                    <a:pt x="9" y="0"/>
                    <a:pt x="9" y="0"/>
                    <a:pt x="9" y="0"/>
                  </a:cubicBezTo>
                  <a:cubicBezTo>
                    <a:pt x="9" y="0"/>
                    <a:pt x="9" y="0"/>
                    <a:pt x="9" y="1"/>
                  </a:cubicBezTo>
                  <a:cubicBezTo>
                    <a:pt x="8" y="1"/>
                    <a:pt x="8" y="1"/>
                    <a:pt x="8" y="1"/>
                  </a:cubicBezTo>
                  <a:cubicBezTo>
                    <a:pt x="7" y="2"/>
                    <a:pt x="6" y="2"/>
                    <a:pt x="6" y="3"/>
                  </a:cubicBezTo>
                  <a:cubicBezTo>
                    <a:pt x="5" y="3"/>
                    <a:pt x="5" y="4"/>
                    <a:pt x="5" y="4"/>
                  </a:cubicBezTo>
                  <a:cubicBezTo>
                    <a:pt x="5" y="5"/>
                    <a:pt x="4" y="5"/>
                    <a:pt x="4" y="6"/>
                  </a:cubicBezTo>
                  <a:cubicBezTo>
                    <a:pt x="3" y="6"/>
                    <a:pt x="3" y="7"/>
                    <a:pt x="3" y="8"/>
                  </a:cubicBezTo>
                  <a:cubicBezTo>
                    <a:pt x="3" y="9"/>
                    <a:pt x="2" y="9"/>
                    <a:pt x="2" y="9"/>
                  </a:cubicBezTo>
                  <a:cubicBezTo>
                    <a:pt x="2" y="10"/>
                    <a:pt x="2" y="10"/>
                    <a:pt x="2" y="11"/>
                  </a:cubicBezTo>
                  <a:cubicBezTo>
                    <a:pt x="2" y="12"/>
                    <a:pt x="1" y="12"/>
                    <a:pt x="1" y="12"/>
                  </a:cubicBezTo>
                  <a:cubicBezTo>
                    <a:pt x="0" y="13"/>
                    <a:pt x="1" y="13"/>
                    <a:pt x="1" y="13"/>
                  </a:cubicBezTo>
                  <a:cubicBezTo>
                    <a:pt x="2" y="14"/>
                    <a:pt x="2" y="14"/>
                    <a:pt x="2" y="15"/>
                  </a:cubicBezTo>
                  <a:cubicBezTo>
                    <a:pt x="2" y="14"/>
                    <a:pt x="3" y="15"/>
                    <a:pt x="3" y="15"/>
                  </a:cubicBezTo>
                  <a:cubicBezTo>
                    <a:pt x="3" y="15"/>
                    <a:pt x="3" y="15"/>
                    <a:pt x="4" y="15"/>
                  </a:cubicBezTo>
                  <a:cubicBezTo>
                    <a:pt x="4" y="16"/>
                    <a:pt x="4" y="17"/>
                    <a:pt x="5" y="17"/>
                  </a:cubicBezTo>
                  <a:cubicBezTo>
                    <a:pt x="6" y="16"/>
                    <a:pt x="6" y="16"/>
                    <a:pt x="7" y="16"/>
                  </a:cubicBezTo>
                  <a:cubicBezTo>
                    <a:pt x="7" y="16"/>
                    <a:pt x="8" y="16"/>
                    <a:pt x="8" y="17"/>
                  </a:cubicBezTo>
                  <a:cubicBezTo>
                    <a:pt x="8" y="17"/>
                    <a:pt x="9" y="17"/>
                    <a:pt x="9" y="17"/>
                  </a:cubicBezTo>
                  <a:cubicBezTo>
                    <a:pt x="10" y="17"/>
                    <a:pt x="9" y="18"/>
                    <a:pt x="9" y="18"/>
                  </a:cubicBezTo>
                  <a:cubicBezTo>
                    <a:pt x="10" y="18"/>
                    <a:pt x="10" y="17"/>
                    <a:pt x="11" y="18"/>
                  </a:cubicBezTo>
                  <a:cubicBezTo>
                    <a:pt x="11" y="18"/>
                    <a:pt x="11" y="18"/>
                    <a:pt x="11" y="18"/>
                  </a:cubicBezTo>
                  <a:cubicBezTo>
                    <a:pt x="12" y="18"/>
                    <a:pt x="12" y="17"/>
                    <a:pt x="12" y="17"/>
                  </a:cubicBezTo>
                  <a:cubicBezTo>
                    <a:pt x="13" y="18"/>
                    <a:pt x="13" y="17"/>
                    <a:pt x="14" y="17"/>
                  </a:cubicBezTo>
                  <a:cubicBezTo>
                    <a:pt x="15" y="17"/>
                    <a:pt x="14" y="17"/>
                    <a:pt x="15" y="17"/>
                  </a:cubicBezTo>
                  <a:cubicBezTo>
                    <a:pt x="15" y="16"/>
                    <a:pt x="15" y="16"/>
                    <a:pt x="16" y="16"/>
                  </a:cubicBezTo>
                  <a:cubicBezTo>
                    <a:pt x="16" y="16"/>
                    <a:pt x="16" y="16"/>
                    <a:pt x="17" y="16"/>
                  </a:cubicBezTo>
                  <a:cubicBezTo>
                    <a:pt x="18" y="17"/>
                    <a:pt x="18" y="17"/>
                    <a:pt x="19" y="17"/>
                  </a:cubicBezTo>
                  <a:cubicBezTo>
                    <a:pt x="20" y="17"/>
                    <a:pt x="20" y="17"/>
                    <a:pt x="21" y="17"/>
                  </a:cubicBezTo>
                  <a:cubicBezTo>
                    <a:pt x="22" y="17"/>
                    <a:pt x="23" y="16"/>
                    <a:pt x="24" y="17"/>
                  </a:cubicBezTo>
                  <a:cubicBezTo>
                    <a:pt x="25" y="17"/>
                    <a:pt x="25" y="17"/>
                    <a:pt x="26" y="17"/>
                  </a:cubicBezTo>
                  <a:cubicBezTo>
                    <a:pt x="26" y="16"/>
                    <a:pt x="26" y="16"/>
                    <a:pt x="26" y="16"/>
                  </a:cubicBezTo>
                  <a:cubicBezTo>
                    <a:pt x="27" y="16"/>
                    <a:pt x="27" y="16"/>
                    <a:pt x="27" y="16"/>
                  </a:cubicBezTo>
                  <a:cubicBezTo>
                    <a:pt x="27" y="17"/>
                    <a:pt x="28" y="17"/>
                    <a:pt x="28" y="17"/>
                  </a:cubicBezTo>
                  <a:cubicBezTo>
                    <a:pt x="29" y="17"/>
                    <a:pt x="29" y="17"/>
                    <a:pt x="30" y="16"/>
                  </a:cubicBezTo>
                  <a:cubicBezTo>
                    <a:pt x="30" y="16"/>
                    <a:pt x="30" y="16"/>
                    <a:pt x="31" y="17"/>
                  </a:cubicBezTo>
                  <a:cubicBezTo>
                    <a:pt x="31" y="17"/>
                    <a:pt x="31" y="16"/>
                    <a:pt x="31" y="16"/>
                  </a:cubicBezTo>
                  <a:cubicBezTo>
                    <a:pt x="31" y="16"/>
                    <a:pt x="32" y="16"/>
                    <a:pt x="32" y="16"/>
                  </a:cubicBezTo>
                  <a:cubicBezTo>
                    <a:pt x="32" y="16"/>
                    <a:pt x="32" y="15"/>
                    <a:pt x="32" y="15"/>
                  </a:cubicBezTo>
                  <a:cubicBezTo>
                    <a:pt x="32" y="14"/>
                    <a:pt x="31" y="14"/>
                    <a:pt x="31" y="1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41" name="Bermuda (UK)">
              <a:extLst>
                <a:ext uri="{FF2B5EF4-FFF2-40B4-BE49-F238E27FC236}">
                  <a16:creationId xmlns:a16="http://schemas.microsoft.com/office/drawing/2014/main" id="{3186FDC8-D506-504C-09A0-B96E4DD3EE70}"/>
                </a:ext>
              </a:extLst>
            </p:cNvPr>
            <p:cNvSpPr/>
            <p:nvPr/>
          </p:nvSpPr>
          <p:spPr>
            <a:xfrm>
              <a:off x="3535173" y="2787546"/>
              <a:ext cx="7357" cy="5134"/>
            </a:xfrm>
            <a:custGeom>
              <a:avLst/>
              <a:gdLst>
                <a:gd name="connsiteX0" fmla="*/ 1735 w 7357"/>
                <a:gd name="connsiteY0" fmla="*/ 2193 h 5134"/>
                <a:gd name="connsiteX1" fmla="*/ 1659 w 7357"/>
                <a:gd name="connsiteY1" fmla="*/ 2561 h 5134"/>
                <a:gd name="connsiteX2" fmla="*/ 1076 w 7357"/>
                <a:gd name="connsiteY2" fmla="*/ 3271 h 5134"/>
                <a:gd name="connsiteX3" fmla="*/ 557 w 7357"/>
                <a:gd name="connsiteY3" fmla="*/ 3864 h 5134"/>
                <a:gd name="connsiteX4" fmla="*/ 1313 w 7357"/>
                <a:gd name="connsiteY4" fmla="*/ 4176 h 5134"/>
                <a:gd name="connsiteX5" fmla="*/ 912 w 7357"/>
                <a:gd name="connsiteY5" fmla="*/ 4501 h 5134"/>
                <a:gd name="connsiteX6" fmla="*/ 1386 w 7357"/>
                <a:gd name="connsiteY6" fmla="*/ 4760 h 5134"/>
                <a:gd name="connsiteX7" fmla="*/ 1969 w 7357"/>
                <a:gd name="connsiteY7" fmla="*/ 4307 h 5134"/>
                <a:gd name="connsiteX8" fmla="*/ 2659 w 7357"/>
                <a:gd name="connsiteY8" fmla="*/ 4016 h 5134"/>
                <a:gd name="connsiteX9" fmla="*/ 3102 w 7357"/>
                <a:gd name="connsiteY9" fmla="*/ 3572 h 5134"/>
                <a:gd name="connsiteX10" fmla="*/ 2464 w 7357"/>
                <a:gd name="connsiteY10" fmla="*/ 3432 h 5134"/>
                <a:gd name="connsiteX11" fmla="*/ 2109 w 7357"/>
                <a:gd name="connsiteY11" fmla="*/ 3044 h 5134"/>
                <a:gd name="connsiteX12" fmla="*/ 2510 w 7357"/>
                <a:gd name="connsiteY12" fmla="*/ 2968 h 5134"/>
                <a:gd name="connsiteX13" fmla="*/ 3588 w 7357"/>
                <a:gd name="connsiteY13" fmla="*/ 3031 h 5134"/>
                <a:gd name="connsiteX14" fmla="*/ 4442 w 7357"/>
                <a:gd name="connsiteY14" fmla="*/ 2342 h 5134"/>
                <a:gd name="connsiteX15" fmla="*/ 4527 w 7357"/>
                <a:gd name="connsiteY15" fmla="*/ 1771 h 5134"/>
                <a:gd name="connsiteX16" fmla="*/ 4806 w 7357"/>
                <a:gd name="connsiteY16" fmla="*/ 1598 h 5134"/>
                <a:gd name="connsiteX17" fmla="*/ 5207 w 7357"/>
                <a:gd name="connsiteY17" fmla="*/ 1273 h 5134"/>
                <a:gd name="connsiteX18" fmla="*/ 5908 w 7357"/>
                <a:gd name="connsiteY18" fmla="*/ 1911 h 5134"/>
                <a:gd name="connsiteX19" fmla="*/ 6373 w 7357"/>
                <a:gd name="connsiteY19" fmla="*/ 2041 h 5134"/>
                <a:gd name="connsiteX20" fmla="*/ 5899 w 7357"/>
                <a:gd name="connsiteY20" fmla="*/ 2257 h 5134"/>
                <a:gd name="connsiteX21" fmla="*/ 4754 w 7357"/>
                <a:gd name="connsiteY21" fmla="*/ 2959 h 5134"/>
                <a:gd name="connsiteX22" fmla="*/ 3600 w 7357"/>
                <a:gd name="connsiteY22" fmla="*/ 4061 h 5134"/>
                <a:gd name="connsiteX23" fmla="*/ 1614 w 7357"/>
                <a:gd name="connsiteY23" fmla="*/ 5097 h 5134"/>
                <a:gd name="connsiteX24" fmla="*/ 836 w 7357"/>
                <a:gd name="connsiteY24" fmla="*/ 5076 h 5134"/>
                <a:gd name="connsiteX25" fmla="*/ 38 w 7357"/>
                <a:gd name="connsiteY25" fmla="*/ 3855 h 5134"/>
                <a:gd name="connsiteX26" fmla="*/ 439 w 7357"/>
                <a:gd name="connsiteY26" fmla="*/ 3478 h 5134"/>
                <a:gd name="connsiteX27" fmla="*/ 244 w 7357"/>
                <a:gd name="connsiteY27" fmla="*/ 3089 h 5134"/>
                <a:gd name="connsiteX28" fmla="*/ 612 w 7357"/>
                <a:gd name="connsiteY28" fmla="*/ 2907 h 5134"/>
                <a:gd name="connsiteX29" fmla="*/ 891 w 7357"/>
                <a:gd name="connsiteY29" fmla="*/ 3080 h 5134"/>
                <a:gd name="connsiteX30" fmla="*/ 1571 w 7357"/>
                <a:gd name="connsiteY30" fmla="*/ 2239 h 5134"/>
                <a:gd name="connsiteX31" fmla="*/ 1735 w 7357"/>
                <a:gd name="connsiteY31" fmla="*/ 2193 h 5134"/>
                <a:gd name="connsiteX32" fmla="*/ 6452 w 7357"/>
                <a:gd name="connsiteY32" fmla="*/ 0 h 5134"/>
                <a:gd name="connsiteX33" fmla="*/ 5362 w 7357"/>
                <a:gd name="connsiteY33" fmla="*/ 832 h 5134"/>
                <a:gd name="connsiteX34" fmla="*/ 5231 w 7357"/>
                <a:gd name="connsiteY34" fmla="*/ 993 h 5134"/>
                <a:gd name="connsiteX35" fmla="*/ 5823 w 7357"/>
                <a:gd name="connsiteY35" fmla="*/ 1176 h 5134"/>
                <a:gd name="connsiteX36" fmla="*/ 6677 w 7357"/>
                <a:gd name="connsiteY36" fmla="*/ 1142 h 5134"/>
                <a:gd name="connsiteX37" fmla="*/ 7066 w 7357"/>
                <a:gd name="connsiteY37" fmla="*/ 1531 h 5134"/>
                <a:gd name="connsiteX38" fmla="*/ 7345 w 7357"/>
                <a:gd name="connsiteY38" fmla="*/ 969 h 5134"/>
                <a:gd name="connsiteX39" fmla="*/ 6452 w 7357"/>
                <a:gd name="connsiteY39" fmla="*/ 0 h 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7357" h="5134">
                  <a:moveTo>
                    <a:pt x="1735" y="2193"/>
                  </a:moveTo>
                  <a:cubicBezTo>
                    <a:pt x="1805" y="2248"/>
                    <a:pt x="1678" y="2518"/>
                    <a:pt x="1659" y="2561"/>
                  </a:cubicBezTo>
                  <a:cubicBezTo>
                    <a:pt x="1538" y="2825"/>
                    <a:pt x="1371" y="2989"/>
                    <a:pt x="1076" y="3271"/>
                  </a:cubicBezTo>
                  <a:cubicBezTo>
                    <a:pt x="612" y="3718"/>
                    <a:pt x="536" y="3785"/>
                    <a:pt x="557" y="3864"/>
                  </a:cubicBezTo>
                  <a:cubicBezTo>
                    <a:pt x="615" y="4079"/>
                    <a:pt x="1313" y="4034"/>
                    <a:pt x="1313" y="4176"/>
                  </a:cubicBezTo>
                  <a:cubicBezTo>
                    <a:pt x="1313" y="4304"/>
                    <a:pt x="918" y="4347"/>
                    <a:pt x="912" y="4501"/>
                  </a:cubicBezTo>
                  <a:cubicBezTo>
                    <a:pt x="909" y="4626"/>
                    <a:pt x="1158" y="4787"/>
                    <a:pt x="1386" y="4760"/>
                  </a:cubicBezTo>
                  <a:cubicBezTo>
                    <a:pt x="1623" y="4729"/>
                    <a:pt x="1629" y="4520"/>
                    <a:pt x="1969" y="4307"/>
                  </a:cubicBezTo>
                  <a:cubicBezTo>
                    <a:pt x="2243" y="4134"/>
                    <a:pt x="2331" y="4213"/>
                    <a:pt x="2659" y="4016"/>
                  </a:cubicBezTo>
                  <a:cubicBezTo>
                    <a:pt x="2856" y="3897"/>
                    <a:pt x="3142" y="3678"/>
                    <a:pt x="3102" y="3572"/>
                  </a:cubicBezTo>
                  <a:cubicBezTo>
                    <a:pt x="3063" y="3475"/>
                    <a:pt x="2789" y="3590"/>
                    <a:pt x="2464" y="3432"/>
                  </a:cubicBezTo>
                  <a:cubicBezTo>
                    <a:pt x="2261" y="3332"/>
                    <a:pt x="2069" y="3141"/>
                    <a:pt x="2109" y="3044"/>
                  </a:cubicBezTo>
                  <a:cubicBezTo>
                    <a:pt x="2133" y="2980"/>
                    <a:pt x="2249" y="2968"/>
                    <a:pt x="2510" y="2968"/>
                  </a:cubicBezTo>
                  <a:cubicBezTo>
                    <a:pt x="3230" y="2971"/>
                    <a:pt x="3306" y="3086"/>
                    <a:pt x="3588" y="3031"/>
                  </a:cubicBezTo>
                  <a:cubicBezTo>
                    <a:pt x="3934" y="2968"/>
                    <a:pt x="4363" y="2694"/>
                    <a:pt x="4442" y="2342"/>
                  </a:cubicBezTo>
                  <a:cubicBezTo>
                    <a:pt x="4490" y="2120"/>
                    <a:pt x="4387" y="1938"/>
                    <a:pt x="4527" y="1771"/>
                  </a:cubicBezTo>
                  <a:cubicBezTo>
                    <a:pt x="4593" y="1692"/>
                    <a:pt x="4636" y="1710"/>
                    <a:pt x="4806" y="1598"/>
                  </a:cubicBezTo>
                  <a:cubicBezTo>
                    <a:pt x="5098" y="1410"/>
                    <a:pt x="5088" y="1282"/>
                    <a:pt x="5207" y="1273"/>
                  </a:cubicBezTo>
                  <a:cubicBezTo>
                    <a:pt x="5432" y="1255"/>
                    <a:pt x="5477" y="1713"/>
                    <a:pt x="5908" y="1911"/>
                  </a:cubicBezTo>
                  <a:cubicBezTo>
                    <a:pt x="6151" y="2020"/>
                    <a:pt x="6367" y="1981"/>
                    <a:pt x="6373" y="2041"/>
                  </a:cubicBezTo>
                  <a:cubicBezTo>
                    <a:pt x="6379" y="2108"/>
                    <a:pt x="6109" y="2181"/>
                    <a:pt x="5899" y="2257"/>
                  </a:cubicBezTo>
                  <a:cubicBezTo>
                    <a:pt x="5502" y="2400"/>
                    <a:pt x="5246" y="2579"/>
                    <a:pt x="4754" y="2959"/>
                  </a:cubicBezTo>
                  <a:cubicBezTo>
                    <a:pt x="4174" y="3408"/>
                    <a:pt x="4177" y="3569"/>
                    <a:pt x="3600" y="4061"/>
                  </a:cubicBezTo>
                  <a:cubicBezTo>
                    <a:pt x="2625" y="4887"/>
                    <a:pt x="1872" y="5051"/>
                    <a:pt x="1614" y="5097"/>
                  </a:cubicBezTo>
                  <a:cubicBezTo>
                    <a:pt x="1158" y="5176"/>
                    <a:pt x="940" y="5112"/>
                    <a:pt x="836" y="5076"/>
                  </a:cubicBezTo>
                  <a:cubicBezTo>
                    <a:pt x="265" y="4863"/>
                    <a:pt x="-126" y="4173"/>
                    <a:pt x="38" y="3855"/>
                  </a:cubicBezTo>
                  <a:cubicBezTo>
                    <a:pt x="138" y="3660"/>
                    <a:pt x="435" y="3654"/>
                    <a:pt x="439" y="3478"/>
                  </a:cubicBezTo>
                  <a:cubicBezTo>
                    <a:pt x="442" y="3311"/>
                    <a:pt x="214" y="3229"/>
                    <a:pt x="244" y="3089"/>
                  </a:cubicBezTo>
                  <a:cubicBezTo>
                    <a:pt x="268" y="2971"/>
                    <a:pt x="460" y="2880"/>
                    <a:pt x="612" y="2907"/>
                  </a:cubicBezTo>
                  <a:cubicBezTo>
                    <a:pt x="776" y="2934"/>
                    <a:pt x="788" y="3080"/>
                    <a:pt x="891" y="3080"/>
                  </a:cubicBezTo>
                  <a:cubicBezTo>
                    <a:pt x="1098" y="3080"/>
                    <a:pt x="1252" y="2615"/>
                    <a:pt x="1571" y="2239"/>
                  </a:cubicBezTo>
                  <a:cubicBezTo>
                    <a:pt x="1663" y="2129"/>
                    <a:pt x="1729" y="2187"/>
                    <a:pt x="1735" y="2193"/>
                  </a:cubicBezTo>
                  <a:close/>
                  <a:moveTo>
                    <a:pt x="6452" y="0"/>
                  </a:moveTo>
                  <a:lnTo>
                    <a:pt x="5362" y="832"/>
                  </a:lnTo>
                  <a:lnTo>
                    <a:pt x="5231" y="993"/>
                  </a:lnTo>
                  <a:lnTo>
                    <a:pt x="5823" y="1176"/>
                  </a:lnTo>
                  <a:cubicBezTo>
                    <a:pt x="5823" y="1176"/>
                    <a:pt x="6537" y="1015"/>
                    <a:pt x="6677" y="1142"/>
                  </a:cubicBezTo>
                  <a:cubicBezTo>
                    <a:pt x="6817" y="1270"/>
                    <a:pt x="7066" y="1531"/>
                    <a:pt x="7066" y="1531"/>
                  </a:cubicBezTo>
                  <a:cubicBezTo>
                    <a:pt x="7066" y="1531"/>
                    <a:pt x="7427" y="1185"/>
                    <a:pt x="7345" y="969"/>
                  </a:cubicBezTo>
                  <a:cubicBezTo>
                    <a:pt x="7269" y="757"/>
                    <a:pt x="6507" y="-15"/>
                    <a:pt x="6452" y="0"/>
                  </a:cubicBezTo>
                  <a:close/>
                </a:path>
              </a:pathLst>
            </a:custGeom>
            <a:grpFill/>
            <a:ln w="1905" cap="flat">
              <a:noFill/>
              <a:prstDash val="solid"/>
              <a:miter/>
            </a:ln>
          </p:spPr>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801" b="0" i="0" u="none" strike="noStrike" kern="0" cap="none" spc="0" normalizeH="0" baseline="0" noProof="0">
                <a:ln>
                  <a:noFill/>
                </a:ln>
                <a:solidFill>
                  <a:srgbClr val="FFFFFF"/>
                </a:solidFill>
                <a:effectLst/>
                <a:uLnTx/>
                <a:uFillTx/>
                <a:latin typeface="Segoe UI"/>
                <a:ea typeface="+mn-ea"/>
                <a:cs typeface="+mn-cs"/>
              </a:endParaRPr>
            </a:p>
          </p:txBody>
        </p:sp>
        <p:sp>
          <p:nvSpPr>
            <p:cNvPr id="542" name="Benin">
              <a:extLst>
                <a:ext uri="{FF2B5EF4-FFF2-40B4-BE49-F238E27FC236}">
                  <a16:creationId xmlns:a16="http://schemas.microsoft.com/office/drawing/2014/main" id="{801CA7AB-B320-7EB9-105A-F3C9387D89D9}"/>
                </a:ext>
              </a:extLst>
            </p:cNvPr>
            <p:cNvSpPr>
              <a:spLocks/>
            </p:cNvSpPr>
            <p:nvPr/>
          </p:nvSpPr>
          <p:spPr bwMode="auto">
            <a:xfrm>
              <a:off x="5722168" y="3562108"/>
              <a:ext cx="105857" cy="241120"/>
            </a:xfrm>
            <a:custGeom>
              <a:avLst/>
              <a:gdLst/>
              <a:ahLst/>
              <a:cxnLst>
                <a:cxn ang="0">
                  <a:pos x="29" y="16"/>
                </a:cxn>
                <a:cxn ang="0">
                  <a:pos x="28" y="12"/>
                </a:cxn>
                <a:cxn ang="0">
                  <a:pos x="28" y="8"/>
                </a:cxn>
                <a:cxn ang="0">
                  <a:pos x="25" y="5"/>
                </a:cxn>
                <a:cxn ang="0">
                  <a:pos x="22" y="2"/>
                </a:cxn>
                <a:cxn ang="0">
                  <a:pos x="19" y="1"/>
                </a:cxn>
                <a:cxn ang="0">
                  <a:pos x="17" y="1"/>
                </a:cxn>
                <a:cxn ang="0">
                  <a:pos x="16" y="4"/>
                </a:cxn>
                <a:cxn ang="0">
                  <a:pos x="16" y="6"/>
                </a:cxn>
                <a:cxn ang="0">
                  <a:pos x="13" y="10"/>
                </a:cxn>
                <a:cxn ang="0">
                  <a:pos x="9" y="11"/>
                </a:cxn>
                <a:cxn ang="0">
                  <a:pos x="6" y="11"/>
                </a:cxn>
                <a:cxn ang="0">
                  <a:pos x="6" y="12"/>
                </a:cxn>
                <a:cxn ang="0">
                  <a:pos x="4" y="12"/>
                </a:cxn>
                <a:cxn ang="0">
                  <a:pos x="3" y="14"/>
                </a:cxn>
                <a:cxn ang="0">
                  <a:pos x="2" y="15"/>
                </a:cxn>
                <a:cxn ang="0">
                  <a:pos x="2" y="17"/>
                </a:cxn>
                <a:cxn ang="0">
                  <a:pos x="1" y="20"/>
                </a:cxn>
                <a:cxn ang="0">
                  <a:pos x="2" y="24"/>
                </a:cxn>
                <a:cxn ang="0">
                  <a:pos x="6" y="27"/>
                </a:cxn>
                <a:cxn ang="0">
                  <a:pos x="6" y="32"/>
                </a:cxn>
                <a:cxn ang="0">
                  <a:pos x="6" y="34"/>
                </a:cxn>
                <a:cxn ang="0">
                  <a:pos x="9" y="42"/>
                </a:cxn>
                <a:cxn ang="0">
                  <a:pos x="9" y="47"/>
                </a:cxn>
                <a:cxn ang="0">
                  <a:pos x="9" y="58"/>
                </a:cxn>
                <a:cxn ang="0">
                  <a:pos x="8" y="60"/>
                </a:cxn>
                <a:cxn ang="0">
                  <a:pos x="8" y="63"/>
                </a:cxn>
                <a:cxn ang="0">
                  <a:pos x="10" y="67"/>
                </a:cxn>
                <a:cxn ang="0">
                  <a:pos x="16" y="67"/>
                </a:cxn>
                <a:cxn ang="0">
                  <a:pos x="19" y="65"/>
                </a:cxn>
                <a:cxn ang="0">
                  <a:pos x="19" y="61"/>
                </a:cxn>
                <a:cxn ang="0">
                  <a:pos x="19" y="58"/>
                </a:cxn>
                <a:cxn ang="0">
                  <a:pos x="19" y="55"/>
                </a:cxn>
                <a:cxn ang="0">
                  <a:pos x="19" y="50"/>
                </a:cxn>
                <a:cxn ang="0">
                  <a:pos x="19" y="48"/>
                </a:cxn>
                <a:cxn ang="0">
                  <a:pos x="19" y="43"/>
                </a:cxn>
                <a:cxn ang="0">
                  <a:pos x="20" y="37"/>
                </a:cxn>
                <a:cxn ang="0">
                  <a:pos x="22" y="37"/>
                </a:cxn>
                <a:cxn ang="0">
                  <a:pos x="23" y="34"/>
                </a:cxn>
                <a:cxn ang="0">
                  <a:pos x="24" y="30"/>
                </a:cxn>
                <a:cxn ang="0">
                  <a:pos x="25" y="29"/>
                </a:cxn>
                <a:cxn ang="0">
                  <a:pos x="28" y="25"/>
                </a:cxn>
                <a:cxn ang="0">
                  <a:pos x="29" y="22"/>
                </a:cxn>
                <a:cxn ang="0">
                  <a:pos x="30" y="19"/>
                </a:cxn>
              </a:cxnLst>
              <a:rect l="0" t="0" r="r" b="b"/>
              <a:pathLst>
                <a:path w="30" h="68">
                  <a:moveTo>
                    <a:pt x="29" y="18"/>
                  </a:moveTo>
                  <a:cubicBezTo>
                    <a:pt x="29" y="17"/>
                    <a:pt x="29" y="17"/>
                    <a:pt x="29" y="16"/>
                  </a:cubicBezTo>
                  <a:cubicBezTo>
                    <a:pt x="29" y="16"/>
                    <a:pt x="29" y="15"/>
                    <a:pt x="29" y="15"/>
                  </a:cubicBezTo>
                  <a:cubicBezTo>
                    <a:pt x="29" y="14"/>
                    <a:pt x="28" y="13"/>
                    <a:pt x="28" y="12"/>
                  </a:cubicBezTo>
                  <a:cubicBezTo>
                    <a:pt x="27" y="11"/>
                    <a:pt x="26" y="11"/>
                    <a:pt x="27" y="9"/>
                  </a:cubicBezTo>
                  <a:cubicBezTo>
                    <a:pt x="27" y="9"/>
                    <a:pt x="27" y="8"/>
                    <a:pt x="28" y="8"/>
                  </a:cubicBezTo>
                  <a:cubicBezTo>
                    <a:pt x="28" y="8"/>
                    <a:pt x="27" y="7"/>
                    <a:pt x="27" y="7"/>
                  </a:cubicBezTo>
                  <a:cubicBezTo>
                    <a:pt x="27" y="6"/>
                    <a:pt x="25" y="6"/>
                    <a:pt x="25" y="5"/>
                  </a:cubicBezTo>
                  <a:cubicBezTo>
                    <a:pt x="24" y="5"/>
                    <a:pt x="24" y="4"/>
                    <a:pt x="24" y="4"/>
                  </a:cubicBezTo>
                  <a:cubicBezTo>
                    <a:pt x="23" y="3"/>
                    <a:pt x="22" y="2"/>
                    <a:pt x="22" y="2"/>
                  </a:cubicBezTo>
                  <a:cubicBezTo>
                    <a:pt x="21" y="1"/>
                    <a:pt x="21" y="1"/>
                    <a:pt x="20" y="0"/>
                  </a:cubicBezTo>
                  <a:cubicBezTo>
                    <a:pt x="20" y="0"/>
                    <a:pt x="20" y="0"/>
                    <a:pt x="19" y="1"/>
                  </a:cubicBezTo>
                  <a:cubicBezTo>
                    <a:pt x="19" y="1"/>
                    <a:pt x="19" y="1"/>
                    <a:pt x="19" y="1"/>
                  </a:cubicBezTo>
                  <a:cubicBezTo>
                    <a:pt x="19" y="1"/>
                    <a:pt x="18" y="1"/>
                    <a:pt x="17" y="1"/>
                  </a:cubicBezTo>
                  <a:cubicBezTo>
                    <a:pt x="17" y="1"/>
                    <a:pt x="16" y="1"/>
                    <a:pt x="16" y="2"/>
                  </a:cubicBezTo>
                  <a:cubicBezTo>
                    <a:pt x="16" y="3"/>
                    <a:pt x="16" y="3"/>
                    <a:pt x="16" y="4"/>
                  </a:cubicBezTo>
                  <a:cubicBezTo>
                    <a:pt x="17" y="4"/>
                    <a:pt x="17" y="4"/>
                    <a:pt x="16" y="5"/>
                  </a:cubicBezTo>
                  <a:cubicBezTo>
                    <a:pt x="16" y="5"/>
                    <a:pt x="16" y="6"/>
                    <a:pt x="16" y="6"/>
                  </a:cubicBezTo>
                  <a:cubicBezTo>
                    <a:pt x="16" y="7"/>
                    <a:pt x="15" y="8"/>
                    <a:pt x="15" y="8"/>
                  </a:cubicBezTo>
                  <a:cubicBezTo>
                    <a:pt x="14" y="9"/>
                    <a:pt x="14" y="9"/>
                    <a:pt x="13" y="10"/>
                  </a:cubicBezTo>
                  <a:cubicBezTo>
                    <a:pt x="13" y="11"/>
                    <a:pt x="12" y="11"/>
                    <a:pt x="11" y="11"/>
                  </a:cubicBezTo>
                  <a:cubicBezTo>
                    <a:pt x="10" y="10"/>
                    <a:pt x="10" y="11"/>
                    <a:pt x="9" y="11"/>
                  </a:cubicBezTo>
                  <a:cubicBezTo>
                    <a:pt x="8" y="11"/>
                    <a:pt x="8" y="10"/>
                    <a:pt x="8" y="10"/>
                  </a:cubicBezTo>
                  <a:cubicBezTo>
                    <a:pt x="7" y="10"/>
                    <a:pt x="7" y="10"/>
                    <a:pt x="6" y="11"/>
                  </a:cubicBezTo>
                  <a:cubicBezTo>
                    <a:pt x="6" y="11"/>
                    <a:pt x="6" y="11"/>
                    <a:pt x="6" y="11"/>
                  </a:cubicBezTo>
                  <a:cubicBezTo>
                    <a:pt x="6" y="12"/>
                    <a:pt x="6" y="12"/>
                    <a:pt x="6" y="12"/>
                  </a:cubicBezTo>
                  <a:cubicBezTo>
                    <a:pt x="6" y="12"/>
                    <a:pt x="5" y="12"/>
                    <a:pt x="5" y="12"/>
                  </a:cubicBezTo>
                  <a:cubicBezTo>
                    <a:pt x="5" y="13"/>
                    <a:pt x="4" y="12"/>
                    <a:pt x="4" y="12"/>
                  </a:cubicBezTo>
                  <a:cubicBezTo>
                    <a:pt x="4" y="12"/>
                    <a:pt x="4" y="13"/>
                    <a:pt x="4" y="14"/>
                  </a:cubicBezTo>
                  <a:cubicBezTo>
                    <a:pt x="4" y="13"/>
                    <a:pt x="3" y="14"/>
                    <a:pt x="3" y="14"/>
                  </a:cubicBezTo>
                  <a:cubicBezTo>
                    <a:pt x="4" y="14"/>
                    <a:pt x="4" y="15"/>
                    <a:pt x="4" y="15"/>
                  </a:cubicBezTo>
                  <a:cubicBezTo>
                    <a:pt x="4" y="15"/>
                    <a:pt x="3" y="15"/>
                    <a:pt x="2" y="15"/>
                  </a:cubicBezTo>
                  <a:cubicBezTo>
                    <a:pt x="2" y="15"/>
                    <a:pt x="2" y="15"/>
                    <a:pt x="2" y="15"/>
                  </a:cubicBezTo>
                  <a:cubicBezTo>
                    <a:pt x="1" y="15"/>
                    <a:pt x="2" y="17"/>
                    <a:pt x="2" y="17"/>
                  </a:cubicBezTo>
                  <a:cubicBezTo>
                    <a:pt x="1" y="17"/>
                    <a:pt x="1" y="18"/>
                    <a:pt x="1" y="18"/>
                  </a:cubicBezTo>
                  <a:cubicBezTo>
                    <a:pt x="1" y="19"/>
                    <a:pt x="1" y="20"/>
                    <a:pt x="1" y="20"/>
                  </a:cubicBezTo>
                  <a:cubicBezTo>
                    <a:pt x="1" y="21"/>
                    <a:pt x="0" y="22"/>
                    <a:pt x="1" y="22"/>
                  </a:cubicBezTo>
                  <a:cubicBezTo>
                    <a:pt x="1" y="23"/>
                    <a:pt x="2" y="23"/>
                    <a:pt x="2" y="24"/>
                  </a:cubicBezTo>
                  <a:cubicBezTo>
                    <a:pt x="3" y="24"/>
                    <a:pt x="3" y="25"/>
                    <a:pt x="4" y="25"/>
                  </a:cubicBezTo>
                  <a:cubicBezTo>
                    <a:pt x="5" y="26"/>
                    <a:pt x="6" y="26"/>
                    <a:pt x="6" y="27"/>
                  </a:cubicBezTo>
                  <a:cubicBezTo>
                    <a:pt x="6" y="28"/>
                    <a:pt x="6" y="29"/>
                    <a:pt x="6" y="30"/>
                  </a:cubicBezTo>
                  <a:cubicBezTo>
                    <a:pt x="6" y="31"/>
                    <a:pt x="6" y="31"/>
                    <a:pt x="6" y="32"/>
                  </a:cubicBezTo>
                  <a:cubicBezTo>
                    <a:pt x="6" y="32"/>
                    <a:pt x="6" y="32"/>
                    <a:pt x="6" y="33"/>
                  </a:cubicBezTo>
                  <a:cubicBezTo>
                    <a:pt x="6" y="33"/>
                    <a:pt x="6" y="33"/>
                    <a:pt x="6" y="34"/>
                  </a:cubicBezTo>
                  <a:cubicBezTo>
                    <a:pt x="7" y="35"/>
                    <a:pt x="8" y="36"/>
                    <a:pt x="8" y="37"/>
                  </a:cubicBezTo>
                  <a:cubicBezTo>
                    <a:pt x="9" y="39"/>
                    <a:pt x="9" y="40"/>
                    <a:pt x="9" y="42"/>
                  </a:cubicBezTo>
                  <a:cubicBezTo>
                    <a:pt x="9" y="43"/>
                    <a:pt x="9" y="43"/>
                    <a:pt x="8" y="44"/>
                  </a:cubicBezTo>
                  <a:cubicBezTo>
                    <a:pt x="9" y="45"/>
                    <a:pt x="9" y="46"/>
                    <a:pt x="9" y="47"/>
                  </a:cubicBezTo>
                  <a:cubicBezTo>
                    <a:pt x="9" y="48"/>
                    <a:pt x="8" y="49"/>
                    <a:pt x="8" y="51"/>
                  </a:cubicBezTo>
                  <a:cubicBezTo>
                    <a:pt x="9" y="54"/>
                    <a:pt x="8" y="55"/>
                    <a:pt x="9" y="58"/>
                  </a:cubicBezTo>
                  <a:cubicBezTo>
                    <a:pt x="9" y="58"/>
                    <a:pt x="9" y="59"/>
                    <a:pt x="8" y="59"/>
                  </a:cubicBezTo>
                  <a:cubicBezTo>
                    <a:pt x="8" y="59"/>
                    <a:pt x="8" y="60"/>
                    <a:pt x="8" y="60"/>
                  </a:cubicBezTo>
                  <a:cubicBezTo>
                    <a:pt x="8" y="61"/>
                    <a:pt x="8" y="61"/>
                    <a:pt x="8" y="62"/>
                  </a:cubicBezTo>
                  <a:cubicBezTo>
                    <a:pt x="8" y="62"/>
                    <a:pt x="8" y="63"/>
                    <a:pt x="8" y="63"/>
                  </a:cubicBezTo>
                  <a:cubicBezTo>
                    <a:pt x="8" y="64"/>
                    <a:pt x="9" y="64"/>
                    <a:pt x="9" y="65"/>
                  </a:cubicBezTo>
                  <a:cubicBezTo>
                    <a:pt x="10" y="66"/>
                    <a:pt x="10" y="66"/>
                    <a:pt x="10" y="67"/>
                  </a:cubicBezTo>
                  <a:cubicBezTo>
                    <a:pt x="10" y="68"/>
                    <a:pt x="8" y="67"/>
                    <a:pt x="8" y="68"/>
                  </a:cubicBezTo>
                  <a:cubicBezTo>
                    <a:pt x="11" y="67"/>
                    <a:pt x="13" y="67"/>
                    <a:pt x="16" y="67"/>
                  </a:cubicBezTo>
                  <a:cubicBezTo>
                    <a:pt x="16" y="67"/>
                    <a:pt x="19" y="67"/>
                    <a:pt x="19" y="66"/>
                  </a:cubicBezTo>
                  <a:cubicBezTo>
                    <a:pt x="19" y="66"/>
                    <a:pt x="19" y="65"/>
                    <a:pt x="19" y="65"/>
                  </a:cubicBezTo>
                  <a:cubicBezTo>
                    <a:pt x="19" y="64"/>
                    <a:pt x="19" y="63"/>
                    <a:pt x="19" y="63"/>
                  </a:cubicBezTo>
                  <a:cubicBezTo>
                    <a:pt x="20" y="62"/>
                    <a:pt x="19" y="62"/>
                    <a:pt x="19" y="61"/>
                  </a:cubicBezTo>
                  <a:cubicBezTo>
                    <a:pt x="19" y="60"/>
                    <a:pt x="19" y="60"/>
                    <a:pt x="19" y="59"/>
                  </a:cubicBezTo>
                  <a:cubicBezTo>
                    <a:pt x="20" y="59"/>
                    <a:pt x="19" y="59"/>
                    <a:pt x="19" y="58"/>
                  </a:cubicBezTo>
                  <a:cubicBezTo>
                    <a:pt x="19" y="58"/>
                    <a:pt x="19" y="58"/>
                    <a:pt x="19" y="58"/>
                  </a:cubicBezTo>
                  <a:cubicBezTo>
                    <a:pt x="20" y="57"/>
                    <a:pt x="19" y="55"/>
                    <a:pt x="19" y="55"/>
                  </a:cubicBezTo>
                  <a:cubicBezTo>
                    <a:pt x="20" y="54"/>
                    <a:pt x="20" y="54"/>
                    <a:pt x="19" y="53"/>
                  </a:cubicBezTo>
                  <a:cubicBezTo>
                    <a:pt x="19" y="52"/>
                    <a:pt x="19" y="51"/>
                    <a:pt x="19" y="50"/>
                  </a:cubicBezTo>
                  <a:cubicBezTo>
                    <a:pt x="19" y="50"/>
                    <a:pt x="19" y="50"/>
                    <a:pt x="19" y="49"/>
                  </a:cubicBezTo>
                  <a:cubicBezTo>
                    <a:pt x="19" y="49"/>
                    <a:pt x="19" y="48"/>
                    <a:pt x="19" y="48"/>
                  </a:cubicBezTo>
                  <a:cubicBezTo>
                    <a:pt x="19" y="47"/>
                    <a:pt x="19" y="46"/>
                    <a:pt x="19" y="45"/>
                  </a:cubicBezTo>
                  <a:cubicBezTo>
                    <a:pt x="19" y="44"/>
                    <a:pt x="19" y="43"/>
                    <a:pt x="19" y="43"/>
                  </a:cubicBezTo>
                  <a:cubicBezTo>
                    <a:pt x="19" y="42"/>
                    <a:pt x="19" y="40"/>
                    <a:pt x="19" y="39"/>
                  </a:cubicBezTo>
                  <a:cubicBezTo>
                    <a:pt x="20" y="39"/>
                    <a:pt x="20" y="37"/>
                    <a:pt x="20" y="37"/>
                  </a:cubicBezTo>
                  <a:cubicBezTo>
                    <a:pt x="20" y="37"/>
                    <a:pt x="20" y="37"/>
                    <a:pt x="21" y="37"/>
                  </a:cubicBezTo>
                  <a:cubicBezTo>
                    <a:pt x="21" y="36"/>
                    <a:pt x="21" y="36"/>
                    <a:pt x="22" y="37"/>
                  </a:cubicBezTo>
                  <a:cubicBezTo>
                    <a:pt x="22" y="37"/>
                    <a:pt x="23" y="37"/>
                    <a:pt x="23" y="36"/>
                  </a:cubicBezTo>
                  <a:cubicBezTo>
                    <a:pt x="23" y="35"/>
                    <a:pt x="23" y="35"/>
                    <a:pt x="23" y="34"/>
                  </a:cubicBezTo>
                  <a:cubicBezTo>
                    <a:pt x="23" y="33"/>
                    <a:pt x="23" y="33"/>
                    <a:pt x="23" y="32"/>
                  </a:cubicBezTo>
                  <a:cubicBezTo>
                    <a:pt x="24" y="32"/>
                    <a:pt x="24" y="31"/>
                    <a:pt x="24" y="30"/>
                  </a:cubicBezTo>
                  <a:cubicBezTo>
                    <a:pt x="25" y="30"/>
                    <a:pt x="25" y="30"/>
                    <a:pt x="25" y="30"/>
                  </a:cubicBezTo>
                  <a:cubicBezTo>
                    <a:pt x="25" y="29"/>
                    <a:pt x="25" y="29"/>
                    <a:pt x="25" y="29"/>
                  </a:cubicBezTo>
                  <a:cubicBezTo>
                    <a:pt x="25" y="28"/>
                    <a:pt x="26" y="28"/>
                    <a:pt x="27" y="28"/>
                  </a:cubicBezTo>
                  <a:cubicBezTo>
                    <a:pt x="28" y="28"/>
                    <a:pt x="27" y="26"/>
                    <a:pt x="28" y="25"/>
                  </a:cubicBezTo>
                  <a:cubicBezTo>
                    <a:pt x="29" y="24"/>
                    <a:pt x="28" y="24"/>
                    <a:pt x="28" y="23"/>
                  </a:cubicBezTo>
                  <a:cubicBezTo>
                    <a:pt x="27" y="23"/>
                    <a:pt x="28" y="21"/>
                    <a:pt x="29" y="22"/>
                  </a:cubicBezTo>
                  <a:cubicBezTo>
                    <a:pt x="30" y="22"/>
                    <a:pt x="30" y="21"/>
                    <a:pt x="30" y="21"/>
                  </a:cubicBezTo>
                  <a:cubicBezTo>
                    <a:pt x="30" y="20"/>
                    <a:pt x="30" y="20"/>
                    <a:pt x="30" y="19"/>
                  </a:cubicBezTo>
                  <a:cubicBezTo>
                    <a:pt x="30" y="18"/>
                    <a:pt x="30" y="19"/>
                    <a:pt x="29" y="1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43" name="Belize">
              <a:extLst>
                <a:ext uri="{FF2B5EF4-FFF2-40B4-BE49-F238E27FC236}">
                  <a16:creationId xmlns:a16="http://schemas.microsoft.com/office/drawing/2014/main" id="{4070F09A-1B7B-A456-F429-167A417B18BE}"/>
                </a:ext>
              </a:extLst>
            </p:cNvPr>
            <p:cNvSpPr>
              <a:spLocks noEditPoints="1"/>
            </p:cNvSpPr>
            <p:nvPr/>
          </p:nvSpPr>
          <p:spPr bwMode="auto">
            <a:xfrm>
              <a:off x="2666017" y="3324908"/>
              <a:ext cx="56849" cy="101936"/>
            </a:xfrm>
            <a:custGeom>
              <a:avLst/>
              <a:gdLst/>
              <a:ahLst/>
              <a:cxnLst>
                <a:cxn ang="0">
                  <a:pos x="16" y="13"/>
                </a:cxn>
                <a:cxn ang="0">
                  <a:pos x="16" y="12"/>
                </a:cxn>
                <a:cxn ang="0">
                  <a:pos x="15" y="12"/>
                </a:cxn>
                <a:cxn ang="0">
                  <a:pos x="15" y="13"/>
                </a:cxn>
                <a:cxn ang="0">
                  <a:pos x="16" y="10"/>
                </a:cxn>
                <a:cxn ang="0">
                  <a:pos x="16" y="11"/>
                </a:cxn>
                <a:cxn ang="0">
                  <a:pos x="15" y="11"/>
                </a:cxn>
                <a:cxn ang="0">
                  <a:pos x="15" y="12"/>
                </a:cxn>
                <a:cxn ang="0">
                  <a:pos x="16" y="10"/>
                </a:cxn>
                <a:cxn ang="0">
                  <a:pos x="15" y="13"/>
                </a:cxn>
                <a:cxn ang="0">
                  <a:pos x="14" y="14"/>
                </a:cxn>
                <a:cxn ang="0">
                  <a:pos x="14" y="2"/>
                </a:cxn>
                <a:cxn ang="0">
                  <a:pos x="12" y="2"/>
                </a:cxn>
                <a:cxn ang="0">
                  <a:pos x="12" y="1"/>
                </a:cxn>
                <a:cxn ang="0">
                  <a:pos x="11" y="0"/>
                </a:cxn>
                <a:cxn ang="0">
                  <a:pos x="9" y="3"/>
                </a:cxn>
                <a:cxn ang="0">
                  <a:pos x="7" y="6"/>
                </a:cxn>
                <a:cxn ang="0">
                  <a:pos x="3" y="9"/>
                </a:cxn>
                <a:cxn ang="0">
                  <a:pos x="2" y="16"/>
                </a:cxn>
                <a:cxn ang="0">
                  <a:pos x="1" y="24"/>
                </a:cxn>
                <a:cxn ang="0">
                  <a:pos x="0" y="29"/>
                </a:cxn>
                <a:cxn ang="0">
                  <a:pos x="3" y="28"/>
                </a:cxn>
                <a:cxn ang="0">
                  <a:pos x="5" y="25"/>
                </a:cxn>
                <a:cxn ang="0">
                  <a:pos x="6" y="24"/>
                </a:cxn>
                <a:cxn ang="0">
                  <a:pos x="7" y="25"/>
                </a:cxn>
                <a:cxn ang="0">
                  <a:pos x="10" y="20"/>
                </a:cxn>
                <a:cxn ang="0">
                  <a:pos x="11" y="19"/>
                </a:cxn>
                <a:cxn ang="0">
                  <a:pos x="11" y="16"/>
                </a:cxn>
                <a:cxn ang="0">
                  <a:pos x="11" y="13"/>
                </a:cxn>
                <a:cxn ang="0">
                  <a:pos x="12" y="11"/>
                </a:cxn>
                <a:cxn ang="0">
                  <a:pos x="12" y="8"/>
                </a:cxn>
                <a:cxn ang="0">
                  <a:pos x="14" y="3"/>
                </a:cxn>
                <a:cxn ang="0">
                  <a:pos x="9" y="21"/>
                </a:cxn>
                <a:cxn ang="0">
                  <a:pos x="10" y="20"/>
                </a:cxn>
                <a:cxn ang="0">
                  <a:pos x="9" y="21"/>
                </a:cxn>
                <a:cxn ang="0">
                  <a:pos x="9" y="22"/>
                </a:cxn>
              </a:cxnLst>
              <a:rect l="0" t="0" r="r" b="b"/>
              <a:pathLst>
                <a:path w="16" h="29">
                  <a:moveTo>
                    <a:pt x="16" y="12"/>
                  </a:moveTo>
                  <a:cubicBezTo>
                    <a:pt x="16" y="12"/>
                    <a:pt x="16" y="13"/>
                    <a:pt x="16" y="13"/>
                  </a:cubicBezTo>
                  <a:cubicBezTo>
                    <a:pt x="16" y="13"/>
                    <a:pt x="16" y="13"/>
                    <a:pt x="15" y="13"/>
                  </a:cubicBezTo>
                  <a:cubicBezTo>
                    <a:pt x="16" y="13"/>
                    <a:pt x="16" y="12"/>
                    <a:pt x="16" y="12"/>
                  </a:cubicBezTo>
                  <a:cubicBezTo>
                    <a:pt x="16" y="12"/>
                    <a:pt x="16" y="12"/>
                    <a:pt x="16" y="12"/>
                  </a:cubicBezTo>
                  <a:close/>
                  <a:moveTo>
                    <a:pt x="15" y="12"/>
                  </a:moveTo>
                  <a:cubicBezTo>
                    <a:pt x="15" y="12"/>
                    <a:pt x="15" y="12"/>
                    <a:pt x="15" y="12"/>
                  </a:cubicBezTo>
                  <a:cubicBezTo>
                    <a:pt x="15" y="12"/>
                    <a:pt x="15" y="13"/>
                    <a:pt x="15" y="13"/>
                  </a:cubicBezTo>
                  <a:cubicBezTo>
                    <a:pt x="15" y="13"/>
                    <a:pt x="15" y="12"/>
                    <a:pt x="15" y="12"/>
                  </a:cubicBezTo>
                  <a:close/>
                  <a:moveTo>
                    <a:pt x="16" y="10"/>
                  </a:moveTo>
                  <a:cubicBezTo>
                    <a:pt x="16" y="11"/>
                    <a:pt x="16" y="11"/>
                    <a:pt x="16" y="11"/>
                  </a:cubicBezTo>
                  <a:cubicBezTo>
                    <a:pt x="16" y="11"/>
                    <a:pt x="16" y="11"/>
                    <a:pt x="16" y="11"/>
                  </a:cubicBezTo>
                  <a:cubicBezTo>
                    <a:pt x="16" y="11"/>
                    <a:pt x="16" y="11"/>
                    <a:pt x="16" y="11"/>
                  </a:cubicBezTo>
                  <a:cubicBezTo>
                    <a:pt x="16" y="11"/>
                    <a:pt x="15" y="11"/>
                    <a:pt x="15" y="11"/>
                  </a:cubicBezTo>
                  <a:cubicBezTo>
                    <a:pt x="15" y="12"/>
                    <a:pt x="15" y="12"/>
                    <a:pt x="15" y="12"/>
                  </a:cubicBezTo>
                  <a:cubicBezTo>
                    <a:pt x="15" y="12"/>
                    <a:pt x="15" y="12"/>
                    <a:pt x="15" y="12"/>
                  </a:cubicBezTo>
                  <a:cubicBezTo>
                    <a:pt x="16" y="12"/>
                    <a:pt x="16" y="12"/>
                    <a:pt x="16" y="11"/>
                  </a:cubicBezTo>
                  <a:cubicBezTo>
                    <a:pt x="16" y="11"/>
                    <a:pt x="16" y="11"/>
                    <a:pt x="16" y="10"/>
                  </a:cubicBezTo>
                  <a:close/>
                  <a:moveTo>
                    <a:pt x="14" y="14"/>
                  </a:moveTo>
                  <a:cubicBezTo>
                    <a:pt x="14" y="13"/>
                    <a:pt x="15" y="13"/>
                    <a:pt x="15" y="13"/>
                  </a:cubicBezTo>
                  <a:cubicBezTo>
                    <a:pt x="14" y="13"/>
                    <a:pt x="14" y="13"/>
                    <a:pt x="14" y="14"/>
                  </a:cubicBezTo>
                  <a:cubicBezTo>
                    <a:pt x="14" y="14"/>
                    <a:pt x="14" y="14"/>
                    <a:pt x="14" y="14"/>
                  </a:cubicBezTo>
                  <a:close/>
                  <a:moveTo>
                    <a:pt x="14" y="3"/>
                  </a:moveTo>
                  <a:cubicBezTo>
                    <a:pt x="14" y="2"/>
                    <a:pt x="14" y="2"/>
                    <a:pt x="14" y="2"/>
                  </a:cubicBezTo>
                  <a:cubicBezTo>
                    <a:pt x="15" y="1"/>
                    <a:pt x="13" y="2"/>
                    <a:pt x="13" y="2"/>
                  </a:cubicBezTo>
                  <a:cubicBezTo>
                    <a:pt x="14" y="1"/>
                    <a:pt x="12" y="2"/>
                    <a:pt x="12" y="2"/>
                  </a:cubicBezTo>
                  <a:cubicBezTo>
                    <a:pt x="12" y="2"/>
                    <a:pt x="12" y="2"/>
                    <a:pt x="12" y="1"/>
                  </a:cubicBezTo>
                  <a:cubicBezTo>
                    <a:pt x="12" y="1"/>
                    <a:pt x="12" y="2"/>
                    <a:pt x="12" y="1"/>
                  </a:cubicBezTo>
                  <a:cubicBezTo>
                    <a:pt x="11" y="1"/>
                    <a:pt x="13" y="1"/>
                    <a:pt x="13" y="0"/>
                  </a:cubicBezTo>
                  <a:cubicBezTo>
                    <a:pt x="13" y="0"/>
                    <a:pt x="12" y="0"/>
                    <a:pt x="11" y="0"/>
                  </a:cubicBezTo>
                  <a:cubicBezTo>
                    <a:pt x="10" y="0"/>
                    <a:pt x="10" y="2"/>
                    <a:pt x="9" y="3"/>
                  </a:cubicBezTo>
                  <a:cubicBezTo>
                    <a:pt x="9" y="3"/>
                    <a:pt x="9" y="3"/>
                    <a:pt x="9" y="3"/>
                  </a:cubicBezTo>
                  <a:cubicBezTo>
                    <a:pt x="8" y="4"/>
                    <a:pt x="8" y="4"/>
                    <a:pt x="8" y="4"/>
                  </a:cubicBezTo>
                  <a:cubicBezTo>
                    <a:pt x="8" y="5"/>
                    <a:pt x="7" y="6"/>
                    <a:pt x="7" y="6"/>
                  </a:cubicBezTo>
                  <a:cubicBezTo>
                    <a:pt x="6" y="7"/>
                    <a:pt x="5" y="4"/>
                    <a:pt x="4" y="6"/>
                  </a:cubicBezTo>
                  <a:cubicBezTo>
                    <a:pt x="3" y="7"/>
                    <a:pt x="3" y="8"/>
                    <a:pt x="3" y="9"/>
                  </a:cubicBezTo>
                  <a:cubicBezTo>
                    <a:pt x="3" y="10"/>
                    <a:pt x="3" y="12"/>
                    <a:pt x="3" y="13"/>
                  </a:cubicBezTo>
                  <a:cubicBezTo>
                    <a:pt x="3" y="14"/>
                    <a:pt x="3" y="15"/>
                    <a:pt x="2" y="16"/>
                  </a:cubicBezTo>
                  <a:cubicBezTo>
                    <a:pt x="2" y="17"/>
                    <a:pt x="2" y="19"/>
                    <a:pt x="2" y="20"/>
                  </a:cubicBezTo>
                  <a:cubicBezTo>
                    <a:pt x="1" y="21"/>
                    <a:pt x="1" y="23"/>
                    <a:pt x="1" y="24"/>
                  </a:cubicBezTo>
                  <a:cubicBezTo>
                    <a:pt x="1" y="25"/>
                    <a:pt x="1" y="26"/>
                    <a:pt x="0" y="27"/>
                  </a:cubicBezTo>
                  <a:cubicBezTo>
                    <a:pt x="0" y="27"/>
                    <a:pt x="0" y="29"/>
                    <a:pt x="0" y="29"/>
                  </a:cubicBezTo>
                  <a:cubicBezTo>
                    <a:pt x="1" y="28"/>
                    <a:pt x="1" y="28"/>
                    <a:pt x="2" y="28"/>
                  </a:cubicBezTo>
                  <a:cubicBezTo>
                    <a:pt x="3" y="29"/>
                    <a:pt x="3" y="29"/>
                    <a:pt x="3" y="28"/>
                  </a:cubicBezTo>
                  <a:cubicBezTo>
                    <a:pt x="3" y="27"/>
                    <a:pt x="4" y="27"/>
                    <a:pt x="4" y="26"/>
                  </a:cubicBezTo>
                  <a:cubicBezTo>
                    <a:pt x="5" y="26"/>
                    <a:pt x="5" y="26"/>
                    <a:pt x="5" y="25"/>
                  </a:cubicBezTo>
                  <a:cubicBezTo>
                    <a:pt x="5" y="25"/>
                    <a:pt x="6" y="25"/>
                    <a:pt x="6" y="25"/>
                  </a:cubicBezTo>
                  <a:cubicBezTo>
                    <a:pt x="6" y="25"/>
                    <a:pt x="6" y="24"/>
                    <a:pt x="6" y="24"/>
                  </a:cubicBezTo>
                  <a:cubicBezTo>
                    <a:pt x="7" y="25"/>
                    <a:pt x="7" y="25"/>
                    <a:pt x="7" y="24"/>
                  </a:cubicBezTo>
                  <a:cubicBezTo>
                    <a:pt x="7" y="25"/>
                    <a:pt x="7" y="25"/>
                    <a:pt x="7" y="25"/>
                  </a:cubicBezTo>
                  <a:cubicBezTo>
                    <a:pt x="7" y="24"/>
                    <a:pt x="8" y="23"/>
                    <a:pt x="9" y="22"/>
                  </a:cubicBezTo>
                  <a:cubicBezTo>
                    <a:pt x="9" y="22"/>
                    <a:pt x="9" y="21"/>
                    <a:pt x="10" y="20"/>
                  </a:cubicBezTo>
                  <a:cubicBezTo>
                    <a:pt x="10" y="20"/>
                    <a:pt x="10" y="20"/>
                    <a:pt x="10" y="20"/>
                  </a:cubicBezTo>
                  <a:cubicBezTo>
                    <a:pt x="10" y="19"/>
                    <a:pt x="10" y="19"/>
                    <a:pt x="11" y="19"/>
                  </a:cubicBezTo>
                  <a:cubicBezTo>
                    <a:pt x="10" y="18"/>
                    <a:pt x="11" y="18"/>
                    <a:pt x="11" y="17"/>
                  </a:cubicBezTo>
                  <a:cubicBezTo>
                    <a:pt x="11" y="17"/>
                    <a:pt x="11" y="16"/>
                    <a:pt x="11" y="16"/>
                  </a:cubicBezTo>
                  <a:cubicBezTo>
                    <a:pt x="11" y="16"/>
                    <a:pt x="11" y="16"/>
                    <a:pt x="11" y="15"/>
                  </a:cubicBezTo>
                  <a:cubicBezTo>
                    <a:pt x="10" y="15"/>
                    <a:pt x="11" y="14"/>
                    <a:pt x="11" y="13"/>
                  </a:cubicBezTo>
                  <a:cubicBezTo>
                    <a:pt x="11" y="12"/>
                    <a:pt x="11" y="12"/>
                    <a:pt x="12" y="12"/>
                  </a:cubicBezTo>
                  <a:cubicBezTo>
                    <a:pt x="12" y="11"/>
                    <a:pt x="12" y="11"/>
                    <a:pt x="12" y="11"/>
                  </a:cubicBezTo>
                  <a:cubicBezTo>
                    <a:pt x="13" y="11"/>
                    <a:pt x="12" y="10"/>
                    <a:pt x="12" y="10"/>
                  </a:cubicBezTo>
                  <a:cubicBezTo>
                    <a:pt x="11" y="9"/>
                    <a:pt x="12" y="9"/>
                    <a:pt x="12" y="8"/>
                  </a:cubicBezTo>
                  <a:cubicBezTo>
                    <a:pt x="13" y="7"/>
                    <a:pt x="13" y="7"/>
                    <a:pt x="13" y="6"/>
                  </a:cubicBezTo>
                  <a:cubicBezTo>
                    <a:pt x="14" y="5"/>
                    <a:pt x="14" y="4"/>
                    <a:pt x="14" y="3"/>
                  </a:cubicBezTo>
                  <a:cubicBezTo>
                    <a:pt x="14" y="4"/>
                    <a:pt x="14" y="3"/>
                    <a:pt x="14" y="3"/>
                  </a:cubicBezTo>
                  <a:close/>
                  <a:moveTo>
                    <a:pt x="9" y="21"/>
                  </a:moveTo>
                  <a:cubicBezTo>
                    <a:pt x="10" y="21"/>
                    <a:pt x="10" y="20"/>
                    <a:pt x="10" y="20"/>
                  </a:cubicBezTo>
                  <a:cubicBezTo>
                    <a:pt x="10" y="20"/>
                    <a:pt x="10" y="20"/>
                    <a:pt x="10" y="20"/>
                  </a:cubicBezTo>
                  <a:cubicBezTo>
                    <a:pt x="10" y="20"/>
                    <a:pt x="10" y="20"/>
                    <a:pt x="10" y="21"/>
                  </a:cubicBezTo>
                  <a:cubicBezTo>
                    <a:pt x="9" y="21"/>
                    <a:pt x="9" y="21"/>
                    <a:pt x="9" y="21"/>
                  </a:cubicBezTo>
                  <a:close/>
                  <a:moveTo>
                    <a:pt x="9" y="21"/>
                  </a:moveTo>
                  <a:cubicBezTo>
                    <a:pt x="9" y="21"/>
                    <a:pt x="9" y="21"/>
                    <a:pt x="9" y="22"/>
                  </a:cubicBezTo>
                  <a:cubicBezTo>
                    <a:pt x="9" y="22"/>
                    <a:pt x="9" y="21"/>
                    <a:pt x="9" y="2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44" name="Belgium">
              <a:extLst>
                <a:ext uri="{FF2B5EF4-FFF2-40B4-BE49-F238E27FC236}">
                  <a16:creationId xmlns:a16="http://schemas.microsoft.com/office/drawing/2014/main" id="{DB37EB1F-F89D-D973-B0ED-5C452E09082C}"/>
                </a:ext>
              </a:extLst>
            </p:cNvPr>
            <p:cNvSpPr>
              <a:spLocks/>
            </p:cNvSpPr>
            <p:nvPr/>
          </p:nvSpPr>
          <p:spPr bwMode="auto">
            <a:xfrm>
              <a:off x="5817244" y="2048735"/>
              <a:ext cx="113700" cy="73513"/>
            </a:xfrm>
            <a:custGeom>
              <a:avLst/>
              <a:gdLst/>
              <a:ahLst/>
              <a:cxnLst>
                <a:cxn ang="0">
                  <a:pos x="31" y="11"/>
                </a:cxn>
                <a:cxn ang="0">
                  <a:pos x="31" y="9"/>
                </a:cxn>
                <a:cxn ang="0">
                  <a:pos x="29" y="8"/>
                </a:cxn>
                <a:cxn ang="0">
                  <a:pos x="26" y="8"/>
                </a:cxn>
                <a:cxn ang="0">
                  <a:pos x="27" y="6"/>
                </a:cxn>
                <a:cxn ang="0">
                  <a:pos x="28" y="4"/>
                </a:cxn>
                <a:cxn ang="0">
                  <a:pos x="25" y="3"/>
                </a:cxn>
                <a:cxn ang="0">
                  <a:pos x="23" y="3"/>
                </a:cxn>
                <a:cxn ang="0">
                  <a:pos x="22" y="2"/>
                </a:cxn>
                <a:cxn ang="0">
                  <a:pos x="21" y="0"/>
                </a:cxn>
                <a:cxn ang="0">
                  <a:pos x="19" y="1"/>
                </a:cxn>
                <a:cxn ang="0">
                  <a:pos x="19" y="0"/>
                </a:cxn>
                <a:cxn ang="0">
                  <a:pos x="17" y="0"/>
                </a:cxn>
                <a:cxn ang="0">
                  <a:pos x="16" y="1"/>
                </a:cxn>
                <a:cxn ang="0">
                  <a:pos x="15" y="2"/>
                </a:cxn>
                <a:cxn ang="0">
                  <a:pos x="13" y="3"/>
                </a:cxn>
                <a:cxn ang="0">
                  <a:pos x="11" y="3"/>
                </a:cxn>
                <a:cxn ang="0">
                  <a:pos x="8" y="2"/>
                </a:cxn>
                <a:cxn ang="0">
                  <a:pos x="7" y="1"/>
                </a:cxn>
                <a:cxn ang="0">
                  <a:pos x="2" y="3"/>
                </a:cxn>
                <a:cxn ang="0">
                  <a:pos x="1" y="6"/>
                </a:cxn>
                <a:cxn ang="0">
                  <a:pos x="2" y="7"/>
                </a:cxn>
                <a:cxn ang="0">
                  <a:pos x="4" y="8"/>
                </a:cxn>
                <a:cxn ang="0">
                  <a:pos x="6" y="8"/>
                </a:cxn>
                <a:cxn ang="0">
                  <a:pos x="6" y="10"/>
                </a:cxn>
                <a:cxn ang="0">
                  <a:pos x="8" y="11"/>
                </a:cxn>
                <a:cxn ang="0">
                  <a:pos x="9" y="12"/>
                </a:cxn>
                <a:cxn ang="0">
                  <a:pos x="12" y="12"/>
                </a:cxn>
                <a:cxn ang="0">
                  <a:pos x="13" y="13"/>
                </a:cxn>
                <a:cxn ang="0">
                  <a:pos x="14" y="14"/>
                </a:cxn>
                <a:cxn ang="0">
                  <a:pos x="13" y="16"/>
                </a:cxn>
                <a:cxn ang="0">
                  <a:pos x="17" y="16"/>
                </a:cxn>
                <a:cxn ang="0">
                  <a:pos x="19" y="14"/>
                </a:cxn>
                <a:cxn ang="0">
                  <a:pos x="19" y="16"/>
                </a:cxn>
                <a:cxn ang="0">
                  <a:pos x="20" y="18"/>
                </a:cxn>
                <a:cxn ang="0">
                  <a:pos x="23" y="20"/>
                </a:cxn>
                <a:cxn ang="0">
                  <a:pos x="24" y="21"/>
                </a:cxn>
                <a:cxn ang="0">
                  <a:pos x="26" y="21"/>
                </a:cxn>
                <a:cxn ang="0">
                  <a:pos x="28" y="20"/>
                </a:cxn>
                <a:cxn ang="0">
                  <a:pos x="28" y="19"/>
                </a:cxn>
                <a:cxn ang="0">
                  <a:pos x="27" y="17"/>
                </a:cxn>
                <a:cxn ang="0">
                  <a:pos x="27" y="16"/>
                </a:cxn>
                <a:cxn ang="0">
                  <a:pos x="29" y="14"/>
                </a:cxn>
                <a:cxn ang="0">
                  <a:pos x="31" y="13"/>
                </a:cxn>
                <a:cxn ang="0">
                  <a:pos x="32" y="12"/>
                </a:cxn>
              </a:cxnLst>
              <a:rect l="0" t="0" r="r" b="b"/>
              <a:pathLst>
                <a:path w="32" h="21">
                  <a:moveTo>
                    <a:pt x="32" y="12"/>
                  </a:moveTo>
                  <a:cubicBezTo>
                    <a:pt x="32" y="12"/>
                    <a:pt x="32" y="11"/>
                    <a:pt x="31" y="11"/>
                  </a:cubicBezTo>
                  <a:cubicBezTo>
                    <a:pt x="31" y="11"/>
                    <a:pt x="30" y="11"/>
                    <a:pt x="30" y="10"/>
                  </a:cubicBezTo>
                  <a:cubicBezTo>
                    <a:pt x="30" y="10"/>
                    <a:pt x="31" y="10"/>
                    <a:pt x="31" y="9"/>
                  </a:cubicBezTo>
                  <a:cubicBezTo>
                    <a:pt x="31" y="9"/>
                    <a:pt x="30" y="9"/>
                    <a:pt x="30" y="9"/>
                  </a:cubicBezTo>
                  <a:cubicBezTo>
                    <a:pt x="30" y="9"/>
                    <a:pt x="30" y="8"/>
                    <a:pt x="29" y="8"/>
                  </a:cubicBezTo>
                  <a:cubicBezTo>
                    <a:pt x="29" y="8"/>
                    <a:pt x="28" y="8"/>
                    <a:pt x="28" y="8"/>
                  </a:cubicBezTo>
                  <a:cubicBezTo>
                    <a:pt x="27" y="8"/>
                    <a:pt x="27" y="8"/>
                    <a:pt x="26" y="8"/>
                  </a:cubicBezTo>
                  <a:cubicBezTo>
                    <a:pt x="27" y="7"/>
                    <a:pt x="26" y="7"/>
                    <a:pt x="26" y="7"/>
                  </a:cubicBezTo>
                  <a:cubicBezTo>
                    <a:pt x="26" y="7"/>
                    <a:pt x="27" y="6"/>
                    <a:pt x="27" y="6"/>
                  </a:cubicBezTo>
                  <a:cubicBezTo>
                    <a:pt x="27" y="6"/>
                    <a:pt x="27" y="6"/>
                    <a:pt x="27" y="6"/>
                  </a:cubicBezTo>
                  <a:cubicBezTo>
                    <a:pt x="27" y="6"/>
                    <a:pt x="27" y="4"/>
                    <a:pt x="28" y="4"/>
                  </a:cubicBezTo>
                  <a:cubicBezTo>
                    <a:pt x="27" y="4"/>
                    <a:pt x="28" y="4"/>
                    <a:pt x="27" y="3"/>
                  </a:cubicBezTo>
                  <a:cubicBezTo>
                    <a:pt x="27" y="3"/>
                    <a:pt x="25" y="3"/>
                    <a:pt x="25" y="3"/>
                  </a:cubicBezTo>
                  <a:cubicBezTo>
                    <a:pt x="25" y="2"/>
                    <a:pt x="24" y="2"/>
                    <a:pt x="24" y="2"/>
                  </a:cubicBezTo>
                  <a:cubicBezTo>
                    <a:pt x="23" y="3"/>
                    <a:pt x="23" y="3"/>
                    <a:pt x="23" y="3"/>
                  </a:cubicBezTo>
                  <a:cubicBezTo>
                    <a:pt x="23" y="3"/>
                    <a:pt x="23" y="2"/>
                    <a:pt x="23" y="2"/>
                  </a:cubicBezTo>
                  <a:cubicBezTo>
                    <a:pt x="22" y="2"/>
                    <a:pt x="23" y="2"/>
                    <a:pt x="22" y="2"/>
                  </a:cubicBezTo>
                  <a:cubicBezTo>
                    <a:pt x="22" y="2"/>
                    <a:pt x="22" y="2"/>
                    <a:pt x="22" y="2"/>
                  </a:cubicBezTo>
                  <a:cubicBezTo>
                    <a:pt x="21" y="1"/>
                    <a:pt x="22" y="1"/>
                    <a:pt x="21" y="0"/>
                  </a:cubicBezTo>
                  <a:cubicBezTo>
                    <a:pt x="21" y="0"/>
                    <a:pt x="21" y="1"/>
                    <a:pt x="20" y="1"/>
                  </a:cubicBezTo>
                  <a:cubicBezTo>
                    <a:pt x="20" y="1"/>
                    <a:pt x="20" y="1"/>
                    <a:pt x="19" y="1"/>
                  </a:cubicBezTo>
                  <a:cubicBezTo>
                    <a:pt x="19" y="1"/>
                    <a:pt x="19" y="1"/>
                    <a:pt x="19" y="1"/>
                  </a:cubicBezTo>
                  <a:cubicBezTo>
                    <a:pt x="19" y="0"/>
                    <a:pt x="20" y="0"/>
                    <a:pt x="19" y="0"/>
                  </a:cubicBezTo>
                  <a:cubicBezTo>
                    <a:pt x="18" y="0"/>
                    <a:pt x="18" y="1"/>
                    <a:pt x="18" y="1"/>
                  </a:cubicBezTo>
                  <a:cubicBezTo>
                    <a:pt x="17" y="1"/>
                    <a:pt x="17" y="0"/>
                    <a:pt x="17" y="0"/>
                  </a:cubicBezTo>
                  <a:cubicBezTo>
                    <a:pt x="17" y="0"/>
                    <a:pt x="16" y="0"/>
                    <a:pt x="16" y="0"/>
                  </a:cubicBezTo>
                  <a:cubicBezTo>
                    <a:pt x="16" y="1"/>
                    <a:pt x="16" y="1"/>
                    <a:pt x="16" y="1"/>
                  </a:cubicBezTo>
                  <a:cubicBezTo>
                    <a:pt x="16" y="2"/>
                    <a:pt x="15" y="1"/>
                    <a:pt x="15" y="1"/>
                  </a:cubicBezTo>
                  <a:cubicBezTo>
                    <a:pt x="15" y="2"/>
                    <a:pt x="15" y="2"/>
                    <a:pt x="15" y="2"/>
                  </a:cubicBezTo>
                  <a:cubicBezTo>
                    <a:pt x="15" y="2"/>
                    <a:pt x="15" y="2"/>
                    <a:pt x="14" y="2"/>
                  </a:cubicBezTo>
                  <a:cubicBezTo>
                    <a:pt x="14" y="2"/>
                    <a:pt x="13" y="2"/>
                    <a:pt x="13" y="3"/>
                  </a:cubicBezTo>
                  <a:cubicBezTo>
                    <a:pt x="13" y="3"/>
                    <a:pt x="12" y="3"/>
                    <a:pt x="12" y="3"/>
                  </a:cubicBezTo>
                  <a:cubicBezTo>
                    <a:pt x="11" y="3"/>
                    <a:pt x="11" y="3"/>
                    <a:pt x="11" y="3"/>
                  </a:cubicBezTo>
                  <a:cubicBezTo>
                    <a:pt x="11" y="2"/>
                    <a:pt x="10" y="2"/>
                    <a:pt x="10" y="2"/>
                  </a:cubicBezTo>
                  <a:cubicBezTo>
                    <a:pt x="9" y="2"/>
                    <a:pt x="9" y="2"/>
                    <a:pt x="8" y="2"/>
                  </a:cubicBezTo>
                  <a:cubicBezTo>
                    <a:pt x="8" y="3"/>
                    <a:pt x="8" y="3"/>
                    <a:pt x="8" y="3"/>
                  </a:cubicBezTo>
                  <a:cubicBezTo>
                    <a:pt x="7" y="3"/>
                    <a:pt x="7" y="2"/>
                    <a:pt x="7" y="1"/>
                  </a:cubicBezTo>
                  <a:cubicBezTo>
                    <a:pt x="6" y="2"/>
                    <a:pt x="5" y="2"/>
                    <a:pt x="4" y="2"/>
                  </a:cubicBezTo>
                  <a:cubicBezTo>
                    <a:pt x="4" y="3"/>
                    <a:pt x="3" y="3"/>
                    <a:pt x="2" y="3"/>
                  </a:cubicBezTo>
                  <a:cubicBezTo>
                    <a:pt x="2" y="4"/>
                    <a:pt x="0" y="4"/>
                    <a:pt x="0" y="5"/>
                  </a:cubicBezTo>
                  <a:cubicBezTo>
                    <a:pt x="0" y="5"/>
                    <a:pt x="1" y="6"/>
                    <a:pt x="1" y="6"/>
                  </a:cubicBezTo>
                  <a:cubicBezTo>
                    <a:pt x="1" y="7"/>
                    <a:pt x="1" y="7"/>
                    <a:pt x="1" y="7"/>
                  </a:cubicBezTo>
                  <a:cubicBezTo>
                    <a:pt x="1" y="7"/>
                    <a:pt x="2" y="7"/>
                    <a:pt x="2" y="7"/>
                  </a:cubicBezTo>
                  <a:cubicBezTo>
                    <a:pt x="2" y="8"/>
                    <a:pt x="3" y="8"/>
                    <a:pt x="3" y="8"/>
                  </a:cubicBezTo>
                  <a:cubicBezTo>
                    <a:pt x="3" y="9"/>
                    <a:pt x="3" y="8"/>
                    <a:pt x="4" y="8"/>
                  </a:cubicBezTo>
                  <a:cubicBezTo>
                    <a:pt x="4" y="8"/>
                    <a:pt x="5" y="7"/>
                    <a:pt x="5" y="8"/>
                  </a:cubicBezTo>
                  <a:cubicBezTo>
                    <a:pt x="5" y="8"/>
                    <a:pt x="5" y="8"/>
                    <a:pt x="6" y="8"/>
                  </a:cubicBezTo>
                  <a:cubicBezTo>
                    <a:pt x="6" y="8"/>
                    <a:pt x="6" y="9"/>
                    <a:pt x="6" y="9"/>
                  </a:cubicBezTo>
                  <a:cubicBezTo>
                    <a:pt x="6" y="10"/>
                    <a:pt x="6" y="10"/>
                    <a:pt x="6" y="10"/>
                  </a:cubicBezTo>
                  <a:cubicBezTo>
                    <a:pt x="6" y="11"/>
                    <a:pt x="7" y="11"/>
                    <a:pt x="8" y="10"/>
                  </a:cubicBezTo>
                  <a:cubicBezTo>
                    <a:pt x="8" y="10"/>
                    <a:pt x="8" y="10"/>
                    <a:pt x="8" y="11"/>
                  </a:cubicBezTo>
                  <a:cubicBezTo>
                    <a:pt x="8" y="11"/>
                    <a:pt x="8" y="11"/>
                    <a:pt x="9" y="11"/>
                  </a:cubicBezTo>
                  <a:cubicBezTo>
                    <a:pt x="10" y="11"/>
                    <a:pt x="9" y="12"/>
                    <a:pt x="9" y="12"/>
                  </a:cubicBezTo>
                  <a:cubicBezTo>
                    <a:pt x="9" y="13"/>
                    <a:pt x="10" y="12"/>
                    <a:pt x="10" y="12"/>
                  </a:cubicBezTo>
                  <a:cubicBezTo>
                    <a:pt x="11" y="12"/>
                    <a:pt x="11" y="13"/>
                    <a:pt x="12" y="12"/>
                  </a:cubicBezTo>
                  <a:cubicBezTo>
                    <a:pt x="13" y="12"/>
                    <a:pt x="13" y="13"/>
                    <a:pt x="13" y="13"/>
                  </a:cubicBezTo>
                  <a:cubicBezTo>
                    <a:pt x="13" y="13"/>
                    <a:pt x="13" y="13"/>
                    <a:pt x="13" y="13"/>
                  </a:cubicBezTo>
                  <a:cubicBezTo>
                    <a:pt x="14" y="13"/>
                    <a:pt x="13" y="14"/>
                    <a:pt x="13" y="14"/>
                  </a:cubicBezTo>
                  <a:cubicBezTo>
                    <a:pt x="13" y="14"/>
                    <a:pt x="13" y="14"/>
                    <a:pt x="14" y="14"/>
                  </a:cubicBezTo>
                  <a:cubicBezTo>
                    <a:pt x="14" y="15"/>
                    <a:pt x="14" y="15"/>
                    <a:pt x="14" y="15"/>
                  </a:cubicBezTo>
                  <a:cubicBezTo>
                    <a:pt x="14" y="15"/>
                    <a:pt x="13" y="16"/>
                    <a:pt x="13" y="16"/>
                  </a:cubicBezTo>
                  <a:cubicBezTo>
                    <a:pt x="13" y="16"/>
                    <a:pt x="14" y="16"/>
                    <a:pt x="14" y="16"/>
                  </a:cubicBezTo>
                  <a:cubicBezTo>
                    <a:pt x="15" y="17"/>
                    <a:pt x="16" y="17"/>
                    <a:pt x="17" y="16"/>
                  </a:cubicBezTo>
                  <a:cubicBezTo>
                    <a:pt x="18" y="16"/>
                    <a:pt x="18" y="16"/>
                    <a:pt x="18" y="15"/>
                  </a:cubicBezTo>
                  <a:cubicBezTo>
                    <a:pt x="18" y="15"/>
                    <a:pt x="18" y="15"/>
                    <a:pt x="19" y="14"/>
                  </a:cubicBezTo>
                  <a:cubicBezTo>
                    <a:pt x="19" y="14"/>
                    <a:pt x="20" y="14"/>
                    <a:pt x="19" y="15"/>
                  </a:cubicBezTo>
                  <a:cubicBezTo>
                    <a:pt x="19" y="15"/>
                    <a:pt x="18" y="16"/>
                    <a:pt x="19" y="16"/>
                  </a:cubicBezTo>
                  <a:cubicBezTo>
                    <a:pt x="20" y="17"/>
                    <a:pt x="19" y="18"/>
                    <a:pt x="19" y="18"/>
                  </a:cubicBezTo>
                  <a:cubicBezTo>
                    <a:pt x="19" y="18"/>
                    <a:pt x="20" y="18"/>
                    <a:pt x="20" y="18"/>
                  </a:cubicBezTo>
                  <a:cubicBezTo>
                    <a:pt x="21" y="18"/>
                    <a:pt x="21" y="18"/>
                    <a:pt x="21" y="19"/>
                  </a:cubicBezTo>
                  <a:cubicBezTo>
                    <a:pt x="22" y="19"/>
                    <a:pt x="23" y="19"/>
                    <a:pt x="23" y="20"/>
                  </a:cubicBezTo>
                  <a:cubicBezTo>
                    <a:pt x="23" y="20"/>
                    <a:pt x="24" y="20"/>
                    <a:pt x="24" y="20"/>
                  </a:cubicBezTo>
                  <a:cubicBezTo>
                    <a:pt x="24" y="20"/>
                    <a:pt x="24" y="21"/>
                    <a:pt x="24" y="21"/>
                  </a:cubicBezTo>
                  <a:cubicBezTo>
                    <a:pt x="24" y="21"/>
                    <a:pt x="25" y="21"/>
                    <a:pt x="25" y="21"/>
                  </a:cubicBezTo>
                  <a:cubicBezTo>
                    <a:pt x="26" y="21"/>
                    <a:pt x="26" y="21"/>
                    <a:pt x="26" y="21"/>
                  </a:cubicBezTo>
                  <a:cubicBezTo>
                    <a:pt x="27" y="21"/>
                    <a:pt x="27" y="21"/>
                    <a:pt x="27" y="21"/>
                  </a:cubicBezTo>
                  <a:cubicBezTo>
                    <a:pt x="27" y="20"/>
                    <a:pt x="28" y="20"/>
                    <a:pt x="28" y="20"/>
                  </a:cubicBezTo>
                  <a:cubicBezTo>
                    <a:pt x="28" y="19"/>
                    <a:pt x="28" y="20"/>
                    <a:pt x="28" y="19"/>
                  </a:cubicBezTo>
                  <a:cubicBezTo>
                    <a:pt x="27" y="19"/>
                    <a:pt x="28" y="19"/>
                    <a:pt x="28" y="19"/>
                  </a:cubicBezTo>
                  <a:cubicBezTo>
                    <a:pt x="28" y="19"/>
                    <a:pt x="27" y="19"/>
                    <a:pt x="27" y="19"/>
                  </a:cubicBezTo>
                  <a:cubicBezTo>
                    <a:pt x="27" y="18"/>
                    <a:pt x="26" y="18"/>
                    <a:pt x="27" y="17"/>
                  </a:cubicBezTo>
                  <a:cubicBezTo>
                    <a:pt x="26" y="17"/>
                    <a:pt x="27" y="16"/>
                    <a:pt x="27" y="16"/>
                  </a:cubicBezTo>
                  <a:cubicBezTo>
                    <a:pt x="27" y="16"/>
                    <a:pt x="27" y="16"/>
                    <a:pt x="27" y="16"/>
                  </a:cubicBezTo>
                  <a:cubicBezTo>
                    <a:pt x="28" y="15"/>
                    <a:pt x="28" y="15"/>
                    <a:pt x="28" y="15"/>
                  </a:cubicBezTo>
                  <a:cubicBezTo>
                    <a:pt x="28" y="15"/>
                    <a:pt x="29" y="14"/>
                    <a:pt x="29" y="14"/>
                  </a:cubicBezTo>
                  <a:cubicBezTo>
                    <a:pt x="29" y="14"/>
                    <a:pt x="30" y="14"/>
                    <a:pt x="30" y="15"/>
                  </a:cubicBezTo>
                  <a:cubicBezTo>
                    <a:pt x="30" y="14"/>
                    <a:pt x="31" y="13"/>
                    <a:pt x="31" y="13"/>
                  </a:cubicBezTo>
                  <a:cubicBezTo>
                    <a:pt x="31" y="13"/>
                    <a:pt x="31" y="13"/>
                    <a:pt x="32" y="13"/>
                  </a:cubicBezTo>
                  <a:cubicBezTo>
                    <a:pt x="32" y="13"/>
                    <a:pt x="32" y="13"/>
                    <a:pt x="32" y="1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45" name="Belarus">
              <a:extLst>
                <a:ext uri="{FF2B5EF4-FFF2-40B4-BE49-F238E27FC236}">
                  <a16:creationId xmlns:a16="http://schemas.microsoft.com/office/drawing/2014/main" id="{C5D03F8E-686F-E55E-5B74-D1F1DFE04502}"/>
                </a:ext>
              </a:extLst>
            </p:cNvPr>
            <p:cNvSpPr>
              <a:spLocks/>
            </p:cNvSpPr>
            <p:nvPr/>
          </p:nvSpPr>
          <p:spPr bwMode="auto">
            <a:xfrm>
              <a:off x="6426905" y="1874265"/>
              <a:ext cx="272486" cy="184272"/>
            </a:xfrm>
            <a:custGeom>
              <a:avLst/>
              <a:gdLst/>
              <a:ahLst/>
              <a:cxnLst>
                <a:cxn ang="0">
                  <a:pos x="76" y="28"/>
                </a:cxn>
                <a:cxn ang="0">
                  <a:pos x="74" y="25"/>
                </a:cxn>
                <a:cxn ang="0">
                  <a:pos x="69" y="22"/>
                </a:cxn>
                <a:cxn ang="0">
                  <a:pos x="64" y="18"/>
                </a:cxn>
                <a:cxn ang="0">
                  <a:pos x="61" y="16"/>
                </a:cxn>
                <a:cxn ang="0">
                  <a:pos x="60" y="13"/>
                </a:cxn>
                <a:cxn ang="0">
                  <a:pos x="60" y="12"/>
                </a:cxn>
                <a:cxn ang="0">
                  <a:pos x="59" y="9"/>
                </a:cxn>
                <a:cxn ang="0">
                  <a:pos x="59" y="7"/>
                </a:cxn>
                <a:cxn ang="0">
                  <a:pos x="56" y="5"/>
                </a:cxn>
                <a:cxn ang="0">
                  <a:pos x="50" y="4"/>
                </a:cxn>
                <a:cxn ang="0">
                  <a:pos x="47" y="5"/>
                </a:cxn>
                <a:cxn ang="0">
                  <a:pos x="47" y="3"/>
                </a:cxn>
                <a:cxn ang="0">
                  <a:pos x="41" y="1"/>
                </a:cxn>
                <a:cxn ang="0">
                  <a:pos x="34" y="1"/>
                </a:cxn>
                <a:cxn ang="0">
                  <a:pos x="32" y="3"/>
                </a:cxn>
                <a:cxn ang="0">
                  <a:pos x="29" y="4"/>
                </a:cxn>
                <a:cxn ang="0">
                  <a:pos x="24" y="6"/>
                </a:cxn>
                <a:cxn ang="0">
                  <a:pos x="24" y="8"/>
                </a:cxn>
                <a:cxn ang="0">
                  <a:pos x="24" y="11"/>
                </a:cxn>
                <a:cxn ang="0">
                  <a:pos x="20" y="13"/>
                </a:cxn>
                <a:cxn ang="0">
                  <a:pos x="18" y="16"/>
                </a:cxn>
                <a:cxn ang="0">
                  <a:pos x="17" y="19"/>
                </a:cxn>
                <a:cxn ang="0">
                  <a:pos x="17" y="21"/>
                </a:cxn>
                <a:cxn ang="0">
                  <a:pos x="17" y="20"/>
                </a:cxn>
                <a:cxn ang="0">
                  <a:pos x="14" y="21"/>
                </a:cxn>
                <a:cxn ang="0">
                  <a:pos x="10" y="23"/>
                </a:cxn>
                <a:cxn ang="0">
                  <a:pos x="6" y="23"/>
                </a:cxn>
                <a:cxn ang="0">
                  <a:pos x="2" y="24"/>
                </a:cxn>
                <a:cxn ang="0">
                  <a:pos x="2" y="27"/>
                </a:cxn>
                <a:cxn ang="0">
                  <a:pos x="5" y="32"/>
                </a:cxn>
                <a:cxn ang="0">
                  <a:pos x="4" y="37"/>
                </a:cxn>
                <a:cxn ang="0">
                  <a:pos x="0" y="41"/>
                </a:cxn>
                <a:cxn ang="0">
                  <a:pos x="2" y="42"/>
                </a:cxn>
                <a:cxn ang="0">
                  <a:pos x="4" y="44"/>
                </a:cxn>
                <a:cxn ang="0">
                  <a:pos x="3" y="46"/>
                </a:cxn>
                <a:cxn ang="0">
                  <a:pos x="4" y="48"/>
                </a:cxn>
                <a:cxn ang="0">
                  <a:pos x="10" y="45"/>
                </a:cxn>
                <a:cxn ang="0">
                  <a:pos x="17" y="44"/>
                </a:cxn>
                <a:cxn ang="0">
                  <a:pos x="25" y="45"/>
                </a:cxn>
                <a:cxn ang="0">
                  <a:pos x="31" y="46"/>
                </a:cxn>
                <a:cxn ang="0">
                  <a:pos x="34" y="47"/>
                </a:cxn>
                <a:cxn ang="0">
                  <a:pos x="38" y="49"/>
                </a:cxn>
                <a:cxn ang="0">
                  <a:pos x="41" y="48"/>
                </a:cxn>
                <a:cxn ang="0">
                  <a:pos x="45" y="48"/>
                </a:cxn>
                <a:cxn ang="0">
                  <a:pos x="47" y="49"/>
                </a:cxn>
                <a:cxn ang="0">
                  <a:pos x="51" y="48"/>
                </a:cxn>
                <a:cxn ang="0">
                  <a:pos x="53" y="49"/>
                </a:cxn>
                <a:cxn ang="0">
                  <a:pos x="55" y="49"/>
                </a:cxn>
                <a:cxn ang="0">
                  <a:pos x="60" y="50"/>
                </a:cxn>
                <a:cxn ang="0">
                  <a:pos x="62" y="50"/>
                </a:cxn>
                <a:cxn ang="0">
                  <a:pos x="62" y="48"/>
                </a:cxn>
                <a:cxn ang="0">
                  <a:pos x="63" y="44"/>
                </a:cxn>
                <a:cxn ang="0">
                  <a:pos x="64" y="44"/>
                </a:cxn>
                <a:cxn ang="0">
                  <a:pos x="66" y="43"/>
                </a:cxn>
                <a:cxn ang="0">
                  <a:pos x="70" y="41"/>
                </a:cxn>
                <a:cxn ang="0">
                  <a:pos x="69" y="38"/>
                </a:cxn>
                <a:cxn ang="0">
                  <a:pos x="68" y="35"/>
                </a:cxn>
                <a:cxn ang="0">
                  <a:pos x="66" y="33"/>
                </a:cxn>
                <a:cxn ang="0">
                  <a:pos x="70" y="32"/>
                </a:cxn>
                <a:cxn ang="0">
                  <a:pos x="74" y="31"/>
                </a:cxn>
                <a:cxn ang="0">
                  <a:pos x="77" y="30"/>
                </a:cxn>
              </a:cxnLst>
              <a:rect l="0" t="0" r="r" b="b"/>
              <a:pathLst>
                <a:path w="77" h="52">
                  <a:moveTo>
                    <a:pt x="77" y="28"/>
                  </a:moveTo>
                  <a:cubicBezTo>
                    <a:pt x="77" y="28"/>
                    <a:pt x="77" y="28"/>
                    <a:pt x="76" y="28"/>
                  </a:cubicBezTo>
                  <a:cubicBezTo>
                    <a:pt x="76" y="28"/>
                    <a:pt x="76" y="28"/>
                    <a:pt x="76" y="28"/>
                  </a:cubicBezTo>
                  <a:cubicBezTo>
                    <a:pt x="76" y="28"/>
                    <a:pt x="76" y="28"/>
                    <a:pt x="75" y="28"/>
                  </a:cubicBezTo>
                  <a:cubicBezTo>
                    <a:pt x="75" y="27"/>
                    <a:pt x="74" y="27"/>
                    <a:pt x="75" y="26"/>
                  </a:cubicBezTo>
                  <a:cubicBezTo>
                    <a:pt x="76" y="26"/>
                    <a:pt x="74" y="26"/>
                    <a:pt x="74" y="25"/>
                  </a:cubicBezTo>
                  <a:cubicBezTo>
                    <a:pt x="73" y="25"/>
                    <a:pt x="72" y="25"/>
                    <a:pt x="71" y="25"/>
                  </a:cubicBezTo>
                  <a:cubicBezTo>
                    <a:pt x="70" y="25"/>
                    <a:pt x="69" y="25"/>
                    <a:pt x="69" y="25"/>
                  </a:cubicBezTo>
                  <a:cubicBezTo>
                    <a:pt x="69" y="24"/>
                    <a:pt x="70" y="23"/>
                    <a:pt x="69" y="22"/>
                  </a:cubicBezTo>
                  <a:cubicBezTo>
                    <a:pt x="69" y="22"/>
                    <a:pt x="68" y="22"/>
                    <a:pt x="67" y="22"/>
                  </a:cubicBezTo>
                  <a:cubicBezTo>
                    <a:pt x="66" y="21"/>
                    <a:pt x="65" y="21"/>
                    <a:pt x="65" y="20"/>
                  </a:cubicBezTo>
                  <a:cubicBezTo>
                    <a:pt x="64" y="20"/>
                    <a:pt x="64" y="19"/>
                    <a:pt x="64" y="18"/>
                  </a:cubicBezTo>
                  <a:cubicBezTo>
                    <a:pt x="64" y="18"/>
                    <a:pt x="63" y="18"/>
                    <a:pt x="63" y="18"/>
                  </a:cubicBezTo>
                  <a:cubicBezTo>
                    <a:pt x="62" y="18"/>
                    <a:pt x="62" y="17"/>
                    <a:pt x="63" y="16"/>
                  </a:cubicBezTo>
                  <a:cubicBezTo>
                    <a:pt x="63" y="16"/>
                    <a:pt x="62" y="16"/>
                    <a:pt x="61" y="16"/>
                  </a:cubicBezTo>
                  <a:cubicBezTo>
                    <a:pt x="61" y="15"/>
                    <a:pt x="61" y="15"/>
                    <a:pt x="60" y="15"/>
                  </a:cubicBezTo>
                  <a:cubicBezTo>
                    <a:pt x="60" y="15"/>
                    <a:pt x="59" y="15"/>
                    <a:pt x="59" y="14"/>
                  </a:cubicBezTo>
                  <a:cubicBezTo>
                    <a:pt x="59" y="14"/>
                    <a:pt x="60" y="14"/>
                    <a:pt x="60" y="13"/>
                  </a:cubicBezTo>
                  <a:cubicBezTo>
                    <a:pt x="60" y="13"/>
                    <a:pt x="59" y="13"/>
                    <a:pt x="59" y="13"/>
                  </a:cubicBezTo>
                  <a:cubicBezTo>
                    <a:pt x="60" y="13"/>
                    <a:pt x="60" y="13"/>
                    <a:pt x="60" y="13"/>
                  </a:cubicBezTo>
                  <a:cubicBezTo>
                    <a:pt x="61" y="12"/>
                    <a:pt x="60" y="12"/>
                    <a:pt x="60" y="12"/>
                  </a:cubicBezTo>
                  <a:cubicBezTo>
                    <a:pt x="60" y="12"/>
                    <a:pt x="61" y="12"/>
                    <a:pt x="61" y="12"/>
                  </a:cubicBezTo>
                  <a:cubicBezTo>
                    <a:pt x="61" y="11"/>
                    <a:pt x="60" y="11"/>
                    <a:pt x="60" y="10"/>
                  </a:cubicBezTo>
                  <a:cubicBezTo>
                    <a:pt x="60" y="10"/>
                    <a:pt x="59" y="10"/>
                    <a:pt x="59" y="9"/>
                  </a:cubicBezTo>
                  <a:cubicBezTo>
                    <a:pt x="59" y="9"/>
                    <a:pt x="60" y="9"/>
                    <a:pt x="60" y="8"/>
                  </a:cubicBezTo>
                  <a:cubicBezTo>
                    <a:pt x="60" y="8"/>
                    <a:pt x="59" y="8"/>
                    <a:pt x="59" y="8"/>
                  </a:cubicBezTo>
                  <a:cubicBezTo>
                    <a:pt x="59" y="8"/>
                    <a:pt x="59" y="7"/>
                    <a:pt x="59" y="7"/>
                  </a:cubicBezTo>
                  <a:cubicBezTo>
                    <a:pt x="59" y="7"/>
                    <a:pt x="60" y="6"/>
                    <a:pt x="59" y="6"/>
                  </a:cubicBezTo>
                  <a:cubicBezTo>
                    <a:pt x="59" y="6"/>
                    <a:pt x="58" y="6"/>
                    <a:pt x="58" y="6"/>
                  </a:cubicBezTo>
                  <a:cubicBezTo>
                    <a:pt x="57" y="5"/>
                    <a:pt x="57" y="6"/>
                    <a:pt x="56" y="5"/>
                  </a:cubicBezTo>
                  <a:cubicBezTo>
                    <a:pt x="56" y="4"/>
                    <a:pt x="54" y="3"/>
                    <a:pt x="53" y="4"/>
                  </a:cubicBezTo>
                  <a:cubicBezTo>
                    <a:pt x="52" y="4"/>
                    <a:pt x="52" y="3"/>
                    <a:pt x="51" y="3"/>
                  </a:cubicBezTo>
                  <a:cubicBezTo>
                    <a:pt x="50" y="3"/>
                    <a:pt x="50" y="4"/>
                    <a:pt x="50" y="4"/>
                  </a:cubicBezTo>
                  <a:cubicBezTo>
                    <a:pt x="50" y="4"/>
                    <a:pt x="49" y="4"/>
                    <a:pt x="49" y="4"/>
                  </a:cubicBezTo>
                  <a:cubicBezTo>
                    <a:pt x="49" y="4"/>
                    <a:pt x="49" y="5"/>
                    <a:pt x="48" y="5"/>
                  </a:cubicBezTo>
                  <a:cubicBezTo>
                    <a:pt x="48" y="5"/>
                    <a:pt x="48" y="5"/>
                    <a:pt x="47" y="5"/>
                  </a:cubicBezTo>
                  <a:cubicBezTo>
                    <a:pt x="47" y="5"/>
                    <a:pt x="46" y="4"/>
                    <a:pt x="46" y="4"/>
                  </a:cubicBezTo>
                  <a:cubicBezTo>
                    <a:pt x="47" y="3"/>
                    <a:pt x="46" y="3"/>
                    <a:pt x="47" y="3"/>
                  </a:cubicBezTo>
                  <a:cubicBezTo>
                    <a:pt x="47" y="3"/>
                    <a:pt x="47" y="3"/>
                    <a:pt x="47" y="3"/>
                  </a:cubicBezTo>
                  <a:cubicBezTo>
                    <a:pt x="47" y="2"/>
                    <a:pt x="44" y="2"/>
                    <a:pt x="44" y="2"/>
                  </a:cubicBezTo>
                  <a:cubicBezTo>
                    <a:pt x="43" y="2"/>
                    <a:pt x="43" y="2"/>
                    <a:pt x="42" y="2"/>
                  </a:cubicBezTo>
                  <a:cubicBezTo>
                    <a:pt x="41" y="3"/>
                    <a:pt x="41" y="2"/>
                    <a:pt x="41" y="1"/>
                  </a:cubicBezTo>
                  <a:cubicBezTo>
                    <a:pt x="40" y="1"/>
                    <a:pt x="38" y="1"/>
                    <a:pt x="38" y="1"/>
                  </a:cubicBezTo>
                  <a:cubicBezTo>
                    <a:pt x="38" y="2"/>
                    <a:pt x="36" y="0"/>
                    <a:pt x="35" y="1"/>
                  </a:cubicBezTo>
                  <a:cubicBezTo>
                    <a:pt x="35" y="1"/>
                    <a:pt x="35" y="1"/>
                    <a:pt x="34" y="1"/>
                  </a:cubicBezTo>
                  <a:cubicBezTo>
                    <a:pt x="34" y="1"/>
                    <a:pt x="34" y="1"/>
                    <a:pt x="34" y="1"/>
                  </a:cubicBezTo>
                  <a:cubicBezTo>
                    <a:pt x="33" y="2"/>
                    <a:pt x="34" y="2"/>
                    <a:pt x="33" y="2"/>
                  </a:cubicBezTo>
                  <a:cubicBezTo>
                    <a:pt x="32" y="3"/>
                    <a:pt x="32" y="3"/>
                    <a:pt x="32" y="3"/>
                  </a:cubicBezTo>
                  <a:cubicBezTo>
                    <a:pt x="32" y="4"/>
                    <a:pt x="32" y="4"/>
                    <a:pt x="32" y="4"/>
                  </a:cubicBezTo>
                  <a:cubicBezTo>
                    <a:pt x="31" y="4"/>
                    <a:pt x="30" y="4"/>
                    <a:pt x="30" y="4"/>
                  </a:cubicBezTo>
                  <a:cubicBezTo>
                    <a:pt x="30" y="4"/>
                    <a:pt x="29" y="4"/>
                    <a:pt x="29" y="4"/>
                  </a:cubicBezTo>
                  <a:cubicBezTo>
                    <a:pt x="28" y="4"/>
                    <a:pt x="28" y="4"/>
                    <a:pt x="27" y="4"/>
                  </a:cubicBezTo>
                  <a:cubicBezTo>
                    <a:pt x="27" y="4"/>
                    <a:pt x="27" y="5"/>
                    <a:pt x="26" y="5"/>
                  </a:cubicBezTo>
                  <a:cubicBezTo>
                    <a:pt x="25" y="6"/>
                    <a:pt x="24" y="4"/>
                    <a:pt x="24" y="6"/>
                  </a:cubicBezTo>
                  <a:cubicBezTo>
                    <a:pt x="25" y="6"/>
                    <a:pt x="24" y="7"/>
                    <a:pt x="24" y="7"/>
                  </a:cubicBezTo>
                  <a:cubicBezTo>
                    <a:pt x="24" y="7"/>
                    <a:pt x="24" y="8"/>
                    <a:pt x="24" y="8"/>
                  </a:cubicBezTo>
                  <a:cubicBezTo>
                    <a:pt x="24" y="8"/>
                    <a:pt x="24" y="8"/>
                    <a:pt x="24" y="8"/>
                  </a:cubicBezTo>
                  <a:cubicBezTo>
                    <a:pt x="23" y="10"/>
                    <a:pt x="25" y="9"/>
                    <a:pt x="26" y="9"/>
                  </a:cubicBezTo>
                  <a:cubicBezTo>
                    <a:pt x="27" y="9"/>
                    <a:pt x="25" y="10"/>
                    <a:pt x="25" y="10"/>
                  </a:cubicBezTo>
                  <a:cubicBezTo>
                    <a:pt x="25" y="11"/>
                    <a:pt x="25" y="11"/>
                    <a:pt x="24" y="11"/>
                  </a:cubicBezTo>
                  <a:cubicBezTo>
                    <a:pt x="24" y="11"/>
                    <a:pt x="23" y="11"/>
                    <a:pt x="23" y="11"/>
                  </a:cubicBezTo>
                  <a:cubicBezTo>
                    <a:pt x="22" y="10"/>
                    <a:pt x="22" y="12"/>
                    <a:pt x="21" y="13"/>
                  </a:cubicBezTo>
                  <a:cubicBezTo>
                    <a:pt x="21" y="13"/>
                    <a:pt x="20" y="13"/>
                    <a:pt x="20" y="13"/>
                  </a:cubicBezTo>
                  <a:cubicBezTo>
                    <a:pt x="19" y="13"/>
                    <a:pt x="19" y="13"/>
                    <a:pt x="19" y="13"/>
                  </a:cubicBezTo>
                  <a:cubicBezTo>
                    <a:pt x="19" y="14"/>
                    <a:pt x="19" y="14"/>
                    <a:pt x="19" y="14"/>
                  </a:cubicBezTo>
                  <a:cubicBezTo>
                    <a:pt x="18" y="15"/>
                    <a:pt x="18" y="15"/>
                    <a:pt x="18" y="16"/>
                  </a:cubicBezTo>
                  <a:cubicBezTo>
                    <a:pt x="18" y="16"/>
                    <a:pt x="19" y="17"/>
                    <a:pt x="18" y="17"/>
                  </a:cubicBezTo>
                  <a:cubicBezTo>
                    <a:pt x="18" y="17"/>
                    <a:pt x="18" y="17"/>
                    <a:pt x="18" y="18"/>
                  </a:cubicBezTo>
                  <a:cubicBezTo>
                    <a:pt x="18" y="19"/>
                    <a:pt x="17" y="19"/>
                    <a:pt x="17" y="19"/>
                  </a:cubicBezTo>
                  <a:cubicBezTo>
                    <a:pt x="17" y="20"/>
                    <a:pt x="18" y="19"/>
                    <a:pt x="18" y="19"/>
                  </a:cubicBezTo>
                  <a:cubicBezTo>
                    <a:pt x="19" y="19"/>
                    <a:pt x="19" y="20"/>
                    <a:pt x="19" y="21"/>
                  </a:cubicBezTo>
                  <a:cubicBezTo>
                    <a:pt x="19" y="22"/>
                    <a:pt x="17" y="21"/>
                    <a:pt x="17" y="21"/>
                  </a:cubicBezTo>
                  <a:cubicBezTo>
                    <a:pt x="17" y="21"/>
                    <a:pt x="17" y="20"/>
                    <a:pt x="17" y="20"/>
                  </a:cubicBezTo>
                  <a:cubicBezTo>
                    <a:pt x="17" y="20"/>
                    <a:pt x="17" y="20"/>
                    <a:pt x="18" y="20"/>
                  </a:cubicBezTo>
                  <a:cubicBezTo>
                    <a:pt x="17" y="20"/>
                    <a:pt x="17" y="20"/>
                    <a:pt x="17" y="20"/>
                  </a:cubicBezTo>
                  <a:cubicBezTo>
                    <a:pt x="16" y="20"/>
                    <a:pt x="16" y="20"/>
                    <a:pt x="16" y="20"/>
                  </a:cubicBezTo>
                  <a:cubicBezTo>
                    <a:pt x="16" y="20"/>
                    <a:pt x="15" y="20"/>
                    <a:pt x="15" y="20"/>
                  </a:cubicBezTo>
                  <a:cubicBezTo>
                    <a:pt x="15" y="20"/>
                    <a:pt x="14" y="21"/>
                    <a:pt x="14" y="21"/>
                  </a:cubicBezTo>
                  <a:cubicBezTo>
                    <a:pt x="13" y="22"/>
                    <a:pt x="13" y="21"/>
                    <a:pt x="12" y="21"/>
                  </a:cubicBezTo>
                  <a:cubicBezTo>
                    <a:pt x="11" y="22"/>
                    <a:pt x="12" y="23"/>
                    <a:pt x="11" y="23"/>
                  </a:cubicBezTo>
                  <a:cubicBezTo>
                    <a:pt x="11" y="23"/>
                    <a:pt x="10" y="23"/>
                    <a:pt x="10" y="23"/>
                  </a:cubicBezTo>
                  <a:cubicBezTo>
                    <a:pt x="9" y="23"/>
                    <a:pt x="9" y="23"/>
                    <a:pt x="9" y="24"/>
                  </a:cubicBezTo>
                  <a:cubicBezTo>
                    <a:pt x="8" y="24"/>
                    <a:pt x="7" y="24"/>
                    <a:pt x="7" y="24"/>
                  </a:cubicBezTo>
                  <a:cubicBezTo>
                    <a:pt x="7" y="23"/>
                    <a:pt x="7" y="23"/>
                    <a:pt x="6" y="23"/>
                  </a:cubicBezTo>
                  <a:cubicBezTo>
                    <a:pt x="6" y="23"/>
                    <a:pt x="5" y="24"/>
                    <a:pt x="5" y="23"/>
                  </a:cubicBezTo>
                  <a:cubicBezTo>
                    <a:pt x="4" y="23"/>
                    <a:pt x="4" y="23"/>
                    <a:pt x="4" y="23"/>
                  </a:cubicBezTo>
                  <a:cubicBezTo>
                    <a:pt x="3" y="24"/>
                    <a:pt x="2" y="24"/>
                    <a:pt x="2" y="24"/>
                  </a:cubicBezTo>
                  <a:cubicBezTo>
                    <a:pt x="2" y="24"/>
                    <a:pt x="1" y="23"/>
                    <a:pt x="1" y="23"/>
                  </a:cubicBezTo>
                  <a:cubicBezTo>
                    <a:pt x="1" y="24"/>
                    <a:pt x="1" y="25"/>
                    <a:pt x="2" y="25"/>
                  </a:cubicBezTo>
                  <a:cubicBezTo>
                    <a:pt x="2" y="26"/>
                    <a:pt x="2" y="27"/>
                    <a:pt x="2" y="27"/>
                  </a:cubicBezTo>
                  <a:cubicBezTo>
                    <a:pt x="3" y="28"/>
                    <a:pt x="3" y="28"/>
                    <a:pt x="3" y="29"/>
                  </a:cubicBezTo>
                  <a:cubicBezTo>
                    <a:pt x="4" y="30"/>
                    <a:pt x="4" y="30"/>
                    <a:pt x="4" y="31"/>
                  </a:cubicBezTo>
                  <a:cubicBezTo>
                    <a:pt x="5" y="31"/>
                    <a:pt x="5" y="32"/>
                    <a:pt x="5" y="32"/>
                  </a:cubicBezTo>
                  <a:cubicBezTo>
                    <a:pt x="5" y="33"/>
                    <a:pt x="5" y="33"/>
                    <a:pt x="5" y="34"/>
                  </a:cubicBezTo>
                  <a:cubicBezTo>
                    <a:pt x="5" y="34"/>
                    <a:pt x="6" y="36"/>
                    <a:pt x="5" y="36"/>
                  </a:cubicBezTo>
                  <a:cubicBezTo>
                    <a:pt x="5" y="37"/>
                    <a:pt x="4" y="37"/>
                    <a:pt x="4" y="37"/>
                  </a:cubicBezTo>
                  <a:cubicBezTo>
                    <a:pt x="3" y="37"/>
                    <a:pt x="2" y="38"/>
                    <a:pt x="2" y="38"/>
                  </a:cubicBezTo>
                  <a:cubicBezTo>
                    <a:pt x="1" y="39"/>
                    <a:pt x="0" y="40"/>
                    <a:pt x="0" y="41"/>
                  </a:cubicBezTo>
                  <a:cubicBezTo>
                    <a:pt x="0" y="41"/>
                    <a:pt x="0" y="41"/>
                    <a:pt x="0" y="41"/>
                  </a:cubicBezTo>
                  <a:cubicBezTo>
                    <a:pt x="0" y="42"/>
                    <a:pt x="1" y="41"/>
                    <a:pt x="1" y="42"/>
                  </a:cubicBezTo>
                  <a:cubicBezTo>
                    <a:pt x="1" y="42"/>
                    <a:pt x="1" y="42"/>
                    <a:pt x="2" y="42"/>
                  </a:cubicBezTo>
                  <a:cubicBezTo>
                    <a:pt x="2" y="42"/>
                    <a:pt x="2" y="42"/>
                    <a:pt x="2" y="42"/>
                  </a:cubicBezTo>
                  <a:cubicBezTo>
                    <a:pt x="3" y="42"/>
                    <a:pt x="2" y="42"/>
                    <a:pt x="3" y="42"/>
                  </a:cubicBezTo>
                  <a:cubicBezTo>
                    <a:pt x="3" y="42"/>
                    <a:pt x="3" y="43"/>
                    <a:pt x="3" y="43"/>
                  </a:cubicBezTo>
                  <a:cubicBezTo>
                    <a:pt x="4" y="43"/>
                    <a:pt x="4" y="43"/>
                    <a:pt x="4" y="44"/>
                  </a:cubicBezTo>
                  <a:cubicBezTo>
                    <a:pt x="4" y="44"/>
                    <a:pt x="4" y="44"/>
                    <a:pt x="4" y="45"/>
                  </a:cubicBezTo>
                  <a:cubicBezTo>
                    <a:pt x="4" y="45"/>
                    <a:pt x="4" y="46"/>
                    <a:pt x="4" y="46"/>
                  </a:cubicBezTo>
                  <a:cubicBezTo>
                    <a:pt x="4" y="46"/>
                    <a:pt x="3" y="46"/>
                    <a:pt x="3" y="46"/>
                  </a:cubicBezTo>
                  <a:cubicBezTo>
                    <a:pt x="3" y="47"/>
                    <a:pt x="3" y="47"/>
                    <a:pt x="3" y="47"/>
                  </a:cubicBezTo>
                  <a:cubicBezTo>
                    <a:pt x="3" y="48"/>
                    <a:pt x="3" y="49"/>
                    <a:pt x="4" y="49"/>
                  </a:cubicBezTo>
                  <a:cubicBezTo>
                    <a:pt x="4" y="49"/>
                    <a:pt x="4" y="48"/>
                    <a:pt x="4" y="48"/>
                  </a:cubicBezTo>
                  <a:cubicBezTo>
                    <a:pt x="5" y="47"/>
                    <a:pt x="6" y="48"/>
                    <a:pt x="7" y="48"/>
                  </a:cubicBezTo>
                  <a:cubicBezTo>
                    <a:pt x="8" y="48"/>
                    <a:pt x="8" y="47"/>
                    <a:pt x="9" y="47"/>
                  </a:cubicBezTo>
                  <a:cubicBezTo>
                    <a:pt x="9" y="46"/>
                    <a:pt x="9" y="46"/>
                    <a:pt x="10" y="45"/>
                  </a:cubicBezTo>
                  <a:cubicBezTo>
                    <a:pt x="10" y="45"/>
                    <a:pt x="11" y="45"/>
                    <a:pt x="12" y="45"/>
                  </a:cubicBezTo>
                  <a:cubicBezTo>
                    <a:pt x="13" y="45"/>
                    <a:pt x="14" y="45"/>
                    <a:pt x="14" y="45"/>
                  </a:cubicBezTo>
                  <a:cubicBezTo>
                    <a:pt x="15" y="44"/>
                    <a:pt x="16" y="44"/>
                    <a:pt x="17" y="44"/>
                  </a:cubicBezTo>
                  <a:cubicBezTo>
                    <a:pt x="18" y="44"/>
                    <a:pt x="19" y="45"/>
                    <a:pt x="19" y="45"/>
                  </a:cubicBezTo>
                  <a:cubicBezTo>
                    <a:pt x="21" y="44"/>
                    <a:pt x="22" y="44"/>
                    <a:pt x="23" y="45"/>
                  </a:cubicBezTo>
                  <a:cubicBezTo>
                    <a:pt x="24" y="45"/>
                    <a:pt x="24" y="45"/>
                    <a:pt x="25" y="45"/>
                  </a:cubicBezTo>
                  <a:cubicBezTo>
                    <a:pt x="25" y="45"/>
                    <a:pt x="26" y="45"/>
                    <a:pt x="27" y="45"/>
                  </a:cubicBezTo>
                  <a:cubicBezTo>
                    <a:pt x="27" y="45"/>
                    <a:pt x="27" y="46"/>
                    <a:pt x="28" y="46"/>
                  </a:cubicBezTo>
                  <a:cubicBezTo>
                    <a:pt x="29" y="46"/>
                    <a:pt x="30" y="46"/>
                    <a:pt x="31" y="46"/>
                  </a:cubicBezTo>
                  <a:cubicBezTo>
                    <a:pt x="31" y="46"/>
                    <a:pt x="32" y="46"/>
                    <a:pt x="33" y="46"/>
                  </a:cubicBezTo>
                  <a:cubicBezTo>
                    <a:pt x="33" y="46"/>
                    <a:pt x="34" y="46"/>
                    <a:pt x="34" y="47"/>
                  </a:cubicBezTo>
                  <a:cubicBezTo>
                    <a:pt x="34" y="47"/>
                    <a:pt x="34" y="47"/>
                    <a:pt x="34" y="47"/>
                  </a:cubicBezTo>
                  <a:cubicBezTo>
                    <a:pt x="35" y="48"/>
                    <a:pt x="35" y="48"/>
                    <a:pt x="36" y="48"/>
                  </a:cubicBezTo>
                  <a:cubicBezTo>
                    <a:pt x="36" y="48"/>
                    <a:pt x="36" y="48"/>
                    <a:pt x="37" y="48"/>
                  </a:cubicBezTo>
                  <a:cubicBezTo>
                    <a:pt x="38" y="48"/>
                    <a:pt x="38" y="48"/>
                    <a:pt x="38" y="49"/>
                  </a:cubicBezTo>
                  <a:cubicBezTo>
                    <a:pt x="38" y="49"/>
                    <a:pt x="38" y="49"/>
                    <a:pt x="38" y="49"/>
                  </a:cubicBezTo>
                  <a:cubicBezTo>
                    <a:pt x="39" y="49"/>
                    <a:pt x="39" y="48"/>
                    <a:pt x="39" y="48"/>
                  </a:cubicBezTo>
                  <a:cubicBezTo>
                    <a:pt x="39" y="47"/>
                    <a:pt x="40" y="48"/>
                    <a:pt x="41" y="48"/>
                  </a:cubicBezTo>
                  <a:cubicBezTo>
                    <a:pt x="42" y="48"/>
                    <a:pt x="42" y="47"/>
                    <a:pt x="43" y="48"/>
                  </a:cubicBezTo>
                  <a:cubicBezTo>
                    <a:pt x="43" y="48"/>
                    <a:pt x="43" y="49"/>
                    <a:pt x="44" y="48"/>
                  </a:cubicBezTo>
                  <a:cubicBezTo>
                    <a:pt x="44" y="48"/>
                    <a:pt x="45" y="48"/>
                    <a:pt x="45" y="48"/>
                  </a:cubicBezTo>
                  <a:cubicBezTo>
                    <a:pt x="46" y="49"/>
                    <a:pt x="46" y="49"/>
                    <a:pt x="46" y="49"/>
                  </a:cubicBezTo>
                  <a:cubicBezTo>
                    <a:pt x="46" y="49"/>
                    <a:pt x="47" y="50"/>
                    <a:pt x="47" y="50"/>
                  </a:cubicBezTo>
                  <a:cubicBezTo>
                    <a:pt x="47" y="49"/>
                    <a:pt x="47" y="49"/>
                    <a:pt x="47" y="49"/>
                  </a:cubicBezTo>
                  <a:cubicBezTo>
                    <a:pt x="48" y="48"/>
                    <a:pt x="48" y="48"/>
                    <a:pt x="49" y="48"/>
                  </a:cubicBezTo>
                  <a:cubicBezTo>
                    <a:pt x="49" y="48"/>
                    <a:pt x="49" y="47"/>
                    <a:pt x="50" y="48"/>
                  </a:cubicBezTo>
                  <a:cubicBezTo>
                    <a:pt x="50" y="48"/>
                    <a:pt x="50" y="48"/>
                    <a:pt x="51" y="48"/>
                  </a:cubicBezTo>
                  <a:cubicBezTo>
                    <a:pt x="51" y="49"/>
                    <a:pt x="51" y="50"/>
                    <a:pt x="52" y="50"/>
                  </a:cubicBezTo>
                  <a:cubicBezTo>
                    <a:pt x="52" y="50"/>
                    <a:pt x="53" y="50"/>
                    <a:pt x="53" y="50"/>
                  </a:cubicBezTo>
                  <a:cubicBezTo>
                    <a:pt x="53" y="50"/>
                    <a:pt x="53" y="50"/>
                    <a:pt x="53" y="49"/>
                  </a:cubicBezTo>
                  <a:cubicBezTo>
                    <a:pt x="54" y="49"/>
                    <a:pt x="54" y="50"/>
                    <a:pt x="54" y="49"/>
                  </a:cubicBezTo>
                  <a:cubicBezTo>
                    <a:pt x="54" y="49"/>
                    <a:pt x="54" y="49"/>
                    <a:pt x="54" y="49"/>
                  </a:cubicBezTo>
                  <a:cubicBezTo>
                    <a:pt x="55" y="49"/>
                    <a:pt x="55" y="49"/>
                    <a:pt x="55" y="49"/>
                  </a:cubicBezTo>
                  <a:cubicBezTo>
                    <a:pt x="55" y="50"/>
                    <a:pt x="57" y="49"/>
                    <a:pt x="58" y="49"/>
                  </a:cubicBezTo>
                  <a:cubicBezTo>
                    <a:pt x="58" y="49"/>
                    <a:pt x="59" y="49"/>
                    <a:pt x="59" y="49"/>
                  </a:cubicBezTo>
                  <a:cubicBezTo>
                    <a:pt x="59" y="49"/>
                    <a:pt x="60" y="50"/>
                    <a:pt x="60" y="50"/>
                  </a:cubicBezTo>
                  <a:cubicBezTo>
                    <a:pt x="60" y="50"/>
                    <a:pt x="60" y="51"/>
                    <a:pt x="61" y="51"/>
                  </a:cubicBezTo>
                  <a:cubicBezTo>
                    <a:pt x="61" y="51"/>
                    <a:pt x="62" y="51"/>
                    <a:pt x="62" y="52"/>
                  </a:cubicBezTo>
                  <a:cubicBezTo>
                    <a:pt x="62" y="51"/>
                    <a:pt x="63" y="50"/>
                    <a:pt x="62" y="50"/>
                  </a:cubicBezTo>
                  <a:cubicBezTo>
                    <a:pt x="62" y="50"/>
                    <a:pt x="62" y="49"/>
                    <a:pt x="62" y="49"/>
                  </a:cubicBezTo>
                  <a:cubicBezTo>
                    <a:pt x="62" y="49"/>
                    <a:pt x="62" y="49"/>
                    <a:pt x="62" y="49"/>
                  </a:cubicBezTo>
                  <a:cubicBezTo>
                    <a:pt x="62" y="49"/>
                    <a:pt x="62" y="48"/>
                    <a:pt x="62" y="48"/>
                  </a:cubicBezTo>
                  <a:cubicBezTo>
                    <a:pt x="61" y="48"/>
                    <a:pt x="62" y="46"/>
                    <a:pt x="62" y="46"/>
                  </a:cubicBezTo>
                  <a:cubicBezTo>
                    <a:pt x="62" y="46"/>
                    <a:pt x="63" y="45"/>
                    <a:pt x="63" y="45"/>
                  </a:cubicBezTo>
                  <a:cubicBezTo>
                    <a:pt x="63" y="45"/>
                    <a:pt x="63" y="44"/>
                    <a:pt x="63" y="44"/>
                  </a:cubicBezTo>
                  <a:cubicBezTo>
                    <a:pt x="63" y="44"/>
                    <a:pt x="64" y="44"/>
                    <a:pt x="64" y="44"/>
                  </a:cubicBezTo>
                  <a:cubicBezTo>
                    <a:pt x="64" y="44"/>
                    <a:pt x="64" y="44"/>
                    <a:pt x="64" y="44"/>
                  </a:cubicBezTo>
                  <a:cubicBezTo>
                    <a:pt x="64" y="44"/>
                    <a:pt x="64" y="44"/>
                    <a:pt x="64" y="44"/>
                  </a:cubicBezTo>
                  <a:cubicBezTo>
                    <a:pt x="65" y="43"/>
                    <a:pt x="64" y="43"/>
                    <a:pt x="64" y="43"/>
                  </a:cubicBezTo>
                  <a:cubicBezTo>
                    <a:pt x="64" y="43"/>
                    <a:pt x="65" y="43"/>
                    <a:pt x="65" y="43"/>
                  </a:cubicBezTo>
                  <a:cubicBezTo>
                    <a:pt x="66" y="43"/>
                    <a:pt x="66" y="43"/>
                    <a:pt x="66" y="43"/>
                  </a:cubicBezTo>
                  <a:cubicBezTo>
                    <a:pt x="67" y="43"/>
                    <a:pt x="67" y="43"/>
                    <a:pt x="67" y="43"/>
                  </a:cubicBezTo>
                  <a:cubicBezTo>
                    <a:pt x="68" y="42"/>
                    <a:pt x="70" y="43"/>
                    <a:pt x="71" y="43"/>
                  </a:cubicBezTo>
                  <a:cubicBezTo>
                    <a:pt x="71" y="42"/>
                    <a:pt x="70" y="42"/>
                    <a:pt x="70" y="41"/>
                  </a:cubicBezTo>
                  <a:cubicBezTo>
                    <a:pt x="70" y="41"/>
                    <a:pt x="70" y="41"/>
                    <a:pt x="70" y="41"/>
                  </a:cubicBezTo>
                  <a:cubicBezTo>
                    <a:pt x="69" y="40"/>
                    <a:pt x="70" y="40"/>
                    <a:pt x="70" y="40"/>
                  </a:cubicBezTo>
                  <a:cubicBezTo>
                    <a:pt x="69" y="39"/>
                    <a:pt x="69" y="39"/>
                    <a:pt x="69" y="38"/>
                  </a:cubicBezTo>
                  <a:cubicBezTo>
                    <a:pt x="69" y="38"/>
                    <a:pt x="69" y="38"/>
                    <a:pt x="69" y="38"/>
                  </a:cubicBezTo>
                  <a:cubicBezTo>
                    <a:pt x="69" y="37"/>
                    <a:pt x="68" y="37"/>
                    <a:pt x="68" y="36"/>
                  </a:cubicBezTo>
                  <a:cubicBezTo>
                    <a:pt x="69" y="36"/>
                    <a:pt x="69" y="36"/>
                    <a:pt x="68" y="35"/>
                  </a:cubicBezTo>
                  <a:cubicBezTo>
                    <a:pt x="68" y="35"/>
                    <a:pt x="68" y="35"/>
                    <a:pt x="67" y="34"/>
                  </a:cubicBezTo>
                  <a:cubicBezTo>
                    <a:pt x="67" y="34"/>
                    <a:pt x="67" y="34"/>
                    <a:pt x="66" y="33"/>
                  </a:cubicBezTo>
                  <a:cubicBezTo>
                    <a:pt x="66" y="33"/>
                    <a:pt x="66" y="33"/>
                    <a:pt x="66" y="33"/>
                  </a:cubicBezTo>
                  <a:cubicBezTo>
                    <a:pt x="66" y="33"/>
                    <a:pt x="66" y="33"/>
                    <a:pt x="66" y="32"/>
                  </a:cubicBezTo>
                  <a:cubicBezTo>
                    <a:pt x="67" y="31"/>
                    <a:pt x="66" y="31"/>
                    <a:pt x="68" y="31"/>
                  </a:cubicBezTo>
                  <a:cubicBezTo>
                    <a:pt x="69" y="31"/>
                    <a:pt x="69" y="31"/>
                    <a:pt x="70" y="32"/>
                  </a:cubicBezTo>
                  <a:cubicBezTo>
                    <a:pt x="70" y="32"/>
                    <a:pt x="72" y="32"/>
                    <a:pt x="73" y="32"/>
                  </a:cubicBezTo>
                  <a:cubicBezTo>
                    <a:pt x="73" y="32"/>
                    <a:pt x="73" y="32"/>
                    <a:pt x="74" y="32"/>
                  </a:cubicBezTo>
                  <a:cubicBezTo>
                    <a:pt x="74" y="32"/>
                    <a:pt x="74" y="32"/>
                    <a:pt x="74" y="31"/>
                  </a:cubicBezTo>
                  <a:cubicBezTo>
                    <a:pt x="75" y="31"/>
                    <a:pt x="75" y="31"/>
                    <a:pt x="75" y="31"/>
                  </a:cubicBezTo>
                  <a:cubicBezTo>
                    <a:pt x="75" y="31"/>
                    <a:pt x="75" y="30"/>
                    <a:pt x="75" y="30"/>
                  </a:cubicBezTo>
                  <a:cubicBezTo>
                    <a:pt x="75" y="30"/>
                    <a:pt x="77" y="30"/>
                    <a:pt x="77" y="30"/>
                  </a:cubicBezTo>
                  <a:cubicBezTo>
                    <a:pt x="77" y="30"/>
                    <a:pt x="77" y="28"/>
                    <a:pt x="77" y="2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46" name="Barbados">
              <a:extLst>
                <a:ext uri="{FF2B5EF4-FFF2-40B4-BE49-F238E27FC236}">
                  <a16:creationId xmlns:a16="http://schemas.microsoft.com/office/drawing/2014/main" id="{3A9CCC3B-1071-9B02-D9A0-2022E1DAF33C}"/>
                </a:ext>
              </a:extLst>
            </p:cNvPr>
            <p:cNvSpPr>
              <a:spLocks/>
            </p:cNvSpPr>
            <p:nvPr/>
          </p:nvSpPr>
          <p:spPr bwMode="auto">
            <a:xfrm>
              <a:off x="3660882" y="3526824"/>
              <a:ext cx="10781" cy="10781"/>
            </a:xfrm>
            <a:custGeom>
              <a:avLst/>
              <a:gdLst/>
              <a:ahLst/>
              <a:cxnLst>
                <a:cxn ang="0">
                  <a:pos x="2" y="1"/>
                </a:cxn>
                <a:cxn ang="0">
                  <a:pos x="2" y="1"/>
                </a:cxn>
                <a:cxn ang="0">
                  <a:pos x="1" y="0"/>
                </a:cxn>
                <a:cxn ang="0">
                  <a:pos x="1" y="0"/>
                </a:cxn>
                <a:cxn ang="0">
                  <a:pos x="1" y="2"/>
                </a:cxn>
                <a:cxn ang="0">
                  <a:pos x="2" y="2"/>
                </a:cxn>
                <a:cxn ang="0">
                  <a:pos x="2" y="1"/>
                </a:cxn>
              </a:cxnLst>
              <a:rect l="0" t="0" r="r" b="b"/>
              <a:pathLst>
                <a:path w="3" h="3">
                  <a:moveTo>
                    <a:pt x="2" y="1"/>
                  </a:moveTo>
                  <a:cubicBezTo>
                    <a:pt x="2" y="1"/>
                    <a:pt x="2" y="1"/>
                    <a:pt x="2" y="1"/>
                  </a:cubicBezTo>
                  <a:cubicBezTo>
                    <a:pt x="1" y="0"/>
                    <a:pt x="1" y="0"/>
                    <a:pt x="1" y="0"/>
                  </a:cubicBezTo>
                  <a:cubicBezTo>
                    <a:pt x="1" y="0"/>
                    <a:pt x="1" y="0"/>
                    <a:pt x="1" y="0"/>
                  </a:cubicBezTo>
                  <a:cubicBezTo>
                    <a:pt x="1" y="1"/>
                    <a:pt x="0" y="2"/>
                    <a:pt x="1" y="2"/>
                  </a:cubicBezTo>
                  <a:cubicBezTo>
                    <a:pt x="1" y="3"/>
                    <a:pt x="2" y="3"/>
                    <a:pt x="2" y="2"/>
                  </a:cubicBezTo>
                  <a:cubicBezTo>
                    <a:pt x="3" y="2"/>
                    <a:pt x="3" y="2"/>
                    <a:pt x="2"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47" name="Bangladesh">
              <a:extLst>
                <a:ext uri="{FF2B5EF4-FFF2-40B4-BE49-F238E27FC236}">
                  <a16:creationId xmlns:a16="http://schemas.microsoft.com/office/drawing/2014/main" id="{A54C1146-D9F9-8A5A-C73F-E4A5B15CD3DA}"/>
                </a:ext>
              </a:extLst>
            </p:cNvPr>
            <p:cNvSpPr>
              <a:spLocks noEditPoints="1"/>
            </p:cNvSpPr>
            <p:nvPr/>
          </p:nvSpPr>
          <p:spPr bwMode="auto">
            <a:xfrm>
              <a:off x="8646978" y="3009296"/>
              <a:ext cx="176429" cy="226419"/>
            </a:xfrm>
            <a:custGeom>
              <a:avLst/>
              <a:gdLst/>
              <a:ahLst/>
              <a:cxnLst>
                <a:cxn ang="0">
                  <a:pos x="33" y="46"/>
                </a:cxn>
                <a:cxn ang="0">
                  <a:pos x="29" y="44"/>
                </a:cxn>
                <a:cxn ang="0">
                  <a:pos x="31" y="50"/>
                </a:cxn>
                <a:cxn ang="0">
                  <a:pos x="34" y="46"/>
                </a:cxn>
                <a:cxn ang="0">
                  <a:pos x="46" y="57"/>
                </a:cxn>
                <a:cxn ang="0">
                  <a:pos x="45" y="60"/>
                </a:cxn>
                <a:cxn ang="0">
                  <a:pos x="42" y="53"/>
                </a:cxn>
                <a:cxn ang="0">
                  <a:pos x="40" y="47"/>
                </a:cxn>
                <a:cxn ang="0">
                  <a:pos x="40" y="47"/>
                </a:cxn>
                <a:cxn ang="0">
                  <a:pos x="35" y="41"/>
                </a:cxn>
                <a:cxn ang="0">
                  <a:pos x="30" y="40"/>
                </a:cxn>
                <a:cxn ang="0">
                  <a:pos x="27" y="34"/>
                </a:cxn>
                <a:cxn ang="0">
                  <a:pos x="26" y="33"/>
                </a:cxn>
                <a:cxn ang="0">
                  <a:pos x="28" y="37"/>
                </a:cxn>
                <a:cxn ang="0">
                  <a:pos x="27" y="41"/>
                </a:cxn>
                <a:cxn ang="0">
                  <a:pos x="28" y="44"/>
                </a:cxn>
                <a:cxn ang="0">
                  <a:pos x="27" y="47"/>
                </a:cxn>
                <a:cxn ang="0">
                  <a:pos x="25" y="51"/>
                </a:cxn>
                <a:cxn ang="0">
                  <a:pos x="25" y="49"/>
                </a:cxn>
                <a:cxn ang="0">
                  <a:pos x="23" y="51"/>
                </a:cxn>
                <a:cxn ang="0">
                  <a:pos x="22" y="46"/>
                </a:cxn>
                <a:cxn ang="0">
                  <a:pos x="20" y="51"/>
                </a:cxn>
                <a:cxn ang="0">
                  <a:pos x="19" y="52"/>
                </a:cxn>
                <a:cxn ang="0">
                  <a:pos x="19" y="49"/>
                </a:cxn>
                <a:cxn ang="0">
                  <a:pos x="19" y="49"/>
                </a:cxn>
                <a:cxn ang="0">
                  <a:pos x="18" y="51"/>
                </a:cxn>
                <a:cxn ang="0">
                  <a:pos x="16" y="53"/>
                </a:cxn>
                <a:cxn ang="0">
                  <a:pos x="14" y="47"/>
                </a:cxn>
                <a:cxn ang="0">
                  <a:pos x="12" y="37"/>
                </a:cxn>
                <a:cxn ang="0">
                  <a:pos x="9" y="34"/>
                </a:cxn>
                <a:cxn ang="0">
                  <a:pos x="9" y="28"/>
                </a:cxn>
                <a:cxn ang="0">
                  <a:pos x="3" y="23"/>
                </a:cxn>
                <a:cxn ang="0">
                  <a:pos x="3" y="19"/>
                </a:cxn>
                <a:cxn ang="0">
                  <a:pos x="8" y="15"/>
                </a:cxn>
                <a:cxn ang="0">
                  <a:pos x="6" y="12"/>
                </a:cxn>
                <a:cxn ang="0">
                  <a:pos x="0" y="6"/>
                </a:cxn>
                <a:cxn ang="0">
                  <a:pos x="3" y="2"/>
                </a:cxn>
                <a:cxn ang="0">
                  <a:pos x="4" y="2"/>
                </a:cxn>
                <a:cxn ang="0">
                  <a:pos x="7" y="4"/>
                </a:cxn>
                <a:cxn ang="0">
                  <a:pos x="10" y="5"/>
                </a:cxn>
                <a:cxn ang="0">
                  <a:pos x="14" y="6"/>
                </a:cxn>
                <a:cxn ang="0">
                  <a:pos x="15" y="5"/>
                </a:cxn>
                <a:cxn ang="0">
                  <a:pos x="16" y="9"/>
                </a:cxn>
                <a:cxn ang="0">
                  <a:pos x="23" y="16"/>
                </a:cxn>
                <a:cxn ang="0">
                  <a:pos x="30" y="15"/>
                </a:cxn>
                <a:cxn ang="0">
                  <a:pos x="42" y="18"/>
                </a:cxn>
                <a:cxn ang="0">
                  <a:pos x="40" y="23"/>
                </a:cxn>
                <a:cxn ang="0">
                  <a:pos x="39" y="26"/>
                </a:cxn>
                <a:cxn ang="0">
                  <a:pos x="35" y="27"/>
                </a:cxn>
                <a:cxn ang="0">
                  <a:pos x="33" y="34"/>
                </a:cxn>
                <a:cxn ang="0">
                  <a:pos x="36" y="37"/>
                </a:cxn>
                <a:cxn ang="0">
                  <a:pos x="39" y="39"/>
                </a:cxn>
                <a:cxn ang="0">
                  <a:pos x="41" y="32"/>
                </a:cxn>
                <a:cxn ang="0">
                  <a:pos x="45" y="39"/>
                </a:cxn>
                <a:cxn ang="0">
                  <a:pos x="47" y="46"/>
                </a:cxn>
                <a:cxn ang="0">
                  <a:pos x="49" y="57"/>
                </a:cxn>
                <a:cxn ang="0">
                  <a:pos x="41" y="52"/>
                </a:cxn>
                <a:cxn ang="0">
                  <a:pos x="42" y="54"/>
                </a:cxn>
                <a:cxn ang="0">
                  <a:pos x="42" y="54"/>
                </a:cxn>
                <a:cxn ang="0">
                  <a:pos x="36" y="44"/>
                </a:cxn>
                <a:cxn ang="0">
                  <a:pos x="32" y="44"/>
                </a:cxn>
              </a:cxnLst>
              <a:rect l="0" t="0" r="r" b="b"/>
              <a:pathLst>
                <a:path w="50" h="64">
                  <a:moveTo>
                    <a:pt x="33" y="45"/>
                  </a:moveTo>
                  <a:cubicBezTo>
                    <a:pt x="34" y="46"/>
                    <a:pt x="35" y="47"/>
                    <a:pt x="34" y="49"/>
                  </a:cubicBezTo>
                  <a:cubicBezTo>
                    <a:pt x="34" y="49"/>
                    <a:pt x="34" y="49"/>
                    <a:pt x="33" y="50"/>
                  </a:cubicBezTo>
                  <a:cubicBezTo>
                    <a:pt x="33" y="49"/>
                    <a:pt x="33" y="48"/>
                    <a:pt x="33" y="47"/>
                  </a:cubicBezTo>
                  <a:cubicBezTo>
                    <a:pt x="33" y="47"/>
                    <a:pt x="33" y="46"/>
                    <a:pt x="33" y="46"/>
                  </a:cubicBezTo>
                  <a:cubicBezTo>
                    <a:pt x="33" y="46"/>
                    <a:pt x="33" y="45"/>
                    <a:pt x="33" y="45"/>
                  </a:cubicBezTo>
                  <a:close/>
                  <a:moveTo>
                    <a:pt x="30" y="43"/>
                  </a:moveTo>
                  <a:cubicBezTo>
                    <a:pt x="29" y="43"/>
                    <a:pt x="29" y="42"/>
                    <a:pt x="29" y="42"/>
                  </a:cubicBezTo>
                  <a:cubicBezTo>
                    <a:pt x="28" y="42"/>
                    <a:pt x="28" y="43"/>
                    <a:pt x="28" y="43"/>
                  </a:cubicBezTo>
                  <a:cubicBezTo>
                    <a:pt x="28" y="44"/>
                    <a:pt x="28" y="44"/>
                    <a:pt x="29" y="44"/>
                  </a:cubicBezTo>
                  <a:cubicBezTo>
                    <a:pt x="30" y="46"/>
                    <a:pt x="29" y="47"/>
                    <a:pt x="29" y="49"/>
                  </a:cubicBezTo>
                  <a:cubicBezTo>
                    <a:pt x="29" y="49"/>
                    <a:pt x="29" y="50"/>
                    <a:pt x="29" y="50"/>
                  </a:cubicBezTo>
                  <a:cubicBezTo>
                    <a:pt x="30" y="50"/>
                    <a:pt x="30" y="50"/>
                    <a:pt x="30" y="49"/>
                  </a:cubicBezTo>
                  <a:cubicBezTo>
                    <a:pt x="30" y="49"/>
                    <a:pt x="29" y="51"/>
                    <a:pt x="30" y="51"/>
                  </a:cubicBezTo>
                  <a:cubicBezTo>
                    <a:pt x="30" y="51"/>
                    <a:pt x="31" y="50"/>
                    <a:pt x="31" y="50"/>
                  </a:cubicBezTo>
                  <a:cubicBezTo>
                    <a:pt x="31" y="49"/>
                    <a:pt x="31" y="48"/>
                    <a:pt x="31" y="47"/>
                  </a:cubicBezTo>
                  <a:cubicBezTo>
                    <a:pt x="32" y="47"/>
                    <a:pt x="31" y="46"/>
                    <a:pt x="31" y="45"/>
                  </a:cubicBezTo>
                  <a:cubicBezTo>
                    <a:pt x="31" y="45"/>
                    <a:pt x="30" y="44"/>
                    <a:pt x="30" y="43"/>
                  </a:cubicBezTo>
                  <a:close/>
                  <a:moveTo>
                    <a:pt x="34" y="46"/>
                  </a:moveTo>
                  <a:cubicBezTo>
                    <a:pt x="35" y="46"/>
                    <a:pt x="34" y="45"/>
                    <a:pt x="34" y="46"/>
                  </a:cubicBezTo>
                  <a:close/>
                  <a:moveTo>
                    <a:pt x="50" y="59"/>
                  </a:moveTo>
                  <a:cubicBezTo>
                    <a:pt x="49" y="59"/>
                    <a:pt x="49" y="58"/>
                    <a:pt x="49" y="58"/>
                  </a:cubicBezTo>
                  <a:cubicBezTo>
                    <a:pt x="49" y="57"/>
                    <a:pt x="49" y="57"/>
                    <a:pt x="48" y="58"/>
                  </a:cubicBezTo>
                  <a:cubicBezTo>
                    <a:pt x="47" y="58"/>
                    <a:pt x="47" y="56"/>
                    <a:pt x="47" y="56"/>
                  </a:cubicBezTo>
                  <a:cubicBezTo>
                    <a:pt x="46" y="57"/>
                    <a:pt x="46" y="57"/>
                    <a:pt x="46" y="57"/>
                  </a:cubicBezTo>
                  <a:cubicBezTo>
                    <a:pt x="46" y="58"/>
                    <a:pt x="46" y="58"/>
                    <a:pt x="46" y="59"/>
                  </a:cubicBezTo>
                  <a:cubicBezTo>
                    <a:pt x="46" y="59"/>
                    <a:pt x="46" y="60"/>
                    <a:pt x="46" y="61"/>
                  </a:cubicBezTo>
                  <a:cubicBezTo>
                    <a:pt x="46" y="61"/>
                    <a:pt x="46" y="62"/>
                    <a:pt x="47" y="63"/>
                  </a:cubicBezTo>
                  <a:cubicBezTo>
                    <a:pt x="47" y="63"/>
                    <a:pt x="48" y="64"/>
                    <a:pt x="47" y="64"/>
                  </a:cubicBezTo>
                  <a:cubicBezTo>
                    <a:pt x="47" y="64"/>
                    <a:pt x="45" y="61"/>
                    <a:pt x="45" y="60"/>
                  </a:cubicBezTo>
                  <a:cubicBezTo>
                    <a:pt x="44" y="59"/>
                    <a:pt x="44" y="58"/>
                    <a:pt x="43" y="57"/>
                  </a:cubicBezTo>
                  <a:cubicBezTo>
                    <a:pt x="43" y="57"/>
                    <a:pt x="43" y="56"/>
                    <a:pt x="43" y="56"/>
                  </a:cubicBezTo>
                  <a:cubicBezTo>
                    <a:pt x="43" y="55"/>
                    <a:pt x="43" y="54"/>
                    <a:pt x="43" y="54"/>
                  </a:cubicBezTo>
                  <a:cubicBezTo>
                    <a:pt x="43" y="54"/>
                    <a:pt x="43" y="54"/>
                    <a:pt x="43" y="54"/>
                  </a:cubicBezTo>
                  <a:cubicBezTo>
                    <a:pt x="43" y="54"/>
                    <a:pt x="43" y="53"/>
                    <a:pt x="42" y="53"/>
                  </a:cubicBezTo>
                  <a:cubicBezTo>
                    <a:pt x="42" y="53"/>
                    <a:pt x="42" y="53"/>
                    <a:pt x="42" y="52"/>
                  </a:cubicBezTo>
                  <a:cubicBezTo>
                    <a:pt x="42" y="52"/>
                    <a:pt x="41" y="49"/>
                    <a:pt x="41" y="49"/>
                  </a:cubicBezTo>
                  <a:cubicBezTo>
                    <a:pt x="41" y="49"/>
                    <a:pt x="41" y="49"/>
                    <a:pt x="41" y="49"/>
                  </a:cubicBezTo>
                  <a:cubicBezTo>
                    <a:pt x="40" y="49"/>
                    <a:pt x="41" y="48"/>
                    <a:pt x="41" y="48"/>
                  </a:cubicBezTo>
                  <a:cubicBezTo>
                    <a:pt x="41" y="47"/>
                    <a:pt x="40" y="47"/>
                    <a:pt x="40" y="47"/>
                  </a:cubicBezTo>
                  <a:cubicBezTo>
                    <a:pt x="41" y="47"/>
                    <a:pt x="41" y="46"/>
                    <a:pt x="41" y="46"/>
                  </a:cubicBezTo>
                  <a:cubicBezTo>
                    <a:pt x="41" y="46"/>
                    <a:pt x="41" y="47"/>
                    <a:pt x="41" y="47"/>
                  </a:cubicBezTo>
                  <a:cubicBezTo>
                    <a:pt x="40" y="47"/>
                    <a:pt x="40" y="47"/>
                    <a:pt x="40" y="48"/>
                  </a:cubicBezTo>
                  <a:cubicBezTo>
                    <a:pt x="41" y="48"/>
                    <a:pt x="40" y="48"/>
                    <a:pt x="40" y="48"/>
                  </a:cubicBezTo>
                  <a:cubicBezTo>
                    <a:pt x="40" y="48"/>
                    <a:pt x="40" y="47"/>
                    <a:pt x="40" y="47"/>
                  </a:cubicBezTo>
                  <a:cubicBezTo>
                    <a:pt x="40" y="46"/>
                    <a:pt x="39" y="45"/>
                    <a:pt x="38" y="44"/>
                  </a:cubicBezTo>
                  <a:cubicBezTo>
                    <a:pt x="38" y="43"/>
                    <a:pt x="37" y="43"/>
                    <a:pt x="37" y="43"/>
                  </a:cubicBezTo>
                  <a:cubicBezTo>
                    <a:pt x="36" y="42"/>
                    <a:pt x="36" y="41"/>
                    <a:pt x="36" y="41"/>
                  </a:cubicBezTo>
                  <a:cubicBezTo>
                    <a:pt x="36" y="41"/>
                    <a:pt x="36" y="42"/>
                    <a:pt x="36" y="42"/>
                  </a:cubicBezTo>
                  <a:cubicBezTo>
                    <a:pt x="35" y="42"/>
                    <a:pt x="35" y="41"/>
                    <a:pt x="35" y="41"/>
                  </a:cubicBezTo>
                  <a:cubicBezTo>
                    <a:pt x="35" y="41"/>
                    <a:pt x="35" y="42"/>
                    <a:pt x="35" y="42"/>
                  </a:cubicBezTo>
                  <a:cubicBezTo>
                    <a:pt x="35" y="42"/>
                    <a:pt x="34" y="42"/>
                    <a:pt x="34" y="42"/>
                  </a:cubicBezTo>
                  <a:cubicBezTo>
                    <a:pt x="33" y="41"/>
                    <a:pt x="33" y="42"/>
                    <a:pt x="33" y="42"/>
                  </a:cubicBezTo>
                  <a:cubicBezTo>
                    <a:pt x="32" y="42"/>
                    <a:pt x="32" y="41"/>
                    <a:pt x="31" y="41"/>
                  </a:cubicBezTo>
                  <a:cubicBezTo>
                    <a:pt x="30" y="41"/>
                    <a:pt x="30" y="41"/>
                    <a:pt x="30" y="40"/>
                  </a:cubicBezTo>
                  <a:cubicBezTo>
                    <a:pt x="30" y="41"/>
                    <a:pt x="30" y="41"/>
                    <a:pt x="29" y="41"/>
                  </a:cubicBezTo>
                  <a:cubicBezTo>
                    <a:pt x="29" y="40"/>
                    <a:pt x="29" y="40"/>
                    <a:pt x="29" y="40"/>
                  </a:cubicBezTo>
                  <a:cubicBezTo>
                    <a:pt x="28" y="39"/>
                    <a:pt x="28" y="39"/>
                    <a:pt x="28" y="38"/>
                  </a:cubicBezTo>
                  <a:cubicBezTo>
                    <a:pt x="28" y="37"/>
                    <a:pt x="28" y="37"/>
                    <a:pt x="28" y="36"/>
                  </a:cubicBezTo>
                  <a:cubicBezTo>
                    <a:pt x="27" y="36"/>
                    <a:pt x="27" y="35"/>
                    <a:pt x="27" y="34"/>
                  </a:cubicBezTo>
                  <a:cubicBezTo>
                    <a:pt x="27" y="34"/>
                    <a:pt x="28" y="34"/>
                    <a:pt x="28" y="34"/>
                  </a:cubicBezTo>
                  <a:cubicBezTo>
                    <a:pt x="28" y="34"/>
                    <a:pt x="28" y="33"/>
                    <a:pt x="28" y="33"/>
                  </a:cubicBezTo>
                  <a:cubicBezTo>
                    <a:pt x="28" y="34"/>
                    <a:pt x="28" y="34"/>
                    <a:pt x="28" y="34"/>
                  </a:cubicBezTo>
                  <a:cubicBezTo>
                    <a:pt x="27" y="34"/>
                    <a:pt x="27" y="33"/>
                    <a:pt x="27" y="33"/>
                  </a:cubicBezTo>
                  <a:cubicBezTo>
                    <a:pt x="27" y="33"/>
                    <a:pt x="27" y="34"/>
                    <a:pt x="26" y="33"/>
                  </a:cubicBezTo>
                  <a:cubicBezTo>
                    <a:pt x="26" y="34"/>
                    <a:pt x="27" y="33"/>
                    <a:pt x="27" y="34"/>
                  </a:cubicBezTo>
                  <a:cubicBezTo>
                    <a:pt x="27" y="34"/>
                    <a:pt x="27" y="35"/>
                    <a:pt x="27" y="35"/>
                  </a:cubicBezTo>
                  <a:cubicBezTo>
                    <a:pt x="26" y="36"/>
                    <a:pt x="25" y="35"/>
                    <a:pt x="24" y="34"/>
                  </a:cubicBezTo>
                  <a:cubicBezTo>
                    <a:pt x="24" y="35"/>
                    <a:pt x="26" y="36"/>
                    <a:pt x="26" y="36"/>
                  </a:cubicBezTo>
                  <a:cubicBezTo>
                    <a:pt x="27" y="36"/>
                    <a:pt x="28" y="36"/>
                    <a:pt x="28" y="37"/>
                  </a:cubicBezTo>
                  <a:cubicBezTo>
                    <a:pt x="27" y="36"/>
                    <a:pt x="28" y="39"/>
                    <a:pt x="27" y="39"/>
                  </a:cubicBezTo>
                  <a:cubicBezTo>
                    <a:pt x="27" y="38"/>
                    <a:pt x="27" y="38"/>
                    <a:pt x="27" y="39"/>
                  </a:cubicBezTo>
                  <a:cubicBezTo>
                    <a:pt x="27" y="39"/>
                    <a:pt x="26" y="39"/>
                    <a:pt x="26" y="39"/>
                  </a:cubicBezTo>
                  <a:cubicBezTo>
                    <a:pt x="26" y="39"/>
                    <a:pt x="27" y="40"/>
                    <a:pt x="27" y="40"/>
                  </a:cubicBezTo>
                  <a:cubicBezTo>
                    <a:pt x="28" y="41"/>
                    <a:pt x="27" y="41"/>
                    <a:pt x="27" y="41"/>
                  </a:cubicBezTo>
                  <a:cubicBezTo>
                    <a:pt x="27" y="42"/>
                    <a:pt x="27" y="42"/>
                    <a:pt x="26" y="42"/>
                  </a:cubicBezTo>
                  <a:cubicBezTo>
                    <a:pt x="27" y="42"/>
                    <a:pt x="27" y="42"/>
                    <a:pt x="27" y="43"/>
                  </a:cubicBezTo>
                  <a:cubicBezTo>
                    <a:pt x="27" y="43"/>
                    <a:pt x="28" y="44"/>
                    <a:pt x="27" y="44"/>
                  </a:cubicBezTo>
                  <a:cubicBezTo>
                    <a:pt x="27" y="44"/>
                    <a:pt x="27" y="44"/>
                    <a:pt x="27" y="44"/>
                  </a:cubicBezTo>
                  <a:cubicBezTo>
                    <a:pt x="27" y="44"/>
                    <a:pt x="27" y="44"/>
                    <a:pt x="28" y="44"/>
                  </a:cubicBezTo>
                  <a:cubicBezTo>
                    <a:pt x="28" y="44"/>
                    <a:pt x="29" y="45"/>
                    <a:pt x="29" y="45"/>
                  </a:cubicBezTo>
                  <a:cubicBezTo>
                    <a:pt x="29" y="46"/>
                    <a:pt x="29" y="47"/>
                    <a:pt x="29" y="48"/>
                  </a:cubicBezTo>
                  <a:cubicBezTo>
                    <a:pt x="28" y="48"/>
                    <a:pt x="28" y="50"/>
                    <a:pt x="27" y="50"/>
                  </a:cubicBezTo>
                  <a:cubicBezTo>
                    <a:pt x="27" y="49"/>
                    <a:pt x="27" y="49"/>
                    <a:pt x="27" y="49"/>
                  </a:cubicBezTo>
                  <a:cubicBezTo>
                    <a:pt x="27" y="48"/>
                    <a:pt x="27" y="48"/>
                    <a:pt x="27" y="47"/>
                  </a:cubicBezTo>
                  <a:cubicBezTo>
                    <a:pt x="27" y="48"/>
                    <a:pt x="27" y="48"/>
                    <a:pt x="27" y="48"/>
                  </a:cubicBezTo>
                  <a:cubicBezTo>
                    <a:pt x="27" y="49"/>
                    <a:pt x="27" y="49"/>
                    <a:pt x="27" y="50"/>
                  </a:cubicBezTo>
                  <a:cubicBezTo>
                    <a:pt x="27" y="50"/>
                    <a:pt x="27" y="51"/>
                    <a:pt x="26" y="52"/>
                  </a:cubicBezTo>
                  <a:cubicBezTo>
                    <a:pt x="26" y="52"/>
                    <a:pt x="26" y="53"/>
                    <a:pt x="25" y="53"/>
                  </a:cubicBezTo>
                  <a:cubicBezTo>
                    <a:pt x="25" y="52"/>
                    <a:pt x="25" y="52"/>
                    <a:pt x="25" y="51"/>
                  </a:cubicBezTo>
                  <a:cubicBezTo>
                    <a:pt x="25" y="51"/>
                    <a:pt x="25" y="52"/>
                    <a:pt x="24" y="52"/>
                  </a:cubicBezTo>
                  <a:cubicBezTo>
                    <a:pt x="24" y="52"/>
                    <a:pt x="24" y="51"/>
                    <a:pt x="24" y="51"/>
                  </a:cubicBezTo>
                  <a:cubicBezTo>
                    <a:pt x="24" y="51"/>
                    <a:pt x="24" y="50"/>
                    <a:pt x="25" y="50"/>
                  </a:cubicBezTo>
                  <a:cubicBezTo>
                    <a:pt x="25" y="49"/>
                    <a:pt x="26" y="49"/>
                    <a:pt x="26" y="48"/>
                  </a:cubicBezTo>
                  <a:cubicBezTo>
                    <a:pt x="25" y="49"/>
                    <a:pt x="26" y="49"/>
                    <a:pt x="25" y="49"/>
                  </a:cubicBezTo>
                  <a:cubicBezTo>
                    <a:pt x="25" y="49"/>
                    <a:pt x="25" y="50"/>
                    <a:pt x="24" y="50"/>
                  </a:cubicBezTo>
                  <a:cubicBezTo>
                    <a:pt x="24" y="51"/>
                    <a:pt x="24" y="51"/>
                    <a:pt x="24" y="50"/>
                  </a:cubicBezTo>
                  <a:cubicBezTo>
                    <a:pt x="24" y="50"/>
                    <a:pt x="24" y="49"/>
                    <a:pt x="24" y="49"/>
                  </a:cubicBezTo>
                  <a:cubicBezTo>
                    <a:pt x="24" y="49"/>
                    <a:pt x="23" y="50"/>
                    <a:pt x="23" y="50"/>
                  </a:cubicBezTo>
                  <a:cubicBezTo>
                    <a:pt x="23" y="50"/>
                    <a:pt x="24" y="51"/>
                    <a:pt x="23" y="51"/>
                  </a:cubicBezTo>
                  <a:cubicBezTo>
                    <a:pt x="23" y="51"/>
                    <a:pt x="23" y="50"/>
                    <a:pt x="23" y="50"/>
                  </a:cubicBezTo>
                  <a:cubicBezTo>
                    <a:pt x="23" y="50"/>
                    <a:pt x="23" y="50"/>
                    <a:pt x="23" y="49"/>
                  </a:cubicBezTo>
                  <a:cubicBezTo>
                    <a:pt x="23" y="49"/>
                    <a:pt x="22" y="48"/>
                    <a:pt x="22" y="48"/>
                  </a:cubicBezTo>
                  <a:cubicBezTo>
                    <a:pt x="22" y="47"/>
                    <a:pt x="23" y="46"/>
                    <a:pt x="23" y="45"/>
                  </a:cubicBezTo>
                  <a:cubicBezTo>
                    <a:pt x="23" y="45"/>
                    <a:pt x="22" y="46"/>
                    <a:pt x="22" y="46"/>
                  </a:cubicBezTo>
                  <a:cubicBezTo>
                    <a:pt x="22" y="47"/>
                    <a:pt x="22" y="48"/>
                    <a:pt x="22" y="49"/>
                  </a:cubicBezTo>
                  <a:cubicBezTo>
                    <a:pt x="22" y="49"/>
                    <a:pt x="22" y="50"/>
                    <a:pt x="22" y="50"/>
                  </a:cubicBezTo>
                  <a:cubicBezTo>
                    <a:pt x="22" y="50"/>
                    <a:pt x="22" y="51"/>
                    <a:pt x="23" y="51"/>
                  </a:cubicBezTo>
                  <a:cubicBezTo>
                    <a:pt x="23" y="52"/>
                    <a:pt x="22" y="53"/>
                    <a:pt x="22" y="52"/>
                  </a:cubicBezTo>
                  <a:cubicBezTo>
                    <a:pt x="21" y="53"/>
                    <a:pt x="20" y="51"/>
                    <a:pt x="20" y="51"/>
                  </a:cubicBezTo>
                  <a:cubicBezTo>
                    <a:pt x="19" y="52"/>
                    <a:pt x="22" y="53"/>
                    <a:pt x="21" y="53"/>
                  </a:cubicBezTo>
                  <a:cubicBezTo>
                    <a:pt x="21" y="53"/>
                    <a:pt x="20" y="53"/>
                    <a:pt x="20" y="53"/>
                  </a:cubicBezTo>
                  <a:cubicBezTo>
                    <a:pt x="20" y="53"/>
                    <a:pt x="20" y="53"/>
                    <a:pt x="20" y="53"/>
                  </a:cubicBezTo>
                  <a:cubicBezTo>
                    <a:pt x="20" y="54"/>
                    <a:pt x="20" y="54"/>
                    <a:pt x="20" y="54"/>
                  </a:cubicBezTo>
                  <a:cubicBezTo>
                    <a:pt x="19" y="53"/>
                    <a:pt x="19" y="53"/>
                    <a:pt x="19" y="52"/>
                  </a:cubicBezTo>
                  <a:cubicBezTo>
                    <a:pt x="19" y="52"/>
                    <a:pt x="20" y="52"/>
                    <a:pt x="20" y="51"/>
                  </a:cubicBezTo>
                  <a:cubicBezTo>
                    <a:pt x="20" y="51"/>
                    <a:pt x="19" y="51"/>
                    <a:pt x="19" y="51"/>
                  </a:cubicBezTo>
                  <a:cubicBezTo>
                    <a:pt x="20" y="50"/>
                    <a:pt x="20" y="49"/>
                    <a:pt x="19" y="49"/>
                  </a:cubicBezTo>
                  <a:cubicBezTo>
                    <a:pt x="19" y="48"/>
                    <a:pt x="20" y="47"/>
                    <a:pt x="20" y="47"/>
                  </a:cubicBezTo>
                  <a:cubicBezTo>
                    <a:pt x="19" y="47"/>
                    <a:pt x="19" y="48"/>
                    <a:pt x="19" y="49"/>
                  </a:cubicBezTo>
                  <a:cubicBezTo>
                    <a:pt x="19" y="49"/>
                    <a:pt x="20" y="51"/>
                    <a:pt x="19" y="51"/>
                  </a:cubicBezTo>
                  <a:cubicBezTo>
                    <a:pt x="19" y="51"/>
                    <a:pt x="19" y="50"/>
                    <a:pt x="19" y="49"/>
                  </a:cubicBezTo>
                  <a:cubicBezTo>
                    <a:pt x="19" y="49"/>
                    <a:pt x="19" y="49"/>
                    <a:pt x="19" y="48"/>
                  </a:cubicBezTo>
                  <a:cubicBezTo>
                    <a:pt x="19" y="48"/>
                    <a:pt x="19" y="48"/>
                    <a:pt x="18" y="47"/>
                  </a:cubicBezTo>
                  <a:cubicBezTo>
                    <a:pt x="18" y="48"/>
                    <a:pt x="18" y="49"/>
                    <a:pt x="19" y="49"/>
                  </a:cubicBezTo>
                  <a:cubicBezTo>
                    <a:pt x="19" y="49"/>
                    <a:pt x="19" y="49"/>
                    <a:pt x="19" y="50"/>
                  </a:cubicBezTo>
                  <a:cubicBezTo>
                    <a:pt x="19" y="50"/>
                    <a:pt x="19" y="50"/>
                    <a:pt x="19" y="51"/>
                  </a:cubicBezTo>
                  <a:cubicBezTo>
                    <a:pt x="19" y="52"/>
                    <a:pt x="19" y="52"/>
                    <a:pt x="19" y="53"/>
                  </a:cubicBezTo>
                  <a:cubicBezTo>
                    <a:pt x="19" y="53"/>
                    <a:pt x="18" y="54"/>
                    <a:pt x="18" y="53"/>
                  </a:cubicBezTo>
                  <a:cubicBezTo>
                    <a:pt x="17" y="53"/>
                    <a:pt x="18" y="52"/>
                    <a:pt x="18" y="51"/>
                  </a:cubicBezTo>
                  <a:cubicBezTo>
                    <a:pt x="17" y="51"/>
                    <a:pt x="18" y="51"/>
                    <a:pt x="18" y="52"/>
                  </a:cubicBezTo>
                  <a:cubicBezTo>
                    <a:pt x="18" y="52"/>
                    <a:pt x="17" y="52"/>
                    <a:pt x="17" y="52"/>
                  </a:cubicBezTo>
                  <a:cubicBezTo>
                    <a:pt x="17" y="53"/>
                    <a:pt x="17" y="53"/>
                    <a:pt x="17" y="54"/>
                  </a:cubicBezTo>
                  <a:cubicBezTo>
                    <a:pt x="17" y="54"/>
                    <a:pt x="17" y="55"/>
                    <a:pt x="17" y="54"/>
                  </a:cubicBezTo>
                  <a:cubicBezTo>
                    <a:pt x="16" y="54"/>
                    <a:pt x="17" y="53"/>
                    <a:pt x="16" y="53"/>
                  </a:cubicBezTo>
                  <a:cubicBezTo>
                    <a:pt x="16" y="53"/>
                    <a:pt x="15" y="52"/>
                    <a:pt x="15" y="52"/>
                  </a:cubicBezTo>
                  <a:cubicBezTo>
                    <a:pt x="15" y="51"/>
                    <a:pt x="15" y="51"/>
                    <a:pt x="15" y="50"/>
                  </a:cubicBezTo>
                  <a:cubicBezTo>
                    <a:pt x="15" y="50"/>
                    <a:pt x="15" y="50"/>
                    <a:pt x="15" y="50"/>
                  </a:cubicBezTo>
                  <a:cubicBezTo>
                    <a:pt x="15" y="49"/>
                    <a:pt x="15" y="49"/>
                    <a:pt x="15" y="49"/>
                  </a:cubicBezTo>
                  <a:cubicBezTo>
                    <a:pt x="15" y="48"/>
                    <a:pt x="14" y="48"/>
                    <a:pt x="14" y="47"/>
                  </a:cubicBezTo>
                  <a:cubicBezTo>
                    <a:pt x="13" y="46"/>
                    <a:pt x="14" y="45"/>
                    <a:pt x="13" y="44"/>
                  </a:cubicBezTo>
                  <a:cubicBezTo>
                    <a:pt x="13" y="44"/>
                    <a:pt x="13" y="43"/>
                    <a:pt x="13" y="43"/>
                  </a:cubicBezTo>
                  <a:cubicBezTo>
                    <a:pt x="13" y="42"/>
                    <a:pt x="13" y="41"/>
                    <a:pt x="12" y="41"/>
                  </a:cubicBezTo>
                  <a:cubicBezTo>
                    <a:pt x="12" y="40"/>
                    <a:pt x="11" y="40"/>
                    <a:pt x="11" y="39"/>
                  </a:cubicBezTo>
                  <a:cubicBezTo>
                    <a:pt x="11" y="38"/>
                    <a:pt x="12" y="37"/>
                    <a:pt x="12" y="37"/>
                  </a:cubicBezTo>
                  <a:cubicBezTo>
                    <a:pt x="12" y="37"/>
                    <a:pt x="11" y="37"/>
                    <a:pt x="11" y="37"/>
                  </a:cubicBezTo>
                  <a:cubicBezTo>
                    <a:pt x="11" y="37"/>
                    <a:pt x="10" y="37"/>
                    <a:pt x="10" y="36"/>
                  </a:cubicBezTo>
                  <a:cubicBezTo>
                    <a:pt x="10" y="36"/>
                    <a:pt x="10" y="35"/>
                    <a:pt x="10" y="35"/>
                  </a:cubicBezTo>
                  <a:cubicBezTo>
                    <a:pt x="10" y="35"/>
                    <a:pt x="10" y="34"/>
                    <a:pt x="10" y="34"/>
                  </a:cubicBezTo>
                  <a:cubicBezTo>
                    <a:pt x="10" y="34"/>
                    <a:pt x="10" y="34"/>
                    <a:pt x="9" y="34"/>
                  </a:cubicBezTo>
                  <a:cubicBezTo>
                    <a:pt x="9" y="34"/>
                    <a:pt x="8" y="33"/>
                    <a:pt x="8" y="32"/>
                  </a:cubicBezTo>
                  <a:cubicBezTo>
                    <a:pt x="8" y="31"/>
                    <a:pt x="7" y="30"/>
                    <a:pt x="8" y="30"/>
                  </a:cubicBezTo>
                  <a:cubicBezTo>
                    <a:pt x="9" y="30"/>
                    <a:pt x="9" y="29"/>
                    <a:pt x="9" y="29"/>
                  </a:cubicBezTo>
                  <a:cubicBezTo>
                    <a:pt x="9" y="29"/>
                    <a:pt x="9" y="29"/>
                    <a:pt x="9" y="28"/>
                  </a:cubicBezTo>
                  <a:cubicBezTo>
                    <a:pt x="9" y="28"/>
                    <a:pt x="9" y="28"/>
                    <a:pt x="9" y="28"/>
                  </a:cubicBezTo>
                  <a:cubicBezTo>
                    <a:pt x="9" y="28"/>
                    <a:pt x="8" y="27"/>
                    <a:pt x="8" y="27"/>
                  </a:cubicBezTo>
                  <a:cubicBezTo>
                    <a:pt x="8" y="26"/>
                    <a:pt x="9" y="26"/>
                    <a:pt x="9" y="26"/>
                  </a:cubicBezTo>
                  <a:cubicBezTo>
                    <a:pt x="9" y="26"/>
                    <a:pt x="8" y="26"/>
                    <a:pt x="8" y="25"/>
                  </a:cubicBezTo>
                  <a:cubicBezTo>
                    <a:pt x="8" y="25"/>
                    <a:pt x="6" y="25"/>
                    <a:pt x="6" y="25"/>
                  </a:cubicBezTo>
                  <a:cubicBezTo>
                    <a:pt x="5" y="24"/>
                    <a:pt x="4" y="24"/>
                    <a:pt x="3" y="23"/>
                  </a:cubicBezTo>
                  <a:cubicBezTo>
                    <a:pt x="3" y="23"/>
                    <a:pt x="2" y="23"/>
                    <a:pt x="2" y="22"/>
                  </a:cubicBezTo>
                  <a:cubicBezTo>
                    <a:pt x="2" y="21"/>
                    <a:pt x="1" y="21"/>
                    <a:pt x="2" y="20"/>
                  </a:cubicBezTo>
                  <a:cubicBezTo>
                    <a:pt x="2" y="20"/>
                    <a:pt x="2" y="19"/>
                    <a:pt x="2" y="19"/>
                  </a:cubicBezTo>
                  <a:cubicBezTo>
                    <a:pt x="2" y="19"/>
                    <a:pt x="2" y="19"/>
                    <a:pt x="2" y="18"/>
                  </a:cubicBezTo>
                  <a:cubicBezTo>
                    <a:pt x="2" y="17"/>
                    <a:pt x="3" y="19"/>
                    <a:pt x="3" y="19"/>
                  </a:cubicBezTo>
                  <a:cubicBezTo>
                    <a:pt x="4" y="19"/>
                    <a:pt x="4" y="17"/>
                    <a:pt x="4" y="17"/>
                  </a:cubicBezTo>
                  <a:cubicBezTo>
                    <a:pt x="4" y="17"/>
                    <a:pt x="4" y="15"/>
                    <a:pt x="5" y="15"/>
                  </a:cubicBezTo>
                  <a:cubicBezTo>
                    <a:pt x="5" y="15"/>
                    <a:pt x="5" y="16"/>
                    <a:pt x="6" y="15"/>
                  </a:cubicBezTo>
                  <a:cubicBezTo>
                    <a:pt x="6" y="15"/>
                    <a:pt x="7" y="15"/>
                    <a:pt x="7" y="16"/>
                  </a:cubicBezTo>
                  <a:cubicBezTo>
                    <a:pt x="7" y="16"/>
                    <a:pt x="8" y="16"/>
                    <a:pt x="8" y="15"/>
                  </a:cubicBezTo>
                  <a:cubicBezTo>
                    <a:pt x="8" y="15"/>
                    <a:pt x="9" y="16"/>
                    <a:pt x="9" y="16"/>
                  </a:cubicBezTo>
                  <a:cubicBezTo>
                    <a:pt x="9" y="15"/>
                    <a:pt x="10" y="14"/>
                    <a:pt x="9" y="14"/>
                  </a:cubicBezTo>
                  <a:cubicBezTo>
                    <a:pt x="8" y="14"/>
                    <a:pt x="8" y="14"/>
                    <a:pt x="8" y="13"/>
                  </a:cubicBezTo>
                  <a:cubicBezTo>
                    <a:pt x="7" y="13"/>
                    <a:pt x="8" y="12"/>
                    <a:pt x="7" y="12"/>
                  </a:cubicBezTo>
                  <a:cubicBezTo>
                    <a:pt x="6" y="12"/>
                    <a:pt x="6" y="13"/>
                    <a:pt x="6" y="12"/>
                  </a:cubicBezTo>
                  <a:cubicBezTo>
                    <a:pt x="5" y="12"/>
                    <a:pt x="5" y="12"/>
                    <a:pt x="4" y="12"/>
                  </a:cubicBezTo>
                  <a:cubicBezTo>
                    <a:pt x="4" y="11"/>
                    <a:pt x="4" y="11"/>
                    <a:pt x="3" y="10"/>
                  </a:cubicBezTo>
                  <a:cubicBezTo>
                    <a:pt x="3" y="10"/>
                    <a:pt x="2" y="8"/>
                    <a:pt x="1" y="9"/>
                  </a:cubicBezTo>
                  <a:cubicBezTo>
                    <a:pt x="0" y="9"/>
                    <a:pt x="0" y="9"/>
                    <a:pt x="0" y="8"/>
                  </a:cubicBezTo>
                  <a:cubicBezTo>
                    <a:pt x="0" y="7"/>
                    <a:pt x="0" y="6"/>
                    <a:pt x="0" y="6"/>
                  </a:cubicBezTo>
                  <a:cubicBezTo>
                    <a:pt x="0" y="6"/>
                    <a:pt x="0" y="5"/>
                    <a:pt x="0" y="5"/>
                  </a:cubicBezTo>
                  <a:cubicBezTo>
                    <a:pt x="0" y="5"/>
                    <a:pt x="1" y="4"/>
                    <a:pt x="1" y="4"/>
                  </a:cubicBezTo>
                  <a:cubicBezTo>
                    <a:pt x="1" y="4"/>
                    <a:pt x="1" y="4"/>
                    <a:pt x="2" y="3"/>
                  </a:cubicBezTo>
                  <a:cubicBezTo>
                    <a:pt x="2" y="3"/>
                    <a:pt x="2" y="3"/>
                    <a:pt x="3" y="3"/>
                  </a:cubicBezTo>
                  <a:cubicBezTo>
                    <a:pt x="3" y="2"/>
                    <a:pt x="3" y="2"/>
                    <a:pt x="3" y="2"/>
                  </a:cubicBezTo>
                  <a:cubicBezTo>
                    <a:pt x="2" y="2"/>
                    <a:pt x="2" y="1"/>
                    <a:pt x="2" y="1"/>
                  </a:cubicBezTo>
                  <a:cubicBezTo>
                    <a:pt x="1" y="1"/>
                    <a:pt x="1" y="1"/>
                    <a:pt x="1" y="1"/>
                  </a:cubicBezTo>
                  <a:cubicBezTo>
                    <a:pt x="1" y="1"/>
                    <a:pt x="1" y="0"/>
                    <a:pt x="1" y="0"/>
                  </a:cubicBezTo>
                  <a:cubicBezTo>
                    <a:pt x="2" y="0"/>
                    <a:pt x="2" y="0"/>
                    <a:pt x="2" y="1"/>
                  </a:cubicBezTo>
                  <a:cubicBezTo>
                    <a:pt x="3" y="1"/>
                    <a:pt x="3" y="1"/>
                    <a:pt x="4" y="2"/>
                  </a:cubicBezTo>
                  <a:cubicBezTo>
                    <a:pt x="4" y="2"/>
                    <a:pt x="4" y="2"/>
                    <a:pt x="5" y="3"/>
                  </a:cubicBezTo>
                  <a:cubicBezTo>
                    <a:pt x="5" y="3"/>
                    <a:pt x="4" y="4"/>
                    <a:pt x="4" y="4"/>
                  </a:cubicBezTo>
                  <a:cubicBezTo>
                    <a:pt x="5" y="4"/>
                    <a:pt x="5" y="3"/>
                    <a:pt x="5" y="3"/>
                  </a:cubicBezTo>
                  <a:cubicBezTo>
                    <a:pt x="6" y="3"/>
                    <a:pt x="6" y="4"/>
                    <a:pt x="6" y="4"/>
                  </a:cubicBezTo>
                  <a:cubicBezTo>
                    <a:pt x="6" y="3"/>
                    <a:pt x="7" y="4"/>
                    <a:pt x="7" y="4"/>
                  </a:cubicBezTo>
                  <a:cubicBezTo>
                    <a:pt x="7" y="4"/>
                    <a:pt x="8" y="4"/>
                    <a:pt x="8" y="4"/>
                  </a:cubicBezTo>
                  <a:cubicBezTo>
                    <a:pt x="8" y="3"/>
                    <a:pt x="6" y="2"/>
                    <a:pt x="7" y="2"/>
                  </a:cubicBezTo>
                  <a:cubicBezTo>
                    <a:pt x="7" y="1"/>
                    <a:pt x="9" y="3"/>
                    <a:pt x="9" y="3"/>
                  </a:cubicBezTo>
                  <a:cubicBezTo>
                    <a:pt x="8" y="3"/>
                    <a:pt x="8" y="3"/>
                    <a:pt x="8" y="3"/>
                  </a:cubicBezTo>
                  <a:cubicBezTo>
                    <a:pt x="8" y="4"/>
                    <a:pt x="9" y="5"/>
                    <a:pt x="10" y="5"/>
                  </a:cubicBezTo>
                  <a:cubicBezTo>
                    <a:pt x="10" y="5"/>
                    <a:pt x="10" y="6"/>
                    <a:pt x="11" y="6"/>
                  </a:cubicBezTo>
                  <a:cubicBezTo>
                    <a:pt x="11" y="6"/>
                    <a:pt x="12" y="6"/>
                    <a:pt x="12" y="6"/>
                  </a:cubicBezTo>
                  <a:cubicBezTo>
                    <a:pt x="12" y="7"/>
                    <a:pt x="13" y="6"/>
                    <a:pt x="13" y="7"/>
                  </a:cubicBezTo>
                  <a:cubicBezTo>
                    <a:pt x="13" y="7"/>
                    <a:pt x="13" y="7"/>
                    <a:pt x="13" y="6"/>
                  </a:cubicBezTo>
                  <a:cubicBezTo>
                    <a:pt x="13" y="6"/>
                    <a:pt x="14" y="6"/>
                    <a:pt x="14" y="6"/>
                  </a:cubicBezTo>
                  <a:cubicBezTo>
                    <a:pt x="13" y="5"/>
                    <a:pt x="13" y="5"/>
                    <a:pt x="14" y="5"/>
                  </a:cubicBezTo>
                  <a:cubicBezTo>
                    <a:pt x="13" y="5"/>
                    <a:pt x="14" y="5"/>
                    <a:pt x="14" y="5"/>
                  </a:cubicBezTo>
                  <a:cubicBezTo>
                    <a:pt x="14" y="4"/>
                    <a:pt x="13" y="4"/>
                    <a:pt x="14" y="4"/>
                  </a:cubicBezTo>
                  <a:cubicBezTo>
                    <a:pt x="14" y="4"/>
                    <a:pt x="14" y="5"/>
                    <a:pt x="14" y="5"/>
                  </a:cubicBezTo>
                  <a:cubicBezTo>
                    <a:pt x="14" y="5"/>
                    <a:pt x="15" y="5"/>
                    <a:pt x="15" y="5"/>
                  </a:cubicBezTo>
                  <a:cubicBezTo>
                    <a:pt x="15" y="5"/>
                    <a:pt x="15" y="6"/>
                    <a:pt x="16" y="7"/>
                  </a:cubicBezTo>
                  <a:cubicBezTo>
                    <a:pt x="16" y="7"/>
                    <a:pt x="16" y="7"/>
                    <a:pt x="16" y="7"/>
                  </a:cubicBezTo>
                  <a:cubicBezTo>
                    <a:pt x="16" y="7"/>
                    <a:pt x="16" y="7"/>
                    <a:pt x="16" y="7"/>
                  </a:cubicBezTo>
                  <a:cubicBezTo>
                    <a:pt x="16" y="7"/>
                    <a:pt x="16" y="7"/>
                    <a:pt x="16" y="7"/>
                  </a:cubicBezTo>
                  <a:cubicBezTo>
                    <a:pt x="16" y="8"/>
                    <a:pt x="16" y="8"/>
                    <a:pt x="16" y="9"/>
                  </a:cubicBezTo>
                  <a:cubicBezTo>
                    <a:pt x="16" y="10"/>
                    <a:pt x="17" y="11"/>
                    <a:pt x="17" y="12"/>
                  </a:cubicBezTo>
                  <a:cubicBezTo>
                    <a:pt x="17" y="13"/>
                    <a:pt x="17" y="14"/>
                    <a:pt x="18" y="14"/>
                  </a:cubicBezTo>
                  <a:cubicBezTo>
                    <a:pt x="18" y="14"/>
                    <a:pt x="18" y="14"/>
                    <a:pt x="19" y="15"/>
                  </a:cubicBezTo>
                  <a:cubicBezTo>
                    <a:pt x="19" y="15"/>
                    <a:pt x="20" y="15"/>
                    <a:pt x="20" y="15"/>
                  </a:cubicBezTo>
                  <a:cubicBezTo>
                    <a:pt x="21" y="15"/>
                    <a:pt x="22" y="16"/>
                    <a:pt x="23" y="16"/>
                  </a:cubicBezTo>
                  <a:cubicBezTo>
                    <a:pt x="24" y="16"/>
                    <a:pt x="25" y="16"/>
                    <a:pt x="25" y="16"/>
                  </a:cubicBezTo>
                  <a:cubicBezTo>
                    <a:pt x="26" y="16"/>
                    <a:pt x="26" y="16"/>
                    <a:pt x="26" y="16"/>
                  </a:cubicBezTo>
                  <a:cubicBezTo>
                    <a:pt x="26" y="16"/>
                    <a:pt x="27" y="16"/>
                    <a:pt x="27" y="16"/>
                  </a:cubicBezTo>
                  <a:cubicBezTo>
                    <a:pt x="27" y="16"/>
                    <a:pt x="28" y="16"/>
                    <a:pt x="28" y="16"/>
                  </a:cubicBezTo>
                  <a:cubicBezTo>
                    <a:pt x="29" y="15"/>
                    <a:pt x="30" y="15"/>
                    <a:pt x="30" y="15"/>
                  </a:cubicBezTo>
                  <a:cubicBezTo>
                    <a:pt x="31" y="15"/>
                    <a:pt x="32" y="16"/>
                    <a:pt x="33" y="16"/>
                  </a:cubicBezTo>
                  <a:cubicBezTo>
                    <a:pt x="34" y="16"/>
                    <a:pt x="34" y="16"/>
                    <a:pt x="34" y="16"/>
                  </a:cubicBezTo>
                  <a:cubicBezTo>
                    <a:pt x="34" y="16"/>
                    <a:pt x="35" y="16"/>
                    <a:pt x="36" y="16"/>
                  </a:cubicBezTo>
                  <a:cubicBezTo>
                    <a:pt x="37" y="16"/>
                    <a:pt x="38" y="15"/>
                    <a:pt x="39" y="16"/>
                  </a:cubicBezTo>
                  <a:cubicBezTo>
                    <a:pt x="40" y="16"/>
                    <a:pt x="42" y="17"/>
                    <a:pt x="42" y="18"/>
                  </a:cubicBezTo>
                  <a:cubicBezTo>
                    <a:pt x="42" y="18"/>
                    <a:pt x="43" y="18"/>
                    <a:pt x="43" y="18"/>
                  </a:cubicBezTo>
                  <a:cubicBezTo>
                    <a:pt x="43" y="19"/>
                    <a:pt x="43" y="19"/>
                    <a:pt x="42" y="19"/>
                  </a:cubicBezTo>
                  <a:cubicBezTo>
                    <a:pt x="42" y="19"/>
                    <a:pt x="40" y="18"/>
                    <a:pt x="41" y="19"/>
                  </a:cubicBezTo>
                  <a:cubicBezTo>
                    <a:pt x="41" y="20"/>
                    <a:pt x="41" y="21"/>
                    <a:pt x="41" y="22"/>
                  </a:cubicBezTo>
                  <a:cubicBezTo>
                    <a:pt x="40" y="23"/>
                    <a:pt x="40" y="23"/>
                    <a:pt x="40" y="23"/>
                  </a:cubicBezTo>
                  <a:cubicBezTo>
                    <a:pt x="40" y="24"/>
                    <a:pt x="40" y="24"/>
                    <a:pt x="40" y="24"/>
                  </a:cubicBezTo>
                  <a:cubicBezTo>
                    <a:pt x="40" y="24"/>
                    <a:pt x="39" y="24"/>
                    <a:pt x="39" y="25"/>
                  </a:cubicBezTo>
                  <a:cubicBezTo>
                    <a:pt x="39" y="25"/>
                    <a:pt x="39" y="25"/>
                    <a:pt x="39" y="25"/>
                  </a:cubicBezTo>
                  <a:cubicBezTo>
                    <a:pt x="39" y="25"/>
                    <a:pt x="39" y="25"/>
                    <a:pt x="38" y="25"/>
                  </a:cubicBezTo>
                  <a:cubicBezTo>
                    <a:pt x="38" y="25"/>
                    <a:pt x="39" y="25"/>
                    <a:pt x="39" y="26"/>
                  </a:cubicBezTo>
                  <a:cubicBezTo>
                    <a:pt x="39" y="26"/>
                    <a:pt x="38" y="27"/>
                    <a:pt x="38" y="26"/>
                  </a:cubicBezTo>
                  <a:cubicBezTo>
                    <a:pt x="37" y="26"/>
                    <a:pt x="37" y="26"/>
                    <a:pt x="37" y="26"/>
                  </a:cubicBezTo>
                  <a:cubicBezTo>
                    <a:pt x="37" y="27"/>
                    <a:pt x="36" y="26"/>
                    <a:pt x="36" y="26"/>
                  </a:cubicBezTo>
                  <a:cubicBezTo>
                    <a:pt x="36" y="26"/>
                    <a:pt x="36" y="27"/>
                    <a:pt x="36" y="27"/>
                  </a:cubicBezTo>
                  <a:cubicBezTo>
                    <a:pt x="36" y="28"/>
                    <a:pt x="35" y="28"/>
                    <a:pt x="35" y="27"/>
                  </a:cubicBezTo>
                  <a:cubicBezTo>
                    <a:pt x="33" y="27"/>
                    <a:pt x="34" y="29"/>
                    <a:pt x="33" y="29"/>
                  </a:cubicBezTo>
                  <a:cubicBezTo>
                    <a:pt x="32" y="29"/>
                    <a:pt x="33" y="30"/>
                    <a:pt x="33" y="31"/>
                  </a:cubicBezTo>
                  <a:cubicBezTo>
                    <a:pt x="32" y="31"/>
                    <a:pt x="32" y="31"/>
                    <a:pt x="32" y="32"/>
                  </a:cubicBezTo>
                  <a:cubicBezTo>
                    <a:pt x="32" y="32"/>
                    <a:pt x="33" y="32"/>
                    <a:pt x="32" y="32"/>
                  </a:cubicBezTo>
                  <a:cubicBezTo>
                    <a:pt x="32" y="33"/>
                    <a:pt x="33" y="34"/>
                    <a:pt x="33" y="34"/>
                  </a:cubicBezTo>
                  <a:cubicBezTo>
                    <a:pt x="33" y="34"/>
                    <a:pt x="34" y="35"/>
                    <a:pt x="34" y="36"/>
                  </a:cubicBezTo>
                  <a:cubicBezTo>
                    <a:pt x="34" y="36"/>
                    <a:pt x="34" y="37"/>
                    <a:pt x="35" y="38"/>
                  </a:cubicBezTo>
                  <a:cubicBezTo>
                    <a:pt x="35" y="38"/>
                    <a:pt x="35" y="39"/>
                    <a:pt x="35" y="39"/>
                  </a:cubicBezTo>
                  <a:cubicBezTo>
                    <a:pt x="35" y="38"/>
                    <a:pt x="35" y="38"/>
                    <a:pt x="35" y="37"/>
                  </a:cubicBezTo>
                  <a:cubicBezTo>
                    <a:pt x="35" y="37"/>
                    <a:pt x="35" y="36"/>
                    <a:pt x="36" y="37"/>
                  </a:cubicBezTo>
                  <a:cubicBezTo>
                    <a:pt x="36" y="37"/>
                    <a:pt x="36" y="38"/>
                    <a:pt x="36" y="38"/>
                  </a:cubicBezTo>
                  <a:cubicBezTo>
                    <a:pt x="37" y="39"/>
                    <a:pt x="37" y="39"/>
                    <a:pt x="37" y="39"/>
                  </a:cubicBezTo>
                  <a:cubicBezTo>
                    <a:pt x="37" y="40"/>
                    <a:pt x="37" y="40"/>
                    <a:pt x="38" y="40"/>
                  </a:cubicBezTo>
                  <a:cubicBezTo>
                    <a:pt x="38" y="40"/>
                    <a:pt x="38" y="40"/>
                    <a:pt x="38" y="40"/>
                  </a:cubicBezTo>
                  <a:cubicBezTo>
                    <a:pt x="39" y="40"/>
                    <a:pt x="39" y="39"/>
                    <a:pt x="39" y="39"/>
                  </a:cubicBezTo>
                  <a:cubicBezTo>
                    <a:pt x="39" y="38"/>
                    <a:pt x="39" y="37"/>
                    <a:pt x="39" y="37"/>
                  </a:cubicBezTo>
                  <a:cubicBezTo>
                    <a:pt x="38" y="35"/>
                    <a:pt x="40" y="35"/>
                    <a:pt x="40" y="34"/>
                  </a:cubicBezTo>
                  <a:cubicBezTo>
                    <a:pt x="40" y="33"/>
                    <a:pt x="39" y="32"/>
                    <a:pt x="40" y="32"/>
                  </a:cubicBezTo>
                  <a:cubicBezTo>
                    <a:pt x="40" y="31"/>
                    <a:pt x="40" y="32"/>
                    <a:pt x="40" y="32"/>
                  </a:cubicBezTo>
                  <a:cubicBezTo>
                    <a:pt x="41" y="33"/>
                    <a:pt x="41" y="32"/>
                    <a:pt x="41" y="32"/>
                  </a:cubicBezTo>
                  <a:cubicBezTo>
                    <a:pt x="42" y="31"/>
                    <a:pt x="42" y="33"/>
                    <a:pt x="42" y="32"/>
                  </a:cubicBezTo>
                  <a:cubicBezTo>
                    <a:pt x="43" y="31"/>
                    <a:pt x="43" y="33"/>
                    <a:pt x="43" y="33"/>
                  </a:cubicBezTo>
                  <a:cubicBezTo>
                    <a:pt x="43" y="34"/>
                    <a:pt x="44" y="35"/>
                    <a:pt x="44" y="35"/>
                  </a:cubicBezTo>
                  <a:cubicBezTo>
                    <a:pt x="44" y="36"/>
                    <a:pt x="44" y="36"/>
                    <a:pt x="44" y="37"/>
                  </a:cubicBezTo>
                  <a:cubicBezTo>
                    <a:pt x="44" y="38"/>
                    <a:pt x="45" y="38"/>
                    <a:pt x="45" y="39"/>
                  </a:cubicBezTo>
                  <a:cubicBezTo>
                    <a:pt x="45" y="39"/>
                    <a:pt x="45" y="40"/>
                    <a:pt x="45" y="40"/>
                  </a:cubicBezTo>
                  <a:cubicBezTo>
                    <a:pt x="45" y="41"/>
                    <a:pt x="46" y="41"/>
                    <a:pt x="46" y="41"/>
                  </a:cubicBezTo>
                  <a:cubicBezTo>
                    <a:pt x="46" y="42"/>
                    <a:pt x="46" y="42"/>
                    <a:pt x="46" y="43"/>
                  </a:cubicBezTo>
                  <a:cubicBezTo>
                    <a:pt x="47" y="43"/>
                    <a:pt x="47" y="43"/>
                    <a:pt x="47" y="44"/>
                  </a:cubicBezTo>
                  <a:cubicBezTo>
                    <a:pt x="47" y="45"/>
                    <a:pt x="47" y="45"/>
                    <a:pt x="47" y="46"/>
                  </a:cubicBezTo>
                  <a:cubicBezTo>
                    <a:pt x="48" y="47"/>
                    <a:pt x="48" y="47"/>
                    <a:pt x="48" y="48"/>
                  </a:cubicBezTo>
                  <a:cubicBezTo>
                    <a:pt x="48" y="48"/>
                    <a:pt x="48" y="48"/>
                    <a:pt x="48" y="49"/>
                  </a:cubicBezTo>
                  <a:cubicBezTo>
                    <a:pt x="48" y="49"/>
                    <a:pt x="48" y="49"/>
                    <a:pt x="48" y="49"/>
                  </a:cubicBezTo>
                  <a:cubicBezTo>
                    <a:pt x="48" y="50"/>
                    <a:pt x="49" y="51"/>
                    <a:pt x="49" y="53"/>
                  </a:cubicBezTo>
                  <a:cubicBezTo>
                    <a:pt x="49" y="54"/>
                    <a:pt x="49" y="55"/>
                    <a:pt x="49" y="57"/>
                  </a:cubicBezTo>
                  <a:cubicBezTo>
                    <a:pt x="49" y="57"/>
                    <a:pt x="50" y="58"/>
                    <a:pt x="50" y="59"/>
                  </a:cubicBezTo>
                  <a:close/>
                  <a:moveTo>
                    <a:pt x="27" y="45"/>
                  </a:moveTo>
                  <a:cubicBezTo>
                    <a:pt x="27" y="45"/>
                    <a:pt x="27" y="44"/>
                    <a:pt x="27" y="44"/>
                  </a:cubicBezTo>
                  <a:cubicBezTo>
                    <a:pt x="27" y="44"/>
                    <a:pt x="27" y="45"/>
                    <a:pt x="27" y="45"/>
                  </a:cubicBezTo>
                  <a:close/>
                  <a:moveTo>
                    <a:pt x="41" y="52"/>
                  </a:moveTo>
                  <a:cubicBezTo>
                    <a:pt x="41" y="52"/>
                    <a:pt x="41" y="53"/>
                    <a:pt x="41" y="53"/>
                  </a:cubicBezTo>
                  <a:cubicBezTo>
                    <a:pt x="41" y="54"/>
                    <a:pt x="42" y="52"/>
                    <a:pt x="42" y="51"/>
                  </a:cubicBezTo>
                  <a:cubicBezTo>
                    <a:pt x="41" y="51"/>
                    <a:pt x="41" y="52"/>
                    <a:pt x="41" y="52"/>
                  </a:cubicBezTo>
                  <a:close/>
                  <a:moveTo>
                    <a:pt x="42" y="54"/>
                  </a:moveTo>
                  <a:cubicBezTo>
                    <a:pt x="42" y="53"/>
                    <a:pt x="42" y="53"/>
                    <a:pt x="42" y="54"/>
                  </a:cubicBezTo>
                  <a:cubicBezTo>
                    <a:pt x="42" y="55"/>
                    <a:pt x="42" y="56"/>
                    <a:pt x="42" y="56"/>
                  </a:cubicBezTo>
                  <a:cubicBezTo>
                    <a:pt x="42" y="56"/>
                    <a:pt x="42" y="56"/>
                    <a:pt x="42" y="56"/>
                  </a:cubicBezTo>
                  <a:cubicBezTo>
                    <a:pt x="43" y="56"/>
                    <a:pt x="43" y="56"/>
                    <a:pt x="43" y="55"/>
                  </a:cubicBezTo>
                  <a:cubicBezTo>
                    <a:pt x="43" y="55"/>
                    <a:pt x="42" y="53"/>
                    <a:pt x="42" y="53"/>
                  </a:cubicBezTo>
                  <a:cubicBezTo>
                    <a:pt x="42" y="53"/>
                    <a:pt x="42" y="54"/>
                    <a:pt x="42" y="54"/>
                  </a:cubicBezTo>
                  <a:close/>
                  <a:moveTo>
                    <a:pt x="36" y="44"/>
                  </a:moveTo>
                  <a:cubicBezTo>
                    <a:pt x="36" y="44"/>
                    <a:pt x="36" y="45"/>
                    <a:pt x="36" y="45"/>
                  </a:cubicBezTo>
                  <a:cubicBezTo>
                    <a:pt x="37" y="46"/>
                    <a:pt x="37" y="47"/>
                    <a:pt x="38" y="47"/>
                  </a:cubicBezTo>
                  <a:cubicBezTo>
                    <a:pt x="38" y="47"/>
                    <a:pt x="38" y="46"/>
                    <a:pt x="38" y="45"/>
                  </a:cubicBezTo>
                  <a:cubicBezTo>
                    <a:pt x="37" y="44"/>
                    <a:pt x="37" y="44"/>
                    <a:pt x="36" y="44"/>
                  </a:cubicBezTo>
                  <a:close/>
                  <a:moveTo>
                    <a:pt x="32" y="43"/>
                  </a:moveTo>
                  <a:cubicBezTo>
                    <a:pt x="33" y="43"/>
                    <a:pt x="32" y="41"/>
                    <a:pt x="31" y="42"/>
                  </a:cubicBezTo>
                  <a:cubicBezTo>
                    <a:pt x="30" y="42"/>
                    <a:pt x="30" y="42"/>
                    <a:pt x="31" y="43"/>
                  </a:cubicBezTo>
                  <a:cubicBezTo>
                    <a:pt x="31" y="43"/>
                    <a:pt x="31" y="43"/>
                    <a:pt x="31" y="44"/>
                  </a:cubicBezTo>
                  <a:cubicBezTo>
                    <a:pt x="31" y="44"/>
                    <a:pt x="32" y="44"/>
                    <a:pt x="32" y="44"/>
                  </a:cubicBezTo>
                  <a:cubicBezTo>
                    <a:pt x="32" y="45"/>
                    <a:pt x="32" y="44"/>
                    <a:pt x="33" y="44"/>
                  </a:cubicBezTo>
                  <a:cubicBezTo>
                    <a:pt x="33" y="44"/>
                    <a:pt x="33" y="43"/>
                    <a:pt x="32" y="43"/>
                  </a:cubicBezTo>
                  <a:cubicBezTo>
                    <a:pt x="32" y="43"/>
                    <a:pt x="32" y="43"/>
                    <a:pt x="32" y="4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48" name="Bahrain">
              <a:extLst>
                <a:ext uri="{FF2B5EF4-FFF2-40B4-BE49-F238E27FC236}">
                  <a16:creationId xmlns:a16="http://schemas.microsoft.com/office/drawing/2014/main" id="{8413E6F0-8576-064E-2112-685297A0DC2F}"/>
                </a:ext>
              </a:extLst>
            </p:cNvPr>
            <p:cNvSpPr>
              <a:spLocks/>
            </p:cNvSpPr>
            <p:nvPr/>
          </p:nvSpPr>
          <p:spPr bwMode="auto">
            <a:xfrm>
              <a:off x="7386488" y="3023018"/>
              <a:ext cx="6860" cy="17644"/>
            </a:xfrm>
            <a:custGeom>
              <a:avLst/>
              <a:gdLst/>
              <a:ahLst/>
              <a:cxnLst>
                <a:cxn ang="0">
                  <a:pos x="2" y="1"/>
                </a:cxn>
                <a:cxn ang="0">
                  <a:pos x="2" y="1"/>
                </a:cxn>
                <a:cxn ang="0">
                  <a:pos x="2" y="0"/>
                </a:cxn>
                <a:cxn ang="0">
                  <a:pos x="2" y="0"/>
                </a:cxn>
                <a:cxn ang="0">
                  <a:pos x="1" y="0"/>
                </a:cxn>
                <a:cxn ang="0">
                  <a:pos x="1" y="1"/>
                </a:cxn>
                <a:cxn ang="0">
                  <a:pos x="1" y="2"/>
                </a:cxn>
                <a:cxn ang="0">
                  <a:pos x="1" y="3"/>
                </a:cxn>
                <a:cxn ang="0">
                  <a:pos x="1" y="4"/>
                </a:cxn>
                <a:cxn ang="0">
                  <a:pos x="2" y="5"/>
                </a:cxn>
                <a:cxn ang="0">
                  <a:pos x="2" y="4"/>
                </a:cxn>
                <a:cxn ang="0">
                  <a:pos x="2" y="1"/>
                </a:cxn>
              </a:cxnLst>
              <a:rect l="0" t="0" r="r" b="b"/>
              <a:pathLst>
                <a:path w="2" h="5">
                  <a:moveTo>
                    <a:pt x="2" y="1"/>
                  </a:moveTo>
                  <a:cubicBezTo>
                    <a:pt x="2" y="1"/>
                    <a:pt x="2" y="1"/>
                    <a:pt x="2" y="1"/>
                  </a:cubicBezTo>
                  <a:cubicBezTo>
                    <a:pt x="2" y="0"/>
                    <a:pt x="2" y="1"/>
                    <a:pt x="2" y="0"/>
                  </a:cubicBezTo>
                  <a:cubicBezTo>
                    <a:pt x="2" y="0"/>
                    <a:pt x="2" y="0"/>
                    <a:pt x="2" y="0"/>
                  </a:cubicBezTo>
                  <a:cubicBezTo>
                    <a:pt x="2" y="0"/>
                    <a:pt x="2" y="0"/>
                    <a:pt x="1" y="0"/>
                  </a:cubicBezTo>
                  <a:cubicBezTo>
                    <a:pt x="0" y="0"/>
                    <a:pt x="0" y="0"/>
                    <a:pt x="1" y="1"/>
                  </a:cubicBezTo>
                  <a:cubicBezTo>
                    <a:pt x="1" y="1"/>
                    <a:pt x="1" y="2"/>
                    <a:pt x="1" y="2"/>
                  </a:cubicBezTo>
                  <a:cubicBezTo>
                    <a:pt x="1" y="2"/>
                    <a:pt x="1" y="3"/>
                    <a:pt x="1" y="3"/>
                  </a:cubicBezTo>
                  <a:cubicBezTo>
                    <a:pt x="1" y="3"/>
                    <a:pt x="1" y="3"/>
                    <a:pt x="1" y="4"/>
                  </a:cubicBezTo>
                  <a:cubicBezTo>
                    <a:pt x="2" y="4"/>
                    <a:pt x="2" y="4"/>
                    <a:pt x="2" y="5"/>
                  </a:cubicBezTo>
                  <a:cubicBezTo>
                    <a:pt x="2" y="5"/>
                    <a:pt x="2" y="4"/>
                    <a:pt x="2" y="4"/>
                  </a:cubicBezTo>
                  <a:cubicBezTo>
                    <a:pt x="2" y="3"/>
                    <a:pt x="2" y="2"/>
                    <a:pt x="2"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49" name="Bahamas">
              <a:extLst>
                <a:ext uri="{FF2B5EF4-FFF2-40B4-BE49-F238E27FC236}">
                  <a16:creationId xmlns:a16="http://schemas.microsoft.com/office/drawing/2014/main" id="{7DECB6E7-6642-3A51-6C44-6E492EEAA7F2}"/>
                </a:ext>
              </a:extLst>
            </p:cNvPr>
            <p:cNvSpPr>
              <a:spLocks noEditPoints="1"/>
            </p:cNvSpPr>
            <p:nvPr/>
          </p:nvSpPr>
          <p:spPr bwMode="auto">
            <a:xfrm>
              <a:off x="3073764" y="2994595"/>
              <a:ext cx="187211" cy="234260"/>
            </a:xfrm>
            <a:custGeom>
              <a:avLst/>
              <a:gdLst/>
              <a:ahLst/>
              <a:cxnLst>
                <a:cxn ang="0">
                  <a:pos x="23" y="23"/>
                </a:cxn>
                <a:cxn ang="0">
                  <a:pos x="21" y="18"/>
                </a:cxn>
                <a:cxn ang="0">
                  <a:pos x="20" y="16"/>
                </a:cxn>
                <a:cxn ang="0">
                  <a:pos x="23" y="18"/>
                </a:cxn>
                <a:cxn ang="0">
                  <a:pos x="10" y="2"/>
                </a:cxn>
                <a:cxn ang="0">
                  <a:pos x="4" y="2"/>
                </a:cxn>
                <a:cxn ang="0">
                  <a:pos x="2" y="4"/>
                </a:cxn>
                <a:cxn ang="0">
                  <a:pos x="6" y="4"/>
                </a:cxn>
                <a:cxn ang="0">
                  <a:pos x="11" y="2"/>
                </a:cxn>
                <a:cxn ang="0">
                  <a:pos x="17" y="3"/>
                </a:cxn>
                <a:cxn ang="0">
                  <a:pos x="12" y="1"/>
                </a:cxn>
                <a:cxn ang="0">
                  <a:pos x="16" y="3"/>
                </a:cxn>
                <a:cxn ang="0">
                  <a:pos x="16" y="6"/>
                </a:cxn>
                <a:cxn ang="0">
                  <a:pos x="14" y="10"/>
                </a:cxn>
                <a:cxn ang="0">
                  <a:pos x="16" y="8"/>
                </a:cxn>
                <a:cxn ang="0">
                  <a:pos x="18" y="6"/>
                </a:cxn>
                <a:cxn ang="0">
                  <a:pos x="8" y="25"/>
                </a:cxn>
                <a:cxn ang="0">
                  <a:pos x="6" y="20"/>
                </a:cxn>
                <a:cxn ang="0">
                  <a:pos x="4" y="23"/>
                </a:cxn>
                <a:cxn ang="0">
                  <a:pos x="3" y="26"/>
                </a:cxn>
                <a:cxn ang="0">
                  <a:pos x="2" y="25"/>
                </a:cxn>
                <a:cxn ang="0">
                  <a:pos x="4" y="28"/>
                </a:cxn>
                <a:cxn ang="0">
                  <a:pos x="38" y="47"/>
                </a:cxn>
                <a:cxn ang="0">
                  <a:pos x="7" y="32"/>
                </a:cxn>
                <a:cxn ang="0">
                  <a:pos x="7" y="30"/>
                </a:cxn>
                <a:cxn ang="0">
                  <a:pos x="6" y="33"/>
                </a:cxn>
                <a:cxn ang="0">
                  <a:pos x="7" y="35"/>
                </a:cxn>
                <a:cxn ang="0">
                  <a:pos x="8" y="35"/>
                </a:cxn>
                <a:cxn ang="0">
                  <a:pos x="9" y="32"/>
                </a:cxn>
                <a:cxn ang="0">
                  <a:pos x="34" y="36"/>
                </a:cxn>
                <a:cxn ang="0">
                  <a:pos x="43" y="43"/>
                </a:cxn>
                <a:cxn ang="0">
                  <a:pos x="31" y="40"/>
                </a:cxn>
                <a:cxn ang="0">
                  <a:pos x="29" y="36"/>
                </a:cxn>
                <a:cxn ang="0">
                  <a:pos x="30" y="42"/>
                </a:cxn>
                <a:cxn ang="0">
                  <a:pos x="32" y="43"/>
                </a:cxn>
                <a:cxn ang="0">
                  <a:pos x="32" y="43"/>
                </a:cxn>
                <a:cxn ang="0">
                  <a:pos x="40" y="48"/>
                </a:cxn>
                <a:cxn ang="0">
                  <a:pos x="39" y="50"/>
                </a:cxn>
                <a:cxn ang="0">
                  <a:pos x="38" y="52"/>
                </a:cxn>
                <a:cxn ang="0">
                  <a:pos x="42" y="48"/>
                </a:cxn>
                <a:cxn ang="0">
                  <a:pos x="44" y="63"/>
                </a:cxn>
                <a:cxn ang="0">
                  <a:pos x="41" y="64"/>
                </a:cxn>
                <a:cxn ang="0">
                  <a:pos x="43" y="66"/>
                </a:cxn>
                <a:cxn ang="0">
                  <a:pos x="46" y="65"/>
                </a:cxn>
                <a:cxn ang="0">
                  <a:pos x="30" y="30"/>
                </a:cxn>
                <a:cxn ang="0">
                  <a:pos x="27" y="25"/>
                </a:cxn>
                <a:cxn ang="0">
                  <a:pos x="28" y="27"/>
                </a:cxn>
                <a:cxn ang="0">
                  <a:pos x="30" y="30"/>
                </a:cxn>
                <a:cxn ang="0">
                  <a:pos x="40" y="47"/>
                </a:cxn>
                <a:cxn ang="0">
                  <a:pos x="38" y="32"/>
                </a:cxn>
                <a:cxn ang="0">
                  <a:pos x="37" y="32"/>
                </a:cxn>
                <a:cxn ang="0">
                  <a:pos x="23" y="36"/>
                </a:cxn>
                <a:cxn ang="0">
                  <a:pos x="26" y="39"/>
                </a:cxn>
                <a:cxn ang="0">
                  <a:pos x="48" y="50"/>
                </a:cxn>
                <a:cxn ang="0">
                  <a:pos x="50" y="50"/>
                </a:cxn>
                <a:cxn ang="0">
                  <a:pos x="49" y="60"/>
                </a:cxn>
                <a:cxn ang="0">
                  <a:pos x="12" y="21"/>
                </a:cxn>
              </a:cxnLst>
              <a:rect l="0" t="0" r="r" b="b"/>
              <a:pathLst>
                <a:path w="53" h="66">
                  <a:moveTo>
                    <a:pt x="22" y="24"/>
                  </a:moveTo>
                  <a:cubicBezTo>
                    <a:pt x="22" y="24"/>
                    <a:pt x="21" y="23"/>
                    <a:pt x="22" y="23"/>
                  </a:cubicBezTo>
                  <a:cubicBezTo>
                    <a:pt x="22" y="23"/>
                    <a:pt x="23" y="24"/>
                    <a:pt x="23" y="24"/>
                  </a:cubicBezTo>
                  <a:cubicBezTo>
                    <a:pt x="23" y="24"/>
                    <a:pt x="23" y="23"/>
                    <a:pt x="23" y="23"/>
                  </a:cubicBezTo>
                  <a:cubicBezTo>
                    <a:pt x="23" y="23"/>
                    <a:pt x="23" y="23"/>
                    <a:pt x="23" y="23"/>
                  </a:cubicBezTo>
                  <a:cubicBezTo>
                    <a:pt x="23" y="22"/>
                    <a:pt x="25" y="21"/>
                    <a:pt x="23" y="20"/>
                  </a:cubicBezTo>
                  <a:cubicBezTo>
                    <a:pt x="23" y="19"/>
                    <a:pt x="23" y="18"/>
                    <a:pt x="22" y="18"/>
                  </a:cubicBezTo>
                  <a:cubicBezTo>
                    <a:pt x="22" y="18"/>
                    <a:pt x="21" y="18"/>
                    <a:pt x="21" y="18"/>
                  </a:cubicBezTo>
                  <a:cubicBezTo>
                    <a:pt x="21" y="18"/>
                    <a:pt x="21" y="17"/>
                    <a:pt x="20" y="17"/>
                  </a:cubicBezTo>
                  <a:cubicBezTo>
                    <a:pt x="20" y="17"/>
                    <a:pt x="19" y="17"/>
                    <a:pt x="19" y="17"/>
                  </a:cubicBezTo>
                  <a:cubicBezTo>
                    <a:pt x="19" y="17"/>
                    <a:pt x="19" y="15"/>
                    <a:pt x="20" y="15"/>
                  </a:cubicBezTo>
                  <a:cubicBezTo>
                    <a:pt x="20" y="15"/>
                    <a:pt x="20" y="16"/>
                    <a:pt x="20" y="16"/>
                  </a:cubicBezTo>
                  <a:cubicBezTo>
                    <a:pt x="20" y="16"/>
                    <a:pt x="20" y="16"/>
                    <a:pt x="20" y="16"/>
                  </a:cubicBezTo>
                  <a:cubicBezTo>
                    <a:pt x="20" y="16"/>
                    <a:pt x="20" y="17"/>
                    <a:pt x="21" y="17"/>
                  </a:cubicBezTo>
                  <a:cubicBezTo>
                    <a:pt x="21" y="17"/>
                    <a:pt x="21" y="18"/>
                    <a:pt x="22" y="18"/>
                  </a:cubicBezTo>
                  <a:cubicBezTo>
                    <a:pt x="22" y="18"/>
                    <a:pt x="23" y="18"/>
                    <a:pt x="23" y="18"/>
                  </a:cubicBezTo>
                  <a:cubicBezTo>
                    <a:pt x="24" y="20"/>
                    <a:pt x="25" y="20"/>
                    <a:pt x="24" y="21"/>
                  </a:cubicBezTo>
                  <a:cubicBezTo>
                    <a:pt x="24" y="22"/>
                    <a:pt x="23" y="25"/>
                    <a:pt x="23" y="25"/>
                  </a:cubicBezTo>
                  <a:cubicBezTo>
                    <a:pt x="22" y="25"/>
                    <a:pt x="23" y="24"/>
                    <a:pt x="22" y="24"/>
                  </a:cubicBezTo>
                  <a:close/>
                  <a:moveTo>
                    <a:pt x="10" y="2"/>
                  </a:moveTo>
                  <a:cubicBezTo>
                    <a:pt x="10" y="3"/>
                    <a:pt x="9" y="3"/>
                    <a:pt x="9" y="3"/>
                  </a:cubicBezTo>
                  <a:cubicBezTo>
                    <a:pt x="8" y="3"/>
                    <a:pt x="7" y="2"/>
                    <a:pt x="7" y="3"/>
                  </a:cubicBezTo>
                  <a:cubicBezTo>
                    <a:pt x="6" y="3"/>
                    <a:pt x="6" y="3"/>
                    <a:pt x="5" y="2"/>
                  </a:cubicBezTo>
                  <a:cubicBezTo>
                    <a:pt x="5" y="2"/>
                    <a:pt x="4" y="2"/>
                    <a:pt x="4" y="2"/>
                  </a:cubicBezTo>
                  <a:cubicBezTo>
                    <a:pt x="4" y="2"/>
                    <a:pt x="4" y="2"/>
                    <a:pt x="4" y="3"/>
                  </a:cubicBezTo>
                  <a:cubicBezTo>
                    <a:pt x="4" y="3"/>
                    <a:pt x="4" y="3"/>
                    <a:pt x="4" y="3"/>
                  </a:cubicBezTo>
                  <a:cubicBezTo>
                    <a:pt x="4" y="3"/>
                    <a:pt x="4" y="3"/>
                    <a:pt x="3" y="4"/>
                  </a:cubicBezTo>
                  <a:cubicBezTo>
                    <a:pt x="3" y="4"/>
                    <a:pt x="2" y="4"/>
                    <a:pt x="2" y="4"/>
                  </a:cubicBezTo>
                  <a:cubicBezTo>
                    <a:pt x="1" y="4"/>
                    <a:pt x="1" y="3"/>
                    <a:pt x="0" y="3"/>
                  </a:cubicBezTo>
                  <a:cubicBezTo>
                    <a:pt x="0" y="3"/>
                    <a:pt x="2" y="5"/>
                    <a:pt x="2" y="5"/>
                  </a:cubicBezTo>
                  <a:cubicBezTo>
                    <a:pt x="3" y="5"/>
                    <a:pt x="4" y="4"/>
                    <a:pt x="5" y="4"/>
                  </a:cubicBezTo>
                  <a:cubicBezTo>
                    <a:pt x="6" y="4"/>
                    <a:pt x="6" y="4"/>
                    <a:pt x="6" y="4"/>
                  </a:cubicBezTo>
                  <a:cubicBezTo>
                    <a:pt x="7" y="4"/>
                    <a:pt x="8" y="3"/>
                    <a:pt x="8" y="3"/>
                  </a:cubicBezTo>
                  <a:cubicBezTo>
                    <a:pt x="9" y="3"/>
                    <a:pt x="9" y="3"/>
                    <a:pt x="10" y="3"/>
                  </a:cubicBezTo>
                  <a:cubicBezTo>
                    <a:pt x="10" y="3"/>
                    <a:pt x="10" y="4"/>
                    <a:pt x="10" y="3"/>
                  </a:cubicBezTo>
                  <a:cubicBezTo>
                    <a:pt x="10" y="3"/>
                    <a:pt x="10" y="2"/>
                    <a:pt x="11" y="2"/>
                  </a:cubicBezTo>
                  <a:cubicBezTo>
                    <a:pt x="10" y="2"/>
                    <a:pt x="10" y="2"/>
                    <a:pt x="10" y="2"/>
                  </a:cubicBezTo>
                  <a:close/>
                  <a:moveTo>
                    <a:pt x="18" y="6"/>
                  </a:moveTo>
                  <a:cubicBezTo>
                    <a:pt x="18" y="5"/>
                    <a:pt x="18" y="5"/>
                    <a:pt x="18" y="5"/>
                  </a:cubicBezTo>
                  <a:cubicBezTo>
                    <a:pt x="18" y="4"/>
                    <a:pt x="15" y="3"/>
                    <a:pt x="17" y="3"/>
                  </a:cubicBezTo>
                  <a:cubicBezTo>
                    <a:pt x="15" y="3"/>
                    <a:pt x="15" y="1"/>
                    <a:pt x="14" y="1"/>
                  </a:cubicBezTo>
                  <a:cubicBezTo>
                    <a:pt x="14" y="0"/>
                    <a:pt x="13" y="1"/>
                    <a:pt x="12" y="0"/>
                  </a:cubicBezTo>
                  <a:cubicBezTo>
                    <a:pt x="12" y="0"/>
                    <a:pt x="11" y="0"/>
                    <a:pt x="10" y="1"/>
                  </a:cubicBezTo>
                  <a:cubicBezTo>
                    <a:pt x="11" y="1"/>
                    <a:pt x="11" y="1"/>
                    <a:pt x="12" y="1"/>
                  </a:cubicBezTo>
                  <a:cubicBezTo>
                    <a:pt x="12" y="1"/>
                    <a:pt x="12" y="1"/>
                    <a:pt x="12" y="1"/>
                  </a:cubicBezTo>
                  <a:cubicBezTo>
                    <a:pt x="13" y="1"/>
                    <a:pt x="13" y="1"/>
                    <a:pt x="14" y="1"/>
                  </a:cubicBezTo>
                  <a:cubicBezTo>
                    <a:pt x="15" y="1"/>
                    <a:pt x="15" y="2"/>
                    <a:pt x="15" y="3"/>
                  </a:cubicBezTo>
                  <a:cubicBezTo>
                    <a:pt x="15" y="3"/>
                    <a:pt x="15" y="3"/>
                    <a:pt x="16" y="3"/>
                  </a:cubicBezTo>
                  <a:cubicBezTo>
                    <a:pt x="16" y="3"/>
                    <a:pt x="16" y="4"/>
                    <a:pt x="16" y="4"/>
                  </a:cubicBezTo>
                  <a:cubicBezTo>
                    <a:pt x="16" y="4"/>
                    <a:pt x="17" y="4"/>
                    <a:pt x="17" y="5"/>
                  </a:cubicBezTo>
                  <a:cubicBezTo>
                    <a:pt x="17" y="5"/>
                    <a:pt x="17" y="5"/>
                    <a:pt x="17" y="5"/>
                  </a:cubicBezTo>
                  <a:cubicBezTo>
                    <a:pt x="16" y="6"/>
                    <a:pt x="16" y="6"/>
                    <a:pt x="16" y="6"/>
                  </a:cubicBezTo>
                  <a:cubicBezTo>
                    <a:pt x="16" y="7"/>
                    <a:pt x="16" y="7"/>
                    <a:pt x="16" y="7"/>
                  </a:cubicBezTo>
                  <a:cubicBezTo>
                    <a:pt x="16" y="7"/>
                    <a:pt x="16" y="8"/>
                    <a:pt x="16" y="8"/>
                  </a:cubicBezTo>
                  <a:cubicBezTo>
                    <a:pt x="16" y="8"/>
                    <a:pt x="16" y="8"/>
                    <a:pt x="16" y="9"/>
                  </a:cubicBezTo>
                  <a:cubicBezTo>
                    <a:pt x="16" y="9"/>
                    <a:pt x="14" y="10"/>
                    <a:pt x="14" y="10"/>
                  </a:cubicBezTo>
                  <a:cubicBezTo>
                    <a:pt x="14" y="11"/>
                    <a:pt x="15" y="11"/>
                    <a:pt x="15" y="11"/>
                  </a:cubicBezTo>
                  <a:cubicBezTo>
                    <a:pt x="15" y="11"/>
                    <a:pt x="15" y="12"/>
                    <a:pt x="15" y="12"/>
                  </a:cubicBezTo>
                  <a:cubicBezTo>
                    <a:pt x="16" y="12"/>
                    <a:pt x="16" y="12"/>
                    <a:pt x="16" y="11"/>
                  </a:cubicBezTo>
                  <a:cubicBezTo>
                    <a:pt x="16" y="10"/>
                    <a:pt x="16" y="9"/>
                    <a:pt x="16" y="8"/>
                  </a:cubicBezTo>
                  <a:cubicBezTo>
                    <a:pt x="17" y="8"/>
                    <a:pt x="17" y="7"/>
                    <a:pt x="18" y="7"/>
                  </a:cubicBezTo>
                  <a:cubicBezTo>
                    <a:pt x="18" y="7"/>
                    <a:pt x="18" y="7"/>
                    <a:pt x="18" y="7"/>
                  </a:cubicBezTo>
                  <a:cubicBezTo>
                    <a:pt x="18" y="7"/>
                    <a:pt x="18" y="7"/>
                    <a:pt x="18" y="6"/>
                  </a:cubicBezTo>
                  <a:cubicBezTo>
                    <a:pt x="18" y="6"/>
                    <a:pt x="18" y="6"/>
                    <a:pt x="18" y="6"/>
                  </a:cubicBezTo>
                  <a:close/>
                  <a:moveTo>
                    <a:pt x="6" y="29"/>
                  </a:moveTo>
                  <a:cubicBezTo>
                    <a:pt x="6" y="28"/>
                    <a:pt x="7" y="28"/>
                    <a:pt x="7" y="28"/>
                  </a:cubicBezTo>
                  <a:cubicBezTo>
                    <a:pt x="8" y="27"/>
                    <a:pt x="8" y="27"/>
                    <a:pt x="8" y="26"/>
                  </a:cubicBezTo>
                  <a:cubicBezTo>
                    <a:pt x="8" y="26"/>
                    <a:pt x="8" y="25"/>
                    <a:pt x="8" y="25"/>
                  </a:cubicBezTo>
                  <a:cubicBezTo>
                    <a:pt x="8" y="24"/>
                    <a:pt x="7" y="24"/>
                    <a:pt x="7" y="23"/>
                  </a:cubicBezTo>
                  <a:cubicBezTo>
                    <a:pt x="7" y="23"/>
                    <a:pt x="7" y="23"/>
                    <a:pt x="7" y="22"/>
                  </a:cubicBezTo>
                  <a:cubicBezTo>
                    <a:pt x="7" y="22"/>
                    <a:pt x="6" y="22"/>
                    <a:pt x="7" y="21"/>
                  </a:cubicBezTo>
                  <a:cubicBezTo>
                    <a:pt x="7" y="21"/>
                    <a:pt x="7" y="19"/>
                    <a:pt x="6" y="20"/>
                  </a:cubicBezTo>
                  <a:cubicBezTo>
                    <a:pt x="5" y="20"/>
                    <a:pt x="5" y="19"/>
                    <a:pt x="5" y="19"/>
                  </a:cubicBezTo>
                  <a:cubicBezTo>
                    <a:pt x="4" y="20"/>
                    <a:pt x="5" y="20"/>
                    <a:pt x="5" y="21"/>
                  </a:cubicBezTo>
                  <a:cubicBezTo>
                    <a:pt x="5" y="21"/>
                    <a:pt x="4" y="22"/>
                    <a:pt x="4" y="22"/>
                  </a:cubicBezTo>
                  <a:cubicBezTo>
                    <a:pt x="4" y="22"/>
                    <a:pt x="4" y="23"/>
                    <a:pt x="4" y="23"/>
                  </a:cubicBezTo>
                  <a:cubicBezTo>
                    <a:pt x="4" y="24"/>
                    <a:pt x="3" y="24"/>
                    <a:pt x="3" y="25"/>
                  </a:cubicBezTo>
                  <a:cubicBezTo>
                    <a:pt x="3" y="25"/>
                    <a:pt x="3" y="25"/>
                    <a:pt x="3" y="24"/>
                  </a:cubicBezTo>
                  <a:cubicBezTo>
                    <a:pt x="3" y="25"/>
                    <a:pt x="4" y="25"/>
                    <a:pt x="4" y="26"/>
                  </a:cubicBezTo>
                  <a:cubicBezTo>
                    <a:pt x="4" y="26"/>
                    <a:pt x="3" y="26"/>
                    <a:pt x="3" y="26"/>
                  </a:cubicBezTo>
                  <a:cubicBezTo>
                    <a:pt x="3" y="26"/>
                    <a:pt x="3" y="26"/>
                    <a:pt x="3" y="26"/>
                  </a:cubicBezTo>
                  <a:cubicBezTo>
                    <a:pt x="3" y="26"/>
                    <a:pt x="2" y="26"/>
                    <a:pt x="3" y="25"/>
                  </a:cubicBezTo>
                  <a:cubicBezTo>
                    <a:pt x="3" y="25"/>
                    <a:pt x="3" y="25"/>
                    <a:pt x="3" y="25"/>
                  </a:cubicBezTo>
                  <a:cubicBezTo>
                    <a:pt x="2" y="25"/>
                    <a:pt x="3" y="25"/>
                    <a:pt x="2" y="25"/>
                  </a:cubicBezTo>
                  <a:cubicBezTo>
                    <a:pt x="1" y="26"/>
                    <a:pt x="1" y="26"/>
                    <a:pt x="2" y="27"/>
                  </a:cubicBezTo>
                  <a:cubicBezTo>
                    <a:pt x="3" y="27"/>
                    <a:pt x="3" y="28"/>
                    <a:pt x="4" y="27"/>
                  </a:cubicBezTo>
                  <a:cubicBezTo>
                    <a:pt x="4" y="27"/>
                    <a:pt x="4" y="28"/>
                    <a:pt x="4" y="28"/>
                  </a:cubicBezTo>
                  <a:cubicBezTo>
                    <a:pt x="4" y="28"/>
                    <a:pt x="4" y="28"/>
                    <a:pt x="4" y="28"/>
                  </a:cubicBezTo>
                  <a:cubicBezTo>
                    <a:pt x="4" y="29"/>
                    <a:pt x="4" y="29"/>
                    <a:pt x="5" y="30"/>
                  </a:cubicBezTo>
                  <a:cubicBezTo>
                    <a:pt x="5" y="30"/>
                    <a:pt x="5" y="29"/>
                    <a:pt x="6" y="29"/>
                  </a:cubicBezTo>
                  <a:cubicBezTo>
                    <a:pt x="6" y="29"/>
                    <a:pt x="6" y="29"/>
                    <a:pt x="6" y="29"/>
                  </a:cubicBezTo>
                  <a:close/>
                  <a:moveTo>
                    <a:pt x="38" y="47"/>
                  </a:moveTo>
                  <a:cubicBezTo>
                    <a:pt x="37" y="47"/>
                    <a:pt x="36" y="48"/>
                    <a:pt x="36" y="49"/>
                  </a:cubicBezTo>
                  <a:cubicBezTo>
                    <a:pt x="37" y="48"/>
                    <a:pt x="37" y="48"/>
                    <a:pt x="38" y="47"/>
                  </a:cubicBezTo>
                  <a:close/>
                  <a:moveTo>
                    <a:pt x="9" y="30"/>
                  </a:moveTo>
                  <a:cubicBezTo>
                    <a:pt x="8" y="30"/>
                    <a:pt x="8" y="32"/>
                    <a:pt x="7" y="32"/>
                  </a:cubicBezTo>
                  <a:cubicBezTo>
                    <a:pt x="8" y="32"/>
                    <a:pt x="7" y="31"/>
                    <a:pt x="7" y="31"/>
                  </a:cubicBezTo>
                  <a:cubicBezTo>
                    <a:pt x="7" y="31"/>
                    <a:pt x="8" y="31"/>
                    <a:pt x="7" y="31"/>
                  </a:cubicBezTo>
                  <a:cubicBezTo>
                    <a:pt x="7" y="30"/>
                    <a:pt x="8" y="30"/>
                    <a:pt x="8" y="30"/>
                  </a:cubicBezTo>
                  <a:cubicBezTo>
                    <a:pt x="8" y="29"/>
                    <a:pt x="8" y="29"/>
                    <a:pt x="7" y="30"/>
                  </a:cubicBezTo>
                  <a:cubicBezTo>
                    <a:pt x="7" y="30"/>
                    <a:pt x="7" y="30"/>
                    <a:pt x="7" y="30"/>
                  </a:cubicBezTo>
                  <a:cubicBezTo>
                    <a:pt x="7" y="30"/>
                    <a:pt x="6" y="31"/>
                    <a:pt x="6" y="31"/>
                  </a:cubicBezTo>
                  <a:cubicBezTo>
                    <a:pt x="5" y="31"/>
                    <a:pt x="5" y="31"/>
                    <a:pt x="6" y="32"/>
                  </a:cubicBezTo>
                  <a:cubicBezTo>
                    <a:pt x="6" y="32"/>
                    <a:pt x="6" y="33"/>
                    <a:pt x="6" y="33"/>
                  </a:cubicBezTo>
                  <a:cubicBezTo>
                    <a:pt x="6" y="34"/>
                    <a:pt x="7" y="35"/>
                    <a:pt x="7" y="34"/>
                  </a:cubicBezTo>
                  <a:cubicBezTo>
                    <a:pt x="7" y="34"/>
                    <a:pt x="7" y="34"/>
                    <a:pt x="6" y="34"/>
                  </a:cubicBezTo>
                  <a:cubicBezTo>
                    <a:pt x="7" y="35"/>
                    <a:pt x="7" y="34"/>
                    <a:pt x="8" y="34"/>
                  </a:cubicBezTo>
                  <a:cubicBezTo>
                    <a:pt x="8" y="34"/>
                    <a:pt x="7" y="35"/>
                    <a:pt x="7" y="35"/>
                  </a:cubicBezTo>
                  <a:cubicBezTo>
                    <a:pt x="7" y="35"/>
                    <a:pt x="7" y="35"/>
                    <a:pt x="6" y="35"/>
                  </a:cubicBezTo>
                  <a:cubicBezTo>
                    <a:pt x="7" y="35"/>
                    <a:pt x="7" y="35"/>
                    <a:pt x="7" y="36"/>
                  </a:cubicBezTo>
                  <a:cubicBezTo>
                    <a:pt x="7" y="36"/>
                    <a:pt x="7" y="35"/>
                    <a:pt x="7" y="35"/>
                  </a:cubicBezTo>
                  <a:cubicBezTo>
                    <a:pt x="8" y="35"/>
                    <a:pt x="8" y="36"/>
                    <a:pt x="8" y="35"/>
                  </a:cubicBezTo>
                  <a:cubicBezTo>
                    <a:pt x="8" y="35"/>
                    <a:pt x="8" y="35"/>
                    <a:pt x="8" y="34"/>
                  </a:cubicBezTo>
                  <a:cubicBezTo>
                    <a:pt x="9" y="34"/>
                    <a:pt x="9" y="33"/>
                    <a:pt x="8" y="34"/>
                  </a:cubicBezTo>
                  <a:cubicBezTo>
                    <a:pt x="8" y="33"/>
                    <a:pt x="9" y="33"/>
                    <a:pt x="9" y="33"/>
                  </a:cubicBezTo>
                  <a:cubicBezTo>
                    <a:pt x="9" y="33"/>
                    <a:pt x="9" y="32"/>
                    <a:pt x="9" y="32"/>
                  </a:cubicBezTo>
                  <a:cubicBezTo>
                    <a:pt x="9" y="32"/>
                    <a:pt x="9" y="30"/>
                    <a:pt x="9" y="30"/>
                  </a:cubicBezTo>
                  <a:close/>
                  <a:moveTo>
                    <a:pt x="34" y="36"/>
                  </a:moveTo>
                  <a:cubicBezTo>
                    <a:pt x="34" y="36"/>
                    <a:pt x="33" y="36"/>
                    <a:pt x="33" y="36"/>
                  </a:cubicBezTo>
                  <a:cubicBezTo>
                    <a:pt x="33" y="36"/>
                    <a:pt x="34" y="36"/>
                    <a:pt x="34" y="36"/>
                  </a:cubicBezTo>
                  <a:cubicBezTo>
                    <a:pt x="34" y="36"/>
                    <a:pt x="35" y="36"/>
                    <a:pt x="34" y="36"/>
                  </a:cubicBezTo>
                  <a:cubicBezTo>
                    <a:pt x="34" y="36"/>
                    <a:pt x="34" y="36"/>
                    <a:pt x="34" y="36"/>
                  </a:cubicBezTo>
                  <a:close/>
                  <a:moveTo>
                    <a:pt x="44" y="42"/>
                  </a:moveTo>
                  <a:cubicBezTo>
                    <a:pt x="44" y="42"/>
                    <a:pt x="42" y="42"/>
                    <a:pt x="43" y="43"/>
                  </a:cubicBezTo>
                  <a:cubicBezTo>
                    <a:pt x="43" y="43"/>
                    <a:pt x="44" y="43"/>
                    <a:pt x="44" y="42"/>
                  </a:cubicBezTo>
                  <a:close/>
                  <a:moveTo>
                    <a:pt x="32" y="43"/>
                  </a:moveTo>
                  <a:cubicBezTo>
                    <a:pt x="32" y="42"/>
                    <a:pt x="31" y="42"/>
                    <a:pt x="31" y="42"/>
                  </a:cubicBezTo>
                  <a:cubicBezTo>
                    <a:pt x="31" y="41"/>
                    <a:pt x="31" y="40"/>
                    <a:pt x="31" y="40"/>
                  </a:cubicBezTo>
                  <a:cubicBezTo>
                    <a:pt x="31" y="39"/>
                    <a:pt x="30" y="39"/>
                    <a:pt x="30" y="39"/>
                  </a:cubicBezTo>
                  <a:cubicBezTo>
                    <a:pt x="30" y="38"/>
                    <a:pt x="30" y="37"/>
                    <a:pt x="29" y="36"/>
                  </a:cubicBezTo>
                  <a:cubicBezTo>
                    <a:pt x="29" y="36"/>
                    <a:pt x="29" y="37"/>
                    <a:pt x="29" y="37"/>
                  </a:cubicBezTo>
                  <a:cubicBezTo>
                    <a:pt x="29" y="37"/>
                    <a:pt x="29" y="36"/>
                    <a:pt x="29" y="36"/>
                  </a:cubicBezTo>
                  <a:cubicBezTo>
                    <a:pt x="29" y="37"/>
                    <a:pt x="29" y="37"/>
                    <a:pt x="30" y="38"/>
                  </a:cubicBezTo>
                  <a:cubicBezTo>
                    <a:pt x="30" y="38"/>
                    <a:pt x="30" y="39"/>
                    <a:pt x="31" y="40"/>
                  </a:cubicBezTo>
                  <a:cubicBezTo>
                    <a:pt x="31" y="40"/>
                    <a:pt x="30" y="41"/>
                    <a:pt x="31" y="42"/>
                  </a:cubicBezTo>
                  <a:cubicBezTo>
                    <a:pt x="31" y="42"/>
                    <a:pt x="30" y="42"/>
                    <a:pt x="30" y="42"/>
                  </a:cubicBezTo>
                  <a:cubicBezTo>
                    <a:pt x="30" y="42"/>
                    <a:pt x="30" y="42"/>
                    <a:pt x="30" y="42"/>
                  </a:cubicBezTo>
                  <a:cubicBezTo>
                    <a:pt x="30" y="41"/>
                    <a:pt x="29" y="41"/>
                    <a:pt x="29" y="42"/>
                  </a:cubicBezTo>
                  <a:cubicBezTo>
                    <a:pt x="30" y="42"/>
                    <a:pt x="30" y="42"/>
                    <a:pt x="30" y="42"/>
                  </a:cubicBezTo>
                  <a:cubicBezTo>
                    <a:pt x="31" y="43"/>
                    <a:pt x="32" y="43"/>
                    <a:pt x="32" y="43"/>
                  </a:cubicBezTo>
                  <a:cubicBezTo>
                    <a:pt x="32" y="44"/>
                    <a:pt x="32" y="44"/>
                    <a:pt x="33" y="45"/>
                  </a:cubicBezTo>
                  <a:cubicBezTo>
                    <a:pt x="33" y="45"/>
                    <a:pt x="33" y="44"/>
                    <a:pt x="33" y="44"/>
                  </a:cubicBezTo>
                  <a:cubicBezTo>
                    <a:pt x="33" y="44"/>
                    <a:pt x="33" y="44"/>
                    <a:pt x="33" y="44"/>
                  </a:cubicBezTo>
                  <a:cubicBezTo>
                    <a:pt x="33" y="43"/>
                    <a:pt x="33" y="43"/>
                    <a:pt x="32" y="43"/>
                  </a:cubicBezTo>
                  <a:close/>
                  <a:moveTo>
                    <a:pt x="41" y="47"/>
                  </a:moveTo>
                  <a:cubicBezTo>
                    <a:pt x="42" y="47"/>
                    <a:pt x="42" y="46"/>
                    <a:pt x="41" y="47"/>
                  </a:cubicBezTo>
                  <a:cubicBezTo>
                    <a:pt x="41" y="47"/>
                    <a:pt x="41" y="47"/>
                    <a:pt x="40" y="47"/>
                  </a:cubicBezTo>
                  <a:cubicBezTo>
                    <a:pt x="40" y="47"/>
                    <a:pt x="40" y="47"/>
                    <a:pt x="40" y="48"/>
                  </a:cubicBezTo>
                  <a:cubicBezTo>
                    <a:pt x="40" y="48"/>
                    <a:pt x="41" y="48"/>
                    <a:pt x="41" y="48"/>
                  </a:cubicBezTo>
                  <a:cubicBezTo>
                    <a:pt x="42" y="49"/>
                    <a:pt x="41" y="49"/>
                    <a:pt x="40" y="49"/>
                  </a:cubicBezTo>
                  <a:cubicBezTo>
                    <a:pt x="40" y="49"/>
                    <a:pt x="40" y="50"/>
                    <a:pt x="40" y="50"/>
                  </a:cubicBezTo>
                  <a:cubicBezTo>
                    <a:pt x="40" y="50"/>
                    <a:pt x="39" y="50"/>
                    <a:pt x="39" y="50"/>
                  </a:cubicBezTo>
                  <a:cubicBezTo>
                    <a:pt x="39" y="50"/>
                    <a:pt x="39" y="50"/>
                    <a:pt x="39" y="50"/>
                  </a:cubicBezTo>
                  <a:cubicBezTo>
                    <a:pt x="39" y="51"/>
                    <a:pt x="38" y="51"/>
                    <a:pt x="38" y="51"/>
                  </a:cubicBezTo>
                  <a:cubicBezTo>
                    <a:pt x="38" y="52"/>
                    <a:pt x="37" y="52"/>
                    <a:pt x="37" y="53"/>
                  </a:cubicBezTo>
                  <a:cubicBezTo>
                    <a:pt x="37" y="52"/>
                    <a:pt x="38" y="52"/>
                    <a:pt x="38" y="52"/>
                  </a:cubicBezTo>
                  <a:cubicBezTo>
                    <a:pt x="38" y="52"/>
                    <a:pt x="38" y="51"/>
                    <a:pt x="39" y="51"/>
                  </a:cubicBezTo>
                  <a:cubicBezTo>
                    <a:pt x="39" y="51"/>
                    <a:pt x="40" y="51"/>
                    <a:pt x="40" y="50"/>
                  </a:cubicBezTo>
                  <a:cubicBezTo>
                    <a:pt x="40" y="50"/>
                    <a:pt x="40" y="50"/>
                    <a:pt x="40" y="50"/>
                  </a:cubicBezTo>
                  <a:cubicBezTo>
                    <a:pt x="41" y="50"/>
                    <a:pt x="42" y="49"/>
                    <a:pt x="42" y="48"/>
                  </a:cubicBezTo>
                  <a:cubicBezTo>
                    <a:pt x="42" y="48"/>
                    <a:pt x="41" y="47"/>
                    <a:pt x="41" y="47"/>
                  </a:cubicBezTo>
                  <a:close/>
                  <a:moveTo>
                    <a:pt x="47" y="63"/>
                  </a:moveTo>
                  <a:cubicBezTo>
                    <a:pt x="46" y="63"/>
                    <a:pt x="46" y="64"/>
                    <a:pt x="45" y="64"/>
                  </a:cubicBezTo>
                  <a:cubicBezTo>
                    <a:pt x="44" y="64"/>
                    <a:pt x="45" y="63"/>
                    <a:pt x="44" y="63"/>
                  </a:cubicBezTo>
                  <a:cubicBezTo>
                    <a:pt x="44" y="63"/>
                    <a:pt x="44" y="63"/>
                    <a:pt x="44" y="63"/>
                  </a:cubicBezTo>
                  <a:cubicBezTo>
                    <a:pt x="43" y="63"/>
                    <a:pt x="43" y="63"/>
                    <a:pt x="43" y="63"/>
                  </a:cubicBezTo>
                  <a:cubicBezTo>
                    <a:pt x="43" y="63"/>
                    <a:pt x="43" y="64"/>
                    <a:pt x="42" y="64"/>
                  </a:cubicBezTo>
                  <a:cubicBezTo>
                    <a:pt x="42" y="64"/>
                    <a:pt x="42" y="64"/>
                    <a:pt x="41" y="64"/>
                  </a:cubicBezTo>
                  <a:cubicBezTo>
                    <a:pt x="41" y="64"/>
                    <a:pt x="41" y="64"/>
                    <a:pt x="41" y="64"/>
                  </a:cubicBezTo>
                  <a:cubicBezTo>
                    <a:pt x="41" y="64"/>
                    <a:pt x="41" y="65"/>
                    <a:pt x="41" y="65"/>
                  </a:cubicBezTo>
                  <a:cubicBezTo>
                    <a:pt x="41" y="65"/>
                    <a:pt x="41" y="66"/>
                    <a:pt x="41" y="66"/>
                  </a:cubicBezTo>
                  <a:cubicBezTo>
                    <a:pt x="42" y="66"/>
                    <a:pt x="42" y="66"/>
                    <a:pt x="43" y="66"/>
                  </a:cubicBezTo>
                  <a:cubicBezTo>
                    <a:pt x="43" y="66"/>
                    <a:pt x="44" y="66"/>
                    <a:pt x="44" y="66"/>
                  </a:cubicBezTo>
                  <a:cubicBezTo>
                    <a:pt x="44" y="66"/>
                    <a:pt x="45" y="66"/>
                    <a:pt x="44" y="66"/>
                  </a:cubicBezTo>
                  <a:cubicBezTo>
                    <a:pt x="45" y="66"/>
                    <a:pt x="45" y="66"/>
                    <a:pt x="46" y="66"/>
                  </a:cubicBezTo>
                  <a:cubicBezTo>
                    <a:pt x="46" y="66"/>
                    <a:pt x="46" y="65"/>
                    <a:pt x="46" y="65"/>
                  </a:cubicBezTo>
                  <a:cubicBezTo>
                    <a:pt x="47" y="65"/>
                    <a:pt x="47" y="64"/>
                    <a:pt x="47" y="63"/>
                  </a:cubicBezTo>
                  <a:cubicBezTo>
                    <a:pt x="48" y="63"/>
                    <a:pt x="48" y="62"/>
                    <a:pt x="48" y="62"/>
                  </a:cubicBezTo>
                  <a:cubicBezTo>
                    <a:pt x="47" y="62"/>
                    <a:pt x="47" y="63"/>
                    <a:pt x="47" y="63"/>
                  </a:cubicBezTo>
                  <a:close/>
                  <a:moveTo>
                    <a:pt x="30" y="30"/>
                  </a:moveTo>
                  <a:cubicBezTo>
                    <a:pt x="30" y="30"/>
                    <a:pt x="30" y="30"/>
                    <a:pt x="30" y="29"/>
                  </a:cubicBezTo>
                  <a:cubicBezTo>
                    <a:pt x="29" y="29"/>
                    <a:pt x="29" y="29"/>
                    <a:pt x="29" y="28"/>
                  </a:cubicBezTo>
                  <a:cubicBezTo>
                    <a:pt x="28" y="28"/>
                    <a:pt x="28" y="27"/>
                    <a:pt x="28" y="26"/>
                  </a:cubicBezTo>
                  <a:cubicBezTo>
                    <a:pt x="28" y="25"/>
                    <a:pt x="27" y="25"/>
                    <a:pt x="27" y="25"/>
                  </a:cubicBezTo>
                  <a:cubicBezTo>
                    <a:pt x="27" y="26"/>
                    <a:pt x="27" y="26"/>
                    <a:pt x="27" y="26"/>
                  </a:cubicBezTo>
                  <a:cubicBezTo>
                    <a:pt x="28" y="26"/>
                    <a:pt x="28" y="26"/>
                    <a:pt x="28" y="27"/>
                  </a:cubicBezTo>
                  <a:cubicBezTo>
                    <a:pt x="28" y="27"/>
                    <a:pt x="28" y="27"/>
                    <a:pt x="28" y="27"/>
                  </a:cubicBezTo>
                  <a:cubicBezTo>
                    <a:pt x="28" y="27"/>
                    <a:pt x="28" y="27"/>
                    <a:pt x="28" y="27"/>
                  </a:cubicBezTo>
                  <a:cubicBezTo>
                    <a:pt x="28" y="28"/>
                    <a:pt x="29" y="28"/>
                    <a:pt x="29" y="29"/>
                  </a:cubicBezTo>
                  <a:cubicBezTo>
                    <a:pt x="29" y="29"/>
                    <a:pt x="30" y="30"/>
                    <a:pt x="29" y="30"/>
                  </a:cubicBezTo>
                  <a:cubicBezTo>
                    <a:pt x="29" y="30"/>
                    <a:pt x="28" y="31"/>
                    <a:pt x="29" y="31"/>
                  </a:cubicBezTo>
                  <a:cubicBezTo>
                    <a:pt x="29" y="31"/>
                    <a:pt x="30" y="31"/>
                    <a:pt x="30" y="30"/>
                  </a:cubicBezTo>
                  <a:close/>
                  <a:moveTo>
                    <a:pt x="38" y="45"/>
                  </a:moveTo>
                  <a:cubicBezTo>
                    <a:pt x="37" y="45"/>
                    <a:pt x="38" y="47"/>
                    <a:pt x="38" y="47"/>
                  </a:cubicBezTo>
                  <a:cubicBezTo>
                    <a:pt x="38" y="47"/>
                    <a:pt x="39" y="47"/>
                    <a:pt x="39" y="47"/>
                  </a:cubicBezTo>
                  <a:cubicBezTo>
                    <a:pt x="40" y="47"/>
                    <a:pt x="40" y="47"/>
                    <a:pt x="40" y="47"/>
                  </a:cubicBezTo>
                  <a:cubicBezTo>
                    <a:pt x="40" y="46"/>
                    <a:pt x="39" y="47"/>
                    <a:pt x="39" y="46"/>
                  </a:cubicBezTo>
                  <a:cubicBezTo>
                    <a:pt x="39" y="46"/>
                    <a:pt x="39" y="46"/>
                    <a:pt x="38" y="46"/>
                  </a:cubicBezTo>
                  <a:cubicBezTo>
                    <a:pt x="38" y="46"/>
                    <a:pt x="38" y="45"/>
                    <a:pt x="38" y="45"/>
                  </a:cubicBezTo>
                  <a:close/>
                  <a:moveTo>
                    <a:pt x="38" y="32"/>
                  </a:moveTo>
                  <a:cubicBezTo>
                    <a:pt x="37" y="33"/>
                    <a:pt x="38" y="32"/>
                    <a:pt x="38" y="32"/>
                  </a:cubicBezTo>
                  <a:cubicBezTo>
                    <a:pt x="38" y="32"/>
                    <a:pt x="38" y="31"/>
                    <a:pt x="38" y="31"/>
                  </a:cubicBezTo>
                  <a:cubicBezTo>
                    <a:pt x="38" y="31"/>
                    <a:pt x="38" y="31"/>
                    <a:pt x="38" y="31"/>
                  </a:cubicBezTo>
                  <a:cubicBezTo>
                    <a:pt x="37" y="32"/>
                    <a:pt x="37" y="32"/>
                    <a:pt x="37" y="32"/>
                  </a:cubicBezTo>
                  <a:cubicBezTo>
                    <a:pt x="38" y="32"/>
                    <a:pt x="37" y="33"/>
                    <a:pt x="37" y="33"/>
                  </a:cubicBezTo>
                  <a:cubicBezTo>
                    <a:pt x="38" y="33"/>
                    <a:pt x="37" y="33"/>
                    <a:pt x="38" y="32"/>
                  </a:cubicBezTo>
                  <a:close/>
                  <a:moveTo>
                    <a:pt x="24" y="37"/>
                  </a:moveTo>
                  <a:cubicBezTo>
                    <a:pt x="24" y="37"/>
                    <a:pt x="23" y="36"/>
                    <a:pt x="23" y="36"/>
                  </a:cubicBezTo>
                  <a:cubicBezTo>
                    <a:pt x="22" y="36"/>
                    <a:pt x="23" y="37"/>
                    <a:pt x="22" y="37"/>
                  </a:cubicBezTo>
                  <a:cubicBezTo>
                    <a:pt x="23" y="37"/>
                    <a:pt x="24" y="37"/>
                    <a:pt x="24" y="38"/>
                  </a:cubicBezTo>
                  <a:cubicBezTo>
                    <a:pt x="25" y="38"/>
                    <a:pt x="25" y="38"/>
                    <a:pt x="25" y="38"/>
                  </a:cubicBezTo>
                  <a:cubicBezTo>
                    <a:pt x="25" y="38"/>
                    <a:pt x="26" y="39"/>
                    <a:pt x="26" y="39"/>
                  </a:cubicBezTo>
                  <a:cubicBezTo>
                    <a:pt x="26" y="38"/>
                    <a:pt x="25" y="38"/>
                    <a:pt x="24" y="37"/>
                  </a:cubicBezTo>
                  <a:close/>
                  <a:moveTo>
                    <a:pt x="50" y="50"/>
                  </a:moveTo>
                  <a:cubicBezTo>
                    <a:pt x="50" y="50"/>
                    <a:pt x="49" y="50"/>
                    <a:pt x="49" y="50"/>
                  </a:cubicBezTo>
                  <a:cubicBezTo>
                    <a:pt x="48" y="50"/>
                    <a:pt x="48" y="50"/>
                    <a:pt x="48" y="50"/>
                  </a:cubicBezTo>
                  <a:cubicBezTo>
                    <a:pt x="48" y="50"/>
                    <a:pt x="48" y="50"/>
                    <a:pt x="48" y="51"/>
                  </a:cubicBezTo>
                  <a:cubicBezTo>
                    <a:pt x="48" y="51"/>
                    <a:pt x="49" y="50"/>
                    <a:pt x="50" y="50"/>
                  </a:cubicBezTo>
                  <a:cubicBezTo>
                    <a:pt x="50" y="50"/>
                    <a:pt x="51" y="51"/>
                    <a:pt x="51" y="51"/>
                  </a:cubicBezTo>
                  <a:cubicBezTo>
                    <a:pt x="53" y="51"/>
                    <a:pt x="50" y="50"/>
                    <a:pt x="50" y="50"/>
                  </a:cubicBezTo>
                  <a:close/>
                  <a:moveTo>
                    <a:pt x="48" y="60"/>
                  </a:moveTo>
                  <a:cubicBezTo>
                    <a:pt x="48" y="59"/>
                    <a:pt x="48" y="60"/>
                    <a:pt x="48" y="60"/>
                  </a:cubicBezTo>
                  <a:cubicBezTo>
                    <a:pt x="47" y="60"/>
                    <a:pt x="48" y="60"/>
                    <a:pt x="48" y="61"/>
                  </a:cubicBezTo>
                  <a:cubicBezTo>
                    <a:pt x="48" y="60"/>
                    <a:pt x="48" y="60"/>
                    <a:pt x="49" y="60"/>
                  </a:cubicBezTo>
                  <a:cubicBezTo>
                    <a:pt x="49" y="60"/>
                    <a:pt x="48" y="60"/>
                    <a:pt x="48" y="60"/>
                  </a:cubicBezTo>
                  <a:close/>
                  <a:moveTo>
                    <a:pt x="11" y="21"/>
                  </a:moveTo>
                  <a:cubicBezTo>
                    <a:pt x="10" y="22"/>
                    <a:pt x="11" y="22"/>
                    <a:pt x="11" y="22"/>
                  </a:cubicBezTo>
                  <a:cubicBezTo>
                    <a:pt x="11" y="22"/>
                    <a:pt x="12" y="22"/>
                    <a:pt x="12" y="21"/>
                  </a:cubicBezTo>
                  <a:cubicBezTo>
                    <a:pt x="13" y="21"/>
                    <a:pt x="14" y="21"/>
                    <a:pt x="13" y="21"/>
                  </a:cubicBezTo>
                  <a:cubicBezTo>
                    <a:pt x="12" y="21"/>
                    <a:pt x="11" y="21"/>
                    <a:pt x="11" y="2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50" name="Azerbaijan">
              <a:extLst>
                <a:ext uri="{FF2B5EF4-FFF2-40B4-BE49-F238E27FC236}">
                  <a16:creationId xmlns:a16="http://schemas.microsoft.com/office/drawing/2014/main" id="{E5678F4A-583B-DACB-2EFE-340C9C0E3753}"/>
                </a:ext>
              </a:extLst>
            </p:cNvPr>
            <p:cNvSpPr>
              <a:spLocks noEditPoints="1"/>
            </p:cNvSpPr>
            <p:nvPr/>
          </p:nvSpPr>
          <p:spPr bwMode="auto">
            <a:xfrm>
              <a:off x="7141447" y="2413357"/>
              <a:ext cx="177409" cy="138203"/>
            </a:xfrm>
            <a:custGeom>
              <a:avLst/>
              <a:gdLst/>
              <a:ahLst/>
              <a:cxnLst>
                <a:cxn ang="0">
                  <a:pos x="46" y="15"/>
                </a:cxn>
                <a:cxn ang="0">
                  <a:pos x="41" y="13"/>
                </a:cxn>
                <a:cxn ang="0">
                  <a:pos x="38" y="10"/>
                </a:cxn>
                <a:cxn ang="0">
                  <a:pos x="33" y="3"/>
                </a:cxn>
                <a:cxn ang="0">
                  <a:pos x="29" y="4"/>
                </a:cxn>
                <a:cxn ang="0">
                  <a:pos x="26" y="6"/>
                </a:cxn>
                <a:cxn ang="0">
                  <a:pos x="23" y="7"/>
                </a:cxn>
                <a:cxn ang="0">
                  <a:pos x="19" y="5"/>
                </a:cxn>
                <a:cxn ang="0">
                  <a:pos x="16" y="2"/>
                </a:cxn>
                <a:cxn ang="0">
                  <a:pos x="13" y="1"/>
                </a:cxn>
                <a:cxn ang="0">
                  <a:pos x="10" y="2"/>
                </a:cxn>
                <a:cxn ang="0">
                  <a:pos x="13" y="5"/>
                </a:cxn>
                <a:cxn ang="0">
                  <a:pos x="13" y="9"/>
                </a:cxn>
                <a:cxn ang="0">
                  <a:pos x="7" y="8"/>
                </a:cxn>
                <a:cxn ang="0">
                  <a:pos x="5" y="6"/>
                </a:cxn>
                <a:cxn ang="0">
                  <a:pos x="0" y="7"/>
                </a:cxn>
                <a:cxn ang="0">
                  <a:pos x="1" y="9"/>
                </a:cxn>
                <a:cxn ang="0">
                  <a:pos x="4" y="10"/>
                </a:cxn>
                <a:cxn ang="0">
                  <a:pos x="6" y="16"/>
                </a:cxn>
                <a:cxn ang="0">
                  <a:pos x="10" y="18"/>
                </a:cxn>
                <a:cxn ang="0">
                  <a:pos x="8" y="21"/>
                </a:cxn>
                <a:cxn ang="0">
                  <a:pos x="10" y="23"/>
                </a:cxn>
                <a:cxn ang="0">
                  <a:pos x="14" y="25"/>
                </a:cxn>
                <a:cxn ang="0">
                  <a:pos x="16" y="28"/>
                </a:cxn>
                <a:cxn ang="0">
                  <a:pos x="16" y="30"/>
                </a:cxn>
                <a:cxn ang="0">
                  <a:pos x="19" y="31"/>
                </a:cxn>
                <a:cxn ang="0">
                  <a:pos x="22" y="28"/>
                </a:cxn>
                <a:cxn ang="0">
                  <a:pos x="25" y="26"/>
                </a:cxn>
                <a:cxn ang="0">
                  <a:pos x="30" y="25"/>
                </a:cxn>
                <a:cxn ang="0">
                  <a:pos x="33" y="31"/>
                </a:cxn>
                <a:cxn ang="0">
                  <a:pos x="32" y="35"/>
                </a:cxn>
                <a:cxn ang="0">
                  <a:pos x="35" y="36"/>
                </a:cxn>
                <a:cxn ang="0">
                  <a:pos x="38" y="35"/>
                </a:cxn>
                <a:cxn ang="0">
                  <a:pos x="38" y="30"/>
                </a:cxn>
                <a:cxn ang="0">
                  <a:pos x="40" y="32"/>
                </a:cxn>
                <a:cxn ang="0">
                  <a:pos x="42" y="29"/>
                </a:cxn>
                <a:cxn ang="0">
                  <a:pos x="42" y="27"/>
                </a:cxn>
                <a:cxn ang="0">
                  <a:pos x="42" y="24"/>
                </a:cxn>
                <a:cxn ang="0">
                  <a:pos x="42" y="21"/>
                </a:cxn>
                <a:cxn ang="0">
                  <a:pos x="44" y="18"/>
                </a:cxn>
                <a:cxn ang="0">
                  <a:pos x="49" y="18"/>
                </a:cxn>
                <a:cxn ang="0">
                  <a:pos x="6" y="14"/>
                </a:cxn>
                <a:cxn ang="0">
                  <a:pos x="14" y="33"/>
                </a:cxn>
                <a:cxn ang="0">
                  <a:pos x="9" y="32"/>
                </a:cxn>
                <a:cxn ang="0">
                  <a:pos x="6" y="30"/>
                </a:cxn>
                <a:cxn ang="0">
                  <a:pos x="1" y="25"/>
                </a:cxn>
                <a:cxn ang="0">
                  <a:pos x="2" y="24"/>
                </a:cxn>
                <a:cxn ang="0">
                  <a:pos x="4" y="25"/>
                </a:cxn>
                <a:cxn ang="0">
                  <a:pos x="8" y="26"/>
                </a:cxn>
                <a:cxn ang="0">
                  <a:pos x="11" y="28"/>
                </a:cxn>
              </a:cxnLst>
              <a:rect l="0" t="0" r="r" b="b"/>
              <a:pathLst>
                <a:path w="50" h="39">
                  <a:moveTo>
                    <a:pt x="48" y="16"/>
                  </a:moveTo>
                  <a:cubicBezTo>
                    <a:pt x="48" y="16"/>
                    <a:pt x="48" y="16"/>
                    <a:pt x="47" y="15"/>
                  </a:cubicBezTo>
                  <a:cubicBezTo>
                    <a:pt x="47" y="15"/>
                    <a:pt x="46" y="15"/>
                    <a:pt x="46" y="15"/>
                  </a:cubicBezTo>
                  <a:cubicBezTo>
                    <a:pt x="46" y="15"/>
                    <a:pt x="46" y="15"/>
                    <a:pt x="46" y="15"/>
                  </a:cubicBezTo>
                  <a:cubicBezTo>
                    <a:pt x="44" y="14"/>
                    <a:pt x="43" y="15"/>
                    <a:pt x="42" y="14"/>
                  </a:cubicBezTo>
                  <a:cubicBezTo>
                    <a:pt x="42" y="14"/>
                    <a:pt x="41" y="14"/>
                    <a:pt x="41" y="13"/>
                  </a:cubicBezTo>
                  <a:cubicBezTo>
                    <a:pt x="41" y="13"/>
                    <a:pt x="41" y="13"/>
                    <a:pt x="41" y="12"/>
                  </a:cubicBezTo>
                  <a:cubicBezTo>
                    <a:pt x="41" y="12"/>
                    <a:pt x="40" y="12"/>
                    <a:pt x="40" y="12"/>
                  </a:cubicBezTo>
                  <a:cubicBezTo>
                    <a:pt x="39" y="11"/>
                    <a:pt x="38" y="11"/>
                    <a:pt x="38" y="10"/>
                  </a:cubicBezTo>
                  <a:cubicBezTo>
                    <a:pt x="37" y="9"/>
                    <a:pt x="37" y="8"/>
                    <a:pt x="36" y="7"/>
                  </a:cubicBezTo>
                  <a:cubicBezTo>
                    <a:pt x="36" y="6"/>
                    <a:pt x="35" y="6"/>
                    <a:pt x="35" y="5"/>
                  </a:cubicBezTo>
                  <a:cubicBezTo>
                    <a:pt x="34" y="5"/>
                    <a:pt x="34" y="4"/>
                    <a:pt x="33" y="3"/>
                  </a:cubicBezTo>
                  <a:cubicBezTo>
                    <a:pt x="32" y="2"/>
                    <a:pt x="32" y="1"/>
                    <a:pt x="30" y="1"/>
                  </a:cubicBezTo>
                  <a:cubicBezTo>
                    <a:pt x="30" y="1"/>
                    <a:pt x="30" y="2"/>
                    <a:pt x="29" y="3"/>
                  </a:cubicBezTo>
                  <a:cubicBezTo>
                    <a:pt x="29" y="3"/>
                    <a:pt x="29" y="3"/>
                    <a:pt x="29" y="4"/>
                  </a:cubicBezTo>
                  <a:cubicBezTo>
                    <a:pt x="28" y="4"/>
                    <a:pt x="28" y="4"/>
                    <a:pt x="27" y="5"/>
                  </a:cubicBezTo>
                  <a:cubicBezTo>
                    <a:pt x="26" y="5"/>
                    <a:pt x="26" y="5"/>
                    <a:pt x="26" y="6"/>
                  </a:cubicBezTo>
                  <a:cubicBezTo>
                    <a:pt x="26" y="6"/>
                    <a:pt x="26" y="6"/>
                    <a:pt x="26" y="6"/>
                  </a:cubicBezTo>
                  <a:cubicBezTo>
                    <a:pt x="26" y="6"/>
                    <a:pt x="25" y="7"/>
                    <a:pt x="25" y="7"/>
                  </a:cubicBezTo>
                  <a:cubicBezTo>
                    <a:pt x="25" y="7"/>
                    <a:pt x="26" y="7"/>
                    <a:pt x="25" y="8"/>
                  </a:cubicBezTo>
                  <a:cubicBezTo>
                    <a:pt x="25" y="8"/>
                    <a:pt x="24" y="7"/>
                    <a:pt x="23" y="7"/>
                  </a:cubicBezTo>
                  <a:cubicBezTo>
                    <a:pt x="22" y="8"/>
                    <a:pt x="22" y="7"/>
                    <a:pt x="21" y="7"/>
                  </a:cubicBezTo>
                  <a:cubicBezTo>
                    <a:pt x="21" y="7"/>
                    <a:pt x="20" y="7"/>
                    <a:pt x="20" y="7"/>
                  </a:cubicBezTo>
                  <a:cubicBezTo>
                    <a:pt x="19" y="6"/>
                    <a:pt x="19" y="5"/>
                    <a:pt x="19" y="5"/>
                  </a:cubicBezTo>
                  <a:cubicBezTo>
                    <a:pt x="19" y="5"/>
                    <a:pt x="19" y="4"/>
                    <a:pt x="18" y="4"/>
                  </a:cubicBezTo>
                  <a:cubicBezTo>
                    <a:pt x="18" y="3"/>
                    <a:pt x="17" y="4"/>
                    <a:pt x="17" y="4"/>
                  </a:cubicBezTo>
                  <a:cubicBezTo>
                    <a:pt x="17" y="3"/>
                    <a:pt x="17" y="3"/>
                    <a:pt x="16" y="2"/>
                  </a:cubicBezTo>
                  <a:cubicBezTo>
                    <a:pt x="16" y="2"/>
                    <a:pt x="15" y="2"/>
                    <a:pt x="15" y="2"/>
                  </a:cubicBezTo>
                  <a:cubicBezTo>
                    <a:pt x="15" y="1"/>
                    <a:pt x="14" y="1"/>
                    <a:pt x="14" y="1"/>
                  </a:cubicBezTo>
                  <a:cubicBezTo>
                    <a:pt x="14" y="0"/>
                    <a:pt x="13" y="2"/>
                    <a:pt x="13" y="1"/>
                  </a:cubicBezTo>
                  <a:cubicBezTo>
                    <a:pt x="12" y="1"/>
                    <a:pt x="13" y="1"/>
                    <a:pt x="12" y="0"/>
                  </a:cubicBezTo>
                  <a:cubicBezTo>
                    <a:pt x="12" y="0"/>
                    <a:pt x="12" y="0"/>
                    <a:pt x="11" y="0"/>
                  </a:cubicBezTo>
                  <a:cubicBezTo>
                    <a:pt x="11" y="1"/>
                    <a:pt x="11" y="2"/>
                    <a:pt x="10" y="2"/>
                  </a:cubicBezTo>
                  <a:cubicBezTo>
                    <a:pt x="9" y="2"/>
                    <a:pt x="9" y="3"/>
                    <a:pt x="10" y="3"/>
                  </a:cubicBezTo>
                  <a:cubicBezTo>
                    <a:pt x="10" y="3"/>
                    <a:pt x="10" y="3"/>
                    <a:pt x="10" y="3"/>
                  </a:cubicBezTo>
                  <a:cubicBezTo>
                    <a:pt x="11" y="4"/>
                    <a:pt x="12" y="5"/>
                    <a:pt x="13" y="5"/>
                  </a:cubicBezTo>
                  <a:cubicBezTo>
                    <a:pt x="13" y="6"/>
                    <a:pt x="14" y="6"/>
                    <a:pt x="15" y="7"/>
                  </a:cubicBezTo>
                  <a:cubicBezTo>
                    <a:pt x="15" y="7"/>
                    <a:pt x="14" y="8"/>
                    <a:pt x="14" y="9"/>
                  </a:cubicBezTo>
                  <a:cubicBezTo>
                    <a:pt x="14" y="9"/>
                    <a:pt x="14" y="9"/>
                    <a:pt x="13" y="9"/>
                  </a:cubicBezTo>
                  <a:cubicBezTo>
                    <a:pt x="13" y="10"/>
                    <a:pt x="11" y="8"/>
                    <a:pt x="11" y="8"/>
                  </a:cubicBezTo>
                  <a:cubicBezTo>
                    <a:pt x="10" y="7"/>
                    <a:pt x="10" y="8"/>
                    <a:pt x="9" y="8"/>
                  </a:cubicBezTo>
                  <a:cubicBezTo>
                    <a:pt x="8" y="8"/>
                    <a:pt x="8" y="8"/>
                    <a:pt x="7" y="8"/>
                  </a:cubicBezTo>
                  <a:cubicBezTo>
                    <a:pt x="7" y="7"/>
                    <a:pt x="6" y="7"/>
                    <a:pt x="6" y="7"/>
                  </a:cubicBezTo>
                  <a:cubicBezTo>
                    <a:pt x="6" y="6"/>
                    <a:pt x="6" y="6"/>
                    <a:pt x="6" y="6"/>
                  </a:cubicBezTo>
                  <a:cubicBezTo>
                    <a:pt x="6" y="6"/>
                    <a:pt x="5" y="6"/>
                    <a:pt x="5" y="6"/>
                  </a:cubicBezTo>
                  <a:cubicBezTo>
                    <a:pt x="4" y="5"/>
                    <a:pt x="3" y="5"/>
                    <a:pt x="3" y="5"/>
                  </a:cubicBezTo>
                  <a:cubicBezTo>
                    <a:pt x="2" y="5"/>
                    <a:pt x="2" y="5"/>
                    <a:pt x="1" y="5"/>
                  </a:cubicBezTo>
                  <a:cubicBezTo>
                    <a:pt x="1" y="6"/>
                    <a:pt x="0" y="7"/>
                    <a:pt x="0" y="7"/>
                  </a:cubicBezTo>
                  <a:cubicBezTo>
                    <a:pt x="0" y="7"/>
                    <a:pt x="0" y="8"/>
                    <a:pt x="1" y="8"/>
                  </a:cubicBezTo>
                  <a:cubicBezTo>
                    <a:pt x="2" y="8"/>
                    <a:pt x="2" y="9"/>
                    <a:pt x="1" y="9"/>
                  </a:cubicBezTo>
                  <a:cubicBezTo>
                    <a:pt x="1" y="9"/>
                    <a:pt x="0" y="8"/>
                    <a:pt x="1" y="9"/>
                  </a:cubicBezTo>
                  <a:cubicBezTo>
                    <a:pt x="1" y="9"/>
                    <a:pt x="1" y="9"/>
                    <a:pt x="1" y="9"/>
                  </a:cubicBezTo>
                  <a:cubicBezTo>
                    <a:pt x="2" y="9"/>
                    <a:pt x="2" y="10"/>
                    <a:pt x="3" y="10"/>
                  </a:cubicBezTo>
                  <a:cubicBezTo>
                    <a:pt x="3" y="10"/>
                    <a:pt x="4" y="9"/>
                    <a:pt x="4" y="10"/>
                  </a:cubicBezTo>
                  <a:cubicBezTo>
                    <a:pt x="4" y="11"/>
                    <a:pt x="6" y="11"/>
                    <a:pt x="6" y="12"/>
                  </a:cubicBezTo>
                  <a:cubicBezTo>
                    <a:pt x="6" y="13"/>
                    <a:pt x="4" y="12"/>
                    <a:pt x="4" y="14"/>
                  </a:cubicBezTo>
                  <a:cubicBezTo>
                    <a:pt x="4" y="14"/>
                    <a:pt x="5" y="15"/>
                    <a:pt x="6" y="16"/>
                  </a:cubicBezTo>
                  <a:cubicBezTo>
                    <a:pt x="6" y="16"/>
                    <a:pt x="7" y="17"/>
                    <a:pt x="8" y="17"/>
                  </a:cubicBezTo>
                  <a:cubicBezTo>
                    <a:pt x="8" y="17"/>
                    <a:pt x="9" y="18"/>
                    <a:pt x="9" y="18"/>
                  </a:cubicBezTo>
                  <a:cubicBezTo>
                    <a:pt x="10" y="18"/>
                    <a:pt x="10" y="18"/>
                    <a:pt x="10" y="18"/>
                  </a:cubicBezTo>
                  <a:cubicBezTo>
                    <a:pt x="10" y="19"/>
                    <a:pt x="10" y="20"/>
                    <a:pt x="10" y="20"/>
                  </a:cubicBezTo>
                  <a:cubicBezTo>
                    <a:pt x="10" y="20"/>
                    <a:pt x="10" y="21"/>
                    <a:pt x="9" y="21"/>
                  </a:cubicBezTo>
                  <a:cubicBezTo>
                    <a:pt x="9" y="21"/>
                    <a:pt x="8" y="21"/>
                    <a:pt x="8" y="21"/>
                  </a:cubicBezTo>
                  <a:cubicBezTo>
                    <a:pt x="7" y="21"/>
                    <a:pt x="6" y="21"/>
                    <a:pt x="7" y="21"/>
                  </a:cubicBezTo>
                  <a:cubicBezTo>
                    <a:pt x="8" y="21"/>
                    <a:pt x="9" y="21"/>
                    <a:pt x="9" y="22"/>
                  </a:cubicBezTo>
                  <a:cubicBezTo>
                    <a:pt x="9" y="22"/>
                    <a:pt x="9" y="23"/>
                    <a:pt x="10" y="23"/>
                  </a:cubicBezTo>
                  <a:cubicBezTo>
                    <a:pt x="10" y="23"/>
                    <a:pt x="11" y="23"/>
                    <a:pt x="11" y="24"/>
                  </a:cubicBezTo>
                  <a:cubicBezTo>
                    <a:pt x="12" y="24"/>
                    <a:pt x="12" y="24"/>
                    <a:pt x="13" y="25"/>
                  </a:cubicBezTo>
                  <a:cubicBezTo>
                    <a:pt x="13" y="25"/>
                    <a:pt x="13" y="25"/>
                    <a:pt x="14" y="25"/>
                  </a:cubicBezTo>
                  <a:cubicBezTo>
                    <a:pt x="15" y="25"/>
                    <a:pt x="15" y="25"/>
                    <a:pt x="15" y="25"/>
                  </a:cubicBezTo>
                  <a:cubicBezTo>
                    <a:pt x="16" y="25"/>
                    <a:pt x="16" y="27"/>
                    <a:pt x="16" y="27"/>
                  </a:cubicBezTo>
                  <a:cubicBezTo>
                    <a:pt x="14" y="27"/>
                    <a:pt x="15" y="27"/>
                    <a:pt x="16" y="28"/>
                  </a:cubicBezTo>
                  <a:cubicBezTo>
                    <a:pt x="16" y="28"/>
                    <a:pt x="17" y="29"/>
                    <a:pt x="17" y="30"/>
                  </a:cubicBezTo>
                  <a:cubicBezTo>
                    <a:pt x="17" y="30"/>
                    <a:pt x="16" y="29"/>
                    <a:pt x="16" y="29"/>
                  </a:cubicBezTo>
                  <a:cubicBezTo>
                    <a:pt x="15" y="29"/>
                    <a:pt x="16" y="30"/>
                    <a:pt x="16" y="30"/>
                  </a:cubicBezTo>
                  <a:cubicBezTo>
                    <a:pt x="17" y="31"/>
                    <a:pt x="17" y="31"/>
                    <a:pt x="17" y="32"/>
                  </a:cubicBezTo>
                  <a:cubicBezTo>
                    <a:pt x="17" y="32"/>
                    <a:pt x="17" y="33"/>
                    <a:pt x="17" y="33"/>
                  </a:cubicBezTo>
                  <a:cubicBezTo>
                    <a:pt x="17" y="32"/>
                    <a:pt x="18" y="32"/>
                    <a:pt x="19" y="31"/>
                  </a:cubicBezTo>
                  <a:cubicBezTo>
                    <a:pt x="19" y="31"/>
                    <a:pt x="19" y="30"/>
                    <a:pt x="20" y="30"/>
                  </a:cubicBezTo>
                  <a:cubicBezTo>
                    <a:pt x="20" y="30"/>
                    <a:pt x="21" y="30"/>
                    <a:pt x="21" y="30"/>
                  </a:cubicBezTo>
                  <a:cubicBezTo>
                    <a:pt x="21" y="29"/>
                    <a:pt x="21" y="29"/>
                    <a:pt x="22" y="28"/>
                  </a:cubicBezTo>
                  <a:cubicBezTo>
                    <a:pt x="22" y="28"/>
                    <a:pt x="23" y="28"/>
                    <a:pt x="23" y="28"/>
                  </a:cubicBezTo>
                  <a:cubicBezTo>
                    <a:pt x="23" y="27"/>
                    <a:pt x="24" y="27"/>
                    <a:pt x="24" y="26"/>
                  </a:cubicBezTo>
                  <a:cubicBezTo>
                    <a:pt x="25" y="26"/>
                    <a:pt x="25" y="26"/>
                    <a:pt x="25" y="26"/>
                  </a:cubicBezTo>
                  <a:cubicBezTo>
                    <a:pt x="26" y="26"/>
                    <a:pt x="26" y="25"/>
                    <a:pt x="26" y="25"/>
                  </a:cubicBezTo>
                  <a:cubicBezTo>
                    <a:pt x="27" y="25"/>
                    <a:pt x="27" y="24"/>
                    <a:pt x="28" y="24"/>
                  </a:cubicBezTo>
                  <a:cubicBezTo>
                    <a:pt x="29" y="24"/>
                    <a:pt x="29" y="24"/>
                    <a:pt x="30" y="25"/>
                  </a:cubicBezTo>
                  <a:cubicBezTo>
                    <a:pt x="31" y="25"/>
                    <a:pt x="31" y="26"/>
                    <a:pt x="32" y="27"/>
                  </a:cubicBezTo>
                  <a:cubicBezTo>
                    <a:pt x="33" y="27"/>
                    <a:pt x="33" y="28"/>
                    <a:pt x="32" y="28"/>
                  </a:cubicBezTo>
                  <a:cubicBezTo>
                    <a:pt x="29" y="29"/>
                    <a:pt x="32" y="30"/>
                    <a:pt x="33" y="31"/>
                  </a:cubicBezTo>
                  <a:cubicBezTo>
                    <a:pt x="33" y="32"/>
                    <a:pt x="32" y="32"/>
                    <a:pt x="31" y="32"/>
                  </a:cubicBezTo>
                  <a:cubicBezTo>
                    <a:pt x="31" y="32"/>
                    <a:pt x="30" y="33"/>
                    <a:pt x="31" y="34"/>
                  </a:cubicBezTo>
                  <a:cubicBezTo>
                    <a:pt x="31" y="34"/>
                    <a:pt x="32" y="34"/>
                    <a:pt x="32" y="35"/>
                  </a:cubicBezTo>
                  <a:cubicBezTo>
                    <a:pt x="33" y="35"/>
                    <a:pt x="33" y="35"/>
                    <a:pt x="33" y="35"/>
                  </a:cubicBezTo>
                  <a:cubicBezTo>
                    <a:pt x="33" y="36"/>
                    <a:pt x="34" y="36"/>
                    <a:pt x="34" y="36"/>
                  </a:cubicBezTo>
                  <a:cubicBezTo>
                    <a:pt x="34" y="36"/>
                    <a:pt x="34" y="36"/>
                    <a:pt x="35" y="36"/>
                  </a:cubicBezTo>
                  <a:cubicBezTo>
                    <a:pt x="36" y="37"/>
                    <a:pt x="36" y="38"/>
                    <a:pt x="37" y="38"/>
                  </a:cubicBezTo>
                  <a:cubicBezTo>
                    <a:pt x="37" y="39"/>
                    <a:pt x="38" y="38"/>
                    <a:pt x="39" y="38"/>
                  </a:cubicBezTo>
                  <a:cubicBezTo>
                    <a:pt x="39" y="37"/>
                    <a:pt x="39" y="36"/>
                    <a:pt x="38" y="35"/>
                  </a:cubicBezTo>
                  <a:cubicBezTo>
                    <a:pt x="38" y="34"/>
                    <a:pt x="38" y="34"/>
                    <a:pt x="38" y="33"/>
                  </a:cubicBezTo>
                  <a:cubicBezTo>
                    <a:pt x="38" y="33"/>
                    <a:pt x="39" y="33"/>
                    <a:pt x="39" y="32"/>
                  </a:cubicBezTo>
                  <a:cubicBezTo>
                    <a:pt x="39" y="32"/>
                    <a:pt x="38" y="31"/>
                    <a:pt x="38" y="30"/>
                  </a:cubicBezTo>
                  <a:cubicBezTo>
                    <a:pt x="39" y="29"/>
                    <a:pt x="40" y="31"/>
                    <a:pt x="40" y="31"/>
                  </a:cubicBezTo>
                  <a:cubicBezTo>
                    <a:pt x="40" y="31"/>
                    <a:pt x="40" y="31"/>
                    <a:pt x="40" y="31"/>
                  </a:cubicBezTo>
                  <a:cubicBezTo>
                    <a:pt x="40" y="32"/>
                    <a:pt x="39" y="32"/>
                    <a:pt x="40" y="32"/>
                  </a:cubicBezTo>
                  <a:cubicBezTo>
                    <a:pt x="40" y="33"/>
                    <a:pt x="41" y="31"/>
                    <a:pt x="41" y="31"/>
                  </a:cubicBezTo>
                  <a:cubicBezTo>
                    <a:pt x="41" y="30"/>
                    <a:pt x="41" y="29"/>
                    <a:pt x="41" y="29"/>
                  </a:cubicBezTo>
                  <a:cubicBezTo>
                    <a:pt x="41" y="27"/>
                    <a:pt x="42" y="29"/>
                    <a:pt x="42" y="29"/>
                  </a:cubicBezTo>
                  <a:cubicBezTo>
                    <a:pt x="42" y="28"/>
                    <a:pt x="42" y="28"/>
                    <a:pt x="42" y="28"/>
                  </a:cubicBezTo>
                  <a:cubicBezTo>
                    <a:pt x="42" y="28"/>
                    <a:pt x="42" y="28"/>
                    <a:pt x="42" y="28"/>
                  </a:cubicBezTo>
                  <a:cubicBezTo>
                    <a:pt x="42" y="28"/>
                    <a:pt x="42" y="27"/>
                    <a:pt x="42" y="27"/>
                  </a:cubicBezTo>
                  <a:cubicBezTo>
                    <a:pt x="41" y="27"/>
                    <a:pt x="41" y="27"/>
                    <a:pt x="41" y="26"/>
                  </a:cubicBezTo>
                  <a:cubicBezTo>
                    <a:pt x="41" y="25"/>
                    <a:pt x="41" y="25"/>
                    <a:pt x="41" y="25"/>
                  </a:cubicBezTo>
                  <a:cubicBezTo>
                    <a:pt x="41" y="24"/>
                    <a:pt x="42" y="24"/>
                    <a:pt x="42" y="24"/>
                  </a:cubicBezTo>
                  <a:cubicBezTo>
                    <a:pt x="41" y="23"/>
                    <a:pt x="42" y="23"/>
                    <a:pt x="41" y="22"/>
                  </a:cubicBezTo>
                  <a:cubicBezTo>
                    <a:pt x="41" y="22"/>
                    <a:pt x="41" y="22"/>
                    <a:pt x="41" y="21"/>
                  </a:cubicBezTo>
                  <a:cubicBezTo>
                    <a:pt x="42" y="21"/>
                    <a:pt x="42" y="21"/>
                    <a:pt x="42" y="21"/>
                  </a:cubicBezTo>
                  <a:cubicBezTo>
                    <a:pt x="42" y="21"/>
                    <a:pt x="41" y="20"/>
                    <a:pt x="41" y="20"/>
                  </a:cubicBezTo>
                  <a:cubicBezTo>
                    <a:pt x="41" y="20"/>
                    <a:pt x="42" y="20"/>
                    <a:pt x="42" y="19"/>
                  </a:cubicBezTo>
                  <a:cubicBezTo>
                    <a:pt x="41" y="19"/>
                    <a:pt x="43" y="18"/>
                    <a:pt x="44" y="18"/>
                  </a:cubicBezTo>
                  <a:cubicBezTo>
                    <a:pt x="44" y="18"/>
                    <a:pt x="44" y="17"/>
                    <a:pt x="45" y="17"/>
                  </a:cubicBezTo>
                  <a:cubicBezTo>
                    <a:pt x="46" y="17"/>
                    <a:pt x="46" y="17"/>
                    <a:pt x="47" y="17"/>
                  </a:cubicBezTo>
                  <a:cubicBezTo>
                    <a:pt x="48" y="17"/>
                    <a:pt x="48" y="17"/>
                    <a:pt x="49" y="18"/>
                  </a:cubicBezTo>
                  <a:cubicBezTo>
                    <a:pt x="49" y="18"/>
                    <a:pt x="49" y="18"/>
                    <a:pt x="49" y="18"/>
                  </a:cubicBezTo>
                  <a:cubicBezTo>
                    <a:pt x="50" y="18"/>
                    <a:pt x="49" y="17"/>
                    <a:pt x="48" y="16"/>
                  </a:cubicBezTo>
                  <a:close/>
                  <a:moveTo>
                    <a:pt x="6" y="14"/>
                  </a:moveTo>
                  <a:cubicBezTo>
                    <a:pt x="5" y="15"/>
                    <a:pt x="4" y="13"/>
                    <a:pt x="6" y="14"/>
                  </a:cubicBezTo>
                  <a:close/>
                  <a:moveTo>
                    <a:pt x="12" y="30"/>
                  </a:moveTo>
                  <a:cubicBezTo>
                    <a:pt x="12" y="31"/>
                    <a:pt x="13" y="32"/>
                    <a:pt x="14" y="33"/>
                  </a:cubicBezTo>
                  <a:cubicBezTo>
                    <a:pt x="13" y="33"/>
                    <a:pt x="12" y="33"/>
                    <a:pt x="12" y="33"/>
                  </a:cubicBezTo>
                  <a:cubicBezTo>
                    <a:pt x="11" y="33"/>
                    <a:pt x="11" y="33"/>
                    <a:pt x="11" y="33"/>
                  </a:cubicBezTo>
                  <a:cubicBezTo>
                    <a:pt x="10" y="33"/>
                    <a:pt x="9" y="32"/>
                    <a:pt x="9" y="32"/>
                  </a:cubicBezTo>
                  <a:cubicBezTo>
                    <a:pt x="8" y="32"/>
                    <a:pt x="7" y="32"/>
                    <a:pt x="7" y="31"/>
                  </a:cubicBezTo>
                  <a:cubicBezTo>
                    <a:pt x="7" y="31"/>
                    <a:pt x="6" y="31"/>
                    <a:pt x="6" y="30"/>
                  </a:cubicBezTo>
                  <a:cubicBezTo>
                    <a:pt x="6" y="30"/>
                    <a:pt x="6" y="30"/>
                    <a:pt x="6" y="30"/>
                  </a:cubicBezTo>
                  <a:cubicBezTo>
                    <a:pt x="5" y="30"/>
                    <a:pt x="5" y="30"/>
                    <a:pt x="4" y="29"/>
                  </a:cubicBezTo>
                  <a:cubicBezTo>
                    <a:pt x="4" y="29"/>
                    <a:pt x="3" y="28"/>
                    <a:pt x="3" y="27"/>
                  </a:cubicBezTo>
                  <a:cubicBezTo>
                    <a:pt x="2" y="27"/>
                    <a:pt x="2" y="26"/>
                    <a:pt x="1" y="25"/>
                  </a:cubicBezTo>
                  <a:cubicBezTo>
                    <a:pt x="1" y="25"/>
                    <a:pt x="1" y="25"/>
                    <a:pt x="1" y="25"/>
                  </a:cubicBezTo>
                  <a:cubicBezTo>
                    <a:pt x="0" y="25"/>
                    <a:pt x="0" y="24"/>
                    <a:pt x="0" y="24"/>
                  </a:cubicBezTo>
                  <a:cubicBezTo>
                    <a:pt x="1" y="24"/>
                    <a:pt x="1" y="24"/>
                    <a:pt x="2" y="24"/>
                  </a:cubicBezTo>
                  <a:cubicBezTo>
                    <a:pt x="2" y="23"/>
                    <a:pt x="2" y="23"/>
                    <a:pt x="3" y="24"/>
                  </a:cubicBezTo>
                  <a:cubicBezTo>
                    <a:pt x="3" y="24"/>
                    <a:pt x="4" y="24"/>
                    <a:pt x="4" y="25"/>
                  </a:cubicBezTo>
                  <a:cubicBezTo>
                    <a:pt x="4" y="25"/>
                    <a:pt x="4" y="26"/>
                    <a:pt x="4" y="25"/>
                  </a:cubicBezTo>
                  <a:cubicBezTo>
                    <a:pt x="5" y="25"/>
                    <a:pt x="5" y="25"/>
                    <a:pt x="5" y="26"/>
                  </a:cubicBezTo>
                  <a:cubicBezTo>
                    <a:pt x="5" y="26"/>
                    <a:pt x="6" y="26"/>
                    <a:pt x="6" y="26"/>
                  </a:cubicBezTo>
                  <a:cubicBezTo>
                    <a:pt x="7" y="27"/>
                    <a:pt x="8" y="26"/>
                    <a:pt x="8" y="26"/>
                  </a:cubicBezTo>
                  <a:cubicBezTo>
                    <a:pt x="9" y="25"/>
                    <a:pt x="10" y="25"/>
                    <a:pt x="10" y="26"/>
                  </a:cubicBezTo>
                  <a:cubicBezTo>
                    <a:pt x="10" y="27"/>
                    <a:pt x="10" y="27"/>
                    <a:pt x="10" y="27"/>
                  </a:cubicBezTo>
                  <a:cubicBezTo>
                    <a:pt x="9" y="28"/>
                    <a:pt x="10" y="28"/>
                    <a:pt x="11" y="28"/>
                  </a:cubicBezTo>
                  <a:cubicBezTo>
                    <a:pt x="11" y="28"/>
                    <a:pt x="11" y="29"/>
                    <a:pt x="12" y="29"/>
                  </a:cubicBezTo>
                  <a:cubicBezTo>
                    <a:pt x="12" y="29"/>
                    <a:pt x="12" y="30"/>
                    <a:pt x="12" y="3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51" name="Austria">
              <a:extLst>
                <a:ext uri="{FF2B5EF4-FFF2-40B4-BE49-F238E27FC236}">
                  <a16:creationId xmlns:a16="http://schemas.microsoft.com/office/drawing/2014/main" id="{DACFBB4A-AA1B-18E0-C6A8-AF6CE754371E}"/>
                </a:ext>
              </a:extLst>
            </p:cNvPr>
            <p:cNvSpPr>
              <a:spLocks/>
            </p:cNvSpPr>
            <p:nvPr/>
          </p:nvSpPr>
          <p:spPr bwMode="auto">
            <a:xfrm>
              <a:off x="6022481" y="2141310"/>
              <a:ext cx="233279" cy="101936"/>
            </a:xfrm>
            <a:custGeom>
              <a:avLst/>
              <a:gdLst/>
              <a:ahLst/>
              <a:cxnLst>
                <a:cxn ang="0">
                  <a:pos x="65" y="10"/>
                </a:cxn>
                <a:cxn ang="0">
                  <a:pos x="64" y="9"/>
                </a:cxn>
                <a:cxn ang="0">
                  <a:pos x="63" y="7"/>
                </a:cxn>
                <a:cxn ang="0">
                  <a:pos x="63" y="3"/>
                </a:cxn>
                <a:cxn ang="0">
                  <a:pos x="61" y="3"/>
                </a:cxn>
                <a:cxn ang="0">
                  <a:pos x="57" y="3"/>
                </a:cxn>
                <a:cxn ang="0">
                  <a:pos x="54" y="2"/>
                </a:cxn>
                <a:cxn ang="0">
                  <a:pos x="52" y="2"/>
                </a:cxn>
                <a:cxn ang="0">
                  <a:pos x="48" y="1"/>
                </a:cxn>
                <a:cxn ang="0">
                  <a:pos x="47" y="2"/>
                </a:cxn>
                <a:cxn ang="0">
                  <a:pos x="44" y="5"/>
                </a:cxn>
                <a:cxn ang="0">
                  <a:pos x="42" y="5"/>
                </a:cxn>
                <a:cxn ang="0">
                  <a:pos x="39" y="4"/>
                </a:cxn>
                <a:cxn ang="0">
                  <a:pos x="37" y="5"/>
                </a:cxn>
                <a:cxn ang="0">
                  <a:pos x="33" y="8"/>
                </a:cxn>
                <a:cxn ang="0">
                  <a:pos x="29" y="9"/>
                </a:cxn>
                <a:cxn ang="0">
                  <a:pos x="30" y="14"/>
                </a:cxn>
                <a:cxn ang="0">
                  <a:pos x="31" y="16"/>
                </a:cxn>
                <a:cxn ang="0">
                  <a:pos x="27" y="15"/>
                </a:cxn>
                <a:cxn ang="0">
                  <a:pos x="25" y="14"/>
                </a:cxn>
                <a:cxn ang="0">
                  <a:pos x="24" y="14"/>
                </a:cxn>
                <a:cxn ang="0">
                  <a:pos x="22" y="15"/>
                </a:cxn>
                <a:cxn ang="0">
                  <a:pos x="19" y="16"/>
                </a:cxn>
                <a:cxn ang="0">
                  <a:pos x="17" y="17"/>
                </a:cxn>
                <a:cxn ang="0">
                  <a:pos x="15" y="17"/>
                </a:cxn>
                <a:cxn ang="0">
                  <a:pos x="13" y="17"/>
                </a:cxn>
                <a:cxn ang="0">
                  <a:pos x="12" y="16"/>
                </a:cxn>
                <a:cxn ang="0">
                  <a:pos x="9" y="16"/>
                </a:cxn>
                <a:cxn ang="0">
                  <a:pos x="8" y="18"/>
                </a:cxn>
                <a:cxn ang="0">
                  <a:pos x="6" y="18"/>
                </a:cxn>
                <a:cxn ang="0">
                  <a:pos x="5" y="17"/>
                </a:cxn>
                <a:cxn ang="0">
                  <a:pos x="3" y="16"/>
                </a:cxn>
                <a:cxn ang="0">
                  <a:pos x="1" y="16"/>
                </a:cxn>
                <a:cxn ang="0">
                  <a:pos x="1" y="19"/>
                </a:cxn>
                <a:cxn ang="0">
                  <a:pos x="3" y="22"/>
                </a:cxn>
                <a:cxn ang="0">
                  <a:pos x="6" y="24"/>
                </a:cxn>
                <a:cxn ang="0">
                  <a:pos x="7" y="23"/>
                </a:cxn>
                <a:cxn ang="0">
                  <a:pos x="8" y="22"/>
                </a:cxn>
                <a:cxn ang="0">
                  <a:pos x="10" y="23"/>
                </a:cxn>
                <a:cxn ang="0">
                  <a:pos x="11" y="24"/>
                </a:cxn>
                <a:cxn ang="0">
                  <a:pos x="14" y="23"/>
                </a:cxn>
                <a:cxn ang="0">
                  <a:pos x="18" y="22"/>
                </a:cxn>
                <a:cxn ang="0">
                  <a:pos x="23" y="21"/>
                </a:cxn>
                <a:cxn ang="0">
                  <a:pos x="23" y="23"/>
                </a:cxn>
                <a:cxn ang="0">
                  <a:pos x="25" y="25"/>
                </a:cxn>
                <a:cxn ang="0">
                  <a:pos x="32" y="26"/>
                </a:cxn>
                <a:cxn ang="0">
                  <a:pos x="34" y="27"/>
                </a:cxn>
                <a:cxn ang="0">
                  <a:pos x="40" y="28"/>
                </a:cxn>
                <a:cxn ang="0">
                  <a:pos x="44" y="29"/>
                </a:cxn>
                <a:cxn ang="0">
                  <a:pos x="47" y="26"/>
                </a:cxn>
                <a:cxn ang="0">
                  <a:pos x="51" y="26"/>
                </a:cxn>
                <a:cxn ang="0">
                  <a:pos x="54" y="25"/>
                </a:cxn>
                <a:cxn ang="0">
                  <a:pos x="56" y="24"/>
                </a:cxn>
                <a:cxn ang="0">
                  <a:pos x="60" y="22"/>
                </a:cxn>
                <a:cxn ang="0">
                  <a:pos x="60" y="21"/>
                </a:cxn>
                <a:cxn ang="0">
                  <a:pos x="60" y="20"/>
                </a:cxn>
                <a:cxn ang="0">
                  <a:pos x="60" y="18"/>
                </a:cxn>
                <a:cxn ang="0">
                  <a:pos x="62" y="16"/>
                </a:cxn>
                <a:cxn ang="0">
                  <a:pos x="60" y="14"/>
                </a:cxn>
                <a:cxn ang="0">
                  <a:pos x="62" y="14"/>
                </a:cxn>
                <a:cxn ang="0">
                  <a:pos x="63" y="14"/>
                </a:cxn>
                <a:cxn ang="0">
                  <a:pos x="65" y="13"/>
                </a:cxn>
                <a:cxn ang="0">
                  <a:pos x="65" y="12"/>
                </a:cxn>
              </a:cxnLst>
              <a:rect l="0" t="0" r="r" b="b"/>
              <a:pathLst>
                <a:path w="66" h="29">
                  <a:moveTo>
                    <a:pt x="66" y="11"/>
                  </a:moveTo>
                  <a:cubicBezTo>
                    <a:pt x="65" y="11"/>
                    <a:pt x="65" y="11"/>
                    <a:pt x="65" y="10"/>
                  </a:cubicBezTo>
                  <a:cubicBezTo>
                    <a:pt x="65" y="10"/>
                    <a:pt x="65" y="10"/>
                    <a:pt x="65" y="10"/>
                  </a:cubicBezTo>
                  <a:cubicBezTo>
                    <a:pt x="64" y="10"/>
                    <a:pt x="64" y="10"/>
                    <a:pt x="64" y="9"/>
                  </a:cubicBezTo>
                  <a:cubicBezTo>
                    <a:pt x="64" y="9"/>
                    <a:pt x="64" y="9"/>
                    <a:pt x="64" y="8"/>
                  </a:cubicBezTo>
                  <a:cubicBezTo>
                    <a:pt x="64" y="8"/>
                    <a:pt x="63" y="7"/>
                    <a:pt x="63" y="7"/>
                  </a:cubicBezTo>
                  <a:cubicBezTo>
                    <a:pt x="63" y="7"/>
                    <a:pt x="63" y="6"/>
                    <a:pt x="63" y="6"/>
                  </a:cubicBezTo>
                  <a:cubicBezTo>
                    <a:pt x="64" y="5"/>
                    <a:pt x="63" y="4"/>
                    <a:pt x="63" y="3"/>
                  </a:cubicBezTo>
                  <a:cubicBezTo>
                    <a:pt x="62" y="3"/>
                    <a:pt x="62" y="3"/>
                    <a:pt x="61" y="3"/>
                  </a:cubicBezTo>
                  <a:cubicBezTo>
                    <a:pt x="61" y="3"/>
                    <a:pt x="61" y="3"/>
                    <a:pt x="61" y="3"/>
                  </a:cubicBezTo>
                  <a:cubicBezTo>
                    <a:pt x="60" y="2"/>
                    <a:pt x="59" y="2"/>
                    <a:pt x="59" y="3"/>
                  </a:cubicBezTo>
                  <a:cubicBezTo>
                    <a:pt x="59" y="4"/>
                    <a:pt x="57" y="3"/>
                    <a:pt x="57" y="3"/>
                  </a:cubicBezTo>
                  <a:cubicBezTo>
                    <a:pt x="56" y="3"/>
                    <a:pt x="56" y="3"/>
                    <a:pt x="55" y="3"/>
                  </a:cubicBezTo>
                  <a:cubicBezTo>
                    <a:pt x="55" y="2"/>
                    <a:pt x="55" y="2"/>
                    <a:pt x="54" y="2"/>
                  </a:cubicBezTo>
                  <a:cubicBezTo>
                    <a:pt x="54" y="2"/>
                    <a:pt x="53" y="2"/>
                    <a:pt x="53" y="2"/>
                  </a:cubicBezTo>
                  <a:cubicBezTo>
                    <a:pt x="53" y="2"/>
                    <a:pt x="52" y="2"/>
                    <a:pt x="52" y="2"/>
                  </a:cubicBezTo>
                  <a:cubicBezTo>
                    <a:pt x="51" y="1"/>
                    <a:pt x="50" y="1"/>
                    <a:pt x="50" y="1"/>
                  </a:cubicBezTo>
                  <a:cubicBezTo>
                    <a:pt x="49" y="1"/>
                    <a:pt x="49" y="1"/>
                    <a:pt x="48" y="1"/>
                  </a:cubicBezTo>
                  <a:cubicBezTo>
                    <a:pt x="48" y="1"/>
                    <a:pt x="47" y="0"/>
                    <a:pt x="47" y="1"/>
                  </a:cubicBezTo>
                  <a:cubicBezTo>
                    <a:pt x="47" y="1"/>
                    <a:pt x="47" y="2"/>
                    <a:pt x="47" y="2"/>
                  </a:cubicBezTo>
                  <a:cubicBezTo>
                    <a:pt x="47" y="4"/>
                    <a:pt x="45" y="2"/>
                    <a:pt x="45" y="3"/>
                  </a:cubicBezTo>
                  <a:cubicBezTo>
                    <a:pt x="44" y="4"/>
                    <a:pt x="45" y="5"/>
                    <a:pt x="44" y="5"/>
                  </a:cubicBezTo>
                  <a:cubicBezTo>
                    <a:pt x="44" y="5"/>
                    <a:pt x="42" y="4"/>
                    <a:pt x="42" y="4"/>
                  </a:cubicBezTo>
                  <a:cubicBezTo>
                    <a:pt x="42" y="5"/>
                    <a:pt x="42" y="5"/>
                    <a:pt x="42" y="5"/>
                  </a:cubicBezTo>
                  <a:cubicBezTo>
                    <a:pt x="41" y="5"/>
                    <a:pt x="41" y="5"/>
                    <a:pt x="40" y="5"/>
                  </a:cubicBezTo>
                  <a:cubicBezTo>
                    <a:pt x="39" y="5"/>
                    <a:pt x="38" y="4"/>
                    <a:pt x="39" y="4"/>
                  </a:cubicBezTo>
                  <a:cubicBezTo>
                    <a:pt x="39" y="4"/>
                    <a:pt x="37" y="3"/>
                    <a:pt x="37" y="3"/>
                  </a:cubicBezTo>
                  <a:cubicBezTo>
                    <a:pt x="37" y="3"/>
                    <a:pt x="37" y="4"/>
                    <a:pt x="37" y="5"/>
                  </a:cubicBezTo>
                  <a:cubicBezTo>
                    <a:pt x="36" y="6"/>
                    <a:pt x="36" y="6"/>
                    <a:pt x="35" y="5"/>
                  </a:cubicBezTo>
                  <a:cubicBezTo>
                    <a:pt x="33" y="4"/>
                    <a:pt x="34" y="7"/>
                    <a:pt x="33" y="8"/>
                  </a:cubicBezTo>
                  <a:cubicBezTo>
                    <a:pt x="32" y="8"/>
                    <a:pt x="31" y="8"/>
                    <a:pt x="30" y="8"/>
                  </a:cubicBezTo>
                  <a:cubicBezTo>
                    <a:pt x="30" y="9"/>
                    <a:pt x="30" y="9"/>
                    <a:pt x="29" y="9"/>
                  </a:cubicBezTo>
                  <a:cubicBezTo>
                    <a:pt x="28" y="10"/>
                    <a:pt x="28" y="10"/>
                    <a:pt x="28" y="10"/>
                  </a:cubicBezTo>
                  <a:cubicBezTo>
                    <a:pt x="29" y="11"/>
                    <a:pt x="31" y="12"/>
                    <a:pt x="30" y="14"/>
                  </a:cubicBezTo>
                  <a:cubicBezTo>
                    <a:pt x="29" y="14"/>
                    <a:pt x="30" y="14"/>
                    <a:pt x="30" y="14"/>
                  </a:cubicBezTo>
                  <a:cubicBezTo>
                    <a:pt x="32" y="15"/>
                    <a:pt x="30" y="16"/>
                    <a:pt x="31" y="16"/>
                  </a:cubicBezTo>
                  <a:cubicBezTo>
                    <a:pt x="31" y="18"/>
                    <a:pt x="27" y="16"/>
                    <a:pt x="29" y="15"/>
                  </a:cubicBezTo>
                  <a:cubicBezTo>
                    <a:pt x="28" y="15"/>
                    <a:pt x="28" y="14"/>
                    <a:pt x="27" y="15"/>
                  </a:cubicBezTo>
                  <a:cubicBezTo>
                    <a:pt x="26" y="15"/>
                    <a:pt x="26" y="15"/>
                    <a:pt x="26" y="15"/>
                  </a:cubicBezTo>
                  <a:cubicBezTo>
                    <a:pt x="25" y="15"/>
                    <a:pt x="25" y="14"/>
                    <a:pt x="25" y="14"/>
                  </a:cubicBezTo>
                  <a:cubicBezTo>
                    <a:pt x="25" y="15"/>
                    <a:pt x="25" y="14"/>
                    <a:pt x="24" y="14"/>
                  </a:cubicBezTo>
                  <a:cubicBezTo>
                    <a:pt x="24" y="14"/>
                    <a:pt x="23" y="15"/>
                    <a:pt x="24" y="14"/>
                  </a:cubicBezTo>
                  <a:cubicBezTo>
                    <a:pt x="23" y="14"/>
                    <a:pt x="24" y="15"/>
                    <a:pt x="23" y="15"/>
                  </a:cubicBezTo>
                  <a:cubicBezTo>
                    <a:pt x="23" y="16"/>
                    <a:pt x="22" y="15"/>
                    <a:pt x="22" y="15"/>
                  </a:cubicBezTo>
                  <a:cubicBezTo>
                    <a:pt x="22" y="15"/>
                    <a:pt x="21" y="16"/>
                    <a:pt x="20" y="16"/>
                  </a:cubicBezTo>
                  <a:cubicBezTo>
                    <a:pt x="20" y="16"/>
                    <a:pt x="19" y="15"/>
                    <a:pt x="19" y="16"/>
                  </a:cubicBezTo>
                  <a:cubicBezTo>
                    <a:pt x="18" y="16"/>
                    <a:pt x="18" y="16"/>
                    <a:pt x="18" y="16"/>
                  </a:cubicBezTo>
                  <a:cubicBezTo>
                    <a:pt x="17" y="16"/>
                    <a:pt x="16" y="16"/>
                    <a:pt x="17" y="17"/>
                  </a:cubicBezTo>
                  <a:cubicBezTo>
                    <a:pt x="16" y="17"/>
                    <a:pt x="16" y="18"/>
                    <a:pt x="15" y="18"/>
                  </a:cubicBezTo>
                  <a:cubicBezTo>
                    <a:pt x="15" y="17"/>
                    <a:pt x="15" y="17"/>
                    <a:pt x="15" y="17"/>
                  </a:cubicBezTo>
                  <a:cubicBezTo>
                    <a:pt x="14" y="17"/>
                    <a:pt x="14" y="18"/>
                    <a:pt x="14" y="18"/>
                  </a:cubicBezTo>
                  <a:cubicBezTo>
                    <a:pt x="13" y="18"/>
                    <a:pt x="13" y="18"/>
                    <a:pt x="13" y="17"/>
                  </a:cubicBezTo>
                  <a:cubicBezTo>
                    <a:pt x="13" y="17"/>
                    <a:pt x="12" y="17"/>
                    <a:pt x="12" y="17"/>
                  </a:cubicBezTo>
                  <a:cubicBezTo>
                    <a:pt x="12" y="17"/>
                    <a:pt x="12" y="16"/>
                    <a:pt x="12" y="16"/>
                  </a:cubicBezTo>
                  <a:cubicBezTo>
                    <a:pt x="12" y="16"/>
                    <a:pt x="11" y="16"/>
                    <a:pt x="11" y="16"/>
                  </a:cubicBezTo>
                  <a:cubicBezTo>
                    <a:pt x="10" y="16"/>
                    <a:pt x="10" y="16"/>
                    <a:pt x="9" y="16"/>
                  </a:cubicBezTo>
                  <a:cubicBezTo>
                    <a:pt x="9" y="16"/>
                    <a:pt x="8" y="15"/>
                    <a:pt x="8" y="16"/>
                  </a:cubicBezTo>
                  <a:cubicBezTo>
                    <a:pt x="8" y="16"/>
                    <a:pt x="9" y="17"/>
                    <a:pt x="8" y="18"/>
                  </a:cubicBezTo>
                  <a:cubicBezTo>
                    <a:pt x="8" y="18"/>
                    <a:pt x="7" y="19"/>
                    <a:pt x="6" y="19"/>
                  </a:cubicBezTo>
                  <a:cubicBezTo>
                    <a:pt x="6" y="19"/>
                    <a:pt x="7" y="18"/>
                    <a:pt x="6" y="18"/>
                  </a:cubicBezTo>
                  <a:cubicBezTo>
                    <a:pt x="6" y="18"/>
                    <a:pt x="6" y="18"/>
                    <a:pt x="6" y="18"/>
                  </a:cubicBezTo>
                  <a:cubicBezTo>
                    <a:pt x="5" y="18"/>
                    <a:pt x="5" y="17"/>
                    <a:pt x="5" y="17"/>
                  </a:cubicBezTo>
                  <a:cubicBezTo>
                    <a:pt x="4" y="17"/>
                    <a:pt x="4" y="16"/>
                    <a:pt x="4" y="16"/>
                  </a:cubicBezTo>
                  <a:cubicBezTo>
                    <a:pt x="4" y="16"/>
                    <a:pt x="3" y="16"/>
                    <a:pt x="3" y="16"/>
                  </a:cubicBezTo>
                  <a:cubicBezTo>
                    <a:pt x="3" y="15"/>
                    <a:pt x="2" y="16"/>
                    <a:pt x="2" y="16"/>
                  </a:cubicBezTo>
                  <a:cubicBezTo>
                    <a:pt x="2" y="16"/>
                    <a:pt x="1" y="16"/>
                    <a:pt x="1" y="16"/>
                  </a:cubicBezTo>
                  <a:cubicBezTo>
                    <a:pt x="0" y="17"/>
                    <a:pt x="1" y="17"/>
                    <a:pt x="2" y="17"/>
                  </a:cubicBezTo>
                  <a:cubicBezTo>
                    <a:pt x="2" y="18"/>
                    <a:pt x="1" y="18"/>
                    <a:pt x="1" y="19"/>
                  </a:cubicBezTo>
                  <a:cubicBezTo>
                    <a:pt x="0" y="20"/>
                    <a:pt x="2" y="21"/>
                    <a:pt x="1" y="21"/>
                  </a:cubicBezTo>
                  <a:cubicBezTo>
                    <a:pt x="2" y="21"/>
                    <a:pt x="3" y="21"/>
                    <a:pt x="3" y="22"/>
                  </a:cubicBezTo>
                  <a:cubicBezTo>
                    <a:pt x="4" y="22"/>
                    <a:pt x="3" y="23"/>
                    <a:pt x="4" y="23"/>
                  </a:cubicBezTo>
                  <a:cubicBezTo>
                    <a:pt x="5" y="23"/>
                    <a:pt x="5" y="24"/>
                    <a:pt x="6" y="24"/>
                  </a:cubicBezTo>
                  <a:cubicBezTo>
                    <a:pt x="6" y="23"/>
                    <a:pt x="6" y="23"/>
                    <a:pt x="6" y="23"/>
                  </a:cubicBezTo>
                  <a:cubicBezTo>
                    <a:pt x="7" y="23"/>
                    <a:pt x="6" y="23"/>
                    <a:pt x="7" y="23"/>
                  </a:cubicBezTo>
                  <a:cubicBezTo>
                    <a:pt x="7" y="22"/>
                    <a:pt x="7" y="23"/>
                    <a:pt x="7" y="22"/>
                  </a:cubicBezTo>
                  <a:cubicBezTo>
                    <a:pt x="7" y="22"/>
                    <a:pt x="8" y="22"/>
                    <a:pt x="8" y="22"/>
                  </a:cubicBezTo>
                  <a:cubicBezTo>
                    <a:pt x="9" y="22"/>
                    <a:pt x="8" y="23"/>
                    <a:pt x="9" y="23"/>
                  </a:cubicBezTo>
                  <a:cubicBezTo>
                    <a:pt x="9" y="24"/>
                    <a:pt x="10" y="23"/>
                    <a:pt x="10" y="23"/>
                  </a:cubicBezTo>
                  <a:cubicBezTo>
                    <a:pt x="11" y="23"/>
                    <a:pt x="11" y="24"/>
                    <a:pt x="11" y="24"/>
                  </a:cubicBezTo>
                  <a:cubicBezTo>
                    <a:pt x="11" y="24"/>
                    <a:pt x="11" y="24"/>
                    <a:pt x="11" y="24"/>
                  </a:cubicBezTo>
                  <a:cubicBezTo>
                    <a:pt x="11" y="24"/>
                    <a:pt x="12" y="24"/>
                    <a:pt x="13" y="24"/>
                  </a:cubicBezTo>
                  <a:cubicBezTo>
                    <a:pt x="14" y="24"/>
                    <a:pt x="14" y="24"/>
                    <a:pt x="14" y="23"/>
                  </a:cubicBezTo>
                  <a:cubicBezTo>
                    <a:pt x="15" y="22"/>
                    <a:pt x="16" y="22"/>
                    <a:pt x="17" y="22"/>
                  </a:cubicBezTo>
                  <a:cubicBezTo>
                    <a:pt x="17" y="22"/>
                    <a:pt x="17" y="22"/>
                    <a:pt x="18" y="22"/>
                  </a:cubicBezTo>
                  <a:cubicBezTo>
                    <a:pt x="18" y="22"/>
                    <a:pt x="19" y="22"/>
                    <a:pt x="19" y="22"/>
                  </a:cubicBezTo>
                  <a:cubicBezTo>
                    <a:pt x="21" y="22"/>
                    <a:pt x="22" y="21"/>
                    <a:pt x="23" y="21"/>
                  </a:cubicBezTo>
                  <a:cubicBezTo>
                    <a:pt x="23" y="21"/>
                    <a:pt x="24" y="21"/>
                    <a:pt x="23" y="22"/>
                  </a:cubicBezTo>
                  <a:cubicBezTo>
                    <a:pt x="23" y="22"/>
                    <a:pt x="23" y="22"/>
                    <a:pt x="23" y="23"/>
                  </a:cubicBezTo>
                  <a:cubicBezTo>
                    <a:pt x="24" y="24"/>
                    <a:pt x="24" y="23"/>
                    <a:pt x="24" y="24"/>
                  </a:cubicBezTo>
                  <a:cubicBezTo>
                    <a:pt x="24" y="24"/>
                    <a:pt x="25" y="25"/>
                    <a:pt x="25" y="25"/>
                  </a:cubicBezTo>
                  <a:cubicBezTo>
                    <a:pt x="26" y="26"/>
                    <a:pt x="27" y="26"/>
                    <a:pt x="28" y="26"/>
                  </a:cubicBezTo>
                  <a:cubicBezTo>
                    <a:pt x="30" y="26"/>
                    <a:pt x="31" y="26"/>
                    <a:pt x="32" y="26"/>
                  </a:cubicBezTo>
                  <a:cubicBezTo>
                    <a:pt x="32" y="26"/>
                    <a:pt x="32" y="27"/>
                    <a:pt x="33" y="27"/>
                  </a:cubicBezTo>
                  <a:cubicBezTo>
                    <a:pt x="33" y="27"/>
                    <a:pt x="34" y="27"/>
                    <a:pt x="34" y="27"/>
                  </a:cubicBezTo>
                  <a:cubicBezTo>
                    <a:pt x="35" y="27"/>
                    <a:pt x="36" y="27"/>
                    <a:pt x="37" y="27"/>
                  </a:cubicBezTo>
                  <a:cubicBezTo>
                    <a:pt x="38" y="27"/>
                    <a:pt x="39" y="27"/>
                    <a:pt x="40" y="28"/>
                  </a:cubicBezTo>
                  <a:cubicBezTo>
                    <a:pt x="41" y="28"/>
                    <a:pt x="41" y="28"/>
                    <a:pt x="42" y="28"/>
                  </a:cubicBezTo>
                  <a:cubicBezTo>
                    <a:pt x="43" y="28"/>
                    <a:pt x="43" y="28"/>
                    <a:pt x="44" y="29"/>
                  </a:cubicBezTo>
                  <a:cubicBezTo>
                    <a:pt x="44" y="28"/>
                    <a:pt x="45" y="28"/>
                    <a:pt x="46" y="27"/>
                  </a:cubicBezTo>
                  <a:cubicBezTo>
                    <a:pt x="46" y="27"/>
                    <a:pt x="47" y="25"/>
                    <a:pt x="47" y="26"/>
                  </a:cubicBezTo>
                  <a:cubicBezTo>
                    <a:pt x="48" y="25"/>
                    <a:pt x="49" y="26"/>
                    <a:pt x="50" y="26"/>
                  </a:cubicBezTo>
                  <a:cubicBezTo>
                    <a:pt x="51" y="26"/>
                    <a:pt x="51" y="26"/>
                    <a:pt x="51" y="26"/>
                  </a:cubicBezTo>
                  <a:cubicBezTo>
                    <a:pt x="52" y="26"/>
                    <a:pt x="52" y="26"/>
                    <a:pt x="52" y="26"/>
                  </a:cubicBezTo>
                  <a:cubicBezTo>
                    <a:pt x="52" y="25"/>
                    <a:pt x="53" y="25"/>
                    <a:pt x="54" y="25"/>
                  </a:cubicBezTo>
                  <a:cubicBezTo>
                    <a:pt x="55" y="25"/>
                    <a:pt x="56" y="25"/>
                    <a:pt x="57" y="26"/>
                  </a:cubicBezTo>
                  <a:cubicBezTo>
                    <a:pt x="57" y="25"/>
                    <a:pt x="55" y="24"/>
                    <a:pt x="56" y="24"/>
                  </a:cubicBezTo>
                  <a:cubicBezTo>
                    <a:pt x="57" y="23"/>
                    <a:pt x="58" y="23"/>
                    <a:pt x="59" y="22"/>
                  </a:cubicBezTo>
                  <a:cubicBezTo>
                    <a:pt x="59" y="22"/>
                    <a:pt x="60" y="22"/>
                    <a:pt x="60" y="22"/>
                  </a:cubicBezTo>
                  <a:cubicBezTo>
                    <a:pt x="60" y="22"/>
                    <a:pt x="60" y="22"/>
                    <a:pt x="60" y="22"/>
                  </a:cubicBezTo>
                  <a:cubicBezTo>
                    <a:pt x="60" y="22"/>
                    <a:pt x="60" y="21"/>
                    <a:pt x="60" y="21"/>
                  </a:cubicBezTo>
                  <a:cubicBezTo>
                    <a:pt x="60" y="21"/>
                    <a:pt x="61" y="21"/>
                    <a:pt x="60" y="20"/>
                  </a:cubicBezTo>
                  <a:cubicBezTo>
                    <a:pt x="60" y="20"/>
                    <a:pt x="60" y="21"/>
                    <a:pt x="60" y="20"/>
                  </a:cubicBezTo>
                  <a:cubicBezTo>
                    <a:pt x="60" y="19"/>
                    <a:pt x="60" y="19"/>
                    <a:pt x="60" y="19"/>
                  </a:cubicBezTo>
                  <a:cubicBezTo>
                    <a:pt x="60" y="18"/>
                    <a:pt x="59" y="18"/>
                    <a:pt x="60" y="18"/>
                  </a:cubicBezTo>
                  <a:cubicBezTo>
                    <a:pt x="61" y="17"/>
                    <a:pt x="61" y="17"/>
                    <a:pt x="62" y="17"/>
                  </a:cubicBezTo>
                  <a:cubicBezTo>
                    <a:pt x="62" y="17"/>
                    <a:pt x="62" y="16"/>
                    <a:pt x="62" y="16"/>
                  </a:cubicBezTo>
                  <a:cubicBezTo>
                    <a:pt x="61" y="15"/>
                    <a:pt x="61" y="15"/>
                    <a:pt x="59" y="15"/>
                  </a:cubicBezTo>
                  <a:cubicBezTo>
                    <a:pt x="60" y="14"/>
                    <a:pt x="60" y="15"/>
                    <a:pt x="60" y="14"/>
                  </a:cubicBezTo>
                  <a:cubicBezTo>
                    <a:pt x="60" y="14"/>
                    <a:pt x="60" y="14"/>
                    <a:pt x="60" y="14"/>
                  </a:cubicBezTo>
                  <a:cubicBezTo>
                    <a:pt x="61" y="14"/>
                    <a:pt x="62" y="14"/>
                    <a:pt x="62" y="14"/>
                  </a:cubicBezTo>
                  <a:cubicBezTo>
                    <a:pt x="62" y="14"/>
                    <a:pt x="62" y="15"/>
                    <a:pt x="62" y="15"/>
                  </a:cubicBezTo>
                  <a:cubicBezTo>
                    <a:pt x="63" y="15"/>
                    <a:pt x="63" y="14"/>
                    <a:pt x="63" y="14"/>
                  </a:cubicBezTo>
                  <a:cubicBezTo>
                    <a:pt x="64" y="14"/>
                    <a:pt x="64" y="14"/>
                    <a:pt x="65" y="14"/>
                  </a:cubicBezTo>
                  <a:cubicBezTo>
                    <a:pt x="65" y="14"/>
                    <a:pt x="65" y="14"/>
                    <a:pt x="65" y="13"/>
                  </a:cubicBezTo>
                  <a:cubicBezTo>
                    <a:pt x="65" y="13"/>
                    <a:pt x="64" y="13"/>
                    <a:pt x="64" y="13"/>
                  </a:cubicBezTo>
                  <a:cubicBezTo>
                    <a:pt x="65" y="12"/>
                    <a:pt x="65" y="12"/>
                    <a:pt x="65" y="12"/>
                  </a:cubicBezTo>
                  <a:cubicBezTo>
                    <a:pt x="65" y="12"/>
                    <a:pt x="65" y="11"/>
                    <a:pt x="66" y="1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52" name="Australia">
              <a:extLst>
                <a:ext uri="{FF2B5EF4-FFF2-40B4-BE49-F238E27FC236}">
                  <a16:creationId xmlns:a16="http://schemas.microsoft.com/office/drawing/2014/main" id="{D080416C-EC20-97C1-44A2-3F8FB3D7904F}"/>
                </a:ext>
              </a:extLst>
            </p:cNvPr>
            <p:cNvSpPr>
              <a:spLocks noEditPoints="1"/>
            </p:cNvSpPr>
            <p:nvPr/>
          </p:nvSpPr>
          <p:spPr bwMode="auto">
            <a:xfrm>
              <a:off x="9450713" y="4437396"/>
              <a:ext cx="1482989" cy="1304599"/>
            </a:xfrm>
            <a:custGeom>
              <a:avLst/>
              <a:gdLst/>
              <a:ahLst/>
              <a:cxnLst>
                <a:cxn ang="0">
                  <a:pos x="257" y="41"/>
                </a:cxn>
                <a:cxn ang="0">
                  <a:pos x="313" y="1"/>
                </a:cxn>
                <a:cxn ang="0">
                  <a:pos x="234" y="341"/>
                </a:cxn>
                <a:cxn ang="0">
                  <a:pos x="232" y="365"/>
                </a:cxn>
                <a:cxn ang="0">
                  <a:pos x="247" y="361"/>
                </a:cxn>
                <a:cxn ang="0">
                  <a:pos x="259" y="352"/>
                </a:cxn>
                <a:cxn ang="0">
                  <a:pos x="195" y="19"/>
                </a:cxn>
                <a:cxn ang="0">
                  <a:pos x="203" y="283"/>
                </a:cxn>
                <a:cxn ang="0">
                  <a:pos x="203" y="20"/>
                </a:cxn>
                <a:cxn ang="0">
                  <a:pos x="373" y="148"/>
                </a:cxn>
                <a:cxn ang="0">
                  <a:pos x="273" y="331"/>
                </a:cxn>
                <a:cxn ang="0">
                  <a:pos x="340" y="90"/>
                </a:cxn>
                <a:cxn ang="0">
                  <a:pos x="144" y="50"/>
                </a:cxn>
                <a:cxn ang="0">
                  <a:pos x="251" y="36"/>
                </a:cxn>
                <a:cxn ang="0">
                  <a:pos x="191" y="273"/>
                </a:cxn>
                <a:cxn ang="0">
                  <a:pos x="243" y="365"/>
                </a:cxn>
                <a:cxn ang="0">
                  <a:pos x="253" y="22"/>
                </a:cxn>
                <a:cxn ang="0">
                  <a:pos x="379" y="156"/>
                </a:cxn>
                <a:cxn ang="0">
                  <a:pos x="371" y="135"/>
                </a:cxn>
                <a:cxn ang="0">
                  <a:pos x="358" y="119"/>
                </a:cxn>
                <a:cxn ang="0">
                  <a:pos x="349" y="104"/>
                </a:cxn>
                <a:cxn ang="0">
                  <a:pos x="336" y="68"/>
                </a:cxn>
                <a:cxn ang="0">
                  <a:pos x="322" y="35"/>
                </a:cxn>
                <a:cxn ang="0">
                  <a:pos x="309" y="20"/>
                </a:cxn>
                <a:cxn ang="0">
                  <a:pos x="301" y="51"/>
                </a:cxn>
                <a:cxn ang="0">
                  <a:pos x="252" y="62"/>
                </a:cxn>
                <a:cxn ang="0">
                  <a:pos x="253" y="34"/>
                </a:cxn>
                <a:cxn ang="0">
                  <a:pos x="258" y="20"/>
                </a:cxn>
                <a:cxn ang="0">
                  <a:pos x="245" y="23"/>
                </a:cxn>
                <a:cxn ang="0">
                  <a:pos x="225" y="18"/>
                </a:cxn>
                <a:cxn ang="0">
                  <a:pos x="214" y="15"/>
                </a:cxn>
                <a:cxn ang="0">
                  <a:pos x="202" y="28"/>
                </a:cxn>
                <a:cxn ang="0">
                  <a:pos x="185" y="46"/>
                </a:cxn>
                <a:cxn ang="0">
                  <a:pos x="175" y="53"/>
                </a:cxn>
                <a:cxn ang="0">
                  <a:pos x="167" y="44"/>
                </a:cxn>
                <a:cxn ang="0">
                  <a:pos x="156" y="45"/>
                </a:cxn>
                <a:cxn ang="0">
                  <a:pos x="149" y="47"/>
                </a:cxn>
                <a:cxn ang="0">
                  <a:pos x="143" y="56"/>
                </a:cxn>
                <a:cxn ang="0">
                  <a:pos x="135" y="64"/>
                </a:cxn>
                <a:cxn ang="0">
                  <a:pos x="126" y="68"/>
                </a:cxn>
                <a:cxn ang="0">
                  <a:pos x="122" y="77"/>
                </a:cxn>
                <a:cxn ang="0">
                  <a:pos x="99" y="102"/>
                </a:cxn>
                <a:cxn ang="0">
                  <a:pos x="47" y="119"/>
                </a:cxn>
                <a:cxn ang="0">
                  <a:pos x="19" y="148"/>
                </a:cxn>
                <a:cxn ang="0">
                  <a:pos x="12" y="172"/>
                </a:cxn>
                <a:cxn ang="0">
                  <a:pos x="15" y="205"/>
                </a:cxn>
                <a:cxn ang="0">
                  <a:pos x="3" y="258"/>
                </a:cxn>
                <a:cxn ang="0">
                  <a:pos x="29" y="273"/>
                </a:cxn>
                <a:cxn ang="0">
                  <a:pos x="66" y="263"/>
                </a:cxn>
                <a:cxn ang="0">
                  <a:pos x="145" y="237"/>
                </a:cxn>
                <a:cxn ang="0">
                  <a:pos x="183" y="250"/>
                </a:cxn>
                <a:cxn ang="0">
                  <a:pos x="183" y="269"/>
                </a:cxn>
                <a:cxn ang="0">
                  <a:pos x="205" y="260"/>
                </a:cxn>
                <a:cxn ang="0">
                  <a:pos x="200" y="273"/>
                </a:cxn>
                <a:cxn ang="0">
                  <a:pos x="209" y="281"/>
                </a:cxn>
                <a:cxn ang="0">
                  <a:pos x="213" y="300"/>
                </a:cxn>
                <a:cxn ang="0">
                  <a:pos x="252" y="308"/>
                </a:cxn>
                <a:cxn ang="0">
                  <a:pos x="262" y="319"/>
                </a:cxn>
                <a:cxn ang="0">
                  <a:pos x="310" y="290"/>
                </a:cxn>
                <a:cxn ang="0">
                  <a:pos x="334" y="263"/>
                </a:cxn>
                <a:cxn ang="0">
                  <a:pos x="367" y="226"/>
                </a:cxn>
                <a:cxn ang="0">
                  <a:pos x="386" y="174"/>
                </a:cxn>
              </a:cxnLst>
              <a:rect l="0" t="0" r="r" b="b"/>
              <a:pathLst>
                <a:path w="419" h="368">
                  <a:moveTo>
                    <a:pt x="418" y="237"/>
                  </a:moveTo>
                  <a:cubicBezTo>
                    <a:pt x="418" y="236"/>
                    <a:pt x="419" y="236"/>
                    <a:pt x="418" y="236"/>
                  </a:cubicBezTo>
                  <a:cubicBezTo>
                    <a:pt x="419" y="236"/>
                    <a:pt x="419" y="236"/>
                    <a:pt x="418" y="237"/>
                  </a:cubicBezTo>
                  <a:close/>
                  <a:moveTo>
                    <a:pt x="141" y="54"/>
                  </a:moveTo>
                  <a:cubicBezTo>
                    <a:pt x="141" y="54"/>
                    <a:pt x="141" y="54"/>
                    <a:pt x="141" y="53"/>
                  </a:cubicBezTo>
                  <a:cubicBezTo>
                    <a:pt x="141" y="54"/>
                    <a:pt x="140" y="54"/>
                    <a:pt x="140" y="54"/>
                  </a:cubicBezTo>
                  <a:cubicBezTo>
                    <a:pt x="141" y="54"/>
                    <a:pt x="141" y="54"/>
                    <a:pt x="141" y="54"/>
                  </a:cubicBezTo>
                  <a:close/>
                  <a:moveTo>
                    <a:pt x="272" y="332"/>
                  </a:moveTo>
                  <a:cubicBezTo>
                    <a:pt x="271" y="332"/>
                    <a:pt x="271" y="333"/>
                    <a:pt x="270" y="333"/>
                  </a:cubicBezTo>
                  <a:cubicBezTo>
                    <a:pt x="270" y="332"/>
                    <a:pt x="269" y="333"/>
                    <a:pt x="269" y="333"/>
                  </a:cubicBezTo>
                  <a:cubicBezTo>
                    <a:pt x="268" y="334"/>
                    <a:pt x="269" y="334"/>
                    <a:pt x="270" y="334"/>
                  </a:cubicBezTo>
                  <a:cubicBezTo>
                    <a:pt x="270" y="334"/>
                    <a:pt x="270" y="334"/>
                    <a:pt x="271" y="334"/>
                  </a:cubicBezTo>
                  <a:cubicBezTo>
                    <a:pt x="271" y="333"/>
                    <a:pt x="271" y="334"/>
                    <a:pt x="271" y="334"/>
                  </a:cubicBezTo>
                  <a:cubicBezTo>
                    <a:pt x="271" y="334"/>
                    <a:pt x="273" y="334"/>
                    <a:pt x="273" y="333"/>
                  </a:cubicBezTo>
                  <a:cubicBezTo>
                    <a:pt x="272" y="333"/>
                    <a:pt x="272" y="332"/>
                    <a:pt x="272" y="332"/>
                  </a:cubicBezTo>
                  <a:close/>
                  <a:moveTo>
                    <a:pt x="314" y="6"/>
                  </a:moveTo>
                  <a:cubicBezTo>
                    <a:pt x="314" y="6"/>
                    <a:pt x="314" y="6"/>
                    <a:pt x="314" y="6"/>
                  </a:cubicBezTo>
                  <a:cubicBezTo>
                    <a:pt x="314" y="5"/>
                    <a:pt x="314" y="5"/>
                    <a:pt x="314" y="6"/>
                  </a:cubicBezTo>
                  <a:close/>
                  <a:moveTo>
                    <a:pt x="259" y="13"/>
                  </a:moveTo>
                  <a:cubicBezTo>
                    <a:pt x="259" y="12"/>
                    <a:pt x="261" y="11"/>
                    <a:pt x="260" y="10"/>
                  </a:cubicBezTo>
                  <a:cubicBezTo>
                    <a:pt x="260" y="10"/>
                    <a:pt x="260" y="11"/>
                    <a:pt x="260" y="11"/>
                  </a:cubicBezTo>
                  <a:cubicBezTo>
                    <a:pt x="260" y="12"/>
                    <a:pt x="260" y="12"/>
                    <a:pt x="259" y="12"/>
                  </a:cubicBezTo>
                  <a:cubicBezTo>
                    <a:pt x="259" y="13"/>
                    <a:pt x="258" y="13"/>
                    <a:pt x="258" y="14"/>
                  </a:cubicBezTo>
                  <a:cubicBezTo>
                    <a:pt x="258" y="14"/>
                    <a:pt x="257" y="15"/>
                    <a:pt x="257" y="15"/>
                  </a:cubicBezTo>
                  <a:cubicBezTo>
                    <a:pt x="258" y="15"/>
                    <a:pt x="258" y="15"/>
                    <a:pt x="258" y="14"/>
                  </a:cubicBezTo>
                  <a:cubicBezTo>
                    <a:pt x="259" y="14"/>
                    <a:pt x="259" y="14"/>
                    <a:pt x="259" y="13"/>
                  </a:cubicBezTo>
                  <a:close/>
                  <a:moveTo>
                    <a:pt x="257" y="42"/>
                  </a:moveTo>
                  <a:cubicBezTo>
                    <a:pt x="257" y="42"/>
                    <a:pt x="257" y="42"/>
                    <a:pt x="258" y="42"/>
                  </a:cubicBezTo>
                  <a:cubicBezTo>
                    <a:pt x="258" y="41"/>
                    <a:pt x="258" y="41"/>
                    <a:pt x="258" y="40"/>
                  </a:cubicBezTo>
                  <a:cubicBezTo>
                    <a:pt x="257" y="40"/>
                    <a:pt x="257" y="41"/>
                    <a:pt x="257" y="41"/>
                  </a:cubicBezTo>
                  <a:cubicBezTo>
                    <a:pt x="257" y="41"/>
                    <a:pt x="257" y="41"/>
                    <a:pt x="257" y="41"/>
                  </a:cubicBezTo>
                  <a:cubicBezTo>
                    <a:pt x="257" y="41"/>
                    <a:pt x="256" y="42"/>
                    <a:pt x="256" y="41"/>
                  </a:cubicBezTo>
                  <a:cubicBezTo>
                    <a:pt x="255" y="41"/>
                    <a:pt x="256" y="40"/>
                    <a:pt x="256" y="39"/>
                  </a:cubicBezTo>
                  <a:cubicBezTo>
                    <a:pt x="257" y="39"/>
                    <a:pt x="255" y="40"/>
                    <a:pt x="255" y="40"/>
                  </a:cubicBezTo>
                  <a:cubicBezTo>
                    <a:pt x="255" y="40"/>
                    <a:pt x="255" y="40"/>
                    <a:pt x="255" y="40"/>
                  </a:cubicBezTo>
                  <a:cubicBezTo>
                    <a:pt x="255" y="40"/>
                    <a:pt x="255" y="40"/>
                    <a:pt x="255" y="41"/>
                  </a:cubicBezTo>
                  <a:cubicBezTo>
                    <a:pt x="255" y="41"/>
                    <a:pt x="254" y="42"/>
                    <a:pt x="254" y="41"/>
                  </a:cubicBezTo>
                  <a:cubicBezTo>
                    <a:pt x="254" y="41"/>
                    <a:pt x="254" y="41"/>
                    <a:pt x="254" y="41"/>
                  </a:cubicBezTo>
                  <a:cubicBezTo>
                    <a:pt x="254" y="41"/>
                    <a:pt x="254" y="41"/>
                    <a:pt x="253" y="41"/>
                  </a:cubicBezTo>
                  <a:cubicBezTo>
                    <a:pt x="253" y="41"/>
                    <a:pt x="253" y="42"/>
                    <a:pt x="253" y="42"/>
                  </a:cubicBezTo>
                  <a:cubicBezTo>
                    <a:pt x="253" y="43"/>
                    <a:pt x="253" y="45"/>
                    <a:pt x="252" y="45"/>
                  </a:cubicBezTo>
                  <a:cubicBezTo>
                    <a:pt x="252" y="45"/>
                    <a:pt x="252" y="45"/>
                    <a:pt x="252" y="46"/>
                  </a:cubicBezTo>
                  <a:cubicBezTo>
                    <a:pt x="252" y="46"/>
                    <a:pt x="253" y="45"/>
                    <a:pt x="253" y="45"/>
                  </a:cubicBezTo>
                  <a:cubicBezTo>
                    <a:pt x="253" y="45"/>
                    <a:pt x="253" y="46"/>
                    <a:pt x="254" y="46"/>
                  </a:cubicBezTo>
                  <a:cubicBezTo>
                    <a:pt x="254" y="46"/>
                    <a:pt x="254" y="46"/>
                    <a:pt x="255" y="46"/>
                  </a:cubicBezTo>
                  <a:cubicBezTo>
                    <a:pt x="255" y="46"/>
                    <a:pt x="255" y="46"/>
                    <a:pt x="255" y="46"/>
                  </a:cubicBezTo>
                  <a:cubicBezTo>
                    <a:pt x="256" y="46"/>
                    <a:pt x="257" y="46"/>
                    <a:pt x="257" y="46"/>
                  </a:cubicBezTo>
                  <a:cubicBezTo>
                    <a:pt x="258" y="46"/>
                    <a:pt x="258" y="45"/>
                    <a:pt x="258" y="45"/>
                  </a:cubicBezTo>
                  <a:cubicBezTo>
                    <a:pt x="258" y="45"/>
                    <a:pt x="257" y="46"/>
                    <a:pt x="257" y="45"/>
                  </a:cubicBezTo>
                  <a:cubicBezTo>
                    <a:pt x="256" y="45"/>
                    <a:pt x="256" y="45"/>
                    <a:pt x="256" y="45"/>
                  </a:cubicBezTo>
                  <a:cubicBezTo>
                    <a:pt x="255" y="45"/>
                    <a:pt x="255" y="44"/>
                    <a:pt x="256" y="44"/>
                  </a:cubicBezTo>
                  <a:cubicBezTo>
                    <a:pt x="256" y="44"/>
                    <a:pt x="257" y="44"/>
                    <a:pt x="257" y="43"/>
                  </a:cubicBezTo>
                  <a:cubicBezTo>
                    <a:pt x="256" y="43"/>
                    <a:pt x="256" y="42"/>
                    <a:pt x="257" y="42"/>
                  </a:cubicBezTo>
                  <a:close/>
                  <a:moveTo>
                    <a:pt x="257" y="15"/>
                  </a:moveTo>
                  <a:cubicBezTo>
                    <a:pt x="257" y="16"/>
                    <a:pt x="256" y="16"/>
                    <a:pt x="256" y="16"/>
                  </a:cubicBezTo>
                  <a:cubicBezTo>
                    <a:pt x="256" y="16"/>
                    <a:pt x="255" y="17"/>
                    <a:pt x="255" y="17"/>
                  </a:cubicBezTo>
                  <a:cubicBezTo>
                    <a:pt x="255" y="16"/>
                    <a:pt x="254" y="17"/>
                    <a:pt x="254" y="18"/>
                  </a:cubicBezTo>
                  <a:cubicBezTo>
                    <a:pt x="254" y="17"/>
                    <a:pt x="255" y="17"/>
                    <a:pt x="256" y="17"/>
                  </a:cubicBezTo>
                  <a:cubicBezTo>
                    <a:pt x="256" y="17"/>
                    <a:pt x="257" y="16"/>
                    <a:pt x="257" y="15"/>
                  </a:cubicBezTo>
                  <a:close/>
                  <a:moveTo>
                    <a:pt x="314" y="0"/>
                  </a:moveTo>
                  <a:cubicBezTo>
                    <a:pt x="313" y="0"/>
                    <a:pt x="313" y="0"/>
                    <a:pt x="313" y="0"/>
                  </a:cubicBezTo>
                  <a:cubicBezTo>
                    <a:pt x="313" y="1"/>
                    <a:pt x="313" y="1"/>
                    <a:pt x="313" y="1"/>
                  </a:cubicBezTo>
                  <a:cubicBezTo>
                    <a:pt x="314" y="1"/>
                    <a:pt x="314" y="0"/>
                    <a:pt x="314" y="0"/>
                  </a:cubicBezTo>
                  <a:close/>
                  <a:moveTo>
                    <a:pt x="245" y="53"/>
                  </a:moveTo>
                  <a:cubicBezTo>
                    <a:pt x="245" y="53"/>
                    <a:pt x="246" y="53"/>
                    <a:pt x="245" y="52"/>
                  </a:cubicBezTo>
                  <a:cubicBezTo>
                    <a:pt x="245" y="52"/>
                    <a:pt x="245" y="53"/>
                    <a:pt x="245" y="53"/>
                  </a:cubicBezTo>
                  <a:close/>
                  <a:moveTo>
                    <a:pt x="267" y="338"/>
                  </a:moveTo>
                  <a:cubicBezTo>
                    <a:pt x="267" y="338"/>
                    <a:pt x="267" y="337"/>
                    <a:pt x="267" y="337"/>
                  </a:cubicBezTo>
                  <a:cubicBezTo>
                    <a:pt x="266" y="336"/>
                    <a:pt x="265" y="339"/>
                    <a:pt x="264" y="338"/>
                  </a:cubicBezTo>
                  <a:cubicBezTo>
                    <a:pt x="263" y="338"/>
                    <a:pt x="262" y="338"/>
                    <a:pt x="262" y="338"/>
                  </a:cubicBezTo>
                  <a:cubicBezTo>
                    <a:pt x="261" y="339"/>
                    <a:pt x="260" y="339"/>
                    <a:pt x="259" y="340"/>
                  </a:cubicBezTo>
                  <a:cubicBezTo>
                    <a:pt x="260" y="339"/>
                    <a:pt x="259" y="339"/>
                    <a:pt x="258" y="339"/>
                  </a:cubicBezTo>
                  <a:cubicBezTo>
                    <a:pt x="258" y="339"/>
                    <a:pt x="258" y="340"/>
                    <a:pt x="257" y="340"/>
                  </a:cubicBezTo>
                  <a:cubicBezTo>
                    <a:pt x="257" y="340"/>
                    <a:pt x="256" y="339"/>
                    <a:pt x="256" y="340"/>
                  </a:cubicBezTo>
                  <a:cubicBezTo>
                    <a:pt x="255" y="340"/>
                    <a:pt x="253" y="340"/>
                    <a:pt x="254" y="341"/>
                  </a:cubicBezTo>
                  <a:cubicBezTo>
                    <a:pt x="254" y="341"/>
                    <a:pt x="254" y="341"/>
                    <a:pt x="254" y="341"/>
                  </a:cubicBezTo>
                  <a:cubicBezTo>
                    <a:pt x="254" y="341"/>
                    <a:pt x="253" y="341"/>
                    <a:pt x="253" y="341"/>
                  </a:cubicBezTo>
                  <a:cubicBezTo>
                    <a:pt x="253" y="341"/>
                    <a:pt x="253" y="340"/>
                    <a:pt x="253" y="340"/>
                  </a:cubicBezTo>
                  <a:cubicBezTo>
                    <a:pt x="252" y="340"/>
                    <a:pt x="251" y="342"/>
                    <a:pt x="251" y="342"/>
                  </a:cubicBezTo>
                  <a:cubicBezTo>
                    <a:pt x="251" y="341"/>
                    <a:pt x="251" y="341"/>
                    <a:pt x="250" y="341"/>
                  </a:cubicBezTo>
                  <a:cubicBezTo>
                    <a:pt x="250" y="341"/>
                    <a:pt x="249" y="341"/>
                    <a:pt x="249" y="341"/>
                  </a:cubicBezTo>
                  <a:cubicBezTo>
                    <a:pt x="247" y="341"/>
                    <a:pt x="247" y="340"/>
                    <a:pt x="245" y="340"/>
                  </a:cubicBezTo>
                  <a:cubicBezTo>
                    <a:pt x="244" y="340"/>
                    <a:pt x="245" y="339"/>
                    <a:pt x="244" y="339"/>
                  </a:cubicBezTo>
                  <a:cubicBezTo>
                    <a:pt x="244" y="339"/>
                    <a:pt x="244" y="338"/>
                    <a:pt x="243" y="338"/>
                  </a:cubicBezTo>
                  <a:cubicBezTo>
                    <a:pt x="243" y="338"/>
                    <a:pt x="242" y="338"/>
                    <a:pt x="242" y="337"/>
                  </a:cubicBezTo>
                  <a:cubicBezTo>
                    <a:pt x="242" y="337"/>
                    <a:pt x="242" y="337"/>
                    <a:pt x="242" y="337"/>
                  </a:cubicBezTo>
                  <a:cubicBezTo>
                    <a:pt x="242" y="337"/>
                    <a:pt x="240" y="338"/>
                    <a:pt x="240" y="337"/>
                  </a:cubicBezTo>
                  <a:cubicBezTo>
                    <a:pt x="239" y="337"/>
                    <a:pt x="239" y="337"/>
                    <a:pt x="238" y="337"/>
                  </a:cubicBezTo>
                  <a:cubicBezTo>
                    <a:pt x="238" y="336"/>
                    <a:pt x="238" y="336"/>
                    <a:pt x="238" y="336"/>
                  </a:cubicBezTo>
                  <a:cubicBezTo>
                    <a:pt x="237" y="336"/>
                    <a:pt x="237" y="338"/>
                    <a:pt x="236" y="338"/>
                  </a:cubicBezTo>
                  <a:cubicBezTo>
                    <a:pt x="235" y="339"/>
                    <a:pt x="235" y="339"/>
                    <a:pt x="234" y="340"/>
                  </a:cubicBezTo>
                  <a:cubicBezTo>
                    <a:pt x="234" y="340"/>
                    <a:pt x="235" y="340"/>
                    <a:pt x="235" y="340"/>
                  </a:cubicBezTo>
                  <a:cubicBezTo>
                    <a:pt x="234" y="341"/>
                    <a:pt x="234" y="341"/>
                    <a:pt x="234" y="341"/>
                  </a:cubicBezTo>
                  <a:cubicBezTo>
                    <a:pt x="234" y="342"/>
                    <a:pt x="234" y="343"/>
                    <a:pt x="234" y="343"/>
                  </a:cubicBezTo>
                  <a:cubicBezTo>
                    <a:pt x="234" y="344"/>
                    <a:pt x="233" y="344"/>
                    <a:pt x="233" y="344"/>
                  </a:cubicBezTo>
                  <a:cubicBezTo>
                    <a:pt x="233" y="345"/>
                    <a:pt x="233" y="346"/>
                    <a:pt x="233" y="347"/>
                  </a:cubicBezTo>
                  <a:cubicBezTo>
                    <a:pt x="233" y="347"/>
                    <a:pt x="233" y="347"/>
                    <a:pt x="233" y="348"/>
                  </a:cubicBezTo>
                  <a:cubicBezTo>
                    <a:pt x="233" y="349"/>
                    <a:pt x="234" y="351"/>
                    <a:pt x="233" y="352"/>
                  </a:cubicBezTo>
                  <a:cubicBezTo>
                    <a:pt x="233" y="352"/>
                    <a:pt x="232" y="353"/>
                    <a:pt x="233" y="353"/>
                  </a:cubicBezTo>
                  <a:cubicBezTo>
                    <a:pt x="233" y="352"/>
                    <a:pt x="233" y="352"/>
                    <a:pt x="233" y="353"/>
                  </a:cubicBezTo>
                  <a:cubicBezTo>
                    <a:pt x="233" y="354"/>
                    <a:pt x="234" y="355"/>
                    <a:pt x="234" y="354"/>
                  </a:cubicBezTo>
                  <a:cubicBezTo>
                    <a:pt x="234" y="355"/>
                    <a:pt x="233" y="355"/>
                    <a:pt x="233" y="355"/>
                  </a:cubicBezTo>
                  <a:cubicBezTo>
                    <a:pt x="233" y="355"/>
                    <a:pt x="233" y="356"/>
                    <a:pt x="232" y="356"/>
                  </a:cubicBezTo>
                  <a:cubicBezTo>
                    <a:pt x="232" y="355"/>
                    <a:pt x="233" y="355"/>
                    <a:pt x="232" y="354"/>
                  </a:cubicBezTo>
                  <a:cubicBezTo>
                    <a:pt x="232" y="354"/>
                    <a:pt x="232" y="353"/>
                    <a:pt x="232" y="353"/>
                  </a:cubicBezTo>
                  <a:cubicBezTo>
                    <a:pt x="232" y="353"/>
                    <a:pt x="232" y="353"/>
                    <a:pt x="232" y="353"/>
                  </a:cubicBezTo>
                  <a:cubicBezTo>
                    <a:pt x="232" y="353"/>
                    <a:pt x="231" y="355"/>
                    <a:pt x="230" y="356"/>
                  </a:cubicBezTo>
                  <a:cubicBezTo>
                    <a:pt x="230" y="356"/>
                    <a:pt x="230" y="356"/>
                    <a:pt x="230" y="356"/>
                  </a:cubicBezTo>
                  <a:cubicBezTo>
                    <a:pt x="230" y="357"/>
                    <a:pt x="230" y="357"/>
                    <a:pt x="230" y="357"/>
                  </a:cubicBezTo>
                  <a:cubicBezTo>
                    <a:pt x="230" y="357"/>
                    <a:pt x="230" y="358"/>
                    <a:pt x="230" y="358"/>
                  </a:cubicBezTo>
                  <a:cubicBezTo>
                    <a:pt x="230" y="359"/>
                    <a:pt x="230" y="359"/>
                    <a:pt x="230" y="360"/>
                  </a:cubicBezTo>
                  <a:cubicBezTo>
                    <a:pt x="229" y="360"/>
                    <a:pt x="230" y="361"/>
                    <a:pt x="230" y="361"/>
                  </a:cubicBezTo>
                  <a:cubicBezTo>
                    <a:pt x="230" y="361"/>
                    <a:pt x="230" y="362"/>
                    <a:pt x="230" y="362"/>
                  </a:cubicBezTo>
                  <a:cubicBezTo>
                    <a:pt x="230" y="362"/>
                    <a:pt x="230" y="363"/>
                    <a:pt x="230" y="363"/>
                  </a:cubicBezTo>
                  <a:cubicBezTo>
                    <a:pt x="230" y="363"/>
                    <a:pt x="230" y="364"/>
                    <a:pt x="230" y="365"/>
                  </a:cubicBezTo>
                  <a:cubicBezTo>
                    <a:pt x="231" y="365"/>
                    <a:pt x="231" y="364"/>
                    <a:pt x="231" y="364"/>
                  </a:cubicBezTo>
                  <a:cubicBezTo>
                    <a:pt x="231" y="364"/>
                    <a:pt x="231" y="364"/>
                    <a:pt x="231" y="364"/>
                  </a:cubicBezTo>
                  <a:cubicBezTo>
                    <a:pt x="232" y="364"/>
                    <a:pt x="231" y="365"/>
                    <a:pt x="232" y="365"/>
                  </a:cubicBezTo>
                  <a:cubicBezTo>
                    <a:pt x="232" y="365"/>
                    <a:pt x="232" y="365"/>
                    <a:pt x="232" y="365"/>
                  </a:cubicBezTo>
                  <a:cubicBezTo>
                    <a:pt x="232" y="365"/>
                    <a:pt x="233" y="364"/>
                    <a:pt x="233" y="364"/>
                  </a:cubicBezTo>
                  <a:cubicBezTo>
                    <a:pt x="234" y="364"/>
                    <a:pt x="233" y="365"/>
                    <a:pt x="233" y="366"/>
                  </a:cubicBezTo>
                  <a:cubicBezTo>
                    <a:pt x="233" y="366"/>
                    <a:pt x="233" y="365"/>
                    <a:pt x="233" y="365"/>
                  </a:cubicBezTo>
                  <a:cubicBezTo>
                    <a:pt x="233" y="365"/>
                    <a:pt x="232" y="366"/>
                    <a:pt x="232" y="366"/>
                  </a:cubicBezTo>
                  <a:cubicBezTo>
                    <a:pt x="232" y="366"/>
                    <a:pt x="232" y="365"/>
                    <a:pt x="232" y="365"/>
                  </a:cubicBezTo>
                  <a:cubicBezTo>
                    <a:pt x="231" y="365"/>
                    <a:pt x="231" y="365"/>
                    <a:pt x="231" y="365"/>
                  </a:cubicBezTo>
                  <a:cubicBezTo>
                    <a:pt x="231" y="366"/>
                    <a:pt x="231" y="365"/>
                    <a:pt x="230" y="366"/>
                  </a:cubicBezTo>
                  <a:cubicBezTo>
                    <a:pt x="230" y="366"/>
                    <a:pt x="231" y="366"/>
                    <a:pt x="231" y="366"/>
                  </a:cubicBezTo>
                  <a:cubicBezTo>
                    <a:pt x="231" y="367"/>
                    <a:pt x="230" y="367"/>
                    <a:pt x="230" y="367"/>
                  </a:cubicBezTo>
                  <a:cubicBezTo>
                    <a:pt x="230" y="367"/>
                    <a:pt x="232" y="367"/>
                    <a:pt x="232" y="367"/>
                  </a:cubicBezTo>
                  <a:cubicBezTo>
                    <a:pt x="232" y="367"/>
                    <a:pt x="232" y="367"/>
                    <a:pt x="232" y="367"/>
                  </a:cubicBezTo>
                  <a:cubicBezTo>
                    <a:pt x="233" y="367"/>
                    <a:pt x="232" y="367"/>
                    <a:pt x="233" y="367"/>
                  </a:cubicBezTo>
                  <a:cubicBezTo>
                    <a:pt x="233" y="367"/>
                    <a:pt x="233" y="367"/>
                    <a:pt x="233" y="367"/>
                  </a:cubicBezTo>
                  <a:cubicBezTo>
                    <a:pt x="233" y="367"/>
                    <a:pt x="234" y="367"/>
                    <a:pt x="234" y="367"/>
                  </a:cubicBezTo>
                  <a:cubicBezTo>
                    <a:pt x="235" y="367"/>
                    <a:pt x="235" y="367"/>
                    <a:pt x="235" y="366"/>
                  </a:cubicBezTo>
                  <a:cubicBezTo>
                    <a:pt x="235" y="367"/>
                    <a:pt x="236" y="367"/>
                    <a:pt x="235" y="368"/>
                  </a:cubicBezTo>
                  <a:cubicBezTo>
                    <a:pt x="235" y="368"/>
                    <a:pt x="237" y="368"/>
                    <a:pt x="237" y="368"/>
                  </a:cubicBezTo>
                  <a:cubicBezTo>
                    <a:pt x="237" y="368"/>
                    <a:pt x="238" y="368"/>
                    <a:pt x="238" y="367"/>
                  </a:cubicBezTo>
                  <a:cubicBezTo>
                    <a:pt x="238" y="367"/>
                    <a:pt x="238" y="367"/>
                    <a:pt x="238" y="367"/>
                  </a:cubicBezTo>
                  <a:cubicBezTo>
                    <a:pt x="239" y="367"/>
                    <a:pt x="239" y="366"/>
                    <a:pt x="239" y="366"/>
                  </a:cubicBezTo>
                  <a:cubicBezTo>
                    <a:pt x="239" y="367"/>
                    <a:pt x="239" y="367"/>
                    <a:pt x="239" y="366"/>
                  </a:cubicBezTo>
                  <a:cubicBezTo>
                    <a:pt x="239" y="366"/>
                    <a:pt x="239" y="366"/>
                    <a:pt x="239" y="366"/>
                  </a:cubicBezTo>
                  <a:cubicBezTo>
                    <a:pt x="239" y="366"/>
                    <a:pt x="241" y="365"/>
                    <a:pt x="240" y="365"/>
                  </a:cubicBezTo>
                  <a:cubicBezTo>
                    <a:pt x="240" y="365"/>
                    <a:pt x="241" y="365"/>
                    <a:pt x="241" y="364"/>
                  </a:cubicBezTo>
                  <a:cubicBezTo>
                    <a:pt x="241" y="364"/>
                    <a:pt x="241" y="364"/>
                    <a:pt x="241" y="364"/>
                  </a:cubicBezTo>
                  <a:cubicBezTo>
                    <a:pt x="241" y="363"/>
                    <a:pt x="241" y="363"/>
                    <a:pt x="242" y="363"/>
                  </a:cubicBezTo>
                  <a:cubicBezTo>
                    <a:pt x="242" y="363"/>
                    <a:pt x="241" y="364"/>
                    <a:pt x="242" y="363"/>
                  </a:cubicBezTo>
                  <a:cubicBezTo>
                    <a:pt x="242" y="363"/>
                    <a:pt x="242" y="364"/>
                    <a:pt x="242" y="364"/>
                  </a:cubicBezTo>
                  <a:cubicBezTo>
                    <a:pt x="242" y="364"/>
                    <a:pt x="242" y="364"/>
                    <a:pt x="242" y="364"/>
                  </a:cubicBezTo>
                  <a:cubicBezTo>
                    <a:pt x="243" y="365"/>
                    <a:pt x="243" y="364"/>
                    <a:pt x="243" y="364"/>
                  </a:cubicBezTo>
                  <a:cubicBezTo>
                    <a:pt x="244" y="363"/>
                    <a:pt x="244" y="363"/>
                    <a:pt x="245" y="362"/>
                  </a:cubicBezTo>
                  <a:cubicBezTo>
                    <a:pt x="244" y="362"/>
                    <a:pt x="244" y="361"/>
                    <a:pt x="245" y="362"/>
                  </a:cubicBezTo>
                  <a:cubicBezTo>
                    <a:pt x="245" y="362"/>
                    <a:pt x="245" y="362"/>
                    <a:pt x="245" y="362"/>
                  </a:cubicBezTo>
                  <a:cubicBezTo>
                    <a:pt x="245" y="362"/>
                    <a:pt x="246" y="361"/>
                    <a:pt x="246" y="360"/>
                  </a:cubicBezTo>
                  <a:cubicBezTo>
                    <a:pt x="246" y="360"/>
                    <a:pt x="246" y="359"/>
                    <a:pt x="246" y="359"/>
                  </a:cubicBezTo>
                  <a:cubicBezTo>
                    <a:pt x="247" y="359"/>
                    <a:pt x="247" y="360"/>
                    <a:pt x="247" y="361"/>
                  </a:cubicBezTo>
                  <a:cubicBezTo>
                    <a:pt x="247" y="360"/>
                    <a:pt x="247" y="360"/>
                    <a:pt x="247" y="360"/>
                  </a:cubicBezTo>
                  <a:cubicBezTo>
                    <a:pt x="247" y="361"/>
                    <a:pt x="247" y="362"/>
                    <a:pt x="246" y="361"/>
                  </a:cubicBezTo>
                  <a:cubicBezTo>
                    <a:pt x="246" y="361"/>
                    <a:pt x="246" y="361"/>
                    <a:pt x="246" y="362"/>
                  </a:cubicBezTo>
                  <a:cubicBezTo>
                    <a:pt x="247" y="362"/>
                    <a:pt x="247" y="361"/>
                    <a:pt x="248" y="360"/>
                  </a:cubicBezTo>
                  <a:cubicBezTo>
                    <a:pt x="248" y="360"/>
                    <a:pt x="248" y="360"/>
                    <a:pt x="248" y="360"/>
                  </a:cubicBezTo>
                  <a:cubicBezTo>
                    <a:pt x="248" y="360"/>
                    <a:pt x="249" y="359"/>
                    <a:pt x="249" y="360"/>
                  </a:cubicBezTo>
                  <a:cubicBezTo>
                    <a:pt x="248" y="360"/>
                    <a:pt x="250" y="360"/>
                    <a:pt x="250" y="360"/>
                  </a:cubicBezTo>
                  <a:cubicBezTo>
                    <a:pt x="251" y="360"/>
                    <a:pt x="249" y="361"/>
                    <a:pt x="250" y="362"/>
                  </a:cubicBezTo>
                  <a:cubicBezTo>
                    <a:pt x="250" y="362"/>
                    <a:pt x="248" y="362"/>
                    <a:pt x="249" y="361"/>
                  </a:cubicBezTo>
                  <a:cubicBezTo>
                    <a:pt x="249" y="361"/>
                    <a:pt x="249" y="360"/>
                    <a:pt x="249" y="361"/>
                  </a:cubicBezTo>
                  <a:cubicBezTo>
                    <a:pt x="249" y="361"/>
                    <a:pt x="249" y="361"/>
                    <a:pt x="248" y="361"/>
                  </a:cubicBezTo>
                  <a:cubicBezTo>
                    <a:pt x="248" y="361"/>
                    <a:pt x="247" y="362"/>
                    <a:pt x="248" y="362"/>
                  </a:cubicBezTo>
                  <a:cubicBezTo>
                    <a:pt x="248" y="362"/>
                    <a:pt x="247" y="363"/>
                    <a:pt x="248" y="363"/>
                  </a:cubicBezTo>
                  <a:cubicBezTo>
                    <a:pt x="248" y="364"/>
                    <a:pt x="248" y="364"/>
                    <a:pt x="248" y="363"/>
                  </a:cubicBezTo>
                  <a:cubicBezTo>
                    <a:pt x="249" y="363"/>
                    <a:pt x="249" y="362"/>
                    <a:pt x="249" y="363"/>
                  </a:cubicBezTo>
                  <a:cubicBezTo>
                    <a:pt x="249" y="363"/>
                    <a:pt x="249" y="364"/>
                    <a:pt x="250" y="364"/>
                  </a:cubicBezTo>
                  <a:cubicBezTo>
                    <a:pt x="250" y="363"/>
                    <a:pt x="250" y="363"/>
                    <a:pt x="250" y="363"/>
                  </a:cubicBezTo>
                  <a:cubicBezTo>
                    <a:pt x="250" y="363"/>
                    <a:pt x="251" y="362"/>
                    <a:pt x="251" y="362"/>
                  </a:cubicBezTo>
                  <a:cubicBezTo>
                    <a:pt x="251" y="361"/>
                    <a:pt x="251" y="361"/>
                    <a:pt x="251" y="361"/>
                  </a:cubicBezTo>
                  <a:cubicBezTo>
                    <a:pt x="252" y="361"/>
                    <a:pt x="252" y="360"/>
                    <a:pt x="252" y="360"/>
                  </a:cubicBezTo>
                  <a:cubicBezTo>
                    <a:pt x="252" y="360"/>
                    <a:pt x="251" y="360"/>
                    <a:pt x="251" y="360"/>
                  </a:cubicBezTo>
                  <a:cubicBezTo>
                    <a:pt x="251" y="360"/>
                    <a:pt x="251" y="360"/>
                    <a:pt x="251" y="360"/>
                  </a:cubicBezTo>
                  <a:cubicBezTo>
                    <a:pt x="251" y="360"/>
                    <a:pt x="251" y="360"/>
                    <a:pt x="251" y="360"/>
                  </a:cubicBezTo>
                  <a:cubicBezTo>
                    <a:pt x="251" y="360"/>
                    <a:pt x="251" y="359"/>
                    <a:pt x="251" y="359"/>
                  </a:cubicBezTo>
                  <a:cubicBezTo>
                    <a:pt x="252" y="359"/>
                    <a:pt x="253" y="358"/>
                    <a:pt x="253" y="358"/>
                  </a:cubicBezTo>
                  <a:cubicBezTo>
                    <a:pt x="253" y="357"/>
                    <a:pt x="253" y="356"/>
                    <a:pt x="254" y="356"/>
                  </a:cubicBezTo>
                  <a:cubicBezTo>
                    <a:pt x="254" y="357"/>
                    <a:pt x="255" y="356"/>
                    <a:pt x="255" y="356"/>
                  </a:cubicBezTo>
                  <a:cubicBezTo>
                    <a:pt x="255" y="355"/>
                    <a:pt x="256" y="354"/>
                    <a:pt x="256" y="354"/>
                  </a:cubicBezTo>
                  <a:cubicBezTo>
                    <a:pt x="256" y="354"/>
                    <a:pt x="255" y="354"/>
                    <a:pt x="255" y="354"/>
                  </a:cubicBezTo>
                  <a:cubicBezTo>
                    <a:pt x="256" y="353"/>
                    <a:pt x="257" y="353"/>
                    <a:pt x="258" y="352"/>
                  </a:cubicBezTo>
                  <a:cubicBezTo>
                    <a:pt x="258" y="352"/>
                    <a:pt x="258" y="351"/>
                    <a:pt x="259" y="352"/>
                  </a:cubicBezTo>
                  <a:cubicBezTo>
                    <a:pt x="259" y="351"/>
                    <a:pt x="259" y="351"/>
                    <a:pt x="259" y="351"/>
                  </a:cubicBezTo>
                  <a:cubicBezTo>
                    <a:pt x="259" y="350"/>
                    <a:pt x="260" y="351"/>
                    <a:pt x="260" y="350"/>
                  </a:cubicBezTo>
                  <a:cubicBezTo>
                    <a:pt x="260" y="350"/>
                    <a:pt x="260" y="350"/>
                    <a:pt x="260" y="350"/>
                  </a:cubicBezTo>
                  <a:cubicBezTo>
                    <a:pt x="260" y="350"/>
                    <a:pt x="260" y="350"/>
                    <a:pt x="260" y="351"/>
                  </a:cubicBezTo>
                  <a:cubicBezTo>
                    <a:pt x="260" y="351"/>
                    <a:pt x="259" y="351"/>
                    <a:pt x="259" y="351"/>
                  </a:cubicBezTo>
                  <a:cubicBezTo>
                    <a:pt x="259" y="351"/>
                    <a:pt x="260" y="352"/>
                    <a:pt x="260" y="352"/>
                  </a:cubicBezTo>
                  <a:cubicBezTo>
                    <a:pt x="260" y="352"/>
                    <a:pt x="259" y="353"/>
                    <a:pt x="259" y="353"/>
                  </a:cubicBezTo>
                  <a:cubicBezTo>
                    <a:pt x="259" y="354"/>
                    <a:pt x="260" y="353"/>
                    <a:pt x="260" y="352"/>
                  </a:cubicBezTo>
                  <a:cubicBezTo>
                    <a:pt x="260" y="352"/>
                    <a:pt x="260" y="352"/>
                    <a:pt x="260" y="351"/>
                  </a:cubicBezTo>
                  <a:cubicBezTo>
                    <a:pt x="261" y="351"/>
                    <a:pt x="261" y="351"/>
                    <a:pt x="261" y="350"/>
                  </a:cubicBezTo>
                  <a:cubicBezTo>
                    <a:pt x="262" y="349"/>
                    <a:pt x="262" y="349"/>
                    <a:pt x="262" y="348"/>
                  </a:cubicBezTo>
                  <a:cubicBezTo>
                    <a:pt x="263" y="347"/>
                    <a:pt x="263" y="346"/>
                    <a:pt x="264" y="345"/>
                  </a:cubicBezTo>
                  <a:cubicBezTo>
                    <a:pt x="264" y="344"/>
                    <a:pt x="265" y="344"/>
                    <a:pt x="266" y="343"/>
                  </a:cubicBezTo>
                  <a:cubicBezTo>
                    <a:pt x="265" y="343"/>
                    <a:pt x="265" y="343"/>
                    <a:pt x="265" y="343"/>
                  </a:cubicBezTo>
                  <a:cubicBezTo>
                    <a:pt x="265" y="343"/>
                    <a:pt x="265" y="343"/>
                    <a:pt x="266" y="343"/>
                  </a:cubicBezTo>
                  <a:cubicBezTo>
                    <a:pt x="266" y="342"/>
                    <a:pt x="266" y="342"/>
                    <a:pt x="266" y="342"/>
                  </a:cubicBezTo>
                  <a:cubicBezTo>
                    <a:pt x="266" y="341"/>
                    <a:pt x="266" y="341"/>
                    <a:pt x="267" y="341"/>
                  </a:cubicBezTo>
                  <a:cubicBezTo>
                    <a:pt x="267" y="340"/>
                    <a:pt x="267" y="340"/>
                    <a:pt x="267" y="340"/>
                  </a:cubicBezTo>
                  <a:cubicBezTo>
                    <a:pt x="268" y="339"/>
                    <a:pt x="268" y="339"/>
                    <a:pt x="268" y="338"/>
                  </a:cubicBezTo>
                  <a:cubicBezTo>
                    <a:pt x="268" y="338"/>
                    <a:pt x="267" y="338"/>
                    <a:pt x="267" y="338"/>
                  </a:cubicBezTo>
                  <a:close/>
                  <a:moveTo>
                    <a:pt x="253" y="61"/>
                  </a:moveTo>
                  <a:cubicBezTo>
                    <a:pt x="252" y="62"/>
                    <a:pt x="252" y="62"/>
                    <a:pt x="252" y="63"/>
                  </a:cubicBezTo>
                  <a:cubicBezTo>
                    <a:pt x="253" y="62"/>
                    <a:pt x="253" y="62"/>
                    <a:pt x="253" y="61"/>
                  </a:cubicBezTo>
                  <a:close/>
                  <a:moveTo>
                    <a:pt x="361" y="110"/>
                  </a:moveTo>
                  <a:cubicBezTo>
                    <a:pt x="361" y="110"/>
                    <a:pt x="361" y="110"/>
                    <a:pt x="361" y="110"/>
                  </a:cubicBezTo>
                  <a:cubicBezTo>
                    <a:pt x="360" y="111"/>
                    <a:pt x="361" y="111"/>
                    <a:pt x="361" y="111"/>
                  </a:cubicBezTo>
                  <a:cubicBezTo>
                    <a:pt x="361" y="111"/>
                    <a:pt x="362" y="110"/>
                    <a:pt x="361" y="110"/>
                  </a:cubicBezTo>
                  <a:close/>
                  <a:moveTo>
                    <a:pt x="362" y="114"/>
                  </a:moveTo>
                  <a:cubicBezTo>
                    <a:pt x="362" y="114"/>
                    <a:pt x="361" y="115"/>
                    <a:pt x="361" y="115"/>
                  </a:cubicBezTo>
                  <a:cubicBezTo>
                    <a:pt x="362" y="114"/>
                    <a:pt x="362" y="114"/>
                    <a:pt x="362" y="114"/>
                  </a:cubicBezTo>
                  <a:close/>
                  <a:moveTo>
                    <a:pt x="195" y="19"/>
                  </a:moveTo>
                  <a:cubicBezTo>
                    <a:pt x="196" y="19"/>
                    <a:pt x="197" y="19"/>
                    <a:pt x="197" y="19"/>
                  </a:cubicBezTo>
                  <a:cubicBezTo>
                    <a:pt x="198" y="19"/>
                    <a:pt x="198" y="19"/>
                    <a:pt x="199" y="19"/>
                  </a:cubicBezTo>
                  <a:cubicBezTo>
                    <a:pt x="199" y="19"/>
                    <a:pt x="200" y="19"/>
                    <a:pt x="200" y="19"/>
                  </a:cubicBezTo>
                  <a:cubicBezTo>
                    <a:pt x="200" y="18"/>
                    <a:pt x="199" y="17"/>
                    <a:pt x="199" y="18"/>
                  </a:cubicBezTo>
                  <a:cubicBezTo>
                    <a:pt x="199" y="17"/>
                    <a:pt x="199" y="17"/>
                    <a:pt x="198" y="16"/>
                  </a:cubicBezTo>
                  <a:cubicBezTo>
                    <a:pt x="198" y="16"/>
                    <a:pt x="198" y="15"/>
                    <a:pt x="198" y="14"/>
                  </a:cubicBezTo>
                  <a:cubicBezTo>
                    <a:pt x="198" y="13"/>
                    <a:pt x="196" y="15"/>
                    <a:pt x="196" y="15"/>
                  </a:cubicBezTo>
                  <a:cubicBezTo>
                    <a:pt x="197" y="15"/>
                    <a:pt x="196" y="17"/>
                    <a:pt x="196" y="17"/>
                  </a:cubicBezTo>
                  <a:cubicBezTo>
                    <a:pt x="196" y="18"/>
                    <a:pt x="195" y="17"/>
                    <a:pt x="195" y="18"/>
                  </a:cubicBezTo>
                  <a:cubicBezTo>
                    <a:pt x="195" y="19"/>
                    <a:pt x="194" y="18"/>
                    <a:pt x="194" y="19"/>
                  </a:cubicBezTo>
                  <a:cubicBezTo>
                    <a:pt x="194" y="19"/>
                    <a:pt x="195" y="19"/>
                    <a:pt x="195" y="19"/>
                  </a:cubicBezTo>
                  <a:close/>
                  <a:moveTo>
                    <a:pt x="179" y="244"/>
                  </a:moveTo>
                  <a:cubicBezTo>
                    <a:pt x="179" y="244"/>
                    <a:pt x="180" y="244"/>
                    <a:pt x="180" y="244"/>
                  </a:cubicBezTo>
                  <a:cubicBezTo>
                    <a:pt x="180" y="244"/>
                    <a:pt x="178" y="244"/>
                    <a:pt x="179" y="244"/>
                  </a:cubicBezTo>
                  <a:close/>
                  <a:moveTo>
                    <a:pt x="219" y="12"/>
                  </a:moveTo>
                  <a:cubicBezTo>
                    <a:pt x="219" y="12"/>
                    <a:pt x="219" y="12"/>
                    <a:pt x="219" y="12"/>
                  </a:cubicBezTo>
                  <a:cubicBezTo>
                    <a:pt x="219" y="13"/>
                    <a:pt x="219" y="14"/>
                    <a:pt x="220" y="14"/>
                  </a:cubicBezTo>
                  <a:cubicBezTo>
                    <a:pt x="220" y="13"/>
                    <a:pt x="220" y="13"/>
                    <a:pt x="220" y="13"/>
                  </a:cubicBezTo>
                  <a:cubicBezTo>
                    <a:pt x="220" y="13"/>
                    <a:pt x="220" y="12"/>
                    <a:pt x="220" y="12"/>
                  </a:cubicBezTo>
                  <a:cubicBezTo>
                    <a:pt x="220" y="12"/>
                    <a:pt x="220" y="12"/>
                    <a:pt x="220" y="12"/>
                  </a:cubicBezTo>
                  <a:cubicBezTo>
                    <a:pt x="220" y="11"/>
                    <a:pt x="220" y="11"/>
                    <a:pt x="220" y="11"/>
                  </a:cubicBezTo>
                  <a:cubicBezTo>
                    <a:pt x="220" y="11"/>
                    <a:pt x="220" y="10"/>
                    <a:pt x="220" y="10"/>
                  </a:cubicBezTo>
                  <a:cubicBezTo>
                    <a:pt x="220" y="10"/>
                    <a:pt x="219" y="11"/>
                    <a:pt x="219" y="10"/>
                  </a:cubicBezTo>
                  <a:cubicBezTo>
                    <a:pt x="219" y="11"/>
                    <a:pt x="219" y="11"/>
                    <a:pt x="219" y="12"/>
                  </a:cubicBezTo>
                  <a:close/>
                  <a:moveTo>
                    <a:pt x="253" y="61"/>
                  </a:moveTo>
                  <a:cubicBezTo>
                    <a:pt x="253" y="62"/>
                    <a:pt x="253" y="62"/>
                    <a:pt x="253" y="62"/>
                  </a:cubicBezTo>
                  <a:cubicBezTo>
                    <a:pt x="254" y="62"/>
                    <a:pt x="254" y="62"/>
                    <a:pt x="254" y="62"/>
                  </a:cubicBezTo>
                  <a:cubicBezTo>
                    <a:pt x="254" y="61"/>
                    <a:pt x="254" y="62"/>
                    <a:pt x="254" y="62"/>
                  </a:cubicBezTo>
                  <a:cubicBezTo>
                    <a:pt x="254" y="62"/>
                    <a:pt x="254" y="61"/>
                    <a:pt x="253" y="61"/>
                  </a:cubicBezTo>
                  <a:close/>
                  <a:moveTo>
                    <a:pt x="204" y="282"/>
                  </a:moveTo>
                  <a:cubicBezTo>
                    <a:pt x="204" y="282"/>
                    <a:pt x="203" y="282"/>
                    <a:pt x="203" y="283"/>
                  </a:cubicBezTo>
                  <a:cubicBezTo>
                    <a:pt x="203" y="283"/>
                    <a:pt x="202" y="283"/>
                    <a:pt x="202" y="283"/>
                  </a:cubicBezTo>
                  <a:cubicBezTo>
                    <a:pt x="202" y="282"/>
                    <a:pt x="202" y="282"/>
                    <a:pt x="202" y="282"/>
                  </a:cubicBezTo>
                  <a:cubicBezTo>
                    <a:pt x="202" y="282"/>
                    <a:pt x="200" y="282"/>
                    <a:pt x="201" y="282"/>
                  </a:cubicBezTo>
                  <a:cubicBezTo>
                    <a:pt x="201" y="281"/>
                    <a:pt x="202" y="281"/>
                    <a:pt x="201" y="281"/>
                  </a:cubicBezTo>
                  <a:cubicBezTo>
                    <a:pt x="201" y="281"/>
                    <a:pt x="202" y="280"/>
                    <a:pt x="202" y="280"/>
                  </a:cubicBezTo>
                  <a:cubicBezTo>
                    <a:pt x="201" y="280"/>
                    <a:pt x="200" y="281"/>
                    <a:pt x="199" y="280"/>
                  </a:cubicBezTo>
                  <a:cubicBezTo>
                    <a:pt x="199" y="280"/>
                    <a:pt x="198" y="281"/>
                    <a:pt x="197" y="281"/>
                  </a:cubicBezTo>
                  <a:cubicBezTo>
                    <a:pt x="196" y="281"/>
                    <a:pt x="194" y="282"/>
                    <a:pt x="193" y="282"/>
                  </a:cubicBezTo>
                  <a:cubicBezTo>
                    <a:pt x="192" y="282"/>
                    <a:pt x="191" y="282"/>
                    <a:pt x="190" y="284"/>
                  </a:cubicBezTo>
                  <a:cubicBezTo>
                    <a:pt x="190" y="284"/>
                    <a:pt x="190" y="284"/>
                    <a:pt x="191" y="285"/>
                  </a:cubicBezTo>
                  <a:cubicBezTo>
                    <a:pt x="191" y="285"/>
                    <a:pt x="191" y="285"/>
                    <a:pt x="191" y="286"/>
                  </a:cubicBezTo>
                  <a:cubicBezTo>
                    <a:pt x="191" y="286"/>
                    <a:pt x="192" y="285"/>
                    <a:pt x="192" y="285"/>
                  </a:cubicBezTo>
                  <a:cubicBezTo>
                    <a:pt x="193" y="285"/>
                    <a:pt x="193" y="286"/>
                    <a:pt x="193" y="285"/>
                  </a:cubicBezTo>
                  <a:cubicBezTo>
                    <a:pt x="194" y="285"/>
                    <a:pt x="194" y="285"/>
                    <a:pt x="194" y="285"/>
                  </a:cubicBezTo>
                  <a:cubicBezTo>
                    <a:pt x="195" y="285"/>
                    <a:pt x="195" y="285"/>
                    <a:pt x="195" y="285"/>
                  </a:cubicBezTo>
                  <a:cubicBezTo>
                    <a:pt x="195" y="285"/>
                    <a:pt x="195" y="285"/>
                    <a:pt x="196" y="285"/>
                  </a:cubicBezTo>
                  <a:cubicBezTo>
                    <a:pt x="196" y="285"/>
                    <a:pt x="196" y="285"/>
                    <a:pt x="197" y="285"/>
                  </a:cubicBezTo>
                  <a:cubicBezTo>
                    <a:pt x="197" y="285"/>
                    <a:pt x="197" y="285"/>
                    <a:pt x="198" y="286"/>
                  </a:cubicBezTo>
                  <a:cubicBezTo>
                    <a:pt x="198" y="286"/>
                    <a:pt x="199" y="285"/>
                    <a:pt x="199" y="285"/>
                  </a:cubicBezTo>
                  <a:cubicBezTo>
                    <a:pt x="200" y="284"/>
                    <a:pt x="200" y="284"/>
                    <a:pt x="201" y="283"/>
                  </a:cubicBezTo>
                  <a:cubicBezTo>
                    <a:pt x="202" y="283"/>
                    <a:pt x="203" y="284"/>
                    <a:pt x="203" y="284"/>
                  </a:cubicBezTo>
                  <a:cubicBezTo>
                    <a:pt x="204" y="284"/>
                    <a:pt x="205" y="283"/>
                    <a:pt x="205" y="283"/>
                  </a:cubicBezTo>
                  <a:cubicBezTo>
                    <a:pt x="205" y="283"/>
                    <a:pt x="205" y="282"/>
                    <a:pt x="204" y="282"/>
                  </a:cubicBezTo>
                  <a:close/>
                  <a:moveTo>
                    <a:pt x="252" y="18"/>
                  </a:moveTo>
                  <a:cubicBezTo>
                    <a:pt x="254" y="17"/>
                    <a:pt x="251" y="18"/>
                    <a:pt x="252" y="18"/>
                  </a:cubicBezTo>
                  <a:close/>
                  <a:moveTo>
                    <a:pt x="219" y="18"/>
                  </a:moveTo>
                  <a:cubicBezTo>
                    <a:pt x="222" y="17"/>
                    <a:pt x="217" y="17"/>
                    <a:pt x="219" y="18"/>
                  </a:cubicBezTo>
                  <a:close/>
                  <a:moveTo>
                    <a:pt x="199" y="16"/>
                  </a:moveTo>
                  <a:cubicBezTo>
                    <a:pt x="199" y="16"/>
                    <a:pt x="199" y="16"/>
                    <a:pt x="199" y="17"/>
                  </a:cubicBezTo>
                  <a:cubicBezTo>
                    <a:pt x="199" y="17"/>
                    <a:pt x="200" y="18"/>
                    <a:pt x="201" y="19"/>
                  </a:cubicBezTo>
                  <a:cubicBezTo>
                    <a:pt x="201" y="19"/>
                    <a:pt x="202" y="19"/>
                    <a:pt x="203" y="20"/>
                  </a:cubicBezTo>
                  <a:cubicBezTo>
                    <a:pt x="204" y="21"/>
                    <a:pt x="204" y="20"/>
                    <a:pt x="205" y="19"/>
                  </a:cubicBezTo>
                  <a:cubicBezTo>
                    <a:pt x="206" y="19"/>
                    <a:pt x="206" y="18"/>
                    <a:pt x="207" y="18"/>
                  </a:cubicBezTo>
                  <a:cubicBezTo>
                    <a:pt x="207" y="18"/>
                    <a:pt x="208" y="17"/>
                    <a:pt x="208" y="17"/>
                  </a:cubicBezTo>
                  <a:cubicBezTo>
                    <a:pt x="208" y="17"/>
                    <a:pt x="208" y="17"/>
                    <a:pt x="209" y="16"/>
                  </a:cubicBezTo>
                  <a:cubicBezTo>
                    <a:pt x="209" y="15"/>
                    <a:pt x="209" y="16"/>
                    <a:pt x="209" y="15"/>
                  </a:cubicBezTo>
                  <a:cubicBezTo>
                    <a:pt x="209" y="14"/>
                    <a:pt x="209" y="15"/>
                    <a:pt x="209" y="14"/>
                  </a:cubicBezTo>
                  <a:cubicBezTo>
                    <a:pt x="209" y="14"/>
                    <a:pt x="209" y="13"/>
                    <a:pt x="208" y="13"/>
                  </a:cubicBezTo>
                  <a:cubicBezTo>
                    <a:pt x="208" y="13"/>
                    <a:pt x="208" y="13"/>
                    <a:pt x="208" y="13"/>
                  </a:cubicBezTo>
                  <a:cubicBezTo>
                    <a:pt x="208" y="13"/>
                    <a:pt x="208" y="13"/>
                    <a:pt x="207" y="13"/>
                  </a:cubicBezTo>
                  <a:cubicBezTo>
                    <a:pt x="207" y="13"/>
                    <a:pt x="207" y="12"/>
                    <a:pt x="207" y="12"/>
                  </a:cubicBezTo>
                  <a:cubicBezTo>
                    <a:pt x="206" y="13"/>
                    <a:pt x="206" y="14"/>
                    <a:pt x="206" y="14"/>
                  </a:cubicBezTo>
                  <a:cubicBezTo>
                    <a:pt x="206" y="14"/>
                    <a:pt x="206" y="15"/>
                    <a:pt x="206" y="15"/>
                  </a:cubicBezTo>
                  <a:cubicBezTo>
                    <a:pt x="206" y="14"/>
                    <a:pt x="206" y="13"/>
                    <a:pt x="205" y="13"/>
                  </a:cubicBezTo>
                  <a:cubicBezTo>
                    <a:pt x="205" y="13"/>
                    <a:pt x="205" y="14"/>
                    <a:pt x="204" y="15"/>
                  </a:cubicBezTo>
                  <a:cubicBezTo>
                    <a:pt x="205" y="14"/>
                    <a:pt x="204" y="14"/>
                    <a:pt x="203" y="14"/>
                  </a:cubicBezTo>
                  <a:cubicBezTo>
                    <a:pt x="203" y="14"/>
                    <a:pt x="201" y="14"/>
                    <a:pt x="201" y="15"/>
                  </a:cubicBezTo>
                  <a:cubicBezTo>
                    <a:pt x="201" y="15"/>
                    <a:pt x="201" y="14"/>
                    <a:pt x="201" y="14"/>
                  </a:cubicBezTo>
                  <a:cubicBezTo>
                    <a:pt x="201" y="14"/>
                    <a:pt x="200" y="15"/>
                    <a:pt x="200" y="14"/>
                  </a:cubicBezTo>
                  <a:cubicBezTo>
                    <a:pt x="200" y="14"/>
                    <a:pt x="201" y="14"/>
                    <a:pt x="200" y="13"/>
                  </a:cubicBezTo>
                  <a:cubicBezTo>
                    <a:pt x="200" y="13"/>
                    <a:pt x="200" y="13"/>
                    <a:pt x="200" y="13"/>
                  </a:cubicBezTo>
                  <a:cubicBezTo>
                    <a:pt x="199" y="13"/>
                    <a:pt x="199" y="13"/>
                    <a:pt x="199" y="13"/>
                  </a:cubicBezTo>
                  <a:cubicBezTo>
                    <a:pt x="199" y="13"/>
                    <a:pt x="199" y="11"/>
                    <a:pt x="198" y="12"/>
                  </a:cubicBezTo>
                  <a:cubicBezTo>
                    <a:pt x="198" y="13"/>
                    <a:pt x="199" y="14"/>
                    <a:pt x="199" y="14"/>
                  </a:cubicBezTo>
                  <a:cubicBezTo>
                    <a:pt x="199" y="15"/>
                    <a:pt x="199" y="15"/>
                    <a:pt x="199" y="16"/>
                  </a:cubicBezTo>
                  <a:close/>
                  <a:moveTo>
                    <a:pt x="257" y="310"/>
                  </a:moveTo>
                  <a:cubicBezTo>
                    <a:pt x="257" y="310"/>
                    <a:pt x="256" y="311"/>
                    <a:pt x="257" y="312"/>
                  </a:cubicBezTo>
                  <a:cubicBezTo>
                    <a:pt x="258" y="311"/>
                    <a:pt x="259" y="310"/>
                    <a:pt x="257" y="310"/>
                  </a:cubicBezTo>
                  <a:close/>
                  <a:moveTo>
                    <a:pt x="371" y="133"/>
                  </a:moveTo>
                  <a:cubicBezTo>
                    <a:pt x="371" y="133"/>
                    <a:pt x="371" y="135"/>
                    <a:pt x="370" y="135"/>
                  </a:cubicBezTo>
                  <a:cubicBezTo>
                    <a:pt x="371" y="135"/>
                    <a:pt x="372" y="134"/>
                    <a:pt x="371" y="133"/>
                  </a:cubicBezTo>
                  <a:close/>
                  <a:moveTo>
                    <a:pt x="373" y="148"/>
                  </a:moveTo>
                  <a:cubicBezTo>
                    <a:pt x="373" y="148"/>
                    <a:pt x="373" y="148"/>
                    <a:pt x="373" y="148"/>
                  </a:cubicBezTo>
                  <a:cubicBezTo>
                    <a:pt x="373" y="149"/>
                    <a:pt x="373" y="150"/>
                    <a:pt x="374" y="151"/>
                  </a:cubicBezTo>
                  <a:cubicBezTo>
                    <a:pt x="374" y="150"/>
                    <a:pt x="375" y="150"/>
                    <a:pt x="375" y="149"/>
                  </a:cubicBezTo>
                  <a:cubicBezTo>
                    <a:pt x="374" y="149"/>
                    <a:pt x="374" y="149"/>
                    <a:pt x="374" y="148"/>
                  </a:cubicBezTo>
                  <a:cubicBezTo>
                    <a:pt x="374" y="148"/>
                    <a:pt x="375" y="148"/>
                    <a:pt x="375" y="147"/>
                  </a:cubicBezTo>
                  <a:cubicBezTo>
                    <a:pt x="375" y="148"/>
                    <a:pt x="374" y="148"/>
                    <a:pt x="374" y="148"/>
                  </a:cubicBezTo>
                  <a:cubicBezTo>
                    <a:pt x="374" y="148"/>
                    <a:pt x="373" y="147"/>
                    <a:pt x="373" y="147"/>
                  </a:cubicBezTo>
                  <a:cubicBezTo>
                    <a:pt x="373" y="147"/>
                    <a:pt x="373" y="147"/>
                    <a:pt x="373" y="148"/>
                  </a:cubicBezTo>
                  <a:close/>
                  <a:moveTo>
                    <a:pt x="10" y="164"/>
                  </a:moveTo>
                  <a:cubicBezTo>
                    <a:pt x="11" y="163"/>
                    <a:pt x="11" y="162"/>
                    <a:pt x="11" y="161"/>
                  </a:cubicBezTo>
                  <a:cubicBezTo>
                    <a:pt x="11" y="162"/>
                    <a:pt x="10" y="163"/>
                    <a:pt x="10" y="164"/>
                  </a:cubicBezTo>
                  <a:close/>
                  <a:moveTo>
                    <a:pt x="238" y="324"/>
                  </a:moveTo>
                  <a:cubicBezTo>
                    <a:pt x="237" y="324"/>
                    <a:pt x="237" y="325"/>
                    <a:pt x="236" y="325"/>
                  </a:cubicBezTo>
                  <a:cubicBezTo>
                    <a:pt x="236" y="326"/>
                    <a:pt x="235" y="326"/>
                    <a:pt x="235" y="327"/>
                  </a:cubicBezTo>
                  <a:cubicBezTo>
                    <a:pt x="234" y="328"/>
                    <a:pt x="235" y="328"/>
                    <a:pt x="234" y="329"/>
                  </a:cubicBezTo>
                  <a:cubicBezTo>
                    <a:pt x="234" y="329"/>
                    <a:pt x="233" y="330"/>
                    <a:pt x="234" y="330"/>
                  </a:cubicBezTo>
                  <a:cubicBezTo>
                    <a:pt x="235" y="330"/>
                    <a:pt x="238" y="328"/>
                    <a:pt x="237" y="328"/>
                  </a:cubicBezTo>
                  <a:cubicBezTo>
                    <a:pt x="237" y="328"/>
                    <a:pt x="238" y="326"/>
                    <a:pt x="238" y="325"/>
                  </a:cubicBezTo>
                  <a:cubicBezTo>
                    <a:pt x="238" y="325"/>
                    <a:pt x="238" y="325"/>
                    <a:pt x="238" y="324"/>
                  </a:cubicBezTo>
                  <a:close/>
                  <a:moveTo>
                    <a:pt x="274" y="328"/>
                  </a:moveTo>
                  <a:cubicBezTo>
                    <a:pt x="273" y="328"/>
                    <a:pt x="272" y="326"/>
                    <a:pt x="273" y="326"/>
                  </a:cubicBezTo>
                  <a:cubicBezTo>
                    <a:pt x="272" y="326"/>
                    <a:pt x="270" y="327"/>
                    <a:pt x="270" y="327"/>
                  </a:cubicBezTo>
                  <a:cubicBezTo>
                    <a:pt x="270" y="328"/>
                    <a:pt x="271" y="327"/>
                    <a:pt x="271" y="328"/>
                  </a:cubicBezTo>
                  <a:cubicBezTo>
                    <a:pt x="270" y="328"/>
                    <a:pt x="270" y="329"/>
                    <a:pt x="270" y="329"/>
                  </a:cubicBezTo>
                  <a:cubicBezTo>
                    <a:pt x="270" y="329"/>
                    <a:pt x="270" y="329"/>
                    <a:pt x="270" y="330"/>
                  </a:cubicBezTo>
                  <a:cubicBezTo>
                    <a:pt x="271" y="330"/>
                    <a:pt x="270" y="330"/>
                    <a:pt x="270" y="330"/>
                  </a:cubicBezTo>
                  <a:cubicBezTo>
                    <a:pt x="270" y="331"/>
                    <a:pt x="270" y="331"/>
                    <a:pt x="270" y="331"/>
                  </a:cubicBezTo>
                  <a:cubicBezTo>
                    <a:pt x="270" y="331"/>
                    <a:pt x="270" y="331"/>
                    <a:pt x="270" y="331"/>
                  </a:cubicBezTo>
                  <a:cubicBezTo>
                    <a:pt x="270" y="332"/>
                    <a:pt x="271" y="331"/>
                    <a:pt x="272" y="331"/>
                  </a:cubicBezTo>
                  <a:cubicBezTo>
                    <a:pt x="272" y="331"/>
                    <a:pt x="273" y="332"/>
                    <a:pt x="272" y="331"/>
                  </a:cubicBezTo>
                  <a:cubicBezTo>
                    <a:pt x="272" y="331"/>
                    <a:pt x="273" y="331"/>
                    <a:pt x="273" y="331"/>
                  </a:cubicBezTo>
                  <a:cubicBezTo>
                    <a:pt x="273" y="331"/>
                    <a:pt x="273" y="330"/>
                    <a:pt x="273" y="330"/>
                  </a:cubicBezTo>
                  <a:cubicBezTo>
                    <a:pt x="273" y="330"/>
                    <a:pt x="272" y="330"/>
                    <a:pt x="272" y="330"/>
                  </a:cubicBezTo>
                  <a:cubicBezTo>
                    <a:pt x="272" y="330"/>
                    <a:pt x="274" y="328"/>
                    <a:pt x="274" y="328"/>
                  </a:cubicBezTo>
                  <a:close/>
                  <a:moveTo>
                    <a:pt x="276" y="73"/>
                  </a:moveTo>
                  <a:cubicBezTo>
                    <a:pt x="277" y="73"/>
                    <a:pt x="276" y="72"/>
                    <a:pt x="277" y="72"/>
                  </a:cubicBezTo>
                  <a:cubicBezTo>
                    <a:pt x="277" y="72"/>
                    <a:pt x="277" y="73"/>
                    <a:pt x="278" y="72"/>
                  </a:cubicBezTo>
                  <a:cubicBezTo>
                    <a:pt x="278" y="72"/>
                    <a:pt x="278" y="71"/>
                    <a:pt x="278" y="71"/>
                  </a:cubicBezTo>
                  <a:cubicBezTo>
                    <a:pt x="279" y="72"/>
                    <a:pt x="278" y="71"/>
                    <a:pt x="278" y="71"/>
                  </a:cubicBezTo>
                  <a:cubicBezTo>
                    <a:pt x="278" y="71"/>
                    <a:pt x="279" y="70"/>
                    <a:pt x="279" y="71"/>
                  </a:cubicBezTo>
                  <a:cubicBezTo>
                    <a:pt x="279" y="71"/>
                    <a:pt x="279" y="71"/>
                    <a:pt x="279" y="71"/>
                  </a:cubicBezTo>
                  <a:cubicBezTo>
                    <a:pt x="279" y="71"/>
                    <a:pt x="280" y="71"/>
                    <a:pt x="280" y="71"/>
                  </a:cubicBezTo>
                  <a:cubicBezTo>
                    <a:pt x="280" y="71"/>
                    <a:pt x="280" y="71"/>
                    <a:pt x="280" y="71"/>
                  </a:cubicBezTo>
                  <a:cubicBezTo>
                    <a:pt x="280" y="71"/>
                    <a:pt x="280" y="71"/>
                    <a:pt x="280" y="71"/>
                  </a:cubicBezTo>
                  <a:cubicBezTo>
                    <a:pt x="281" y="71"/>
                    <a:pt x="281" y="70"/>
                    <a:pt x="281" y="70"/>
                  </a:cubicBezTo>
                  <a:cubicBezTo>
                    <a:pt x="280" y="71"/>
                    <a:pt x="280" y="69"/>
                    <a:pt x="279" y="69"/>
                  </a:cubicBezTo>
                  <a:cubicBezTo>
                    <a:pt x="279" y="69"/>
                    <a:pt x="278" y="70"/>
                    <a:pt x="278" y="70"/>
                  </a:cubicBezTo>
                  <a:cubicBezTo>
                    <a:pt x="276" y="70"/>
                    <a:pt x="275" y="71"/>
                    <a:pt x="275" y="72"/>
                  </a:cubicBezTo>
                  <a:cubicBezTo>
                    <a:pt x="275" y="72"/>
                    <a:pt x="275" y="73"/>
                    <a:pt x="276" y="73"/>
                  </a:cubicBezTo>
                  <a:close/>
                  <a:moveTo>
                    <a:pt x="40" y="119"/>
                  </a:moveTo>
                  <a:cubicBezTo>
                    <a:pt x="40" y="118"/>
                    <a:pt x="41" y="118"/>
                    <a:pt x="41" y="117"/>
                  </a:cubicBezTo>
                  <a:cubicBezTo>
                    <a:pt x="41" y="116"/>
                    <a:pt x="40" y="116"/>
                    <a:pt x="40" y="117"/>
                  </a:cubicBezTo>
                  <a:cubicBezTo>
                    <a:pt x="40" y="117"/>
                    <a:pt x="39" y="118"/>
                    <a:pt x="39" y="118"/>
                  </a:cubicBezTo>
                  <a:cubicBezTo>
                    <a:pt x="39" y="119"/>
                    <a:pt x="39" y="118"/>
                    <a:pt x="40" y="119"/>
                  </a:cubicBezTo>
                  <a:close/>
                  <a:moveTo>
                    <a:pt x="339" y="89"/>
                  </a:moveTo>
                  <a:cubicBezTo>
                    <a:pt x="339" y="90"/>
                    <a:pt x="339" y="90"/>
                    <a:pt x="339" y="90"/>
                  </a:cubicBezTo>
                  <a:cubicBezTo>
                    <a:pt x="339" y="90"/>
                    <a:pt x="338" y="89"/>
                    <a:pt x="338" y="90"/>
                  </a:cubicBezTo>
                  <a:cubicBezTo>
                    <a:pt x="338" y="91"/>
                    <a:pt x="339" y="91"/>
                    <a:pt x="339" y="91"/>
                  </a:cubicBezTo>
                  <a:cubicBezTo>
                    <a:pt x="339" y="92"/>
                    <a:pt x="339" y="92"/>
                    <a:pt x="339" y="92"/>
                  </a:cubicBezTo>
                  <a:cubicBezTo>
                    <a:pt x="340" y="92"/>
                    <a:pt x="340" y="92"/>
                    <a:pt x="340" y="92"/>
                  </a:cubicBezTo>
                  <a:cubicBezTo>
                    <a:pt x="340" y="92"/>
                    <a:pt x="340" y="91"/>
                    <a:pt x="340" y="91"/>
                  </a:cubicBezTo>
                  <a:cubicBezTo>
                    <a:pt x="340" y="91"/>
                    <a:pt x="339" y="91"/>
                    <a:pt x="340" y="90"/>
                  </a:cubicBezTo>
                  <a:cubicBezTo>
                    <a:pt x="340" y="90"/>
                    <a:pt x="339" y="90"/>
                    <a:pt x="339" y="89"/>
                  </a:cubicBezTo>
                  <a:close/>
                  <a:moveTo>
                    <a:pt x="239" y="334"/>
                  </a:moveTo>
                  <a:cubicBezTo>
                    <a:pt x="239" y="334"/>
                    <a:pt x="238" y="335"/>
                    <a:pt x="238" y="335"/>
                  </a:cubicBezTo>
                  <a:cubicBezTo>
                    <a:pt x="239" y="335"/>
                    <a:pt x="240" y="334"/>
                    <a:pt x="240" y="333"/>
                  </a:cubicBezTo>
                  <a:cubicBezTo>
                    <a:pt x="240" y="333"/>
                    <a:pt x="240" y="334"/>
                    <a:pt x="239" y="334"/>
                  </a:cubicBezTo>
                  <a:cubicBezTo>
                    <a:pt x="239" y="334"/>
                    <a:pt x="239" y="334"/>
                    <a:pt x="239" y="334"/>
                  </a:cubicBezTo>
                  <a:close/>
                  <a:moveTo>
                    <a:pt x="239" y="337"/>
                  </a:moveTo>
                  <a:cubicBezTo>
                    <a:pt x="239" y="337"/>
                    <a:pt x="239" y="336"/>
                    <a:pt x="240" y="336"/>
                  </a:cubicBezTo>
                  <a:cubicBezTo>
                    <a:pt x="240" y="336"/>
                    <a:pt x="240" y="336"/>
                    <a:pt x="240" y="336"/>
                  </a:cubicBezTo>
                  <a:cubicBezTo>
                    <a:pt x="241" y="336"/>
                    <a:pt x="240" y="336"/>
                    <a:pt x="240" y="335"/>
                  </a:cubicBezTo>
                  <a:cubicBezTo>
                    <a:pt x="239" y="336"/>
                    <a:pt x="239" y="336"/>
                    <a:pt x="239" y="337"/>
                  </a:cubicBezTo>
                  <a:close/>
                  <a:moveTo>
                    <a:pt x="390" y="161"/>
                  </a:moveTo>
                  <a:cubicBezTo>
                    <a:pt x="390" y="161"/>
                    <a:pt x="390" y="162"/>
                    <a:pt x="389" y="162"/>
                  </a:cubicBezTo>
                  <a:cubicBezTo>
                    <a:pt x="390" y="162"/>
                    <a:pt x="389" y="164"/>
                    <a:pt x="389" y="165"/>
                  </a:cubicBezTo>
                  <a:cubicBezTo>
                    <a:pt x="388" y="165"/>
                    <a:pt x="387" y="166"/>
                    <a:pt x="387" y="166"/>
                  </a:cubicBezTo>
                  <a:cubicBezTo>
                    <a:pt x="386" y="167"/>
                    <a:pt x="387" y="166"/>
                    <a:pt x="387" y="167"/>
                  </a:cubicBezTo>
                  <a:cubicBezTo>
                    <a:pt x="387" y="167"/>
                    <a:pt x="387" y="167"/>
                    <a:pt x="387" y="168"/>
                  </a:cubicBezTo>
                  <a:cubicBezTo>
                    <a:pt x="387" y="168"/>
                    <a:pt x="387" y="168"/>
                    <a:pt x="386" y="168"/>
                  </a:cubicBezTo>
                  <a:cubicBezTo>
                    <a:pt x="386" y="169"/>
                    <a:pt x="386" y="170"/>
                    <a:pt x="385" y="170"/>
                  </a:cubicBezTo>
                  <a:cubicBezTo>
                    <a:pt x="385" y="170"/>
                    <a:pt x="385" y="173"/>
                    <a:pt x="386" y="173"/>
                  </a:cubicBezTo>
                  <a:cubicBezTo>
                    <a:pt x="386" y="172"/>
                    <a:pt x="386" y="172"/>
                    <a:pt x="386" y="171"/>
                  </a:cubicBezTo>
                  <a:cubicBezTo>
                    <a:pt x="386" y="170"/>
                    <a:pt x="387" y="170"/>
                    <a:pt x="387" y="169"/>
                  </a:cubicBezTo>
                  <a:cubicBezTo>
                    <a:pt x="388" y="168"/>
                    <a:pt x="389" y="167"/>
                    <a:pt x="390" y="166"/>
                  </a:cubicBezTo>
                  <a:cubicBezTo>
                    <a:pt x="390" y="165"/>
                    <a:pt x="391" y="164"/>
                    <a:pt x="391" y="164"/>
                  </a:cubicBezTo>
                  <a:cubicBezTo>
                    <a:pt x="390" y="163"/>
                    <a:pt x="390" y="163"/>
                    <a:pt x="390" y="162"/>
                  </a:cubicBezTo>
                  <a:cubicBezTo>
                    <a:pt x="390" y="162"/>
                    <a:pt x="391" y="161"/>
                    <a:pt x="390" y="161"/>
                  </a:cubicBezTo>
                  <a:close/>
                  <a:moveTo>
                    <a:pt x="144" y="49"/>
                  </a:moveTo>
                  <a:cubicBezTo>
                    <a:pt x="144" y="49"/>
                    <a:pt x="145" y="49"/>
                    <a:pt x="144" y="48"/>
                  </a:cubicBezTo>
                  <a:cubicBezTo>
                    <a:pt x="144" y="48"/>
                    <a:pt x="144" y="49"/>
                    <a:pt x="144" y="49"/>
                  </a:cubicBezTo>
                  <a:cubicBezTo>
                    <a:pt x="143" y="49"/>
                    <a:pt x="143" y="49"/>
                    <a:pt x="143" y="50"/>
                  </a:cubicBezTo>
                  <a:cubicBezTo>
                    <a:pt x="143" y="50"/>
                    <a:pt x="143" y="50"/>
                    <a:pt x="144" y="50"/>
                  </a:cubicBezTo>
                  <a:cubicBezTo>
                    <a:pt x="144" y="50"/>
                    <a:pt x="144" y="50"/>
                    <a:pt x="144" y="49"/>
                  </a:cubicBezTo>
                  <a:close/>
                  <a:moveTo>
                    <a:pt x="136" y="59"/>
                  </a:moveTo>
                  <a:cubicBezTo>
                    <a:pt x="137" y="59"/>
                    <a:pt x="137" y="59"/>
                    <a:pt x="138" y="58"/>
                  </a:cubicBezTo>
                  <a:cubicBezTo>
                    <a:pt x="137" y="58"/>
                    <a:pt x="137" y="57"/>
                    <a:pt x="137" y="57"/>
                  </a:cubicBezTo>
                  <a:cubicBezTo>
                    <a:pt x="137" y="57"/>
                    <a:pt x="136" y="57"/>
                    <a:pt x="136" y="58"/>
                  </a:cubicBezTo>
                  <a:cubicBezTo>
                    <a:pt x="136" y="58"/>
                    <a:pt x="136" y="58"/>
                    <a:pt x="136" y="58"/>
                  </a:cubicBezTo>
                  <a:cubicBezTo>
                    <a:pt x="136" y="58"/>
                    <a:pt x="137" y="58"/>
                    <a:pt x="137" y="58"/>
                  </a:cubicBezTo>
                  <a:cubicBezTo>
                    <a:pt x="137" y="58"/>
                    <a:pt x="136" y="59"/>
                    <a:pt x="136" y="59"/>
                  </a:cubicBezTo>
                  <a:close/>
                  <a:moveTo>
                    <a:pt x="256" y="63"/>
                  </a:moveTo>
                  <a:cubicBezTo>
                    <a:pt x="256" y="63"/>
                    <a:pt x="256" y="63"/>
                    <a:pt x="256" y="63"/>
                  </a:cubicBezTo>
                  <a:cubicBezTo>
                    <a:pt x="257" y="63"/>
                    <a:pt x="257" y="62"/>
                    <a:pt x="256" y="61"/>
                  </a:cubicBezTo>
                  <a:cubicBezTo>
                    <a:pt x="256" y="61"/>
                    <a:pt x="256" y="61"/>
                    <a:pt x="256" y="61"/>
                  </a:cubicBezTo>
                  <a:cubicBezTo>
                    <a:pt x="255" y="61"/>
                    <a:pt x="255" y="62"/>
                    <a:pt x="255" y="62"/>
                  </a:cubicBezTo>
                  <a:cubicBezTo>
                    <a:pt x="256" y="62"/>
                    <a:pt x="256" y="62"/>
                    <a:pt x="256" y="63"/>
                  </a:cubicBezTo>
                  <a:close/>
                  <a:moveTo>
                    <a:pt x="252" y="40"/>
                  </a:moveTo>
                  <a:cubicBezTo>
                    <a:pt x="252" y="40"/>
                    <a:pt x="252" y="40"/>
                    <a:pt x="252" y="40"/>
                  </a:cubicBezTo>
                  <a:cubicBezTo>
                    <a:pt x="251" y="39"/>
                    <a:pt x="251" y="40"/>
                    <a:pt x="251" y="40"/>
                  </a:cubicBezTo>
                  <a:cubicBezTo>
                    <a:pt x="251" y="40"/>
                    <a:pt x="251" y="40"/>
                    <a:pt x="250" y="40"/>
                  </a:cubicBezTo>
                  <a:cubicBezTo>
                    <a:pt x="250" y="40"/>
                    <a:pt x="250" y="41"/>
                    <a:pt x="250" y="41"/>
                  </a:cubicBezTo>
                  <a:cubicBezTo>
                    <a:pt x="250" y="41"/>
                    <a:pt x="251" y="42"/>
                    <a:pt x="251" y="41"/>
                  </a:cubicBezTo>
                  <a:cubicBezTo>
                    <a:pt x="251" y="41"/>
                    <a:pt x="251" y="40"/>
                    <a:pt x="251" y="41"/>
                  </a:cubicBezTo>
                  <a:cubicBezTo>
                    <a:pt x="251" y="41"/>
                    <a:pt x="251" y="41"/>
                    <a:pt x="251" y="42"/>
                  </a:cubicBezTo>
                  <a:cubicBezTo>
                    <a:pt x="252" y="41"/>
                    <a:pt x="252" y="40"/>
                    <a:pt x="252" y="40"/>
                  </a:cubicBezTo>
                  <a:close/>
                  <a:moveTo>
                    <a:pt x="276" y="78"/>
                  </a:moveTo>
                  <a:cubicBezTo>
                    <a:pt x="277" y="77"/>
                    <a:pt x="277" y="77"/>
                    <a:pt x="277" y="77"/>
                  </a:cubicBezTo>
                  <a:cubicBezTo>
                    <a:pt x="278" y="77"/>
                    <a:pt x="278" y="76"/>
                    <a:pt x="277" y="76"/>
                  </a:cubicBezTo>
                  <a:cubicBezTo>
                    <a:pt x="277" y="77"/>
                    <a:pt x="276" y="77"/>
                    <a:pt x="276" y="78"/>
                  </a:cubicBezTo>
                  <a:close/>
                  <a:moveTo>
                    <a:pt x="251" y="38"/>
                  </a:moveTo>
                  <a:cubicBezTo>
                    <a:pt x="251" y="38"/>
                    <a:pt x="251" y="37"/>
                    <a:pt x="251" y="37"/>
                  </a:cubicBezTo>
                  <a:cubicBezTo>
                    <a:pt x="252" y="37"/>
                    <a:pt x="252" y="37"/>
                    <a:pt x="252" y="37"/>
                  </a:cubicBezTo>
                  <a:cubicBezTo>
                    <a:pt x="252" y="37"/>
                    <a:pt x="251" y="36"/>
                    <a:pt x="251" y="36"/>
                  </a:cubicBezTo>
                  <a:cubicBezTo>
                    <a:pt x="252" y="37"/>
                    <a:pt x="251" y="37"/>
                    <a:pt x="251" y="38"/>
                  </a:cubicBezTo>
                  <a:close/>
                  <a:moveTo>
                    <a:pt x="313" y="8"/>
                  </a:moveTo>
                  <a:cubicBezTo>
                    <a:pt x="313" y="7"/>
                    <a:pt x="314" y="7"/>
                    <a:pt x="314" y="7"/>
                  </a:cubicBezTo>
                  <a:cubicBezTo>
                    <a:pt x="314" y="7"/>
                    <a:pt x="314" y="5"/>
                    <a:pt x="313" y="6"/>
                  </a:cubicBezTo>
                  <a:cubicBezTo>
                    <a:pt x="312" y="6"/>
                    <a:pt x="312" y="7"/>
                    <a:pt x="313" y="8"/>
                  </a:cubicBezTo>
                  <a:close/>
                  <a:moveTo>
                    <a:pt x="241" y="333"/>
                  </a:moveTo>
                  <a:cubicBezTo>
                    <a:pt x="241" y="333"/>
                    <a:pt x="240" y="334"/>
                    <a:pt x="240" y="334"/>
                  </a:cubicBezTo>
                  <a:cubicBezTo>
                    <a:pt x="240" y="334"/>
                    <a:pt x="242" y="333"/>
                    <a:pt x="241" y="333"/>
                  </a:cubicBezTo>
                  <a:close/>
                  <a:moveTo>
                    <a:pt x="383" y="191"/>
                  </a:moveTo>
                  <a:cubicBezTo>
                    <a:pt x="383" y="191"/>
                    <a:pt x="383" y="191"/>
                    <a:pt x="383" y="192"/>
                  </a:cubicBezTo>
                  <a:cubicBezTo>
                    <a:pt x="383" y="192"/>
                    <a:pt x="382" y="193"/>
                    <a:pt x="382" y="194"/>
                  </a:cubicBezTo>
                  <a:cubicBezTo>
                    <a:pt x="383" y="194"/>
                    <a:pt x="383" y="193"/>
                    <a:pt x="383" y="192"/>
                  </a:cubicBezTo>
                  <a:cubicBezTo>
                    <a:pt x="383" y="192"/>
                    <a:pt x="385" y="191"/>
                    <a:pt x="384" y="191"/>
                  </a:cubicBezTo>
                  <a:cubicBezTo>
                    <a:pt x="384" y="191"/>
                    <a:pt x="384" y="190"/>
                    <a:pt x="383" y="191"/>
                  </a:cubicBezTo>
                  <a:close/>
                  <a:moveTo>
                    <a:pt x="361" y="112"/>
                  </a:moveTo>
                  <a:cubicBezTo>
                    <a:pt x="361" y="112"/>
                    <a:pt x="361" y="111"/>
                    <a:pt x="361" y="111"/>
                  </a:cubicBezTo>
                  <a:cubicBezTo>
                    <a:pt x="361" y="111"/>
                    <a:pt x="361" y="112"/>
                    <a:pt x="361" y="112"/>
                  </a:cubicBezTo>
                  <a:cubicBezTo>
                    <a:pt x="360" y="112"/>
                    <a:pt x="361" y="112"/>
                    <a:pt x="361" y="113"/>
                  </a:cubicBezTo>
                  <a:cubicBezTo>
                    <a:pt x="361" y="113"/>
                    <a:pt x="362" y="112"/>
                    <a:pt x="362" y="112"/>
                  </a:cubicBezTo>
                  <a:cubicBezTo>
                    <a:pt x="362" y="113"/>
                    <a:pt x="362" y="112"/>
                    <a:pt x="361" y="112"/>
                  </a:cubicBezTo>
                  <a:close/>
                  <a:moveTo>
                    <a:pt x="252" y="61"/>
                  </a:moveTo>
                  <a:cubicBezTo>
                    <a:pt x="252" y="60"/>
                    <a:pt x="252" y="60"/>
                    <a:pt x="252" y="60"/>
                  </a:cubicBezTo>
                  <a:cubicBezTo>
                    <a:pt x="252" y="60"/>
                    <a:pt x="251" y="61"/>
                    <a:pt x="251" y="61"/>
                  </a:cubicBezTo>
                  <a:cubicBezTo>
                    <a:pt x="252" y="61"/>
                    <a:pt x="252" y="61"/>
                    <a:pt x="252" y="61"/>
                  </a:cubicBezTo>
                  <a:close/>
                  <a:moveTo>
                    <a:pt x="314" y="2"/>
                  </a:moveTo>
                  <a:cubicBezTo>
                    <a:pt x="315" y="2"/>
                    <a:pt x="315" y="1"/>
                    <a:pt x="315" y="1"/>
                  </a:cubicBezTo>
                  <a:cubicBezTo>
                    <a:pt x="314" y="1"/>
                    <a:pt x="314" y="1"/>
                    <a:pt x="314" y="2"/>
                  </a:cubicBezTo>
                  <a:cubicBezTo>
                    <a:pt x="314" y="2"/>
                    <a:pt x="314" y="2"/>
                    <a:pt x="314" y="2"/>
                  </a:cubicBezTo>
                  <a:close/>
                  <a:moveTo>
                    <a:pt x="191" y="273"/>
                  </a:moveTo>
                  <a:cubicBezTo>
                    <a:pt x="191" y="273"/>
                    <a:pt x="191" y="275"/>
                    <a:pt x="191" y="275"/>
                  </a:cubicBezTo>
                  <a:cubicBezTo>
                    <a:pt x="191" y="274"/>
                    <a:pt x="191" y="273"/>
                    <a:pt x="191" y="273"/>
                  </a:cubicBezTo>
                  <a:close/>
                  <a:moveTo>
                    <a:pt x="256" y="313"/>
                  </a:moveTo>
                  <a:cubicBezTo>
                    <a:pt x="256" y="313"/>
                    <a:pt x="256" y="312"/>
                    <a:pt x="256" y="312"/>
                  </a:cubicBezTo>
                  <a:cubicBezTo>
                    <a:pt x="255" y="312"/>
                    <a:pt x="255" y="312"/>
                    <a:pt x="254" y="313"/>
                  </a:cubicBezTo>
                  <a:cubicBezTo>
                    <a:pt x="255" y="313"/>
                    <a:pt x="256" y="312"/>
                    <a:pt x="256" y="313"/>
                  </a:cubicBezTo>
                  <a:close/>
                  <a:moveTo>
                    <a:pt x="10" y="166"/>
                  </a:moveTo>
                  <a:cubicBezTo>
                    <a:pt x="10" y="166"/>
                    <a:pt x="9" y="167"/>
                    <a:pt x="9" y="167"/>
                  </a:cubicBezTo>
                  <a:cubicBezTo>
                    <a:pt x="10" y="166"/>
                    <a:pt x="10" y="165"/>
                    <a:pt x="10" y="164"/>
                  </a:cubicBezTo>
                  <a:cubicBezTo>
                    <a:pt x="10" y="164"/>
                    <a:pt x="10" y="165"/>
                    <a:pt x="10" y="166"/>
                  </a:cubicBezTo>
                  <a:close/>
                  <a:moveTo>
                    <a:pt x="255" y="60"/>
                  </a:moveTo>
                  <a:cubicBezTo>
                    <a:pt x="255" y="60"/>
                    <a:pt x="254" y="61"/>
                    <a:pt x="254" y="61"/>
                  </a:cubicBezTo>
                  <a:cubicBezTo>
                    <a:pt x="255" y="61"/>
                    <a:pt x="255" y="60"/>
                    <a:pt x="255" y="60"/>
                  </a:cubicBezTo>
                  <a:close/>
                  <a:moveTo>
                    <a:pt x="254" y="357"/>
                  </a:moveTo>
                  <a:cubicBezTo>
                    <a:pt x="254" y="358"/>
                    <a:pt x="253" y="358"/>
                    <a:pt x="253" y="359"/>
                  </a:cubicBezTo>
                  <a:cubicBezTo>
                    <a:pt x="253" y="358"/>
                    <a:pt x="254" y="359"/>
                    <a:pt x="254" y="358"/>
                  </a:cubicBezTo>
                  <a:cubicBezTo>
                    <a:pt x="254" y="358"/>
                    <a:pt x="254" y="358"/>
                    <a:pt x="254" y="358"/>
                  </a:cubicBezTo>
                  <a:cubicBezTo>
                    <a:pt x="254" y="358"/>
                    <a:pt x="254" y="358"/>
                    <a:pt x="255" y="358"/>
                  </a:cubicBezTo>
                  <a:cubicBezTo>
                    <a:pt x="255" y="358"/>
                    <a:pt x="255" y="358"/>
                    <a:pt x="255" y="357"/>
                  </a:cubicBezTo>
                  <a:cubicBezTo>
                    <a:pt x="255" y="357"/>
                    <a:pt x="254" y="357"/>
                    <a:pt x="254" y="357"/>
                  </a:cubicBezTo>
                  <a:close/>
                  <a:moveTo>
                    <a:pt x="366" y="132"/>
                  </a:moveTo>
                  <a:cubicBezTo>
                    <a:pt x="365" y="132"/>
                    <a:pt x="365" y="133"/>
                    <a:pt x="365" y="134"/>
                  </a:cubicBezTo>
                  <a:cubicBezTo>
                    <a:pt x="366" y="133"/>
                    <a:pt x="366" y="132"/>
                    <a:pt x="366" y="132"/>
                  </a:cubicBezTo>
                  <a:close/>
                  <a:moveTo>
                    <a:pt x="269" y="335"/>
                  </a:moveTo>
                  <a:cubicBezTo>
                    <a:pt x="270" y="335"/>
                    <a:pt x="270" y="334"/>
                    <a:pt x="270" y="334"/>
                  </a:cubicBezTo>
                  <a:cubicBezTo>
                    <a:pt x="270" y="334"/>
                    <a:pt x="269" y="334"/>
                    <a:pt x="269" y="335"/>
                  </a:cubicBezTo>
                  <a:cubicBezTo>
                    <a:pt x="269" y="335"/>
                    <a:pt x="269" y="335"/>
                    <a:pt x="269" y="335"/>
                  </a:cubicBezTo>
                  <a:close/>
                  <a:moveTo>
                    <a:pt x="181" y="261"/>
                  </a:moveTo>
                  <a:cubicBezTo>
                    <a:pt x="181" y="260"/>
                    <a:pt x="182" y="260"/>
                    <a:pt x="182" y="260"/>
                  </a:cubicBezTo>
                  <a:cubicBezTo>
                    <a:pt x="182" y="259"/>
                    <a:pt x="181" y="260"/>
                    <a:pt x="181" y="261"/>
                  </a:cubicBezTo>
                  <a:close/>
                  <a:moveTo>
                    <a:pt x="244" y="363"/>
                  </a:moveTo>
                  <a:cubicBezTo>
                    <a:pt x="244" y="363"/>
                    <a:pt x="244" y="363"/>
                    <a:pt x="244" y="363"/>
                  </a:cubicBezTo>
                  <a:cubicBezTo>
                    <a:pt x="244" y="364"/>
                    <a:pt x="243" y="364"/>
                    <a:pt x="243" y="365"/>
                  </a:cubicBezTo>
                  <a:cubicBezTo>
                    <a:pt x="242" y="365"/>
                    <a:pt x="242" y="365"/>
                    <a:pt x="242" y="365"/>
                  </a:cubicBezTo>
                  <a:cubicBezTo>
                    <a:pt x="242" y="365"/>
                    <a:pt x="242" y="365"/>
                    <a:pt x="242" y="365"/>
                  </a:cubicBezTo>
                  <a:cubicBezTo>
                    <a:pt x="242" y="365"/>
                    <a:pt x="241" y="366"/>
                    <a:pt x="241" y="366"/>
                  </a:cubicBezTo>
                  <a:cubicBezTo>
                    <a:pt x="241" y="366"/>
                    <a:pt x="241" y="366"/>
                    <a:pt x="241" y="366"/>
                  </a:cubicBezTo>
                  <a:cubicBezTo>
                    <a:pt x="240" y="366"/>
                    <a:pt x="240" y="366"/>
                    <a:pt x="240" y="366"/>
                  </a:cubicBezTo>
                  <a:cubicBezTo>
                    <a:pt x="241" y="367"/>
                    <a:pt x="241" y="366"/>
                    <a:pt x="241" y="366"/>
                  </a:cubicBezTo>
                  <a:cubicBezTo>
                    <a:pt x="241" y="366"/>
                    <a:pt x="241" y="367"/>
                    <a:pt x="242" y="367"/>
                  </a:cubicBezTo>
                  <a:cubicBezTo>
                    <a:pt x="242" y="366"/>
                    <a:pt x="242" y="366"/>
                    <a:pt x="243" y="366"/>
                  </a:cubicBezTo>
                  <a:cubicBezTo>
                    <a:pt x="243" y="365"/>
                    <a:pt x="243" y="364"/>
                    <a:pt x="244" y="364"/>
                  </a:cubicBezTo>
                  <a:cubicBezTo>
                    <a:pt x="244" y="364"/>
                    <a:pt x="245" y="364"/>
                    <a:pt x="245" y="364"/>
                  </a:cubicBezTo>
                  <a:cubicBezTo>
                    <a:pt x="245" y="363"/>
                    <a:pt x="245" y="363"/>
                    <a:pt x="245" y="362"/>
                  </a:cubicBezTo>
                  <a:cubicBezTo>
                    <a:pt x="245" y="362"/>
                    <a:pt x="245" y="363"/>
                    <a:pt x="244" y="363"/>
                  </a:cubicBezTo>
                  <a:close/>
                  <a:moveTo>
                    <a:pt x="267" y="315"/>
                  </a:moveTo>
                  <a:cubicBezTo>
                    <a:pt x="266" y="315"/>
                    <a:pt x="264" y="315"/>
                    <a:pt x="265" y="316"/>
                  </a:cubicBezTo>
                  <a:cubicBezTo>
                    <a:pt x="266" y="315"/>
                    <a:pt x="266" y="315"/>
                    <a:pt x="267" y="315"/>
                  </a:cubicBezTo>
                  <a:close/>
                  <a:moveTo>
                    <a:pt x="8" y="175"/>
                  </a:moveTo>
                  <a:cubicBezTo>
                    <a:pt x="8" y="176"/>
                    <a:pt x="8" y="176"/>
                    <a:pt x="9" y="177"/>
                  </a:cubicBezTo>
                  <a:cubicBezTo>
                    <a:pt x="9" y="176"/>
                    <a:pt x="9" y="175"/>
                    <a:pt x="9" y="175"/>
                  </a:cubicBezTo>
                  <a:cubicBezTo>
                    <a:pt x="9" y="174"/>
                    <a:pt x="8" y="175"/>
                    <a:pt x="8" y="175"/>
                  </a:cubicBezTo>
                  <a:cubicBezTo>
                    <a:pt x="8" y="174"/>
                    <a:pt x="9" y="174"/>
                    <a:pt x="9" y="174"/>
                  </a:cubicBezTo>
                  <a:cubicBezTo>
                    <a:pt x="9" y="174"/>
                    <a:pt x="8" y="173"/>
                    <a:pt x="8" y="173"/>
                  </a:cubicBezTo>
                  <a:cubicBezTo>
                    <a:pt x="8" y="173"/>
                    <a:pt x="8" y="172"/>
                    <a:pt x="8" y="172"/>
                  </a:cubicBezTo>
                  <a:cubicBezTo>
                    <a:pt x="8" y="171"/>
                    <a:pt x="8" y="170"/>
                    <a:pt x="8" y="170"/>
                  </a:cubicBezTo>
                  <a:cubicBezTo>
                    <a:pt x="8" y="169"/>
                    <a:pt x="8" y="169"/>
                    <a:pt x="8" y="169"/>
                  </a:cubicBezTo>
                  <a:cubicBezTo>
                    <a:pt x="7" y="170"/>
                    <a:pt x="7" y="172"/>
                    <a:pt x="7" y="173"/>
                  </a:cubicBezTo>
                  <a:cubicBezTo>
                    <a:pt x="8" y="174"/>
                    <a:pt x="8" y="175"/>
                    <a:pt x="8" y="175"/>
                  </a:cubicBezTo>
                  <a:close/>
                  <a:moveTo>
                    <a:pt x="343" y="99"/>
                  </a:moveTo>
                  <a:cubicBezTo>
                    <a:pt x="343" y="99"/>
                    <a:pt x="343" y="99"/>
                    <a:pt x="343" y="99"/>
                  </a:cubicBezTo>
                  <a:cubicBezTo>
                    <a:pt x="343" y="99"/>
                    <a:pt x="342" y="100"/>
                    <a:pt x="343" y="100"/>
                  </a:cubicBezTo>
                  <a:cubicBezTo>
                    <a:pt x="343" y="100"/>
                    <a:pt x="343" y="100"/>
                    <a:pt x="343" y="99"/>
                  </a:cubicBezTo>
                  <a:close/>
                  <a:moveTo>
                    <a:pt x="253" y="22"/>
                  </a:moveTo>
                  <a:cubicBezTo>
                    <a:pt x="254" y="22"/>
                    <a:pt x="254" y="22"/>
                    <a:pt x="255" y="21"/>
                  </a:cubicBezTo>
                  <a:cubicBezTo>
                    <a:pt x="255" y="21"/>
                    <a:pt x="255" y="21"/>
                    <a:pt x="255" y="21"/>
                  </a:cubicBezTo>
                  <a:cubicBezTo>
                    <a:pt x="254" y="21"/>
                    <a:pt x="253" y="22"/>
                    <a:pt x="254" y="21"/>
                  </a:cubicBezTo>
                  <a:cubicBezTo>
                    <a:pt x="254" y="21"/>
                    <a:pt x="253" y="22"/>
                    <a:pt x="253" y="22"/>
                  </a:cubicBezTo>
                  <a:cubicBezTo>
                    <a:pt x="253" y="21"/>
                    <a:pt x="253" y="21"/>
                    <a:pt x="253" y="21"/>
                  </a:cubicBezTo>
                  <a:cubicBezTo>
                    <a:pt x="253" y="22"/>
                    <a:pt x="253" y="22"/>
                    <a:pt x="253" y="22"/>
                  </a:cubicBezTo>
                  <a:close/>
                  <a:moveTo>
                    <a:pt x="384" y="187"/>
                  </a:moveTo>
                  <a:cubicBezTo>
                    <a:pt x="383" y="188"/>
                    <a:pt x="383" y="189"/>
                    <a:pt x="383" y="190"/>
                  </a:cubicBezTo>
                  <a:cubicBezTo>
                    <a:pt x="384" y="189"/>
                    <a:pt x="384" y="189"/>
                    <a:pt x="384" y="188"/>
                  </a:cubicBezTo>
                  <a:cubicBezTo>
                    <a:pt x="384" y="187"/>
                    <a:pt x="385" y="187"/>
                    <a:pt x="385" y="187"/>
                  </a:cubicBezTo>
                  <a:cubicBezTo>
                    <a:pt x="385" y="186"/>
                    <a:pt x="384" y="187"/>
                    <a:pt x="384" y="187"/>
                  </a:cubicBezTo>
                  <a:close/>
                  <a:moveTo>
                    <a:pt x="153" y="42"/>
                  </a:moveTo>
                  <a:cubicBezTo>
                    <a:pt x="153" y="42"/>
                    <a:pt x="153" y="42"/>
                    <a:pt x="153" y="42"/>
                  </a:cubicBezTo>
                  <a:cubicBezTo>
                    <a:pt x="153" y="42"/>
                    <a:pt x="153" y="42"/>
                    <a:pt x="153" y="42"/>
                  </a:cubicBezTo>
                  <a:close/>
                  <a:moveTo>
                    <a:pt x="385" y="173"/>
                  </a:moveTo>
                  <a:cubicBezTo>
                    <a:pt x="385" y="174"/>
                    <a:pt x="385" y="174"/>
                    <a:pt x="384" y="175"/>
                  </a:cubicBezTo>
                  <a:cubicBezTo>
                    <a:pt x="384" y="174"/>
                    <a:pt x="385" y="174"/>
                    <a:pt x="385" y="173"/>
                  </a:cubicBezTo>
                  <a:cubicBezTo>
                    <a:pt x="385" y="173"/>
                    <a:pt x="385" y="173"/>
                    <a:pt x="384" y="172"/>
                  </a:cubicBezTo>
                  <a:cubicBezTo>
                    <a:pt x="384" y="172"/>
                    <a:pt x="384" y="172"/>
                    <a:pt x="384" y="171"/>
                  </a:cubicBezTo>
                  <a:cubicBezTo>
                    <a:pt x="384" y="171"/>
                    <a:pt x="384" y="170"/>
                    <a:pt x="385" y="170"/>
                  </a:cubicBezTo>
                  <a:cubicBezTo>
                    <a:pt x="385" y="170"/>
                    <a:pt x="385" y="170"/>
                    <a:pt x="385" y="170"/>
                  </a:cubicBezTo>
                  <a:cubicBezTo>
                    <a:pt x="386" y="169"/>
                    <a:pt x="385" y="169"/>
                    <a:pt x="385" y="169"/>
                  </a:cubicBezTo>
                  <a:cubicBezTo>
                    <a:pt x="385" y="169"/>
                    <a:pt x="386" y="167"/>
                    <a:pt x="385" y="167"/>
                  </a:cubicBezTo>
                  <a:cubicBezTo>
                    <a:pt x="385" y="167"/>
                    <a:pt x="385" y="167"/>
                    <a:pt x="384" y="167"/>
                  </a:cubicBezTo>
                  <a:cubicBezTo>
                    <a:pt x="384" y="167"/>
                    <a:pt x="384" y="167"/>
                    <a:pt x="384" y="167"/>
                  </a:cubicBezTo>
                  <a:cubicBezTo>
                    <a:pt x="384" y="167"/>
                    <a:pt x="383" y="166"/>
                    <a:pt x="383" y="166"/>
                  </a:cubicBezTo>
                  <a:cubicBezTo>
                    <a:pt x="383" y="166"/>
                    <a:pt x="383" y="166"/>
                    <a:pt x="383" y="166"/>
                  </a:cubicBezTo>
                  <a:cubicBezTo>
                    <a:pt x="383" y="165"/>
                    <a:pt x="383" y="165"/>
                    <a:pt x="383" y="164"/>
                  </a:cubicBezTo>
                  <a:cubicBezTo>
                    <a:pt x="383" y="163"/>
                    <a:pt x="383" y="162"/>
                    <a:pt x="382" y="161"/>
                  </a:cubicBezTo>
                  <a:cubicBezTo>
                    <a:pt x="381" y="160"/>
                    <a:pt x="380" y="160"/>
                    <a:pt x="380" y="158"/>
                  </a:cubicBezTo>
                  <a:cubicBezTo>
                    <a:pt x="379" y="158"/>
                    <a:pt x="380" y="157"/>
                    <a:pt x="379" y="156"/>
                  </a:cubicBezTo>
                  <a:cubicBezTo>
                    <a:pt x="379" y="156"/>
                    <a:pt x="379" y="155"/>
                    <a:pt x="379" y="155"/>
                  </a:cubicBezTo>
                  <a:cubicBezTo>
                    <a:pt x="379" y="156"/>
                    <a:pt x="378" y="154"/>
                    <a:pt x="378" y="153"/>
                  </a:cubicBezTo>
                  <a:cubicBezTo>
                    <a:pt x="378" y="153"/>
                    <a:pt x="378" y="154"/>
                    <a:pt x="378" y="154"/>
                  </a:cubicBezTo>
                  <a:cubicBezTo>
                    <a:pt x="377" y="153"/>
                    <a:pt x="378" y="154"/>
                    <a:pt x="378" y="153"/>
                  </a:cubicBezTo>
                  <a:cubicBezTo>
                    <a:pt x="378" y="153"/>
                    <a:pt x="377" y="153"/>
                    <a:pt x="377" y="153"/>
                  </a:cubicBezTo>
                  <a:cubicBezTo>
                    <a:pt x="377" y="153"/>
                    <a:pt x="378" y="154"/>
                    <a:pt x="377" y="154"/>
                  </a:cubicBezTo>
                  <a:cubicBezTo>
                    <a:pt x="378" y="154"/>
                    <a:pt x="376" y="154"/>
                    <a:pt x="376" y="154"/>
                  </a:cubicBezTo>
                  <a:cubicBezTo>
                    <a:pt x="376" y="154"/>
                    <a:pt x="376" y="154"/>
                    <a:pt x="376" y="153"/>
                  </a:cubicBezTo>
                  <a:cubicBezTo>
                    <a:pt x="376" y="153"/>
                    <a:pt x="375" y="153"/>
                    <a:pt x="375" y="153"/>
                  </a:cubicBezTo>
                  <a:cubicBezTo>
                    <a:pt x="375" y="152"/>
                    <a:pt x="375" y="152"/>
                    <a:pt x="374" y="151"/>
                  </a:cubicBezTo>
                  <a:cubicBezTo>
                    <a:pt x="374" y="151"/>
                    <a:pt x="373" y="151"/>
                    <a:pt x="373" y="150"/>
                  </a:cubicBezTo>
                  <a:cubicBezTo>
                    <a:pt x="373" y="149"/>
                    <a:pt x="373" y="149"/>
                    <a:pt x="373" y="148"/>
                  </a:cubicBezTo>
                  <a:cubicBezTo>
                    <a:pt x="372" y="148"/>
                    <a:pt x="372" y="148"/>
                    <a:pt x="371" y="148"/>
                  </a:cubicBezTo>
                  <a:cubicBezTo>
                    <a:pt x="371" y="148"/>
                    <a:pt x="371" y="148"/>
                    <a:pt x="371" y="148"/>
                  </a:cubicBezTo>
                  <a:cubicBezTo>
                    <a:pt x="372" y="148"/>
                    <a:pt x="371" y="147"/>
                    <a:pt x="371" y="146"/>
                  </a:cubicBezTo>
                  <a:cubicBezTo>
                    <a:pt x="371" y="146"/>
                    <a:pt x="372" y="145"/>
                    <a:pt x="372" y="145"/>
                  </a:cubicBezTo>
                  <a:cubicBezTo>
                    <a:pt x="372" y="144"/>
                    <a:pt x="371" y="144"/>
                    <a:pt x="371" y="144"/>
                  </a:cubicBezTo>
                  <a:cubicBezTo>
                    <a:pt x="371" y="144"/>
                    <a:pt x="371" y="144"/>
                    <a:pt x="371" y="143"/>
                  </a:cubicBezTo>
                  <a:cubicBezTo>
                    <a:pt x="371" y="143"/>
                    <a:pt x="372" y="142"/>
                    <a:pt x="371" y="141"/>
                  </a:cubicBezTo>
                  <a:cubicBezTo>
                    <a:pt x="372" y="141"/>
                    <a:pt x="372" y="140"/>
                    <a:pt x="373" y="139"/>
                  </a:cubicBezTo>
                  <a:cubicBezTo>
                    <a:pt x="373" y="139"/>
                    <a:pt x="373" y="139"/>
                    <a:pt x="373" y="138"/>
                  </a:cubicBezTo>
                  <a:cubicBezTo>
                    <a:pt x="373" y="138"/>
                    <a:pt x="373" y="137"/>
                    <a:pt x="373" y="137"/>
                  </a:cubicBezTo>
                  <a:cubicBezTo>
                    <a:pt x="373" y="137"/>
                    <a:pt x="372" y="138"/>
                    <a:pt x="372" y="138"/>
                  </a:cubicBezTo>
                  <a:cubicBezTo>
                    <a:pt x="372" y="138"/>
                    <a:pt x="372" y="137"/>
                    <a:pt x="372" y="137"/>
                  </a:cubicBezTo>
                  <a:cubicBezTo>
                    <a:pt x="372" y="137"/>
                    <a:pt x="372" y="137"/>
                    <a:pt x="372" y="137"/>
                  </a:cubicBezTo>
                  <a:cubicBezTo>
                    <a:pt x="372" y="136"/>
                    <a:pt x="373" y="137"/>
                    <a:pt x="373" y="136"/>
                  </a:cubicBezTo>
                  <a:cubicBezTo>
                    <a:pt x="373" y="136"/>
                    <a:pt x="372" y="136"/>
                    <a:pt x="372" y="136"/>
                  </a:cubicBezTo>
                  <a:cubicBezTo>
                    <a:pt x="372" y="136"/>
                    <a:pt x="372" y="135"/>
                    <a:pt x="372" y="135"/>
                  </a:cubicBezTo>
                  <a:cubicBezTo>
                    <a:pt x="372" y="135"/>
                    <a:pt x="372" y="135"/>
                    <a:pt x="372" y="136"/>
                  </a:cubicBezTo>
                  <a:cubicBezTo>
                    <a:pt x="371" y="135"/>
                    <a:pt x="372" y="135"/>
                    <a:pt x="372" y="135"/>
                  </a:cubicBezTo>
                  <a:cubicBezTo>
                    <a:pt x="371" y="135"/>
                    <a:pt x="371" y="135"/>
                    <a:pt x="371" y="135"/>
                  </a:cubicBezTo>
                  <a:cubicBezTo>
                    <a:pt x="371" y="136"/>
                    <a:pt x="371" y="137"/>
                    <a:pt x="371" y="138"/>
                  </a:cubicBezTo>
                  <a:cubicBezTo>
                    <a:pt x="370" y="137"/>
                    <a:pt x="370" y="137"/>
                    <a:pt x="369" y="136"/>
                  </a:cubicBezTo>
                  <a:cubicBezTo>
                    <a:pt x="369" y="136"/>
                    <a:pt x="368" y="136"/>
                    <a:pt x="368" y="135"/>
                  </a:cubicBezTo>
                  <a:cubicBezTo>
                    <a:pt x="367" y="135"/>
                    <a:pt x="368" y="134"/>
                    <a:pt x="367" y="134"/>
                  </a:cubicBezTo>
                  <a:cubicBezTo>
                    <a:pt x="367" y="134"/>
                    <a:pt x="367" y="133"/>
                    <a:pt x="367" y="133"/>
                  </a:cubicBezTo>
                  <a:cubicBezTo>
                    <a:pt x="367" y="132"/>
                    <a:pt x="366" y="133"/>
                    <a:pt x="366" y="133"/>
                  </a:cubicBezTo>
                  <a:cubicBezTo>
                    <a:pt x="365" y="134"/>
                    <a:pt x="365" y="134"/>
                    <a:pt x="365" y="135"/>
                  </a:cubicBezTo>
                  <a:cubicBezTo>
                    <a:pt x="365" y="136"/>
                    <a:pt x="365" y="137"/>
                    <a:pt x="366" y="138"/>
                  </a:cubicBezTo>
                  <a:cubicBezTo>
                    <a:pt x="365" y="138"/>
                    <a:pt x="365" y="137"/>
                    <a:pt x="365" y="137"/>
                  </a:cubicBezTo>
                  <a:cubicBezTo>
                    <a:pt x="365" y="136"/>
                    <a:pt x="364" y="136"/>
                    <a:pt x="364" y="136"/>
                  </a:cubicBezTo>
                  <a:cubicBezTo>
                    <a:pt x="364" y="135"/>
                    <a:pt x="363" y="136"/>
                    <a:pt x="362" y="136"/>
                  </a:cubicBezTo>
                  <a:cubicBezTo>
                    <a:pt x="363" y="136"/>
                    <a:pt x="363" y="135"/>
                    <a:pt x="363" y="135"/>
                  </a:cubicBezTo>
                  <a:cubicBezTo>
                    <a:pt x="363" y="134"/>
                    <a:pt x="362" y="134"/>
                    <a:pt x="362" y="134"/>
                  </a:cubicBezTo>
                  <a:cubicBezTo>
                    <a:pt x="362" y="134"/>
                    <a:pt x="362" y="134"/>
                    <a:pt x="362" y="133"/>
                  </a:cubicBezTo>
                  <a:cubicBezTo>
                    <a:pt x="362" y="133"/>
                    <a:pt x="362" y="132"/>
                    <a:pt x="362" y="131"/>
                  </a:cubicBezTo>
                  <a:cubicBezTo>
                    <a:pt x="362" y="130"/>
                    <a:pt x="362" y="129"/>
                    <a:pt x="362" y="128"/>
                  </a:cubicBezTo>
                  <a:cubicBezTo>
                    <a:pt x="363" y="128"/>
                    <a:pt x="362" y="127"/>
                    <a:pt x="362" y="127"/>
                  </a:cubicBezTo>
                  <a:cubicBezTo>
                    <a:pt x="363" y="127"/>
                    <a:pt x="363" y="127"/>
                    <a:pt x="363" y="126"/>
                  </a:cubicBezTo>
                  <a:cubicBezTo>
                    <a:pt x="363" y="126"/>
                    <a:pt x="362" y="127"/>
                    <a:pt x="362" y="126"/>
                  </a:cubicBezTo>
                  <a:cubicBezTo>
                    <a:pt x="362" y="125"/>
                    <a:pt x="362" y="126"/>
                    <a:pt x="361" y="126"/>
                  </a:cubicBezTo>
                  <a:cubicBezTo>
                    <a:pt x="361" y="125"/>
                    <a:pt x="361" y="125"/>
                    <a:pt x="362" y="125"/>
                  </a:cubicBezTo>
                  <a:cubicBezTo>
                    <a:pt x="362" y="125"/>
                    <a:pt x="361" y="125"/>
                    <a:pt x="361" y="125"/>
                  </a:cubicBezTo>
                  <a:cubicBezTo>
                    <a:pt x="362" y="124"/>
                    <a:pt x="362" y="123"/>
                    <a:pt x="362" y="123"/>
                  </a:cubicBezTo>
                  <a:cubicBezTo>
                    <a:pt x="361" y="123"/>
                    <a:pt x="361" y="123"/>
                    <a:pt x="361" y="123"/>
                  </a:cubicBezTo>
                  <a:cubicBezTo>
                    <a:pt x="361" y="122"/>
                    <a:pt x="361" y="122"/>
                    <a:pt x="361" y="122"/>
                  </a:cubicBezTo>
                  <a:cubicBezTo>
                    <a:pt x="362" y="121"/>
                    <a:pt x="361" y="119"/>
                    <a:pt x="360" y="120"/>
                  </a:cubicBezTo>
                  <a:cubicBezTo>
                    <a:pt x="360" y="120"/>
                    <a:pt x="360" y="119"/>
                    <a:pt x="360" y="119"/>
                  </a:cubicBezTo>
                  <a:cubicBezTo>
                    <a:pt x="360" y="119"/>
                    <a:pt x="360" y="119"/>
                    <a:pt x="360" y="119"/>
                  </a:cubicBezTo>
                  <a:cubicBezTo>
                    <a:pt x="361" y="119"/>
                    <a:pt x="360" y="119"/>
                    <a:pt x="360" y="119"/>
                  </a:cubicBezTo>
                  <a:cubicBezTo>
                    <a:pt x="360" y="119"/>
                    <a:pt x="360" y="119"/>
                    <a:pt x="359" y="119"/>
                  </a:cubicBezTo>
                  <a:cubicBezTo>
                    <a:pt x="359" y="119"/>
                    <a:pt x="359" y="119"/>
                    <a:pt x="358" y="119"/>
                  </a:cubicBezTo>
                  <a:cubicBezTo>
                    <a:pt x="358" y="119"/>
                    <a:pt x="359" y="118"/>
                    <a:pt x="359" y="118"/>
                  </a:cubicBezTo>
                  <a:cubicBezTo>
                    <a:pt x="358" y="117"/>
                    <a:pt x="358" y="117"/>
                    <a:pt x="358" y="117"/>
                  </a:cubicBezTo>
                  <a:cubicBezTo>
                    <a:pt x="358" y="116"/>
                    <a:pt x="358" y="116"/>
                    <a:pt x="358" y="116"/>
                  </a:cubicBezTo>
                  <a:cubicBezTo>
                    <a:pt x="357" y="116"/>
                    <a:pt x="357" y="116"/>
                    <a:pt x="357" y="115"/>
                  </a:cubicBezTo>
                  <a:cubicBezTo>
                    <a:pt x="357" y="115"/>
                    <a:pt x="358" y="115"/>
                    <a:pt x="358" y="115"/>
                  </a:cubicBezTo>
                  <a:cubicBezTo>
                    <a:pt x="358" y="115"/>
                    <a:pt x="358" y="113"/>
                    <a:pt x="358" y="114"/>
                  </a:cubicBezTo>
                  <a:cubicBezTo>
                    <a:pt x="358" y="114"/>
                    <a:pt x="359" y="114"/>
                    <a:pt x="359" y="114"/>
                  </a:cubicBezTo>
                  <a:cubicBezTo>
                    <a:pt x="359" y="114"/>
                    <a:pt x="359" y="114"/>
                    <a:pt x="359" y="114"/>
                  </a:cubicBezTo>
                  <a:cubicBezTo>
                    <a:pt x="359" y="115"/>
                    <a:pt x="360" y="115"/>
                    <a:pt x="360" y="115"/>
                  </a:cubicBezTo>
                  <a:cubicBezTo>
                    <a:pt x="360" y="115"/>
                    <a:pt x="360" y="114"/>
                    <a:pt x="360" y="114"/>
                  </a:cubicBezTo>
                  <a:cubicBezTo>
                    <a:pt x="360" y="114"/>
                    <a:pt x="359" y="114"/>
                    <a:pt x="359" y="113"/>
                  </a:cubicBezTo>
                  <a:cubicBezTo>
                    <a:pt x="360" y="113"/>
                    <a:pt x="359" y="113"/>
                    <a:pt x="359" y="112"/>
                  </a:cubicBezTo>
                  <a:cubicBezTo>
                    <a:pt x="359" y="111"/>
                    <a:pt x="358" y="112"/>
                    <a:pt x="358" y="112"/>
                  </a:cubicBezTo>
                  <a:cubicBezTo>
                    <a:pt x="358" y="111"/>
                    <a:pt x="358" y="111"/>
                    <a:pt x="358" y="111"/>
                  </a:cubicBezTo>
                  <a:cubicBezTo>
                    <a:pt x="358" y="112"/>
                    <a:pt x="357" y="110"/>
                    <a:pt x="357" y="110"/>
                  </a:cubicBezTo>
                  <a:cubicBezTo>
                    <a:pt x="357" y="110"/>
                    <a:pt x="357" y="110"/>
                    <a:pt x="357" y="110"/>
                  </a:cubicBezTo>
                  <a:cubicBezTo>
                    <a:pt x="356" y="110"/>
                    <a:pt x="356" y="110"/>
                    <a:pt x="356" y="110"/>
                  </a:cubicBezTo>
                  <a:cubicBezTo>
                    <a:pt x="357" y="110"/>
                    <a:pt x="356" y="111"/>
                    <a:pt x="356" y="111"/>
                  </a:cubicBezTo>
                  <a:cubicBezTo>
                    <a:pt x="356" y="111"/>
                    <a:pt x="356" y="111"/>
                    <a:pt x="356" y="111"/>
                  </a:cubicBezTo>
                  <a:cubicBezTo>
                    <a:pt x="356" y="111"/>
                    <a:pt x="356" y="111"/>
                    <a:pt x="356" y="111"/>
                  </a:cubicBezTo>
                  <a:cubicBezTo>
                    <a:pt x="356" y="111"/>
                    <a:pt x="356" y="111"/>
                    <a:pt x="356" y="111"/>
                  </a:cubicBezTo>
                  <a:cubicBezTo>
                    <a:pt x="356" y="111"/>
                    <a:pt x="355" y="111"/>
                    <a:pt x="355" y="110"/>
                  </a:cubicBezTo>
                  <a:cubicBezTo>
                    <a:pt x="355" y="110"/>
                    <a:pt x="355" y="109"/>
                    <a:pt x="355" y="109"/>
                  </a:cubicBezTo>
                  <a:cubicBezTo>
                    <a:pt x="354" y="108"/>
                    <a:pt x="354" y="109"/>
                    <a:pt x="354" y="108"/>
                  </a:cubicBezTo>
                  <a:cubicBezTo>
                    <a:pt x="353" y="108"/>
                    <a:pt x="353" y="108"/>
                    <a:pt x="353" y="108"/>
                  </a:cubicBezTo>
                  <a:cubicBezTo>
                    <a:pt x="353" y="108"/>
                    <a:pt x="353" y="108"/>
                    <a:pt x="352" y="108"/>
                  </a:cubicBezTo>
                  <a:cubicBezTo>
                    <a:pt x="351" y="108"/>
                    <a:pt x="351" y="107"/>
                    <a:pt x="351" y="107"/>
                  </a:cubicBezTo>
                  <a:cubicBezTo>
                    <a:pt x="351" y="106"/>
                    <a:pt x="351" y="106"/>
                    <a:pt x="351" y="106"/>
                  </a:cubicBezTo>
                  <a:cubicBezTo>
                    <a:pt x="350" y="106"/>
                    <a:pt x="351" y="107"/>
                    <a:pt x="350" y="107"/>
                  </a:cubicBezTo>
                  <a:cubicBezTo>
                    <a:pt x="350" y="108"/>
                    <a:pt x="349" y="106"/>
                    <a:pt x="349" y="106"/>
                  </a:cubicBezTo>
                  <a:cubicBezTo>
                    <a:pt x="350" y="106"/>
                    <a:pt x="349" y="104"/>
                    <a:pt x="349" y="104"/>
                  </a:cubicBezTo>
                  <a:cubicBezTo>
                    <a:pt x="349" y="103"/>
                    <a:pt x="349" y="103"/>
                    <a:pt x="349" y="102"/>
                  </a:cubicBezTo>
                  <a:cubicBezTo>
                    <a:pt x="349" y="102"/>
                    <a:pt x="348" y="101"/>
                    <a:pt x="348" y="101"/>
                  </a:cubicBezTo>
                  <a:cubicBezTo>
                    <a:pt x="348" y="102"/>
                    <a:pt x="349" y="102"/>
                    <a:pt x="348" y="102"/>
                  </a:cubicBezTo>
                  <a:cubicBezTo>
                    <a:pt x="348" y="103"/>
                    <a:pt x="347" y="103"/>
                    <a:pt x="346" y="103"/>
                  </a:cubicBezTo>
                  <a:cubicBezTo>
                    <a:pt x="345" y="103"/>
                    <a:pt x="345" y="102"/>
                    <a:pt x="345" y="102"/>
                  </a:cubicBezTo>
                  <a:cubicBezTo>
                    <a:pt x="345" y="101"/>
                    <a:pt x="345" y="101"/>
                    <a:pt x="345" y="100"/>
                  </a:cubicBezTo>
                  <a:cubicBezTo>
                    <a:pt x="345" y="101"/>
                    <a:pt x="344" y="101"/>
                    <a:pt x="344" y="101"/>
                  </a:cubicBezTo>
                  <a:cubicBezTo>
                    <a:pt x="343" y="101"/>
                    <a:pt x="343" y="101"/>
                    <a:pt x="342" y="100"/>
                  </a:cubicBezTo>
                  <a:cubicBezTo>
                    <a:pt x="342" y="100"/>
                    <a:pt x="341" y="100"/>
                    <a:pt x="341" y="100"/>
                  </a:cubicBezTo>
                  <a:cubicBezTo>
                    <a:pt x="341" y="100"/>
                    <a:pt x="340" y="99"/>
                    <a:pt x="340" y="99"/>
                  </a:cubicBezTo>
                  <a:cubicBezTo>
                    <a:pt x="339" y="97"/>
                    <a:pt x="338" y="96"/>
                    <a:pt x="339" y="95"/>
                  </a:cubicBezTo>
                  <a:cubicBezTo>
                    <a:pt x="339" y="94"/>
                    <a:pt x="340" y="94"/>
                    <a:pt x="340" y="93"/>
                  </a:cubicBezTo>
                  <a:cubicBezTo>
                    <a:pt x="340" y="93"/>
                    <a:pt x="339" y="93"/>
                    <a:pt x="339" y="93"/>
                  </a:cubicBezTo>
                  <a:cubicBezTo>
                    <a:pt x="338" y="92"/>
                    <a:pt x="339" y="92"/>
                    <a:pt x="338" y="91"/>
                  </a:cubicBezTo>
                  <a:cubicBezTo>
                    <a:pt x="337" y="90"/>
                    <a:pt x="337" y="89"/>
                    <a:pt x="338" y="88"/>
                  </a:cubicBezTo>
                  <a:cubicBezTo>
                    <a:pt x="338" y="87"/>
                    <a:pt x="339" y="87"/>
                    <a:pt x="339" y="85"/>
                  </a:cubicBezTo>
                  <a:cubicBezTo>
                    <a:pt x="339" y="84"/>
                    <a:pt x="340" y="83"/>
                    <a:pt x="340" y="83"/>
                  </a:cubicBezTo>
                  <a:cubicBezTo>
                    <a:pt x="339" y="82"/>
                    <a:pt x="339" y="82"/>
                    <a:pt x="339" y="81"/>
                  </a:cubicBezTo>
                  <a:cubicBezTo>
                    <a:pt x="340" y="81"/>
                    <a:pt x="339" y="80"/>
                    <a:pt x="339" y="80"/>
                  </a:cubicBezTo>
                  <a:cubicBezTo>
                    <a:pt x="339" y="79"/>
                    <a:pt x="339" y="79"/>
                    <a:pt x="339" y="78"/>
                  </a:cubicBezTo>
                  <a:cubicBezTo>
                    <a:pt x="339" y="77"/>
                    <a:pt x="338" y="77"/>
                    <a:pt x="338" y="77"/>
                  </a:cubicBezTo>
                  <a:cubicBezTo>
                    <a:pt x="338" y="76"/>
                    <a:pt x="339" y="76"/>
                    <a:pt x="339" y="75"/>
                  </a:cubicBezTo>
                  <a:cubicBezTo>
                    <a:pt x="339" y="75"/>
                    <a:pt x="339" y="74"/>
                    <a:pt x="339" y="75"/>
                  </a:cubicBezTo>
                  <a:cubicBezTo>
                    <a:pt x="339" y="75"/>
                    <a:pt x="339" y="75"/>
                    <a:pt x="339" y="75"/>
                  </a:cubicBezTo>
                  <a:cubicBezTo>
                    <a:pt x="338" y="75"/>
                    <a:pt x="338" y="75"/>
                    <a:pt x="338" y="75"/>
                  </a:cubicBezTo>
                  <a:cubicBezTo>
                    <a:pt x="338" y="75"/>
                    <a:pt x="338" y="76"/>
                    <a:pt x="338" y="76"/>
                  </a:cubicBezTo>
                  <a:cubicBezTo>
                    <a:pt x="337" y="76"/>
                    <a:pt x="338" y="75"/>
                    <a:pt x="338" y="75"/>
                  </a:cubicBezTo>
                  <a:cubicBezTo>
                    <a:pt x="338" y="74"/>
                    <a:pt x="337" y="74"/>
                    <a:pt x="337" y="73"/>
                  </a:cubicBezTo>
                  <a:cubicBezTo>
                    <a:pt x="336" y="72"/>
                    <a:pt x="336" y="72"/>
                    <a:pt x="336" y="71"/>
                  </a:cubicBezTo>
                  <a:cubicBezTo>
                    <a:pt x="335" y="70"/>
                    <a:pt x="335" y="70"/>
                    <a:pt x="335" y="69"/>
                  </a:cubicBezTo>
                  <a:cubicBezTo>
                    <a:pt x="335" y="69"/>
                    <a:pt x="335" y="69"/>
                    <a:pt x="336" y="68"/>
                  </a:cubicBezTo>
                  <a:cubicBezTo>
                    <a:pt x="336" y="68"/>
                    <a:pt x="336" y="68"/>
                    <a:pt x="336" y="68"/>
                  </a:cubicBezTo>
                  <a:cubicBezTo>
                    <a:pt x="336" y="67"/>
                    <a:pt x="336" y="66"/>
                    <a:pt x="336" y="66"/>
                  </a:cubicBezTo>
                  <a:cubicBezTo>
                    <a:pt x="336" y="65"/>
                    <a:pt x="335" y="64"/>
                    <a:pt x="336" y="64"/>
                  </a:cubicBezTo>
                  <a:cubicBezTo>
                    <a:pt x="336" y="63"/>
                    <a:pt x="336" y="63"/>
                    <a:pt x="336" y="62"/>
                  </a:cubicBezTo>
                  <a:cubicBezTo>
                    <a:pt x="336" y="62"/>
                    <a:pt x="336" y="61"/>
                    <a:pt x="336" y="61"/>
                  </a:cubicBezTo>
                  <a:cubicBezTo>
                    <a:pt x="336" y="61"/>
                    <a:pt x="336" y="60"/>
                    <a:pt x="336" y="60"/>
                  </a:cubicBezTo>
                  <a:cubicBezTo>
                    <a:pt x="336" y="60"/>
                    <a:pt x="335" y="60"/>
                    <a:pt x="336" y="60"/>
                  </a:cubicBezTo>
                  <a:cubicBezTo>
                    <a:pt x="336" y="59"/>
                    <a:pt x="336" y="59"/>
                    <a:pt x="335" y="59"/>
                  </a:cubicBezTo>
                  <a:cubicBezTo>
                    <a:pt x="335" y="59"/>
                    <a:pt x="336" y="58"/>
                    <a:pt x="336" y="57"/>
                  </a:cubicBezTo>
                  <a:cubicBezTo>
                    <a:pt x="336" y="57"/>
                    <a:pt x="337" y="57"/>
                    <a:pt x="337" y="57"/>
                  </a:cubicBezTo>
                  <a:cubicBezTo>
                    <a:pt x="336" y="57"/>
                    <a:pt x="336" y="57"/>
                    <a:pt x="336" y="56"/>
                  </a:cubicBezTo>
                  <a:cubicBezTo>
                    <a:pt x="336" y="55"/>
                    <a:pt x="336" y="55"/>
                    <a:pt x="337" y="54"/>
                  </a:cubicBezTo>
                  <a:cubicBezTo>
                    <a:pt x="337" y="54"/>
                    <a:pt x="337" y="54"/>
                    <a:pt x="337" y="54"/>
                  </a:cubicBezTo>
                  <a:cubicBezTo>
                    <a:pt x="337" y="53"/>
                    <a:pt x="337" y="54"/>
                    <a:pt x="337" y="54"/>
                  </a:cubicBezTo>
                  <a:cubicBezTo>
                    <a:pt x="336" y="53"/>
                    <a:pt x="336" y="53"/>
                    <a:pt x="336" y="52"/>
                  </a:cubicBezTo>
                  <a:cubicBezTo>
                    <a:pt x="335" y="52"/>
                    <a:pt x="335" y="52"/>
                    <a:pt x="334" y="51"/>
                  </a:cubicBezTo>
                  <a:cubicBezTo>
                    <a:pt x="334" y="51"/>
                    <a:pt x="334" y="50"/>
                    <a:pt x="333" y="50"/>
                  </a:cubicBezTo>
                  <a:cubicBezTo>
                    <a:pt x="332" y="50"/>
                    <a:pt x="333" y="49"/>
                    <a:pt x="332" y="49"/>
                  </a:cubicBezTo>
                  <a:cubicBezTo>
                    <a:pt x="332" y="49"/>
                    <a:pt x="332" y="49"/>
                    <a:pt x="332" y="49"/>
                  </a:cubicBezTo>
                  <a:cubicBezTo>
                    <a:pt x="331" y="49"/>
                    <a:pt x="331" y="48"/>
                    <a:pt x="332" y="47"/>
                  </a:cubicBezTo>
                  <a:cubicBezTo>
                    <a:pt x="330" y="47"/>
                    <a:pt x="332" y="46"/>
                    <a:pt x="331" y="45"/>
                  </a:cubicBezTo>
                  <a:cubicBezTo>
                    <a:pt x="330" y="45"/>
                    <a:pt x="329" y="47"/>
                    <a:pt x="328" y="46"/>
                  </a:cubicBezTo>
                  <a:cubicBezTo>
                    <a:pt x="328" y="46"/>
                    <a:pt x="327" y="46"/>
                    <a:pt x="327" y="46"/>
                  </a:cubicBezTo>
                  <a:cubicBezTo>
                    <a:pt x="327" y="47"/>
                    <a:pt x="327" y="47"/>
                    <a:pt x="326" y="48"/>
                  </a:cubicBezTo>
                  <a:cubicBezTo>
                    <a:pt x="325" y="49"/>
                    <a:pt x="324" y="49"/>
                    <a:pt x="323" y="47"/>
                  </a:cubicBezTo>
                  <a:cubicBezTo>
                    <a:pt x="323" y="46"/>
                    <a:pt x="323" y="45"/>
                    <a:pt x="323" y="43"/>
                  </a:cubicBezTo>
                  <a:cubicBezTo>
                    <a:pt x="323" y="43"/>
                    <a:pt x="323" y="43"/>
                    <a:pt x="322" y="43"/>
                  </a:cubicBezTo>
                  <a:cubicBezTo>
                    <a:pt x="322" y="42"/>
                    <a:pt x="322" y="42"/>
                    <a:pt x="322" y="42"/>
                  </a:cubicBezTo>
                  <a:cubicBezTo>
                    <a:pt x="322" y="41"/>
                    <a:pt x="322" y="40"/>
                    <a:pt x="322" y="39"/>
                  </a:cubicBezTo>
                  <a:cubicBezTo>
                    <a:pt x="322" y="38"/>
                    <a:pt x="323" y="38"/>
                    <a:pt x="323" y="37"/>
                  </a:cubicBezTo>
                  <a:cubicBezTo>
                    <a:pt x="323" y="36"/>
                    <a:pt x="322" y="36"/>
                    <a:pt x="322" y="35"/>
                  </a:cubicBezTo>
                  <a:cubicBezTo>
                    <a:pt x="322" y="33"/>
                    <a:pt x="323" y="32"/>
                    <a:pt x="323" y="30"/>
                  </a:cubicBezTo>
                  <a:cubicBezTo>
                    <a:pt x="323" y="31"/>
                    <a:pt x="322" y="30"/>
                    <a:pt x="322" y="31"/>
                  </a:cubicBezTo>
                  <a:cubicBezTo>
                    <a:pt x="322" y="30"/>
                    <a:pt x="322" y="29"/>
                    <a:pt x="322" y="29"/>
                  </a:cubicBezTo>
                  <a:cubicBezTo>
                    <a:pt x="322" y="28"/>
                    <a:pt x="322" y="28"/>
                    <a:pt x="322" y="28"/>
                  </a:cubicBezTo>
                  <a:cubicBezTo>
                    <a:pt x="321" y="27"/>
                    <a:pt x="322" y="26"/>
                    <a:pt x="321" y="25"/>
                  </a:cubicBezTo>
                  <a:cubicBezTo>
                    <a:pt x="320" y="25"/>
                    <a:pt x="320" y="25"/>
                    <a:pt x="320" y="25"/>
                  </a:cubicBezTo>
                  <a:cubicBezTo>
                    <a:pt x="320" y="24"/>
                    <a:pt x="320" y="24"/>
                    <a:pt x="320" y="23"/>
                  </a:cubicBezTo>
                  <a:cubicBezTo>
                    <a:pt x="320" y="23"/>
                    <a:pt x="320" y="22"/>
                    <a:pt x="321" y="22"/>
                  </a:cubicBezTo>
                  <a:cubicBezTo>
                    <a:pt x="321" y="22"/>
                    <a:pt x="322" y="21"/>
                    <a:pt x="322" y="21"/>
                  </a:cubicBezTo>
                  <a:cubicBezTo>
                    <a:pt x="322" y="21"/>
                    <a:pt x="321" y="21"/>
                    <a:pt x="321" y="21"/>
                  </a:cubicBezTo>
                  <a:cubicBezTo>
                    <a:pt x="321" y="21"/>
                    <a:pt x="321" y="20"/>
                    <a:pt x="321" y="20"/>
                  </a:cubicBezTo>
                  <a:cubicBezTo>
                    <a:pt x="320" y="20"/>
                    <a:pt x="320" y="20"/>
                    <a:pt x="319" y="20"/>
                  </a:cubicBezTo>
                  <a:cubicBezTo>
                    <a:pt x="319" y="20"/>
                    <a:pt x="319" y="20"/>
                    <a:pt x="318" y="20"/>
                  </a:cubicBezTo>
                  <a:cubicBezTo>
                    <a:pt x="318" y="19"/>
                    <a:pt x="318" y="19"/>
                    <a:pt x="318" y="18"/>
                  </a:cubicBezTo>
                  <a:cubicBezTo>
                    <a:pt x="318" y="17"/>
                    <a:pt x="318" y="16"/>
                    <a:pt x="318" y="16"/>
                  </a:cubicBezTo>
                  <a:cubicBezTo>
                    <a:pt x="318" y="15"/>
                    <a:pt x="319" y="15"/>
                    <a:pt x="319" y="14"/>
                  </a:cubicBezTo>
                  <a:cubicBezTo>
                    <a:pt x="319" y="14"/>
                    <a:pt x="318" y="13"/>
                    <a:pt x="318" y="13"/>
                  </a:cubicBezTo>
                  <a:cubicBezTo>
                    <a:pt x="318" y="13"/>
                    <a:pt x="318" y="12"/>
                    <a:pt x="318" y="12"/>
                  </a:cubicBezTo>
                  <a:cubicBezTo>
                    <a:pt x="318" y="11"/>
                    <a:pt x="318" y="10"/>
                    <a:pt x="318" y="10"/>
                  </a:cubicBezTo>
                  <a:cubicBezTo>
                    <a:pt x="318" y="10"/>
                    <a:pt x="317" y="10"/>
                    <a:pt x="317" y="10"/>
                  </a:cubicBezTo>
                  <a:cubicBezTo>
                    <a:pt x="317" y="10"/>
                    <a:pt x="317" y="9"/>
                    <a:pt x="317" y="9"/>
                  </a:cubicBezTo>
                  <a:cubicBezTo>
                    <a:pt x="317" y="8"/>
                    <a:pt x="316" y="9"/>
                    <a:pt x="316" y="10"/>
                  </a:cubicBezTo>
                  <a:cubicBezTo>
                    <a:pt x="316" y="9"/>
                    <a:pt x="316" y="9"/>
                    <a:pt x="317" y="8"/>
                  </a:cubicBezTo>
                  <a:cubicBezTo>
                    <a:pt x="317" y="7"/>
                    <a:pt x="317" y="7"/>
                    <a:pt x="316" y="7"/>
                  </a:cubicBezTo>
                  <a:cubicBezTo>
                    <a:pt x="316" y="7"/>
                    <a:pt x="316" y="7"/>
                    <a:pt x="316" y="7"/>
                  </a:cubicBezTo>
                  <a:cubicBezTo>
                    <a:pt x="315" y="7"/>
                    <a:pt x="315" y="8"/>
                    <a:pt x="315" y="8"/>
                  </a:cubicBezTo>
                  <a:cubicBezTo>
                    <a:pt x="314" y="9"/>
                    <a:pt x="313" y="9"/>
                    <a:pt x="313" y="9"/>
                  </a:cubicBezTo>
                  <a:cubicBezTo>
                    <a:pt x="312" y="10"/>
                    <a:pt x="312" y="11"/>
                    <a:pt x="312" y="12"/>
                  </a:cubicBezTo>
                  <a:cubicBezTo>
                    <a:pt x="312" y="13"/>
                    <a:pt x="312" y="13"/>
                    <a:pt x="312" y="14"/>
                  </a:cubicBezTo>
                  <a:cubicBezTo>
                    <a:pt x="311" y="15"/>
                    <a:pt x="311" y="16"/>
                    <a:pt x="310" y="18"/>
                  </a:cubicBezTo>
                  <a:cubicBezTo>
                    <a:pt x="310" y="18"/>
                    <a:pt x="309" y="19"/>
                    <a:pt x="309" y="20"/>
                  </a:cubicBezTo>
                  <a:cubicBezTo>
                    <a:pt x="309" y="20"/>
                    <a:pt x="309" y="21"/>
                    <a:pt x="309" y="21"/>
                  </a:cubicBezTo>
                  <a:cubicBezTo>
                    <a:pt x="310" y="21"/>
                    <a:pt x="310" y="21"/>
                    <a:pt x="310" y="22"/>
                  </a:cubicBezTo>
                  <a:cubicBezTo>
                    <a:pt x="310" y="22"/>
                    <a:pt x="309" y="22"/>
                    <a:pt x="309" y="22"/>
                  </a:cubicBezTo>
                  <a:cubicBezTo>
                    <a:pt x="309" y="22"/>
                    <a:pt x="309" y="22"/>
                    <a:pt x="309" y="22"/>
                  </a:cubicBezTo>
                  <a:cubicBezTo>
                    <a:pt x="309" y="22"/>
                    <a:pt x="309" y="21"/>
                    <a:pt x="309" y="21"/>
                  </a:cubicBezTo>
                  <a:cubicBezTo>
                    <a:pt x="309" y="21"/>
                    <a:pt x="308" y="22"/>
                    <a:pt x="308" y="22"/>
                  </a:cubicBezTo>
                  <a:cubicBezTo>
                    <a:pt x="308" y="22"/>
                    <a:pt x="307" y="23"/>
                    <a:pt x="307" y="23"/>
                  </a:cubicBezTo>
                  <a:cubicBezTo>
                    <a:pt x="307" y="23"/>
                    <a:pt x="308" y="24"/>
                    <a:pt x="307" y="24"/>
                  </a:cubicBezTo>
                  <a:cubicBezTo>
                    <a:pt x="307" y="24"/>
                    <a:pt x="307" y="24"/>
                    <a:pt x="306" y="24"/>
                  </a:cubicBezTo>
                  <a:cubicBezTo>
                    <a:pt x="306" y="25"/>
                    <a:pt x="306" y="25"/>
                    <a:pt x="306" y="26"/>
                  </a:cubicBezTo>
                  <a:cubicBezTo>
                    <a:pt x="306" y="26"/>
                    <a:pt x="305" y="27"/>
                    <a:pt x="305" y="27"/>
                  </a:cubicBezTo>
                  <a:cubicBezTo>
                    <a:pt x="305" y="27"/>
                    <a:pt x="306" y="27"/>
                    <a:pt x="306" y="27"/>
                  </a:cubicBezTo>
                  <a:cubicBezTo>
                    <a:pt x="306" y="27"/>
                    <a:pt x="305" y="27"/>
                    <a:pt x="306" y="26"/>
                  </a:cubicBezTo>
                  <a:cubicBezTo>
                    <a:pt x="306" y="26"/>
                    <a:pt x="307" y="26"/>
                    <a:pt x="307" y="26"/>
                  </a:cubicBezTo>
                  <a:cubicBezTo>
                    <a:pt x="306" y="26"/>
                    <a:pt x="306" y="27"/>
                    <a:pt x="306" y="27"/>
                  </a:cubicBezTo>
                  <a:cubicBezTo>
                    <a:pt x="307" y="27"/>
                    <a:pt x="307" y="28"/>
                    <a:pt x="307" y="28"/>
                  </a:cubicBezTo>
                  <a:cubicBezTo>
                    <a:pt x="308" y="28"/>
                    <a:pt x="308" y="27"/>
                    <a:pt x="309" y="28"/>
                  </a:cubicBezTo>
                  <a:cubicBezTo>
                    <a:pt x="308" y="28"/>
                    <a:pt x="307" y="28"/>
                    <a:pt x="307" y="28"/>
                  </a:cubicBezTo>
                  <a:cubicBezTo>
                    <a:pt x="307" y="29"/>
                    <a:pt x="308" y="29"/>
                    <a:pt x="308" y="29"/>
                  </a:cubicBezTo>
                  <a:cubicBezTo>
                    <a:pt x="308" y="29"/>
                    <a:pt x="308" y="29"/>
                    <a:pt x="309" y="29"/>
                  </a:cubicBezTo>
                  <a:cubicBezTo>
                    <a:pt x="308" y="29"/>
                    <a:pt x="308" y="29"/>
                    <a:pt x="308" y="30"/>
                  </a:cubicBezTo>
                  <a:cubicBezTo>
                    <a:pt x="308" y="30"/>
                    <a:pt x="308" y="31"/>
                    <a:pt x="308" y="31"/>
                  </a:cubicBezTo>
                  <a:cubicBezTo>
                    <a:pt x="308" y="31"/>
                    <a:pt x="308" y="28"/>
                    <a:pt x="307" y="29"/>
                  </a:cubicBezTo>
                  <a:cubicBezTo>
                    <a:pt x="307" y="29"/>
                    <a:pt x="307" y="29"/>
                    <a:pt x="307" y="29"/>
                  </a:cubicBezTo>
                  <a:cubicBezTo>
                    <a:pt x="307" y="29"/>
                    <a:pt x="306" y="32"/>
                    <a:pt x="305" y="31"/>
                  </a:cubicBezTo>
                  <a:cubicBezTo>
                    <a:pt x="304" y="32"/>
                    <a:pt x="304" y="33"/>
                    <a:pt x="305" y="34"/>
                  </a:cubicBezTo>
                  <a:cubicBezTo>
                    <a:pt x="305" y="35"/>
                    <a:pt x="304" y="37"/>
                    <a:pt x="303" y="38"/>
                  </a:cubicBezTo>
                  <a:cubicBezTo>
                    <a:pt x="303" y="39"/>
                    <a:pt x="302" y="40"/>
                    <a:pt x="302" y="41"/>
                  </a:cubicBezTo>
                  <a:cubicBezTo>
                    <a:pt x="302" y="43"/>
                    <a:pt x="303" y="44"/>
                    <a:pt x="302" y="46"/>
                  </a:cubicBezTo>
                  <a:cubicBezTo>
                    <a:pt x="302" y="47"/>
                    <a:pt x="302" y="47"/>
                    <a:pt x="301" y="48"/>
                  </a:cubicBezTo>
                  <a:cubicBezTo>
                    <a:pt x="301" y="49"/>
                    <a:pt x="301" y="50"/>
                    <a:pt x="301" y="51"/>
                  </a:cubicBezTo>
                  <a:cubicBezTo>
                    <a:pt x="301" y="53"/>
                    <a:pt x="302" y="54"/>
                    <a:pt x="301" y="56"/>
                  </a:cubicBezTo>
                  <a:cubicBezTo>
                    <a:pt x="300" y="57"/>
                    <a:pt x="300" y="59"/>
                    <a:pt x="299" y="60"/>
                  </a:cubicBezTo>
                  <a:cubicBezTo>
                    <a:pt x="299" y="61"/>
                    <a:pt x="299" y="61"/>
                    <a:pt x="298" y="62"/>
                  </a:cubicBezTo>
                  <a:cubicBezTo>
                    <a:pt x="298" y="63"/>
                    <a:pt x="297" y="64"/>
                    <a:pt x="298" y="65"/>
                  </a:cubicBezTo>
                  <a:cubicBezTo>
                    <a:pt x="298" y="67"/>
                    <a:pt x="296" y="68"/>
                    <a:pt x="296" y="70"/>
                  </a:cubicBezTo>
                  <a:cubicBezTo>
                    <a:pt x="295" y="71"/>
                    <a:pt x="294" y="73"/>
                    <a:pt x="293" y="74"/>
                  </a:cubicBezTo>
                  <a:cubicBezTo>
                    <a:pt x="293" y="74"/>
                    <a:pt x="293" y="75"/>
                    <a:pt x="292" y="75"/>
                  </a:cubicBezTo>
                  <a:cubicBezTo>
                    <a:pt x="292" y="76"/>
                    <a:pt x="291" y="76"/>
                    <a:pt x="291" y="77"/>
                  </a:cubicBezTo>
                  <a:cubicBezTo>
                    <a:pt x="291" y="78"/>
                    <a:pt x="290" y="79"/>
                    <a:pt x="290" y="80"/>
                  </a:cubicBezTo>
                  <a:cubicBezTo>
                    <a:pt x="290" y="80"/>
                    <a:pt x="290" y="81"/>
                    <a:pt x="289" y="81"/>
                  </a:cubicBezTo>
                  <a:cubicBezTo>
                    <a:pt x="288" y="82"/>
                    <a:pt x="286" y="83"/>
                    <a:pt x="285" y="83"/>
                  </a:cubicBezTo>
                  <a:cubicBezTo>
                    <a:pt x="284" y="84"/>
                    <a:pt x="281" y="85"/>
                    <a:pt x="280" y="83"/>
                  </a:cubicBezTo>
                  <a:cubicBezTo>
                    <a:pt x="280" y="82"/>
                    <a:pt x="278" y="82"/>
                    <a:pt x="277" y="81"/>
                  </a:cubicBezTo>
                  <a:cubicBezTo>
                    <a:pt x="277" y="81"/>
                    <a:pt x="276" y="80"/>
                    <a:pt x="275" y="80"/>
                  </a:cubicBezTo>
                  <a:cubicBezTo>
                    <a:pt x="275" y="80"/>
                    <a:pt x="274" y="80"/>
                    <a:pt x="274" y="79"/>
                  </a:cubicBezTo>
                  <a:cubicBezTo>
                    <a:pt x="274" y="79"/>
                    <a:pt x="274" y="78"/>
                    <a:pt x="274" y="77"/>
                  </a:cubicBezTo>
                  <a:cubicBezTo>
                    <a:pt x="274" y="76"/>
                    <a:pt x="274" y="76"/>
                    <a:pt x="273" y="76"/>
                  </a:cubicBezTo>
                  <a:cubicBezTo>
                    <a:pt x="273" y="75"/>
                    <a:pt x="273" y="75"/>
                    <a:pt x="272" y="75"/>
                  </a:cubicBezTo>
                  <a:cubicBezTo>
                    <a:pt x="271" y="75"/>
                    <a:pt x="271" y="74"/>
                    <a:pt x="270" y="74"/>
                  </a:cubicBezTo>
                  <a:cubicBezTo>
                    <a:pt x="270" y="74"/>
                    <a:pt x="269" y="74"/>
                    <a:pt x="268" y="74"/>
                  </a:cubicBezTo>
                  <a:cubicBezTo>
                    <a:pt x="268" y="74"/>
                    <a:pt x="267" y="73"/>
                    <a:pt x="266" y="73"/>
                  </a:cubicBezTo>
                  <a:cubicBezTo>
                    <a:pt x="265" y="73"/>
                    <a:pt x="264" y="72"/>
                    <a:pt x="263" y="71"/>
                  </a:cubicBezTo>
                  <a:cubicBezTo>
                    <a:pt x="263" y="71"/>
                    <a:pt x="263" y="70"/>
                    <a:pt x="263" y="70"/>
                  </a:cubicBezTo>
                  <a:cubicBezTo>
                    <a:pt x="262" y="69"/>
                    <a:pt x="262" y="67"/>
                    <a:pt x="260" y="67"/>
                  </a:cubicBezTo>
                  <a:cubicBezTo>
                    <a:pt x="259" y="67"/>
                    <a:pt x="259" y="66"/>
                    <a:pt x="258" y="66"/>
                  </a:cubicBezTo>
                  <a:cubicBezTo>
                    <a:pt x="258" y="65"/>
                    <a:pt x="257" y="65"/>
                    <a:pt x="256" y="65"/>
                  </a:cubicBezTo>
                  <a:cubicBezTo>
                    <a:pt x="256" y="64"/>
                    <a:pt x="255" y="63"/>
                    <a:pt x="255" y="64"/>
                  </a:cubicBezTo>
                  <a:cubicBezTo>
                    <a:pt x="255" y="64"/>
                    <a:pt x="254" y="64"/>
                    <a:pt x="255" y="64"/>
                  </a:cubicBezTo>
                  <a:cubicBezTo>
                    <a:pt x="255" y="64"/>
                    <a:pt x="252" y="64"/>
                    <a:pt x="253" y="64"/>
                  </a:cubicBezTo>
                  <a:cubicBezTo>
                    <a:pt x="252" y="64"/>
                    <a:pt x="253" y="64"/>
                    <a:pt x="253" y="63"/>
                  </a:cubicBezTo>
                  <a:cubicBezTo>
                    <a:pt x="252" y="63"/>
                    <a:pt x="252" y="63"/>
                    <a:pt x="252" y="62"/>
                  </a:cubicBezTo>
                  <a:cubicBezTo>
                    <a:pt x="252" y="62"/>
                    <a:pt x="252" y="62"/>
                    <a:pt x="252" y="62"/>
                  </a:cubicBezTo>
                  <a:cubicBezTo>
                    <a:pt x="252" y="62"/>
                    <a:pt x="251" y="62"/>
                    <a:pt x="251" y="62"/>
                  </a:cubicBezTo>
                  <a:cubicBezTo>
                    <a:pt x="251" y="62"/>
                    <a:pt x="251" y="62"/>
                    <a:pt x="251" y="61"/>
                  </a:cubicBezTo>
                  <a:cubicBezTo>
                    <a:pt x="250" y="61"/>
                    <a:pt x="249" y="61"/>
                    <a:pt x="249" y="60"/>
                  </a:cubicBezTo>
                  <a:cubicBezTo>
                    <a:pt x="249" y="59"/>
                    <a:pt x="249" y="59"/>
                    <a:pt x="249" y="58"/>
                  </a:cubicBezTo>
                  <a:cubicBezTo>
                    <a:pt x="248" y="58"/>
                    <a:pt x="247" y="58"/>
                    <a:pt x="247" y="57"/>
                  </a:cubicBezTo>
                  <a:cubicBezTo>
                    <a:pt x="246" y="57"/>
                    <a:pt x="246" y="56"/>
                    <a:pt x="245" y="55"/>
                  </a:cubicBezTo>
                  <a:cubicBezTo>
                    <a:pt x="244" y="55"/>
                    <a:pt x="244" y="55"/>
                    <a:pt x="244" y="55"/>
                  </a:cubicBezTo>
                  <a:cubicBezTo>
                    <a:pt x="244" y="54"/>
                    <a:pt x="244" y="55"/>
                    <a:pt x="243" y="54"/>
                  </a:cubicBezTo>
                  <a:cubicBezTo>
                    <a:pt x="243" y="54"/>
                    <a:pt x="242" y="53"/>
                    <a:pt x="242" y="53"/>
                  </a:cubicBezTo>
                  <a:cubicBezTo>
                    <a:pt x="242" y="52"/>
                    <a:pt x="242" y="51"/>
                    <a:pt x="242" y="51"/>
                  </a:cubicBezTo>
                  <a:cubicBezTo>
                    <a:pt x="242" y="51"/>
                    <a:pt x="243" y="51"/>
                    <a:pt x="243" y="50"/>
                  </a:cubicBezTo>
                  <a:cubicBezTo>
                    <a:pt x="244" y="50"/>
                    <a:pt x="244" y="49"/>
                    <a:pt x="244" y="49"/>
                  </a:cubicBezTo>
                  <a:cubicBezTo>
                    <a:pt x="244" y="49"/>
                    <a:pt x="244" y="48"/>
                    <a:pt x="245" y="48"/>
                  </a:cubicBezTo>
                  <a:cubicBezTo>
                    <a:pt x="245" y="47"/>
                    <a:pt x="247" y="45"/>
                    <a:pt x="248" y="45"/>
                  </a:cubicBezTo>
                  <a:cubicBezTo>
                    <a:pt x="248" y="44"/>
                    <a:pt x="248" y="43"/>
                    <a:pt x="249" y="42"/>
                  </a:cubicBezTo>
                  <a:cubicBezTo>
                    <a:pt x="249" y="42"/>
                    <a:pt x="250" y="39"/>
                    <a:pt x="250" y="39"/>
                  </a:cubicBezTo>
                  <a:cubicBezTo>
                    <a:pt x="250" y="39"/>
                    <a:pt x="249" y="40"/>
                    <a:pt x="249" y="40"/>
                  </a:cubicBezTo>
                  <a:cubicBezTo>
                    <a:pt x="249" y="40"/>
                    <a:pt x="248" y="40"/>
                    <a:pt x="248" y="40"/>
                  </a:cubicBezTo>
                  <a:cubicBezTo>
                    <a:pt x="248" y="40"/>
                    <a:pt x="249" y="40"/>
                    <a:pt x="249" y="40"/>
                  </a:cubicBezTo>
                  <a:cubicBezTo>
                    <a:pt x="249" y="40"/>
                    <a:pt x="248" y="39"/>
                    <a:pt x="248" y="39"/>
                  </a:cubicBezTo>
                  <a:cubicBezTo>
                    <a:pt x="248" y="39"/>
                    <a:pt x="248" y="38"/>
                    <a:pt x="248" y="37"/>
                  </a:cubicBezTo>
                  <a:cubicBezTo>
                    <a:pt x="248" y="37"/>
                    <a:pt x="250" y="38"/>
                    <a:pt x="250" y="37"/>
                  </a:cubicBezTo>
                  <a:cubicBezTo>
                    <a:pt x="250" y="37"/>
                    <a:pt x="249" y="37"/>
                    <a:pt x="249" y="37"/>
                  </a:cubicBezTo>
                  <a:cubicBezTo>
                    <a:pt x="249" y="36"/>
                    <a:pt x="249" y="36"/>
                    <a:pt x="249" y="36"/>
                  </a:cubicBezTo>
                  <a:cubicBezTo>
                    <a:pt x="249" y="35"/>
                    <a:pt x="250" y="35"/>
                    <a:pt x="250" y="35"/>
                  </a:cubicBezTo>
                  <a:cubicBezTo>
                    <a:pt x="250" y="35"/>
                    <a:pt x="250" y="34"/>
                    <a:pt x="250" y="35"/>
                  </a:cubicBezTo>
                  <a:cubicBezTo>
                    <a:pt x="251" y="35"/>
                    <a:pt x="250" y="35"/>
                    <a:pt x="250" y="36"/>
                  </a:cubicBezTo>
                  <a:cubicBezTo>
                    <a:pt x="251" y="35"/>
                    <a:pt x="251" y="33"/>
                    <a:pt x="252" y="34"/>
                  </a:cubicBezTo>
                  <a:cubicBezTo>
                    <a:pt x="252" y="34"/>
                    <a:pt x="251" y="36"/>
                    <a:pt x="252" y="34"/>
                  </a:cubicBezTo>
                  <a:cubicBezTo>
                    <a:pt x="252" y="34"/>
                    <a:pt x="252" y="34"/>
                    <a:pt x="253" y="34"/>
                  </a:cubicBezTo>
                  <a:cubicBezTo>
                    <a:pt x="253" y="33"/>
                    <a:pt x="253" y="34"/>
                    <a:pt x="253" y="34"/>
                  </a:cubicBezTo>
                  <a:cubicBezTo>
                    <a:pt x="253" y="34"/>
                    <a:pt x="254" y="32"/>
                    <a:pt x="254" y="33"/>
                  </a:cubicBezTo>
                  <a:cubicBezTo>
                    <a:pt x="254" y="34"/>
                    <a:pt x="254" y="35"/>
                    <a:pt x="254" y="35"/>
                  </a:cubicBezTo>
                  <a:cubicBezTo>
                    <a:pt x="254" y="35"/>
                    <a:pt x="253" y="35"/>
                    <a:pt x="253" y="36"/>
                  </a:cubicBezTo>
                  <a:cubicBezTo>
                    <a:pt x="254" y="35"/>
                    <a:pt x="254" y="35"/>
                    <a:pt x="254" y="35"/>
                  </a:cubicBezTo>
                  <a:cubicBezTo>
                    <a:pt x="254" y="35"/>
                    <a:pt x="254" y="35"/>
                    <a:pt x="255" y="35"/>
                  </a:cubicBezTo>
                  <a:cubicBezTo>
                    <a:pt x="255" y="35"/>
                    <a:pt x="255" y="34"/>
                    <a:pt x="255" y="34"/>
                  </a:cubicBezTo>
                  <a:cubicBezTo>
                    <a:pt x="255" y="34"/>
                    <a:pt x="256" y="33"/>
                    <a:pt x="256" y="33"/>
                  </a:cubicBezTo>
                  <a:cubicBezTo>
                    <a:pt x="255" y="32"/>
                    <a:pt x="255" y="32"/>
                    <a:pt x="256" y="32"/>
                  </a:cubicBezTo>
                  <a:cubicBezTo>
                    <a:pt x="256" y="32"/>
                    <a:pt x="256" y="32"/>
                    <a:pt x="256" y="32"/>
                  </a:cubicBezTo>
                  <a:cubicBezTo>
                    <a:pt x="256" y="32"/>
                    <a:pt x="256" y="32"/>
                    <a:pt x="256" y="32"/>
                  </a:cubicBezTo>
                  <a:cubicBezTo>
                    <a:pt x="256" y="32"/>
                    <a:pt x="257" y="32"/>
                    <a:pt x="257" y="32"/>
                  </a:cubicBezTo>
                  <a:cubicBezTo>
                    <a:pt x="257" y="32"/>
                    <a:pt x="256" y="31"/>
                    <a:pt x="256" y="31"/>
                  </a:cubicBezTo>
                  <a:cubicBezTo>
                    <a:pt x="256" y="31"/>
                    <a:pt x="256" y="31"/>
                    <a:pt x="256" y="31"/>
                  </a:cubicBezTo>
                  <a:cubicBezTo>
                    <a:pt x="256" y="31"/>
                    <a:pt x="255" y="30"/>
                    <a:pt x="255" y="30"/>
                  </a:cubicBezTo>
                  <a:cubicBezTo>
                    <a:pt x="256" y="30"/>
                    <a:pt x="255" y="30"/>
                    <a:pt x="256" y="30"/>
                  </a:cubicBezTo>
                  <a:cubicBezTo>
                    <a:pt x="256" y="30"/>
                    <a:pt x="256" y="29"/>
                    <a:pt x="256" y="29"/>
                  </a:cubicBezTo>
                  <a:cubicBezTo>
                    <a:pt x="256" y="29"/>
                    <a:pt x="256" y="30"/>
                    <a:pt x="256" y="30"/>
                  </a:cubicBezTo>
                  <a:cubicBezTo>
                    <a:pt x="257" y="30"/>
                    <a:pt x="256" y="29"/>
                    <a:pt x="257" y="29"/>
                  </a:cubicBezTo>
                  <a:cubicBezTo>
                    <a:pt x="258" y="29"/>
                    <a:pt x="258" y="28"/>
                    <a:pt x="258" y="27"/>
                  </a:cubicBezTo>
                  <a:cubicBezTo>
                    <a:pt x="259" y="27"/>
                    <a:pt x="258" y="27"/>
                    <a:pt x="259" y="26"/>
                  </a:cubicBezTo>
                  <a:cubicBezTo>
                    <a:pt x="259" y="26"/>
                    <a:pt x="259" y="27"/>
                    <a:pt x="259" y="27"/>
                  </a:cubicBezTo>
                  <a:cubicBezTo>
                    <a:pt x="259" y="27"/>
                    <a:pt x="259" y="26"/>
                    <a:pt x="260" y="26"/>
                  </a:cubicBezTo>
                  <a:cubicBezTo>
                    <a:pt x="260" y="26"/>
                    <a:pt x="261" y="25"/>
                    <a:pt x="261" y="25"/>
                  </a:cubicBezTo>
                  <a:cubicBezTo>
                    <a:pt x="260" y="25"/>
                    <a:pt x="260" y="24"/>
                    <a:pt x="260" y="24"/>
                  </a:cubicBezTo>
                  <a:cubicBezTo>
                    <a:pt x="260" y="24"/>
                    <a:pt x="259" y="23"/>
                    <a:pt x="259" y="23"/>
                  </a:cubicBezTo>
                  <a:cubicBezTo>
                    <a:pt x="259" y="23"/>
                    <a:pt x="258" y="23"/>
                    <a:pt x="258" y="24"/>
                  </a:cubicBezTo>
                  <a:cubicBezTo>
                    <a:pt x="259" y="24"/>
                    <a:pt x="259" y="24"/>
                    <a:pt x="258" y="24"/>
                  </a:cubicBezTo>
                  <a:cubicBezTo>
                    <a:pt x="257" y="24"/>
                    <a:pt x="257" y="21"/>
                    <a:pt x="257" y="21"/>
                  </a:cubicBezTo>
                  <a:cubicBezTo>
                    <a:pt x="256" y="21"/>
                    <a:pt x="257" y="21"/>
                    <a:pt x="257" y="21"/>
                  </a:cubicBezTo>
                  <a:cubicBezTo>
                    <a:pt x="257" y="21"/>
                    <a:pt x="258" y="20"/>
                    <a:pt x="258" y="20"/>
                  </a:cubicBezTo>
                  <a:cubicBezTo>
                    <a:pt x="258" y="21"/>
                    <a:pt x="257" y="21"/>
                    <a:pt x="256" y="21"/>
                  </a:cubicBezTo>
                  <a:cubicBezTo>
                    <a:pt x="256" y="21"/>
                    <a:pt x="255" y="21"/>
                    <a:pt x="255" y="22"/>
                  </a:cubicBezTo>
                  <a:cubicBezTo>
                    <a:pt x="255" y="22"/>
                    <a:pt x="254" y="22"/>
                    <a:pt x="254" y="22"/>
                  </a:cubicBezTo>
                  <a:cubicBezTo>
                    <a:pt x="254" y="23"/>
                    <a:pt x="254" y="23"/>
                    <a:pt x="253" y="23"/>
                  </a:cubicBezTo>
                  <a:cubicBezTo>
                    <a:pt x="253" y="23"/>
                    <a:pt x="255" y="23"/>
                    <a:pt x="255" y="24"/>
                  </a:cubicBezTo>
                  <a:cubicBezTo>
                    <a:pt x="255" y="25"/>
                    <a:pt x="254" y="26"/>
                    <a:pt x="253" y="26"/>
                  </a:cubicBezTo>
                  <a:cubicBezTo>
                    <a:pt x="253" y="26"/>
                    <a:pt x="253" y="26"/>
                    <a:pt x="252" y="26"/>
                  </a:cubicBezTo>
                  <a:cubicBezTo>
                    <a:pt x="252" y="26"/>
                    <a:pt x="252" y="26"/>
                    <a:pt x="251" y="26"/>
                  </a:cubicBezTo>
                  <a:cubicBezTo>
                    <a:pt x="251" y="26"/>
                    <a:pt x="251" y="26"/>
                    <a:pt x="251" y="25"/>
                  </a:cubicBezTo>
                  <a:cubicBezTo>
                    <a:pt x="251" y="25"/>
                    <a:pt x="252" y="24"/>
                    <a:pt x="252" y="24"/>
                  </a:cubicBezTo>
                  <a:cubicBezTo>
                    <a:pt x="253" y="23"/>
                    <a:pt x="251" y="24"/>
                    <a:pt x="251" y="24"/>
                  </a:cubicBezTo>
                  <a:cubicBezTo>
                    <a:pt x="250" y="23"/>
                    <a:pt x="252" y="23"/>
                    <a:pt x="252" y="22"/>
                  </a:cubicBezTo>
                  <a:cubicBezTo>
                    <a:pt x="252" y="22"/>
                    <a:pt x="251" y="23"/>
                    <a:pt x="251" y="23"/>
                  </a:cubicBezTo>
                  <a:cubicBezTo>
                    <a:pt x="251" y="23"/>
                    <a:pt x="251" y="23"/>
                    <a:pt x="250" y="23"/>
                  </a:cubicBezTo>
                  <a:cubicBezTo>
                    <a:pt x="250" y="23"/>
                    <a:pt x="250" y="23"/>
                    <a:pt x="250" y="24"/>
                  </a:cubicBezTo>
                  <a:cubicBezTo>
                    <a:pt x="249" y="24"/>
                    <a:pt x="249" y="24"/>
                    <a:pt x="249" y="24"/>
                  </a:cubicBezTo>
                  <a:cubicBezTo>
                    <a:pt x="249" y="24"/>
                    <a:pt x="248" y="23"/>
                    <a:pt x="249" y="22"/>
                  </a:cubicBezTo>
                  <a:cubicBezTo>
                    <a:pt x="249" y="22"/>
                    <a:pt x="250" y="22"/>
                    <a:pt x="250" y="21"/>
                  </a:cubicBezTo>
                  <a:cubicBezTo>
                    <a:pt x="250" y="21"/>
                    <a:pt x="251" y="21"/>
                    <a:pt x="251" y="21"/>
                  </a:cubicBezTo>
                  <a:cubicBezTo>
                    <a:pt x="250" y="21"/>
                    <a:pt x="250" y="21"/>
                    <a:pt x="249" y="21"/>
                  </a:cubicBezTo>
                  <a:cubicBezTo>
                    <a:pt x="249" y="21"/>
                    <a:pt x="250" y="20"/>
                    <a:pt x="251" y="20"/>
                  </a:cubicBezTo>
                  <a:cubicBezTo>
                    <a:pt x="251" y="20"/>
                    <a:pt x="252" y="19"/>
                    <a:pt x="251" y="19"/>
                  </a:cubicBezTo>
                  <a:cubicBezTo>
                    <a:pt x="251" y="18"/>
                    <a:pt x="251" y="18"/>
                    <a:pt x="251" y="19"/>
                  </a:cubicBezTo>
                  <a:cubicBezTo>
                    <a:pt x="251" y="19"/>
                    <a:pt x="250" y="20"/>
                    <a:pt x="250" y="20"/>
                  </a:cubicBezTo>
                  <a:cubicBezTo>
                    <a:pt x="250" y="20"/>
                    <a:pt x="250" y="20"/>
                    <a:pt x="249" y="20"/>
                  </a:cubicBezTo>
                  <a:cubicBezTo>
                    <a:pt x="249" y="20"/>
                    <a:pt x="249" y="20"/>
                    <a:pt x="249" y="21"/>
                  </a:cubicBezTo>
                  <a:cubicBezTo>
                    <a:pt x="248" y="21"/>
                    <a:pt x="248" y="21"/>
                    <a:pt x="248" y="21"/>
                  </a:cubicBezTo>
                  <a:cubicBezTo>
                    <a:pt x="247" y="21"/>
                    <a:pt x="248" y="22"/>
                    <a:pt x="248" y="21"/>
                  </a:cubicBezTo>
                  <a:cubicBezTo>
                    <a:pt x="248" y="22"/>
                    <a:pt x="248" y="22"/>
                    <a:pt x="247" y="22"/>
                  </a:cubicBezTo>
                  <a:cubicBezTo>
                    <a:pt x="247" y="22"/>
                    <a:pt x="246" y="23"/>
                    <a:pt x="246" y="22"/>
                  </a:cubicBezTo>
                  <a:cubicBezTo>
                    <a:pt x="245" y="22"/>
                    <a:pt x="245" y="23"/>
                    <a:pt x="245" y="23"/>
                  </a:cubicBezTo>
                  <a:cubicBezTo>
                    <a:pt x="244" y="23"/>
                    <a:pt x="245" y="24"/>
                    <a:pt x="245" y="24"/>
                  </a:cubicBezTo>
                  <a:cubicBezTo>
                    <a:pt x="245" y="24"/>
                    <a:pt x="243" y="23"/>
                    <a:pt x="244" y="24"/>
                  </a:cubicBezTo>
                  <a:cubicBezTo>
                    <a:pt x="243" y="24"/>
                    <a:pt x="243" y="24"/>
                    <a:pt x="243" y="24"/>
                  </a:cubicBezTo>
                  <a:cubicBezTo>
                    <a:pt x="242" y="24"/>
                    <a:pt x="242" y="23"/>
                    <a:pt x="241" y="23"/>
                  </a:cubicBezTo>
                  <a:cubicBezTo>
                    <a:pt x="241" y="22"/>
                    <a:pt x="241" y="22"/>
                    <a:pt x="240" y="22"/>
                  </a:cubicBezTo>
                  <a:cubicBezTo>
                    <a:pt x="240" y="21"/>
                    <a:pt x="240" y="21"/>
                    <a:pt x="240" y="21"/>
                  </a:cubicBezTo>
                  <a:cubicBezTo>
                    <a:pt x="240" y="21"/>
                    <a:pt x="240" y="21"/>
                    <a:pt x="239" y="21"/>
                  </a:cubicBezTo>
                  <a:cubicBezTo>
                    <a:pt x="239" y="21"/>
                    <a:pt x="239" y="21"/>
                    <a:pt x="239" y="21"/>
                  </a:cubicBezTo>
                  <a:cubicBezTo>
                    <a:pt x="238" y="22"/>
                    <a:pt x="238" y="22"/>
                    <a:pt x="238" y="22"/>
                  </a:cubicBezTo>
                  <a:cubicBezTo>
                    <a:pt x="237" y="22"/>
                    <a:pt x="236" y="22"/>
                    <a:pt x="236" y="21"/>
                  </a:cubicBezTo>
                  <a:cubicBezTo>
                    <a:pt x="235" y="21"/>
                    <a:pt x="235" y="21"/>
                    <a:pt x="235" y="21"/>
                  </a:cubicBezTo>
                  <a:cubicBezTo>
                    <a:pt x="235" y="21"/>
                    <a:pt x="234" y="22"/>
                    <a:pt x="234" y="22"/>
                  </a:cubicBezTo>
                  <a:cubicBezTo>
                    <a:pt x="234" y="22"/>
                    <a:pt x="234" y="21"/>
                    <a:pt x="234" y="21"/>
                  </a:cubicBezTo>
                  <a:cubicBezTo>
                    <a:pt x="234" y="21"/>
                    <a:pt x="234" y="21"/>
                    <a:pt x="234" y="21"/>
                  </a:cubicBezTo>
                  <a:cubicBezTo>
                    <a:pt x="234" y="20"/>
                    <a:pt x="234" y="20"/>
                    <a:pt x="234" y="20"/>
                  </a:cubicBezTo>
                  <a:cubicBezTo>
                    <a:pt x="234" y="20"/>
                    <a:pt x="233" y="21"/>
                    <a:pt x="233" y="20"/>
                  </a:cubicBezTo>
                  <a:cubicBezTo>
                    <a:pt x="233" y="19"/>
                    <a:pt x="233" y="20"/>
                    <a:pt x="232" y="20"/>
                  </a:cubicBezTo>
                  <a:cubicBezTo>
                    <a:pt x="232" y="20"/>
                    <a:pt x="231" y="20"/>
                    <a:pt x="231" y="19"/>
                  </a:cubicBezTo>
                  <a:cubicBezTo>
                    <a:pt x="231" y="19"/>
                    <a:pt x="232" y="19"/>
                    <a:pt x="232" y="19"/>
                  </a:cubicBezTo>
                  <a:cubicBezTo>
                    <a:pt x="232" y="18"/>
                    <a:pt x="232" y="18"/>
                    <a:pt x="231" y="18"/>
                  </a:cubicBezTo>
                  <a:cubicBezTo>
                    <a:pt x="231" y="18"/>
                    <a:pt x="231" y="18"/>
                    <a:pt x="230" y="19"/>
                  </a:cubicBezTo>
                  <a:cubicBezTo>
                    <a:pt x="230" y="19"/>
                    <a:pt x="230" y="19"/>
                    <a:pt x="230" y="19"/>
                  </a:cubicBezTo>
                  <a:cubicBezTo>
                    <a:pt x="230" y="19"/>
                    <a:pt x="230" y="19"/>
                    <a:pt x="230" y="19"/>
                  </a:cubicBezTo>
                  <a:cubicBezTo>
                    <a:pt x="229" y="19"/>
                    <a:pt x="229" y="19"/>
                    <a:pt x="229" y="19"/>
                  </a:cubicBezTo>
                  <a:cubicBezTo>
                    <a:pt x="229" y="19"/>
                    <a:pt x="228" y="19"/>
                    <a:pt x="228" y="20"/>
                  </a:cubicBezTo>
                  <a:cubicBezTo>
                    <a:pt x="228" y="19"/>
                    <a:pt x="229" y="18"/>
                    <a:pt x="228" y="19"/>
                  </a:cubicBezTo>
                  <a:cubicBezTo>
                    <a:pt x="228" y="19"/>
                    <a:pt x="227" y="19"/>
                    <a:pt x="227" y="19"/>
                  </a:cubicBezTo>
                  <a:cubicBezTo>
                    <a:pt x="227" y="19"/>
                    <a:pt x="227" y="18"/>
                    <a:pt x="227" y="18"/>
                  </a:cubicBezTo>
                  <a:cubicBezTo>
                    <a:pt x="227" y="18"/>
                    <a:pt x="227" y="19"/>
                    <a:pt x="227" y="19"/>
                  </a:cubicBezTo>
                  <a:cubicBezTo>
                    <a:pt x="226" y="19"/>
                    <a:pt x="226" y="18"/>
                    <a:pt x="226" y="18"/>
                  </a:cubicBezTo>
                  <a:cubicBezTo>
                    <a:pt x="227" y="17"/>
                    <a:pt x="225" y="18"/>
                    <a:pt x="225" y="18"/>
                  </a:cubicBezTo>
                  <a:cubicBezTo>
                    <a:pt x="224" y="18"/>
                    <a:pt x="224" y="16"/>
                    <a:pt x="224" y="15"/>
                  </a:cubicBezTo>
                  <a:cubicBezTo>
                    <a:pt x="224" y="15"/>
                    <a:pt x="223" y="14"/>
                    <a:pt x="222" y="14"/>
                  </a:cubicBezTo>
                  <a:cubicBezTo>
                    <a:pt x="223" y="14"/>
                    <a:pt x="223" y="15"/>
                    <a:pt x="222" y="15"/>
                  </a:cubicBezTo>
                  <a:cubicBezTo>
                    <a:pt x="222" y="14"/>
                    <a:pt x="222" y="15"/>
                    <a:pt x="221" y="15"/>
                  </a:cubicBezTo>
                  <a:cubicBezTo>
                    <a:pt x="221" y="16"/>
                    <a:pt x="220" y="16"/>
                    <a:pt x="220" y="15"/>
                  </a:cubicBezTo>
                  <a:cubicBezTo>
                    <a:pt x="220" y="15"/>
                    <a:pt x="219" y="14"/>
                    <a:pt x="219" y="14"/>
                  </a:cubicBezTo>
                  <a:cubicBezTo>
                    <a:pt x="219" y="14"/>
                    <a:pt x="219" y="13"/>
                    <a:pt x="219" y="13"/>
                  </a:cubicBezTo>
                  <a:cubicBezTo>
                    <a:pt x="218" y="12"/>
                    <a:pt x="218" y="13"/>
                    <a:pt x="218" y="13"/>
                  </a:cubicBezTo>
                  <a:cubicBezTo>
                    <a:pt x="218" y="13"/>
                    <a:pt x="218" y="12"/>
                    <a:pt x="217" y="12"/>
                  </a:cubicBezTo>
                  <a:cubicBezTo>
                    <a:pt x="218" y="12"/>
                    <a:pt x="217" y="12"/>
                    <a:pt x="217" y="12"/>
                  </a:cubicBezTo>
                  <a:cubicBezTo>
                    <a:pt x="217" y="12"/>
                    <a:pt x="217" y="13"/>
                    <a:pt x="217" y="13"/>
                  </a:cubicBezTo>
                  <a:cubicBezTo>
                    <a:pt x="217" y="13"/>
                    <a:pt x="216" y="11"/>
                    <a:pt x="216" y="12"/>
                  </a:cubicBezTo>
                  <a:cubicBezTo>
                    <a:pt x="215" y="12"/>
                    <a:pt x="216" y="12"/>
                    <a:pt x="216" y="13"/>
                  </a:cubicBezTo>
                  <a:cubicBezTo>
                    <a:pt x="216" y="13"/>
                    <a:pt x="216" y="13"/>
                    <a:pt x="216" y="14"/>
                  </a:cubicBezTo>
                  <a:cubicBezTo>
                    <a:pt x="216" y="14"/>
                    <a:pt x="217" y="14"/>
                    <a:pt x="216" y="14"/>
                  </a:cubicBezTo>
                  <a:cubicBezTo>
                    <a:pt x="216" y="14"/>
                    <a:pt x="216" y="14"/>
                    <a:pt x="216" y="14"/>
                  </a:cubicBezTo>
                  <a:cubicBezTo>
                    <a:pt x="216" y="14"/>
                    <a:pt x="216" y="15"/>
                    <a:pt x="216" y="15"/>
                  </a:cubicBezTo>
                  <a:cubicBezTo>
                    <a:pt x="215" y="14"/>
                    <a:pt x="216" y="14"/>
                    <a:pt x="215" y="14"/>
                  </a:cubicBezTo>
                  <a:cubicBezTo>
                    <a:pt x="215" y="14"/>
                    <a:pt x="215" y="14"/>
                    <a:pt x="215" y="14"/>
                  </a:cubicBezTo>
                  <a:cubicBezTo>
                    <a:pt x="215" y="14"/>
                    <a:pt x="215" y="13"/>
                    <a:pt x="215" y="13"/>
                  </a:cubicBezTo>
                  <a:cubicBezTo>
                    <a:pt x="215" y="13"/>
                    <a:pt x="214" y="11"/>
                    <a:pt x="214" y="12"/>
                  </a:cubicBezTo>
                  <a:cubicBezTo>
                    <a:pt x="214" y="12"/>
                    <a:pt x="214" y="12"/>
                    <a:pt x="214" y="13"/>
                  </a:cubicBezTo>
                  <a:cubicBezTo>
                    <a:pt x="214" y="13"/>
                    <a:pt x="213" y="12"/>
                    <a:pt x="213" y="12"/>
                  </a:cubicBezTo>
                  <a:cubicBezTo>
                    <a:pt x="213" y="13"/>
                    <a:pt x="213" y="13"/>
                    <a:pt x="212" y="12"/>
                  </a:cubicBezTo>
                  <a:cubicBezTo>
                    <a:pt x="212" y="12"/>
                    <a:pt x="213" y="13"/>
                    <a:pt x="212" y="13"/>
                  </a:cubicBezTo>
                  <a:cubicBezTo>
                    <a:pt x="212" y="13"/>
                    <a:pt x="212" y="13"/>
                    <a:pt x="212" y="13"/>
                  </a:cubicBezTo>
                  <a:cubicBezTo>
                    <a:pt x="212" y="13"/>
                    <a:pt x="212" y="14"/>
                    <a:pt x="212" y="14"/>
                  </a:cubicBezTo>
                  <a:cubicBezTo>
                    <a:pt x="212" y="14"/>
                    <a:pt x="213" y="14"/>
                    <a:pt x="213" y="14"/>
                  </a:cubicBezTo>
                  <a:cubicBezTo>
                    <a:pt x="213" y="14"/>
                    <a:pt x="214" y="14"/>
                    <a:pt x="214" y="14"/>
                  </a:cubicBezTo>
                  <a:cubicBezTo>
                    <a:pt x="214" y="14"/>
                    <a:pt x="213" y="14"/>
                    <a:pt x="214" y="15"/>
                  </a:cubicBezTo>
                  <a:cubicBezTo>
                    <a:pt x="214" y="15"/>
                    <a:pt x="214" y="15"/>
                    <a:pt x="214" y="15"/>
                  </a:cubicBezTo>
                  <a:cubicBezTo>
                    <a:pt x="214" y="15"/>
                    <a:pt x="214" y="15"/>
                    <a:pt x="214" y="16"/>
                  </a:cubicBezTo>
                  <a:cubicBezTo>
                    <a:pt x="214" y="16"/>
                    <a:pt x="215" y="16"/>
                    <a:pt x="215" y="16"/>
                  </a:cubicBezTo>
                  <a:cubicBezTo>
                    <a:pt x="216" y="16"/>
                    <a:pt x="216" y="15"/>
                    <a:pt x="216" y="15"/>
                  </a:cubicBezTo>
                  <a:cubicBezTo>
                    <a:pt x="217" y="15"/>
                    <a:pt x="217" y="15"/>
                    <a:pt x="218" y="15"/>
                  </a:cubicBezTo>
                  <a:cubicBezTo>
                    <a:pt x="218" y="15"/>
                    <a:pt x="219" y="16"/>
                    <a:pt x="219" y="16"/>
                  </a:cubicBezTo>
                  <a:cubicBezTo>
                    <a:pt x="219" y="17"/>
                    <a:pt x="220" y="17"/>
                    <a:pt x="220" y="18"/>
                  </a:cubicBezTo>
                  <a:cubicBezTo>
                    <a:pt x="220" y="18"/>
                    <a:pt x="219" y="18"/>
                    <a:pt x="219" y="19"/>
                  </a:cubicBezTo>
                  <a:cubicBezTo>
                    <a:pt x="220" y="20"/>
                    <a:pt x="219" y="23"/>
                    <a:pt x="220" y="23"/>
                  </a:cubicBezTo>
                  <a:cubicBezTo>
                    <a:pt x="220" y="23"/>
                    <a:pt x="219" y="23"/>
                    <a:pt x="219" y="22"/>
                  </a:cubicBezTo>
                  <a:cubicBezTo>
                    <a:pt x="218" y="22"/>
                    <a:pt x="218" y="23"/>
                    <a:pt x="218" y="23"/>
                  </a:cubicBezTo>
                  <a:cubicBezTo>
                    <a:pt x="217" y="23"/>
                    <a:pt x="217" y="25"/>
                    <a:pt x="216" y="25"/>
                  </a:cubicBezTo>
                  <a:cubicBezTo>
                    <a:pt x="216" y="25"/>
                    <a:pt x="217" y="24"/>
                    <a:pt x="216" y="23"/>
                  </a:cubicBezTo>
                  <a:cubicBezTo>
                    <a:pt x="216" y="23"/>
                    <a:pt x="216" y="24"/>
                    <a:pt x="216" y="24"/>
                  </a:cubicBezTo>
                  <a:cubicBezTo>
                    <a:pt x="216" y="24"/>
                    <a:pt x="216" y="23"/>
                    <a:pt x="215" y="23"/>
                  </a:cubicBezTo>
                  <a:cubicBezTo>
                    <a:pt x="215" y="23"/>
                    <a:pt x="214" y="25"/>
                    <a:pt x="213" y="24"/>
                  </a:cubicBezTo>
                  <a:cubicBezTo>
                    <a:pt x="213" y="24"/>
                    <a:pt x="212" y="24"/>
                    <a:pt x="212" y="24"/>
                  </a:cubicBezTo>
                  <a:cubicBezTo>
                    <a:pt x="212" y="24"/>
                    <a:pt x="212" y="24"/>
                    <a:pt x="212" y="24"/>
                  </a:cubicBezTo>
                  <a:cubicBezTo>
                    <a:pt x="212" y="23"/>
                    <a:pt x="211" y="24"/>
                    <a:pt x="211" y="24"/>
                  </a:cubicBezTo>
                  <a:cubicBezTo>
                    <a:pt x="210" y="24"/>
                    <a:pt x="208" y="25"/>
                    <a:pt x="207" y="24"/>
                  </a:cubicBezTo>
                  <a:cubicBezTo>
                    <a:pt x="206" y="24"/>
                    <a:pt x="207" y="23"/>
                    <a:pt x="206" y="22"/>
                  </a:cubicBezTo>
                  <a:cubicBezTo>
                    <a:pt x="206" y="22"/>
                    <a:pt x="206" y="24"/>
                    <a:pt x="206" y="24"/>
                  </a:cubicBezTo>
                  <a:cubicBezTo>
                    <a:pt x="205" y="24"/>
                    <a:pt x="204" y="22"/>
                    <a:pt x="203" y="23"/>
                  </a:cubicBezTo>
                  <a:cubicBezTo>
                    <a:pt x="203" y="23"/>
                    <a:pt x="203" y="24"/>
                    <a:pt x="203" y="25"/>
                  </a:cubicBezTo>
                  <a:cubicBezTo>
                    <a:pt x="204" y="25"/>
                    <a:pt x="203" y="25"/>
                    <a:pt x="203" y="25"/>
                  </a:cubicBezTo>
                  <a:cubicBezTo>
                    <a:pt x="203" y="25"/>
                    <a:pt x="202" y="25"/>
                    <a:pt x="202" y="25"/>
                  </a:cubicBezTo>
                  <a:cubicBezTo>
                    <a:pt x="202" y="25"/>
                    <a:pt x="201" y="26"/>
                    <a:pt x="201" y="26"/>
                  </a:cubicBezTo>
                  <a:cubicBezTo>
                    <a:pt x="201" y="26"/>
                    <a:pt x="202" y="26"/>
                    <a:pt x="202" y="26"/>
                  </a:cubicBezTo>
                  <a:cubicBezTo>
                    <a:pt x="202" y="26"/>
                    <a:pt x="202" y="27"/>
                    <a:pt x="203" y="27"/>
                  </a:cubicBezTo>
                  <a:cubicBezTo>
                    <a:pt x="202" y="27"/>
                    <a:pt x="202" y="26"/>
                    <a:pt x="202" y="27"/>
                  </a:cubicBezTo>
                  <a:cubicBezTo>
                    <a:pt x="202" y="28"/>
                    <a:pt x="202" y="27"/>
                    <a:pt x="202" y="28"/>
                  </a:cubicBezTo>
                  <a:cubicBezTo>
                    <a:pt x="202" y="28"/>
                    <a:pt x="202" y="28"/>
                    <a:pt x="202" y="28"/>
                  </a:cubicBezTo>
                  <a:cubicBezTo>
                    <a:pt x="201" y="27"/>
                    <a:pt x="201" y="27"/>
                    <a:pt x="201" y="28"/>
                  </a:cubicBezTo>
                  <a:cubicBezTo>
                    <a:pt x="200" y="27"/>
                    <a:pt x="201" y="26"/>
                    <a:pt x="200" y="26"/>
                  </a:cubicBezTo>
                  <a:cubicBezTo>
                    <a:pt x="200" y="26"/>
                    <a:pt x="199" y="25"/>
                    <a:pt x="199" y="26"/>
                  </a:cubicBezTo>
                  <a:cubicBezTo>
                    <a:pt x="199" y="26"/>
                    <a:pt x="199" y="27"/>
                    <a:pt x="199" y="27"/>
                  </a:cubicBezTo>
                  <a:cubicBezTo>
                    <a:pt x="199" y="27"/>
                    <a:pt x="199" y="27"/>
                    <a:pt x="199" y="27"/>
                  </a:cubicBezTo>
                  <a:cubicBezTo>
                    <a:pt x="199" y="28"/>
                    <a:pt x="199" y="28"/>
                    <a:pt x="199" y="28"/>
                  </a:cubicBezTo>
                  <a:cubicBezTo>
                    <a:pt x="199" y="28"/>
                    <a:pt x="199" y="28"/>
                    <a:pt x="198" y="28"/>
                  </a:cubicBezTo>
                  <a:cubicBezTo>
                    <a:pt x="199" y="28"/>
                    <a:pt x="199" y="29"/>
                    <a:pt x="200" y="29"/>
                  </a:cubicBezTo>
                  <a:cubicBezTo>
                    <a:pt x="199" y="29"/>
                    <a:pt x="198" y="29"/>
                    <a:pt x="198" y="28"/>
                  </a:cubicBezTo>
                  <a:cubicBezTo>
                    <a:pt x="198" y="28"/>
                    <a:pt x="198" y="28"/>
                    <a:pt x="198" y="28"/>
                  </a:cubicBezTo>
                  <a:cubicBezTo>
                    <a:pt x="198" y="28"/>
                    <a:pt x="198" y="28"/>
                    <a:pt x="197" y="28"/>
                  </a:cubicBezTo>
                  <a:cubicBezTo>
                    <a:pt x="197" y="28"/>
                    <a:pt x="197" y="28"/>
                    <a:pt x="197" y="29"/>
                  </a:cubicBezTo>
                  <a:cubicBezTo>
                    <a:pt x="197" y="29"/>
                    <a:pt x="196" y="28"/>
                    <a:pt x="196" y="29"/>
                  </a:cubicBezTo>
                  <a:cubicBezTo>
                    <a:pt x="196" y="30"/>
                    <a:pt x="196" y="32"/>
                    <a:pt x="195" y="31"/>
                  </a:cubicBezTo>
                  <a:cubicBezTo>
                    <a:pt x="194" y="31"/>
                    <a:pt x="193" y="33"/>
                    <a:pt x="194" y="34"/>
                  </a:cubicBezTo>
                  <a:cubicBezTo>
                    <a:pt x="194" y="34"/>
                    <a:pt x="194" y="35"/>
                    <a:pt x="195" y="35"/>
                  </a:cubicBezTo>
                  <a:cubicBezTo>
                    <a:pt x="195" y="35"/>
                    <a:pt x="196" y="36"/>
                    <a:pt x="195" y="36"/>
                  </a:cubicBezTo>
                  <a:cubicBezTo>
                    <a:pt x="195" y="36"/>
                    <a:pt x="195" y="36"/>
                    <a:pt x="195" y="36"/>
                  </a:cubicBezTo>
                  <a:cubicBezTo>
                    <a:pt x="195" y="36"/>
                    <a:pt x="194" y="36"/>
                    <a:pt x="194" y="36"/>
                  </a:cubicBezTo>
                  <a:cubicBezTo>
                    <a:pt x="194" y="37"/>
                    <a:pt x="194" y="37"/>
                    <a:pt x="193" y="37"/>
                  </a:cubicBezTo>
                  <a:cubicBezTo>
                    <a:pt x="193" y="37"/>
                    <a:pt x="192" y="38"/>
                    <a:pt x="192" y="38"/>
                  </a:cubicBezTo>
                  <a:cubicBezTo>
                    <a:pt x="191" y="38"/>
                    <a:pt x="191" y="37"/>
                    <a:pt x="191" y="37"/>
                  </a:cubicBezTo>
                  <a:cubicBezTo>
                    <a:pt x="190" y="37"/>
                    <a:pt x="190" y="40"/>
                    <a:pt x="190" y="40"/>
                  </a:cubicBezTo>
                  <a:cubicBezTo>
                    <a:pt x="190" y="40"/>
                    <a:pt x="190" y="40"/>
                    <a:pt x="190" y="40"/>
                  </a:cubicBezTo>
                  <a:cubicBezTo>
                    <a:pt x="190" y="41"/>
                    <a:pt x="189" y="41"/>
                    <a:pt x="189" y="41"/>
                  </a:cubicBezTo>
                  <a:cubicBezTo>
                    <a:pt x="189" y="42"/>
                    <a:pt x="189" y="42"/>
                    <a:pt x="189" y="42"/>
                  </a:cubicBezTo>
                  <a:cubicBezTo>
                    <a:pt x="189" y="43"/>
                    <a:pt x="187" y="44"/>
                    <a:pt x="187" y="43"/>
                  </a:cubicBezTo>
                  <a:cubicBezTo>
                    <a:pt x="187" y="43"/>
                    <a:pt x="188" y="44"/>
                    <a:pt x="187" y="44"/>
                  </a:cubicBezTo>
                  <a:cubicBezTo>
                    <a:pt x="187" y="44"/>
                    <a:pt x="187" y="44"/>
                    <a:pt x="186" y="44"/>
                  </a:cubicBezTo>
                  <a:cubicBezTo>
                    <a:pt x="186" y="44"/>
                    <a:pt x="186" y="45"/>
                    <a:pt x="186" y="45"/>
                  </a:cubicBezTo>
                  <a:cubicBezTo>
                    <a:pt x="186" y="45"/>
                    <a:pt x="185" y="45"/>
                    <a:pt x="185" y="46"/>
                  </a:cubicBezTo>
                  <a:cubicBezTo>
                    <a:pt x="185" y="46"/>
                    <a:pt x="184" y="47"/>
                    <a:pt x="185" y="48"/>
                  </a:cubicBezTo>
                  <a:cubicBezTo>
                    <a:pt x="185" y="48"/>
                    <a:pt x="186" y="49"/>
                    <a:pt x="186" y="49"/>
                  </a:cubicBezTo>
                  <a:cubicBezTo>
                    <a:pt x="187" y="50"/>
                    <a:pt x="188" y="49"/>
                    <a:pt x="188" y="49"/>
                  </a:cubicBezTo>
                  <a:cubicBezTo>
                    <a:pt x="188" y="50"/>
                    <a:pt x="187" y="49"/>
                    <a:pt x="186" y="50"/>
                  </a:cubicBezTo>
                  <a:cubicBezTo>
                    <a:pt x="186" y="50"/>
                    <a:pt x="187" y="51"/>
                    <a:pt x="187" y="51"/>
                  </a:cubicBezTo>
                  <a:cubicBezTo>
                    <a:pt x="187" y="52"/>
                    <a:pt x="188" y="52"/>
                    <a:pt x="188" y="52"/>
                  </a:cubicBezTo>
                  <a:cubicBezTo>
                    <a:pt x="188" y="52"/>
                    <a:pt x="188" y="52"/>
                    <a:pt x="188" y="52"/>
                  </a:cubicBezTo>
                  <a:cubicBezTo>
                    <a:pt x="188" y="52"/>
                    <a:pt x="190" y="52"/>
                    <a:pt x="190" y="51"/>
                  </a:cubicBezTo>
                  <a:cubicBezTo>
                    <a:pt x="190" y="51"/>
                    <a:pt x="190" y="52"/>
                    <a:pt x="190" y="52"/>
                  </a:cubicBezTo>
                  <a:cubicBezTo>
                    <a:pt x="189" y="51"/>
                    <a:pt x="189" y="52"/>
                    <a:pt x="188" y="52"/>
                  </a:cubicBezTo>
                  <a:cubicBezTo>
                    <a:pt x="188" y="53"/>
                    <a:pt x="188" y="52"/>
                    <a:pt x="187" y="52"/>
                  </a:cubicBezTo>
                  <a:cubicBezTo>
                    <a:pt x="186" y="52"/>
                    <a:pt x="186" y="54"/>
                    <a:pt x="186" y="54"/>
                  </a:cubicBezTo>
                  <a:cubicBezTo>
                    <a:pt x="186" y="55"/>
                    <a:pt x="186" y="55"/>
                    <a:pt x="187" y="56"/>
                  </a:cubicBezTo>
                  <a:cubicBezTo>
                    <a:pt x="187" y="56"/>
                    <a:pt x="187" y="56"/>
                    <a:pt x="186" y="56"/>
                  </a:cubicBezTo>
                  <a:cubicBezTo>
                    <a:pt x="186" y="56"/>
                    <a:pt x="186" y="56"/>
                    <a:pt x="186" y="56"/>
                  </a:cubicBezTo>
                  <a:cubicBezTo>
                    <a:pt x="186" y="56"/>
                    <a:pt x="186" y="56"/>
                    <a:pt x="186" y="56"/>
                  </a:cubicBezTo>
                  <a:cubicBezTo>
                    <a:pt x="186" y="55"/>
                    <a:pt x="186" y="55"/>
                    <a:pt x="185" y="54"/>
                  </a:cubicBezTo>
                  <a:cubicBezTo>
                    <a:pt x="185" y="54"/>
                    <a:pt x="185" y="54"/>
                    <a:pt x="185" y="53"/>
                  </a:cubicBezTo>
                  <a:cubicBezTo>
                    <a:pt x="184" y="53"/>
                    <a:pt x="183" y="52"/>
                    <a:pt x="183" y="53"/>
                  </a:cubicBezTo>
                  <a:cubicBezTo>
                    <a:pt x="183" y="53"/>
                    <a:pt x="183" y="52"/>
                    <a:pt x="182" y="53"/>
                  </a:cubicBezTo>
                  <a:cubicBezTo>
                    <a:pt x="182" y="53"/>
                    <a:pt x="182" y="53"/>
                    <a:pt x="182" y="54"/>
                  </a:cubicBezTo>
                  <a:cubicBezTo>
                    <a:pt x="182" y="55"/>
                    <a:pt x="182" y="56"/>
                    <a:pt x="182" y="57"/>
                  </a:cubicBezTo>
                  <a:cubicBezTo>
                    <a:pt x="182" y="57"/>
                    <a:pt x="182" y="56"/>
                    <a:pt x="182" y="56"/>
                  </a:cubicBezTo>
                  <a:cubicBezTo>
                    <a:pt x="182" y="56"/>
                    <a:pt x="181" y="56"/>
                    <a:pt x="181" y="57"/>
                  </a:cubicBezTo>
                  <a:cubicBezTo>
                    <a:pt x="181" y="56"/>
                    <a:pt x="182" y="56"/>
                    <a:pt x="182" y="55"/>
                  </a:cubicBezTo>
                  <a:cubicBezTo>
                    <a:pt x="182" y="55"/>
                    <a:pt x="182" y="54"/>
                    <a:pt x="182" y="54"/>
                  </a:cubicBezTo>
                  <a:cubicBezTo>
                    <a:pt x="181" y="53"/>
                    <a:pt x="180" y="53"/>
                    <a:pt x="179" y="52"/>
                  </a:cubicBezTo>
                  <a:cubicBezTo>
                    <a:pt x="179" y="52"/>
                    <a:pt x="178" y="52"/>
                    <a:pt x="178" y="52"/>
                  </a:cubicBezTo>
                  <a:cubicBezTo>
                    <a:pt x="177" y="52"/>
                    <a:pt x="177" y="52"/>
                    <a:pt x="176" y="52"/>
                  </a:cubicBezTo>
                  <a:cubicBezTo>
                    <a:pt x="176" y="52"/>
                    <a:pt x="175" y="52"/>
                    <a:pt x="175" y="52"/>
                  </a:cubicBezTo>
                  <a:cubicBezTo>
                    <a:pt x="174" y="52"/>
                    <a:pt x="175" y="52"/>
                    <a:pt x="175" y="53"/>
                  </a:cubicBezTo>
                  <a:cubicBezTo>
                    <a:pt x="175" y="53"/>
                    <a:pt x="175" y="53"/>
                    <a:pt x="175" y="53"/>
                  </a:cubicBezTo>
                  <a:cubicBezTo>
                    <a:pt x="175" y="54"/>
                    <a:pt x="175" y="54"/>
                    <a:pt x="175" y="54"/>
                  </a:cubicBezTo>
                  <a:cubicBezTo>
                    <a:pt x="175" y="55"/>
                    <a:pt x="174" y="53"/>
                    <a:pt x="174" y="55"/>
                  </a:cubicBezTo>
                  <a:cubicBezTo>
                    <a:pt x="174" y="54"/>
                    <a:pt x="174" y="53"/>
                    <a:pt x="174" y="53"/>
                  </a:cubicBezTo>
                  <a:cubicBezTo>
                    <a:pt x="173" y="53"/>
                    <a:pt x="173" y="54"/>
                    <a:pt x="172" y="55"/>
                  </a:cubicBezTo>
                  <a:cubicBezTo>
                    <a:pt x="172" y="55"/>
                    <a:pt x="172" y="55"/>
                    <a:pt x="172" y="56"/>
                  </a:cubicBezTo>
                  <a:cubicBezTo>
                    <a:pt x="172" y="56"/>
                    <a:pt x="172" y="56"/>
                    <a:pt x="172" y="57"/>
                  </a:cubicBezTo>
                  <a:cubicBezTo>
                    <a:pt x="173" y="57"/>
                    <a:pt x="173" y="58"/>
                    <a:pt x="173" y="59"/>
                  </a:cubicBezTo>
                  <a:cubicBezTo>
                    <a:pt x="172" y="58"/>
                    <a:pt x="172" y="57"/>
                    <a:pt x="172" y="56"/>
                  </a:cubicBezTo>
                  <a:cubicBezTo>
                    <a:pt x="171" y="56"/>
                    <a:pt x="171" y="57"/>
                    <a:pt x="171" y="57"/>
                  </a:cubicBezTo>
                  <a:cubicBezTo>
                    <a:pt x="171" y="58"/>
                    <a:pt x="171" y="60"/>
                    <a:pt x="170" y="60"/>
                  </a:cubicBezTo>
                  <a:cubicBezTo>
                    <a:pt x="170" y="59"/>
                    <a:pt x="170" y="59"/>
                    <a:pt x="171" y="59"/>
                  </a:cubicBezTo>
                  <a:cubicBezTo>
                    <a:pt x="171" y="58"/>
                    <a:pt x="170" y="58"/>
                    <a:pt x="170" y="58"/>
                  </a:cubicBezTo>
                  <a:cubicBezTo>
                    <a:pt x="171" y="57"/>
                    <a:pt x="171" y="57"/>
                    <a:pt x="171" y="56"/>
                  </a:cubicBezTo>
                  <a:cubicBezTo>
                    <a:pt x="171" y="56"/>
                    <a:pt x="171" y="55"/>
                    <a:pt x="171" y="55"/>
                  </a:cubicBezTo>
                  <a:cubicBezTo>
                    <a:pt x="171" y="54"/>
                    <a:pt x="172" y="53"/>
                    <a:pt x="172" y="53"/>
                  </a:cubicBezTo>
                  <a:cubicBezTo>
                    <a:pt x="172" y="52"/>
                    <a:pt x="172" y="52"/>
                    <a:pt x="172" y="52"/>
                  </a:cubicBezTo>
                  <a:cubicBezTo>
                    <a:pt x="173" y="52"/>
                    <a:pt x="173" y="52"/>
                    <a:pt x="173" y="52"/>
                  </a:cubicBezTo>
                  <a:cubicBezTo>
                    <a:pt x="173" y="51"/>
                    <a:pt x="173" y="51"/>
                    <a:pt x="173" y="51"/>
                  </a:cubicBezTo>
                  <a:cubicBezTo>
                    <a:pt x="173" y="51"/>
                    <a:pt x="172" y="50"/>
                    <a:pt x="172" y="50"/>
                  </a:cubicBezTo>
                  <a:cubicBezTo>
                    <a:pt x="171" y="49"/>
                    <a:pt x="171" y="50"/>
                    <a:pt x="171" y="49"/>
                  </a:cubicBezTo>
                  <a:cubicBezTo>
                    <a:pt x="171" y="49"/>
                    <a:pt x="170" y="48"/>
                    <a:pt x="170" y="48"/>
                  </a:cubicBezTo>
                  <a:cubicBezTo>
                    <a:pt x="170" y="48"/>
                    <a:pt x="170" y="48"/>
                    <a:pt x="170" y="48"/>
                  </a:cubicBezTo>
                  <a:cubicBezTo>
                    <a:pt x="170" y="48"/>
                    <a:pt x="170" y="48"/>
                    <a:pt x="170" y="48"/>
                  </a:cubicBezTo>
                  <a:cubicBezTo>
                    <a:pt x="170" y="48"/>
                    <a:pt x="170" y="48"/>
                    <a:pt x="170" y="48"/>
                  </a:cubicBezTo>
                  <a:cubicBezTo>
                    <a:pt x="170" y="48"/>
                    <a:pt x="170" y="48"/>
                    <a:pt x="170" y="48"/>
                  </a:cubicBezTo>
                  <a:cubicBezTo>
                    <a:pt x="170" y="47"/>
                    <a:pt x="170" y="47"/>
                    <a:pt x="169" y="47"/>
                  </a:cubicBezTo>
                  <a:cubicBezTo>
                    <a:pt x="169" y="47"/>
                    <a:pt x="169" y="46"/>
                    <a:pt x="169" y="46"/>
                  </a:cubicBezTo>
                  <a:cubicBezTo>
                    <a:pt x="168" y="45"/>
                    <a:pt x="169" y="45"/>
                    <a:pt x="168" y="45"/>
                  </a:cubicBezTo>
                  <a:cubicBezTo>
                    <a:pt x="168" y="45"/>
                    <a:pt x="168" y="44"/>
                    <a:pt x="167" y="44"/>
                  </a:cubicBezTo>
                  <a:cubicBezTo>
                    <a:pt x="167" y="44"/>
                    <a:pt x="167" y="44"/>
                    <a:pt x="167" y="44"/>
                  </a:cubicBezTo>
                  <a:cubicBezTo>
                    <a:pt x="167" y="43"/>
                    <a:pt x="167" y="43"/>
                    <a:pt x="167" y="43"/>
                  </a:cubicBezTo>
                  <a:cubicBezTo>
                    <a:pt x="166" y="43"/>
                    <a:pt x="166" y="42"/>
                    <a:pt x="166" y="42"/>
                  </a:cubicBezTo>
                  <a:cubicBezTo>
                    <a:pt x="166" y="42"/>
                    <a:pt x="166" y="42"/>
                    <a:pt x="166" y="43"/>
                  </a:cubicBezTo>
                  <a:cubicBezTo>
                    <a:pt x="165" y="43"/>
                    <a:pt x="165" y="42"/>
                    <a:pt x="165" y="42"/>
                  </a:cubicBezTo>
                  <a:cubicBezTo>
                    <a:pt x="165" y="42"/>
                    <a:pt x="164" y="43"/>
                    <a:pt x="164" y="43"/>
                  </a:cubicBezTo>
                  <a:cubicBezTo>
                    <a:pt x="164" y="43"/>
                    <a:pt x="164" y="42"/>
                    <a:pt x="164" y="42"/>
                  </a:cubicBezTo>
                  <a:cubicBezTo>
                    <a:pt x="164" y="42"/>
                    <a:pt x="164" y="43"/>
                    <a:pt x="164" y="43"/>
                  </a:cubicBezTo>
                  <a:cubicBezTo>
                    <a:pt x="164" y="43"/>
                    <a:pt x="164" y="42"/>
                    <a:pt x="163" y="42"/>
                  </a:cubicBezTo>
                  <a:cubicBezTo>
                    <a:pt x="163" y="41"/>
                    <a:pt x="163" y="41"/>
                    <a:pt x="163" y="41"/>
                  </a:cubicBezTo>
                  <a:cubicBezTo>
                    <a:pt x="163" y="41"/>
                    <a:pt x="162" y="40"/>
                    <a:pt x="162" y="40"/>
                  </a:cubicBezTo>
                  <a:cubicBezTo>
                    <a:pt x="162" y="40"/>
                    <a:pt x="162" y="40"/>
                    <a:pt x="162" y="40"/>
                  </a:cubicBezTo>
                  <a:cubicBezTo>
                    <a:pt x="161" y="41"/>
                    <a:pt x="162" y="41"/>
                    <a:pt x="161" y="41"/>
                  </a:cubicBezTo>
                  <a:cubicBezTo>
                    <a:pt x="161" y="41"/>
                    <a:pt x="161" y="41"/>
                    <a:pt x="161" y="41"/>
                  </a:cubicBezTo>
                  <a:cubicBezTo>
                    <a:pt x="160" y="40"/>
                    <a:pt x="160" y="41"/>
                    <a:pt x="160" y="42"/>
                  </a:cubicBezTo>
                  <a:cubicBezTo>
                    <a:pt x="160" y="42"/>
                    <a:pt x="160" y="42"/>
                    <a:pt x="161" y="42"/>
                  </a:cubicBezTo>
                  <a:cubicBezTo>
                    <a:pt x="161" y="42"/>
                    <a:pt x="161" y="42"/>
                    <a:pt x="161" y="42"/>
                  </a:cubicBezTo>
                  <a:cubicBezTo>
                    <a:pt x="161" y="43"/>
                    <a:pt x="161" y="43"/>
                    <a:pt x="161" y="43"/>
                  </a:cubicBezTo>
                  <a:cubicBezTo>
                    <a:pt x="161" y="43"/>
                    <a:pt x="160" y="43"/>
                    <a:pt x="160" y="43"/>
                  </a:cubicBezTo>
                  <a:cubicBezTo>
                    <a:pt x="160" y="43"/>
                    <a:pt x="160" y="43"/>
                    <a:pt x="159" y="43"/>
                  </a:cubicBezTo>
                  <a:cubicBezTo>
                    <a:pt x="159" y="43"/>
                    <a:pt x="160" y="43"/>
                    <a:pt x="160" y="43"/>
                  </a:cubicBezTo>
                  <a:cubicBezTo>
                    <a:pt x="160" y="43"/>
                    <a:pt x="160" y="44"/>
                    <a:pt x="159" y="44"/>
                  </a:cubicBezTo>
                  <a:cubicBezTo>
                    <a:pt x="159" y="44"/>
                    <a:pt x="159" y="44"/>
                    <a:pt x="159" y="44"/>
                  </a:cubicBezTo>
                  <a:cubicBezTo>
                    <a:pt x="159" y="44"/>
                    <a:pt x="159" y="45"/>
                    <a:pt x="158" y="45"/>
                  </a:cubicBezTo>
                  <a:cubicBezTo>
                    <a:pt x="158" y="45"/>
                    <a:pt x="158" y="46"/>
                    <a:pt x="158" y="45"/>
                  </a:cubicBezTo>
                  <a:cubicBezTo>
                    <a:pt x="158" y="45"/>
                    <a:pt x="158" y="44"/>
                    <a:pt x="158" y="45"/>
                  </a:cubicBezTo>
                  <a:cubicBezTo>
                    <a:pt x="157" y="45"/>
                    <a:pt x="158" y="44"/>
                    <a:pt x="158" y="44"/>
                  </a:cubicBezTo>
                  <a:cubicBezTo>
                    <a:pt x="158" y="44"/>
                    <a:pt x="157" y="44"/>
                    <a:pt x="157" y="44"/>
                  </a:cubicBezTo>
                  <a:cubicBezTo>
                    <a:pt x="157" y="44"/>
                    <a:pt x="158" y="43"/>
                    <a:pt x="158" y="42"/>
                  </a:cubicBezTo>
                  <a:cubicBezTo>
                    <a:pt x="158" y="42"/>
                    <a:pt x="157" y="43"/>
                    <a:pt x="157" y="43"/>
                  </a:cubicBezTo>
                  <a:cubicBezTo>
                    <a:pt x="157" y="43"/>
                    <a:pt x="156" y="44"/>
                    <a:pt x="156" y="44"/>
                  </a:cubicBezTo>
                  <a:cubicBezTo>
                    <a:pt x="156" y="44"/>
                    <a:pt x="155" y="45"/>
                    <a:pt x="156" y="45"/>
                  </a:cubicBezTo>
                  <a:cubicBezTo>
                    <a:pt x="156" y="45"/>
                    <a:pt x="155" y="45"/>
                    <a:pt x="155" y="46"/>
                  </a:cubicBezTo>
                  <a:cubicBezTo>
                    <a:pt x="155" y="45"/>
                    <a:pt x="155" y="46"/>
                    <a:pt x="155" y="45"/>
                  </a:cubicBezTo>
                  <a:cubicBezTo>
                    <a:pt x="155" y="45"/>
                    <a:pt x="155" y="45"/>
                    <a:pt x="155" y="45"/>
                  </a:cubicBezTo>
                  <a:cubicBezTo>
                    <a:pt x="154" y="45"/>
                    <a:pt x="154" y="45"/>
                    <a:pt x="154" y="45"/>
                  </a:cubicBezTo>
                  <a:cubicBezTo>
                    <a:pt x="154" y="44"/>
                    <a:pt x="155" y="44"/>
                    <a:pt x="154" y="44"/>
                  </a:cubicBezTo>
                  <a:cubicBezTo>
                    <a:pt x="154" y="44"/>
                    <a:pt x="155" y="43"/>
                    <a:pt x="154" y="43"/>
                  </a:cubicBezTo>
                  <a:cubicBezTo>
                    <a:pt x="154" y="43"/>
                    <a:pt x="155" y="43"/>
                    <a:pt x="155" y="43"/>
                  </a:cubicBezTo>
                  <a:cubicBezTo>
                    <a:pt x="155" y="43"/>
                    <a:pt x="154" y="43"/>
                    <a:pt x="154" y="43"/>
                  </a:cubicBezTo>
                  <a:cubicBezTo>
                    <a:pt x="154" y="43"/>
                    <a:pt x="154" y="43"/>
                    <a:pt x="154" y="42"/>
                  </a:cubicBezTo>
                  <a:cubicBezTo>
                    <a:pt x="154" y="43"/>
                    <a:pt x="154" y="42"/>
                    <a:pt x="154" y="42"/>
                  </a:cubicBezTo>
                  <a:cubicBezTo>
                    <a:pt x="154" y="42"/>
                    <a:pt x="153" y="42"/>
                    <a:pt x="153" y="42"/>
                  </a:cubicBezTo>
                  <a:cubicBezTo>
                    <a:pt x="153" y="43"/>
                    <a:pt x="154" y="43"/>
                    <a:pt x="154" y="43"/>
                  </a:cubicBezTo>
                  <a:cubicBezTo>
                    <a:pt x="154" y="44"/>
                    <a:pt x="153" y="43"/>
                    <a:pt x="153" y="43"/>
                  </a:cubicBezTo>
                  <a:cubicBezTo>
                    <a:pt x="153" y="43"/>
                    <a:pt x="153" y="44"/>
                    <a:pt x="153" y="43"/>
                  </a:cubicBezTo>
                  <a:cubicBezTo>
                    <a:pt x="153" y="43"/>
                    <a:pt x="153" y="43"/>
                    <a:pt x="152" y="43"/>
                  </a:cubicBezTo>
                  <a:cubicBezTo>
                    <a:pt x="152" y="44"/>
                    <a:pt x="153" y="44"/>
                    <a:pt x="154" y="44"/>
                  </a:cubicBezTo>
                  <a:cubicBezTo>
                    <a:pt x="154" y="44"/>
                    <a:pt x="154" y="45"/>
                    <a:pt x="154" y="46"/>
                  </a:cubicBezTo>
                  <a:cubicBezTo>
                    <a:pt x="153" y="46"/>
                    <a:pt x="153" y="46"/>
                    <a:pt x="153" y="46"/>
                  </a:cubicBezTo>
                  <a:cubicBezTo>
                    <a:pt x="153" y="46"/>
                    <a:pt x="153" y="47"/>
                    <a:pt x="153" y="47"/>
                  </a:cubicBezTo>
                  <a:cubicBezTo>
                    <a:pt x="153" y="47"/>
                    <a:pt x="152" y="47"/>
                    <a:pt x="152" y="47"/>
                  </a:cubicBezTo>
                  <a:cubicBezTo>
                    <a:pt x="152" y="48"/>
                    <a:pt x="152" y="48"/>
                    <a:pt x="152" y="48"/>
                  </a:cubicBezTo>
                  <a:cubicBezTo>
                    <a:pt x="152" y="48"/>
                    <a:pt x="153" y="49"/>
                    <a:pt x="152" y="49"/>
                  </a:cubicBezTo>
                  <a:cubicBezTo>
                    <a:pt x="152" y="49"/>
                    <a:pt x="151" y="49"/>
                    <a:pt x="151" y="49"/>
                  </a:cubicBezTo>
                  <a:cubicBezTo>
                    <a:pt x="151" y="50"/>
                    <a:pt x="151" y="50"/>
                    <a:pt x="150" y="50"/>
                  </a:cubicBezTo>
                  <a:cubicBezTo>
                    <a:pt x="150" y="49"/>
                    <a:pt x="151" y="49"/>
                    <a:pt x="150" y="48"/>
                  </a:cubicBezTo>
                  <a:cubicBezTo>
                    <a:pt x="150" y="48"/>
                    <a:pt x="150" y="48"/>
                    <a:pt x="150" y="48"/>
                  </a:cubicBezTo>
                  <a:cubicBezTo>
                    <a:pt x="150" y="48"/>
                    <a:pt x="150" y="47"/>
                    <a:pt x="149" y="48"/>
                  </a:cubicBezTo>
                  <a:cubicBezTo>
                    <a:pt x="149" y="48"/>
                    <a:pt x="149" y="49"/>
                    <a:pt x="149" y="49"/>
                  </a:cubicBezTo>
                  <a:cubicBezTo>
                    <a:pt x="149" y="49"/>
                    <a:pt x="148" y="50"/>
                    <a:pt x="148" y="50"/>
                  </a:cubicBezTo>
                  <a:cubicBezTo>
                    <a:pt x="148" y="50"/>
                    <a:pt x="149" y="49"/>
                    <a:pt x="149" y="49"/>
                  </a:cubicBezTo>
                  <a:cubicBezTo>
                    <a:pt x="149" y="48"/>
                    <a:pt x="149" y="48"/>
                    <a:pt x="149" y="47"/>
                  </a:cubicBezTo>
                  <a:cubicBezTo>
                    <a:pt x="149" y="47"/>
                    <a:pt x="150" y="47"/>
                    <a:pt x="150" y="46"/>
                  </a:cubicBezTo>
                  <a:cubicBezTo>
                    <a:pt x="149" y="47"/>
                    <a:pt x="149" y="45"/>
                    <a:pt x="149" y="46"/>
                  </a:cubicBezTo>
                  <a:cubicBezTo>
                    <a:pt x="148" y="46"/>
                    <a:pt x="149" y="47"/>
                    <a:pt x="148" y="48"/>
                  </a:cubicBezTo>
                  <a:cubicBezTo>
                    <a:pt x="148" y="48"/>
                    <a:pt x="148" y="49"/>
                    <a:pt x="148" y="49"/>
                  </a:cubicBezTo>
                  <a:cubicBezTo>
                    <a:pt x="148" y="49"/>
                    <a:pt x="147" y="49"/>
                    <a:pt x="147" y="49"/>
                  </a:cubicBezTo>
                  <a:cubicBezTo>
                    <a:pt x="148" y="49"/>
                    <a:pt x="148" y="49"/>
                    <a:pt x="148" y="49"/>
                  </a:cubicBezTo>
                  <a:cubicBezTo>
                    <a:pt x="147" y="48"/>
                    <a:pt x="147" y="49"/>
                    <a:pt x="147" y="49"/>
                  </a:cubicBezTo>
                  <a:cubicBezTo>
                    <a:pt x="147" y="49"/>
                    <a:pt x="147" y="49"/>
                    <a:pt x="147" y="49"/>
                  </a:cubicBezTo>
                  <a:cubicBezTo>
                    <a:pt x="147" y="49"/>
                    <a:pt x="146" y="50"/>
                    <a:pt x="146" y="50"/>
                  </a:cubicBezTo>
                  <a:cubicBezTo>
                    <a:pt x="146" y="50"/>
                    <a:pt x="146" y="49"/>
                    <a:pt x="146" y="49"/>
                  </a:cubicBezTo>
                  <a:cubicBezTo>
                    <a:pt x="146" y="49"/>
                    <a:pt x="146" y="49"/>
                    <a:pt x="146" y="50"/>
                  </a:cubicBezTo>
                  <a:cubicBezTo>
                    <a:pt x="146" y="49"/>
                    <a:pt x="146" y="49"/>
                    <a:pt x="146" y="49"/>
                  </a:cubicBezTo>
                  <a:cubicBezTo>
                    <a:pt x="146" y="49"/>
                    <a:pt x="146" y="49"/>
                    <a:pt x="145" y="49"/>
                  </a:cubicBezTo>
                  <a:cubicBezTo>
                    <a:pt x="145" y="49"/>
                    <a:pt x="145" y="50"/>
                    <a:pt x="145" y="50"/>
                  </a:cubicBezTo>
                  <a:cubicBezTo>
                    <a:pt x="145" y="50"/>
                    <a:pt x="145" y="50"/>
                    <a:pt x="145" y="50"/>
                  </a:cubicBezTo>
                  <a:cubicBezTo>
                    <a:pt x="145" y="50"/>
                    <a:pt x="145" y="50"/>
                    <a:pt x="144" y="50"/>
                  </a:cubicBezTo>
                  <a:cubicBezTo>
                    <a:pt x="144" y="51"/>
                    <a:pt x="144" y="51"/>
                    <a:pt x="144" y="51"/>
                  </a:cubicBezTo>
                  <a:cubicBezTo>
                    <a:pt x="144" y="51"/>
                    <a:pt x="143" y="51"/>
                    <a:pt x="144" y="52"/>
                  </a:cubicBezTo>
                  <a:cubicBezTo>
                    <a:pt x="144" y="52"/>
                    <a:pt x="143" y="53"/>
                    <a:pt x="144" y="53"/>
                  </a:cubicBezTo>
                  <a:cubicBezTo>
                    <a:pt x="145" y="53"/>
                    <a:pt x="145" y="53"/>
                    <a:pt x="145" y="53"/>
                  </a:cubicBezTo>
                  <a:cubicBezTo>
                    <a:pt x="144" y="54"/>
                    <a:pt x="144" y="53"/>
                    <a:pt x="144" y="53"/>
                  </a:cubicBezTo>
                  <a:cubicBezTo>
                    <a:pt x="143" y="53"/>
                    <a:pt x="144" y="54"/>
                    <a:pt x="144" y="54"/>
                  </a:cubicBezTo>
                  <a:cubicBezTo>
                    <a:pt x="144" y="54"/>
                    <a:pt x="145" y="54"/>
                    <a:pt x="145" y="54"/>
                  </a:cubicBezTo>
                  <a:cubicBezTo>
                    <a:pt x="145" y="54"/>
                    <a:pt x="146" y="54"/>
                    <a:pt x="146" y="54"/>
                  </a:cubicBezTo>
                  <a:cubicBezTo>
                    <a:pt x="146" y="54"/>
                    <a:pt x="145" y="54"/>
                    <a:pt x="145" y="55"/>
                  </a:cubicBezTo>
                  <a:cubicBezTo>
                    <a:pt x="145" y="55"/>
                    <a:pt x="145" y="55"/>
                    <a:pt x="145" y="55"/>
                  </a:cubicBezTo>
                  <a:cubicBezTo>
                    <a:pt x="145" y="55"/>
                    <a:pt x="146" y="55"/>
                    <a:pt x="146" y="56"/>
                  </a:cubicBezTo>
                  <a:cubicBezTo>
                    <a:pt x="146" y="56"/>
                    <a:pt x="145" y="56"/>
                    <a:pt x="145" y="56"/>
                  </a:cubicBezTo>
                  <a:cubicBezTo>
                    <a:pt x="144" y="56"/>
                    <a:pt x="144" y="55"/>
                    <a:pt x="144" y="55"/>
                  </a:cubicBezTo>
                  <a:cubicBezTo>
                    <a:pt x="144" y="55"/>
                    <a:pt x="143" y="55"/>
                    <a:pt x="143" y="54"/>
                  </a:cubicBezTo>
                  <a:cubicBezTo>
                    <a:pt x="143" y="54"/>
                    <a:pt x="143" y="56"/>
                    <a:pt x="143" y="56"/>
                  </a:cubicBezTo>
                  <a:cubicBezTo>
                    <a:pt x="143" y="55"/>
                    <a:pt x="143" y="54"/>
                    <a:pt x="142" y="55"/>
                  </a:cubicBezTo>
                  <a:cubicBezTo>
                    <a:pt x="142" y="54"/>
                    <a:pt x="143" y="54"/>
                    <a:pt x="142" y="54"/>
                  </a:cubicBezTo>
                  <a:cubicBezTo>
                    <a:pt x="142" y="54"/>
                    <a:pt x="142" y="54"/>
                    <a:pt x="142" y="54"/>
                  </a:cubicBezTo>
                  <a:cubicBezTo>
                    <a:pt x="142" y="54"/>
                    <a:pt x="142" y="56"/>
                    <a:pt x="141" y="55"/>
                  </a:cubicBezTo>
                  <a:cubicBezTo>
                    <a:pt x="140" y="55"/>
                    <a:pt x="140" y="56"/>
                    <a:pt x="140" y="56"/>
                  </a:cubicBezTo>
                  <a:cubicBezTo>
                    <a:pt x="140" y="56"/>
                    <a:pt x="140" y="57"/>
                    <a:pt x="140" y="57"/>
                  </a:cubicBezTo>
                  <a:cubicBezTo>
                    <a:pt x="140" y="57"/>
                    <a:pt x="141" y="56"/>
                    <a:pt x="141" y="56"/>
                  </a:cubicBezTo>
                  <a:cubicBezTo>
                    <a:pt x="141" y="56"/>
                    <a:pt x="142" y="56"/>
                    <a:pt x="142" y="56"/>
                  </a:cubicBezTo>
                  <a:cubicBezTo>
                    <a:pt x="141" y="57"/>
                    <a:pt x="141" y="56"/>
                    <a:pt x="140" y="57"/>
                  </a:cubicBezTo>
                  <a:cubicBezTo>
                    <a:pt x="140" y="58"/>
                    <a:pt x="141" y="58"/>
                    <a:pt x="141" y="57"/>
                  </a:cubicBezTo>
                  <a:cubicBezTo>
                    <a:pt x="142" y="57"/>
                    <a:pt x="142" y="57"/>
                    <a:pt x="143" y="58"/>
                  </a:cubicBezTo>
                  <a:cubicBezTo>
                    <a:pt x="141" y="58"/>
                    <a:pt x="143" y="60"/>
                    <a:pt x="143" y="60"/>
                  </a:cubicBezTo>
                  <a:cubicBezTo>
                    <a:pt x="142" y="60"/>
                    <a:pt x="142" y="59"/>
                    <a:pt x="142" y="59"/>
                  </a:cubicBezTo>
                  <a:cubicBezTo>
                    <a:pt x="142" y="59"/>
                    <a:pt x="141" y="59"/>
                    <a:pt x="141" y="60"/>
                  </a:cubicBezTo>
                  <a:cubicBezTo>
                    <a:pt x="142" y="59"/>
                    <a:pt x="141" y="59"/>
                    <a:pt x="141" y="59"/>
                  </a:cubicBezTo>
                  <a:cubicBezTo>
                    <a:pt x="141" y="59"/>
                    <a:pt x="141" y="59"/>
                    <a:pt x="141" y="59"/>
                  </a:cubicBezTo>
                  <a:cubicBezTo>
                    <a:pt x="140" y="58"/>
                    <a:pt x="140" y="58"/>
                    <a:pt x="140" y="58"/>
                  </a:cubicBezTo>
                  <a:cubicBezTo>
                    <a:pt x="139" y="58"/>
                    <a:pt x="140" y="57"/>
                    <a:pt x="139" y="57"/>
                  </a:cubicBezTo>
                  <a:cubicBezTo>
                    <a:pt x="139" y="57"/>
                    <a:pt x="139" y="58"/>
                    <a:pt x="139" y="58"/>
                  </a:cubicBezTo>
                  <a:cubicBezTo>
                    <a:pt x="139" y="58"/>
                    <a:pt x="139" y="57"/>
                    <a:pt x="138" y="57"/>
                  </a:cubicBezTo>
                  <a:cubicBezTo>
                    <a:pt x="138" y="57"/>
                    <a:pt x="138" y="58"/>
                    <a:pt x="138" y="58"/>
                  </a:cubicBezTo>
                  <a:cubicBezTo>
                    <a:pt x="138" y="58"/>
                    <a:pt x="138" y="58"/>
                    <a:pt x="138" y="58"/>
                  </a:cubicBezTo>
                  <a:cubicBezTo>
                    <a:pt x="138" y="58"/>
                    <a:pt x="139" y="58"/>
                    <a:pt x="138" y="58"/>
                  </a:cubicBezTo>
                  <a:cubicBezTo>
                    <a:pt x="138" y="59"/>
                    <a:pt x="138" y="59"/>
                    <a:pt x="138" y="59"/>
                  </a:cubicBezTo>
                  <a:cubicBezTo>
                    <a:pt x="137" y="59"/>
                    <a:pt x="138" y="59"/>
                    <a:pt x="138" y="59"/>
                  </a:cubicBezTo>
                  <a:cubicBezTo>
                    <a:pt x="137" y="59"/>
                    <a:pt x="137" y="60"/>
                    <a:pt x="136" y="59"/>
                  </a:cubicBezTo>
                  <a:cubicBezTo>
                    <a:pt x="136" y="59"/>
                    <a:pt x="135" y="60"/>
                    <a:pt x="135" y="60"/>
                  </a:cubicBezTo>
                  <a:cubicBezTo>
                    <a:pt x="135" y="60"/>
                    <a:pt x="135" y="61"/>
                    <a:pt x="135" y="61"/>
                  </a:cubicBezTo>
                  <a:cubicBezTo>
                    <a:pt x="135" y="61"/>
                    <a:pt x="135" y="61"/>
                    <a:pt x="135" y="61"/>
                  </a:cubicBezTo>
                  <a:cubicBezTo>
                    <a:pt x="135" y="61"/>
                    <a:pt x="135" y="62"/>
                    <a:pt x="135" y="62"/>
                  </a:cubicBezTo>
                  <a:cubicBezTo>
                    <a:pt x="135" y="63"/>
                    <a:pt x="135" y="64"/>
                    <a:pt x="135" y="64"/>
                  </a:cubicBezTo>
                  <a:cubicBezTo>
                    <a:pt x="135" y="64"/>
                    <a:pt x="135" y="63"/>
                    <a:pt x="135" y="63"/>
                  </a:cubicBezTo>
                  <a:cubicBezTo>
                    <a:pt x="135" y="64"/>
                    <a:pt x="135" y="64"/>
                    <a:pt x="135" y="65"/>
                  </a:cubicBezTo>
                  <a:cubicBezTo>
                    <a:pt x="136" y="65"/>
                    <a:pt x="136" y="63"/>
                    <a:pt x="137" y="63"/>
                  </a:cubicBezTo>
                  <a:cubicBezTo>
                    <a:pt x="137" y="63"/>
                    <a:pt x="138" y="63"/>
                    <a:pt x="138" y="63"/>
                  </a:cubicBezTo>
                  <a:cubicBezTo>
                    <a:pt x="138" y="63"/>
                    <a:pt x="137" y="64"/>
                    <a:pt x="137" y="64"/>
                  </a:cubicBezTo>
                  <a:cubicBezTo>
                    <a:pt x="137" y="63"/>
                    <a:pt x="136" y="65"/>
                    <a:pt x="136" y="65"/>
                  </a:cubicBezTo>
                  <a:cubicBezTo>
                    <a:pt x="136" y="65"/>
                    <a:pt x="136" y="66"/>
                    <a:pt x="136" y="66"/>
                  </a:cubicBezTo>
                  <a:cubicBezTo>
                    <a:pt x="136" y="67"/>
                    <a:pt x="135" y="67"/>
                    <a:pt x="135" y="67"/>
                  </a:cubicBezTo>
                  <a:cubicBezTo>
                    <a:pt x="135" y="67"/>
                    <a:pt x="135" y="65"/>
                    <a:pt x="135" y="66"/>
                  </a:cubicBezTo>
                  <a:cubicBezTo>
                    <a:pt x="134" y="67"/>
                    <a:pt x="134" y="67"/>
                    <a:pt x="134" y="68"/>
                  </a:cubicBezTo>
                  <a:cubicBezTo>
                    <a:pt x="134" y="69"/>
                    <a:pt x="135" y="69"/>
                    <a:pt x="136" y="69"/>
                  </a:cubicBezTo>
                  <a:cubicBezTo>
                    <a:pt x="136" y="69"/>
                    <a:pt x="138" y="69"/>
                    <a:pt x="138" y="70"/>
                  </a:cubicBezTo>
                  <a:cubicBezTo>
                    <a:pt x="138" y="70"/>
                    <a:pt x="138" y="70"/>
                    <a:pt x="137" y="69"/>
                  </a:cubicBezTo>
                  <a:cubicBezTo>
                    <a:pt x="137" y="69"/>
                    <a:pt x="136" y="69"/>
                    <a:pt x="136" y="69"/>
                  </a:cubicBezTo>
                  <a:cubicBezTo>
                    <a:pt x="135" y="70"/>
                    <a:pt x="135" y="70"/>
                    <a:pt x="134" y="69"/>
                  </a:cubicBezTo>
                  <a:cubicBezTo>
                    <a:pt x="134" y="69"/>
                    <a:pt x="134" y="69"/>
                    <a:pt x="134" y="69"/>
                  </a:cubicBezTo>
                  <a:cubicBezTo>
                    <a:pt x="133" y="69"/>
                    <a:pt x="133" y="70"/>
                    <a:pt x="132" y="70"/>
                  </a:cubicBezTo>
                  <a:cubicBezTo>
                    <a:pt x="132" y="69"/>
                    <a:pt x="132" y="69"/>
                    <a:pt x="132" y="68"/>
                  </a:cubicBezTo>
                  <a:cubicBezTo>
                    <a:pt x="131" y="68"/>
                    <a:pt x="130" y="68"/>
                    <a:pt x="129" y="68"/>
                  </a:cubicBezTo>
                  <a:cubicBezTo>
                    <a:pt x="129" y="68"/>
                    <a:pt x="130" y="68"/>
                    <a:pt x="130" y="68"/>
                  </a:cubicBezTo>
                  <a:cubicBezTo>
                    <a:pt x="130" y="68"/>
                    <a:pt x="129" y="68"/>
                    <a:pt x="130" y="69"/>
                  </a:cubicBezTo>
                  <a:cubicBezTo>
                    <a:pt x="130" y="69"/>
                    <a:pt x="130" y="69"/>
                    <a:pt x="130" y="69"/>
                  </a:cubicBezTo>
                  <a:cubicBezTo>
                    <a:pt x="129" y="70"/>
                    <a:pt x="129" y="69"/>
                    <a:pt x="129" y="69"/>
                  </a:cubicBezTo>
                  <a:cubicBezTo>
                    <a:pt x="129" y="69"/>
                    <a:pt x="129" y="70"/>
                    <a:pt x="128" y="70"/>
                  </a:cubicBezTo>
                  <a:cubicBezTo>
                    <a:pt x="128" y="69"/>
                    <a:pt x="129" y="69"/>
                    <a:pt x="129" y="69"/>
                  </a:cubicBezTo>
                  <a:cubicBezTo>
                    <a:pt x="128" y="68"/>
                    <a:pt x="128" y="68"/>
                    <a:pt x="128" y="68"/>
                  </a:cubicBezTo>
                  <a:cubicBezTo>
                    <a:pt x="128" y="68"/>
                    <a:pt x="129" y="68"/>
                    <a:pt x="128" y="68"/>
                  </a:cubicBezTo>
                  <a:cubicBezTo>
                    <a:pt x="128" y="68"/>
                    <a:pt x="128" y="68"/>
                    <a:pt x="128" y="67"/>
                  </a:cubicBezTo>
                  <a:cubicBezTo>
                    <a:pt x="128" y="67"/>
                    <a:pt x="128" y="67"/>
                    <a:pt x="128" y="67"/>
                  </a:cubicBezTo>
                  <a:cubicBezTo>
                    <a:pt x="128" y="66"/>
                    <a:pt x="127" y="67"/>
                    <a:pt x="126" y="67"/>
                  </a:cubicBezTo>
                  <a:cubicBezTo>
                    <a:pt x="126" y="67"/>
                    <a:pt x="126" y="68"/>
                    <a:pt x="126" y="68"/>
                  </a:cubicBezTo>
                  <a:cubicBezTo>
                    <a:pt x="126" y="69"/>
                    <a:pt x="126" y="68"/>
                    <a:pt x="126" y="68"/>
                  </a:cubicBezTo>
                  <a:cubicBezTo>
                    <a:pt x="127" y="68"/>
                    <a:pt x="127" y="69"/>
                    <a:pt x="127" y="69"/>
                  </a:cubicBezTo>
                  <a:cubicBezTo>
                    <a:pt x="127" y="69"/>
                    <a:pt x="127" y="69"/>
                    <a:pt x="127" y="69"/>
                  </a:cubicBezTo>
                  <a:cubicBezTo>
                    <a:pt x="126" y="69"/>
                    <a:pt x="127" y="70"/>
                    <a:pt x="127" y="70"/>
                  </a:cubicBezTo>
                  <a:cubicBezTo>
                    <a:pt x="127" y="70"/>
                    <a:pt x="125" y="69"/>
                    <a:pt x="125" y="70"/>
                  </a:cubicBezTo>
                  <a:cubicBezTo>
                    <a:pt x="126" y="70"/>
                    <a:pt x="127" y="71"/>
                    <a:pt x="126" y="71"/>
                  </a:cubicBezTo>
                  <a:cubicBezTo>
                    <a:pt x="126" y="71"/>
                    <a:pt x="126" y="71"/>
                    <a:pt x="126" y="71"/>
                  </a:cubicBezTo>
                  <a:cubicBezTo>
                    <a:pt x="126" y="71"/>
                    <a:pt x="125" y="70"/>
                    <a:pt x="125" y="70"/>
                  </a:cubicBezTo>
                  <a:cubicBezTo>
                    <a:pt x="125" y="71"/>
                    <a:pt x="124" y="70"/>
                    <a:pt x="124" y="71"/>
                  </a:cubicBezTo>
                  <a:cubicBezTo>
                    <a:pt x="124" y="71"/>
                    <a:pt x="125" y="71"/>
                    <a:pt x="125" y="71"/>
                  </a:cubicBezTo>
                  <a:cubicBezTo>
                    <a:pt x="125" y="71"/>
                    <a:pt x="125" y="71"/>
                    <a:pt x="126" y="71"/>
                  </a:cubicBezTo>
                  <a:cubicBezTo>
                    <a:pt x="126" y="71"/>
                    <a:pt x="126" y="71"/>
                    <a:pt x="126" y="71"/>
                  </a:cubicBezTo>
                  <a:cubicBezTo>
                    <a:pt x="126" y="71"/>
                    <a:pt x="125" y="72"/>
                    <a:pt x="125" y="72"/>
                  </a:cubicBezTo>
                  <a:cubicBezTo>
                    <a:pt x="126" y="72"/>
                    <a:pt x="126" y="74"/>
                    <a:pt x="127" y="75"/>
                  </a:cubicBezTo>
                  <a:cubicBezTo>
                    <a:pt x="127" y="76"/>
                    <a:pt x="128" y="74"/>
                    <a:pt x="129" y="74"/>
                  </a:cubicBezTo>
                  <a:cubicBezTo>
                    <a:pt x="129" y="74"/>
                    <a:pt x="128" y="75"/>
                    <a:pt x="128" y="75"/>
                  </a:cubicBezTo>
                  <a:cubicBezTo>
                    <a:pt x="127" y="76"/>
                    <a:pt x="127" y="76"/>
                    <a:pt x="128" y="76"/>
                  </a:cubicBezTo>
                  <a:cubicBezTo>
                    <a:pt x="128" y="76"/>
                    <a:pt x="128" y="76"/>
                    <a:pt x="127" y="76"/>
                  </a:cubicBezTo>
                  <a:cubicBezTo>
                    <a:pt x="126" y="75"/>
                    <a:pt x="127" y="79"/>
                    <a:pt x="128" y="79"/>
                  </a:cubicBezTo>
                  <a:cubicBezTo>
                    <a:pt x="127" y="79"/>
                    <a:pt x="127" y="78"/>
                    <a:pt x="127" y="78"/>
                  </a:cubicBezTo>
                  <a:cubicBezTo>
                    <a:pt x="126" y="77"/>
                    <a:pt x="126" y="77"/>
                    <a:pt x="126" y="77"/>
                  </a:cubicBezTo>
                  <a:cubicBezTo>
                    <a:pt x="126" y="77"/>
                    <a:pt x="126" y="76"/>
                    <a:pt x="125" y="76"/>
                  </a:cubicBezTo>
                  <a:cubicBezTo>
                    <a:pt x="125" y="76"/>
                    <a:pt x="125" y="77"/>
                    <a:pt x="125" y="77"/>
                  </a:cubicBezTo>
                  <a:cubicBezTo>
                    <a:pt x="125" y="77"/>
                    <a:pt x="125" y="78"/>
                    <a:pt x="125" y="78"/>
                  </a:cubicBezTo>
                  <a:cubicBezTo>
                    <a:pt x="125" y="79"/>
                    <a:pt x="125" y="79"/>
                    <a:pt x="124" y="80"/>
                  </a:cubicBezTo>
                  <a:cubicBezTo>
                    <a:pt x="124" y="80"/>
                    <a:pt x="124" y="81"/>
                    <a:pt x="124" y="81"/>
                  </a:cubicBezTo>
                  <a:cubicBezTo>
                    <a:pt x="124" y="82"/>
                    <a:pt x="124" y="82"/>
                    <a:pt x="124" y="83"/>
                  </a:cubicBezTo>
                  <a:cubicBezTo>
                    <a:pt x="124" y="82"/>
                    <a:pt x="123" y="80"/>
                    <a:pt x="123" y="80"/>
                  </a:cubicBezTo>
                  <a:cubicBezTo>
                    <a:pt x="123" y="80"/>
                    <a:pt x="122" y="80"/>
                    <a:pt x="122" y="79"/>
                  </a:cubicBezTo>
                  <a:cubicBezTo>
                    <a:pt x="122" y="79"/>
                    <a:pt x="122" y="79"/>
                    <a:pt x="122" y="78"/>
                  </a:cubicBezTo>
                  <a:cubicBezTo>
                    <a:pt x="122" y="78"/>
                    <a:pt x="122" y="77"/>
                    <a:pt x="122" y="77"/>
                  </a:cubicBezTo>
                  <a:cubicBezTo>
                    <a:pt x="122" y="76"/>
                    <a:pt x="121" y="76"/>
                    <a:pt x="121" y="75"/>
                  </a:cubicBezTo>
                  <a:cubicBezTo>
                    <a:pt x="121" y="75"/>
                    <a:pt x="121" y="75"/>
                    <a:pt x="121" y="74"/>
                  </a:cubicBezTo>
                  <a:cubicBezTo>
                    <a:pt x="121" y="74"/>
                    <a:pt x="121" y="74"/>
                    <a:pt x="121" y="74"/>
                  </a:cubicBezTo>
                  <a:cubicBezTo>
                    <a:pt x="121" y="73"/>
                    <a:pt x="121" y="73"/>
                    <a:pt x="121" y="73"/>
                  </a:cubicBezTo>
                  <a:cubicBezTo>
                    <a:pt x="121" y="73"/>
                    <a:pt x="120" y="73"/>
                    <a:pt x="120" y="73"/>
                  </a:cubicBezTo>
                  <a:cubicBezTo>
                    <a:pt x="120" y="72"/>
                    <a:pt x="120" y="72"/>
                    <a:pt x="120" y="72"/>
                  </a:cubicBezTo>
                  <a:cubicBezTo>
                    <a:pt x="120" y="72"/>
                    <a:pt x="120" y="72"/>
                    <a:pt x="120" y="72"/>
                  </a:cubicBezTo>
                  <a:cubicBezTo>
                    <a:pt x="119" y="72"/>
                    <a:pt x="120" y="70"/>
                    <a:pt x="120" y="70"/>
                  </a:cubicBezTo>
                  <a:cubicBezTo>
                    <a:pt x="121" y="71"/>
                    <a:pt x="121" y="70"/>
                    <a:pt x="120" y="70"/>
                  </a:cubicBezTo>
                  <a:cubicBezTo>
                    <a:pt x="120" y="70"/>
                    <a:pt x="121" y="70"/>
                    <a:pt x="120" y="69"/>
                  </a:cubicBezTo>
                  <a:cubicBezTo>
                    <a:pt x="120" y="69"/>
                    <a:pt x="119" y="71"/>
                    <a:pt x="118" y="71"/>
                  </a:cubicBezTo>
                  <a:cubicBezTo>
                    <a:pt x="117" y="72"/>
                    <a:pt x="117" y="73"/>
                    <a:pt x="118" y="74"/>
                  </a:cubicBezTo>
                  <a:cubicBezTo>
                    <a:pt x="117" y="73"/>
                    <a:pt x="117" y="74"/>
                    <a:pt x="117" y="74"/>
                  </a:cubicBezTo>
                  <a:cubicBezTo>
                    <a:pt x="116" y="74"/>
                    <a:pt x="116" y="74"/>
                    <a:pt x="115" y="74"/>
                  </a:cubicBezTo>
                  <a:cubicBezTo>
                    <a:pt x="115" y="74"/>
                    <a:pt x="115" y="75"/>
                    <a:pt x="115" y="76"/>
                  </a:cubicBezTo>
                  <a:cubicBezTo>
                    <a:pt x="115" y="76"/>
                    <a:pt x="114" y="75"/>
                    <a:pt x="114" y="75"/>
                  </a:cubicBezTo>
                  <a:cubicBezTo>
                    <a:pt x="114" y="75"/>
                    <a:pt x="114" y="76"/>
                    <a:pt x="114" y="76"/>
                  </a:cubicBezTo>
                  <a:cubicBezTo>
                    <a:pt x="114" y="76"/>
                    <a:pt x="114" y="76"/>
                    <a:pt x="114" y="76"/>
                  </a:cubicBezTo>
                  <a:cubicBezTo>
                    <a:pt x="112" y="77"/>
                    <a:pt x="110" y="79"/>
                    <a:pt x="110" y="81"/>
                  </a:cubicBezTo>
                  <a:cubicBezTo>
                    <a:pt x="110" y="82"/>
                    <a:pt x="110" y="83"/>
                    <a:pt x="110" y="84"/>
                  </a:cubicBezTo>
                  <a:cubicBezTo>
                    <a:pt x="110" y="85"/>
                    <a:pt x="110" y="86"/>
                    <a:pt x="110" y="86"/>
                  </a:cubicBezTo>
                  <a:cubicBezTo>
                    <a:pt x="110" y="86"/>
                    <a:pt x="110" y="87"/>
                    <a:pt x="110" y="87"/>
                  </a:cubicBezTo>
                  <a:cubicBezTo>
                    <a:pt x="111" y="86"/>
                    <a:pt x="112" y="88"/>
                    <a:pt x="111" y="89"/>
                  </a:cubicBezTo>
                  <a:cubicBezTo>
                    <a:pt x="110" y="89"/>
                    <a:pt x="109" y="90"/>
                    <a:pt x="108" y="91"/>
                  </a:cubicBezTo>
                  <a:cubicBezTo>
                    <a:pt x="107" y="92"/>
                    <a:pt x="107" y="92"/>
                    <a:pt x="106" y="92"/>
                  </a:cubicBezTo>
                  <a:cubicBezTo>
                    <a:pt x="105" y="92"/>
                    <a:pt x="105" y="92"/>
                    <a:pt x="105" y="93"/>
                  </a:cubicBezTo>
                  <a:cubicBezTo>
                    <a:pt x="105" y="93"/>
                    <a:pt x="104" y="93"/>
                    <a:pt x="105" y="94"/>
                  </a:cubicBezTo>
                  <a:cubicBezTo>
                    <a:pt x="105" y="94"/>
                    <a:pt x="104" y="95"/>
                    <a:pt x="104" y="95"/>
                  </a:cubicBezTo>
                  <a:cubicBezTo>
                    <a:pt x="103" y="95"/>
                    <a:pt x="103" y="95"/>
                    <a:pt x="103" y="96"/>
                  </a:cubicBezTo>
                  <a:cubicBezTo>
                    <a:pt x="103" y="96"/>
                    <a:pt x="103" y="97"/>
                    <a:pt x="102" y="98"/>
                  </a:cubicBezTo>
                  <a:cubicBezTo>
                    <a:pt x="101" y="99"/>
                    <a:pt x="101" y="100"/>
                    <a:pt x="99" y="102"/>
                  </a:cubicBezTo>
                  <a:cubicBezTo>
                    <a:pt x="99" y="102"/>
                    <a:pt x="98" y="103"/>
                    <a:pt x="98" y="103"/>
                  </a:cubicBezTo>
                  <a:cubicBezTo>
                    <a:pt x="96" y="105"/>
                    <a:pt x="93" y="106"/>
                    <a:pt x="90" y="107"/>
                  </a:cubicBezTo>
                  <a:cubicBezTo>
                    <a:pt x="88" y="108"/>
                    <a:pt x="87" y="108"/>
                    <a:pt x="85" y="109"/>
                  </a:cubicBezTo>
                  <a:cubicBezTo>
                    <a:pt x="84" y="109"/>
                    <a:pt x="83" y="109"/>
                    <a:pt x="83" y="109"/>
                  </a:cubicBezTo>
                  <a:cubicBezTo>
                    <a:pt x="82" y="109"/>
                    <a:pt x="82" y="109"/>
                    <a:pt x="82" y="110"/>
                  </a:cubicBezTo>
                  <a:cubicBezTo>
                    <a:pt x="81" y="110"/>
                    <a:pt x="81" y="110"/>
                    <a:pt x="80" y="109"/>
                  </a:cubicBezTo>
                  <a:cubicBezTo>
                    <a:pt x="80" y="109"/>
                    <a:pt x="79" y="109"/>
                    <a:pt x="79" y="109"/>
                  </a:cubicBezTo>
                  <a:cubicBezTo>
                    <a:pt x="79" y="109"/>
                    <a:pt x="78" y="108"/>
                    <a:pt x="78" y="109"/>
                  </a:cubicBezTo>
                  <a:cubicBezTo>
                    <a:pt x="77" y="109"/>
                    <a:pt x="77" y="109"/>
                    <a:pt x="77" y="109"/>
                  </a:cubicBezTo>
                  <a:cubicBezTo>
                    <a:pt x="77" y="109"/>
                    <a:pt x="77" y="109"/>
                    <a:pt x="77" y="109"/>
                  </a:cubicBezTo>
                  <a:cubicBezTo>
                    <a:pt x="76" y="109"/>
                    <a:pt x="75" y="111"/>
                    <a:pt x="74" y="112"/>
                  </a:cubicBezTo>
                  <a:cubicBezTo>
                    <a:pt x="73" y="112"/>
                    <a:pt x="72" y="113"/>
                    <a:pt x="72" y="113"/>
                  </a:cubicBezTo>
                  <a:cubicBezTo>
                    <a:pt x="71" y="112"/>
                    <a:pt x="70" y="113"/>
                    <a:pt x="70" y="113"/>
                  </a:cubicBezTo>
                  <a:cubicBezTo>
                    <a:pt x="69" y="113"/>
                    <a:pt x="69" y="113"/>
                    <a:pt x="68" y="113"/>
                  </a:cubicBezTo>
                  <a:cubicBezTo>
                    <a:pt x="68" y="113"/>
                    <a:pt x="68" y="113"/>
                    <a:pt x="67" y="113"/>
                  </a:cubicBezTo>
                  <a:cubicBezTo>
                    <a:pt x="67" y="113"/>
                    <a:pt x="67" y="113"/>
                    <a:pt x="67" y="113"/>
                  </a:cubicBezTo>
                  <a:cubicBezTo>
                    <a:pt x="67" y="113"/>
                    <a:pt x="66" y="114"/>
                    <a:pt x="66" y="114"/>
                  </a:cubicBezTo>
                  <a:cubicBezTo>
                    <a:pt x="65" y="115"/>
                    <a:pt x="64" y="116"/>
                    <a:pt x="62" y="116"/>
                  </a:cubicBezTo>
                  <a:cubicBezTo>
                    <a:pt x="62" y="117"/>
                    <a:pt x="61" y="116"/>
                    <a:pt x="61" y="117"/>
                  </a:cubicBezTo>
                  <a:cubicBezTo>
                    <a:pt x="60" y="117"/>
                    <a:pt x="59" y="117"/>
                    <a:pt x="59" y="117"/>
                  </a:cubicBezTo>
                  <a:cubicBezTo>
                    <a:pt x="58" y="117"/>
                    <a:pt x="58" y="117"/>
                    <a:pt x="57" y="116"/>
                  </a:cubicBezTo>
                  <a:cubicBezTo>
                    <a:pt x="57" y="116"/>
                    <a:pt x="57" y="115"/>
                    <a:pt x="57" y="116"/>
                  </a:cubicBezTo>
                  <a:cubicBezTo>
                    <a:pt x="56" y="116"/>
                    <a:pt x="57" y="116"/>
                    <a:pt x="56" y="116"/>
                  </a:cubicBezTo>
                  <a:cubicBezTo>
                    <a:pt x="56" y="116"/>
                    <a:pt x="56" y="116"/>
                    <a:pt x="55" y="116"/>
                  </a:cubicBezTo>
                  <a:cubicBezTo>
                    <a:pt x="55" y="117"/>
                    <a:pt x="54" y="117"/>
                    <a:pt x="54" y="117"/>
                  </a:cubicBezTo>
                  <a:cubicBezTo>
                    <a:pt x="53" y="117"/>
                    <a:pt x="54" y="115"/>
                    <a:pt x="54" y="115"/>
                  </a:cubicBezTo>
                  <a:cubicBezTo>
                    <a:pt x="54" y="115"/>
                    <a:pt x="53" y="116"/>
                    <a:pt x="53" y="116"/>
                  </a:cubicBezTo>
                  <a:cubicBezTo>
                    <a:pt x="52" y="117"/>
                    <a:pt x="52" y="117"/>
                    <a:pt x="51" y="117"/>
                  </a:cubicBezTo>
                  <a:cubicBezTo>
                    <a:pt x="50" y="117"/>
                    <a:pt x="50" y="118"/>
                    <a:pt x="50" y="118"/>
                  </a:cubicBezTo>
                  <a:cubicBezTo>
                    <a:pt x="49" y="118"/>
                    <a:pt x="48" y="119"/>
                    <a:pt x="48" y="119"/>
                  </a:cubicBezTo>
                  <a:cubicBezTo>
                    <a:pt x="48" y="119"/>
                    <a:pt x="47" y="118"/>
                    <a:pt x="47" y="119"/>
                  </a:cubicBezTo>
                  <a:cubicBezTo>
                    <a:pt x="47" y="120"/>
                    <a:pt x="47" y="120"/>
                    <a:pt x="46" y="120"/>
                  </a:cubicBezTo>
                  <a:cubicBezTo>
                    <a:pt x="46" y="120"/>
                    <a:pt x="45" y="121"/>
                    <a:pt x="44" y="121"/>
                  </a:cubicBezTo>
                  <a:cubicBezTo>
                    <a:pt x="44" y="122"/>
                    <a:pt x="44" y="122"/>
                    <a:pt x="43" y="123"/>
                  </a:cubicBezTo>
                  <a:cubicBezTo>
                    <a:pt x="42" y="123"/>
                    <a:pt x="42" y="123"/>
                    <a:pt x="41" y="124"/>
                  </a:cubicBezTo>
                  <a:cubicBezTo>
                    <a:pt x="41" y="124"/>
                    <a:pt x="40" y="125"/>
                    <a:pt x="40" y="125"/>
                  </a:cubicBezTo>
                  <a:cubicBezTo>
                    <a:pt x="39" y="126"/>
                    <a:pt x="37" y="127"/>
                    <a:pt x="36" y="127"/>
                  </a:cubicBezTo>
                  <a:cubicBezTo>
                    <a:pt x="35" y="128"/>
                    <a:pt x="34" y="128"/>
                    <a:pt x="34" y="128"/>
                  </a:cubicBezTo>
                  <a:cubicBezTo>
                    <a:pt x="33" y="128"/>
                    <a:pt x="33" y="129"/>
                    <a:pt x="32" y="129"/>
                  </a:cubicBezTo>
                  <a:cubicBezTo>
                    <a:pt x="31" y="129"/>
                    <a:pt x="31" y="129"/>
                    <a:pt x="31" y="130"/>
                  </a:cubicBezTo>
                  <a:cubicBezTo>
                    <a:pt x="30" y="130"/>
                    <a:pt x="30" y="131"/>
                    <a:pt x="30" y="131"/>
                  </a:cubicBezTo>
                  <a:cubicBezTo>
                    <a:pt x="30" y="131"/>
                    <a:pt x="30" y="131"/>
                    <a:pt x="29" y="131"/>
                  </a:cubicBezTo>
                  <a:cubicBezTo>
                    <a:pt x="29" y="131"/>
                    <a:pt x="29" y="133"/>
                    <a:pt x="29" y="133"/>
                  </a:cubicBezTo>
                  <a:cubicBezTo>
                    <a:pt x="29" y="133"/>
                    <a:pt x="28" y="134"/>
                    <a:pt x="28" y="134"/>
                  </a:cubicBezTo>
                  <a:cubicBezTo>
                    <a:pt x="28" y="135"/>
                    <a:pt x="27" y="137"/>
                    <a:pt x="27" y="136"/>
                  </a:cubicBezTo>
                  <a:cubicBezTo>
                    <a:pt x="27" y="136"/>
                    <a:pt x="27" y="136"/>
                    <a:pt x="26" y="136"/>
                  </a:cubicBezTo>
                  <a:cubicBezTo>
                    <a:pt x="26" y="136"/>
                    <a:pt x="26" y="137"/>
                    <a:pt x="25" y="137"/>
                  </a:cubicBezTo>
                  <a:cubicBezTo>
                    <a:pt x="24" y="137"/>
                    <a:pt x="26" y="135"/>
                    <a:pt x="26" y="134"/>
                  </a:cubicBezTo>
                  <a:cubicBezTo>
                    <a:pt x="25" y="134"/>
                    <a:pt x="25" y="135"/>
                    <a:pt x="25" y="135"/>
                  </a:cubicBezTo>
                  <a:cubicBezTo>
                    <a:pt x="25" y="134"/>
                    <a:pt x="25" y="133"/>
                    <a:pt x="25" y="132"/>
                  </a:cubicBezTo>
                  <a:cubicBezTo>
                    <a:pt x="26" y="132"/>
                    <a:pt x="26" y="131"/>
                    <a:pt x="26" y="130"/>
                  </a:cubicBezTo>
                  <a:cubicBezTo>
                    <a:pt x="26" y="130"/>
                    <a:pt x="27" y="129"/>
                    <a:pt x="26" y="129"/>
                  </a:cubicBezTo>
                  <a:cubicBezTo>
                    <a:pt x="26" y="129"/>
                    <a:pt x="25" y="129"/>
                    <a:pt x="25" y="129"/>
                  </a:cubicBezTo>
                  <a:cubicBezTo>
                    <a:pt x="24" y="131"/>
                    <a:pt x="23" y="132"/>
                    <a:pt x="23" y="134"/>
                  </a:cubicBezTo>
                  <a:cubicBezTo>
                    <a:pt x="22" y="135"/>
                    <a:pt x="22" y="135"/>
                    <a:pt x="21" y="136"/>
                  </a:cubicBezTo>
                  <a:cubicBezTo>
                    <a:pt x="21" y="136"/>
                    <a:pt x="21" y="137"/>
                    <a:pt x="20" y="137"/>
                  </a:cubicBezTo>
                  <a:cubicBezTo>
                    <a:pt x="20" y="138"/>
                    <a:pt x="20" y="139"/>
                    <a:pt x="20" y="139"/>
                  </a:cubicBezTo>
                  <a:cubicBezTo>
                    <a:pt x="20" y="139"/>
                    <a:pt x="21" y="139"/>
                    <a:pt x="21" y="139"/>
                  </a:cubicBezTo>
                  <a:cubicBezTo>
                    <a:pt x="21" y="140"/>
                    <a:pt x="21" y="140"/>
                    <a:pt x="21" y="140"/>
                  </a:cubicBezTo>
                  <a:cubicBezTo>
                    <a:pt x="21" y="141"/>
                    <a:pt x="21" y="142"/>
                    <a:pt x="21" y="143"/>
                  </a:cubicBezTo>
                  <a:cubicBezTo>
                    <a:pt x="21" y="143"/>
                    <a:pt x="20" y="143"/>
                    <a:pt x="20" y="144"/>
                  </a:cubicBezTo>
                  <a:cubicBezTo>
                    <a:pt x="20" y="145"/>
                    <a:pt x="20" y="147"/>
                    <a:pt x="19" y="148"/>
                  </a:cubicBezTo>
                  <a:cubicBezTo>
                    <a:pt x="19" y="149"/>
                    <a:pt x="18" y="149"/>
                    <a:pt x="18" y="149"/>
                  </a:cubicBezTo>
                  <a:cubicBezTo>
                    <a:pt x="17" y="150"/>
                    <a:pt x="17" y="150"/>
                    <a:pt x="17" y="150"/>
                  </a:cubicBezTo>
                  <a:cubicBezTo>
                    <a:pt x="17" y="151"/>
                    <a:pt x="17" y="151"/>
                    <a:pt x="16" y="151"/>
                  </a:cubicBezTo>
                  <a:cubicBezTo>
                    <a:pt x="16" y="152"/>
                    <a:pt x="16" y="152"/>
                    <a:pt x="16" y="152"/>
                  </a:cubicBezTo>
                  <a:cubicBezTo>
                    <a:pt x="16" y="153"/>
                    <a:pt x="16" y="153"/>
                    <a:pt x="15" y="154"/>
                  </a:cubicBezTo>
                  <a:cubicBezTo>
                    <a:pt x="15" y="154"/>
                    <a:pt x="15" y="155"/>
                    <a:pt x="15" y="155"/>
                  </a:cubicBezTo>
                  <a:cubicBezTo>
                    <a:pt x="15" y="156"/>
                    <a:pt x="14" y="156"/>
                    <a:pt x="14" y="157"/>
                  </a:cubicBezTo>
                  <a:cubicBezTo>
                    <a:pt x="14" y="158"/>
                    <a:pt x="14" y="159"/>
                    <a:pt x="15" y="159"/>
                  </a:cubicBezTo>
                  <a:cubicBezTo>
                    <a:pt x="15" y="160"/>
                    <a:pt x="16" y="160"/>
                    <a:pt x="16" y="161"/>
                  </a:cubicBezTo>
                  <a:cubicBezTo>
                    <a:pt x="16" y="162"/>
                    <a:pt x="15" y="162"/>
                    <a:pt x="16" y="163"/>
                  </a:cubicBezTo>
                  <a:cubicBezTo>
                    <a:pt x="16" y="163"/>
                    <a:pt x="16" y="163"/>
                    <a:pt x="16" y="164"/>
                  </a:cubicBezTo>
                  <a:cubicBezTo>
                    <a:pt x="15" y="164"/>
                    <a:pt x="16" y="165"/>
                    <a:pt x="16" y="165"/>
                  </a:cubicBezTo>
                  <a:cubicBezTo>
                    <a:pt x="17" y="166"/>
                    <a:pt x="17" y="166"/>
                    <a:pt x="17" y="167"/>
                  </a:cubicBezTo>
                  <a:cubicBezTo>
                    <a:pt x="17" y="168"/>
                    <a:pt x="17" y="170"/>
                    <a:pt x="18" y="171"/>
                  </a:cubicBezTo>
                  <a:cubicBezTo>
                    <a:pt x="18" y="172"/>
                    <a:pt x="18" y="172"/>
                    <a:pt x="19" y="173"/>
                  </a:cubicBezTo>
                  <a:cubicBezTo>
                    <a:pt x="19" y="173"/>
                    <a:pt x="19" y="173"/>
                    <a:pt x="19" y="174"/>
                  </a:cubicBezTo>
                  <a:cubicBezTo>
                    <a:pt x="19" y="174"/>
                    <a:pt x="19" y="174"/>
                    <a:pt x="19" y="175"/>
                  </a:cubicBezTo>
                  <a:cubicBezTo>
                    <a:pt x="19" y="175"/>
                    <a:pt x="18" y="175"/>
                    <a:pt x="18" y="175"/>
                  </a:cubicBezTo>
                  <a:cubicBezTo>
                    <a:pt x="19" y="175"/>
                    <a:pt x="18" y="177"/>
                    <a:pt x="18" y="177"/>
                  </a:cubicBezTo>
                  <a:cubicBezTo>
                    <a:pt x="18" y="178"/>
                    <a:pt x="18" y="178"/>
                    <a:pt x="18" y="179"/>
                  </a:cubicBezTo>
                  <a:cubicBezTo>
                    <a:pt x="17" y="179"/>
                    <a:pt x="17" y="180"/>
                    <a:pt x="16" y="180"/>
                  </a:cubicBezTo>
                  <a:cubicBezTo>
                    <a:pt x="16" y="180"/>
                    <a:pt x="15" y="178"/>
                    <a:pt x="15" y="177"/>
                  </a:cubicBezTo>
                  <a:cubicBezTo>
                    <a:pt x="15" y="177"/>
                    <a:pt x="16" y="175"/>
                    <a:pt x="15" y="174"/>
                  </a:cubicBezTo>
                  <a:cubicBezTo>
                    <a:pt x="15" y="175"/>
                    <a:pt x="15" y="177"/>
                    <a:pt x="14" y="177"/>
                  </a:cubicBezTo>
                  <a:cubicBezTo>
                    <a:pt x="13" y="178"/>
                    <a:pt x="13" y="176"/>
                    <a:pt x="13" y="176"/>
                  </a:cubicBezTo>
                  <a:cubicBezTo>
                    <a:pt x="14" y="175"/>
                    <a:pt x="14" y="174"/>
                    <a:pt x="14" y="174"/>
                  </a:cubicBezTo>
                  <a:cubicBezTo>
                    <a:pt x="14" y="173"/>
                    <a:pt x="14" y="173"/>
                    <a:pt x="14" y="172"/>
                  </a:cubicBezTo>
                  <a:cubicBezTo>
                    <a:pt x="13" y="172"/>
                    <a:pt x="13" y="171"/>
                    <a:pt x="13" y="171"/>
                  </a:cubicBezTo>
                  <a:cubicBezTo>
                    <a:pt x="12" y="170"/>
                    <a:pt x="13" y="170"/>
                    <a:pt x="13" y="170"/>
                  </a:cubicBezTo>
                  <a:cubicBezTo>
                    <a:pt x="13" y="170"/>
                    <a:pt x="12" y="170"/>
                    <a:pt x="12" y="170"/>
                  </a:cubicBezTo>
                  <a:cubicBezTo>
                    <a:pt x="12" y="171"/>
                    <a:pt x="11" y="172"/>
                    <a:pt x="12" y="172"/>
                  </a:cubicBezTo>
                  <a:cubicBezTo>
                    <a:pt x="12" y="173"/>
                    <a:pt x="12" y="175"/>
                    <a:pt x="12" y="176"/>
                  </a:cubicBezTo>
                  <a:cubicBezTo>
                    <a:pt x="12" y="176"/>
                    <a:pt x="13" y="177"/>
                    <a:pt x="13" y="177"/>
                  </a:cubicBezTo>
                  <a:cubicBezTo>
                    <a:pt x="14" y="178"/>
                    <a:pt x="14" y="178"/>
                    <a:pt x="14" y="179"/>
                  </a:cubicBezTo>
                  <a:cubicBezTo>
                    <a:pt x="14" y="180"/>
                    <a:pt x="14" y="181"/>
                    <a:pt x="13" y="182"/>
                  </a:cubicBezTo>
                  <a:cubicBezTo>
                    <a:pt x="13" y="182"/>
                    <a:pt x="13" y="181"/>
                    <a:pt x="13" y="181"/>
                  </a:cubicBezTo>
                  <a:cubicBezTo>
                    <a:pt x="13" y="182"/>
                    <a:pt x="12" y="182"/>
                    <a:pt x="12" y="182"/>
                  </a:cubicBezTo>
                  <a:cubicBezTo>
                    <a:pt x="12" y="182"/>
                    <a:pt x="12" y="183"/>
                    <a:pt x="12" y="182"/>
                  </a:cubicBezTo>
                  <a:cubicBezTo>
                    <a:pt x="12" y="182"/>
                    <a:pt x="12" y="180"/>
                    <a:pt x="12" y="180"/>
                  </a:cubicBezTo>
                  <a:cubicBezTo>
                    <a:pt x="11" y="180"/>
                    <a:pt x="11" y="182"/>
                    <a:pt x="11" y="182"/>
                  </a:cubicBezTo>
                  <a:cubicBezTo>
                    <a:pt x="11" y="182"/>
                    <a:pt x="11" y="179"/>
                    <a:pt x="11" y="178"/>
                  </a:cubicBezTo>
                  <a:cubicBezTo>
                    <a:pt x="11" y="177"/>
                    <a:pt x="11" y="179"/>
                    <a:pt x="11" y="179"/>
                  </a:cubicBezTo>
                  <a:cubicBezTo>
                    <a:pt x="11" y="179"/>
                    <a:pt x="11" y="178"/>
                    <a:pt x="11" y="178"/>
                  </a:cubicBezTo>
                  <a:cubicBezTo>
                    <a:pt x="11" y="178"/>
                    <a:pt x="11" y="176"/>
                    <a:pt x="10" y="177"/>
                  </a:cubicBezTo>
                  <a:cubicBezTo>
                    <a:pt x="10" y="176"/>
                    <a:pt x="11" y="176"/>
                    <a:pt x="10" y="175"/>
                  </a:cubicBezTo>
                  <a:cubicBezTo>
                    <a:pt x="10" y="176"/>
                    <a:pt x="10" y="177"/>
                    <a:pt x="10" y="177"/>
                  </a:cubicBezTo>
                  <a:cubicBezTo>
                    <a:pt x="10" y="178"/>
                    <a:pt x="10" y="179"/>
                    <a:pt x="10" y="179"/>
                  </a:cubicBezTo>
                  <a:cubicBezTo>
                    <a:pt x="9" y="179"/>
                    <a:pt x="9" y="178"/>
                    <a:pt x="9" y="178"/>
                  </a:cubicBezTo>
                  <a:cubicBezTo>
                    <a:pt x="9" y="178"/>
                    <a:pt x="10" y="177"/>
                    <a:pt x="10" y="177"/>
                  </a:cubicBezTo>
                  <a:cubicBezTo>
                    <a:pt x="10" y="176"/>
                    <a:pt x="10" y="175"/>
                    <a:pt x="10" y="175"/>
                  </a:cubicBezTo>
                  <a:cubicBezTo>
                    <a:pt x="10" y="175"/>
                    <a:pt x="9" y="177"/>
                    <a:pt x="9" y="178"/>
                  </a:cubicBezTo>
                  <a:cubicBezTo>
                    <a:pt x="9" y="177"/>
                    <a:pt x="9" y="177"/>
                    <a:pt x="8" y="177"/>
                  </a:cubicBezTo>
                  <a:cubicBezTo>
                    <a:pt x="8" y="177"/>
                    <a:pt x="8" y="177"/>
                    <a:pt x="9" y="178"/>
                  </a:cubicBezTo>
                  <a:cubicBezTo>
                    <a:pt x="9" y="178"/>
                    <a:pt x="9" y="178"/>
                    <a:pt x="9" y="179"/>
                  </a:cubicBezTo>
                  <a:cubicBezTo>
                    <a:pt x="9" y="180"/>
                    <a:pt x="10" y="181"/>
                    <a:pt x="10" y="181"/>
                  </a:cubicBezTo>
                  <a:cubicBezTo>
                    <a:pt x="11" y="183"/>
                    <a:pt x="12" y="185"/>
                    <a:pt x="13" y="187"/>
                  </a:cubicBezTo>
                  <a:cubicBezTo>
                    <a:pt x="13" y="188"/>
                    <a:pt x="14" y="190"/>
                    <a:pt x="14" y="192"/>
                  </a:cubicBezTo>
                  <a:cubicBezTo>
                    <a:pt x="14" y="193"/>
                    <a:pt x="14" y="194"/>
                    <a:pt x="13" y="194"/>
                  </a:cubicBezTo>
                  <a:cubicBezTo>
                    <a:pt x="13" y="195"/>
                    <a:pt x="13" y="196"/>
                    <a:pt x="13" y="197"/>
                  </a:cubicBezTo>
                  <a:cubicBezTo>
                    <a:pt x="13" y="198"/>
                    <a:pt x="14" y="199"/>
                    <a:pt x="14" y="201"/>
                  </a:cubicBezTo>
                  <a:cubicBezTo>
                    <a:pt x="14" y="202"/>
                    <a:pt x="15" y="202"/>
                    <a:pt x="15" y="203"/>
                  </a:cubicBezTo>
                  <a:cubicBezTo>
                    <a:pt x="15" y="204"/>
                    <a:pt x="15" y="205"/>
                    <a:pt x="15" y="205"/>
                  </a:cubicBezTo>
                  <a:cubicBezTo>
                    <a:pt x="14" y="207"/>
                    <a:pt x="15" y="208"/>
                    <a:pt x="15" y="209"/>
                  </a:cubicBezTo>
                  <a:cubicBezTo>
                    <a:pt x="15" y="211"/>
                    <a:pt x="15" y="213"/>
                    <a:pt x="15" y="214"/>
                  </a:cubicBezTo>
                  <a:cubicBezTo>
                    <a:pt x="14" y="215"/>
                    <a:pt x="14" y="216"/>
                    <a:pt x="14" y="217"/>
                  </a:cubicBezTo>
                  <a:cubicBezTo>
                    <a:pt x="14" y="218"/>
                    <a:pt x="14" y="219"/>
                    <a:pt x="14" y="220"/>
                  </a:cubicBezTo>
                  <a:cubicBezTo>
                    <a:pt x="14" y="220"/>
                    <a:pt x="14" y="220"/>
                    <a:pt x="14" y="220"/>
                  </a:cubicBezTo>
                  <a:cubicBezTo>
                    <a:pt x="14" y="221"/>
                    <a:pt x="14" y="221"/>
                    <a:pt x="14" y="221"/>
                  </a:cubicBezTo>
                  <a:cubicBezTo>
                    <a:pt x="14" y="222"/>
                    <a:pt x="14" y="222"/>
                    <a:pt x="14" y="222"/>
                  </a:cubicBezTo>
                  <a:cubicBezTo>
                    <a:pt x="14" y="222"/>
                    <a:pt x="14" y="223"/>
                    <a:pt x="14" y="223"/>
                  </a:cubicBezTo>
                  <a:cubicBezTo>
                    <a:pt x="14" y="224"/>
                    <a:pt x="14" y="225"/>
                    <a:pt x="14" y="226"/>
                  </a:cubicBezTo>
                  <a:cubicBezTo>
                    <a:pt x="14" y="227"/>
                    <a:pt x="14" y="228"/>
                    <a:pt x="14" y="228"/>
                  </a:cubicBezTo>
                  <a:cubicBezTo>
                    <a:pt x="15" y="230"/>
                    <a:pt x="15" y="231"/>
                    <a:pt x="15" y="233"/>
                  </a:cubicBezTo>
                  <a:cubicBezTo>
                    <a:pt x="15" y="235"/>
                    <a:pt x="16" y="237"/>
                    <a:pt x="16" y="238"/>
                  </a:cubicBezTo>
                  <a:cubicBezTo>
                    <a:pt x="16" y="239"/>
                    <a:pt x="15" y="240"/>
                    <a:pt x="15" y="241"/>
                  </a:cubicBezTo>
                  <a:cubicBezTo>
                    <a:pt x="15" y="241"/>
                    <a:pt x="15" y="242"/>
                    <a:pt x="15" y="243"/>
                  </a:cubicBezTo>
                  <a:cubicBezTo>
                    <a:pt x="14" y="244"/>
                    <a:pt x="14" y="244"/>
                    <a:pt x="14" y="244"/>
                  </a:cubicBezTo>
                  <a:cubicBezTo>
                    <a:pt x="14" y="244"/>
                    <a:pt x="14" y="244"/>
                    <a:pt x="14" y="244"/>
                  </a:cubicBezTo>
                  <a:cubicBezTo>
                    <a:pt x="14" y="245"/>
                    <a:pt x="14" y="245"/>
                    <a:pt x="14" y="245"/>
                  </a:cubicBezTo>
                  <a:cubicBezTo>
                    <a:pt x="14" y="246"/>
                    <a:pt x="14" y="246"/>
                    <a:pt x="13" y="247"/>
                  </a:cubicBezTo>
                  <a:cubicBezTo>
                    <a:pt x="13" y="247"/>
                    <a:pt x="13" y="247"/>
                    <a:pt x="13" y="248"/>
                  </a:cubicBezTo>
                  <a:cubicBezTo>
                    <a:pt x="13" y="249"/>
                    <a:pt x="12" y="247"/>
                    <a:pt x="12" y="249"/>
                  </a:cubicBezTo>
                  <a:cubicBezTo>
                    <a:pt x="12" y="249"/>
                    <a:pt x="12" y="250"/>
                    <a:pt x="12" y="249"/>
                  </a:cubicBezTo>
                  <a:cubicBezTo>
                    <a:pt x="12" y="249"/>
                    <a:pt x="12" y="248"/>
                    <a:pt x="12" y="248"/>
                  </a:cubicBezTo>
                  <a:cubicBezTo>
                    <a:pt x="12" y="247"/>
                    <a:pt x="13" y="247"/>
                    <a:pt x="13" y="247"/>
                  </a:cubicBezTo>
                  <a:cubicBezTo>
                    <a:pt x="13" y="247"/>
                    <a:pt x="12" y="248"/>
                    <a:pt x="12" y="248"/>
                  </a:cubicBezTo>
                  <a:cubicBezTo>
                    <a:pt x="11" y="248"/>
                    <a:pt x="11" y="249"/>
                    <a:pt x="11" y="250"/>
                  </a:cubicBezTo>
                  <a:cubicBezTo>
                    <a:pt x="11" y="252"/>
                    <a:pt x="11" y="253"/>
                    <a:pt x="10" y="255"/>
                  </a:cubicBezTo>
                  <a:cubicBezTo>
                    <a:pt x="10" y="255"/>
                    <a:pt x="10" y="254"/>
                    <a:pt x="11" y="254"/>
                  </a:cubicBezTo>
                  <a:cubicBezTo>
                    <a:pt x="11" y="255"/>
                    <a:pt x="10" y="255"/>
                    <a:pt x="9" y="256"/>
                  </a:cubicBezTo>
                  <a:cubicBezTo>
                    <a:pt x="9" y="256"/>
                    <a:pt x="8" y="257"/>
                    <a:pt x="8" y="258"/>
                  </a:cubicBezTo>
                  <a:cubicBezTo>
                    <a:pt x="7" y="258"/>
                    <a:pt x="5" y="260"/>
                    <a:pt x="4" y="259"/>
                  </a:cubicBezTo>
                  <a:cubicBezTo>
                    <a:pt x="3" y="258"/>
                    <a:pt x="4" y="258"/>
                    <a:pt x="3" y="258"/>
                  </a:cubicBezTo>
                  <a:cubicBezTo>
                    <a:pt x="3" y="258"/>
                    <a:pt x="3" y="259"/>
                    <a:pt x="2" y="259"/>
                  </a:cubicBezTo>
                  <a:cubicBezTo>
                    <a:pt x="2" y="260"/>
                    <a:pt x="2" y="260"/>
                    <a:pt x="2" y="261"/>
                  </a:cubicBezTo>
                  <a:cubicBezTo>
                    <a:pt x="1" y="262"/>
                    <a:pt x="1" y="263"/>
                    <a:pt x="1" y="264"/>
                  </a:cubicBezTo>
                  <a:cubicBezTo>
                    <a:pt x="1" y="264"/>
                    <a:pt x="0" y="266"/>
                    <a:pt x="1" y="266"/>
                  </a:cubicBezTo>
                  <a:cubicBezTo>
                    <a:pt x="1" y="267"/>
                    <a:pt x="1" y="266"/>
                    <a:pt x="2" y="266"/>
                  </a:cubicBezTo>
                  <a:cubicBezTo>
                    <a:pt x="4" y="266"/>
                    <a:pt x="5" y="268"/>
                    <a:pt x="6" y="269"/>
                  </a:cubicBezTo>
                  <a:cubicBezTo>
                    <a:pt x="6" y="270"/>
                    <a:pt x="7" y="271"/>
                    <a:pt x="7" y="271"/>
                  </a:cubicBezTo>
                  <a:cubicBezTo>
                    <a:pt x="7" y="272"/>
                    <a:pt x="7" y="272"/>
                    <a:pt x="8" y="272"/>
                  </a:cubicBezTo>
                  <a:cubicBezTo>
                    <a:pt x="9" y="272"/>
                    <a:pt x="9" y="273"/>
                    <a:pt x="10" y="273"/>
                  </a:cubicBezTo>
                  <a:cubicBezTo>
                    <a:pt x="10" y="273"/>
                    <a:pt x="11" y="273"/>
                    <a:pt x="11" y="272"/>
                  </a:cubicBezTo>
                  <a:cubicBezTo>
                    <a:pt x="11" y="273"/>
                    <a:pt x="12" y="273"/>
                    <a:pt x="11" y="273"/>
                  </a:cubicBezTo>
                  <a:cubicBezTo>
                    <a:pt x="10" y="273"/>
                    <a:pt x="11" y="274"/>
                    <a:pt x="11" y="274"/>
                  </a:cubicBezTo>
                  <a:cubicBezTo>
                    <a:pt x="12" y="274"/>
                    <a:pt x="13" y="274"/>
                    <a:pt x="14" y="274"/>
                  </a:cubicBezTo>
                  <a:cubicBezTo>
                    <a:pt x="14" y="274"/>
                    <a:pt x="14" y="275"/>
                    <a:pt x="15" y="274"/>
                  </a:cubicBezTo>
                  <a:cubicBezTo>
                    <a:pt x="15" y="274"/>
                    <a:pt x="15" y="274"/>
                    <a:pt x="15" y="274"/>
                  </a:cubicBezTo>
                  <a:cubicBezTo>
                    <a:pt x="16" y="274"/>
                    <a:pt x="16" y="274"/>
                    <a:pt x="17" y="274"/>
                  </a:cubicBezTo>
                  <a:cubicBezTo>
                    <a:pt x="17" y="274"/>
                    <a:pt x="17" y="274"/>
                    <a:pt x="18" y="274"/>
                  </a:cubicBezTo>
                  <a:cubicBezTo>
                    <a:pt x="18" y="274"/>
                    <a:pt x="19" y="274"/>
                    <a:pt x="19" y="274"/>
                  </a:cubicBezTo>
                  <a:cubicBezTo>
                    <a:pt x="19" y="274"/>
                    <a:pt x="21" y="275"/>
                    <a:pt x="21" y="275"/>
                  </a:cubicBezTo>
                  <a:cubicBezTo>
                    <a:pt x="21" y="275"/>
                    <a:pt x="22" y="274"/>
                    <a:pt x="23" y="275"/>
                  </a:cubicBezTo>
                  <a:cubicBezTo>
                    <a:pt x="23" y="275"/>
                    <a:pt x="23" y="275"/>
                    <a:pt x="24" y="275"/>
                  </a:cubicBezTo>
                  <a:cubicBezTo>
                    <a:pt x="24" y="275"/>
                    <a:pt x="24" y="275"/>
                    <a:pt x="24" y="275"/>
                  </a:cubicBezTo>
                  <a:cubicBezTo>
                    <a:pt x="24" y="275"/>
                    <a:pt x="24" y="275"/>
                    <a:pt x="24" y="275"/>
                  </a:cubicBezTo>
                  <a:cubicBezTo>
                    <a:pt x="24" y="275"/>
                    <a:pt x="24" y="274"/>
                    <a:pt x="24" y="274"/>
                  </a:cubicBezTo>
                  <a:cubicBezTo>
                    <a:pt x="24" y="275"/>
                    <a:pt x="24" y="275"/>
                    <a:pt x="24" y="275"/>
                  </a:cubicBezTo>
                  <a:cubicBezTo>
                    <a:pt x="23" y="274"/>
                    <a:pt x="24" y="274"/>
                    <a:pt x="24" y="274"/>
                  </a:cubicBezTo>
                  <a:cubicBezTo>
                    <a:pt x="24" y="274"/>
                    <a:pt x="25" y="274"/>
                    <a:pt x="26" y="274"/>
                  </a:cubicBezTo>
                  <a:cubicBezTo>
                    <a:pt x="26" y="274"/>
                    <a:pt x="26" y="274"/>
                    <a:pt x="27" y="274"/>
                  </a:cubicBezTo>
                  <a:cubicBezTo>
                    <a:pt x="27" y="274"/>
                    <a:pt x="26" y="274"/>
                    <a:pt x="27" y="274"/>
                  </a:cubicBezTo>
                  <a:cubicBezTo>
                    <a:pt x="27" y="273"/>
                    <a:pt x="27" y="273"/>
                    <a:pt x="28" y="273"/>
                  </a:cubicBezTo>
                  <a:cubicBezTo>
                    <a:pt x="28" y="273"/>
                    <a:pt x="29" y="273"/>
                    <a:pt x="29" y="273"/>
                  </a:cubicBezTo>
                  <a:cubicBezTo>
                    <a:pt x="29" y="272"/>
                    <a:pt x="29" y="272"/>
                    <a:pt x="30" y="271"/>
                  </a:cubicBezTo>
                  <a:cubicBezTo>
                    <a:pt x="31" y="270"/>
                    <a:pt x="32" y="270"/>
                    <a:pt x="33" y="270"/>
                  </a:cubicBezTo>
                  <a:cubicBezTo>
                    <a:pt x="33" y="269"/>
                    <a:pt x="34" y="269"/>
                    <a:pt x="34" y="269"/>
                  </a:cubicBezTo>
                  <a:cubicBezTo>
                    <a:pt x="34" y="269"/>
                    <a:pt x="35" y="269"/>
                    <a:pt x="35" y="268"/>
                  </a:cubicBezTo>
                  <a:cubicBezTo>
                    <a:pt x="35" y="268"/>
                    <a:pt x="35" y="268"/>
                    <a:pt x="35" y="268"/>
                  </a:cubicBezTo>
                  <a:cubicBezTo>
                    <a:pt x="35" y="268"/>
                    <a:pt x="36" y="268"/>
                    <a:pt x="37" y="268"/>
                  </a:cubicBezTo>
                  <a:cubicBezTo>
                    <a:pt x="37" y="268"/>
                    <a:pt x="37" y="268"/>
                    <a:pt x="38" y="268"/>
                  </a:cubicBezTo>
                  <a:cubicBezTo>
                    <a:pt x="38" y="269"/>
                    <a:pt x="38" y="268"/>
                    <a:pt x="38" y="269"/>
                  </a:cubicBezTo>
                  <a:cubicBezTo>
                    <a:pt x="38" y="269"/>
                    <a:pt x="39" y="268"/>
                    <a:pt x="39" y="268"/>
                  </a:cubicBezTo>
                  <a:cubicBezTo>
                    <a:pt x="39" y="268"/>
                    <a:pt x="39" y="269"/>
                    <a:pt x="40" y="268"/>
                  </a:cubicBezTo>
                  <a:cubicBezTo>
                    <a:pt x="40" y="268"/>
                    <a:pt x="40" y="267"/>
                    <a:pt x="40" y="267"/>
                  </a:cubicBezTo>
                  <a:cubicBezTo>
                    <a:pt x="41" y="267"/>
                    <a:pt x="41" y="267"/>
                    <a:pt x="41" y="267"/>
                  </a:cubicBezTo>
                  <a:cubicBezTo>
                    <a:pt x="41" y="267"/>
                    <a:pt x="41" y="267"/>
                    <a:pt x="42" y="267"/>
                  </a:cubicBezTo>
                  <a:cubicBezTo>
                    <a:pt x="40" y="266"/>
                    <a:pt x="43" y="264"/>
                    <a:pt x="44" y="264"/>
                  </a:cubicBezTo>
                  <a:cubicBezTo>
                    <a:pt x="44" y="264"/>
                    <a:pt x="45" y="263"/>
                    <a:pt x="46" y="263"/>
                  </a:cubicBezTo>
                  <a:cubicBezTo>
                    <a:pt x="46" y="262"/>
                    <a:pt x="46" y="263"/>
                    <a:pt x="47" y="262"/>
                  </a:cubicBezTo>
                  <a:cubicBezTo>
                    <a:pt x="47" y="262"/>
                    <a:pt x="47" y="262"/>
                    <a:pt x="48" y="262"/>
                  </a:cubicBezTo>
                  <a:cubicBezTo>
                    <a:pt x="48" y="262"/>
                    <a:pt x="48" y="262"/>
                    <a:pt x="49" y="262"/>
                  </a:cubicBezTo>
                  <a:cubicBezTo>
                    <a:pt x="49" y="262"/>
                    <a:pt x="50" y="262"/>
                    <a:pt x="50" y="262"/>
                  </a:cubicBezTo>
                  <a:cubicBezTo>
                    <a:pt x="51" y="262"/>
                    <a:pt x="51" y="263"/>
                    <a:pt x="52" y="262"/>
                  </a:cubicBezTo>
                  <a:cubicBezTo>
                    <a:pt x="52" y="262"/>
                    <a:pt x="53" y="262"/>
                    <a:pt x="53" y="262"/>
                  </a:cubicBezTo>
                  <a:cubicBezTo>
                    <a:pt x="53" y="262"/>
                    <a:pt x="54" y="262"/>
                    <a:pt x="54" y="262"/>
                  </a:cubicBezTo>
                  <a:cubicBezTo>
                    <a:pt x="55" y="262"/>
                    <a:pt x="56" y="262"/>
                    <a:pt x="57" y="261"/>
                  </a:cubicBezTo>
                  <a:cubicBezTo>
                    <a:pt x="57" y="261"/>
                    <a:pt x="58" y="261"/>
                    <a:pt x="58" y="261"/>
                  </a:cubicBezTo>
                  <a:cubicBezTo>
                    <a:pt x="58" y="262"/>
                    <a:pt x="58" y="261"/>
                    <a:pt x="59" y="261"/>
                  </a:cubicBezTo>
                  <a:cubicBezTo>
                    <a:pt x="60" y="261"/>
                    <a:pt x="60" y="261"/>
                    <a:pt x="61" y="261"/>
                  </a:cubicBezTo>
                  <a:cubicBezTo>
                    <a:pt x="61" y="261"/>
                    <a:pt x="62" y="261"/>
                    <a:pt x="62" y="261"/>
                  </a:cubicBezTo>
                  <a:cubicBezTo>
                    <a:pt x="62" y="261"/>
                    <a:pt x="62" y="261"/>
                    <a:pt x="63" y="262"/>
                  </a:cubicBezTo>
                  <a:cubicBezTo>
                    <a:pt x="63" y="262"/>
                    <a:pt x="63" y="261"/>
                    <a:pt x="64" y="262"/>
                  </a:cubicBezTo>
                  <a:cubicBezTo>
                    <a:pt x="65" y="262"/>
                    <a:pt x="66" y="260"/>
                    <a:pt x="67" y="262"/>
                  </a:cubicBezTo>
                  <a:cubicBezTo>
                    <a:pt x="67" y="262"/>
                    <a:pt x="66" y="263"/>
                    <a:pt x="66" y="263"/>
                  </a:cubicBezTo>
                  <a:cubicBezTo>
                    <a:pt x="67" y="263"/>
                    <a:pt x="68" y="263"/>
                    <a:pt x="68" y="263"/>
                  </a:cubicBezTo>
                  <a:cubicBezTo>
                    <a:pt x="68" y="263"/>
                    <a:pt x="68" y="262"/>
                    <a:pt x="68" y="262"/>
                  </a:cubicBezTo>
                  <a:cubicBezTo>
                    <a:pt x="69" y="262"/>
                    <a:pt x="69" y="262"/>
                    <a:pt x="70" y="262"/>
                  </a:cubicBezTo>
                  <a:cubicBezTo>
                    <a:pt x="71" y="262"/>
                    <a:pt x="71" y="262"/>
                    <a:pt x="72" y="262"/>
                  </a:cubicBezTo>
                  <a:cubicBezTo>
                    <a:pt x="72" y="262"/>
                    <a:pt x="73" y="261"/>
                    <a:pt x="73" y="262"/>
                  </a:cubicBezTo>
                  <a:cubicBezTo>
                    <a:pt x="74" y="262"/>
                    <a:pt x="74" y="262"/>
                    <a:pt x="74" y="262"/>
                  </a:cubicBezTo>
                  <a:cubicBezTo>
                    <a:pt x="75" y="262"/>
                    <a:pt x="76" y="261"/>
                    <a:pt x="76" y="262"/>
                  </a:cubicBezTo>
                  <a:cubicBezTo>
                    <a:pt x="76" y="262"/>
                    <a:pt x="76" y="263"/>
                    <a:pt x="76" y="263"/>
                  </a:cubicBezTo>
                  <a:cubicBezTo>
                    <a:pt x="77" y="263"/>
                    <a:pt x="77" y="263"/>
                    <a:pt x="78" y="262"/>
                  </a:cubicBezTo>
                  <a:cubicBezTo>
                    <a:pt x="78" y="262"/>
                    <a:pt x="79" y="261"/>
                    <a:pt x="79" y="262"/>
                  </a:cubicBezTo>
                  <a:cubicBezTo>
                    <a:pt x="80" y="262"/>
                    <a:pt x="80" y="262"/>
                    <a:pt x="80" y="262"/>
                  </a:cubicBezTo>
                  <a:cubicBezTo>
                    <a:pt x="81" y="261"/>
                    <a:pt x="82" y="261"/>
                    <a:pt x="82" y="261"/>
                  </a:cubicBezTo>
                  <a:cubicBezTo>
                    <a:pt x="83" y="261"/>
                    <a:pt x="83" y="260"/>
                    <a:pt x="83" y="259"/>
                  </a:cubicBezTo>
                  <a:cubicBezTo>
                    <a:pt x="84" y="259"/>
                    <a:pt x="84" y="259"/>
                    <a:pt x="85" y="258"/>
                  </a:cubicBezTo>
                  <a:cubicBezTo>
                    <a:pt x="86" y="258"/>
                    <a:pt x="86" y="257"/>
                    <a:pt x="86" y="256"/>
                  </a:cubicBezTo>
                  <a:cubicBezTo>
                    <a:pt x="87" y="255"/>
                    <a:pt x="88" y="254"/>
                    <a:pt x="89" y="253"/>
                  </a:cubicBezTo>
                  <a:cubicBezTo>
                    <a:pt x="91" y="252"/>
                    <a:pt x="92" y="251"/>
                    <a:pt x="94" y="251"/>
                  </a:cubicBezTo>
                  <a:cubicBezTo>
                    <a:pt x="96" y="251"/>
                    <a:pt x="97" y="250"/>
                    <a:pt x="99" y="249"/>
                  </a:cubicBezTo>
                  <a:cubicBezTo>
                    <a:pt x="99" y="249"/>
                    <a:pt x="100" y="248"/>
                    <a:pt x="101" y="248"/>
                  </a:cubicBezTo>
                  <a:cubicBezTo>
                    <a:pt x="101" y="248"/>
                    <a:pt x="102" y="248"/>
                    <a:pt x="103" y="247"/>
                  </a:cubicBezTo>
                  <a:cubicBezTo>
                    <a:pt x="105" y="246"/>
                    <a:pt x="106" y="245"/>
                    <a:pt x="108" y="244"/>
                  </a:cubicBezTo>
                  <a:cubicBezTo>
                    <a:pt x="109" y="244"/>
                    <a:pt x="110" y="244"/>
                    <a:pt x="110" y="244"/>
                  </a:cubicBezTo>
                  <a:cubicBezTo>
                    <a:pt x="111" y="244"/>
                    <a:pt x="111" y="244"/>
                    <a:pt x="112" y="244"/>
                  </a:cubicBezTo>
                  <a:cubicBezTo>
                    <a:pt x="113" y="244"/>
                    <a:pt x="114" y="244"/>
                    <a:pt x="114" y="244"/>
                  </a:cubicBezTo>
                  <a:cubicBezTo>
                    <a:pt x="115" y="244"/>
                    <a:pt x="117" y="244"/>
                    <a:pt x="118" y="244"/>
                  </a:cubicBezTo>
                  <a:cubicBezTo>
                    <a:pt x="119" y="244"/>
                    <a:pt x="121" y="244"/>
                    <a:pt x="123" y="243"/>
                  </a:cubicBezTo>
                  <a:cubicBezTo>
                    <a:pt x="124" y="243"/>
                    <a:pt x="125" y="243"/>
                    <a:pt x="126" y="242"/>
                  </a:cubicBezTo>
                  <a:cubicBezTo>
                    <a:pt x="127" y="242"/>
                    <a:pt x="128" y="242"/>
                    <a:pt x="129" y="242"/>
                  </a:cubicBezTo>
                  <a:cubicBezTo>
                    <a:pt x="130" y="241"/>
                    <a:pt x="132" y="241"/>
                    <a:pt x="134" y="240"/>
                  </a:cubicBezTo>
                  <a:cubicBezTo>
                    <a:pt x="136" y="239"/>
                    <a:pt x="137" y="238"/>
                    <a:pt x="139" y="238"/>
                  </a:cubicBezTo>
                  <a:cubicBezTo>
                    <a:pt x="141" y="237"/>
                    <a:pt x="143" y="237"/>
                    <a:pt x="145" y="237"/>
                  </a:cubicBezTo>
                  <a:cubicBezTo>
                    <a:pt x="147" y="237"/>
                    <a:pt x="149" y="236"/>
                    <a:pt x="151" y="236"/>
                  </a:cubicBezTo>
                  <a:cubicBezTo>
                    <a:pt x="153" y="236"/>
                    <a:pt x="155" y="237"/>
                    <a:pt x="156" y="237"/>
                  </a:cubicBezTo>
                  <a:cubicBezTo>
                    <a:pt x="157" y="236"/>
                    <a:pt x="158" y="236"/>
                    <a:pt x="159" y="236"/>
                  </a:cubicBezTo>
                  <a:cubicBezTo>
                    <a:pt x="160" y="235"/>
                    <a:pt x="160" y="235"/>
                    <a:pt x="161" y="235"/>
                  </a:cubicBezTo>
                  <a:cubicBezTo>
                    <a:pt x="162" y="236"/>
                    <a:pt x="163" y="237"/>
                    <a:pt x="164" y="238"/>
                  </a:cubicBezTo>
                  <a:cubicBezTo>
                    <a:pt x="165" y="238"/>
                    <a:pt x="166" y="239"/>
                    <a:pt x="166" y="240"/>
                  </a:cubicBezTo>
                  <a:cubicBezTo>
                    <a:pt x="167" y="240"/>
                    <a:pt x="167" y="241"/>
                    <a:pt x="167" y="241"/>
                  </a:cubicBezTo>
                  <a:cubicBezTo>
                    <a:pt x="168" y="241"/>
                    <a:pt x="170" y="241"/>
                    <a:pt x="170" y="241"/>
                  </a:cubicBezTo>
                  <a:cubicBezTo>
                    <a:pt x="170" y="240"/>
                    <a:pt x="172" y="240"/>
                    <a:pt x="173" y="241"/>
                  </a:cubicBezTo>
                  <a:cubicBezTo>
                    <a:pt x="174" y="241"/>
                    <a:pt x="174" y="241"/>
                    <a:pt x="174" y="242"/>
                  </a:cubicBezTo>
                  <a:cubicBezTo>
                    <a:pt x="175" y="242"/>
                    <a:pt x="175" y="242"/>
                    <a:pt x="175" y="242"/>
                  </a:cubicBezTo>
                  <a:cubicBezTo>
                    <a:pt x="175" y="243"/>
                    <a:pt x="175" y="243"/>
                    <a:pt x="176" y="243"/>
                  </a:cubicBezTo>
                  <a:cubicBezTo>
                    <a:pt x="176" y="243"/>
                    <a:pt x="176" y="243"/>
                    <a:pt x="176" y="243"/>
                  </a:cubicBezTo>
                  <a:cubicBezTo>
                    <a:pt x="177" y="243"/>
                    <a:pt x="178" y="243"/>
                    <a:pt x="179" y="243"/>
                  </a:cubicBezTo>
                  <a:cubicBezTo>
                    <a:pt x="179" y="243"/>
                    <a:pt x="179" y="243"/>
                    <a:pt x="179" y="243"/>
                  </a:cubicBezTo>
                  <a:cubicBezTo>
                    <a:pt x="178" y="242"/>
                    <a:pt x="179" y="242"/>
                    <a:pt x="179" y="242"/>
                  </a:cubicBezTo>
                  <a:cubicBezTo>
                    <a:pt x="179" y="242"/>
                    <a:pt x="179" y="243"/>
                    <a:pt x="180" y="243"/>
                  </a:cubicBezTo>
                  <a:cubicBezTo>
                    <a:pt x="180" y="243"/>
                    <a:pt x="180" y="242"/>
                    <a:pt x="181" y="242"/>
                  </a:cubicBezTo>
                  <a:cubicBezTo>
                    <a:pt x="181" y="242"/>
                    <a:pt x="181" y="242"/>
                    <a:pt x="181" y="242"/>
                  </a:cubicBezTo>
                  <a:cubicBezTo>
                    <a:pt x="180" y="243"/>
                    <a:pt x="181" y="243"/>
                    <a:pt x="181" y="243"/>
                  </a:cubicBezTo>
                  <a:cubicBezTo>
                    <a:pt x="181" y="243"/>
                    <a:pt x="181" y="243"/>
                    <a:pt x="181" y="243"/>
                  </a:cubicBezTo>
                  <a:cubicBezTo>
                    <a:pt x="181" y="243"/>
                    <a:pt x="181" y="243"/>
                    <a:pt x="181" y="243"/>
                  </a:cubicBezTo>
                  <a:cubicBezTo>
                    <a:pt x="181" y="244"/>
                    <a:pt x="182" y="244"/>
                    <a:pt x="182" y="244"/>
                  </a:cubicBezTo>
                  <a:cubicBezTo>
                    <a:pt x="182" y="244"/>
                    <a:pt x="182" y="245"/>
                    <a:pt x="182" y="246"/>
                  </a:cubicBezTo>
                  <a:cubicBezTo>
                    <a:pt x="182" y="246"/>
                    <a:pt x="181" y="245"/>
                    <a:pt x="181" y="246"/>
                  </a:cubicBezTo>
                  <a:cubicBezTo>
                    <a:pt x="181" y="246"/>
                    <a:pt x="181" y="247"/>
                    <a:pt x="181" y="247"/>
                  </a:cubicBezTo>
                  <a:cubicBezTo>
                    <a:pt x="182" y="247"/>
                    <a:pt x="182" y="247"/>
                    <a:pt x="182" y="246"/>
                  </a:cubicBezTo>
                  <a:cubicBezTo>
                    <a:pt x="183" y="246"/>
                    <a:pt x="183" y="246"/>
                    <a:pt x="183" y="246"/>
                  </a:cubicBezTo>
                  <a:cubicBezTo>
                    <a:pt x="184" y="246"/>
                    <a:pt x="184" y="247"/>
                    <a:pt x="184" y="247"/>
                  </a:cubicBezTo>
                  <a:cubicBezTo>
                    <a:pt x="184" y="248"/>
                    <a:pt x="184" y="248"/>
                    <a:pt x="184" y="249"/>
                  </a:cubicBezTo>
                  <a:cubicBezTo>
                    <a:pt x="184" y="249"/>
                    <a:pt x="183" y="250"/>
                    <a:pt x="183" y="250"/>
                  </a:cubicBezTo>
                  <a:cubicBezTo>
                    <a:pt x="183" y="250"/>
                    <a:pt x="183" y="249"/>
                    <a:pt x="183" y="249"/>
                  </a:cubicBezTo>
                  <a:cubicBezTo>
                    <a:pt x="183" y="249"/>
                    <a:pt x="182" y="249"/>
                    <a:pt x="182" y="249"/>
                  </a:cubicBezTo>
                  <a:cubicBezTo>
                    <a:pt x="182" y="250"/>
                    <a:pt x="182" y="250"/>
                    <a:pt x="182" y="251"/>
                  </a:cubicBezTo>
                  <a:cubicBezTo>
                    <a:pt x="182" y="251"/>
                    <a:pt x="181" y="251"/>
                    <a:pt x="181" y="251"/>
                  </a:cubicBezTo>
                  <a:cubicBezTo>
                    <a:pt x="181" y="252"/>
                    <a:pt x="182" y="251"/>
                    <a:pt x="182" y="252"/>
                  </a:cubicBezTo>
                  <a:cubicBezTo>
                    <a:pt x="182" y="252"/>
                    <a:pt x="181" y="252"/>
                    <a:pt x="182" y="252"/>
                  </a:cubicBezTo>
                  <a:cubicBezTo>
                    <a:pt x="182" y="253"/>
                    <a:pt x="182" y="253"/>
                    <a:pt x="182" y="254"/>
                  </a:cubicBezTo>
                  <a:cubicBezTo>
                    <a:pt x="182" y="254"/>
                    <a:pt x="182" y="254"/>
                    <a:pt x="183" y="254"/>
                  </a:cubicBezTo>
                  <a:cubicBezTo>
                    <a:pt x="183" y="254"/>
                    <a:pt x="183" y="254"/>
                    <a:pt x="184" y="254"/>
                  </a:cubicBezTo>
                  <a:cubicBezTo>
                    <a:pt x="184" y="254"/>
                    <a:pt x="184" y="254"/>
                    <a:pt x="185" y="254"/>
                  </a:cubicBezTo>
                  <a:cubicBezTo>
                    <a:pt x="185" y="254"/>
                    <a:pt x="185" y="255"/>
                    <a:pt x="185" y="255"/>
                  </a:cubicBezTo>
                  <a:cubicBezTo>
                    <a:pt x="186" y="254"/>
                    <a:pt x="184" y="253"/>
                    <a:pt x="185" y="254"/>
                  </a:cubicBezTo>
                  <a:cubicBezTo>
                    <a:pt x="186" y="254"/>
                    <a:pt x="186" y="254"/>
                    <a:pt x="186" y="255"/>
                  </a:cubicBezTo>
                  <a:cubicBezTo>
                    <a:pt x="186" y="255"/>
                    <a:pt x="185" y="254"/>
                    <a:pt x="185" y="255"/>
                  </a:cubicBezTo>
                  <a:cubicBezTo>
                    <a:pt x="186" y="255"/>
                    <a:pt x="186" y="257"/>
                    <a:pt x="186" y="257"/>
                  </a:cubicBezTo>
                  <a:cubicBezTo>
                    <a:pt x="186" y="258"/>
                    <a:pt x="185" y="259"/>
                    <a:pt x="186" y="259"/>
                  </a:cubicBezTo>
                  <a:cubicBezTo>
                    <a:pt x="186" y="260"/>
                    <a:pt x="186" y="261"/>
                    <a:pt x="187" y="261"/>
                  </a:cubicBezTo>
                  <a:cubicBezTo>
                    <a:pt x="187" y="262"/>
                    <a:pt x="187" y="262"/>
                    <a:pt x="187" y="263"/>
                  </a:cubicBezTo>
                  <a:cubicBezTo>
                    <a:pt x="187" y="263"/>
                    <a:pt x="187" y="264"/>
                    <a:pt x="187" y="264"/>
                  </a:cubicBezTo>
                  <a:cubicBezTo>
                    <a:pt x="187" y="264"/>
                    <a:pt x="186" y="264"/>
                    <a:pt x="187" y="265"/>
                  </a:cubicBezTo>
                  <a:cubicBezTo>
                    <a:pt x="187" y="265"/>
                    <a:pt x="187" y="265"/>
                    <a:pt x="187" y="265"/>
                  </a:cubicBezTo>
                  <a:cubicBezTo>
                    <a:pt x="187" y="266"/>
                    <a:pt x="187" y="266"/>
                    <a:pt x="187" y="267"/>
                  </a:cubicBezTo>
                  <a:cubicBezTo>
                    <a:pt x="186" y="267"/>
                    <a:pt x="187" y="268"/>
                    <a:pt x="186" y="268"/>
                  </a:cubicBezTo>
                  <a:cubicBezTo>
                    <a:pt x="186" y="269"/>
                    <a:pt x="186" y="269"/>
                    <a:pt x="186" y="269"/>
                  </a:cubicBezTo>
                  <a:cubicBezTo>
                    <a:pt x="186" y="269"/>
                    <a:pt x="186" y="269"/>
                    <a:pt x="186" y="269"/>
                  </a:cubicBezTo>
                  <a:cubicBezTo>
                    <a:pt x="186" y="269"/>
                    <a:pt x="187" y="270"/>
                    <a:pt x="187" y="270"/>
                  </a:cubicBezTo>
                  <a:cubicBezTo>
                    <a:pt x="187" y="270"/>
                    <a:pt x="186" y="270"/>
                    <a:pt x="185" y="270"/>
                  </a:cubicBezTo>
                  <a:cubicBezTo>
                    <a:pt x="185" y="269"/>
                    <a:pt x="186" y="269"/>
                    <a:pt x="186" y="269"/>
                  </a:cubicBezTo>
                  <a:cubicBezTo>
                    <a:pt x="185" y="268"/>
                    <a:pt x="185" y="269"/>
                    <a:pt x="185" y="268"/>
                  </a:cubicBezTo>
                  <a:cubicBezTo>
                    <a:pt x="185" y="268"/>
                    <a:pt x="185" y="268"/>
                    <a:pt x="185" y="268"/>
                  </a:cubicBezTo>
                  <a:cubicBezTo>
                    <a:pt x="184" y="268"/>
                    <a:pt x="184" y="269"/>
                    <a:pt x="183" y="269"/>
                  </a:cubicBezTo>
                  <a:cubicBezTo>
                    <a:pt x="184" y="269"/>
                    <a:pt x="184" y="269"/>
                    <a:pt x="185" y="270"/>
                  </a:cubicBezTo>
                  <a:cubicBezTo>
                    <a:pt x="185" y="270"/>
                    <a:pt x="185" y="270"/>
                    <a:pt x="185" y="271"/>
                  </a:cubicBezTo>
                  <a:cubicBezTo>
                    <a:pt x="185" y="271"/>
                    <a:pt x="186" y="271"/>
                    <a:pt x="186" y="271"/>
                  </a:cubicBezTo>
                  <a:cubicBezTo>
                    <a:pt x="186" y="271"/>
                    <a:pt x="186" y="272"/>
                    <a:pt x="186" y="272"/>
                  </a:cubicBezTo>
                  <a:cubicBezTo>
                    <a:pt x="187" y="273"/>
                    <a:pt x="186" y="274"/>
                    <a:pt x="187" y="273"/>
                  </a:cubicBezTo>
                  <a:cubicBezTo>
                    <a:pt x="187" y="273"/>
                    <a:pt x="188" y="272"/>
                    <a:pt x="189" y="273"/>
                  </a:cubicBezTo>
                  <a:cubicBezTo>
                    <a:pt x="189" y="273"/>
                    <a:pt x="189" y="273"/>
                    <a:pt x="189" y="273"/>
                  </a:cubicBezTo>
                  <a:cubicBezTo>
                    <a:pt x="189" y="273"/>
                    <a:pt x="189" y="273"/>
                    <a:pt x="189" y="274"/>
                  </a:cubicBezTo>
                  <a:cubicBezTo>
                    <a:pt x="189" y="274"/>
                    <a:pt x="189" y="274"/>
                    <a:pt x="189" y="274"/>
                  </a:cubicBezTo>
                  <a:cubicBezTo>
                    <a:pt x="190" y="274"/>
                    <a:pt x="190" y="272"/>
                    <a:pt x="190" y="272"/>
                  </a:cubicBezTo>
                  <a:cubicBezTo>
                    <a:pt x="190" y="272"/>
                    <a:pt x="191" y="272"/>
                    <a:pt x="191" y="272"/>
                  </a:cubicBezTo>
                  <a:cubicBezTo>
                    <a:pt x="191" y="272"/>
                    <a:pt x="191" y="271"/>
                    <a:pt x="191" y="271"/>
                  </a:cubicBezTo>
                  <a:cubicBezTo>
                    <a:pt x="191" y="271"/>
                    <a:pt x="191" y="271"/>
                    <a:pt x="190" y="272"/>
                  </a:cubicBezTo>
                  <a:cubicBezTo>
                    <a:pt x="190" y="272"/>
                    <a:pt x="190" y="271"/>
                    <a:pt x="190" y="271"/>
                  </a:cubicBezTo>
                  <a:cubicBezTo>
                    <a:pt x="190" y="272"/>
                    <a:pt x="189" y="272"/>
                    <a:pt x="189" y="272"/>
                  </a:cubicBezTo>
                  <a:cubicBezTo>
                    <a:pt x="189" y="272"/>
                    <a:pt x="190" y="272"/>
                    <a:pt x="190" y="271"/>
                  </a:cubicBezTo>
                  <a:cubicBezTo>
                    <a:pt x="190" y="271"/>
                    <a:pt x="190" y="270"/>
                    <a:pt x="190" y="270"/>
                  </a:cubicBezTo>
                  <a:cubicBezTo>
                    <a:pt x="191" y="270"/>
                    <a:pt x="191" y="270"/>
                    <a:pt x="191" y="270"/>
                  </a:cubicBezTo>
                  <a:cubicBezTo>
                    <a:pt x="191" y="269"/>
                    <a:pt x="191" y="269"/>
                    <a:pt x="191" y="269"/>
                  </a:cubicBezTo>
                  <a:cubicBezTo>
                    <a:pt x="192" y="269"/>
                    <a:pt x="192" y="268"/>
                    <a:pt x="193" y="268"/>
                  </a:cubicBezTo>
                  <a:cubicBezTo>
                    <a:pt x="193" y="268"/>
                    <a:pt x="192" y="269"/>
                    <a:pt x="193" y="269"/>
                  </a:cubicBezTo>
                  <a:cubicBezTo>
                    <a:pt x="193" y="269"/>
                    <a:pt x="193" y="268"/>
                    <a:pt x="193" y="267"/>
                  </a:cubicBezTo>
                  <a:cubicBezTo>
                    <a:pt x="194" y="267"/>
                    <a:pt x="194" y="267"/>
                    <a:pt x="195" y="267"/>
                  </a:cubicBezTo>
                  <a:cubicBezTo>
                    <a:pt x="196" y="266"/>
                    <a:pt x="196" y="264"/>
                    <a:pt x="197" y="264"/>
                  </a:cubicBezTo>
                  <a:cubicBezTo>
                    <a:pt x="198" y="263"/>
                    <a:pt x="199" y="263"/>
                    <a:pt x="199" y="263"/>
                  </a:cubicBezTo>
                  <a:cubicBezTo>
                    <a:pt x="200" y="262"/>
                    <a:pt x="200" y="262"/>
                    <a:pt x="201" y="262"/>
                  </a:cubicBezTo>
                  <a:cubicBezTo>
                    <a:pt x="201" y="261"/>
                    <a:pt x="202" y="261"/>
                    <a:pt x="203" y="261"/>
                  </a:cubicBezTo>
                  <a:cubicBezTo>
                    <a:pt x="203" y="261"/>
                    <a:pt x="204" y="261"/>
                    <a:pt x="204" y="260"/>
                  </a:cubicBezTo>
                  <a:cubicBezTo>
                    <a:pt x="204" y="260"/>
                    <a:pt x="203" y="261"/>
                    <a:pt x="203" y="260"/>
                  </a:cubicBezTo>
                  <a:cubicBezTo>
                    <a:pt x="203" y="260"/>
                    <a:pt x="204" y="259"/>
                    <a:pt x="204" y="259"/>
                  </a:cubicBezTo>
                  <a:cubicBezTo>
                    <a:pt x="205" y="260"/>
                    <a:pt x="204" y="260"/>
                    <a:pt x="205" y="260"/>
                  </a:cubicBezTo>
                  <a:cubicBezTo>
                    <a:pt x="205" y="260"/>
                    <a:pt x="206" y="260"/>
                    <a:pt x="206" y="260"/>
                  </a:cubicBezTo>
                  <a:cubicBezTo>
                    <a:pt x="207" y="259"/>
                    <a:pt x="208" y="258"/>
                    <a:pt x="208" y="258"/>
                  </a:cubicBezTo>
                  <a:cubicBezTo>
                    <a:pt x="209" y="257"/>
                    <a:pt x="210" y="256"/>
                    <a:pt x="211" y="255"/>
                  </a:cubicBezTo>
                  <a:cubicBezTo>
                    <a:pt x="211" y="254"/>
                    <a:pt x="211" y="254"/>
                    <a:pt x="211" y="254"/>
                  </a:cubicBezTo>
                  <a:cubicBezTo>
                    <a:pt x="211" y="253"/>
                    <a:pt x="212" y="253"/>
                    <a:pt x="213" y="253"/>
                  </a:cubicBezTo>
                  <a:cubicBezTo>
                    <a:pt x="213" y="252"/>
                    <a:pt x="214" y="251"/>
                    <a:pt x="214" y="252"/>
                  </a:cubicBezTo>
                  <a:cubicBezTo>
                    <a:pt x="215" y="252"/>
                    <a:pt x="215" y="251"/>
                    <a:pt x="215" y="251"/>
                  </a:cubicBezTo>
                  <a:cubicBezTo>
                    <a:pt x="216" y="250"/>
                    <a:pt x="216" y="250"/>
                    <a:pt x="216" y="249"/>
                  </a:cubicBezTo>
                  <a:cubicBezTo>
                    <a:pt x="216" y="249"/>
                    <a:pt x="216" y="249"/>
                    <a:pt x="216" y="248"/>
                  </a:cubicBezTo>
                  <a:cubicBezTo>
                    <a:pt x="216" y="248"/>
                    <a:pt x="216" y="247"/>
                    <a:pt x="217" y="247"/>
                  </a:cubicBezTo>
                  <a:cubicBezTo>
                    <a:pt x="217" y="247"/>
                    <a:pt x="217" y="248"/>
                    <a:pt x="217" y="249"/>
                  </a:cubicBezTo>
                  <a:cubicBezTo>
                    <a:pt x="217" y="249"/>
                    <a:pt x="217" y="249"/>
                    <a:pt x="217" y="249"/>
                  </a:cubicBezTo>
                  <a:cubicBezTo>
                    <a:pt x="217" y="250"/>
                    <a:pt x="217" y="250"/>
                    <a:pt x="217" y="250"/>
                  </a:cubicBezTo>
                  <a:cubicBezTo>
                    <a:pt x="217" y="251"/>
                    <a:pt x="217" y="252"/>
                    <a:pt x="217" y="252"/>
                  </a:cubicBezTo>
                  <a:cubicBezTo>
                    <a:pt x="217" y="252"/>
                    <a:pt x="217" y="253"/>
                    <a:pt x="217" y="253"/>
                  </a:cubicBezTo>
                  <a:cubicBezTo>
                    <a:pt x="216" y="254"/>
                    <a:pt x="216" y="254"/>
                    <a:pt x="215" y="254"/>
                  </a:cubicBezTo>
                  <a:cubicBezTo>
                    <a:pt x="215" y="254"/>
                    <a:pt x="214" y="255"/>
                    <a:pt x="214" y="255"/>
                  </a:cubicBezTo>
                  <a:cubicBezTo>
                    <a:pt x="214" y="256"/>
                    <a:pt x="214" y="256"/>
                    <a:pt x="214" y="256"/>
                  </a:cubicBezTo>
                  <a:cubicBezTo>
                    <a:pt x="214" y="256"/>
                    <a:pt x="214" y="257"/>
                    <a:pt x="214" y="257"/>
                  </a:cubicBezTo>
                  <a:cubicBezTo>
                    <a:pt x="214" y="259"/>
                    <a:pt x="212" y="259"/>
                    <a:pt x="211" y="260"/>
                  </a:cubicBezTo>
                  <a:cubicBezTo>
                    <a:pt x="211" y="260"/>
                    <a:pt x="210" y="261"/>
                    <a:pt x="210" y="261"/>
                  </a:cubicBezTo>
                  <a:cubicBezTo>
                    <a:pt x="209" y="262"/>
                    <a:pt x="209" y="262"/>
                    <a:pt x="209" y="262"/>
                  </a:cubicBezTo>
                  <a:cubicBezTo>
                    <a:pt x="208" y="263"/>
                    <a:pt x="208" y="263"/>
                    <a:pt x="208" y="264"/>
                  </a:cubicBezTo>
                  <a:cubicBezTo>
                    <a:pt x="208" y="264"/>
                    <a:pt x="207" y="264"/>
                    <a:pt x="207" y="265"/>
                  </a:cubicBezTo>
                  <a:cubicBezTo>
                    <a:pt x="207" y="265"/>
                    <a:pt x="207" y="266"/>
                    <a:pt x="206" y="267"/>
                  </a:cubicBezTo>
                  <a:cubicBezTo>
                    <a:pt x="206" y="267"/>
                    <a:pt x="205" y="267"/>
                    <a:pt x="205" y="268"/>
                  </a:cubicBezTo>
                  <a:cubicBezTo>
                    <a:pt x="206" y="267"/>
                    <a:pt x="205" y="270"/>
                    <a:pt x="205" y="270"/>
                  </a:cubicBezTo>
                  <a:cubicBezTo>
                    <a:pt x="204" y="271"/>
                    <a:pt x="204" y="272"/>
                    <a:pt x="204" y="273"/>
                  </a:cubicBezTo>
                  <a:cubicBezTo>
                    <a:pt x="203" y="273"/>
                    <a:pt x="203" y="273"/>
                    <a:pt x="202" y="273"/>
                  </a:cubicBezTo>
                  <a:cubicBezTo>
                    <a:pt x="202" y="273"/>
                    <a:pt x="202" y="273"/>
                    <a:pt x="201" y="273"/>
                  </a:cubicBezTo>
                  <a:cubicBezTo>
                    <a:pt x="201" y="273"/>
                    <a:pt x="201" y="273"/>
                    <a:pt x="200" y="273"/>
                  </a:cubicBezTo>
                  <a:cubicBezTo>
                    <a:pt x="200" y="273"/>
                    <a:pt x="200" y="273"/>
                    <a:pt x="200" y="273"/>
                  </a:cubicBezTo>
                  <a:cubicBezTo>
                    <a:pt x="199" y="273"/>
                    <a:pt x="199" y="273"/>
                    <a:pt x="199" y="273"/>
                  </a:cubicBezTo>
                  <a:cubicBezTo>
                    <a:pt x="199" y="274"/>
                    <a:pt x="198" y="274"/>
                    <a:pt x="198" y="274"/>
                  </a:cubicBezTo>
                  <a:cubicBezTo>
                    <a:pt x="198" y="274"/>
                    <a:pt x="198" y="275"/>
                    <a:pt x="198" y="275"/>
                  </a:cubicBezTo>
                  <a:cubicBezTo>
                    <a:pt x="198" y="275"/>
                    <a:pt x="197" y="275"/>
                    <a:pt x="197" y="276"/>
                  </a:cubicBezTo>
                  <a:cubicBezTo>
                    <a:pt x="197" y="276"/>
                    <a:pt x="196" y="277"/>
                    <a:pt x="196" y="277"/>
                  </a:cubicBezTo>
                  <a:cubicBezTo>
                    <a:pt x="196" y="278"/>
                    <a:pt x="197" y="277"/>
                    <a:pt x="197" y="277"/>
                  </a:cubicBezTo>
                  <a:cubicBezTo>
                    <a:pt x="198" y="276"/>
                    <a:pt x="198" y="276"/>
                    <a:pt x="199" y="277"/>
                  </a:cubicBezTo>
                  <a:cubicBezTo>
                    <a:pt x="199" y="277"/>
                    <a:pt x="199" y="276"/>
                    <a:pt x="200" y="276"/>
                  </a:cubicBezTo>
                  <a:cubicBezTo>
                    <a:pt x="200" y="276"/>
                    <a:pt x="201" y="276"/>
                    <a:pt x="201" y="276"/>
                  </a:cubicBezTo>
                  <a:cubicBezTo>
                    <a:pt x="203" y="275"/>
                    <a:pt x="203" y="276"/>
                    <a:pt x="204" y="276"/>
                  </a:cubicBezTo>
                  <a:cubicBezTo>
                    <a:pt x="205" y="276"/>
                    <a:pt x="206" y="274"/>
                    <a:pt x="206" y="273"/>
                  </a:cubicBezTo>
                  <a:cubicBezTo>
                    <a:pt x="207" y="272"/>
                    <a:pt x="208" y="271"/>
                    <a:pt x="209" y="270"/>
                  </a:cubicBezTo>
                  <a:cubicBezTo>
                    <a:pt x="209" y="269"/>
                    <a:pt x="209" y="268"/>
                    <a:pt x="210" y="267"/>
                  </a:cubicBezTo>
                  <a:cubicBezTo>
                    <a:pt x="211" y="267"/>
                    <a:pt x="211" y="267"/>
                    <a:pt x="211" y="266"/>
                  </a:cubicBezTo>
                  <a:cubicBezTo>
                    <a:pt x="211" y="266"/>
                    <a:pt x="211" y="266"/>
                    <a:pt x="211" y="266"/>
                  </a:cubicBezTo>
                  <a:cubicBezTo>
                    <a:pt x="212" y="265"/>
                    <a:pt x="212" y="265"/>
                    <a:pt x="212" y="265"/>
                  </a:cubicBezTo>
                  <a:cubicBezTo>
                    <a:pt x="213" y="264"/>
                    <a:pt x="213" y="265"/>
                    <a:pt x="213" y="266"/>
                  </a:cubicBezTo>
                  <a:cubicBezTo>
                    <a:pt x="213" y="266"/>
                    <a:pt x="213" y="266"/>
                    <a:pt x="213" y="266"/>
                  </a:cubicBezTo>
                  <a:cubicBezTo>
                    <a:pt x="213" y="266"/>
                    <a:pt x="213" y="267"/>
                    <a:pt x="213" y="267"/>
                  </a:cubicBezTo>
                  <a:cubicBezTo>
                    <a:pt x="213" y="268"/>
                    <a:pt x="213" y="268"/>
                    <a:pt x="213" y="269"/>
                  </a:cubicBezTo>
                  <a:cubicBezTo>
                    <a:pt x="213" y="269"/>
                    <a:pt x="213" y="269"/>
                    <a:pt x="213" y="270"/>
                  </a:cubicBezTo>
                  <a:cubicBezTo>
                    <a:pt x="213" y="270"/>
                    <a:pt x="214" y="270"/>
                    <a:pt x="214" y="271"/>
                  </a:cubicBezTo>
                  <a:cubicBezTo>
                    <a:pt x="214" y="271"/>
                    <a:pt x="214" y="271"/>
                    <a:pt x="214" y="272"/>
                  </a:cubicBezTo>
                  <a:cubicBezTo>
                    <a:pt x="214" y="271"/>
                    <a:pt x="213" y="273"/>
                    <a:pt x="213" y="273"/>
                  </a:cubicBezTo>
                  <a:cubicBezTo>
                    <a:pt x="213" y="274"/>
                    <a:pt x="212" y="274"/>
                    <a:pt x="212" y="275"/>
                  </a:cubicBezTo>
                  <a:cubicBezTo>
                    <a:pt x="211" y="276"/>
                    <a:pt x="211" y="277"/>
                    <a:pt x="210" y="278"/>
                  </a:cubicBezTo>
                  <a:cubicBezTo>
                    <a:pt x="209" y="278"/>
                    <a:pt x="209" y="279"/>
                    <a:pt x="208" y="279"/>
                  </a:cubicBezTo>
                  <a:cubicBezTo>
                    <a:pt x="208" y="279"/>
                    <a:pt x="207" y="280"/>
                    <a:pt x="207" y="280"/>
                  </a:cubicBezTo>
                  <a:cubicBezTo>
                    <a:pt x="206" y="280"/>
                    <a:pt x="205" y="281"/>
                    <a:pt x="206" y="281"/>
                  </a:cubicBezTo>
                  <a:cubicBezTo>
                    <a:pt x="207" y="281"/>
                    <a:pt x="208" y="281"/>
                    <a:pt x="209" y="281"/>
                  </a:cubicBezTo>
                  <a:cubicBezTo>
                    <a:pt x="210" y="281"/>
                    <a:pt x="211" y="280"/>
                    <a:pt x="212" y="280"/>
                  </a:cubicBezTo>
                  <a:cubicBezTo>
                    <a:pt x="212" y="280"/>
                    <a:pt x="213" y="280"/>
                    <a:pt x="213" y="280"/>
                  </a:cubicBezTo>
                  <a:cubicBezTo>
                    <a:pt x="213" y="280"/>
                    <a:pt x="214" y="280"/>
                    <a:pt x="214" y="280"/>
                  </a:cubicBezTo>
                  <a:cubicBezTo>
                    <a:pt x="214" y="280"/>
                    <a:pt x="213" y="280"/>
                    <a:pt x="213" y="279"/>
                  </a:cubicBezTo>
                  <a:cubicBezTo>
                    <a:pt x="213" y="279"/>
                    <a:pt x="213" y="279"/>
                    <a:pt x="213" y="279"/>
                  </a:cubicBezTo>
                  <a:cubicBezTo>
                    <a:pt x="214" y="279"/>
                    <a:pt x="214" y="280"/>
                    <a:pt x="215" y="280"/>
                  </a:cubicBezTo>
                  <a:cubicBezTo>
                    <a:pt x="215" y="279"/>
                    <a:pt x="214" y="279"/>
                    <a:pt x="214" y="279"/>
                  </a:cubicBezTo>
                  <a:cubicBezTo>
                    <a:pt x="214" y="278"/>
                    <a:pt x="217" y="278"/>
                    <a:pt x="217" y="278"/>
                  </a:cubicBezTo>
                  <a:cubicBezTo>
                    <a:pt x="217" y="277"/>
                    <a:pt x="218" y="277"/>
                    <a:pt x="218" y="278"/>
                  </a:cubicBezTo>
                  <a:cubicBezTo>
                    <a:pt x="218" y="278"/>
                    <a:pt x="218" y="278"/>
                    <a:pt x="218" y="278"/>
                  </a:cubicBezTo>
                  <a:cubicBezTo>
                    <a:pt x="218" y="278"/>
                    <a:pt x="218" y="278"/>
                    <a:pt x="218" y="279"/>
                  </a:cubicBezTo>
                  <a:cubicBezTo>
                    <a:pt x="218" y="279"/>
                    <a:pt x="218" y="279"/>
                    <a:pt x="218" y="279"/>
                  </a:cubicBezTo>
                  <a:cubicBezTo>
                    <a:pt x="218" y="280"/>
                    <a:pt x="217" y="279"/>
                    <a:pt x="217" y="279"/>
                  </a:cubicBezTo>
                  <a:cubicBezTo>
                    <a:pt x="216" y="279"/>
                    <a:pt x="217" y="280"/>
                    <a:pt x="217" y="280"/>
                  </a:cubicBezTo>
                  <a:cubicBezTo>
                    <a:pt x="218" y="281"/>
                    <a:pt x="215" y="282"/>
                    <a:pt x="216" y="281"/>
                  </a:cubicBezTo>
                  <a:cubicBezTo>
                    <a:pt x="216" y="280"/>
                    <a:pt x="217" y="280"/>
                    <a:pt x="216" y="280"/>
                  </a:cubicBezTo>
                  <a:cubicBezTo>
                    <a:pt x="215" y="279"/>
                    <a:pt x="215" y="280"/>
                    <a:pt x="215" y="280"/>
                  </a:cubicBezTo>
                  <a:cubicBezTo>
                    <a:pt x="214" y="280"/>
                    <a:pt x="215" y="281"/>
                    <a:pt x="215" y="281"/>
                  </a:cubicBezTo>
                  <a:cubicBezTo>
                    <a:pt x="216" y="282"/>
                    <a:pt x="219" y="285"/>
                    <a:pt x="217" y="287"/>
                  </a:cubicBezTo>
                  <a:cubicBezTo>
                    <a:pt x="217" y="286"/>
                    <a:pt x="217" y="285"/>
                    <a:pt x="216" y="283"/>
                  </a:cubicBezTo>
                  <a:cubicBezTo>
                    <a:pt x="216" y="283"/>
                    <a:pt x="215" y="282"/>
                    <a:pt x="215" y="282"/>
                  </a:cubicBezTo>
                  <a:cubicBezTo>
                    <a:pt x="215" y="281"/>
                    <a:pt x="214" y="281"/>
                    <a:pt x="214" y="280"/>
                  </a:cubicBezTo>
                  <a:cubicBezTo>
                    <a:pt x="214" y="280"/>
                    <a:pt x="214" y="280"/>
                    <a:pt x="214" y="281"/>
                  </a:cubicBezTo>
                  <a:cubicBezTo>
                    <a:pt x="214" y="281"/>
                    <a:pt x="215" y="282"/>
                    <a:pt x="215" y="282"/>
                  </a:cubicBezTo>
                  <a:cubicBezTo>
                    <a:pt x="216" y="283"/>
                    <a:pt x="216" y="284"/>
                    <a:pt x="217" y="285"/>
                  </a:cubicBezTo>
                  <a:cubicBezTo>
                    <a:pt x="217" y="287"/>
                    <a:pt x="217" y="291"/>
                    <a:pt x="216" y="293"/>
                  </a:cubicBezTo>
                  <a:cubicBezTo>
                    <a:pt x="216" y="294"/>
                    <a:pt x="215" y="294"/>
                    <a:pt x="215" y="295"/>
                  </a:cubicBezTo>
                  <a:cubicBezTo>
                    <a:pt x="214" y="295"/>
                    <a:pt x="214" y="295"/>
                    <a:pt x="214" y="295"/>
                  </a:cubicBezTo>
                  <a:cubicBezTo>
                    <a:pt x="213" y="296"/>
                    <a:pt x="214" y="297"/>
                    <a:pt x="213" y="297"/>
                  </a:cubicBezTo>
                  <a:cubicBezTo>
                    <a:pt x="213" y="298"/>
                    <a:pt x="213" y="297"/>
                    <a:pt x="213" y="298"/>
                  </a:cubicBezTo>
                  <a:cubicBezTo>
                    <a:pt x="213" y="299"/>
                    <a:pt x="213" y="299"/>
                    <a:pt x="213" y="300"/>
                  </a:cubicBezTo>
                  <a:cubicBezTo>
                    <a:pt x="213" y="300"/>
                    <a:pt x="213" y="301"/>
                    <a:pt x="214" y="301"/>
                  </a:cubicBezTo>
                  <a:cubicBezTo>
                    <a:pt x="214" y="301"/>
                    <a:pt x="214" y="301"/>
                    <a:pt x="214" y="301"/>
                  </a:cubicBezTo>
                  <a:cubicBezTo>
                    <a:pt x="215" y="301"/>
                    <a:pt x="214" y="302"/>
                    <a:pt x="214" y="302"/>
                  </a:cubicBezTo>
                  <a:cubicBezTo>
                    <a:pt x="214" y="303"/>
                    <a:pt x="215" y="303"/>
                    <a:pt x="215" y="304"/>
                  </a:cubicBezTo>
                  <a:cubicBezTo>
                    <a:pt x="215" y="305"/>
                    <a:pt x="215" y="306"/>
                    <a:pt x="215" y="306"/>
                  </a:cubicBezTo>
                  <a:cubicBezTo>
                    <a:pt x="216" y="307"/>
                    <a:pt x="216" y="307"/>
                    <a:pt x="217" y="307"/>
                  </a:cubicBezTo>
                  <a:cubicBezTo>
                    <a:pt x="217" y="308"/>
                    <a:pt x="218" y="307"/>
                    <a:pt x="219" y="307"/>
                  </a:cubicBezTo>
                  <a:cubicBezTo>
                    <a:pt x="220" y="307"/>
                    <a:pt x="220" y="308"/>
                    <a:pt x="221" y="309"/>
                  </a:cubicBezTo>
                  <a:cubicBezTo>
                    <a:pt x="221" y="309"/>
                    <a:pt x="222" y="310"/>
                    <a:pt x="222" y="310"/>
                  </a:cubicBezTo>
                  <a:cubicBezTo>
                    <a:pt x="222" y="311"/>
                    <a:pt x="221" y="311"/>
                    <a:pt x="221" y="311"/>
                  </a:cubicBezTo>
                  <a:cubicBezTo>
                    <a:pt x="221" y="311"/>
                    <a:pt x="222" y="311"/>
                    <a:pt x="222" y="311"/>
                  </a:cubicBezTo>
                  <a:cubicBezTo>
                    <a:pt x="223" y="311"/>
                    <a:pt x="222" y="312"/>
                    <a:pt x="222" y="312"/>
                  </a:cubicBezTo>
                  <a:cubicBezTo>
                    <a:pt x="223" y="312"/>
                    <a:pt x="223" y="311"/>
                    <a:pt x="223" y="311"/>
                  </a:cubicBezTo>
                  <a:cubicBezTo>
                    <a:pt x="223" y="311"/>
                    <a:pt x="223" y="311"/>
                    <a:pt x="223" y="311"/>
                  </a:cubicBezTo>
                  <a:cubicBezTo>
                    <a:pt x="224" y="311"/>
                    <a:pt x="223" y="311"/>
                    <a:pt x="224" y="310"/>
                  </a:cubicBezTo>
                  <a:cubicBezTo>
                    <a:pt x="224" y="310"/>
                    <a:pt x="226" y="310"/>
                    <a:pt x="226" y="310"/>
                  </a:cubicBezTo>
                  <a:cubicBezTo>
                    <a:pt x="228" y="310"/>
                    <a:pt x="228" y="311"/>
                    <a:pt x="229" y="311"/>
                  </a:cubicBezTo>
                  <a:cubicBezTo>
                    <a:pt x="229" y="311"/>
                    <a:pt x="230" y="311"/>
                    <a:pt x="230" y="311"/>
                  </a:cubicBezTo>
                  <a:cubicBezTo>
                    <a:pt x="231" y="311"/>
                    <a:pt x="231" y="311"/>
                    <a:pt x="231" y="311"/>
                  </a:cubicBezTo>
                  <a:cubicBezTo>
                    <a:pt x="231" y="311"/>
                    <a:pt x="232" y="313"/>
                    <a:pt x="233" y="313"/>
                  </a:cubicBezTo>
                  <a:cubicBezTo>
                    <a:pt x="233" y="314"/>
                    <a:pt x="234" y="313"/>
                    <a:pt x="235" y="314"/>
                  </a:cubicBezTo>
                  <a:cubicBezTo>
                    <a:pt x="235" y="314"/>
                    <a:pt x="235" y="315"/>
                    <a:pt x="236" y="315"/>
                  </a:cubicBezTo>
                  <a:cubicBezTo>
                    <a:pt x="236" y="315"/>
                    <a:pt x="237" y="315"/>
                    <a:pt x="237" y="315"/>
                  </a:cubicBezTo>
                  <a:cubicBezTo>
                    <a:pt x="237" y="315"/>
                    <a:pt x="238" y="316"/>
                    <a:pt x="238" y="316"/>
                  </a:cubicBezTo>
                  <a:cubicBezTo>
                    <a:pt x="238" y="316"/>
                    <a:pt x="239" y="316"/>
                    <a:pt x="239" y="316"/>
                  </a:cubicBezTo>
                  <a:cubicBezTo>
                    <a:pt x="240" y="315"/>
                    <a:pt x="240" y="315"/>
                    <a:pt x="241" y="315"/>
                  </a:cubicBezTo>
                  <a:cubicBezTo>
                    <a:pt x="242" y="314"/>
                    <a:pt x="242" y="314"/>
                    <a:pt x="243" y="314"/>
                  </a:cubicBezTo>
                  <a:cubicBezTo>
                    <a:pt x="244" y="313"/>
                    <a:pt x="245" y="312"/>
                    <a:pt x="246" y="311"/>
                  </a:cubicBezTo>
                  <a:cubicBezTo>
                    <a:pt x="247" y="311"/>
                    <a:pt x="248" y="310"/>
                    <a:pt x="250" y="310"/>
                  </a:cubicBezTo>
                  <a:cubicBezTo>
                    <a:pt x="250" y="310"/>
                    <a:pt x="251" y="310"/>
                    <a:pt x="251" y="310"/>
                  </a:cubicBezTo>
                  <a:cubicBezTo>
                    <a:pt x="252" y="310"/>
                    <a:pt x="253" y="308"/>
                    <a:pt x="252" y="308"/>
                  </a:cubicBezTo>
                  <a:cubicBezTo>
                    <a:pt x="252" y="308"/>
                    <a:pt x="249" y="309"/>
                    <a:pt x="249" y="308"/>
                  </a:cubicBezTo>
                  <a:cubicBezTo>
                    <a:pt x="250" y="308"/>
                    <a:pt x="250" y="308"/>
                    <a:pt x="250" y="308"/>
                  </a:cubicBezTo>
                  <a:cubicBezTo>
                    <a:pt x="251" y="308"/>
                    <a:pt x="251" y="308"/>
                    <a:pt x="252" y="307"/>
                  </a:cubicBezTo>
                  <a:cubicBezTo>
                    <a:pt x="253" y="307"/>
                    <a:pt x="254" y="307"/>
                    <a:pt x="255" y="306"/>
                  </a:cubicBezTo>
                  <a:cubicBezTo>
                    <a:pt x="255" y="306"/>
                    <a:pt x="256" y="306"/>
                    <a:pt x="256" y="306"/>
                  </a:cubicBezTo>
                  <a:cubicBezTo>
                    <a:pt x="256" y="305"/>
                    <a:pt x="256" y="306"/>
                    <a:pt x="256" y="306"/>
                  </a:cubicBezTo>
                  <a:cubicBezTo>
                    <a:pt x="256" y="306"/>
                    <a:pt x="256" y="307"/>
                    <a:pt x="256" y="307"/>
                  </a:cubicBezTo>
                  <a:cubicBezTo>
                    <a:pt x="256" y="307"/>
                    <a:pt x="257" y="307"/>
                    <a:pt x="257" y="307"/>
                  </a:cubicBezTo>
                  <a:cubicBezTo>
                    <a:pt x="257" y="308"/>
                    <a:pt x="256" y="308"/>
                    <a:pt x="256" y="309"/>
                  </a:cubicBezTo>
                  <a:cubicBezTo>
                    <a:pt x="256" y="309"/>
                    <a:pt x="255" y="309"/>
                    <a:pt x="255" y="310"/>
                  </a:cubicBezTo>
                  <a:cubicBezTo>
                    <a:pt x="254" y="310"/>
                    <a:pt x="254" y="311"/>
                    <a:pt x="253" y="311"/>
                  </a:cubicBezTo>
                  <a:cubicBezTo>
                    <a:pt x="253" y="311"/>
                    <a:pt x="252" y="311"/>
                    <a:pt x="252" y="311"/>
                  </a:cubicBezTo>
                  <a:cubicBezTo>
                    <a:pt x="252" y="311"/>
                    <a:pt x="252" y="310"/>
                    <a:pt x="251" y="310"/>
                  </a:cubicBezTo>
                  <a:cubicBezTo>
                    <a:pt x="252" y="311"/>
                    <a:pt x="252" y="312"/>
                    <a:pt x="252" y="312"/>
                  </a:cubicBezTo>
                  <a:cubicBezTo>
                    <a:pt x="253" y="313"/>
                    <a:pt x="254" y="312"/>
                    <a:pt x="254" y="312"/>
                  </a:cubicBezTo>
                  <a:cubicBezTo>
                    <a:pt x="255" y="311"/>
                    <a:pt x="256" y="312"/>
                    <a:pt x="256" y="311"/>
                  </a:cubicBezTo>
                  <a:cubicBezTo>
                    <a:pt x="256" y="310"/>
                    <a:pt x="257" y="310"/>
                    <a:pt x="257" y="310"/>
                  </a:cubicBezTo>
                  <a:cubicBezTo>
                    <a:pt x="257" y="309"/>
                    <a:pt x="258" y="309"/>
                    <a:pt x="259" y="309"/>
                  </a:cubicBezTo>
                  <a:cubicBezTo>
                    <a:pt x="259" y="310"/>
                    <a:pt x="259" y="310"/>
                    <a:pt x="259" y="311"/>
                  </a:cubicBezTo>
                  <a:cubicBezTo>
                    <a:pt x="259" y="312"/>
                    <a:pt x="258" y="311"/>
                    <a:pt x="257" y="311"/>
                  </a:cubicBezTo>
                  <a:cubicBezTo>
                    <a:pt x="257" y="312"/>
                    <a:pt x="257" y="313"/>
                    <a:pt x="256" y="313"/>
                  </a:cubicBezTo>
                  <a:cubicBezTo>
                    <a:pt x="257" y="313"/>
                    <a:pt x="257" y="313"/>
                    <a:pt x="257" y="314"/>
                  </a:cubicBezTo>
                  <a:cubicBezTo>
                    <a:pt x="257" y="314"/>
                    <a:pt x="258" y="314"/>
                    <a:pt x="258" y="314"/>
                  </a:cubicBezTo>
                  <a:cubicBezTo>
                    <a:pt x="259" y="314"/>
                    <a:pt x="260" y="314"/>
                    <a:pt x="260" y="314"/>
                  </a:cubicBezTo>
                  <a:cubicBezTo>
                    <a:pt x="260" y="315"/>
                    <a:pt x="259" y="314"/>
                    <a:pt x="259" y="314"/>
                  </a:cubicBezTo>
                  <a:cubicBezTo>
                    <a:pt x="259" y="315"/>
                    <a:pt x="259" y="318"/>
                    <a:pt x="260" y="317"/>
                  </a:cubicBezTo>
                  <a:cubicBezTo>
                    <a:pt x="260" y="316"/>
                    <a:pt x="261" y="316"/>
                    <a:pt x="261" y="316"/>
                  </a:cubicBezTo>
                  <a:cubicBezTo>
                    <a:pt x="262" y="316"/>
                    <a:pt x="262" y="317"/>
                    <a:pt x="262" y="317"/>
                  </a:cubicBezTo>
                  <a:cubicBezTo>
                    <a:pt x="262" y="318"/>
                    <a:pt x="262" y="318"/>
                    <a:pt x="262" y="318"/>
                  </a:cubicBezTo>
                  <a:cubicBezTo>
                    <a:pt x="262" y="319"/>
                    <a:pt x="262" y="319"/>
                    <a:pt x="262" y="319"/>
                  </a:cubicBezTo>
                  <a:cubicBezTo>
                    <a:pt x="261" y="319"/>
                    <a:pt x="262" y="319"/>
                    <a:pt x="262" y="319"/>
                  </a:cubicBezTo>
                  <a:cubicBezTo>
                    <a:pt x="263" y="319"/>
                    <a:pt x="263" y="319"/>
                    <a:pt x="263" y="318"/>
                  </a:cubicBezTo>
                  <a:cubicBezTo>
                    <a:pt x="263" y="318"/>
                    <a:pt x="263" y="318"/>
                    <a:pt x="263" y="318"/>
                  </a:cubicBezTo>
                  <a:cubicBezTo>
                    <a:pt x="263" y="318"/>
                    <a:pt x="263" y="317"/>
                    <a:pt x="264" y="317"/>
                  </a:cubicBezTo>
                  <a:cubicBezTo>
                    <a:pt x="264" y="317"/>
                    <a:pt x="264" y="316"/>
                    <a:pt x="265" y="316"/>
                  </a:cubicBezTo>
                  <a:cubicBezTo>
                    <a:pt x="265" y="315"/>
                    <a:pt x="264" y="316"/>
                    <a:pt x="264" y="316"/>
                  </a:cubicBezTo>
                  <a:cubicBezTo>
                    <a:pt x="264" y="316"/>
                    <a:pt x="262" y="317"/>
                    <a:pt x="262" y="317"/>
                  </a:cubicBezTo>
                  <a:cubicBezTo>
                    <a:pt x="262" y="316"/>
                    <a:pt x="263" y="316"/>
                    <a:pt x="262" y="316"/>
                  </a:cubicBezTo>
                  <a:cubicBezTo>
                    <a:pt x="262" y="315"/>
                    <a:pt x="263" y="314"/>
                    <a:pt x="264" y="314"/>
                  </a:cubicBezTo>
                  <a:cubicBezTo>
                    <a:pt x="264" y="314"/>
                    <a:pt x="264" y="315"/>
                    <a:pt x="265" y="315"/>
                  </a:cubicBezTo>
                  <a:cubicBezTo>
                    <a:pt x="266" y="314"/>
                    <a:pt x="267" y="314"/>
                    <a:pt x="267" y="314"/>
                  </a:cubicBezTo>
                  <a:cubicBezTo>
                    <a:pt x="267" y="314"/>
                    <a:pt x="269" y="314"/>
                    <a:pt x="269" y="314"/>
                  </a:cubicBezTo>
                  <a:cubicBezTo>
                    <a:pt x="270" y="314"/>
                    <a:pt x="271" y="313"/>
                    <a:pt x="271" y="312"/>
                  </a:cubicBezTo>
                  <a:cubicBezTo>
                    <a:pt x="273" y="312"/>
                    <a:pt x="274" y="311"/>
                    <a:pt x="275" y="310"/>
                  </a:cubicBezTo>
                  <a:cubicBezTo>
                    <a:pt x="277" y="309"/>
                    <a:pt x="279" y="307"/>
                    <a:pt x="282" y="306"/>
                  </a:cubicBezTo>
                  <a:cubicBezTo>
                    <a:pt x="284" y="305"/>
                    <a:pt x="287" y="305"/>
                    <a:pt x="290" y="305"/>
                  </a:cubicBezTo>
                  <a:cubicBezTo>
                    <a:pt x="290" y="305"/>
                    <a:pt x="296" y="304"/>
                    <a:pt x="296" y="305"/>
                  </a:cubicBezTo>
                  <a:cubicBezTo>
                    <a:pt x="296" y="304"/>
                    <a:pt x="297" y="305"/>
                    <a:pt x="298" y="304"/>
                  </a:cubicBezTo>
                  <a:cubicBezTo>
                    <a:pt x="299" y="304"/>
                    <a:pt x="299" y="304"/>
                    <a:pt x="300" y="304"/>
                  </a:cubicBezTo>
                  <a:cubicBezTo>
                    <a:pt x="300" y="303"/>
                    <a:pt x="302" y="302"/>
                    <a:pt x="301" y="302"/>
                  </a:cubicBezTo>
                  <a:cubicBezTo>
                    <a:pt x="302" y="302"/>
                    <a:pt x="302" y="302"/>
                    <a:pt x="302" y="301"/>
                  </a:cubicBezTo>
                  <a:cubicBezTo>
                    <a:pt x="302" y="302"/>
                    <a:pt x="302" y="302"/>
                    <a:pt x="302" y="302"/>
                  </a:cubicBezTo>
                  <a:cubicBezTo>
                    <a:pt x="303" y="302"/>
                    <a:pt x="304" y="302"/>
                    <a:pt x="304" y="300"/>
                  </a:cubicBezTo>
                  <a:cubicBezTo>
                    <a:pt x="304" y="300"/>
                    <a:pt x="305" y="298"/>
                    <a:pt x="306" y="299"/>
                  </a:cubicBezTo>
                  <a:cubicBezTo>
                    <a:pt x="306" y="299"/>
                    <a:pt x="306" y="298"/>
                    <a:pt x="306" y="298"/>
                  </a:cubicBezTo>
                  <a:cubicBezTo>
                    <a:pt x="306" y="297"/>
                    <a:pt x="305" y="297"/>
                    <a:pt x="305" y="297"/>
                  </a:cubicBezTo>
                  <a:cubicBezTo>
                    <a:pt x="305" y="297"/>
                    <a:pt x="306" y="297"/>
                    <a:pt x="306" y="296"/>
                  </a:cubicBezTo>
                  <a:cubicBezTo>
                    <a:pt x="306" y="296"/>
                    <a:pt x="306" y="296"/>
                    <a:pt x="307" y="295"/>
                  </a:cubicBezTo>
                  <a:cubicBezTo>
                    <a:pt x="307" y="295"/>
                    <a:pt x="306" y="295"/>
                    <a:pt x="306" y="295"/>
                  </a:cubicBezTo>
                  <a:cubicBezTo>
                    <a:pt x="306" y="295"/>
                    <a:pt x="307" y="295"/>
                    <a:pt x="307" y="295"/>
                  </a:cubicBezTo>
                  <a:cubicBezTo>
                    <a:pt x="307" y="294"/>
                    <a:pt x="308" y="294"/>
                    <a:pt x="308" y="293"/>
                  </a:cubicBezTo>
                  <a:cubicBezTo>
                    <a:pt x="309" y="292"/>
                    <a:pt x="310" y="291"/>
                    <a:pt x="310" y="290"/>
                  </a:cubicBezTo>
                  <a:cubicBezTo>
                    <a:pt x="311" y="289"/>
                    <a:pt x="312" y="289"/>
                    <a:pt x="312" y="287"/>
                  </a:cubicBezTo>
                  <a:cubicBezTo>
                    <a:pt x="312" y="287"/>
                    <a:pt x="313" y="286"/>
                    <a:pt x="313" y="286"/>
                  </a:cubicBezTo>
                  <a:cubicBezTo>
                    <a:pt x="313" y="285"/>
                    <a:pt x="313" y="286"/>
                    <a:pt x="313" y="285"/>
                  </a:cubicBezTo>
                  <a:cubicBezTo>
                    <a:pt x="314" y="285"/>
                    <a:pt x="314" y="285"/>
                    <a:pt x="314" y="284"/>
                  </a:cubicBezTo>
                  <a:cubicBezTo>
                    <a:pt x="314" y="284"/>
                    <a:pt x="315" y="283"/>
                    <a:pt x="316" y="283"/>
                  </a:cubicBezTo>
                  <a:cubicBezTo>
                    <a:pt x="316" y="283"/>
                    <a:pt x="316" y="282"/>
                    <a:pt x="316" y="282"/>
                  </a:cubicBezTo>
                  <a:cubicBezTo>
                    <a:pt x="316" y="282"/>
                    <a:pt x="316" y="282"/>
                    <a:pt x="316" y="282"/>
                  </a:cubicBezTo>
                  <a:cubicBezTo>
                    <a:pt x="317" y="281"/>
                    <a:pt x="318" y="281"/>
                    <a:pt x="319" y="280"/>
                  </a:cubicBezTo>
                  <a:cubicBezTo>
                    <a:pt x="319" y="279"/>
                    <a:pt x="319" y="279"/>
                    <a:pt x="319" y="279"/>
                  </a:cubicBezTo>
                  <a:cubicBezTo>
                    <a:pt x="320" y="278"/>
                    <a:pt x="320" y="278"/>
                    <a:pt x="320" y="278"/>
                  </a:cubicBezTo>
                  <a:cubicBezTo>
                    <a:pt x="320" y="277"/>
                    <a:pt x="321" y="277"/>
                    <a:pt x="321" y="277"/>
                  </a:cubicBezTo>
                  <a:cubicBezTo>
                    <a:pt x="322" y="276"/>
                    <a:pt x="322" y="276"/>
                    <a:pt x="323" y="276"/>
                  </a:cubicBezTo>
                  <a:cubicBezTo>
                    <a:pt x="323" y="276"/>
                    <a:pt x="323" y="276"/>
                    <a:pt x="323" y="276"/>
                  </a:cubicBezTo>
                  <a:cubicBezTo>
                    <a:pt x="324" y="276"/>
                    <a:pt x="324" y="276"/>
                    <a:pt x="324" y="275"/>
                  </a:cubicBezTo>
                  <a:cubicBezTo>
                    <a:pt x="323" y="276"/>
                    <a:pt x="323" y="275"/>
                    <a:pt x="324" y="274"/>
                  </a:cubicBezTo>
                  <a:cubicBezTo>
                    <a:pt x="324" y="274"/>
                    <a:pt x="325" y="274"/>
                    <a:pt x="325" y="274"/>
                  </a:cubicBezTo>
                  <a:cubicBezTo>
                    <a:pt x="325" y="274"/>
                    <a:pt x="324" y="275"/>
                    <a:pt x="325" y="275"/>
                  </a:cubicBezTo>
                  <a:cubicBezTo>
                    <a:pt x="325" y="275"/>
                    <a:pt x="325" y="274"/>
                    <a:pt x="325" y="274"/>
                  </a:cubicBezTo>
                  <a:cubicBezTo>
                    <a:pt x="324" y="274"/>
                    <a:pt x="325" y="273"/>
                    <a:pt x="325" y="273"/>
                  </a:cubicBezTo>
                  <a:cubicBezTo>
                    <a:pt x="325" y="273"/>
                    <a:pt x="325" y="273"/>
                    <a:pt x="325" y="273"/>
                  </a:cubicBezTo>
                  <a:cubicBezTo>
                    <a:pt x="325" y="272"/>
                    <a:pt x="326" y="272"/>
                    <a:pt x="327" y="271"/>
                  </a:cubicBezTo>
                  <a:cubicBezTo>
                    <a:pt x="327" y="271"/>
                    <a:pt x="327" y="270"/>
                    <a:pt x="328" y="270"/>
                  </a:cubicBezTo>
                  <a:cubicBezTo>
                    <a:pt x="328" y="269"/>
                    <a:pt x="327" y="269"/>
                    <a:pt x="327" y="269"/>
                  </a:cubicBezTo>
                  <a:cubicBezTo>
                    <a:pt x="327" y="269"/>
                    <a:pt x="328" y="268"/>
                    <a:pt x="328" y="269"/>
                  </a:cubicBezTo>
                  <a:cubicBezTo>
                    <a:pt x="328" y="269"/>
                    <a:pt x="328" y="269"/>
                    <a:pt x="328" y="269"/>
                  </a:cubicBezTo>
                  <a:cubicBezTo>
                    <a:pt x="329" y="269"/>
                    <a:pt x="329" y="268"/>
                    <a:pt x="329" y="267"/>
                  </a:cubicBezTo>
                  <a:cubicBezTo>
                    <a:pt x="330" y="267"/>
                    <a:pt x="330" y="266"/>
                    <a:pt x="331" y="265"/>
                  </a:cubicBezTo>
                  <a:cubicBezTo>
                    <a:pt x="331" y="265"/>
                    <a:pt x="333" y="264"/>
                    <a:pt x="333" y="264"/>
                  </a:cubicBezTo>
                  <a:cubicBezTo>
                    <a:pt x="333" y="264"/>
                    <a:pt x="334" y="263"/>
                    <a:pt x="334" y="263"/>
                  </a:cubicBezTo>
                  <a:cubicBezTo>
                    <a:pt x="334" y="263"/>
                    <a:pt x="333" y="263"/>
                    <a:pt x="333" y="263"/>
                  </a:cubicBezTo>
                  <a:cubicBezTo>
                    <a:pt x="333" y="263"/>
                    <a:pt x="334" y="262"/>
                    <a:pt x="334" y="263"/>
                  </a:cubicBezTo>
                  <a:cubicBezTo>
                    <a:pt x="334" y="263"/>
                    <a:pt x="335" y="262"/>
                    <a:pt x="335" y="261"/>
                  </a:cubicBezTo>
                  <a:cubicBezTo>
                    <a:pt x="335" y="262"/>
                    <a:pt x="335" y="262"/>
                    <a:pt x="335" y="262"/>
                  </a:cubicBezTo>
                  <a:cubicBezTo>
                    <a:pt x="335" y="261"/>
                    <a:pt x="336" y="261"/>
                    <a:pt x="336" y="260"/>
                  </a:cubicBezTo>
                  <a:cubicBezTo>
                    <a:pt x="336" y="260"/>
                    <a:pt x="337" y="259"/>
                    <a:pt x="337" y="259"/>
                  </a:cubicBezTo>
                  <a:cubicBezTo>
                    <a:pt x="337" y="259"/>
                    <a:pt x="337" y="259"/>
                    <a:pt x="336" y="259"/>
                  </a:cubicBezTo>
                  <a:cubicBezTo>
                    <a:pt x="336" y="259"/>
                    <a:pt x="337" y="259"/>
                    <a:pt x="337" y="258"/>
                  </a:cubicBezTo>
                  <a:cubicBezTo>
                    <a:pt x="337" y="258"/>
                    <a:pt x="336" y="259"/>
                    <a:pt x="336" y="259"/>
                  </a:cubicBezTo>
                  <a:cubicBezTo>
                    <a:pt x="336" y="258"/>
                    <a:pt x="336" y="258"/>
                    <a:pt x="337" y="258"/>
                  </a:cubicBezTo>
                  <a:cubicBezTo>
                    <a:pt x="336" y="258"/>
                    <a:pt x="338" y="258"/>
                    <a:pt x="338" y="258"/>
                  </a:cubicBezTo>
                  <a:cubicBezTo>
                    <a:pt x="339" y="258"/>
                    <a:pt x="340" y="256"/>
                    <a:pt x="340" y="256"/>
                  </a:cubicBezTo>
                  <a:cubicBezTo>
                    <a:pt x="339" y="256"/>
                    <a:pt x="339" y="256"/>
                    <a:pt x="339" y="256"/>
                  </a:cubicBezTo>
                  <a:cubicBezTo>
                    <a:pt x="340" y="255"/>
                    <a:pt x="340" y="255"/>
                    <a:pt x="341" y="255"/>
                  </a:cubicBezTo>
                  <a:cubicBezTo>
                    <a:pt x="341" y="255"/>
                    <a:pt x="340" y="255"/>
                    <a:pt x="340" y="256"/>
                  </a:cubicBezTo>
                  <a:cubicBezTo>
                    <a:pt x="341" y="255"/>
                    <a:pt x="342" y="253"/>
                    <a:pt x="343" y="252"/>
                  </a:cubicBezTo>
                  <a:cubicBezTo>
                    <a:pt x="345" y="251"/>
                    <a:pt x="346" y="250"/>
                    <a:pt x="348" y="250"/>
                  </a:cubicBezTo>
                  <a:cubicBezTo>
                    <a:pt x="348" y="250"/>
                    <a:pt x="349" y="250"/>
                    <a:pt x="349" y="249"/>
                  </a:cubicBezTo>
                  <a:cubicBezTo>
                    <a:pt x="349" y="249"/>
                    <a:pt x="349" y="249"/>
                    <a:pt x="348" y="249"/>
                  </a:cubicBezTo>
                  <a:cubicBezTo>
                    <a:pt x="348" y="249"/>
                    <a:pt x="349" y="248"/>
                    <a:pt x="349" y="248"/>
                  </a:cubicBezTo>
                  <a:cubicBezTo>
                    <a:pt x="350" y="248"/>
                    <a:pt x="350" y="249"/>
                    <a:pt x="350" y="248"/>
                  </a:cubicBezTo>
                  <a:cubicBezTo>
                    <a:pt x="350" y="248"/>
                    <a:pt x="351" y="247"/>
                    <a:pt x="352" y="247"/>
                  </a:cubicBezTo>
                  <a:cubicBezTo>
                    <a:pt x="352" y="246"/>
                    <a:pt x="353" y="246"/>
                    <a:pt x="354" y="246"/>
                  </a:cubicBezTo>
                  <a:cubicBezTo>
                    <a:pt x="354" y="245"/>
                    <a:pt x="354" y="245"/>
                    <a:pt x="355" y="244"/>
                  </a:cubicBezTo>
                  <a:cubicBezTo>
                    <a:pt x="355" y="244"/>
                    <a:pt x="355" y="243"/>
                    <a:pt x="355" y="243"/>
                  </a:cubicBezTo>
                  <a:cubicBezTo>
                    <a:pt x="355" y="242"/>
                    <a:pt x="357" y="240"/>
                    <a:pt x="358" y="240"/>
                  </a:cubicBezTo>
                  <a:cubicBezTo>
                    <a:pt x="359" y="239"/>
                    <a:pt x="359" y="238"/>
                    <a:pt x="360" y="237"/>
                  </a:cubicBezTo>
                  <a:cubicBezTo>
                    <a:pt x="361" y="236"/>
                    <a:pt x="362" y="235"/>
                    <a:pt x="363" y="234"/>
                  </a:cubicBezTo>
                  <a:cubicBezTo>
                    <a:pt x="363" y="233"/>
                    <a:pt x="363" y="233"/>
                    <a:pt x="364" y="232"/>
                  </a:cubicBezTo>
                  <a:cubicBezTo>
                    <a:pt x="364" y="232"/>
                    <a:pt x="365" y="231"/>
                    <a:pt x="365" y="230"/>
                  </a:cubicBezTo>
                  <a:cubicBezTo>
                    <a:pt x="365" y="230"/>
                    <a:pt x="366" y="229"/>
                    <a:pt x="366" y="229"/>
                  </a:cubicBezTo>
                  <a:cubicBezTo>
                    <a:pt x="366" y="229"/>
                    <a:pt x="365" y="229"/>
                    <a:pt x="366" y="228"/>
                  </a:cubicBezTo>
                  <a:cubicBezTo>
                    <a:pt x="366" y="227"/>
                    <a:pt x="366" y="227"/>
                    <a:pt x="367" y="226"/>
                  </a:cubicBezTo>
                  <a:cubicBezTo>
                    <a:pt x="367" y="225"/>
                    <a:pt x="367" y="225"/>
                    <a:pt x="367" y="224"/>
                  </a:cubicBezTo>
                  <a:cubicBezTo>
                    <a:pt x="368" y="224"/>
                    <a:pt x="369" y="223"/>
                    <a:pt x="369" y="223"/>
                  </a:cubicBezTo>
                  <a:cubicBezTo>
                    <a:pt x="369" y="222"/>
                    <a:pt x="370" y="222"/>
                    <a:pt x="370" y="221"/>
                  </a:cubicBezTo>
                  <a:cubicBezTo>
                    <a:pt x="371" y="220"/>
                    <a:pt x="371" y="220"/>
                    <a:pt x="371" y="219"/>
                  </a:cubicBezTo>
                  <a:cubicBezTo>
                    <a:pt x="371" y="218"/>
                    <a:pt x="372" y="218"/>
                    <a:pt x="372" y="217"/>
                  </a:cubicBezTo>
                  <a:cubicBezTo>
                    <a:pt x="373" y="216"/>
                    <a:pt x="374" y="214"/>
                    <a:pt x="375" y="212"/>
                  </a:cubicBezTo>
                  <a:cubicBezTo>
                    <a:pt x="375" y="212"/>
                    <a:pt x="375" y="211"/>
                    <a:pt x="376" y="211"/>
                  </a:cubicBezTo>
                  <a:cubicBezTo>
                    <a:pt x="376" y="210"/>
                    <a:pt x="377" y="210"/>
                    <a:pt x="377" y="209"/>
                  </a:cubicBezTo>
                  <a:cubicBezTo>
                    <a:pt x="377" y="208"/>
                    <a:pt x="378" y="208"/>
                    <a:pt x="378" y="207"/>
                  </a:cubicBezTo>
                  <a:cubicBezTo>
                    <a:pt x="379" y="207"/>
                    <a:pt x="380" y="207"/>
                    <a:pt x="380" y="206"/>
                  </a:cubicBezTo>
                  <a:cubicBezTo>
                    <a:pt x="380" y="205"/>
                    <a:pt x="380" y="205"/>
                    <a:pt x="380" y="204"/>
                  </a:cubicBezTo>
                  <a:cubicBezTo>
                    <a:pt x="380" y="203"/>
                    <a:pt x="380" y="203"/>
                    <a:pt x="381" y="202"/>
                  </a:cubicBezTo>
                  <a:cubicBezTo>
                    <a:pt x="381" y="201"/>
                    <a:pt x="382" y="200"/>
                    <a:pt x="381" y="199"/>
                  </a:cubicBezTo>
                  <a:cubicBezTo>
                    <a:pt x="381" y="198"/>
                    <a:pt x="382" y="197"/>
                    <a:pt x="381" y="196"/>
                  </a:cubicBezTo>
                  <a:cubicBezTo>
                    <a:pt x="381" y="196"/>
                    <a:pt x="381" y="197"/>
                    <a:pt x="381" y="197"/>
                  </a:cubicBezTo>
                  <a:cubicBezTo>
                    <a:pt x="381" y="196"/>
                    <a:pt x="382" y="196"/>
                    <a:pt x="382" y="195"/>
                  </a:cubicBezTo>
                  <a:cubicBezTo>
                    <a:pt x="381" y="195"/>
                    <a:pt x="382" y="194"/>
                    <a:pt x="382" y="194"/>
                  </a:cubicBezTo>
                  <a:cubicBezTo>
                    <a:pt x="381" y="193"/>
                    <a:pt x="381" y="193"/>
                    <a:pt x="381" y="192"/>
                  </a:cubicBezTo>
                  <a:cubicBezTo>
                    <a:pt x="382" y="192"/>
                    <a:pt x="382" y="192"/>
                    <a:pt x="381" y="191"/>
                  </a:cubicBezTo>
                  <a:cubicBezTo>
                    <a:pt x="381" y="191"/>
                    <a:pt x="381" y="192"/>
                    <a:pt x="381" y="191"/>
                  </a:cubicBezTo>
                  <a:cubicBezTo>
                    <a:pt x="381" y="190"/>
                    <a:pt x="381" y="190"/>
                    <a:pt x="381" y="190"/>
                  </a:cubicBezTo>
                  <a:cubicBezTo>
                    <a:pt x="380" y="189"/>
                    <a:pt x="382" y="188"/>
                    <a:pt x="381" y="188"/>
                  </a:cubicBezTo>
                  <a:cubicBezTo>
                    <a:pt x="380" y="188"/>
                    <a:pt x="381" y="187"/>
                    <a:pt x="381" y="187"/>
                  </a:cubicBezTo>
                  <a:cubicBezTo>
                    <a:pt x="382" y="187"/>
                    <a:pt x="382" y="187"/>
                    <a:pt x="382" y="187"/>
                  </a:cubicBezTo>
                  <a:cubicBezTo>
                    <a:pt x="383" y="186"/>
                    <a:pt x="382" y="186"/>
                    <a:pt x="382" y="185"/>
                  </a:cubicBezTo>
                  <a:cubicBezTo>
                    <a:pt x="383" y="184"/>
                    <a:pt x="383" y="183"/>
                    <a:pt x="383" y="183"/>
                  </a:cubicBezTo>
                  <a:cubicBezTo>
                    <a:pt x="383" y="182"/>
                    <a:pt x="383" y="182"/>
                    <a:pt x="383" y="182"/>
                  </a:cubicBezTo>
                  <a:cubicBezTo>
                    <a:pt x="383" y="182"/>
                    <a:pt x="383" y="181"/>
                    <a:pt x="383" y="181"/>
                  </a:cubicBezTo>
                  <a:cubicBezTo>
                    <a:pt x="383" y="181"/>
                    <a:pt x="384" y="180"/>
                    <a:pt x="384" y="179"/>
                  </a:cubicBezTo>
                  <a:cubicBezTo>
                    <a:pt x="384" y="179"/>
                    <a:pt x="384" y="178"/>
                    <a:pt x="384" y="178"/>
                  </a:cubicBezTo>
                  <a:cubicBezTo>
                    <a:pt x="385" y="177"/>
                    <a:pt x="385" y="176"/>
                    <a:pt x="386" y="174"/>
                  </a:cubicBezTo>
                  <a:cubicBezTo>
                    <a:pt x="385" y="175"/>
                    <a:pt x="386" y="173"/>
                    <a:pt x="385" y="17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53" name="Armenia">
              <a:extLst>
                <a:ext uri="{FF2B5EF4-FFF2-40B4-BE49-F238E27FC236}">
                  <a16:creationId xmlns:a16="http://schemas.microsoft.com/office/drawing/2014/main" id="{9A27B163-319F-2DCA-3709-F9643999E621}"/>
                </a:ext>
              </a:extLst>
            </p:cNvPr>
            <p:cNvSpPr>
              <a:spLocks noEditPoints="1"/>
            </p:cNvSpPr>
            <p:nvPr/>
          </p:nvSpPr>
          <p:spPr bwMode="auto">
            <a:xfrm>
              <a:off x="7092436" y="2437860"/>
              <a:ext cx="109779" cy="96056"/>
            </a:xfrm>
            <a:custGeom>
              <a:avLst/>
              <a:gdLst/>
              <a:ahLst/>
              <a:cxnLst>
                <a:cxn ang="0">
                  <a:pos x="31" y="22"/>
                </a:cxn>
                <a:cxn ang="0">
                  <a:pos x="30" y="20"/>
                </a:cxn>
                <a:cxn ang="0">
                  <a:pos x="29" y="18"/>
                </a:cxn>
                <a:cxn ang="0">
                  <a:pos x="26" y="17"/>
                </a:cxn>
                <a:cxn ang="0">
                  <a:pos x="23" y="15"/>
                </a:cxn>
                <a:cxn ang="0">
                  <a:pos x="24" y="14"/>
                </a:cxn>
                <a:cxn ang="0">
                  <a:pos x="24" y="12"/>
                </a:cxn>
                <a:cxn ang="0">
                  <a:pos x="22" y="10"/>
                </a:cxn>
                <a:cxn ang="0">
                  <a:pos x="19" y="8"/>
                </a:cxn>
                <a:cxn ang="0">
                  <a:pos x="20" y="4"/>
                </a:cxn>
                <a:cxn ang="0">
                  <a:pos x="17" y="3"/>
                </a:cxn>
                <a:cxn ang="0">
                  <a:pos x="15" y="2"/>
                </a:cxn>
                <a:cxn ang="0">
                  <a:pos x="15" y="1"/>
                </a:cxn>
                <a:cxn ang="0">
                  <a:pos x="12" y="0"/>
                </a:cxn>
                <a:cxn ang="0">
                  <a:pos x="10" y="1"/>
                </a:cxn>
                <a:cxn ang="0">
                  <a:pos x="9" y="1"/>
                </a:cxn>
                <a:cxn ang="0">
                  <a:pos x="8" y="1"/>
                </a:cxn>
                <a:cxn ang="0">
                  <a:pos x="6" y="1"/>
                </a:cxn>
                <a:cxn ang="0">
                  <a:pos x="3" y="2"/>
                </a:cxn>
                <a:cxn ang="0">
                  <a:pos x="1" y="3"/>
                </a:cxn>
                <a:cxn ang="0">
                  <a:pos x="3" y="7"/>
                </a:cxn>
                <a:cxn ang="0">
                  <a:pos x="3" y="10"/>
                </a:cxn>
                <a:cxn ang="0">
                  <a:pos x="4" y="12"/>
                </a:cxn>
                <a:cxn ang="0">
                  <a:pos x="7" y="14"/>
                </a:cxn>
                <a:cxn ang="0">
                  <a:pos x="8" y="14"/>
                </a:cxn>
                <a:cxn ang="0">
                  <a:pos x="12" y="15"/>
                </a:cxn>
                <a:cxn ang="0">
                  <a:pos x="17" y="16"/>
                </a:cxn>
                <a:cxn ang="0">
                  <a:pos x="19" y="18"/>
                </a:cxn>
                <a:cxn ang="0">
                  <a:pos x="20" y="19"/>
                </a:cxn>
                <a:cxn ang="0">
                  <a:pos x="24" y="19"/>
                </a:cxn>
                <a:cxn ang="0">
                  <a:pos x="25" y="22"/>
                </a:cxn>
                <a:cxn ang="0">
                  <a:pos x="26" y="24"/>
                </a:cxn>
                <a:cxn ang="0">
                  <a:pos x="28" y="26"/>
                </a:cxn>
                <a:cxn ang="0">
                  <a:pos x="31" y="26"/>
                </a:cxn>
                <a:cxn ang="0">
                  <a:pos x="30" y="23"/>
                </a:cxn>
                <a:cxn ang="0">
                  <a:pos x="14" y="2"/>
                </a:cxn>
                <a:cxn ang="0">
                  <a:pos x="16" y="3"/>
                </a:cxn>
              </a:cxnLst>
              <a:rect l="0" t="0" r="r" b="b"/>
              <a:pathLst>
                <a:path w="31" h="27">
                  <a:moveTo>
                    <a:pt x="30" y="23"/>
                  </a:moveTo>
                  <a:cubicBezTo>
                    <a:pt x="29" y="22"/>
                    <a:pt x="31" y="23"/>
                    <a:pt x="31" y="22"/>
                  </a:cubicBezTo>
                  <a:cubicBezTo>
                    <a:pt x="31" y="22"/>
                    <a:pt x="30" y="21"/>
                    <a:pt x="29" y="21"/>
                  </a:cubicBezTo>
                  <a:cubicBezTo>
                    <a:pt x="28" y="20"/>
                    <a:pt x="30" y="20"/>
                    <a:pt x="30" y="20"/>
                  </a:cubicBezTo>
                  <a:cubicBezTo>
                    <a:pt x="30" y="19"/>
                    <a:pt x="30" y="19"/>
                    <a:pt x="30" y="18"/>
                  </a:cubicBezTo>
                  <a:cubicBezTo>
                    <a:pt x="29" y="18"/>
                    <a:pt x="29" y="18"/>
                    <a:pt x="29" y="18"/>
                  </a:cubicBezTo>
                  <a:cubicBezTo>
                    <a:pt x="28" y="18"/>
                    <a:pt x="28" y="19"/>
                    <a:pt x="27" y="18"/>
                  </a:cubicBezTo>
                  <a:cubicBezTo>
                    <a:pt x="27" y="18"/>
                    <a:pt x="26" y="18"/>
                    <a:pt x="26" y="17"/>
                  </a:cubicBezTo>
                  <a:cubicBezTo>
                    <a:pt x="25" y="17"/>
                    <a:pt x="25" y="16"/>
                    <a:pt x="24" y="16"/>
                  </a:cubicBezTo>
                  <a:cubicBezTo>
                    <a:pt x="24" y="16"/>
                    <a:pt x="23" y="16"/>
                    <a:pt x="23" y="15"/>
                  </a:cubicBezTo>
                  <a:cubicBezTo>
                    <a:pt x="22" y="14"/>
                    <a:pt x="22" y="15"/>
                    <a:pt x="21" y="14"/>
                  </a:cubicBezTo>
                  <a:cubicBezTo>
                    <a:pt x="20" y="14"/>
                    <a:pt x="23" y="14"/>
                    <a:pt x="24" y="14"/>
                  </a:cubicBezTo>
                  <a:cubicBezTo>
                    <a:pt x="24" y="13"/>
                    <a:pt x="24" y="13"/>
                    <a:pt x="24" y="13"/>
                  </a:cubicBezTo>
                  <a:cubicBezTo>
                    <a:pt x="24" y="13"/>
                    <a:pt x="24" y="12"/>
                    <a:pt x="24" y="12"/>
                  </a:cubicBezTo>
                  <a:cubicBezTo>
                    <a:pt x="24" y="11"/>
                    <a:pt x="24" y="11"/>
                    <a:pt x="23" y="11"/>
                  </a:cubicBezTo>
                  <a:cubicBezTo>
                    <a:pt x="23" y="11"/>
                    <a:pt x="22" y="10"/>
                    <a:pt x="22" y="10"/>
                  </a:cubicBezTo>
                  <a:cubicBezTo>
                    <a:pt x="21" y="10"/>
                    <a:pt x="21" y="10"/>
                    <a:pt x="20" y="9"/>
                  </a:cubicBezTo>
                  <a:cubicBezTo>
                    <a:pt x="20" y="9"/>
                    <a:pt x="19" y="8"/>
                    <a:pt x="19" y="8"/>
                  </a:cubicBezTo>
                  <a:cubicBezTo>
                    <a:pt x="19" y="7"/>
                    <a:pt x="17" y="7"/>
                    <a:pt x="18" y="6"/>
                  </a:cubicBezTo>
                  <a:cubicBezTo>
                    <a:pt x="19" y="6"/>
                    <a:pt x="20" y="5"/>
                    <a:pt x="20" y="4"/>
                  </a:cubicBezTo>
                  <a:cubicBezTo>
                    <a:pt x="19" y="4"/>
                    <a:pt x="18" y="4"/>
                    <a:pt x="18" y="3"/>
                  </a:cubicBezTo>
                  <a:cubicBezTo>
                    <a:pt x="18" y="3"/>
                    <a:pt x="17" y="3"/>
                    <a:pt x="17" y="3"/>
                  </a:cubicBezTo>
                  <a:cubicBezTo>
                    <a:pt x="16" y="3"/>
                    <a:pt x="16" y="2"/>
                    <a:pt x="15" y="2"/>
                  </a:cubicBezTo>
                  <a:cubicBezTo>
                    <a:pt x="15" y="3"/>
                    <a:pt x="14" y="2"/>
                    <a:pt x="15" y="2"/>
                  </a:cubicBezTo>
                  <a:cubicBezTo>
                    <a:pt x="15" y="2"/>
                    <a:pt x="16" y="2"/>
                    <a:pt x="16" y="1"/>
                  </a:cubicBezTo>
                  <a:cubicBezTo>
                    <a:pt x="16" y="1"/>
                    <a:pt x="15" y="1"/>
                    <a:pt x="15" y="1"/>
                  </a:cubicBezTo>
                  <a:cubicBezTo>
                    <a:pt x="14" y="1"/>
                    <a:pt x="14" y="0"/>
                    <a:pt x="14" y="0"/>
                  </a:cubicBezTo>
                  <a:cubicBezTo>
                    <a:pt x="13" y="0"/>
                    <a:pt x="13" y="0"/>
                    <a:pt x="12" y="0"/>
                  </a:cubicBezTo>
                  <a:cubicBezTo>
                    <a:pt x="12" y="0"/>
                    <a:pt x="12" y="0"/>
                    <a:pt x="13" y="1"/>
                  </a:cubicBezTo>
                  <a:cubicBezTo>
                    <a:pt x="12" y="1"/>
                    <a:pt x="11" y="0"/>
                    <a:pt x="10" y="1"/>
                  </a:cubicBezTo>
                  <a:cubicBezTo>
                    <a:pt x="10" y="1"/>
                    <a:pt x="10" y="1"/>
                    <a:pt x="10" y="1"/>
                  </a:cubicBezTo>
                  <a:cubicBezTo>
                    <a:pt x="10" y="1"/>
                    <a:pt x="10" y="1"/>
                    <a:pt x="9" y="1"/>
                  </a:cubicBezTo>
                  <a:cubicBezTo>
                    <a:pt x="9" y="1"/>
                    <a:pt x="9" y="1"/>
                    <a:pt x="9" y="1"/>
                  </a:cubicBezTo>
                  <a:cubicBezTo>
                    <a:pt x="8" y="1"/>
                    <a:pt x="8" y="1"/>
                    <a:pt x="8" y="1"/>
                  </a:cubicBezTo>
                  <a:cubicBezTo>
                    <a:pt x="7" y="1"/>
                    <a:pt x="7" y="1"/>
                    <a:pt x="7" y="1"/>
                  </a:cubicBezTo>
                  <a:cubicBezTo>
                    <a:pt x="7" y="0"/>
                    <a:pt x="7" y="0"/>
                    <a:pt x="6" y="1"/>
                  </a:cubicBezTo>
                  <a:cubicBezTo>
                    <a:pt x="6" y="1"/>
                    <a:pt x="5" y="1"/>
                    <a:pt x="4" y="1"/>
                  </a:cubicBezTo>
                  <a:cubicBezTo>
                    <a:pt x="4" y="1"/>
                    <a:pt x="3" y="2"/>
                    <a:pt x="3" y="2"/>
                  </a:cubicBezTo>
                  <a:cubicBezTo>
                    <a:pt x="2" y="2"/>
                    <a:pt x="0" y="2"/>
                    <a:pt x="0" y="2"/>
                  </a:cubicBezTo>
                  <a:cubicBezTo>
                    <a:pt x="0" y="2"/>
                    <a:pt x="1" y="3"/>
                    <a:pt x="1" y="3"/>
                  </a:cubicBezTo>
                  <a:cubicBezTo>
                    <a:pt x="2" y="3"/>
                    <a:pt x="2" y="4"/>
                    <a:pt x="3" y="5"/>
                  </a:cubicBezTo>
                  <a:cubicBezTo>
                    <a:pt x="3" y="5"/>
                    <a:pt x="3" y="6"/>
                    <a:pt x="3" y="7"/>
                  </a:cubicBezTo>
                  <a:cubicBezTo>
                    <a:pt x="3" y="7"/>
                    <a:pt x="3" y="8"/>
                    <a:pt x="2" y="8"/>
                  </a:cubicBezTo>
                  <a:cubicBezTo>
                    <a:pt x="2" y="9"/>
                    <a:pt x="3" y="9"/>
                    <a:pt x="3" y="10"/>
                  </a:cubicBezTo>
                  <a:cubicBezTo>
                    <a:pt x="3" y="11"/>
                    <a:pt x="3" y="10"/>
                    <a:pt x="3" y="11"/>
                  </a:cubicBezTo>
                  <a:cubicBezTo>
                    <a:pt x="4" y="11"/>
                    <a:pt x="4" y="12"/>
                    <a:pt x="4" y="12"/>
                  </a:cubicBezTo>
                  <a:cubicBezTo>
                    <a:pt x="3" y="12"/>
                    <a:pt x="3" y="13"/>
                    <a:pt x="4" y="13"/>
                  </a:cubicBezTo>
                  <a:cubicBezTo>
                    <a:pt x="5" y="13"/>
                    <a:pt x="6" y="14"/>
                    <a:pt x="7" y="14"/>
                  </a:cubicBezTo>
                  <a:cubicBezTo>
                    <a:pt x="7" y="14"/>
                    <a:pt x="7" y="14"/>
                    <a:pt x="8" y="13"/>
                  </a:cubicBezTo>
                  <a:cubicBezTo>
                    <a:pt x="8" y="13"/>
                    <a:pt x="8" y="14"/>
                    <a:pt x="8" y="14"/>
                  </a:cubicBezTo>
                  <a:cubicBezTo>
                    <a:pt x="9" y="13"/>
                    <a:pt x="9" y="14"/>
                    <a:pt x="10" y="14"/>
                  </a:cubicBezTo>
                  <a:cubicBezTo>
                    <a:pt x="11" y="14"/>
                    <a:pt x="11" y="15"/>
                    <a:pt x="12" y="15"/>
                  </a:cubicBezTo>
                  <a:cubicBezTo>
                    <a:pt x="13" y="16"/>
                    <a:pt x="14" y="17"/>
                    <a:pt x="15" y="17"/>
                  </a:cubicBezTo>
                  <a:cubicBezTo>
                    <a:pt x="16" y="17"/>
                    <a:pt x="16" y="16"/>
                    <a:pt x="17" y="16"/>
                  </a:cubicBezTo>
                  <a:cubicBezTo>
                    <a:pt x="17" y="17"/>
                    <a:pt x="18" y="17"/>
                    <a:pt x="18" y="18"/>
                  </a:cubicBezTo>
                  <a:cubicBezTo>
                    <a:pt x="18" y="19"/>
                    <a:pt x="18" y="18"/>
                    <a:pt x="19" y="18"/>
                  </a:cubicBezTo>
                  <a:cubicBezTo>
                    <a:pt x="19" y="18"/>
                    <a:pt x="19" y="19"/>
                    <a:pt x="19" y="19"/>
                  </a:cubicBezTo>
                  <a:cubicBezTo>
                    <a:pt x="20" y="19"/>
                    <a:pt x="20" y="19"/>
                    <a:pt x="20" y="19"/>
                  </a:cubicBezTo>
                  <a:cubicBezTo>
                    <a:pt x="21" y="20"/>
                    <a:pt x="22" y="19"/>
                    <a:pt x="23" y="18"/>
                  </a:cubicBezTo>
                  <a:cubicBezTo>
                    <a:pt x="23" y="18"/>
                    <a:pt x="24" y="19"/>
                    <a:pt x="24" y="19"/>
                  </a:cubicBezTo>
                  <a:cubicBezTo>
                    <a:pt x="24" y="20"/>
                    <a:pt x="24" y="20"/>
                    <a:pt x="24" y="21"/>
                  </a:cubicBezTo>
                  <a:cubicBezTo>
                    <a:pt x="24" y="21"/>
                    <a:pt x="25" y="21"/>
                    <a:pt x="25" y="22"/>
                  </a:cubicBezTo>
                  <a:cubicBezTo>
                    <a:pt x="26" y="22"/>
                    <a:pt x="25" y="22"/>
                    <a:pt x="26" y="23"/>
                  </a:cubicBezTo>
                  <a:cubicBezTo>
                    <a:pt x="26" y="23"/>
                    <a:pt x="26" y="24"/>
                    <a:pt x="26" y="24"/>
                  </a:cubicBezTo>
                  <a:cubicBezTo>
                    <a:pt x="27" y="24"/>
                    <a:pt x="27" y="25"/>
                    <a:pt x="27" y="25"/>
                  </a:cubicBezTo>
                  <a:cubicBezTo>
                    <a:pt x="27" y="25"/>
                    <a:pt x="28" y="26"/>
                    <a:pt x="28" y="26"/>
                  </a:cubicBezTo>
                  <a:cubicBezTo>
                    <a:pt x="28" y="27"/>
                    <a:pt x="29" y="26"/>
                    <a:pt x="29" y="26"/>
                  </a:cubicBezTo>
                  <a:cubicBezTo>
                    <a:pt x="30" y="26"/>
                    <a:pt x="31" y="26"/>
                    <a:pt x="31" y="26"/>
                  </a:cubicBezTo>
                  <a:cubicBezTo>
                    <a:pt x="31" y="25"/>
                    <a:pt x="31" y="25"/>
                    <a:pt x="31" y="24"/>
                  </a:cubicBezTo>
                  <a:cubicBezTo>
                    <a:pt x="31" y="23"/>
                    <a:pt x="30" y="23"/>
                    <a:pt x="30" y="23"/>
                  </a:cubicBezTo>
                  <a:close/>
                  <a:moveTo>
                    <a:pt x="14" y="3"/>
                  </a:moveTo>
                  <a:cubicBezTo>
                    <a:pt x="14" y="3"/>
                    <a:pt x="13" y="2"/>
                    <a:pt x="14" y="2"/>
                  </a:cubicBezTo>
                  <a:cubicBezTo>
                    <a:pt x="14" y="2"/>
                    <a:pt x="15" y="2"/>
                    <a:pt x="14" y="3"/>
                  </a:cubicBezTo>
                  <a:close/>
                  <a:moveTo>
                    <a:pt x="16" y="3"/>
                  </a:moveTo>
                  <a:cubicBezTo>
                    <a:pt x="17" y="3"/>
                    <a:pt x="15" y="3"/>
                    <a:pt x="16" y="3"/>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54" name="Argentina">
              <a:extLst>
                <a:ext uri="{FF2B5EF4-FFF2-40B4-BE49-F238E27FC236}">
                  <a16:creationId xmlns:a16="http://schemas.microsoft.com/office/drawing/2014/main" id="{B0BA4775-600E-A685-ED61-B384B73C75DB}"/>
                </a:ext>
              </a:extLst>
            </p:cNvPr>
            <p:cNvSpPr>
              <a:spLocks noEditPoints="1"/>
            </p:cNvSpPr>
            <p:nvPr/>
          </p:nvSpPr>
          <p:spPr bwMode="auto">
            <a:xfrm>
              <a:off x="3392318" y="4895131"/>
              <a:ext cx="524388" cy="1279115"/>
            </a:xfrm>
            <a:custGeom>
              <a:avLst/>
              <a:gdLst/>
              <a:ahLst/>
              <a:cxnLst>
                <a:cxn ang="0">
                  <a:pos x="140" y="63"/>
                </a:cxn>
                <a:cxn ang="0">
                  <a:pos x="132" y="72"/>
                </a:cxn>
                <a:cxn ang="0">
                  <a:pos x="124" y="83"/>
                </a:cxn>
                <a:cxn ang="0">
                  <a:pos x="117" y="100"/>
                </a:cxn>
                <a:cxn ang="0">
                  <a:pos x="117" y="124"/>
                </a:cxn>
                <a:cxn ang="0">
                  <a:pos x="122" y="142"/>
                </a:cxn>
                <a:cxn ang="0">
                  <a:pos x="141" y="162"/>
                </a:cxn>
                <a:cxn ang="0">
                  <a:pos x="106" y="189"/>
                </a:cxn>
                <a:cxn ang="0">
                  <a:pos x="98" y="192"/>
                </a:cxn>
                <a:cxn ang="0">
                  <a:pos x="100" y="203"/>
                </a:cxn>
                <a:cxn ang="0">
                  <a:pos x="88" y="211"/>
                </a:cxn>
                <a:cxn ang="0">
                  <a:pos x="82" y="217"/>
                </a:cxn>
                <a:cxn ang="0">
                  <a:pos x="92" y="224"/>
                </a:cxn>
                <a:cxn ang="0">
                  <a:pos x="92" y="232"/>
                </a:cxn>
                <a:cxn ang="0">
                  <a:pos x="90" y="248"/>
                </a:cxn>
                <a:cxn ang="0">
                  <a:pos x="83" y="256"/>
                </a:cxn>
                <a:cxn ang="0">
                  <a:pos x="84" y="273"/>
                </a:cxn>
                <a:cxn ang="0">
                  <a:pos x="100" y="287"/>
                </a:cxn>
                <a:cxn ang="0">
                  <a:pos x="89" y="300"/>
                </a:cxn>
                <a:cxn ang="0">
                  <a:pos x="84" y="307"/>
                </a:cxn>
                <a:cxn ang="0">
                  <a:pos x="86" y="324"/>
                </a:cxn>
                <a:cxn ang="0">
                  <a:pos x="78" y="329"/>
                </a:cxn>
                <a:cxn ang="0">
                  <a:pos x="59" y="319"/>
                </a:cxn>
                <a:cxn ang="0">
                  <a:pos x="43" y="307"/>
                </a:cxn>
                <a:cxn ang="0">
                  <a:pos x="43" y="299"/>
                </a:cxn>
                <a:cxn ang="0">
                  <a:pos x="42" y="284"/>
                </a:cxn>
                <a:cxn ang="0">
                  <a:pos x="44" y="272"/>
                </a:cxn>
                <a:cxn ang="0">
                  <a:pos x="41" y="258"/>
                </a:cxn>
                <a:cxn ang="0">
                  <a:pos x="40" y="249"/>
                </a:cxn>
                <a:cxn ang="0">
                  <a:pos x="29" y="238"/>
                </a:cxn>
                <a:cxn ang="0">
                  <a:pos x="24" y="221"/>
                </a:cxn>
                <a:cxn ang="0">
                  <a:pos x="17" y="204"/>
                </a:cxn>
                <a:cxn ang="0">
                  <a:pos x="17" y="193"/>
                </a:cxn>
                <a:cxn ang="0">
                  <a:pos x="12" y="169"/>
                </a:cxn>
                <a:cxn ang="0">
                  <a:pos x="13" y="160"/>
                </a:cxn>
                <a:cxn ang="0">
                  <a:pos x="11" y="148"/>
                </a:cxn>
                <a:cxn ang="0">
                  <a:pos x="13" y="131"/>
                </a:cxn>
                <a:cxn ang="0">
                  <a:pos x="4" y="112"/>
                </a:cxn>
                <a:cxn ang="0">
                  <a:pos x="1" y="96"/>
                </a:cxn>
                <a:cxn ang="0">
                  <a:pos x="0" y="82"/>
                </a:cxn>
                <a:cxn ang="0">
                  <a:pos x="4" y="68"/>
                </a:cxn>
                <a:cxn ang="0">
                  <a:pos x="8" y="51"/>
                </a:cxn>
                <a:cxn ang="0">
                  <a:pos x="14" y="25"/>
                </a:cxn>
                <a:cxn ang="0">
                  <a:pos x="25" y="1"/>
                </a:cxn>
                <a:cxn ang="0">
                  <a:pos x="43" y="7"/>
                </a:cxn>
                <a:cxn ang="0">
                  <a:pos x="64" y="11"/>
                </a:cxn>
                <a:cxn ang="0">
                  <a:pos x="79" y="23"/>
                </a:cxn>
                <a:cxn ang="0">
                  <a:pos x="104" y="35"/>
                </a:cxn>
                <a:cxn ang="0">
                  <a:pos x="106" y="49"/>
                </a:cxn>
                <a:cxn ang="0">
                  <a:pos x="102" y="59"/>
                </a:cxn>
                <a:cxn ang="0">
                  <a:pos x="127" y="60"/>
                </a:cxn>
                <a:cxn ang="0">
                  <a:pos x="138" y="52"/>
                </a:cxn>
                <a:cxn ang="0">
                  <a:pos x="142" y="41"/>
                </a:cxn>
                <a:cxn ang="0">
                  <a:pos x="148" y="52"/>
                </a:cxn>
                <a:cxn ang="0">
                  <a:pos x="111" y="347"/>
                </a:cxn>
                <a:cxn ang="0">
                  <a:pos x="112" y="358"/>
                </a:cxn>
                <a:cxn ang="0">
                  <a:pos x="136" y="359"/>
                </a:cxn>
                <a:cxn ang="0">
                  <a:pos x="142" y="359"/>
                </a:cxn>
              </a:cxnLst>
              <a:rect l="0" t="0" r="r" b="b"/>
              <a:pathLst>
                <a:path w="148" h="361">
                  <a:moveTo>
                    <a:pt x="148" y="57"/>
                  </a:moveTo>
                  <a:cubicBezTo>
                    <a:pt x="148" y="58"/>
                    <a:pt x="148" y="58"/>
                    <a:pt x="148" y="59"/>
                  </a:cubicBezTo>
                  <a:cubicBezTo>
                    <a:pt x="147" y="58"/>
                    <a:pt x="146" y="60"/>
                    <a:pt x="145" y="60"/>
                  </a:cubicBezTo>
                  <a:cubicBezTo>
                    <a:pt x="145" y="60"/>
                    <a:pt x="145" y="59"/>
                    <a:pt x="144" y="60"/>
                  </a:cubicBezTo>
                  <a:cubicBezTo>
                    <a:pt x="144" y="61"/>
                    <a:pt x="144" y="61"/>
                    <a:pt x="144" y="61"/>
                  </a:cubicBezTo>
                  <a:cubicBezTo>
                    <a:pt x="144" y="62"/>
                    <a:pt x="144" y="61"/>
                    <a:pt x="143" y="61"/>
                  </a:cubicBezTo>
                  <a:cubicBezTo>
                    <a:pt x="143" y="61"/>
                    <a:pt x="143" y="62"/>
                    <a:pt x="143" y="62"/>
                  </a:cubicBezTo>
                  <a:cubicBezTo>
                    <a:pt x="143" y="62"/>
                    <a:pt x="142" y="61"/>
                    <a:pt x="142" y="62"/>
                  </a:cubicBezTo>
                  <a:cubicBezTo>
                    <a:pt x="143" y="62"/>
                    <a:pt x="142" y="63"/>
                    <a:pt x="141" y="62"/>
                  </a:cubicBezTo>
                  <a:cubicBezTo>
                    <a:pt x="141" y="62"/>
                    <a:pt x="141" y="63"/>
                    <a:pt x="141" y="63"/>
                  </a:cubicBezTo>
                  <a:cubicBezTo>
                    <a:pt x="141" y="63"/>
                    <a:pt x="140" y="62"/>
                    <a:pt x="140" y="63"/>
                  </a:cubicBezTo>
                  <a:cubicBezTo>
                    <a:pt x="140" y="63"/>
                    <a:pt x="140" y="63"/>
                    <a:pt x="140" y="63"/>
                  </a:cubicBezTo>
                  <a:cubicBezTo>
                    <a:pt x="139" y="63"/>
                    <a:pt x="139" y="63"/>
                    <a:pt x="139" y="63"/>
                  </a:cubicBezTo>
                  <a:cubicBezTo>
                    <a:pt x="139" y="64"/>
                    <a:pt x="138" y="64"/>
                    <a:pt x="138" y="64"/>
                  </a:cubicBezTo>
                  <a:cubicBezTo>
                    <a:pt x="139" y="65"/>
                    <a:pt x="138" y="66"/>
                    <a:pt x="137" y="66"/>
                  </a:cubicBezTo>
                  <a:cubicBezTo>
                    <a:pt x="136" y="65"/>
                    <a:pt x="138" y="66"/>
                    <a:pt x="138" y="66"/>
                  </a:cubicBezTo>
                  <a:cubicBezTo>
                    <a:pt x="138" y="66"/>
                    <a:pt x="137" y="67"/>
                    <a:pt x="137" y="67"/>
                  </a:cubicBezTo>
                  <a:cubicBezTo>
                    <a:pt x="136" y="67"/>
                    <a:pt x="136" y="66"/>
                    <a:pt x="136" y="67"/>
                  </a:cubicBezTo>
                  <a:cubicBezTo>
                    <a:pt x="136" y="67"/>
                    <a:pt x="135" y="67"/>
                    <a:pt x="135" y="67"/>
                  </a:cubicBezTo>
                  <a:cubicBezTo>
                    <a:pt x="135" y="67"/>
                    <a:pt x="135" y="67"/>
                    <a:pt x="135" y="67"/>
                  </a:cubicBezTo>
                  <a:cubicBezTo>
                    <a:pt x="135" y="68"/>
                    <a:pt x="134" y="69"/>
                    <a:pt x="134" y="69"/>
                  </a:cubicBezTo>
                  <a:cubicBezTo>
                    <a:pt x="133" y="69"/>
                    <a:pt x="133" y="70"/>
                    <a:pt x="133" y="69"/>
                  </a:cubicBezTo>
                  <a:cubicBezTo>
                    <a:pt x="133" y="69"/>
                    <a:pt x="132" y="70"/>
                    <a:pt x="132" y="70"/>
                  </a:cubicBezTo>
                  <a:cubicBezTo>
                    <a:pt x="130" y="71"/>
                    <a:pt x="133" y="71"/>
                    <a:pt x="132" y="72"/>
                  </a:cubicBezTo>
                  <a:cubicBezTo>
                    <a:pt x="132" y="73"/>
                    <a:pt x="132" y="72"/>
                    <a:pt x="132" y="72"/>
                  </a:cubicBezTo>
                  <a:cubicBezTo>
                    <a:pt x="131" y="72"/>
                    <a:pt x="131" y="72"/>
                    <a:pt x="130" y="72"/>
                  </a:cubicBezTo>
                  <a:cubicBezTo>
                    <a:pt x="130" y="72"/>
                    <a:pt x="131" y="73"/>
                    <a:pt x="130" y="73"/>
                  </a:cubicBezTo>
                  <a:cubicBezTo>
                    <a:pt x="130" y="73"/>
                    <a:pt x="130" y="73"/>
                    <a:pt x="129" y="74"/>
                  </a:cubicBezTo>
                  <a:cubicBezTo>
                    <a:pt x="129" y="74"/>
                    <a:pt x="130" y="74"/>
                    <a:pt x="130" y="74"/>
                  </a:cubicBezTo>
                  <a:cubicBezTo>
                    <a:pt x="129" y="75"/>
                    <a:pt x="129" y="76"/>
                    <a:pt x="128" y="76"/>
                  </a:cubicBezTo>
                  <a:cubicBezTo>
                    <a:pt x="128" y="76"/>
                    <a:pt x="127" y="76"/>
                    <a:pt x="127" y="77"/>
                  </a:cubicBezTo>
                  <a:cubicBezTo>
                    <a:pt x="127" y="77"/>
                    <a:pt x="127" y="77"/>
                    <a:pt x="127" y="78"/>
                  </a:cubicBezTo>
                  <a:cubicBezTo>
                    <a:pt x="127" y="78"/>
                    <a:pt x="127" y="78"/>
                    <a:pt x="127" y="78"/>
                  </a:cubicBezTo>
                  <a:cubicBezTo>
                    <a:pt x="126" y="79"/>
                    <a:pt x="127" y="80"/>
                    <a:pt x="126" y="80"/>
                  </a:cubicBezTo>
                  <a:cubicBezTo>
                    <a:pt x="126" y="80"/>
                    <a:pt x="125" y="81"/>
                    <a:pt x="125" y="81"/>
                  </a:cubicBezTo>
                  <a:cubicBezTo>
                    <a:pt x="125" y="82"/>
                    <a:pt x="125" y="82"/>
                    <a:pt x="124" y="83"/>
                  </a:cubicBezTo>
                  <a:cubicBezTo>
                    <a:pt x="124" y="83"/>
                    <a:pt x="124" y="84"/>
                    <a:pt x="123" y="85"/>
                  </a:cubicBezTo>
                  <a:cubicBezTo>
                    <a:pt x="123" y="85"/>
                    <a:pt x="122" y="86"/>
                    <a:pt x="122" y="87"/>
                  </a:cubicBezTo>
                  <a:cubicBezTo>
                    <a:pt x="121" y="88"/>
                    <a:pt x="121" y="87"/>
                    <a:pt x="120" y="88"/>
                  </a:cubicBezTo>
                  <a:cubicBezTo>
                    <a:pt x="120" y="88"/>
                    <a:pt x="120" y="89"/>
                    <a:pt x="120" y="89"/>
                  </a:cubicBezTo>
                  <a:cubicBezTo>
                    <a:pt x="120" y="90"/>
                    <a:pt x="119" y="90"/>
                    <a:pt x="119" y="91"/>
                  </a:cubicBezTo>
                  <a:cubicBezTo>
                    <a:pt x="119" y="92"/>
                    <a:pt x="118" y="92"/>
                    <a:pt x="118" y="92"/>
                  </a:cubicBezTo>
                  <a:cubicBezTo>
                    <a:pt x="117" y="92"/>
                    <a:pt x="118" y="93"/>
                    <a:pt x="118" y="93"/>
                  </a:cubicBezTo>
                  <a:cubicBezTo>
                    <a:pt x="118" y="94"/>
                    <a:pt x="117" y="94"/>
                    <a:pt x="117" y="95"/>
                  </a:cubicBezTo>
                  <a:cubicBezTo>
                    <a:pt x="116" y="95"/>
                    <a:pt x="116" y="95"/>
                    <a:pt x="116" y="96"/>
                  </a:cubicBezTo>
                  <a:cubicBezTo>
                    <a:pt x="116" y="97"/>
                    <a:pt x="117" y="97"/>
                    <a:pt x="117" y="98"/>
                  </a:cubicBezTo>
                  <a:cubicBezTo>
                    <a:pt x="117" y="98"/>
                    <a:pt x="118" y="99"/>
                    <a:pt x="117" y="100"/>
                  </a:cubicBezTo>
                  <a:cubicBezTo>
                    <a:pt x="117" y="100"/>
                    <a:pt x="116" y="100"/>
                    <a:pt x="117" y="100"/>
                  </a:cubicBezTo>
                  <a:cubicBezTo>
                    <a:pt x="117" y="101"/>
                    <a:pt x="117" y="101"/>
                    <a:pt x="117" y="102"/>
                  </a:cubicBezTo>
                  <a:cubicBezTo>
                    <a:pt x="117" y="102"/>
                    <a:pt x="117" y="103"/>
                    <a:pt x="117" y="104"/>
                  </a:cubicBezTo>
                  <a:cubicBezTo>
                    <a:pt x="117" y="104"/>
                    <a:pt x="117" y="105"/>
                    <a:pt x="116" y="106"/>
                  </a:cubicBezTo>
                  <a:cubicBezTo>
                    <a:pt x="116" y="106"/>
                    <a:pt x="117" y="107"/>
                    <a:pt x="117" y="108"/>
                  </a:cubicBezTo>
                  <a:cubicBezTo>
                    <a:pt x="117" y="108"/>
                    <a:pt x="117" y="110"/>
                    <a:pt x="117" y="110"/>
                  </a:cubicBezTo>
                  <a:cubicBezTo>
                    <a:pt x="116" y="110"/>
                    <a:pt x="116" y="111"/>
                    <a:pt x="116" y="112"/>
                  </a:cubicBezTo>
                  <a:cubicBezTo>
                    <a:pt x="117" y="112"/>
                    <a:pt x="116" y="114"/>
                    <a:pt x="117" y="114"/>
                  </a:cubicBezTo>
                  <a:cubicBezTo>
                    <a:pt x="118" y="115"/>
                    <a:pt x="117" y="116"/>
                    <a:pt x="117" y="117"/>
                  </a:cubicBezTo>
                  <a:cubicBezTo>
                    <a:pt x="117" y="118"/>
                    <a:pt x="118" y="119"/>
                    <a:pt x="118" y="120"/>
                  </a:cubicBezTo>
                  <a:cubicBezTo>
                    <a:pt x="118" y="121"/>
                    <a:pt x="118" y="121"/>
                    <a:pt x="119" y="121"/>
                  </a:cubicBezTo>
                  <a:cubicBezTo>
                    <a:pt x="119" y="122"/>
                    <a:pt x="119" y="123"/>
                    <a:pt x="119" y="123"/>
                  </a:cubicBezTo>
                  <a:cubicBezTo>
                    <a:pt x="119" y="125"/>
                    <a:pt x="117" y="123"/>
                    <a:pt x="117" y="124"/>
                  </a:cubicBezTo>
                  <a:cubicBezTo>
                    <a:pt x="117" y="125"/>
                    <a:pt x="117" y="125"/>
                    <a:pt x="117" y="126"/>
                  </a:cubicBezTo>
                  <a:cubicBezTo>
                    <a:pt x="117" y="127"/>
                    <a:pt x="117" y="127"/>
                    <a:pt x="117" y="128"/>
                  </a:cubicBezTo>
                  <a:cubicBezTo>
                    <a:pt x="117" y="128"/>
                    <a:pt x="117" y="129"/>
                    <a:pt x="117" y="130"/>
                  </a:cubicBezTo>
                  <a:cubicBezTo>
                    <a:pt x="117" y="131"/>
                    <a:pt x="118" y="131"/>
                    <a:pt x="118" y="132"/>
                  </a:cubicBezTo>
                  <a:cubicBezTo>
                    <a:pt x="118" y="133"/>
                    <a:pt x="118" y="134"/>
                    <a:pt x="119" y="134"/>
                  </a:cubicBezTo>
                  <a:cubicBezTo>
                    <a:pt x="119" y="134"/>
                    <a:pt x="120" y="135"/>
                    <a:pt x="120" y="136"/>
                  </a:cubicBezTo>
                  <a:cubicBezTo>
                    <a:pt x="119" y="136"/>
                    <a:pt x="119" y="137"/>
                    <a:pt x="119" y="137"/>
                  </a:cubicBezTo>
                  <a:cubicBezTo>
                    <a:pt x="119" y="137"/>
                    <a:pt x="118" y="137"/>
                    <a:pt x="118" y="137"/>
                  </a:cubicBezTo>
                  <a:cubicBezTo>
                    <a:pt x="118" y="137"/>
                    <a:pt x="119" y="137"/>
                    <a:pt x="119" y="138"/>
                  </a:cubicBezTo>
                  <a:cubicBezTo>
                    <a:pt x="119" y="139"/>
                    <a:pt x="119" y="139"/>
                    <a:pt x="119" y="139"/>
                  </a:cubicBezTo>
                  <a:cubicBezTo>
                    <a:pt x="120" y="140"/>
                    <a:pt x="120" y="140"/>
                    <a:pt x="121" y="140"/>
                  </a:cubicBezTo>
                  <a:cubicBezTo>
                    <a:pt x="121" y="141"/>
                    <a:pt x="121" y="141"/>
                    <a:pt x="122" y="142"/>
                  </a:cubicBezTo>
                  <a:cubicBezTo>
                    <a:pt x="124" y="142"/>
                    <a:pt x="125" y="143"/>
                    <a:pt x="127" y="144"/>
                  </a:cubicBezTo>
                  <a:cubicBezTo>
                    <a:pt x="128" y="144"/>
                    <a:pt x="129" y="145"/>
                    <a:pt x="129" y="145"/>
                  </a:cubicBezTo>
                  <a:cubicBezTo>
                    <a:pt x="130" y="146"/>
                    <a:pt x="131" y="146"/>
                    <a:pt x="132" y="147"/>
                  </a:cubicBezTo>
                  <a:cubicBezTo>
                    <a:pt x="132" y="147"/>
                    <a:pt x="134" y="149"/>
                    <a:pt x="134" y="150"/>
                  </a:cubicBezTo>
                  <a:cubicBezTo>
                    <a:pt x="134" y="151"/>
                    <a:pt x="134" y="151"/>
                    <a:pt x="133" y="152"/>
                  </a:cubicBezTo>
                  <a:cubicBezTo>
                    <a:pt x="133" y="153"/>
                    <a:pt x="133" y="153"/>
                    <a:pt x="133" y="154"/>
                  </a:cubicBezTo>
                  <a:cubicBezTo>
                    <a:pt x="133" y="156"/>
                    <a:pt x="134" y="157"/>
                    <a:pt x="135" y="158"/>
                  </a:cubicBezTo>
                  <a:cubicBezTo>
                    <a:pt x="136" y="158"/>
                    <a:pt x="136" y="159"/>
                    <a:pt x="137" y="159"/>
                  </a:cubicBezTo>
                  <a:cubicBezTo>
                    <a:pt x="137" y="159"/>
                    <a:pt x="139" y="159"/>
                    <a:pt x="138" y="160"/>
                  </a:cubicBezTo>
                  <a:cubicBezTo>
                    <a:pt x="139" y="160"/>
                    <a:pt x="139" y="160"/>
                    <a:pt x="140" y="160"/>
                  </a:cubicBezTo>
                  <a:cubicBezTo>
                    <a:pt x="139" y="159"/>
                    <a:pt x="140" y="159"/>
                    <a:pt x="140" y="160"/>
                  </a:cubicBezTo>
                  <a:cubicBezTo>
                    <a:pt x="141" y="160"/>
                    <a:pt x="141" y="161"/>
                    <a:pt x="141" y="162"/>
                  </a:cubicBezTo>
                  <a:cubicBezTo>
                    <a:pt x="142" y="163"/>
                    <a:pt x="143" y="165"/>
                    <a:pt x="142" y="166"/>
                  </a:cubicBezTo>
                  <a:cubicBezTo>
                    <a:pt x="141" y="168"/>
                    <a:pt x="141" y="169"/>
                    <a:pt x="140" y="171"/>
                  </a:cubicBezTo>
                  <a:cubicBezTo>
                    <a:pt x="140" y="172"/>
                    <a:pt x="139" y="174"/>
                    <a:pt x="138" y="175"/>
                  </a:cubicBezTo>
                  <a:cubicBezTo>
                    <a:pt x="137" y="176"/>
                    <a:pt x="137" y="176"/>
                    <a:pt x="137" y="177"/>
                  </a:cubicBezTo>
                  <a:cubicBezTo>
                    <a:pt x="137" y="178"/>
                    <a:pt x="138" y="178"/>
                    <a:pt x="138" y="179"/>
                  </a:cubicBezTo>
                  <a:cubicBezTo>
                    <a:pt x="137" y="180"/>
                    <a:pt x="135" y="182"/>
                    <a:pt x="134" y="182"/>
                  </a:cubicBezTo>
                  <a:cubicBezTo>
                    <a:pt x="132" y="183"/>
                    <a:pt x="131" y="184"/>
                    <a:pt x="129" y="184"/>
                  </a:cubicBezTo>
                  <a:cubicBezTo>
                    <a:pt x="127" y="184"/>
                    <a:pt x="126" y="186"/>
                    <a:pt x="124" y="186"/>
                  </a:cubicBezTo>
                  <a:cubicBezTo>
                    <a:pt x="122" y="186"/>
                    <a:pt x="120" y="187"/>
                    <a:pt x="119" y="187"/>
                  </a:cubicBezTo>
                  <a:cubicBezTo>
                    <a:pt x="117" y="187"/>
                    <a:pt x="115" y="188"/>
                    <a:pt x="113" y="188"/>
                  </a:cubicBezTo>
                  <a:cubicBezTo>
                    <a:pt x="112" y="188"/>
                    <a:pt x="110" y="188"/>
                    <a:pt x="108" y="189"/>
                  </a:cubicBezTo>
                  <a:cubicBezTo>
                    <a:pt x="107" y="189"/>
                    <a:pt x="106" y="189"/>
                    <a:pt x="106" y="189"/>
                  </a:cubicBezTo>
                  <a:cubicBezTo>
                    <a:pt x="105" y="189"/>
                    <a:pt x="105" y="189"/>
                    <a:pt x="105" y="189"/>
                  </a:cubicBezTo>
                  <a:cubicBezTo>
                    <a:pt x="104" y="189"/>
                    <a:pt x="103" y="189"/>
                    <a:pt x="103" y="189"/>
                  </a:cubicBezTo>
                  <a:cubicBezTo>
                    <a:pt x="102" y="188"/>
                    <a:pt x="102" y="189"/>
                    <a:pt x="102" y="189"/>
                  </a:cubicBezTo>
                  <a:cubicBezTo>
                    <a:pt x="101" y="189"/>
                    <a:pt x="101" y="188"/>
                    <a:pt x="101" y="188"/>
                  </a:cubicBezTo>
                  <a:cubicBezTo>
                    <a:pt x="100" y="188"/>
                    <a:pt x="99" y="188"/>
                    <a:pt x="99" y="187"/>
                  </a:cubicBezTo>
                  <a:cubicBezTo>
                    <a:pt x="98" y="187"/>
                    <a:pt x="98" y="187"/>
                    <a:pt x="97" y="187"/>
                  </a:cubicBezTo>
                  <a:cubicBezTo>
                    <a:pt x="97" y="187"/>
                    <a:pt x="96" y="186"/>
                    <a:pt x="96" y="187"/>
                  </a:cubicBezTo>
                  <a:cubicBezTo>
                    <a:pt x="96" y="188"/>
                    <a:pt x="97" y="188"/>
                    <a:pt x="97" y="188"/>
                  </a:cubicBezTo>
                  <a:cubicBezTo>
                    <a:pt x="97" y="188"/>
                    <a:pt x="97" y="188"/>
                    <a:pt x="97" y="189"/>
                  </a:cubicBezTo>
                  <a:cubicBezTo>
                    <a:pt x="97" y="189"/>
                    <a:pt x="97" y="189"/>
                    <a:pt x="97" y="190"/>
                  </a:cubicBezTo>
                  <a:cubicBezTo>
                    <a:pt x="97" y="191"/>
                    <a:pt x="98" y="191"/>
                    <a:pt x="99" y="192"/>
                  </a:cubicBezTo>
                  <a:cubicBezTo>
                    <a:pt x="98" y="192"/>
                    <a:pt x="98" y="191"/>
                    <a:pt x="98" y="192"/>
                  </a:cubicBezTo>
                  <a:cubicBezTo>
                    <a:pt x="98" y="192"/>
                    <a:pt x="100" y="192"/>
                    <a:pt x="100" y="192"/>
                  </a:cubicBezTo>
                  <a:cubicBezTo>
                    <a:pt x="100" y="192"/>
                    <a:pt x="102" y="193"/>
                    <a:pt x="101" y="193"/>
                  </a:cubicBezTo>
                  <a:cubicBezTo>
                    <a:pt x="100" y="193"/>
                    <a:pt x="100" y="192"/>
                    <a:pt x="99" y="192"/>
                  </a:cubicBezTo>
                  <a:cubicBezTo>
                    <a:pt x="99" y="192"/>
                    <a:pt x="99" y="192"/>
                    <a:pt x="99" y="192"/>
                  </a:cubicBezTo>
                  <a:cubicBezTo>
                    <a:pt x="98" y="192"/>
                    <a:pt x="99" y="192"/>
                    <a:pt x="99" y="193"/>
                  </a:cubicBezTo>
                  <a:cubicBezTo>
                    <a:pt x="100" y="193"/>
                    <a:pt x="100" y="193"/>
                    <a:pt x="101" y="194"/>
                  </a:cubicBezTo>
                  <a:cubicBezTo>
                    <a:pt x="101" y="194"/>
                    <a:pt x="101" y="195"/>
                    <a:pt x="101" y="196"/>
                  </a:cubicBezTo>
                  <a:cubicBezTo>
                    <a:pt x="101" y="196"/>
                    <a:pt x="102" y="198"/>
                    <a:pt x="102" y="198"/>
                  </a:cubicBezTo>
                  <a:cubicBezTo>
                    <a:pt x="101" y="198"/>
                    <a:pt x="100" y="198"/>
                    <a:pt x="100" y="198"/>
                  </a:cubicBezTo>
                  <a:cubicBezTo>
                    <a:pt x="101" y="198"/>
                    <a:pt x="100" y="200"/>
                    <a:pt x="100" y="201"/>
                  </a:cubicBezTo>
                  <a:cubicBezTo>
                    <a:pt x="101" y="201"/>
                    <a:pt x="101" y="201"/>
                    <a:pt x="101" y="202"/>
                  </a:cubicBezTo>
                  <a:cubicBezTo>
                    <a:pt x="100" y="202"/>
                    <a:pt x="100" y="203"/>
                    <a:pt x="100" y="203"/>
                  </a:cubicBezTo>
                  <a:cubicBezTo>
                    <a:pt x="101" y="204"/>
                    <a:pt x="102" y="205"/>
                    <a:pt x="102" y="206"/>
                  </a:cubicBezTo>
                  <a:cubicBezTo>
                    <a:pt x="103" y="206"/>
                    <a:pt x="103" y="206"/>
                    <a:pt x="103" y="206"/>
                  </a:cubicBezTo>
                  <a:cubicBezTo>
                    <a:pt x="103" y="207"/>
                    <a:pt x="102" y="206"/>
                    <a:pt x="102" y="206"/>
                  </a:cubicBezTo>
                  <a:cubicBezTo>
                    <a:pt x="103" y="207"/>
                    <a:pt x="103" y="207"/>
                    <a:pt x="103" y="207"/>
                  </a:cubicBezTo>
                  <a:cubicBezTo>
                    <a:pt x="104" y="207"/>
                    <a:pt x="103" y="208"/>
                    <a:pt x="103" y="208"/>
                  </a:cubicBezTo>
                  <a:cubicBezTo>
                    <a:pt x="103" y="210"/>
                    <a:pt x="102" y="212"/>
                    <a:pt x="99" y="212"/>
                  </a:cubicBezTo>
                  <a:cubicBezTo>
                    <a:pt x="97" y="213"/>
                    <a:pt x="95" y="212"/>
                    <a:pt x="93" y="212"/>
                  </a:cubicBezTo>
                  <a:cubicBezTo>
                    <a:pt x="92" y="212"/>
                    <a:pt x="91" y="212"/>
                    <a:pt x="90" y="212"/>
                  </a:cubicBezTo>
                  <a:cubicBezTo>
                    <a:pt x="90" y="212"/>
                    <a:pt x="90" y="211"/>
                    <a:pt x="89" y="211"/>
                  </a:cubicBezTo>
                  <a:cubicBezTo>
                    <a:pt x="89" y="211"/>
                    <a:pt x="89" y="211"/>
                    <a:pt x="89" y="211"/>
                  </a:cubicBezTo>
                  <a:cubicBezTo>
                    <a:pt x="88" y="211"/>
                    <a:pt x="88" y="211"/>
                    <a:pt x="88" y="211"/>
                  </a:cubicBezTo>
                  <a:cubicBezTo>
                    <a:pt x="88" y="211"/>
                    <a:pt x="88" y="211"/>
                    <a:pt x="88" y="211"/>
                  </a:cubicBezTo>
                  <a:cubicBezTo>
                    <a:pt x="88" y="211"/>
                    <a:pt x="87" y="211"/>
                    <a:pt x="87" y="211"/>
                  </a:cubicBezTo>
                  <a:cubicBezTo>
                    <a:pt x="86" y="210"/>
                    <a:pt x="85" y="210"/>
                    <a:pt x="84" y="209"/>
                  </a:cubicBezTo>
                  <a:cubicBezTo>
                    <a:pt x="84" y="209"/>
                    <a:pt x="83" y="209"/>
                    <a:pt x="82" y="209"/>
                  </a:cubicBezTo>
                  <a:cubicBezTo>
                    <a:pt x="82" y="209"/>
                    <a:pt x="81" y="209"/>
                    <a:pt x="80" y="209"/>
                  </a:cubicBezTo>
                  <a:cubicBezTo>
                    <a:pt x="80" y="208"/>
                    <a:pt x="82" y="209"/>
                    <a:pt x="81" y="208"/>
                  </a:cubicBezTo>
                  <a:cubicBezTo>
                    <a:pt x="81" y="208"/>
                    <a:pt x="81" y="208"/>
                    <a:pt x="81" y="208"/>
                  </a:cubicBezTo>
                  <a:cubicBezTo>
                    <a:pt x="81" y="208"/>
                    <a:pt x="81" y="208"/>
                    <a:pt x="81" y="208"/>
                  </a:cubicBezTo>
                  <a:cubicBezTo>
                    <a:pt x="80" y="207"/>
                    <a:pt x="80" y="207"/>
                    <a:pt x="79" y="208"/>
                  </a:cubicBezTo>
                  <a:cubicBezTo>
                    <a:pt x="80" y="208"/>
                    <a:pt x="80" y="208"/>
                    <a:pt x="79" y="208"/>
                  </a:cubicBezTo>
                  <a:cubicBezTo>
                    <a:pt x="78" y="208"/>
                    <a:pt x="78" y="209"/>
                    <a:pt x="78" y="210"/>
                  </a:cubicBezTo>
                  <a:cubicBezTo>
                    <a:pt x="78" y="211"/>
                    <a:pt x="80" y="213"/>
                    <a:pt x="81" y="215"/>
                  </a:cubicBezTo>
                  <a:cubicBezTo>
                    <a:pt x="81" y="215"/>
                    <a:pt x="82" y="216"/>
                    <a:pt x="82" y="217"/>
                  </a:cubicBezTo>
                  <a:cubicBezTo>
                    <a:pt x="82" y="217"/>
                    <a:pt x="82" y="218"/>
                    <a:pt x="83" y="219"/>
                  </a:cubicBezTo>
                  <a:cubicBezTo>
                    <a:pt x="83" y="219"/>
                    <a:pt x="83" y="220"/>
                    <a:pt x="83" y="221"/>
                  </a:cubicBezTo>
                  <a:cubicBezTo>
                    <a:pt x="83" y="222"/>
                    <a:pt x="84" y="223"/>
                    <a:pt x="84" y="223"/>
                  </a:cubicBezTo>
                  <a:cubicBezTo>
                    <a:pt x="85" y="223"/>
                    <a:pt x="86" y="224"/>
                    <a:pt x="87" y="224"/>
                  </a:cubicBezTo>
                  <a:cubicBezTo>
                    <a:pt x="87" y="224"/>
                    <a:pt x="89" y="224"/>
                    <a:pt x="89" y="224"/>
                  </a:cubicBezTo>
                  <a:cubicBezTo>
                    <a:pt x="89" y="224"/>
                    <a:pt x="89" y="226"/>
                    <a:pt x="89" y="226"/>
                  </a:cubicBezTo>
                  <a:cubicBezTo>
                    <a:pt x="88" y="227"/>
                    <a:pt x="90" y="226"/>
                    <a:pt x="90" y="226"/>
                  </a:cubicBezTo>
                  <a:cubicBezTo>
                    <a:pt x="90" y="226"/>
                    <a:pt x="91" y="226"/>
                    <a:pt x="92" y="226"/>
                  </a:cubicBezTo>
                  <a:cubicBezTo>
                    <a:pt x="92" y="226"/>
                    <a:pt x="93" y="226"/>
                    <a:pt x="93" y="225"/>
                  </a:cubicBezTo>
                  <a:cubicBezTo>
                    <a:pt x="93" y="225"/>
                    <a:pt x="93" y="224"/>
                    <a:pt x="92" y="224"/>
                  </a:cubicBezTo>
                  <a:cubicBezTo>
                    <a:pt x="92" y="224"/>
                    <a:pt x="90" y="224"/>
                    <a:pt x="90" y="224"/>
                  </a:cubicBezTo>
                  <a:cubicBezTo>
                    <a:pt x="91" y="224"/>
                    <a:pt x="92" y="224"/>
                    <a:pt x="92" y="224"/>
                  </a:cubicBezTo>
                  <a:cubicBezTo>
                    <a:pt x="92" y="223"/>
                    <a:pt x="93" y="223"/>
                    <a:pt x="94" y="223"/>
                  </a:cubicBezTo>
                  <a:cubicBezTo>
                    <a:pt x="95" y="222"/>
                    <a:pt x="95" y="223"/>
                    <a:pt x="96" y="224"/>
                  </a:cubicBezTo>
                  <a:cubicBezTo>
                    <a:pt x="97" y="225"/>
                    <a:pt x="98" y="226"/>
                    <a:pt x="98" y="227"/>
                  </a:cubicBezTo>
                  <a:cubicBezTo>
                    <a:pt x="98" y="228"/>
                    <a:pt x="99" y="230"/>
                    <a:pt x="98" y="230"/>
                  </a:cubicBezTo>
                  <a:cubicBezTo>
                    <a:pt x="96" y="231"/>
                    <a:pt x="94" y="232"/>
                    <a:pt x="93" y="230"/>
                  </a:cubicBezTo>
                  <a:cubicBezTo>
                    <a:pt x="93" y="229"/>
                    <a:pt x="93" y="229"/>
                    <a:pt x="93" y="228"/>
                  </a:cubicBezTo>
                  <a:cubicBezTo>
                    <a:pt x="93" y="228"/>
                    <a:pt x="92" y="228"/>
                    <a:pt x="92" y="228"/>
                  </a:cubicBezTo>
                  <a:cubicBezTo>
                    <a:pt x="91" y="227"/>
                    <a:pt x="89" y="227"/>
                    <a:pt x="88" y="227"/>
                  </a:cubicBezTo>
                  <a:cubicBezTo>
                    <a:pt x="88" y="228"/>
                    <a:pt x="88" y="228"/>
                    <a:pt x="87" y="228"/>
                  </a:cubicBezTo>
                  <a:cubicBezTo>
                    <a:pt x="87" y="228"/>
                    <a:pt x="87" y="228"/>
                    <a:pt x="86" y="229"/>
                  </a:cubicBezTo>
                  <a:cubicBezTo>
                    <a:pt x="86" y="230"/>
                    <a:pt x="87" y="230"/>
                    <a:pt x="88" y="231"/>
                  </a:cubicBezTo>
                  <a:cubicBezTo>
                    <a:pt x="90" y="231"/>
                    <a:pt x="91" y="232"/>
                    <a:pt x="92" y="232"/>
                  </a:cubicBezTo>
                  <a:cubicBezTo>
                    <a:pt x="92" y="232"/>
                    <a:pt x="93" y="232"/>
                    <a:pt x="93" y="232"/>
                  </a:cubicBezTo>
                  <a:cubicBezTo>
                    <a:pt x="94" y="232"/>
                    <a:pt x="92" y="233"/>
                    <a:pt x="92" y="233"/>
                  </a:cubicBezTo>
                  <a:cubicBezTo>
                    <a:pt x="91" y="234"/>
                    <a:pt x="90" y="234"/>
                    <a:pt x="89" y="235"/>
                  </a:cubicBezTo>
                  <a:cubicBezTo>
                    <a:pt x="89" y="235"/>
                    <a:pt x="88" y="236"/>
                    <a:pt x="88" y="236"/>
                  </a:cubicBezTo>
                  <a:cubicBezTo>
                    <a:pt x="89" y="237"/>
                    <a:pt x="88" y="237"/>
                    <a:pt x="88" y="237"/>
                  </a:cubicBezTo>
                  <a:cubicBezTo>
                    <a:pt x="88" y="238"/>
                    <a:pt x="87" y="239"/>
                    <a:pt x="87" y="239"/>
                  </a:cubicBezTo>
                  <a:cubicBezTo>
                    <a:pt x="87" y="240"/>
                    <a:pt x="87" y="240"/>
                    <a:pt x="88" y="241"/>
                  </a:cubicBezTo>
                  <a:cubicBezTo>
                    <a:pt x="88" y="241"/>
                    <a:pt x="89" y="243"/>
                    <a:pt x="89" y="243"/>
                  </a:cubicBezTo>
                  <a:cubicBezTo>
                    <a:pt x="89" y="244"/>
                    <a:pt x="90" y="244"/>
                    <a:pt x="89" y="245"/>
                  </a:cubicBezTo>
                  <a:cubicBezTo>
                    <a:pt x="89" y="245"/>
                    <a:pt x="90" y="246"/>
                    <a:pt x="90" y="247"/>
                  </a:cubicBezTo>
                  <a:cubicBezTo>
                    <a:pt x="90" y="247"/>
                    <a:pt x="89" y="248"/>
                    <a:pt x="90" y="248"/>
                  </a:cubicBezTo>
                  <a:cubicBezTo>
                    <a:pt x="91" y="248"/>
                    <a:pt x="90" y="248"/>
                    <a:pt x="90" y="248"/>
                  </a:cubicBezTo>
                  <a:cubicBezTo>
                    <a:pt x="90" y="248"/>
                    <a:pt x="90" y="249"/>
                    <a:pt x="90" y="249"/>
                  </a:cubicBezTo>
                  <a:cubicBezTo>
                    <a:pt x="90" y="249"/>
                    <a:pt x="90" y="249"/>
                    <a:pt x="89" y="249"/>
                  </a:cubicBezTo>
                  <a:cubicBezTo>
                    <a:pt x="89" y="249"/>
                    <a:pt x="89" y="249"/>
                    <a:pt x="89" y="250"/>
                  </a:cubicBezTo>
                  <a:cubicBezTo>
                    <a:pt x="88" y="250"/>
                    <a:pt x="87" y="251"/>
                    <a:pt x="88" y="252"/>
                  </a:cubicBezTo>
                  <a:cubicBezTo>
                    <a:pt x="89" y="252"/>
                    <a:pt x="89" y="252"/>
                    <a:pt x="90" y="253"/>
                  </a:cubicBezTo>
                  <a:cubicBezTo>
                    <a:pt x="90" y="253"/>
                    <a:pt x="89" y="253"/>
                    <a:pt x="90" y="254"/>
                  </a:cubicBezTo>
                  <a:cubicBezTo>
                    <a:pt x="90" y="255"/>
                    <a:pt x="88" y="254"/>
                    <a:pt x="87" y="254"/>
                  </a:cubicBezTo>
                  <a:cubicBezTo>
                    <a:pt x="87" y="254"/>
                    <a:pt x="87" y="254"/>
                    <a:pt x="87" y="254"/>
                  </a:cubicBezTo>
                  <a:cubicBezTo>
                    <a:pt x="87" y="254"/>
                    <a:pt x="87" y="254"/>
                    <a:pt x="86" y="254"/>
                  </a:cubicBezTo>
                  <a:cubicBezTo>
                    <a:pt x="86" y="254"/>
                    <a:pt x="85" y="253"/>
                    <a:pt x="84" y="254"/>
                  </a:cubicBezTo>
                  <a:cubicBezTo>
                    <a:pt x="84" y="254"/>
                    <a:pt x="83" y="254"/>
                    <a:pt x="83" y="255"/>
                  </a:cubicBezTo>
                  <a:cubicBezTo>
                    <a:pt x="82" y="255"/>
                    <a:pt x="82" y="255"/>
                    <a:pt x="83" y="256"/>
                  </a:cubicBezTo>
                  <a:cubicBezTo>
                    <a:pt x="83" y="256"/>
                    <a:pt x="82" y="255"/>
                    <a:pt x="82" y="256"/>
                  </a:cubicBezTo>
                  <a:cubicBezTo>
                    <a:pt x="82" y="256"/>
                    <a:pt x="83" y="256"/>
                    <a:pt x="82" y="256"/>
                  </a:cubicBezTo>
                  <a:cubicBezTo>
                    <a:pt x="81" y="256"/>
                    <a:pt x="80" y="256"/>
                    <a:pt x="79" y="257"/>
                  </a:cubicBezTo>
                  <a:cubicBezTo>
                    <a:pt x="78" y="257"/>
                    <a:pt x="78" y="259"/>
                    <a:pt x="78" y="259"/>
                  </a:cubicBezTo>
                  <a:cubicBezTo>
                    <a:pt x="78" y="260"/>
                    <a:pt x="78" y="260"/>
                    <a:pt x="77" y="260"/>
                  </a:cubicBezTo>
                  <a:cubicBezTo>
                    <a:pt x="77" y="261"/>
                    <a:pt x="78" y="262"/>
                    <a:pt x="78" y="262"/>
                  </a:cubicBezTo>
                  <a:cubicBezTo>
                    <a:pt x="78" y="263"/>
                    <a:pt x="77" y="263"/>
                    <a:pt x="77" y="263"/>
                  </a:cubicBezTo>
                  <a:cubicBezTo>
                    <a:pt x="77" y="264"/>
                    <a:pt x="77" y="265"/>
                    <a:pt x="77" y="265"/>
                  </a:cubicBezTo>
                  <a:cubicBezTo>
                    <a:pt x="77" y="267"/>
                    <a:pt x="78" y="268"/>
                    <a:pt x="78" y="269"/>
                  </a:cubicBezTo>
                  <a:cubicBezTo>
                    <a:pt x="79" y="270"/>
                    <a:pt x="80" y="271"/>
                    <a:pt x="81" y="271"/>
                  </a:cubicBezTo>
                  <a:cubicBezTo>
                    <a:pt x="81" y="271"/>
                    <a:pt x="81" y="272"/>
                    <a:pt x="82" y="272"/>
                  </a:cubicBezTo>
                  <a:cubicBezTo>
                    <a:pt x="82" y="272"/>
                    <a:pt x="83" y="273"/>
                    <a:pt x="84" y="273"/>
                  </a:cubicBezTo>
                  <a:cubicBezTo>
                    <a:pt x="85" y="274"/>
                    <a:pt x="86" y="274"/>
                    <a:pt x="87" y="275"/>
                  </a:cubicBezTo>
                  <a:cubicBezTo>
                    <a:pt x="87" y="276"/>
                    <a:pt x="88" y="276"/>
                    <a:pt x="89" y="276"/>
                  </a:cubicBezTo>
                  <a:cubicBezTo>
                    <a:pt x="91" y="276"/>
                    <a:pt x="92" y="277"/>
                    <a:pt x="93" y="276"/>
                  </a:cubicBezTo>
                  <a:cubicBezTo>
                    <a:pt x="94" y="276"/>
                    <a:pt x="95" y="276"/>
                    <a:pt x="96" y="277"/>
                  </a:cubicBezTo>
                  <a:cubicBezTo>
                    <a:pt x="98" y="278"/>
                    <a:pt x="99" y="281"/>
                    <a:pt x="99" y="283"/>
                  </a:cubicBezTo>
                  <a:cubicBezTo>
                    <a:pt x="98" y="284"/>
                    <a:pt x="97" y="283"/>
                    <a:pt x="97" y="284"/>
                  </a:cubicBezTo>
                  <a:cubicBezTo>
                    <a:pt x="96" y="285"/>
                    <a:pt x="95" y="285"/>
                    <a:pt x="95" y="285"/>
                  </a:cubicBezTo>
                  <a:cubicBezTo>
                    <a:pt x="95" y="285"/>
                    <a:pt x="97" y="284"/>
                    <a:pt x="98" y="284"/>
                  </a:cubicBezTo>
                  <a:cubicBezTo>
                    <a:pt x="98" y="284"/>
                    <a:pt x="99" y="284"/>
                    <a:pt x="99" y="285"/>
                  </a:cubicBezTo>
                  <a:cubicBezTo>
                    <a:pt x="99" y="285"/>
                    <a:pt x="99" y="285"/>
                    <a:pt x="100" y="285"/>
                  </a:cubicBezTo>
                  <a:cubicBezTo>
                    <a:pt x="101" y="286"/>
                    <a:pt x="99" y="286"/>
                    <a:pt x="99" y="286"/>
                  </a:cubicBezTo>
                  <a:cubicBezTo>
                    <a:pt x="98" y="286"/>
                    <a:pt x="100" y="287"/>
                    <a:pt x="100" y="287"/>
                  </a:cubicBezTo>
                  <a:cubicBezTo>
                    <a:pt x="100" y="287"/>
                    <a:pt x="99" y="287"/>
                    <a:pt x="99" y="287"/>
                  </a:cubicBezTo>
                  <a:cubicBezTo>
                    <a:pt x="98" y="287"/>
                    <a:pt x="98" y="288"/>
                    <a:pt x="98" y="288"/>
                  </a:cubicBezTo>
                  <a:cubicBezTo>
                    <a:pt x="98" y="289"/>
                    <a:pt x="96" y="289"/>
                    <a:pt x="97" y="290"/>
                  </a:cubicBezTo>
                  <a:cubicBezTo>
                    <a:pt x="97" y="290"/>
                    <a:pt x="96" y="290"/>
                    <a:pt x="96" y="290"/>
                  </a:cubicBezTo>
                  <a:cubicBezTo>
                    <a:pt x="96" y="290"/>
                    <a:pt x="96" y="290"/>
                    <a:pt x="96" y="291"/>
                  </a:cubicBezTo>
                  <a:cubicBezTo>
                    <a:pt x="96" y="291"/>
                    <a:pt x="95" y="291"/>
                    <a:pt x="95" y="291"/>
                  </a:cubicBezTo>
                  <a:cubicBezTo>
                    <a:pt x="95" y="291"/>
                    <a:pt x="94" y="292"/>
                    <a:pt x="94" y="292"/>
                  </a:cubicBezTo>
                  <a:cubicBezTo>
                    <a:pt x="94" y="293"/>
                    <a:pt x="93" y="293"/>
                    <a:pt x="92" y="293"/>
                  </a:cubicBezTo>
                  <a:cubicBezTo>
                    <a:pt x="91" y="294"/>
                    <a:pt x="92" y="295"/>
                    <a:pt x="91" y="295"/>
                  </a:cubicBezTo>
                  <a:cubicBezTo>
                    <a:pt x="90" y="296"/>
                    <a:pt x="89" y="297"/>
                    <a:pt x="89" y="298"/>
                  </a:cubicBezTo>
                  <a:cubicBezTo>
                    <a:pt x="90" y="299"/>
                    <a:pt x="90" y="299"/>
                    <a:pt x="90" y="299"/>
                  </a:cubicBezTo>
                  <a:cubicBezTo>
                    <a:pt x="90" y="300"/>
                    <a:pt x="89" y="300"/>
                    <a:pt x="89" y="300"/>
                  </a:cubicBezTo>
                  <a:cubicBezTo>
                    <a:pt x="89" y="300"/>
                    <a:pt x="90" y="300"/>
                    <a:pt x="90" y="300"/>
                  </a:cubicBezTo>
                  <a:cubicBezTo>
                    <a:pt x="89" y="300"/>
                    <a:pt x="89" y="301"/>
                    <a:pt x="89" y="301"/>
                  </a:cubicBezTo>
                  <a:cubicBezTo>
                    <a:pt x="89" y="301"/>
                    <a:pt x="90" y="301"/>
                    <a:pt x="90" y="301"/>
                  </a:cubicBezTo>
                  <a:cubicBezTo>
                    <a:pt x="90" y="301"/>
                    <a:pt x="90" y="300"/>
                    <a:pt x="90" y="300"/>
                  </a:cubicBezTo>
                  <a:cubicBezTo>
                    <a:pt x="90" y="299"/>
                    <a:pt x="90" y="301"/>
                    <a:pt x="90" y="301"/>
                  </a:cubicBezTo>
                  <a:cubicBezTo>
                    <a:pt x="91" y="303"/>
                    <a:pt x="91" y="304"/>
                    <a:pt x="91" y="305"/>
                  </a:cubicBezTo>
                  <a:cubicBezTo>
                    <a:pt x="92" y="307"/>
                    <a:pt x="90" y="309"/>
                    <a:pt x="88" y="309"/>
                  </a:cubicBezTo>
                  <a:cubicBezTo>
                    <a:pt x="86" y="308"/>
                    <a:pt x="85" y="305"/>
                    <a:pt x="83" y="305"/>
                  </a:cubicBezTo>
                  <a:cubicBezTo>
                    <a:pt x="83" y="305"/>
                    <a:pt x="85" y="306"/>
                    <a:pt x="85" y="307"/>
                  </a:cubicBezTo>
                  <a:cubicBezTo>
                    <a:pt x="85" y="308"/>
                    <a:pt x="84" y="307"/>
                    <a:pt x="83" y="307"/>
                  </a:cubicBezTo>
                  <a:cubicBezTo>
                    <a:pt x="83" y="307"/>
                    <a:pt x="81" y="307"/>
                    <a:pt x="82" y="308"/>
                  </a:cubicBezTo>
                  <a:cubicBezTo>
                    <a:pt x="82" y="308"/>
                    <a:pt x="83" y="307"/>
                    <a:pt x="84" y="307"/>
                  </a:cubicBezTo>
                  <a:cubicBezTo>
                    <a:pt x="85" y="308"/>
                    <a:pt x="85" y="307"/>
                    <a:pt x="86" y="308"/>
                  </a:cubicBezTo>
                  <a:cubicBezTo>
                    <a:pt x="87" y="309"/>
                    <a:pt x="87" y="309"/>
                    <a:pt x="88" y="309"/>
                  </a:cubicBezTo>
                  <a:cubicBezTo>
                    <a:pt x="88" y="310"/>
                    <a:pt x="86" y="310"/>
                    <a:pt x="86" y="310"/>
                  </a:cubicBezTo>
                  <a:cubicBezTo>
                    <a:pt x="84" y="311"/>
                    <a:pt x="84" y="313"/>
                    <a:pt x="84" y="315"/>
                  </a:cubicBezTo>
                  <a:cubicBezTo>
                    <a:pt x="84" y="316"/>
                    <a:pt x="85" y="317"/>
                    <a:pt x="85" y="317"/>
                  </a:cubicBezTo>
                  <a:cubicBezTo>
                    <a:pt x="85" y="318"/>
                    <a:pt x="84" y="318"/>
                    <a:pt x="84" y="319"/>
                  </a:cubicBezTo>
                  <a:cubicBezTo>
                    <a:pt x="84" y="319"/>
                    <a:pt x="84" y="318"/>
                    <a:pt x="85" y="318"/>
                  </a:cubicBezTo>
                  <a:cubicBezTo>
                    <a:pt x="85" y="318"/>
                    <a:pt x="86" y="319"/>
                    <a:pt x="86" y="319"/>
                  </a:cubicBezTo>
                  <a:cubicBezTo>
                    <a:pt x="87" y="321"/>
                    <a:pt x="88" y="322"/>
                    <a:pt x="89" y="324"/>
                  </a:cubicBezTo>
                  <a:cubicBezTo>
                    <a:pt x="90" y="324"/>
                    <a:pt x="90" y="324"/>
                    <a:pt x="89" y="324"/>
                  </a:cubicBezTo>
                  <a:cubicBezTo>
                    <a:pt x="89" y="324"/>
                    <a:pt x="89" y="325"/>
                    <a:pt x="88" y="325"/>
                  </a:cubicBezTo>
                  <a:cubicBezTo>
                    <a:pt x="88" y="325"/>
                    <a:pt x="87" y="324"/>
                    <a:pt x="86" y="324"/>
                  </a:cubicBezTo>
                  <a:cubicBezTo>
                    <a:pt x="86" y="324"/>
                    <a:pt x="85" y="325"/>
                    <a:pt x="85" y="325"/>
                  </a:cubicBezTo>
                  <a:cubicBezTo>
                    <a:pt x="86" y="325"/>
                    <a:pt x="86" y="324"/>
                    <a:pt x="87" y="325"/>
                  </a:cubicBezTo>
                  <a:cubicBezTo>
                    <a:pt x="88" y="325"/>
                    <a:pt x="89" y="325"/>
                    <a:pt x="88" y="325"/>
                  </a:cubicBezTo>
                  <a:cubicBezTo>
                    <a:pt x="89" y="326"/>
                    <a:pt x="89" y="325"/>
                    <a:pt x="89" y="325"/>
                  </a:cubicBezTo>
                  <a:cubicBezTo>
                    <a:pt x="90" y="325"/>
                    <a:pt x="90" y="325"/>
                    <a:pt x="91" y="325"/>
                  </a:cubicBezTo>
                  <a:cubicBezTo>
                    <a:pt x="92" y="326"/>
                    <a:pt x="93" y="328"/>
                    <a:pt x="94" y="328"/>
                  </a:cubicBezTo>
                  <a:cubicBezTo>
                    <a:pt x="95" y="329"/>
                    <a:pt x="96" y="330"/>
                    <a:pt x="97" y="331"/>
                  </a:cubicBezTo>
                  <a:cubicBezTo>
                    <a:pt x="97" y="331"/>
                    <a:pt x="99" y="332"/>
                    <a:pt x="98" y="333"/>
                  </a:cubicBezTo>
                  <a:cubicBezTo>
                    <a:pt x="98" y="332"/>
                    <a:pt x="96" y="332"/>
                    <a:pt x="95" y="332"/>
                  </a:cubicBezTo>
                  <a:cubicBezTo>
                    <a:pt x="93" y="331"/>
                    <a:pt x="91" y="330"/>
                    <a:pt x="90" y="330"/>
                  </a:cubicBezTo>
                  <a:cubicBezTo>
                    <a:pt x="88" y="330"/>
                    <a:pt x="86" y="330"/>
                    <a:pt x="84" y="329"/>
                  </a:cubicBezTo>
                  <a:cubicBezTo>
                    <a:pt x="82" y="329"/>
                    <a:pt x="80" y="329"/>
                    <a:pt x="78" y="329"/>
                  </a:cubicBezTo>
                  <a:cubicBezTo>
                    <a:pt x="76" y="329"/>
                    <a:pt x="74" y="329"/>
                    <a:pt x="72" y="329"/>
                  </a:cubicBezTo>
                  <a:cubicBezTo>
                    <a:pt x="71" y="329"/>
                    <a:pt x="70" y="329"/>
                    <a:pt x="69" y="329"/>
                  </a:cubicBezTo>
                  <a:cubicBezTo>
                    <a:pt x="69" y="329"/>
                    <a:pt x="68" y="329"/>
                    <a:pt x="67" y="329"/>
                  </a:cubicBezTo>
                  <a:cubicBezTo>
                    <a:pt x="67" y="328"/>
                    <a:pt x="66" y="328"/>
                    <a:pt x="66" y="327"/>
                  </a:cubicBezTo>
                  <a:cubicBezTo>
                    <a:pt x="65" y="327"/>
                    <a:pt x="65" y="326"/>
                    <a:pt x="64" y="326"/>
                  </a:cubicBezTo>
                  <a:cubicBezTo>
                    <a:pt x="64" y="326"/>
                    <a:pt x="63" y="326"/>
                    <a:pt x="62" y="325"/>
                  </a:cubicBezTo>
                  <a:cubicBezTo>
                    <a:pt x="62" y="325"/>
                    <a:pt x="62" y="325"/>
                    <a:pt x="61" y="324"/>
                  </a:cubicBezTo>
                  <a:cubicBezTo>
                    <a:pt x="61" y="324"/>
                    <a:pt x="61" y="324"/>
                    <a:pt x="61" y="323"/>
                  </a:cubicBezTo>
                  <a:cubicBezTo>
                    <a:pt x="61" y="323"/>
                    <a:pt x="61" y="322"/>
                    <a:pt x="60" y="321"/>
                  </a:cubicBezTo>
                  <a:cubicBezTo>
                    <a:pt x="60" y="321"/>
                    <a:pt x="61" y="321"/>
                    <a:pt x="61" y="321"/>
                  </a:cubicBezTo>
                  <a:cubicBezTo>
                    <a:pt x="61" y="321"/>
                    <a:pt x="60" y="320"/>
                    <a:pt x="60" y="320"/>
                  </a:cubicBezTo>
                  <a:cubicBezTo>
                    <a:pt x="59" y="320"/>
                    <a:pt x="59" y="320"/>
                    <a:pt x="59" y="319"/>
                  </a:cubicBezTo>
                  <a:cubicBezTo>
                    <a:pt x="59" y="318"/>
                    <a:pt x="60" y="319"/>
                    <a:pt x="59" y="318"/>
                  </a:cubicBezTo>
                  <a:cubicBezTo>
                    <a:pt x="59" y="317"/>
                    <a:pt x="59" y="317"/>
                    <a:pt x="58" y="316"/>
                  </a:cubicBezTo>
                  <a:cubicBezTo>
                    <a:pt x="58" y="316"/>
                    <a:pt x="57" y="316"/>
                    <a:pt x="57" y="315"/>
                  </a:cubicBezTo>
                  <a:cubicBezTo>
                    <a:pt x="57" y="314"/>
                    <a:pt x="56" y="314"/>
                    <a:pt x="56" y="314"/>
                  </a:cubicBezTo>
                  <a:cubicBezTo>
                    <a:pt x="56" y="314"/>
                    <a:pt x="55" y="314"/>
                    <a:pt x="55" y="314"/>
                  </a:cubicBezTo>
                  <a:cubicBezTo>
                    <a:pt x="55" y="314"/>
                    <a:pt x="55" y="315"/>
                    <a:pt x="55" y="315"/>
                  </a:cubicBezTo>
                  <a:cubicBezTo>
                    <a:pt x="54" y="315"/>
                    <a:pt x="54" y="314"/>
                    <a:pt x="53" y="314"/>
                  </a:cubicBezTo>
                  <a:cubicBezTo>
                    <a:pt x="52" y="314"/>
                    <a:pt x="52" y="317"/>
                    <a:pt x="50" y="315"/>
                  </a:cubicBezTo>
                  <a:cubicBezTo>
                    <a:pt x="50" y="314"/>
                    <a:pt x="49" y="313"/>
                    <a:pt x="48" y="312"/>
                  </a:cubicBezTo>
                  <a:cubicBezTo>
                    <a:pt x="47" y="311"/>
                    <a:pt x="46" y="310"/>
                    <a:pt x="45" y="309"/>
                  </a:cubicBezTo>
                  <a:cubicBezTo>
                    <a:pt x="44" y="309"/>
                    <a:pt x="44" y="309"/>
                    <a:pt x="44" y="308"/>
                  </a:cubicBezTo>
                  <a:cubicBezTo>
                    <a:pt x="44" y="307"/>
                    <a:pt x="44" y="308"/>
                    <a:pt x="43" y="307"/>
                  </a:cubicBezTo>
                  <a:cubicBezTo>
                    <a:pt x="43" y="306"/>
                    <a:pt x="44" y="306"/>
                    <a:pt x="43" y="305"/>
                  </a:cubicBezTo>
                  <a:cubicBezTo>
                    <a:pt x="43" y="305"/>
                    <a:pt x="42" y="305"/>
                    <a:pt x="42" y="304"/>
                  </a:cubicBezTo>
                  <a:cubicBezTo>
                    <a:pt x="42" y="304"/>
                    <a:pt x="42" y="304"/>
                    <a:pt x="42" y="303"/>
                  </a:cubicBezTo>
                  <a:cubicBezTo>
                    <a:pt x="42" y="303"/>
                    <a:pt x="41" y="303"/>
                    <a:pt x="41" y="303"/>
                  </a:cubicBezTo>
                  <a:cubicBezTo>
                    <a:pt x="41" y="303"/>
                    <a:pt x="41" y="302"/>
                    <a:pt x="41" y="302"/>
                  </a:cubicBezTo>
                  <a:cubicBezTo>
                    <a:pt x="41" y="302"/>
                    <a:pt x="41" y="302"/>
                    <a:pt x="41" y="302"/>
                  </a:cubicBezTo>
                  <a:cubicBezTo>
                    <a:pt x="41" y="301"/>
                    <a:pt x="41" y="301"/>
                    <a:pt x="41" y="301"/>
                  </a:cubicBezTo>
                  <a:cubicBezTo>
                    <a:pt x="41" y="301"/>
                    <a:pt x="41" y="300"/>
                    <a:pt x="41" y="300"/>
                  </a:cubicBezTo>
                  <a:cubicBezTo>
                    <a:pt x="41" y="300"/>
                    <a:pt x="42" y="300"/>
                    <a:pt x="42" y="300"/>
                  </a:cubicBezTo>
                  <a:cubicBezTo>
                    <a:pt x="42" y="300"/>
                    <a:pt x="43" y="300"/>
                    <a:pt x="43" y="300"/>
                  </a:cubicBezTo>
                  <a:cubicBezTo>
                    <a:pt x="44" y="300"/>
                    <a:pt x="44" y="300"/>
                    <a:pt x="44" y="300"/>
                  </a:cubicBezTo>
                  <a:cubicBezTo>
                    <a:pt x="44" y="300"/>
                    <a:pt x="43" y="300"/>
                    <a:pt x="43" y="299"/>
                  </a:cubicBezTo>
                  <a:cubicBezTo>
                    <a:pt x="43" y="299"/>
                    <a:pt x="43" y="298"/>
                    <a:pt x="43" y="297"/>
                  </a:cubicBezTo>
                  <a:cubicBezTo>
                    <a:pt x="43" y="297"/>
                    <a:pt x="44" y="297"/>
                    <a:pt x="44" y="296"/>
                  </a:cubicBezTo>
                  <a:cubicBezTo>
                    <a:pt x="45" y="296"/>
                    <a:pt x="45" y="296"/>
                    <a:pt x="46" y="295"/>
                  </a:cubicBezTo>
                  <a:cubicBezTo>
                    <a:pt x="47" y="294"/>
                    <a:pt x="45" y="293"/>
                    <a:pt x="45" y="292"/>
                  </a:cubicBezTo>
                  <a:cubicBezTo>
                    <a:pt x="44" y="292"/>
                    <a:pt x="44" y="291"/>
                    <a:pt x="45" y="291"/>
                  </a:cubicBezTo>
                  <a:cubicBezTo>
                    <a:pt x="45" y="291"/>
                    <a:pt x="45" y="291"/>
                    <a:pt x="45" y="291"/>
                  </a:cubicBezTo>
                  <a:cubicBezTo>
                    <a:pt x="46" y="290"/>
                    <a:pt x="46" y="290"/>
                    <a:pt x="46" y="290"/>
                  </a:cubicBezTo>
                  <a:cubicBezTo>
                    <a:pt x="47" y="290"/>
                    <a:pt x="46" y="289"/>
                    <a:pt x="46" y="289"/>
                  </a:cubicBezTo>
                  <a:cubicBezTo>
                    <a:pt x="45" y="288"/>
                    <a:pt x="45" y="287"/>
                    <a:pt x="44" y="287"/>
                  </a:cubicBezTo>
                  <a:cubicBezTo>
                    <a:pt x="44" y="287"/>
                    <a:pt x="44" y="287"/>
                    <a:pt x="44" y="286"/>
                  </a:cubicBezTo>
                  <a:cubicBezTo>
                    <a:pt x="44" y="286"/>
                    <a:pt x="43" y="286"/>
                    <a:pt x="43" y="286"/>
                  </a:cubicBezTo>
                  <a:cubicBezTo>
                    <a:pt x="42" y="286"/>
                    <a:pt x="42" y="285"/>
                    <a:pt x="42" y="284"/>
                  </a:cubicBezTo>
                  <a:cubicBezTo>
                    <a:pt x="42" y="283"/>
                    <a:pt x="43" y="281"/>
                    <a:pt x="42" y="281"/>
                  </a:cubicBezTo>
                  <a:cubicBezTo>
                    <a:pt x="41" y="281"/>
                    <a:pt x="42" y="280"/>
                    <a:pt x="42" y="280"/>
                  </a:cubicBezTo>
                  <a:cubicBezTo>
                    <a:pt x="43" y="280"/>
                    <a:pt x="43" y="280"/>
                    <a:pt x="43" y="279"/>
                  </a:cubicBezTo>
                  <a:cubicBezTo>
                    <a:pt x="44" y="279"/>
                    <a:pt x="44" y="279"/>
                    <a:pt x="44" y="278"/>
                  </a:cubicBezTo>
                  <a:cubicBezTo>
                    <a:pt x="43" y="278"/>
                    <a:pt x="43" y="278"/>
                    <a:pt x="44" y="278"/>
                  </a:cubicBezTo>
                  <a:cubicBezTo>
                    <a:pt x="44" y="278"/>
                    <a:pt x="45" y="278"/>
                    <a:pt x="45" y="278"/>
                  </a:cubicBezTo>
                  <a:cubicBezTo>
                    <a:pt x="45" y="277"/>
                    <a:pt x="44" y="277"/>
                    <a:pt x="43" y="276"/>
                  </a:cubicBezTo>
                  <a:cubicBezTo>
                    <a:pt x="43" y="276"/>
                    <a:pt x="44" y="276"/>
                    <a:pt x="44" y="276"/>
                  </a:cubicBezTo>
                  <a:cubicBezTo>
                    <a:pt x="44" y="275"/>
                    <a:pt x="43" y="275"/>
                    <a:pt x="43" y="275"/>
                  </a:cubicBezTo>
                  <a:cubicBezTo>
                    <a:pt x="43" y="275"/>
                    <a:pt x="43" y="275"/>
                    <a:pt x="43" y="274"/>
                  </a:cubicBezTo>
                  <a:cubicBezTo>
                    <a:pt x="43" y="274"/>
                    <a:pt x="42" y="273"/>
                    <a:pt x="43" y="273"/>
                  </a:cubicBezTo>
                  <a:cubicBezTo>
                    <a:pt x="43" y="273"/>
                    <a:pt x="44" y="272"/>
                    <a:pt x="44" y="272"/>
                  </a:cubicBezTo>
                  <a:cubicBezTo>
                    <a:pt x="44" y="271"/>
                    <a:pt x="43" y="270"/>
                    <a:pt x="42" y="269"/>
                  </a:cubicBezTo>
                  <a:cubicBezTo>
                    <a:pt x="42" y="268"/>
                    <a:pt x="42" y="268"/>
                    <a:pt x="41" y="267"/>
                  </a:cubicBezTo>
                  <a:cubicBezTo>
                    <a:pt x="41" y="267"/>
                    <a:pt x="40" y="267"/>
                    <a:pt x="40" y="266"/>
                  </a:cubicBezTo>
                  <a:cubicBezTo>
                    <a:pt x="40" y="266"/>
                    <a:pt x="41" y="266"/>
                    <a:pt x="41" y="266"/>
                  </a:cubicBezTo>
                  <a:cubicBezTo>
                    <a:pt x="41" y="266"/>
                    <a:pt x="42" y="265"/>
                    <a:pt x="42" y="265"/>
                  </a:cubicBezTo>
                  <a:cubicBezTo>
                    <a:pt x="42" y="264"/>
                    <a:pt x="41" y="264"/>
                    <a:pt x="41" y="264"/>
                  </a:cubicBezTo>
                  <a:cubicBezTo>
                    <a:pt x="41" y="263"/>
                    <a:pt x="40" y="263"/>
                    <a:pt x="40" y="263"/>
                  </a:cubicBezTo>
                  <a:cubicBezTo>
                    <a:pt x="40" y="263"/>
                    <a:pt x="40" y="262"/>
                    <a:pt x="39" y="262"/>
                  </a:cubicBezTo>
                  <a:cubicBezTo>
                    <a:pt x="39" y="262"/>
                    <a:pt x="39" y="261"/>
                    <a:pt x="39" y="261"/>
                  </a:cubicBezTo>
                  <a:cubicBezTo>
                    <a:pt x="39" y="260"/>
                    <a:pt x="38" y="260"/>
                    <a:pt x="39" y="260"/>
                  </a:cubicBezTo>
                  <a:cubicBezTo>
                    <a:pt x="39" y="260"/>
                    <a:pt x="41" y="260"/>
                    <a:pt x="41" y="259"/>
                  </a:cubicBezTo>
                  <a:cubicBezTo>
                    <a:pt x="40" y="258"/>
                    <a:pt x="40" y="258"/>
                    <a:pt x="41" y="258"/>
                  </a:cubicBezTo>
                  <a:cubicBezTo>
                    <a:pt x="41" y="258"/>
                    <a:pt x="42" y="257"/>
                    <a:pt x="41" y="257"/>
                  </a:cubicBezTo>
                  <a:cubicBezTo>
                    <a:pt x="41" y="256"/>
                    <a:pt x="40" y="256"/>
                    <a:pt x="40" y="256"/>
                  </a:cubicBezTo>
                  <a:cubicBezTo>
                    <a:pt x="39" y="255"/>
                    <a:pt x="39" y="254"/>
                    <a:pt x="38" y="254"/>
                  </a:cubicBezTo>
                  <a:cubicBezTo>
                    <a:pt x="37" y="254"/>
                    <a:pt x="37" y="254"/>
                    <a:pt x="36" y="253"/>
                  </a:cubicBezTo>
                  <a:cubicBezTo>
                    <a:pt x="36" y="253"/>
                    <a:pt x="35" y="254"/>
                    <a:pt x="35" y="253"/>
                  </a:cubicBezTo>
                  <a:cubicBezTo>
                    <a:pt x="34" y="253"/>
                    <a:pt x="32" y="253"/>
                    <a:pt x="32" y="251"/>
                  </a:cubicBezTo>
                  <a:cubicBezTo>
                    <a:pt x="33" y="251"/>
                    <a:pt x="34" y="252"/>
                    <a:pt x="34" y="252"/>
                  </a:cubicBezTo>
                  <a:cubicBezTo>
                    <a:pt x="34" y="252"/>
                    <a:pt x="34" y="252"/>
                    <a:pt x="35" y="252"/>
                  </a:cubicBezTo>
                  <a:cubicBezTo>
                    <a:pt x="35" y="252"/>
                    <a:pt x="35" y="251"/>
                    <a:pt x="35" y="251"/>
                  </a:cubicBezTo>
                  <a:cubicBezTo>
                    <a:pt x="36" y="251"/>
                    <a:pt x="36" y="252"/>
                    <a:pt x="37" y="251"/>
                  </a:cubicBezTo>
                  <a:cubicBezTo>
                    <a:pt x="38" y="251"/>
                    <a:pt x="38" y="252"/>
                    <a:pt x="39" y="252"/>
                  </a:cubicBezTo>
                  <a:cubicBezTo>
                    <a:pt x="41" y="252"/>
                    <a:pt x="39" y="250"/>
                    <a:pt x="40" y="249"/>
                  </a:cubicBezTo>
                  <a:cubicBezTo>
                    <a:pt x="40" y="249"/>
                    <a:pt x="39" y="248"/>
                    <a:pt x="39" y="248"/>
                  </a:cubicBezTo>
                  <a:cubicBezTo>
                    <a:pt x="39" y="248"/>
                    <a:pt x="38" y="248"/>
                    <a:pt x="37" y="248"/>
                  </a:cubicBezTo>
                  <a:cubicBezTo>
                    <a:pt x="36" y="247"/>
                    <a:pt x="34" y="248"/>
                    <a:pt x="33" y="248"/>
                  </a:cubicBezTo>
                  <a:cubicBezTo>
                    <a:pt x="32" y="248"/>
                    <a:pt x="33" y="247"/>
                    <a:pt x="33" y="247"/>
                  </a:cubicBezTo>
                  <a:cubicBezTo>
                    <a:pt x="33" y="247"/>
                    <a:pt x="32" y="245"/>
                    <a:pt x="32" y="245"/>
                  </a:cubicBezTo>
                  <a:cubicBezTo>
                    <a:pt x="31" y="244"/>
                    <a:pt x="33" y="244"/>
                    <a:pt x="33" y="243"/>
                  </a:cubicBezTo>
                  <a:cubicBezTo>
                    <a:pt x="33" y="242"/>
                    <a:pt x="32" y="242"/>
                    <a:pt x="32" y="241"/>
                  </a:cubicBezTo>
                  <a:cubicBezTo>
                    <a:pt x="31" y="241"/>
                    <a:pt x="31" y="241"/>
                    <a:pt x="31" y="241"/>
                  </a:cubicBezTo>
                  <a:cubicBezTo>
                    <a:pt x="31" y="241"/>
                    <a:pt x="31" y="241"/>
                    <a:pt x="30" y="241"/>
                  </a:cubicBezTo>
                  <a:cubicBezTo>
                    <a:pt x="30" y="240"/>
                    <a:pt x="31" y="240"/>
                    <a:pt x="31" y="240"/>
                  </a:cubicBezTo>
                  <a:cubicBezTo>
                    <a:pt x="31" y="239"/>
                    <a:pt x="31" y="239"/>
                    <a:pt x="30" y="239"/>
                  </a:cubicBezTo>
                  <a:cubicBezTo>
                    <a:pt x="30" y="238"/>
                    <a:pt x="29" y="238"/>
                    <a:pt x="29" y="238"/>
                  </a:cubicBezTo>
                  <a:cubicBezTo>
                    <a:pt x="29" y="237"/>
                    <a:pt x="28" y="238"/>
                    <a:pt x="28" y="237"/>
                  </a:cubicBezTo>
                  <a:cubicBezTo>
                    <a:pt x="28" y="237"/>
                    <a:pt x="28" y="236"/>
                    <a:pt x="28" y="236"/>
                  </a:cubicBezTo>
                  <a:cubicBezTo>
                    <a:pt x="28" y="235"/>
                    <a:pt x="29" y="236"/>
                    <a:pt x="29" y="236"/>
                  </a:cubicBezTo>
                  <a:cubicBezTo>
                    <a:pt x="29" y="235"/>
                    <a:pt x="29" y="235"/>
                    <a:pt x="29" y="234"/>
                  </a:cubicBezTo>
                  <a:cubicBezTo>
                    <a:pt x="28" y="234"/>
                    <a:pt x="27" y="234"/>
                    <a:pt x="27" y="234"/>
                  </a:cubicBezTo>
                  <a:cubicBezTo>
                    <a:pt x="25" y="234"/>
                    <a:pt x="25" y="233"/>
                    <a:pt x="24" y="231"/>
                  </a:cubicBezTo>
                  <a:cubicBezTo>
                    <a:pt x="24" y="230"/>
                    <a:pt x="24" y="230"/>
                    <a:pt x="23" y="229"/>
                  </a:cubicBezTo>
                  <a:cubicBezTo>
                    <a:pt x="23" y="229"/>
                    <a:pt x="22" y="228"/>
                    <a:pt x="23" y="227"/>
                  </a:cubicBezTo>
                  <a:cubicBezTo>
                    <a:pt x="24" y="226"/>
                    <a:pt x="22" y="225"/>
                    <a:pt x="22" y="225"/>
                  </a:cubicBezTo>
                  <a:cubicBezTo>
                    <a:pt x="22" y="224"/>
                    <a:pt x="22" y="222"/>
                    <a:pt x="23" y="223"/>
                  </a:cubicBezTo>
                  <a:cubicBezTo>
                    <a:pt x="23" y="224"/>
                    <a:pt x="25" y="223"/>
                    <a:pt x="24" y="222"/>
                  </a:cubicBezTo>
                  <a:cubicBezTo>
                    <a:pt x="24" y="222"/>
                    <a:pt x="24" y="222"/>
                    <a:pt x="24" y="221"/>
                  </a:cubicBezTo>
                  <a:cubicBezTo>
                    <a:pt x="23" y="221"/>
                    <a:pt x="23" y="221"/>
                    <a:pt x="23" y="220"/>
                  </a:cubicBezTo>
                  <a:cubicBezTo>
                    <a:pt x="23" y="220"/>
                    <a:pt x="22" y="219"/>
                    <a:pt x="22" y="219"/>
                  </a:cubicBezTo>
                  <a:cubicBezTo>
                    <a:pt x="22" y="218"/>
                    <a:pt x="21" y="218"/>
                    <a:pt x="21" y="218"/>
                  </a:cubicBezTo>
                  <a:cubicBezTo>
                    <a:pt x="21" y="217"/>
                    <a:pt x="22" y="217"/>
                    <a:pt x="21" y="217"/>
                  </a:cubicBezTo>
                  <a:cubicBezTo>
                    <a:pt x="21" y="216"/>
                    <a:pt x="20" y="215"/>
                    <a:pt x="20" y="215"/>
                  </a:cubicBezTo>
                  <a:cubicBezTo>
                    <a:pt x="20" y="214"/>
                    <a:pt x="20" y="214"/>
                    <a:pt x="20" y="214"/>
                  </a:cubicBezTo>
                  <a:cubicBezTo>
                    <a:pt x="20" y="213"/>
                    <a:pt x="20" y="213"/>
                    <a:pt x="20" y="213"/>
                  </a:cubicBezTo>
                  <a:cubicBezTo>
                    <a:pt x="19" y="211"/>
                    <a:pt x="19" y="210"/>
                    <a:pt x="18" y="209"/>
                  </a:cubicBezTo>
                  <a:cubicBezTo>
                    <a:pt x="18" y="209"/>
                    <a:pt x="17" y="208"/>
                    <a:pt x="17" y="207"/>
                  </a:cubicBezTo>
                  <a:cubicBezTo>
                    <a:pt x="17" y="207"/>
                    <a:pt x="17" y="207"/>
                    <a:pt x="18" y="207"/>
                  </a:cubicBezTo>
                  <a:cubicBezTo>
                    <a:pt x="18" y="206"/>
                    <a:pt x="17" y="206"/>
                    <a:pt x="17" y="205"/>
                  </a:cubicBezTo>
                  <a:cubicBezTo>
                    <a:pt x="17" y="205"/>
                    <a:pt x="17" y="204"/>
                    <a:pt x="17" y="204"/>
                  </a:cubicBezTo>
                  <a:cubicBezTo>
                    <a:pt x="17" y="204"/>
                    <a:pt x="18" y="204"/>
                    <a:pt x="18" y="204"/>
                  </a:cubicBezTo>
                  <a:cubicBezTo>
                    <a:pt x="18" y="204"/>
                    <a:pt x="18" y="204"/>
                    <a:pt x="18" y="203"/>
                  </a:cubicBezTo>
                  <a:cubicBezTo>
                    <a:pt x="18" y="202"/>
                    <a:pt x="18" y="203"/>
                    <a:pt x="17" y="203"/>
                  </a:cubicBezTo>
                  <a:cubicBezTo>
                    <a:pt x="17" y="202"/>
                    <a:pt x="16" y="202"/>
                    <a:pt x="16" y="201"/>
                  </a:cubicBezTo>
                  <a:cubicBezTo>
                    <a:pt x="16" y="200"/>
                    <a:pt x="16" y="201"/>
                    <a:pt x="17" y="201"/>
                  </a:cubicBezTo>
                  <a:cubicBezTo>
                    <a:pt x="17" y="201"/>
                    <a:pt x="17" y="200"/>
                    <a:pt x="17" y="200"/>
                  </a:cubicBezTo>
                  <a:cubicBezTo>
                    <a:pt x="17" y="199"/>
                    <a:pt x="17" y="199"/>
                    <a:pt x="17" y="198"/>
                  </a:cubicBezTo>
                  <a:cubicBezTo>
                    <a:pt x="16" y="198"/>
                    <a:pt x="16" y="197"/>
                    <a:pt x="16" y="196"/>
                  </a:cubicBezTo>
                  <a:cubicBezTo>
                    <a:pt x="16" y="196"/>
                    <a:pt x="15" y="195"/>
                    <a:pt x="15" y="195"/>
                  </a:cubicBezTo>
                  <a:cubicBezTo>
                    <a:pt x="16" y="195"/>
                    <a:pt x="16" y="196"/>
                    <a:pt x="17" y="195"/>
                  </a:cubicBezTo>
                  <a:cubicBezTo>
                    <a:pt x="17" y="195"/>
                    <a:pt x="16" y="195"/>
                    <a:pt x="17" y="194"/>
                  </a:cubicBezTo>
                  <a:cubicBezTo>
                    <a:pt x="17" y="194"/>
                    <a:pt x="17" y="193"/>
                    <a:pt x="17" y="193"/>
                  </a:cubicBezTo>
                  <a:cubicBezTo>
                    <a:pt x="16" y="193"/>
                    <a:pt x="17" y="192"/>
                    <a:pt x="17" y="192"/>
                  </a:cubicBezTo>
                  <a:cubicBezTo>
                    <a:pt x="16" y="190"/>
                    <a:pt x="14" y="188"/>
                    <a:pt x="17" y="187"/>
                  </a:cubicBezTo>
                  <a:cubicBezTo>
                    <a:pt x="17" y="186"/>
                    <a:pt x="18" y="186"/>
                    <a:pt x="19" y="186"/>
                  </a:cubicBezTo>
                  <a:cubicBezTo>
                    <a:pt x="19" y="186"/>
                    <a:pt x="19" y="186"/>
                    <a:pt x="19" y="185"/>
                  </a:cubicBezTo>
                  <a:cubicBezTo>
                    <a:pt x="19" y="185"/>
                    <a:pt x="19" y="185"/>
                    <a:pt x="19" y="184"/>
                  </a:cubicBezTo>
                  <a:cubicBezTo>
                    <a:pt x="19" y="183"/>
                    <a:pt x="18" y="183"/>
                    <a:pt x="18" y="183"/>
                  </a:cubicBezTo>
                  <a:cubicBezTo>
                    <a:pt x="17" y="182"/>
                    <a:pt x="17" y="181"/>
                    <a:pt x="16" y="180"/>
                  </a:cubicBezTo>
                  <a:cubicBezTo>
                    <a:pt x="16" y="177"/>
                    <a:pt x="14" y="176"/>
                    <a:pt x="13" y="174"/>
                  </a:cubicBezTo>
                  <a:cubicBezTo>
                    <a:pt x="13" y="174"/>
                    <a:pt x="13" y="173"/>
                    <a:pt x="13" y="173"/>
                  </a:cubicBezTo>
                  <a:cubicBezTo>
                    <a:pt x="13" y="172"/>
                    <a:pt x="13" y="172"/>
                    <a:pt x="13" y="171"/>
                  </a:cubicBezTo>
                  <a:cubicBezTo>
                    <a:pt x="12" y="171"/>
                    <a:pt x="12" y="171"/>
                    <a:pt x="12" y="170"/>
                  </a:cubicBezTo>
                  <a:cubicBezTo>
                    <a:pt x="12" y="170"/>
                    <a:pt x="12" y="170"/>
                    <a:pt x="12" y="169"/>
                  </a:cubicBezTo>
                  <a:cubicBezTo>
                    <a:pt x="12" y="169"/>
                    <a:pt x="11" y="168"/>
                    <a:pt x="12" y="168"/>
                  </a:cubicBezTo>
                  <a:cubicBezTo>
                    <a:pt x="12" y="168"/>
                    <a:pt x="11" y="168"/>
                    <a:pt x="11" y="168"/>
                  </a:cubicBezTo>
                  <a:cubicBezTo>
                    <a:pt x="11" y="167"/>
                    <a:pt x="11" y="167"/>
                    <a:pt x="11" y="167"/>
                  </a:cubicBezTo>
                  <a:cubicBezTo>
                    <a:pt x="11" y="167"/>
                    <a:pt x="11" y="167"/>
                    <a:pt x="11" y="167"/>
                  </a:cubicBezTo>
                  <a:cubicBezTo>
                    <a:pt x="11" y="167"/>
                    <a:pt x="11" y="166"/>
                    <a:pt x="11" y="166"/>
                  </a:cubicBezTo>
                  <a:cubicBezTo>
                    <a:pt x="11" y="166"/>
                    <a:pt x="11" y="166"/>
                    <a:pt x="11" y="166"/>
                  </a:cubicBezTo>
                  <a:cubicBezTo>
                    <a:pt x="11" y="165"/>
                    <a:pt x="10" y="165"/>
                    <a:pt x="10" y="165"/>
                  </a:cubicBezTo>
                  <a:cubicBezTo>
                    <a:pt x="10" y="165"/>
                    <a:pt x="10" y="164"/>
                    <a:pt x="10" y="164"/>
                  </a:cubicBezTo>
                  <a:cubicBezTo>
                    <a:pt x="10" y="163"/>
                    <a:pt x="11" y="164"/>
                    <a:pt x="11" y="163"/>
                  </a:cubicBezTo>
                  <a:cubicBezTo>
                    <a:pt x="11" y="163"/>
                    <a:pt x="10" y="161"/>
                    <a:pt x="11" y="161"/>
                  </a:cubicBezTo>
                  <a:cubicBezTo>
                    <a:pt x="11" y="161"/>
                    <a:pt x="12" y="161"/>
                    <a:pt x="12" y="161"/>
                  </a:cubicBezTo>
                  <a:cubicBezTo>
                    <a:pt x="12" y="160"/>
                    <a:pt x="13" y="161"/>
                    <a:pt x="13" y="160"/>
                  </a:cubicBezTo>
                  <a:cubicBezTo>
                    <a:pt x="13" y="160"/>
                    <a:pt x="13" y="159"/>
                    <a:pt x="13" y="159"/>
                  </a:cubicBezTo>
                  <a:cubicBezTo>
                    <a:pt x="13" y="159"/>
                    <a:pt x="14" y="158"/>
                    <a:pt x="14" y="158"/>
                  </a:cubicBezTo>
                  <a:cubicBezTo>
                    <a:pt x="14" y="157"/>
                    <a:pt x="14" y="158"/>
                    <a:pt x="15" y="158"/>
                  </a:cubicBezTo>
                  <a:cubicBezTo>
                    <a:pt x="16" y="158"/>
                    <a:pt x="15" y="156"/>
                    <a:pt x="15" y="156"/>
                  </a:cubicBezTo>
                  <a:cubicBezTo>
                    <a:pt x="14" y="155"/>
                    <a:pt x="15" y="155"/>
                    <a:pt x="15" y="155"/>
                  </a:cubicBezTo>
                  <a:cubicBezTo>
                    <a:pt x="15" y="155"/>
                    <a:pt x="14" y="155"/>
                    <a:pt x="14" y="155"/>
                  </a:cubicBezTo>
                  <a:cubicBezTo>
                    <a:pt x="14" y="154"/>
                    <a:pt x="15" y="154"/>
                    <a:pt x="15" y="154"/>
                  </a:cubicBezTo>
                  <a:cubicBezTo>
                    <a:pt x="14" y="153"/>
                    <a:pt x="14" y="152"/>
                    <a:pt x="13" y="151"/>
                  </a:cubicBezTo>
                  <a:cubicBezTo>
                    <a:pt x="13" y="151"/>
                    <a:pt x="13" y="151"/>
                    <a:pt x="13" y="150"/>
                  </a:cubicBezTo>
                  <a:cubicBezTo>
                    <a:pt x="13" y="150"/>
                    <a:pt x="13" y="150"/>
                    <a:pt x="12" y="149"/>
                  </a:cubicBezTo>
                  <a:cubicBezTo>
                    <a:pt x="12" y="149"/>
                    <a:pt x="13" y="149"/>
                    <a:pt x="12" y="148"/>
                  </a:cubicBezTo>
                  <a:cubicBezTo>
                    <a:pt x="12" y="148"/>
                    <a:pt x="11" y="148"/>
                    <a:pt x="11" y="148"/>
                  </a:cubicBezTo>
                  <a:cubicBezTo>
                    <a:pt x="11" y="147"/>
                    <a:pt x="12" y="147"/>
                    <a:pt x="12" y="146"/>
                  </a:cubicBezTo>
                  <a:cubicBezTo>
                    <a:pt x="12" y="146"/>
                    <a:pt x="12" y="145"/>
                    <a:pt x="12" y="144"/>
                  </a:cubicBezTo>
                  <a:cubicBezTo>
                    <a:pt x="12" y="144"/>
                    <a:pt x="13" y="143"/>
                    <a:pt x="12" y="142"/>
                  </a:cubicBezTo>
                  <a:cubicBezTo>
                    <a:pt x="11" y="142"/>
                    <a:pt x="12" y="142"/>
                    <a:pt x="12" y="142"/>
                  </a:cubicBezTo>
                  <a:cubicBezTo>
                    <a:pt x="12" y="141"/>
                    <a:pt x="12" y="141"/>
                    <a:pt x="12" y="140"/>
                  </a:cubicBezTo>
                  <a:cubicBezTo>
                    <a:pt x="12" y="140"/>
                    <a:pt x="13" y="139"/>
                    <a:pt x="13" y="139"/>
                  </a:cubicBezTo>
                  <a:cubicBezTo>
                    <a:pt x="13" y="138"/>
                    <a:pt x="12" y="137"/>
                    <a:pt x="14" y="137"/>
                  </a:cubicBezTo>
                  <a:cubicBezTo>
                    <a:pt x="14" y="137"/>
                    <a:pt x="15" y="137"/>
                    <a:pt x="15" y="137"/>
                  </a:cubicBezTo>
                  <a:cubicBezTo>
                    <a:pt x="15" y="136"/>
                    <a:pt x="14" y="136"/>
                    <a:pt x="14" y="135"/>
                  </a:cubicBezTo>
                  <a:cubicBezTo>
                    <a:pt x="14" y="135"/>
                    <a:pt x="14" y="134"/>
                    <a:pt x="13" y="134"/>
                  </a:cubicBezTo>
                  <a:cubicBezTo>
                    <a:pt x="13" y="133"/>
                    <a:pt x="13" y="132"/>
                    <a:pt x="13" y="132"/>
                  </a:cubicBezTo>
                  <a:cubicBezTo>
                    <a:pt x="13" y="131"/>
                    <a:pt x="13" y="131"/>
                    <a:pt x="13" y="131"/>
                  </a:cubicBezTo>
                  <a:cubicBezTo>
                    <a:pt x="12" y="130"/>
                    <a:pt x="12" y="129"/>
                    <a:pt x="13" y="128"/>
                  </a:cubicBezTo>
                  <a:cubicBezTo>
                    <a:pt x="13" y="127"/>
                    <a:pt x="13" y="126"/>
                    <a:pt x="12" y="126"/>
                  </a:cubicBezTo>
                  <a:cubicBezTo>
                    <a:pt x="11" y="125"/>
                    <a:pt x="11" y="126"/>
                    <a:pt x="10" y="126"/>
                  </a:cubicBezTo>
                  <a:cubicBezTo>
                    <a:pt x="10" y="126"/>
                    <a:pt x="10" y="125"/>
                    <a:pt x="9" y="125"/>
                  </a:cubicBezTo>
                  <a:cubicBezTo>
                    <a:pt x="9" y="125"/>
                    <a:pt x="9" y="124"/>
                    <a:pt x="9" y="124"/>
                  </a:cubicBezTo>
                  <a:cubicBezTo>
                    <a:pt x="9" y="123"/>
                    <a:pt x="10" y="122"/>
                    <a:pt x="9" y="121"/>
                  </a:cubicBezTo>
                  <a:cubicBezTo>
                    <a:pt x="8" y="121"/>
                    <a:pt x="8" y="120"/>
                    <a:pt x="7" y="119"/>
                  </a:cubicBezTo>
                  <a:cubicBezTo>
                    <a:pt x="7" y="119"/>
                    <a:pt x="7" y="119"/>
                    <a:pt x="7" y="118"/>
                  </a:cubicBezTo>
                  <a:cubicBezTo>
                    <a:pt x="7" y="118"/>
                    <a:pt x="7" y="118"/>
                    <a:pt x="7" y="117"/>
                  </a:cubicBezTo>
                  <a:cubicBezTo>
                    <a:pt x="7" y="117"/>
                    <a:pt x="6" y="117"/>
                    <a:pt x="6" y="116"/>
                  </a:cubicBezTo>
                  <a:cubicBezTo>
                    <a:pt x="5" y="116"/>
                    <a:pt x="6" y="116"/>
                    <a:pt x="5" y="115"/>
                  </a:cubicBezTo>
                  <a:cubicBezTo>
                    <a:pt x="5" y="115"/>
                    <a:pt x="3" y="113"/>
                    <a:pt x="4" y="112"/>
                  </a:cubicBezTo>
                  <a:cubicBezTo>
                    <a:pt x="4" y="112"/>
                    <a:pt x="4" y="113"/>
                    <a:pt x="5" y="112"/>
                  </a:cubicBezTo>
                  <a:cubicBezTo>
                    <a:pt x="5" y="112"/>
                    <a:pt x="5" y="111"/>
                    <a:pt x="4" y="111"/>
                  </a:cubicBezTo>
                  <a:cubicBezTo>
                    <a:pt x="4" y="111"/>
                    <a:pt x="3" y="111"/>
                    <a:pt x="3" y="111"/>
                  </a:cubicBezTo>
                  <a:cubicBezTo>
                    <a:pt x="2" y="110"/>
                    <a:pt x="2" y="109"/>
                    <a:pt x="2" y="109"/>
                  </a:cubicBezTo>
                  <a:cubicBezTo>
                    <a:pt x="1" y="108"/>
                    <a:pt x="1" y="108"/>
                    <a:pt x="0" y="107"/>
                  </a:cubicBezTo>
                  <a:cubicBezTo>
                    <a:pt x="0" y="106"/>
                    <a:pt x="0" y="105"/>
                    <a:pt x="0" y="105"/>
                  </a:cubicBezTo>
                  <a:cubicBezTo>
                    <a:pt x="0" y="104"/>
                    <a:pt x="0" y="104"/>
                    <a:pt x="0" y="103"/>
                  </a:cubicBezTo>
                  <a:cubicBezTo>
                    <a:pt x="0" y="103"/>
                    <a:pt x="0" y="102"/>
                    <a:pt x="1" y="102"/>
                  </a:cubicBezTo>
                  <a:cubicBezTo>
                    <a:pt x="1" y="103"/>
                    <a:pt x="1" y="101"/>
                    <a:pt x="2" y="101"/>
                  </a:cubicBezTo>
                  <a:cubicBezTo>
                    <a:pt x="2" y="101"/>
                    <a:pt x="1" y="101"/>
                    <a:pt x="1" y="100"/>
                  </a:cubicBezTo>
                  <a:cubicBezTo>
                    <a:pt x="1" y="100"/>
                    <a:pt x="1" y="99"/>
                    <a:pt x="1" y="98"/>
                  </a:cubicBezTo>
                  <a:cubicBezTo>
                    <a:pt x="1" y="98"/>
                    <a:pt x="1" y="97"/>
                    <a:pt x="1" y="96"/>
                  </a:cubicBezTo>
                  <a:cubicBezTo>
                    <a:pt x="1" y="96"/>
                    <a:pt x="1" y="95"/>
                    <a:pt x="1" y="95"/>
                  </a:cubicBezTo>
                  <a:cubicBezTo>
                    <a:pt x="2" y="95"/>
                    <a:pt x="2" y="95"/>
                    <a:pt x="2" y="95"/>
                  </a:cubicBezTo>
                  <a:cubicBezTo>
                    <a:pt x="2" y="95"/>
                    <a:pt x="1" y="94"/>
                    <a:pt x="2" y="94"/>
                  </a:cubicBezTo>
                  <a:cubicBezTo>
                    <a:pt x="2" y="94"/>
                    <a:pt x="2" y="94"/>
                    <a:pt x="3" y="94"/>
                  </a:cubicBezTo>
                  <a:cubicBezTo>
                    <a:pt x="4" y="94"/>
                    <a:pt x="4" y="93"/>
                    <a:pt x="4" y="93"/>
                  </a:cubicBezTo>
                  <a:cubicBezTo>
                    <a:pt x="4" y="92"/>
                    <a:pt x="4" y="91"/>
                    <a:pt x="3" y="91"/>
                  </a:cubicBezTo>
                  <a:cubicBezTo>
                    <a:pt x="3" y="91"/>
                    <a:pt x="2" y="91"/>
                    <a:pt x="2" y="90"/>
                  </a:cubicBezTo>
                  <a:cubicBezTo>
                    <a:pt x="3" y="89"/>
                    <a:pt x="3" y="89"/>
                    <a:pt x="2" y="88"/>
                  </a:cubicBezTo>
                  <a:cubicBezTo>
                    <a:pt x="2" y="87"/>
                    <a:pt x="2" y="87"/>
                    <a:pt x="2" y="86"/>
                  </a:cubicBezTo>
                  <a:cubicBezTo>
                    <a:pt x="1" y="86"/>
                    <a:pt x="1" y="85"/>
                    <a:pt x="1" y="84"/>
                  </a:cubicBezTo>
                  <a:cubicBezTo>
                    <a:pt x="1" y="84"/>
                    <a:pt x="0" y="83"/>
                    <a:pt x="0" y="82"/>
                  </a:cubicBezTo>
                  <a:cubicBezTo>
                    <a:pt x="0" y="82"/>
                    <a:pt x="0" y="82"/>
                    <a:pt x="0" y="82"/>
                  </a:cubicBezTo>
                  <a:cubicBezTo>
                    <a:pt x="0" y="81"/>
                    <a:pt x="0" y="81"/>
                    <a:pt x="1" y="81"/>
                  </a:cubicBezTo>
                  <a:cubicBezTo>
                    <a:pt x="1" y="81"/>
                    <a:pt x="1" y="80"/>
                    <a:pt x="1" y="80"/>
                  </a:cubicBezTo>
                  <a:cubicBezTo>
                    <a:pt x="1" y="80"/>
                    <a:pt x="1" y="80"/>
                    <a:pt x="2" y="80"/>
                  </a:cubicBezTo>
                  <a:cubicBezTo>
                    <a:pt x="2" y="80"/>
                    <a:pt x="1" y="79"/>
                    <a:pt x="1" y="78"/>
                  </a:cubicBezTo>
                  <a:cubicBezTo>
                    <a:pt x="2" y="77"/>
                    <a:pt x="2" y="77"/>
                    <a:pt x="1" y="76"/>
                  </a:cubicBezTo>
                  <a:cubicBezTo>
                    <a:pt x="1" y="75"/>
                    <a:pt x="2" y="75"/>
                    <a:pt x="2" y="74"/>
                  </a:cubicBezTo>
                  <a:cubicBezTo>
                    <a:pt x="2" y="74"/>
                    <a:pt x="1" y="73"/>
                    <a:pt x="2" y="72"/>
                  </a:cubicBezTo>
                  <a:cubicBezTo>
                    <a:pt x="2" y="72"/>
                    <a:pt x="2" y="71"/>
                    <a:pt x="3" y="71"/>
                  </a:cubicBezTo>
                  <a:cubicBezTo>
                    <a:pt x="3" y="71"/>
                    <a:pt x="3" y="70"/>
                    <a:pt x="3" y="70"/>
                  </a:cubicBezTo>
                  <a:cubicBezTo>
                    <a:pt x="3" y="70"/>
                    <a:pt x="3" y="70"/>
                    <a:pt x="3" y="70"/>
                  </a:cubicBezTo>
                  <a:cubicBezTo>
                    <a:pt x="4" y="70"/>
                    <a:pt x="4" y="69"/>
                    <a:pt x="4" y="69"/>
                  </a:cubicBezTo>
                  <a:cubicBezTo>
                    <a:pt x="4" y="69"/>
                    <a:pt x="4" y="68"/>
                    <a:pt x="4" y="68"/>
                  </a:cubicBezTo>
                  <a:cubicBezTo>
                    <a:pt x="5" y="67"/>
                    <a:pt x="5" y="68"/>
                    <a:pt x="5" y="67"/>
                  </a:cubicBezTo>
                  <a:cubicBezTo>
                    <a:pt x="5" y="66"/>
                    <a:pt x="5" y="66"/>
                    <a:pt x="5" y="65"/>
                  </a:cubicBezTo>
                  <a:cubicBezTo>
                    <a:pt x="5" y="65"/>
                    <a:pt x="5" y="64"/>
                    <a:pt x="5" y="64"/>
                  </a:cubicBezTo>
                  <a:cubicBezTo>
                    <a:pt x="6" y="63"/>
                    <a:pt x="6" y="63"/>
                    <a:pt x="6" y="63"/>
                  </a:cubicBezTo>
                  <a:cubicBezTo>
                    <a:pt x="6" y="63"/>
                    <a:pt x="6" y="62"/>
                    <a:pt x="6" y="62"/>
                  </a:cubicBezTo>
                  <a:cubicBezTo>
                    <a:pt x="6" y="62"/>
                    <a:pt x="6" y="61"/>
                    <a:pt x="6" y="61"/>
                  </a:cubicBezTo>
                  <a:cubicBezTo>
                    <a:pt x="7" y="60"/>
                    <a:pt x="6" y="58"/>
                    <a:pt x="7" y="58"/>
                  </a:cubicBezTo>
                  <a:cubicBezTo>
                    <a:pt x="8" y="58"/>
                    <a:pt x="9" y="59"/>
                    <a:pt x="9" y="58"/>
                  </a:cubicBezTo>
                  <a:cubicBezTo>
                    <a:pt x="9" y="58"/>
                    <a:pt x="10" y="58"/>
                    <a:pt x="10" y="58"/>
                  </a:cubicBezTo>
                  <a:cubicBezTo>
                    <a:pt x="11" y="58"/>
                    <a:pt x="11" y="57"/>
                    <a:pt x="11" y="57"/>
                  </a:cubicBezTo>
                  <a:cubicBezTo>
                    <a:pt x="11" y="56"/>
                    <a:pt x="11" y="56"/>
                    <a:pt x="10" y="55"/>
                  </a:cubicBezTo>
                  <a:cubicBezTo>
                    <a:pt x="9" y="53"/>
                    <a:pt x="8" y="52"/>
                    <a:pt x="8" y="51"/>
                  </a:cubicBezTo>
                  <a:cubicBezTo>
                    <a:pt x="7" y="50"/>
                    <a:pt x="8" y="49"/>
                    <a:pt x="9" y="48"/>
                  </a:cubicBezTo>
                  <a:cubicBezTo>
                    <a:pt x="9" y="47"/>
                    <a:pt x="8" y="46"/>
                    <a:pt x="8" y="45"/>
                  </a:cubicBezTo>
                  <a:cubicBezTo>
                    <a:pt x="7" y="43"/>
                    <a:pt x="6" y="41"/>
                    <a:pt x="6" y="39"/>
                  </a:cubicBezTo>
                  <a:cubicBezTo>
                    <a:pt x="6" y="38"/>
                    <a:pt x="6" y="37"/>
                    <a:pt x="7" y="37"/>
                  </a:cubicBezTo>
                  <a:cubicBezTo>
                    <a:pt x="8" y="36"/>
                    <a:pt x="7" y="35"/>
                    <a:pt x="7" y="35"/>
                  </a:cubicBezTo>
                  <a:cubicBezTo>
                    <a:pt x="6" y="34"/>
                    <a:pt x="6" y="34"/>
                    <a:pt x="6" y="34"/>
                  </a:cubicBezTo>
                  <a:cubicBezTo>
                    <a:pt x="5" y="33"/>
                    <a:pt x="5" y="33"/>
                    <a:pt x="5" y="32"/>
                  </a:cubicBezTo>
                  <a:cubicBezTo>
                    <a:pt x="5" y="32"/>
                    <a:pt x="5" y="31"/>
                    <a:pt x="5" y="31"/>
                  </a:cubicBezTo>
                  <a:cubicBezTo>
                    <a:pt x="6" y="30"/>
                    <a:pt x="6" y="31"/>
                    <a:pt x="6" y="31"/>
                  </a:cubicBezTo>
                  <a:cubicBezTo>
                    <a:pt x="6" y="31"/>
                    <a:pt x="6" y="30"/>
                    <a:pt x="6" y="29"/>
                  </a:cubicBezTo>
                  <a:cubicBezTo>
                    <a:pt x="7" y="29"/>
                    <a:pt x="7" y="28"/>
                    <a:pt x="8" y="28"/>
                  </a:cubicBezTo>
                  <a:cubicBezTo>
                    <a:pt x="10" y="27"/>
                    <a:pt x="12" y="26"/>
                    <a:pt x="14" y="25"/>
                  </a:cubicBezTo>
                  <a:cubicBezTo>
                    <a:pt x="15" y="24"/>
                    <a:pt x="15" y="24"/>
                    <a:pt x="16" y="23"/>
                  </a:cubicBezTo>
                  <a:cubicBezTo>
                    <a:pt x="16" y="22"/>
                    <a:pt x="16" y="21"/>
                    <a:pt x="16" y="19"/>
                  </a:cubicBezTo>
                  <a:cubicBezTo>
                    <a:pt x="16" y="18"/>
                    <a:pt x="16" y="17"/>
                    <a:pt x="17" y="16"/>
                  </a:cubicBezTo>
                  <a:cubicBezTo>
                    <a:pt x="17" y="15"/>
                    <a:pt x="17" y="13"/>
                    <a:pt x="17" y="13"/>
                  </a:cubicBezTo>
                  <a:cubicBezTo>
                    <a:pt x="16" y="12"/>
                    <a:pt x="14" y="11"/>
                    <a:pt x="16" y="10"/>
                  </a:cubicBezTo>
                  <a:cubicBezTo>
                    <a:pt x="16" y="9"/>
                    <a:pt x="17" y="9"/>
                    <a:pt x="16" y="9"/>
                  </a:cubicBezTo>
                  <a:cubicBezTo>
                    <a:pt x="16" y="8"/>
                    <a:pt x="16" y="8"/>
                    <a:pt x="16" y="8"/>
                  </a:cubicBezTo>
                  <a:cubicBezTo>
                    <a:pt x="17" y="7"/>
                    <a:pt x="18" y="7"/>
                    <a:pt x="18" y="7"/>
                  </a:cubicBezTo>
                  <a:cubicBezTo>
                    <a:pt x="19" y="6"/>
                    <a:pt x="18" y="5"/>
                    <a:pt x="19" y="4"/>
                  </a:cubicBezTo>
                  <a:cubicBezTo>
                    <a:pt x="20" y="4"/>
                    <a:pt x="21" y="4"/>
                    <a:pt x="22" y="4"/>
                  </a:cubicBezTo>
                  <a:cubicBezTo>
                    <a:pt x="23" y="3"/>
                    <a:pt x="22" y="1"/>
                    <a:pt x="23" y="0"/>
                  </a:cubicBezTo>
                  <a:cubicBezTo>
                    <a:pt x="24" y="0"/>
                    <a:pt x="24" y="0"/>
                    <a:pt x="25" y="1"/>
                  </a:cubicBezTo>
                  <a:cubicBezTo>
                    <a:pt x="25" y="1"/>
                    <a:pt x="26" y="1"/>
                    <a:pt x="26" y="2"/>
                  </a:cubicBezTo>
                  <a:cubicBezTo>
                    <a:pt x="27" y="2"/>
                    <a:pt x="27" y="3"/>
                    <a:pt x="28" y="3"/>
                  </a:cubicBezTo>
                  <a:cubicBezTo>
                    <a:pt x="29" y="3"/>
                    <a:pt x="29" y="3"/>
                    <a:pt x="30" y="3"/>
                  </a:cubicBezTo>
                  <a:cubicBezTo>
                    <a:pt x="32" y="3"/>
                    <a:pt x="33" y="3"/>
                    <a:pt x="35" y="3"/>
                  </a:cubicBezTo>
                  <a:cubicBezTo>
                    <a:pt x="36" y="3"/>
                    <a:pt x="39" y="4"/>
                    <a:pt x="40" y="5"/>
                  </a:cubicBezTo>
                  <a:cubicBezTo>
                    <a:pt x="40" y="5"/>
                    <a:pt x="39" y="5"/>
                    <a:pt x="39" y="6"/>
                  </a:cubicBezTo>
                  <a:cubicBezTo>
                    <a:pt x="39" y="6"/>
                    <a:pt x="40" y="6"/>
                    <a:pt x="40" y="6"/>
                  </a:cubicBezTo>
                  <a:cubicBezTo>
                    <a:pt x="40" y="7"/>
                    <a:pt x="41" y="8"/>
                    <a:pt x="41" y="8"/>
                  </a:cubicBezTo>
                  <a:cubicBezTo>
                    <a:pt x="41" y="9"/>
                    <a:pt x="41" y="9"/>
                    <a:pt x="42" y="10"/>
                  </a:cubicBezTo>
                  <a:cubicBezTo>
                    <a:pt x="42" y="10"/>
                    <a:pt x="42" y="11"/>
                    <a:pt x="42" y="11"/>
                  </a:cubicBezTo>
                  <a:cubicBezTo>
                    <a:pt x="43" y="12"/>
                    <a:pt x="43" y="10"/>
                    <a:pt x="43" y="9"/>
                  </a:cubicBezTo>
                  <a:cubicBezTo>
                    <a:pt x="42" y="9"/>
                    <a:pt x="43" y="8"/>
                    <a:pt x="43" y="7"/>
                  </a:cubicBezTo>
                  <a:cubicBezTo>
                    <a:pt x="44" y="6"/>
                    <a:pt x="44" y="5"/>
                    <a:pt x="44" y="5"/>
                  </a:cubicBezTo>
                  <a:cubicBezTo>
                    <a:pt x="45" y="3"/>
                    <a:pt x="44" y="2"/>
                    <a:pt x="46" y="2"/>
                  </a:cubicBezTo>
                  <a:cubicBezTo>
                    <a:pt x="48" y="2"/>
                    <a:pt x="51" y="2"/>
                    <a:pt x="53" y="2"/>
                  </a:cubicBezTo>
                  <a:cubicBezTo>
                    <a:pt x="54" y="2"/>
                    <a:pt x="54" y="2"/>
                    <a:pt x="55" y="2"/>
                  </a:cubicBezTo>
                  <a:cubicBezTo>
                    <a:pt x="56" y="2"/>
                    <a:pt x="56" y="2"/>
                    <a:pt x="56" y="3"/>
                  </a:cubicBezTo>
                  <a:cubicBezTo>
                    <a:pt x="56" y="3"/>
                    <a:pt x="56" y="4"/>
                    <a:pt x="57" y="4"/>
                  </a:cubicBezTo>
                  <a:cubicBezTo>
                    <a:pt x="57" y="4"/>
                    <a:pt x="57" y="5"/>
                    <a:pt x="58" y="6"/>
                  </a:cubicBezTo>
                  <a:cubicBezTo>
                    <a:pt x="58" y="6"/>
                    <a:pt x="59" y="6"/>
                    <a:pt x="59" y="6"/>
                  </a:cubicBezTo>
                  <a:cubicBezTo>
                    <a:pt x="60" y="6"/>
                    <a:pt x="60" y="7"/>
                    <a:pt x="61" y="7"/>
                  </a:cubicBezTo>
                  <a:cubicBezTo>
                    <a:pt x="61" y="7"/>
                    <a:pt x="62" y="7"/>
                    <a:pt x="62" y="8"/>
                  </a:cubicBezTo>
                  <a:cubicBezTo>
                    <a:pt x="62" y="9"/>
                    <a:pt x="62" y="9"/>
                    <a:pt x="62" y="10"/>
                  </a:cubicBezTo>
                  <a:cubicBezTo>
                    <a:pt x="63" y="10"/>
                    <a:pt x="63" y="11"/>
                    <a:pt x="64" y="11"/>
                  </a:cubicBezTo>
                  <a:cubicBezTo>
                    <a:pt x="64" y="12"/>
                    <a:pt x="64" y="13"/>
                    <a:pt x="65" y="13"/>
                  </a:cubicBezTo>
                  <a:cubicBezTo>
                    <a:pt x="65" y="14"/>
                    <a:pt x="66" y="14"/>
                    <a:pt x="66" y="14"/>
                  </a:cubicBezTo>
                  <a:cubicBezTo>
                    <a:pt x="67" y="15"/>
                    <a:pt x="67" y="15"/>
                    <a:pt x="67" y="15"/>
                  </a:cubicBezTo>
                  <a:cubicBezTo>
                    <a:pt x="67" y="15"/>
                    <a:pt x="67" y="16"/>
                    <a:pt x="68" y="16"/>
                  </a:cubicBezTo>
                  <a:cubicBezTo>
                    <a:pt x="68" y="16"/>
                    <a:pt x="69" y="16"/>
                    <a:pt x="69" y="16"/>
                  </a:cubicBezTo>
                  <a:cubicBezTo>
                    <a:pt x="69" y="17"/>
                    <a:pt x="70" y="17"/>
                    <a:pt x="70" y="17"/>
                  </a:cubicBezTo>
                  <a:cubicBezTo>
                    <a:pt x="70" y="18"/>
                    <a:pt x="71" y="18"/>
                    <a:pt x="72" y="19"/>
                  </a:cubicBezTo>
                  <a:cubicBezTo>
                    <a:pt x="72" y="19"/>
                    <a:pt x="73" y="19"/>
                    <a:pt x="73" y="19"/>
                  </a:cubicBezTo>
                  <a:cubicBezTo>
                    <a:pt x="74" y="20"/>
                    <a:pt x="74" y="21"/>
                    <a:pt x="75" y="21"/>
                  </a:cubicBezTo>
                  <a:cubicBezTo>
                    <a:pt x="75" y="21"/>
                    <a:pt x="75" y="22"/>
                    <a:pt x="76" y="22"/>
                  </a:cubicBezTo>
                  <a:cubicBezTo>
                    <a:pt x="76" y="22"/>
                    <a:pt x="77" y="23"/>
                    <a:pt x="77" y="23"/>
                  </a:cubicBezTo>
                  <a:cubicBezTo>
                    <a:pt x="78" y="23"/>
                    <a:pt x="79" y="23"/>
                    <a:pt x="79" y="23"/>
                  </a:cubicBezTo>
                  <a:cubicBezTo>
                    <a:pt x="79" y="23"/>
                    <a:pt x="79" y="23"/>
                    <a:pt x="80" y="24"/>
                  </a:cubicBezTo>
                  <a:cubicBezTo>
                    <a:pt x="80" y="24"/>
                    <a:pt x="80" y="24"/>
                    <a:pt x="80" y="24"/>
                  </a:cubicBezTo>
                  <a:cubicBezTo>
                    <a:pt x="81" y="24"/>
                    <a:pt x="82" y="24"/>
                    <a:pt x="83" y="24"/>
                  </a:cubicBezTo>
                  <a:cubicBezTo>
                    <a:pt x="84" y="25"/>
                    <a:pt x="84" y="24"/>
                    <a:pt x="85" y="24"/>
                  </a:cubicBezTo>
                  <a:cubicBezTo>
                    <a:pt x="86" y="25"/>
                    <a:pt x="86" y="25"/>
                    <a:pt x="87" y="26"/>
                  </a:cubicBezTo>
                  <a:cubicBezTo>
                    <a:pt x="88" y="27"/>
                    <a:pt x="90" y="28"/>
                    <a:pt x="91" y="29"/>
                  </a:cubicBezTo>
                  <a:cubicBezTo>
                    <a:pt x="92" y="30"/>
                    <a:pt x="94" y="30"/>
                    <a:pt x="95" y="31"/>
                  </a:cubicBezTo>
                  <a:cubicBezTo>
                    <a:pt x="96" y="32"/>
                    <a:pt x="97" y="33"/>
                    <a:pt x="98" y="33"/>
                  </a:cubicBezTo>
                  <a:cubicBezTo>
                    <a:pt x="98" y="33"/>
                    <a:pt x="99" y="33"/>
                    <a:pt x="99" y="33"/>
                  </a:cubicBezTo>
                  <a:cubicBezTo>
                    <a:pt x="100" y="33"/>
                    <a:pt x="101" y="33"/>
                    <a:pt x="101" y="34"/>
                  </a:cubicBezTo>
                  <a:cubicBezTo>
                    <a:pt x="102" y="34"/>
                    <a:pt x="102" y="35"/>
                    <a:pt x="103" y="35"/>
                  </a:cubicBezTo>
                  <a:cubicBezTo>
                    <a:pt x="103" y="34"/>
                    <a:pt x="104" y="35"/>
                    <a:pt x="104" y="35"/>
                  </a:cubicBezTo>
                  <a:cubicBezTo>
                    <a:pt x="105" y="36"/>
                    <a:pt x="106" y="36"/>
                    <a:pt x="106" y="36"/>
                  </a:cubicBezTo>
                  <a:cubicBezTo>
                    <a:pt x="108" y="36"/>
                    <a:pt x="108" y="38"/>
                    <a:pt x="109" y="39"/>
                  </a:cubicBezTo>
                  <a:cubicBezTo>
                    <a:pt x="110" y="40"/>
                    <a:pt x="110" y="40"/>
                    <a:pt x="110" y="40"/>
                  </a:cubicBezTo>
                  <a:cubicBezTo>
                    <a:pt x="110" y="41"/>
                    <a:pt x="110" y="42"/>
                    <a:pt x="109" y="42"/>
                  </a:cubicBezTo>
                  <a:cubicBezTo>
                    <a:pt x="109" y="42"/>
                    <a:pt x="109" y="42"/>
                    <a:pt x="109" y="42"/>
                  </a:cubicBezTo>
                  <a:cubicBezTo>
                    <a:pt x="108" y="43"/>
                    <a:pt x="109" y="43"/>
                    <a:pt x="108" y="43"/>
                  </a:cubicBezTo>
                  <a:cubicBezTo>
                    <a:pt x="108" y="44"/>
                    <a:pt x="108" y="44"/>
                    <a:pt x="108" y="45"/>
                  </a:cubicBezTo>
                  <a:cubicBezTo>
                    <a:pt x="107" y="45"/>
                    <a:pt x="108" y="45"/>
                    <a:pt x="108" y="45"/>
                  </a:cubicBezTo>
                  <a:cubicBezTo>
                    <a:pt x="107" y="46"/>
                    <a:pt x="108" y="46"/>
                    <a:pt x="108" y="46"/>
                  </a:cubicBezTo>
                  <a:cubicBezTo>
                    <a:pt x="107" y="47"/>
                    <a:pt x="107" y="47"/>
                    <a:pt x="106" y="47"/>
                  </a:cubicBezTo>
                  <a:cubicBezTo>
                    <a:pt x="106" y="48"/>
                    <a:pt x="106" y="48"/>
                    <a:pt x="106" y="48"/>
                  </a:cubicBezTo>
                  <a:cubicBezTo>
                    <a:pt x="106" y="48"/>
                    <a:pt x="106" y="49"/>
                    <a:pt x="106" y="49"/>
                  </a:cubicBezTo>
                  <a:cubicBezTo>
                    <a:pt x="106" y="49"/>
                    <a:pt x="105" y="49"/>
                    <a:pt x="106" y="50"/>
                  </a:cubicBezTo>
                  <a:cubicBezTo>
                    <a:pt x="106" y="50"/>
                    <a:pt x="105" y="50"/>
                    <a:pt x="105" y="51"/>
                  </a:cubicBezTo>
                  <a:cubicBezTo>
                    <a:pt x="106" y="51"/>
                    <a:pt x="105" y="52"/>
                    <a:pt x="106" y="52"/>
                  </a:cubicBezTo>
                  <a:cubicBezTo>
                    <a:pt x="106" y="52"/>
                    <a:pt x="106" y="53"/>
                    <a:pt x="106" y="53"/>
                  </a:cubicBezTo>
                  <a:cubicBezTo>
                    <a:pt x="105" y="53"/>
                    <a:pt x="106" y="55"/>
                    <a:pt x="105" y="55"/>
                  </a:cubicBezTo>
                  <a:cubicBezTo>
                    <a:pt x="105" y="55"/>
                    <a:pt x="104" y="55"/>
                    <a:pt x="105" y="55"/>
                  </a:cubicBezTo>
                  <a:cubicBezTo>
                    <a:pt x="105" y="56"/>
                    <a:pt x="105" y="56"/>
                    <a:pt x="104" y="56"/>
                  </a:cubicBezTo>
                  <a:cubicBezTo>
                    <a:pt x="104" y="56"/>
                    <a:pt x="104" y="56"/>
                    <a:pt x="104" y="57"/>
                  </a:cubicBezTo>
                  <a:cubicBezTo>
                    <a:pt x="104" y="57"/>
                    <a:pt x="104" y="58"/>
                    <a:pt x="103" y="58"/>
                  </a:cubicBezTo>
                  <a:cubicBezTo>
                    <a:pt x="103" y="58"/>
                    <a:pt x="103" y="58"/>
                    <a:pt x="103" y="58"/>
                  </a:cubicBezTo>
                  <a:cubicBezTo>
                    <a:pt x="103" y="58"/>
                    <a:pt x="103" y="58"/>
                    <a:pt x="103" y="58"/>
                  </a:cubicBezTo>
                  <a:cubicBezTo>
                    <a:pt x="103" y="58"/>
                    <a:pt x="103" y="58"/>
                    <a:pt x="102" y="59"/>
                  </a:cubicBezTo>
                  <a:cubicBezTo>
                    <a:pt x="102" y="59"/>
                    <a:pt x="103" y="60"/>
                    <a:pt x="103" y="60"/>
                  </a:cubicBezTo>
                  <a:cubicBezTo>
                    <a:pt x="105" y="60"/>
                    <a:pt x="106" y="60"/>
                    <a:pt x="108" y="60"/>
                  </a:cubicBezTo>
                  <a:cubicBezTo>
                    <a:pt x="109" y="60"/>
                    <a:pt x="110" y="60"/>
                    <a:pt x="111" y="60"/>
                  </a:cubicBezTo>
                  <a:cubicBezTo>
                    <a:pt x="111" y="60"/>
                    <a:pt x="112" y="61"/>
                    <a:pt x="113" y="61"/>
                  </a:cubicBezTo>
                  <a:cubicBezTo>
                    <a:pt x="114" y="61"/>
                    <a:pt x="114" y="61"/>
                    <a:pt x="115" y="62"/>
                  </a:cubicBezTo>
                  <a:cubicBezTo>
                    <a:pt x="116" y="62"/>
                    <a:pt x="117" y="62"/>
                    <a:pt x="118" y="62"/>
                  </a:cubicBezTo>
                  <a:cubicBezTo>
                    <a:pt x="118" y="62"/>
                    <a:pt x="119" y="61"/>
                    <a:pt x="119" y="62"/>
                  </a:cubicBezTo>
                  <a:cubicBezTo>
                    <a:pt x="120" y="62"/>
                    <a:pt x="121" y="63"/>
                    <a:pt x="121" y="62"/>
                  </a:cubicBezTo>
                  <a:cubicBezTo>
                    <a:pt x="121" y="62"/>
                    <a:pt x="122" y="62"/>
                    <a:pt x="123" y="62"/>
                  </a:cubicBezTo>
                  <a:cubicBezTo>
                    <a:pt x="123" y="62"/>
                    <a:pt x="124" y="63"/>
                    <a:pt x="124" y="63"/>
                  </a:cubicBezTo>
                  <a:cubicBezTo>
                    <a:pt x="125" y="64"/>
                    <a:pt x="125" y="61"/>
                    <a:pt x="126" y="61"/>
                  </a:cubicBezTo>
                  <a:cubicBezTo>
                    <a:pt x="126" y="61"/>
                    <a:pt x="126" y="60"/>
                    <a:pt x="127" y="60"/>
                  </a:cubicBezTo>
                  <a:cubicBezTo>
                    <a:pt x="127" y="60"/>
                    <a:pt x="128" y="60"/>
                    <a:pt x="129" y="61"/>
                  </a:cubicBezTo>
                  <a:cubicBezTo>
                    <a:pt x="129" y="61"/>
                    <a:pt x="129" y="62"/>
                    <a:pt x="130" y="62"/>
                  </a:cubicBezTo>
                  <a:cubicBezTo>
                    <a:pt x="131" y="62"/>
                    <a:pt x="131" y="61"/>
                    <a:pt x="131" y="60"/>
                  </a:cubicBezTo>
                  <a:cubicBezTo>
                    <a:pt x="132" y="60"/>
                    <a:pt x="131" y="59"/>
                    <a:pt x="131" y="59"/>
                  </a:cubicBezTo>
                  <a:cubicBezTo>
                    <a:pt x="131" y="59"/>
                    <a:pt x="131" y="59"/>
                    <a:pt x="131" y="58"/>
                  </a:cubicBezTo>
                  <a:cubicBezTo>
                    <a:pt x="132" y="58"/>
                    <a:pt x="132" y="58"/>
                    <a:pt x="132" y="58"/>
                  </a:cubicBezTo>
                  <a:cubicBezTo>
                    <a:pt x="132" y="58"/>
                    <a:pt x="132" y="57"/>
                    <a:pt x="133" y="57"/>
                  </a:cubicBezTo>
                  <a:cubicBezTo>
                    <a:pt x="133" y="56"/>
                    <a:pt x="134" y="56"/>
                    <a:pt x="134" y="56"/>
                  </a:cubicBezTo>
                  <a:cubicBezTo>
                    <a:pt x="135" y="57"/>
                    <a:pt x="135" y="57"/>
                    <a:pt x="135" y="56"/>
                  </a:cubicBezTo>
                  <a:cubicBezTo>
                    <a:pt x="135" y="55"/>
                    <a:pt x="136" y="55"/>
                    <a:pt x="136" y="55"/>
                  </a:cubicBezTo>
                  <a:cubicBezTo>
                    <a:pt x="137" y="54"/>
                    <a:pt x="136" y="54"/>
                    <a:pt x="137" y="53"/>
                  </a:cubicBezTo>
                  <a:cubicBezTo>
                    <a:pt x="138" y="53"/>
                    <a:pt x="138" y="53"/>
                    <a:pt x="138" y="52"/>
                  </a:cubicBezTo>
                  <a:cubicBezTo>
                    <a:pt x="138" y="51"/>
                    <a:pt x="138" y="52"/>
                    <a:pt x="138" y="51"/>
                  </a:cubicBezTo>
                  <a:cubicBezTo>
                    <a:pt x="139" y="50"/>
                    <a:pt x="138" y="49"/>
                    <a:pt x="138" y="49"/>
                  </a:cubicBezTo>
                  <a:cubicBezTo>
                    <a:pt x="139" y="48"/>
                    <a:pt x="138" y="47"/>
                    <a:pt x="138" y="47"/>
                  </a:cubicBezTo>
                  <a:cubicBezTo>
                    <a:pt x="138" y="46"/>
                    <a:pt x="138" y="46"/>
                    <a:pt x="138" y="46"/>
                  </a:cubicBezTo>
                  <a:cubicBezTo>
                    <a:pt x="139" y="46"/>
                    <a:pt x="138" y="44"/>
                    <a:pt x="138" y="44"/>
                  </a:cubicBezTo>
                  <a:cubicBezTo>
                    <a:pt x="138" y="44"/>
                    <a:pt x="138" y="43"/>
                    <a:pt x="138" y="42"/>
                  </a:cubicBezTo>
                  <a:cubicBezTo>
                    <a:pt x="138" y="42"/>
                    <a:pt x="138" y="42"/>
                    <a:pt x="138" y="42"/>
                  </a:cubicBezTo>
                  <a:cubicBezTo>
                    <a:pt x="138" y="42"/>
                    <a:pt x="138" y="41"/>
                    <a:pt x="138" y="41"/>
                  </a:cubicBezTo>
                  <a:cubicBezTo>
                    <a:pt x="138" y="41"/>
                    <a:pt x="140" y="42"/>
                    <a:pt x="140" y="42"/>
                  </a:cubicBezTo>
                  <a:cubicBezTo>
                    <a:pt x="140" y="42"/>
                    <a:pt x="140" y="41"/>
                    <a:pt x="141" y="41"/>
                  </a:cubicBezTo>
                  <a:cubicBezTo>
                    <a:pt x="141" y="41"/>
                    <a:pt x="141" y="41"/>
                    <a:pt x="141" y="41"/>
                  </a:cubicBezTo>
                  <a:cubicBezTo>
                    <a:pt x="141" y="41"/>
                    <a:pt x="142" y="41"/>
                    <a:pt x="142" y="41"/>
                  </a:cubicBezTo>
                  <a:cubicBezTo>
                    <a:pt x="142" y="41"/>
                    <a:pt x="142" y="41"/>
                    <a:pt x="142" y="41"/>
                  </a:cubicBezTo>
                  <a:cubicBezTo>
                    <a:pt x="142" y="41"/>
                    <a:pt x="142" y="40"/>
                    <a:pt x="143" y="40"/>
                  </a:cubicBezTo>
                  <a:cubicBezTo>
                    <a:pt x="143" y="41"/>
                    <a:pt x="142" y="41"/>
                    <a:pt x="143" y="41"/>
                  </a:cubicBezTo>
                  <a:cubicBezTo>
                    <a:pt x="143" y="41"/>
                    <a:pt x="143" y="41"/>
                    <a:pt x="144" y="41"/>
                  </a:cubicBezTo>
                  <a:cubicBezTo>
                    <a:pt x="144" y="41"/>
                    <a:pt x="144" y="42"/>
                    <a:pt x="145" y="42"/>
                  </a:cubicBezTo>
                  <a:cubicBezTo>
                    <a:pt x="145" y="42"/>
                    <a:pt x="145" y="42"/>
                    <a:pt x="145" y="43"/>
                  </a:cubicBezTo>
                  <a:cubicBezTo>
                    <a:pt x="145" y="43"/>
                    <a:pt x="145" y="43"/>
                    <a:pt x="146" y="44"/>
                  </a:cubicBezTo>
                  <a:cubicBezTo>
                    <a:pt x="146" y="44"/>
                    <a:pt x="146" y="45"/>
                    <a:pt x="146" y="45"/>
                  </a:cubicBezTo>
                  <a:cubicBezTo>
                    <a:pt x="146" y="46"/>
                    <a:pt x="147" y="46"/>
                    <a:pt x="147" y="46"/>
                  </a:cubicBezTo>
                  <a:cubicBezTo>
                    <a:pt x="147" y="47"/>
                    <a:pt x="147" y="47"/>
                    <a:pt x="148" y="48"/>
                  </a:cubicBezTo>
                  <a:cubicBezTo>
                    <a:pt x="148" y="49"/>
                    <a:pt x="148" y="50"/>
                    <a:pt x="148" y="51"/>
                  </a:cubicBezTo>
                  <a:cubicBezTo>
                    <a:pt x="148" y="51"/>
                    <a:pt x="148" y="52"/>
                    <a:pt x="148" y="52"/>
                  </a:cubicBezTo>
                  <a:cubicBezTo>
                    <a:pt x="148" y="53"/>
                    <a:pt x="148" y="53"/>
                    <a:pt x="148" y="53"/>
                  </a:cubicBezTo>
                  <a:cubicBezTo>
                    <a:pt x="148" y="53"/>
                    <a:pt x="148" y="54"/>
                    <a:pt x="148" y="54"/>
                  </a:cubicBezTo>
                  <a:cubicBezTo>
                    <a:pt x="148" y="55"/>
                    <a:pt x="148" y="55"/>
                    <a:pt x="148" y="56"/>
                  </a:cubicBezTo>
                  <a:cubicBezTo>
                    <a:pt x="148" y="57"/>
                    <a:pt x="148" y="57"/>
                    <a:pt x="148" y="57"/>
                  </a:cubicBezTo>
                  <a:close/>
                  <a:moveTo>
                    <a:pt x="136" y="357"/>
                  </a:moveTo>
                  <a:cubicBezTo>
                    <a:pt x="137" y="356"/>
                    <a:pt x="136" y="356"/>
                    <a:pt x="135" y="356"/>
                  </a:cubicBezTo>
                  <a:cubicBezTo>
                    <a:pt x="134" y="356"/>
                    <a:pt x="133" y="357"/>
                    <a:pt x="132" y="357"/>
                  </a:cubicBezTo>
                  <a:cubicBezTo>
                    <a:pt x="130" y="356"/>
                    <a:pt x="129" y="356"/>
                    <a:pt x="127" y="355"/>
                  </a:cubicBezTo>
                  <a:cubicBezTo>
                    <a:pt x="125" y="355"/>
                    <a:pt x="123" y="353"/>
                    <a:pt x="120" y="352"/>
                  </a:cubicBezTo>
                  <a:cubicBezTo>
                    <a:pt x="119" y="351"/>
                    <a:pt x="117" y="351"/>
                    <a:pt x="115" y="350"/>
                  </a:cubicBezTo>
                  <a:cubicBezTo>
                    <a:pt x="114" y="350"/>
                    <a:pt x="113" y="349"/>
                    <a:pt x="113" y="348"/>
                  </a:cubicBezTo>
                  <a:cubicBezTo>
                    <a:pt x="112" y="348"/>
                    <a:pt x="112" y="348"/>
                    <a:pt x="111" y="347"/>
                  </a:cubicBezTo>
                  <a:cubicBezTo>
                    <a:pt x="111" y="347"/>
                    <a:pt x="110" y="347"/>
                    <a:pt x="110" y="346"/>
                  </a:cubicBezTo>
                  <a:cubicBezTo>
                    <a:pt x="109" y="346"/>
                    <a:pt x="108" y="345"/>
                    <a:pt x="107" y="344"/>
                  </a:cubicBezTo>
                  <a:cubicBezTo>
                    <a:pt x="106" y="343"/>
                    <a:pt x="105" y="342"/>
                    <a:pt x="104" y="342"/>
                  </a:cubicBezTo>
                  <a:cubicBezTo>
                    <a:pt x="103" y="343"/>
                    <a:pt x="102" y="342"/>
                    <a:pt x="101" y="341"/>
                  </a:cubicBezTo>
                  <a:cubicBezTo>
                    <a:pt x="101" y="341"/>
                    <a:pt x="102" y="339"/>
                    <a:pt x="102" y="339"/>
                  </a:cubicBezTo>
                  <a:cubicBezTo>
                    <a:pt x="103" y="339"/>
                    <a:pt x="103" y="340"/>
                    <a:pt x="104" y="341"/>
                  </a:cubicBezTo>
                  <a:cubicBezTo>
                    <a:pt x="103" y="338"/>
                    <a:pt x="100" y="337"/>
                    <a:pt x="98" y="336"/>
                  </a:cubicBezTo>
                  <a:cubicBezTo>
                    <a:pt x="100" y="340"/>
                    <a:pt x="103" y="345"/>
                    <a:pt x="105" y="350"/>
                  </a:cubicBezTo>
                  <a:cubicBezTo>
                    <a:pt x="106" y="352"/>
                    <a:pt x="107" y="355"/>
                    <a:pt x="108" y="357"/>
                  </a:cubicBezTo>
                  <a:cubicBezTo>
                    <a:pt x="109" y="358"/>
                    <a:pt x="109" y="359"/>
                    <a:pt x="110" y="359"/>
                  </a:cubicBezTo>
                  <a:cubicBezTo>
                    <a:pt x="110" y="359"/>
                    <a:pt x="112" y="359"/>
                    <a:pt x="112" y="358"/>
                  </a:cubicBezTo>
                  <a:cubicBezTo>
                    <a:pt x="112" y="358"/>
                    <a:pt x="112" y="358"/>
                    <a:pt x="112" y="358"/>
                  </a:cubicBezTo>
                  <a:cubicBezTo>
                    <a:pt x="114" y="359"/>
                    <a:pt x="116" y="359"/>
                    <a:pt x="118" y="359"/>
                  </a:cubicBezTo>
                  <a:cubicBezTo>
                    <a:pt x="120" y="359"/>
                    <a:pt x="123" y="359"/>
                    <a:pt x="125" y="360"/>
                  </a:cubicBezTo>
                  <a:cubicBezTo>
                    <a:pt x="126" y="360"/>
                    <a:pt x="127" y="361"/>
                    <a:pt x="128" y="361"/>
                  </a:cubicBezTo>
                  <a:cubicBezTo>
                    <a:pt x="128" y="361"/>
                    <a:pt x="128" y="360"/>
                    <a:pt x="128" y="360"/>
                  </a:cubicBezTo>
                  <a:cubicBezTo>
                    <a:pt x="129" y="360"/>
                    <a:pt x="129" y="360"/>
                    <a:pt x="129" y="360"/>
                  </a:cubicBezTo>
                  <a:cubicBezTo>
                    <a:pt x="129" y="360"/>
                    <a:pt x="132" y="360"/>
                    <a:pt x="131" y="359"/>
                  </a:cubicBezTo>
                  <a:cubicBezTo>
                    <a:pt x="132" y="359"/>
                    <a:pt x="132" y="359"/>
                    <a:pt x="133" y="359"/>
                  </a:cubicBezTo>
                  <a:cubicBezTo>
                    <a:pt x="133" y="359"/>
                    <a:pt x="133" y="360"/>
                    <a:pt x="134" y="360"/>
                  </a:cubicBezTo>
                  <a:cubicBezTo>
                    <a:pt x="134" y="360"/>
                    <a:pt x="134" y="359"/>
                    <a:pt x="135" y="359"/>
                  </a:cubicBezTo>
                  <a:cubicBezTo>
                    <a:pt x="135" y="360"/>
                    <a:pt x="135" y="359"/>
                    <a:pt x="135" y="359"/>
                  </a:cubicBezTo>
                  <a:cubicBezTo>
                    <a:pt x="135" y="359"/>
                    <a:pt x="136" y="359"/>
                    <a:pt x="136" y="359"/>
                  </a:cubicBezTo>
                  <a:cubicBezTo>
                    <a:pt x="137" y="359"/>
                    <a:pt x="136" y="359"/>
                    <a:pt x="136" y="359"/>
                  </a:cubicBezTo>
                  <a:cubicBezTo>
                    <a:pt x="136" y="359"/>
                    <a:pt x="136" y="359"/>
                    <a:pt x="137" y="358"/>
                  </a:cubicBezTo>
                  <a:cubicBezTo>
                    <a:pt x="137" y="358"/>
                    <a:pt x="136" y="357"/>
                    <a:pt x="136" y="357"/>
                  </a:cubicBezTo>
                  <a:close/>
                  <a:moveTo>
                    <a:pt x="147" y="357"/>
                  </a:moveTo>
                  <a:cubicBezTo>
                    <a:pt x="146" y="357"/>
                    <a:pt x="146" y="358"/>
                    <a:pt x="145" y="357"/>
                  </a:cubicBezTo>
                  <a:cubicBezTo>
                    <a:pt x="145" y="358"/>
                    <a:pt x="144" y="357"/>
                    <a:pt x="144" y="357"/>
                  </a:cubicBezTo>
                  <a:cubicBezTo>
                    <a:pt x="143" y="357"/>
                    <a:pt x="143" y="358"/>
                    <a:pt x="143" y="358"/>
                  </a:cubicBezTo>
                  <a:cubicBezTo>
                    <a:pt x="143" y="358"/>
                    <a:pt x="142" y="357"/>
                    <a:pt x="142" y="357"/>
                  </a:cubicBezTo>
                  <a:cubicBezTo>
                    <a:pt x="142" y="357"/>
                    <a:pt x="142" y="358"/>
                    <a:pt x="142" y="358"/>
                  </a:cubicBezTo>
                  <a:cubicBezTo>
                    <a:pt x="142" y="358"/>
                    <a:pt x="142" y="358"/>
                    <a:pt x="141" y="358"/>
                  </a:cubicBezTo>
                  <a:cubicBezTo>
                    <a:pt x="141" y="358"/>
                    <a:pt x="141" y="358"/>
                    <a:pt x="141" y="358"/>
                  </a:cubicBezTo>
                  <a:cubicBezTo>
                    <a:pt x="141" y="359"/>
                    <a:pt x="141" y="358"/>
                    <a:pt x="141" y="359"/>
                  </a:cubicBezTo>
                  <a:cubicBezTo>
                    <a:pt x="141" y="359"/>
                    <a:pt x="142" y="359"/>
                    <a:pt x="142" y="359"/>
                  </a:cubicBezTo>
                  <a:cubicBezTo>
                    <a:pt x="142" y="359"/>
                    <a:pt x="142" y="359"/>
                    <a:pt x="143" y="359"/>
                  </a:cubicBezTo>
                  <a:cubicBezTo>
                    <a:pt x="143" y="358"/>
                    <a:pt x="143" y="359"/>
                    <a:pt x="144" y="358"/>
                  </a:cubicBezTo>
                  <a:cubicBezTo>
                    <a:pt x="144" y="357"/>
                    <a:pt x="144" y="359"/>
                    <a:pt x="145" y="358"/>
                  </a:cubicBezTo>
                  <a:cubicBezTo>
                    <a:pt x="145" y="358"/>
                    <a:pt x="146" y="357"/>
                    <a:pt x="147" y="358"/>
                  </a:cubicBezTo>
                  <a:cubicBezTo>
                    <a:pt x="147" y="359"/>
                    <a:pt x="148" y="358"/>
                    <a:pt x="148" y="357"/>
                  </a:cubicBezTo>
                  <a:cubicBezTo>
                    <a:pt x="148" y="357"/>
                    <a:pt x="147" y="357"/>
                    <a:pt x="147" y="357"/>
                  </a:cubicBezTo>
                  <a:close/>
                  <a:moveTo>
                    <a:pt x="101" y="190"/>
                  </a:moveTo>
                  <a:cubicBezTo>
                    <a:pt x="101" y="190"/>
                    <a:pt x="100" y="190"/>
                    <a:pt x="100" y="190"/>
                  </a:cubicBezTo>
                  <a:cubicBezTo>
                    <a:pt x="99" y="190"/>
                    <a:pt x="100" y="191"/>
                    <a:pt x="100" y="191"/>
                  </a:cubicBezTo>
                  <a:cubicBezTo>
                    <a:pt x="101" y="191"/>
                    <a:pt x="101" y="191"/>
                    <a:pt x="102" y="191"/>
                  </a:cubicBezTo>
                  <a:cubicBezTo>
                    <a:pt x="102" y="191"/>
                    <a:pt x="102" y="190"/>
                    <a:pt x="101" y="190"/>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55" name="Antigua and Barbuda">
              <a:extLst>
                <a:ext uri="{FF2B5EF4-FFF2-40B4-BE49-F238E27FC236}">
                  <a16:creationId xmlns:a16="http://schemas.microsoft.com/office/drawing/2014/main" id="{3B94E044-EBD7-EB80-A1DA-485019682CB1}"/>
                </a:ext>
              </a:extLst>
            </p:cNvPr>
            <p:cNvSpPr>
              <a:spLocks noEditPoints="1"/>
            </p:cNvSpPr>
            <p:nvPr/>
          </p:nvSpPr>
          <p:spPr bwMode="auto">
            <a:xfrm>
              <a:off x="3601095" y="3352353"/>
              <a:ext cx="6860" cy="32346"/>
            </a:xfrm>
            <a:custGeom>
              <a:avLst/>
              <a:gdLst/>
              <a:ahLst/>
              <a:cxnLst>
                <a:cxn ang="0">
                  <a:pos x="2" y="2"/>
                </a:cxn>
                <a:cxn ang="0">
                  <a:pos x="1" y="1"/>
                </a:cxn>
                <a:cxn ang="0">
                  <a:pos x="1" y="2"/>
                </a:cxn>
                <a:cxn ang="0">
                  <a:pos x="1" y="1"/>
                </a:cxn>
                <a:cxn ang="0">
                  <a:pos x="1" y="1"/>
                </a:cxn>
                <a:cxn ang="0">
                  <a:pos x="1" y="1"/>
                </a:cxn>
                <a:cxn ang="0">
                  <a:pos x="2" y="2"/>
                </a:cxn>
                <a:cxn ang="0">
                  <a:pos x="2" y="7"/>
                </a:cxn>
                <a:cxn ang="0">
                  <a:pos x="1" y="7"/>
                </a:cxn>
                <a:cxn ang="0">
                  <a:pos x="1" y="7"/>
                </a:cxn>
                <a:cxn ang="0">
                  <a:pos x="1" y="7"/>
                </a:cxn>
                <a:cxn ang="0">
                  <a:pos x="0" y="7"/>
                </a:cxn>
                <a:cxn ang="0">
                  <a:pos x="0" y="8"/>
                </a:cxn>
                <a:cxn ang="0">
                  <a:pos x="0" y="8"/>
                </a:cxn>
                <a:cxn ang="0">
                  <a:pos x="1" y="9"/>
                </a:cxn>
                <a:cxn ang="0">
                  <a:pos x="2" y="8"/>
                </a:cxn>
                <a:cxn ang="0">
                  <a:pos x="2" y="7"/>
                </a:cxn>
              </a:cxnLst>
              <a:rect l="0" t="0" r="r" b="b"/>
              <a:pathLst>
                <a:path w="2" h="9">
                  <a:moveTo>
                    <a:pt x="2" y="2"/>
                  </a:moveTo>
                  <a:cubicBezTo>
                    <a:pt x="1" y="2"/>
                    <a:pt x="0" y="2"/>
                    <a:pt x="1" y="1"/>
                  </a:cubicBezTo>
                  <a:cubicBezTo>
                    <a:pt x="1" y="1"/>
                    <a:pt x="1" y="1"/>
                    <a:pt x="1" y="2"/>
                  </a:cubicBezTo>
                  <a:cubicBezTo>
                    <a:pt x="1" y="1"/>
                    <a:pt x="1" y="1"/>
                    <a:pt x="1" y="1"/>
                  </a:cubicBezTo>
                  <a:cubicBezTo>
                    <a:pt x="1" y="0"/>
                    <a:pt x="1" y="0"/>
                    <a:pt x="1" y="1"/>
                  </a:cubicBezTo>
                  <a:cubicBezTo>
                    <a:pt x="1" y="1"/>
                    <a:pt x="1" y="1"/>
                    <a:pt x="1" y="1"/>
                  </a:cubicBezTo>
                  <a:cubicBezTo>
                    <a:pt x="2" y="1"/>
                    <a:pt x="2" y="2"/>
                    <a:pt x="2" y="2"/>
                  </a:cubicBezTo>
                  <a:close/>
                  <a:moveTo>
                    <a:pt x="2" y="7"/>
                  </a:moveTo>
                  <a:cubicBezTo>
                    <a:pt x="2" y="7"/>
                    <a:pt x="1" y="7"/>
                    <a:pt x="1" y="7"/>
                  </a:cubicBezTo>
                  <a:cubicBezTo>
                    <a:pt x="1" y="7"/>
                    <a:pt x="1" y="7"/>
                    <a:pt x="1" y="7"/>
                  </a:cubicBezTo>
                  <a:cubicBezTo>
                    <a:pt x="1" y="7"/>
                    <a:pt x="1" y="7"/>
                    <a:pt x="1" y="7"/>
                  </a:cubicBezTo>
                  <a:cubicBezTo>
                    <a:pt x="0" y="6"/>
                    <a:pt x="0" y="7"/>
                    <a:pt x="0" y="7"/>
                  </a:cubicBezTo>
                  <a:cubicBezTo>
                    <a:pt x="0" y="7"/>
                    <a:pt x="0" y="8"/>
                    <a:pt x="0" y="8"/>
                  </a:cubicBezTo>
                  <a:cubicBezTo>
                    <a:pt x="0" y="8"/>
                    <a:pt x="0" y="8"/>
                    <a:pt x="0" y="8"/>
                  </a:cubicBezTo>
                  <a:cubicBezTo>
                    <a:pt x="1" y="8"/>
                    <a:pt x="1" y="8"/>
                    <a:pt x="1" y="9"/>
                  </a:cubicBezTo>
                  <a:cubicBezTo>
                    <a:pt x="1" y="8"/>
                    <a:pt x="2" y="8"/>
                    <a:pt x="2" y="8"/>
                  </a:cubicBezTo>
                  <a:cubicBezTo>
                    <a:pt x="2" y="8"/>
                    <a:pt x="2" y="8"/>
                    <a:pt x="2" y="7"/>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56" name="Anguilla (British overseas territory)">
              <a:extLst>
                <a:ext uri="{FF2B5EF4-FFF2-40B4-BE49-F238E27FC236}">
                  <a16:creationId xmlns:a16="http://schemas.microsoft.com/office/drawing/2014/main" id="{AEEAC0B3-7CEF-B3A1-DDA2-78B94FC41DC7}"/>
                </a:ext>
              </a:extLst>
            </p:cNvPr>
            <p:cNvSpPr>
              <a:spLocks/>
            </p:cNvSpPr>
            <p:nvPr/>
          </p:nvSpPr>
          <p:spPr bwMode="auto">
            <a:xfrm>
              <a:off x="3561886" y="3331772"/>
              <a:ext cx="7842" cy="6860"/>
            </a:xfrm>
            <a:custGeom>
              <a:avLst/>
              <a:gdLst/>
              <a:ahLst/>
              <a:cxnLst>
                <a:cxn ang="0">
                  <a:pos x="1" y="1"/>
                </a:cxn>
                <a:cxn ang="0">
                  <a:pos x="0" y="2"/>
                </a:cxn>
                <a:cxn ang="0">
                  <a:pos x="2" y="1"/>
                </a:cxn>
                <a:cxn ang="0">
                  <a:pos x="1" y="1"/>
                </a:cxn>
              </a:cxnLst>
              <a:rect l="0" t="0" r="r" b="b"/>
              <a:pathLst>
                <a:path w="2" h="2">
                  <a:moveTo>
                    <a:pt x="1" y="1"/>
                  </a:moveTo>
                  <a:cubicBezTo>
                    <a:pt x="0" y="1"/>
                    <a:pt x="0" y="2"/>
                    <a:pt x="0" y="2"/>
                  </a:cubicBezTo>
                  <a:cubicBezTo>
                    <a:pt x="0" y="2"/>
                    <a:pt x="2" y="1"/>
                    <a:pt x="2" y="1"/>
                  </a:cubicBezTo>
                  <a:cubicBezTo>
                    <a:pt x="2" y="0"/>
                    <a:pt x="1" y="1"/>
                    <a:pt x="1"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57" name="Angola">
              <a:extLst>
                <a:ext uri="{FF2B5EF4-FFF2-40B4-BE49-F238E27FC236}">
                  <a16:creationId xmlns:a16="http://schemas.microsoft.com/office/drawing/2014/main" id="{2C728673-2915-1993-D92B-DD217770DC25}"/>
                </a:ext>
              </a:extLst>
            </p:cNvPr>
            <p:cNvSpPr>
              <a:spLocks noEditPoints="1"/>
            </p:cNvSpPr>
            <p:nvPr/>
          </p:nvSpPr>
          <p:spPr bwMode="auto">
            <a:xfrm>
              <a:off x="6097570" y="4213920"/>
              <a:ext cx="421470" cy="535170"/>
            </a:xfrm>
            <a:custGeom>
              <a:avLst/>
              <a:gdLst/>
              <a:ahLst/>
              <a:cxnLst>
                <a:cxn ang="0">
                  <a:pos x="9" y="6"/>
                </a:cxn>
                <a:cxn ang="0">
                  <a:pos x="8" y="9"/>
                </a:cxn>
                <a:cxn ang="0">
                  <a:pos x="4" y="14"/>
                </a:cxn>
                <a:cxn ang="0">
                  <a:pos x="4" y="7"/>
                </a:cxn>
                <a:cxn ang="0">
                  <a:pos x="6" y="5"/>
                </a:cxn>
                <a:cxn ang="0">
                  <a:pos x="10" y="0"/>
                </a:cxn>
                <a:cxn ang="0">
                  <a:pos x="119" y="76"/>
                </a:cxn>
                <a:cxn ang="0">
                  <a:pos x="115" y="73"/>
                </a:cxn>
                <a:cxn ang="0">
                  <a:pos x="107" y="74"/>
                </a:cxn>
                <a:cxn ang="0">
                  <a:pos x="102" y="75"/>
                </a:cxn>
                <a:cxn ang="0">
                  <a:pos x="102" y="68"/>
                </a:cxn>
                <a:cxn ang="0">
                  <a:pos x="100" y="60"/>
                </a:cxn>
                <a:cxn ang="0">
                  <a:pos x="98" y="50"/>
                </a:cxn>
                <a:cxn ang="0">
                  <a:pos x="97" y="40"/>
                </a:cxn>
                <a:cxn ang="0">
                  <a:pos x="93" y="32"/>
                </a:cxn>
                <a:cxn ang="0">
                  <a:pos x="84" y="28"/>
                </a:cxn>
                <a:cxn ang="0">
                  <a:pos x="75" y="32"/>
                </a:cxn>
                <a:cxn ang="0">
                  <a:pos x="74" y="37"/>
                </a:cxn>
                <a:cxn ang="0">
                  <a:pos x="68" y="40"/>
                </a:cxn>
                <a:cxn ang="0">
                  <a:pos x="62" y="41"/>
                </a:cxn>
                <a:cxn ang="0">
                  <a:pos x="56" y="40"/>
                </a:cxn>
                <a:cxn ang="0">
                  <a:pos x="53" y="35"/>
                </a:cxn>
                <a:cxn ang="0">
                  <a:pos x="51" y="28"/>
                </a:cxn>
                <a:cxn ang="0">
                  <a:pos x="48" y="21"/>
                </a:cxn>
                <a:cxn ang="0">
                  <a:pos x="43" y="17"/>
                </a:cxn>
                <a:cxn ang="0">
                  <a:pos x="22" y="17"/>
                </a:cxn>
                <a:cxn ang="0">
                  <a:pos x="16" y="17"/>
                </a:cxn>
                <a:cxn ang="0">
                  <a:pos x="9" y="18"/>
                </a:cxn>
                <a:cxn ang="0">
                  <a:pos x="7" y="24"/>
                </a:cxn>
                <a:cxn ang="0">
                  <a:pos x="12" y="35"/>
                </a:cxn>
                <a:cxn ang="0">
                  <a:pos x="16" y="48"/>
                </a:cxn>
                <a:cxn ang="0">
                  <a:pos x="14" y="50"/>
                </a:cxn>
                <a:cxn ang="0">
                  <a:pos x="13" y="54"/>
                </a:cxn>
                <a:cxn ang="0">
                  <a:pos x="16" y="61"/>
                </a:cxn>
                <a:cxn ang="0">
                  <a:pos x="18" y="67"/>
                </a:cxn>
                <a:cxn ang="0">
                  <a:pos x="20" y="83"/>
                </a:cxn>
                <a:cxn ang="0">
                  <a:pos x="16" y="90"/>
                </a:cxn>
                <a:cxn ang="0">
                  <a:pos x="14" y="91"/>
                </a:cxn>
                <a:cxn ang="0">
                  <a:pos x="10" y="97"/>
                </a:cxn>
                <a:cxn ang="0">
                  <a:pos x="7" y="105"/>
                </a:cxn>
                <a:cxn ang="0">
                  <a:pos x="5" y="112"/>
                </a:cxn>
                <a:cxn ang="0">
                  <a:pos x="3" y="122"/>
                </a:cxn>
                <a:cxn ang="0">
                  <a:pos x="1" y="128"/>
                </a:cxn>
                <a:cxn ang="0">
                  <a:pos x="1" y="137"/>
                </a:cxn>
                <a:cxn ang="0">
                  <a:pos x="5" y="142"/>
                </a:cxn>
                <a:cxn ang="0">
                  <a:pos x="13" y="139"/>
                </a:cxn>
                <a:cxn ang="0">
                  <a:pos x="19" y="142"/>
                </a:cxn>
                <a:cxn ang="0">
                  <a:pos x="25" y="143"/>
                </a:cxn>
                <a:cxn ang="0">
                  <a:pos x="64" y="143"/>
                </a:cxn>
                <a:cxn ang="0">
                  <a:pos x="71" y="148"/>
                </a:cxn>
                <a:cxn ang="0">
                  <a:pos x="84" y="149"/>
                </a:cxn>
                <a:cxn ang="0">
                  <a:pos x="91" y="149"/>
                </a:cxn>
                <a:cxn ang="0">
                  <a:pos x="112" y="146"/>
                </a:cxn>
                <a:cxn ang="0">
                  <a:pos x="100" y="134"/>
                </a:cxn>
                <a:cxn ang="0">
                  <a:pos x="99" y="99"/>
                </a:cxn>
                <a:cxn ang="0">
                  <a:pos x="114" y="95"/>
                </a:cxn>
                <a:cxn ang="0">
                  <a:pos x="119" y="89"/>
                </a:cxn>
                <a:cxn ang="0">
                  <a:pos x="118" y="80"/>
                </a:cxn>
                <a:cxn ang="0">
                  <a:pos x="14" y="50"/>
                </a:cxn>
                <a:cxn ang="0">
                  <a:pos x="13" y="51"/>
                </a:cxn>
              </a:cxnLst>
              <a:rect l="0" t="0" r="r" b="b"/>
              <a:pathLst>
                <a:path w="119" h="151">
                  <a:moveTo>
                    <a:pt x="13" y="4"/>
                  </a:moveTo>
                  <a:cubicBezTo>
                    <a:pt x="13" y="4"/>
                    <a:pt x="12" y="4"/>
                    <a:pt x="11" y="4"/>
                  </a:cubicBezTo>
                  <a:cubicBezTo>
                    <a:pt x="10" y="4"/>
                    <a:pt x="10" y="6"/>
                    <a:pt x="10" y="6"/>
                  </a:cubicBezTo>
                  <a:cubicBezTo>
                    <a:pt x="10" y="6"/>
                    <a:pt x="9" y="6"/>
                    <a:pt x="9" y="6"/>
                  </a:cubicBezTo>
                  <a:cubicBezTo>
                    <a:pt x="9" y="7"/>
                    <a:pt x="9" y="7"/>
                    <a:pt x="9" y="7"/>
                  </a:cubicBezTo>
                  <a:cubicBezTo>
                    <a:pt x="8" y="7"/>
                    <a:pt x="7" y="8"/>
                    <a:pt x="7" y="8"/>
                  </a:cubicBezTo>
                  <a:cubicBezTo>
                    <a:pt x="7" y="8"/>
                    <a:pt x="8" y="8"/>
                    <a:pt x="8" y="9"/>
                  </a:cubicBezTo>
                  <a:cubicBezTo>
                    <a:pt x="8" y="9"/>
                    <a:pt x="8" y="9"/>
                    <a:pt x="8" y="9"/>
                  </a:cubicBezTo>
                  <a:cubicBezTo>
                    <a:pt x="8" y="10"/>
                    <a:pt x="8" y="11"/>
                    <a:pt x="8" y="12"/>
                  </a:cubicBezTo>
                  <a:cubicBezTo>
                    <a:pt x="8" y="13"/>
                    <a:pt x="8" y="14"/>
                    <a:pt x="8" y="15"/>
                  </a:cubicBezTo>
                  <a:cubicBezTo>
                    <a:pt x="8" y="16"/>
                    <a:pt x="6" y="15"/>
                    <a:pt x="5" y="16"/>
                  </a:cubicBezTo>
                  <a:cubicBezTo>
                    <a:pt x="5" y="15"/>
                    <a:pt x="4" y="14"/>
                    <a:pt x="4" y="14"/>
                  </a:cubicBezTo>
                  <a:cubicBezTo>
                    <a:pt x="5" y="13"/>
                    <a:pt x="5" y="13"/>
                    <a:pt x="5" y="12"/>
                  </a:cubicBezTo>
                  <a:cubicBezTo>
                    <a:pt x="5" y="11"/>
                    <a:pt x="5" y="11"/>
                    <a:pt x="4" y="10"/>
                  </a:cubicBezTo>
                  <a:cubicBezTo>
                    <a:pt x="4" y="9"/>
                    <a:pt x="3" y="8"/>
                    <a:pt x="3" y="8"/>
                  </a:cubicBezTo>
                  <a:cubicBezTo>
                    <a:pt x="3" y="8"/>
                    <a:pt x="4" y="8"/>
                    <a:pt x="4" y="7"/>
                  </a:cubicBezTo>
                  <a:cubicBezTo>
                    <a:pt x="4" y="7"/>
                    <a:pt x="3" y="7"/>
                    <a:pt x="3" y="7"/>
                  </a:cubicBezTo>
                  <a:cubicBezTo>
                    <a:pt x="4" y="7"/>
                    <a:pt x="4" y="6"/>
                    <a:pt x="4" y="6"/>
                  </a:cubicBezTo>
                  <a:cubicBezTo>
                    <a:pt x="5" y="6"/>
                    <a:pt x="5" y="5"/>
                    <a:pt x="5" y="5"/>
                  </a:cubicBezTo>
                  <a:cubicBezTo>
                    <a:pt x="5" y="5"/>
                    <a:pt x="6" y="5"/>
                    <a:pt x="6" y="5"/>
                  </a:cubicBezTo>
                  <a:cubicBezTo>
                    <a:pt x="6" y="5"/>
                    <a:pt x="6" y="4"/>
                    <a:pt x="7" y="4"/>
                  </a:cubicBezTo>
                  <a:cubicBezTo>
                    <a:pt x="7" y="4"/>
                    <a:pt x="7" y="3"/>
                    <a:pt x="7" y="3"/>
                  </a:cubicBezTo>
                  <a:cubicBezTo>
                    <a:pt x="8" y="3"/>
                    <a:pt x="8" y="3"/>
                    <a:pt x="9" y="2"/>
                  </a:cubicBezTo>
                  <a:cubicBezTo>
                    <a:pt x="9" y="2"/>
                    <a:pt x="10" y="1"/>
                    <a:pt x="10" y="0"/>
                  </a:cubicBezTo>
                  <a:cubicBezTo>
                    <a:pt x="11" y="1"/>
                    <a:pt x="11" y="1"/>
                    <a:pt x="12" y="1"/>
                  </a:cubicBezTo>
                  <a:cubicBezTo>
                    <a:pt x="12" y="2"/>
                    <a:pt x="12" y="2"/>
                    <a:pt x="13" y="3"/>
                  </a:cubicBezTo>
                  <a:cubicBezTo>
                    <a:pt x="13" y="3"/>
                    <a:pt x="14" y="3"/>
                    <a:pt x="13" y="4"/>
                  </a:cubicBezTo>
                  <a:close/>
                  <a:moveTo>
                    <a:pt x="119" y="76"/>
                  </a:moveTo>
                  <a:cubicBezTo>
                    <a:pt x="119" y="75"/>
                    <a:pt x="119" y="75"/>
                    <a:pt x="119" y="74"/>
                  </a:cubicBezTo>
                  <a:cubicBezTo>
                    <a:pt x="119" y="73"/>
                    <a:pt x="118" y="72"/>
                    <a:pt x="119" y="72"/>
                  </a:cubicBezTo>
                  <a:cubicBezTo>
                    <a:pt x="118" y="72"/>
                    <a:pt x="118" y="74"/>
                    <a:pt x="117" y="73"/>
                  </a:cubicBezTo>
                  <a:cubicBezTo>
                    <a:pt x="116" y="73"/>
                    <a:pt x="116" y="73"/>
                    <a:pt x="115" y="73"/>
                  </a:cubicBezTo>
                  <a:cubicBezTo>
                    <a:pt x="115" y="73"/>
                    <a:pt x="114" y="73"/>
                    <a:pt x="114" y="73"/>
                  </a:cubicBezTo>
                  <a:cubicBezTo>
                    <a:pt x="112" y="73"/>
                    <a:pt x="111" y="74"/>
                    <a:pt x="110" y="74"/>
                  </a:cubicBezTo>
                  <a:cubicBezTo>
                    <a:pt x="110" y="74"/>
                    <a:pt x="109" y="74"/>
                    <a:pt x="109" y="74"/>
                  </a:cubicBezTo>
                  <a:cubicBezTo>
                    <a:pt x="108" y="74"/>
                    <a:pt x="108" y="74"/>
                    <a:pt x="107" y="74"/>
                  </a:cubicBezTo>
                  <a:cubicBezTo>
                    <a:pt x="107" y="74"/>
                    <a:pt x="106" y="74"/>
                    <a:pt x="105" y="74"/>
                  </a:cubicBezTo>
                  <a:cubicBezTo>
                    <a:pt x="105" y="74"/>
                    <a:pt x="104" y="73"/>
                    <a:pt x="104" y="74"/>
                  </a:cubicBezTo>
                  <a:cubicBezTo>
                    <a:pt x="104" y="75"/>
                    <a:pt x="103" y="75"/>
                    <a:pt x="102" y="76"/>
                  </a:cubicBezTo>
                  <a:cubicBezTo>
                    <a:pt x="102" y="76"/>
                    <a:pt x="102" y="76"/>
                    <a:pt x="102" y="75"/>
                  </a:cubicBezTo>
                  <a:cubicBezTo>
                    <a:pt x="102" y="74"/>
                    <a:pt x="101" y="73"/>
                    <a:pt x="101" y="72"/>
                  </a:cubicBezTo>
                  <a:cubicBezTo>
                    <a:pt x="101" y="71"/>
                    <a:pt x="101" y="71"/>
                    <a:pt x="102" y="71"/>
                  </a:cubicBezTo>
                  <a:cubicBezTo>
                    <a:pt x="103" y="71"/>
                    <a:pt x="103" y="70"/>
                    <a:pt x="102" y="69"/>
                  </a:cubicBezTo>
                  <a:cubicBezTo>
                    <a:pt x="102" y="69"/>
                    <a:pt x="102" y="68"/>
                    <a:pt x="102" y="68"/>
                  </a:cubicBezTo>
                  <a:cubicBezTo>
                    <a:pt x="102" y="67"/>
                    <a:pt x="102" y="67"/>
                    <a:pt x="102" y="66"/>
                  </a:cubicBezTo>
                  <a:cubicBezTo>
                    <a:pt x="102" y="65"/>
                    <a:pt x="102" y="64"/>
                    <a:pt x="101" y="63"/>
                  </a:cubicBezTo>
                  <a:cubicBezTo>
                    <a:pt x="101" y="63"/>
                    <a:pt x="101" y="62"/>
                    <a:pt x="101" y="61"/>
                  </a:cubicBezTo>
                  <a:cubicBezTo>
                    <a:pt x="101" y="61"/>
                    <a:pt x="100" y="61"/>
                    <a:pt x="100" y="60"/>
                  </a:cubicBezTo>
                  <a:cubicBezTo>
                    <a:pt x="99" y="60"/>
                    <a:pt x="99" y="59"/>
                    <a:pt x="98" y="59"/>
                  </a:cubicBezTo>
                  <a:cubicBezTo>
                    <a:pt x="98" y="58"/>
                    <a:pt x="97" y="56"/>
                    <a:pt x="98" y="55"/>
                  </a:cubicBezTo>
                  <a:cubicBezTo>
                    <a:pt x="98" y="54"/>
                    <a:pt x="98" y="53"/>
                    <a:pt x="98" y="52"/>
                  </a:cubicBezTo>
                  <a:cubicBezTo>
                    <a:pt x="98" y="52"/>
                    <a:pt x="98" y="51"/>
                    <a:pt x="98" y="50"/>
                  </a:cubicBezTo>
                  <a:cubicBezTo>
                    <a:pt x="98" y="48"/>
                    <a:pt x="99" y="46"/>
                    <a:pt x="99" y="45"/>
                  </a:cubicBezTo>
                  <a:cubicBezTo>
                    <a:pt x="99" y="45"/>
                    <a:pt x="99" y="43"/>
                    <a:pt x="99" y="43"/>
                  </a:cubicBezTo>
                  <a:cubicBezTo>
                    <a:pt x="98" y="43"/>
                    <a:pt x="98" y="42"/>
                    <a:pt x="98" y="42"/>
                  </a:cubicBezTo>
                  <a:cubicBezTo>
                    <a:pt x="98" y="41"/>
                    <a:pt x="97" y="40"/>
                    <a:pt x="97" y="40"/>
                  </a:cubicBezTo>
                  <a:cubicBezTo>
                    <a:pt x="97" y="39"/>
                    <a:pt x="97" y="38"/>
                    <a:pt x="98" y="37"/>
                  </a:cubicBezTo>
                  <a:cubicBezTo>
                    <a:pt x="98" y="36"/>
                    <a:pt x="99" y="34"/>
                    <a:pt x="98" y="33"/>
                  </a:cubicBezTo>
                  <a:cubicBezTo>
                    <a:pt x="97" y="32"/>
                    <a:pt x="96" y="32"/>
                    <a:pt x="96" y="32"/>
                  </a:cubicBezTo>
                  <a:cubicBezTo>
                    <a:pt x="95" y="32"/>
                    <a:pt x="94" y="32"/>
                    <a:pt x="93" y="32"/>
                  </a:cubicBezTo>
                  <a:cubicBezTo>
                    <a:pt x="91" y="32"/>
                    <a:pt x="89" y="32"/>
                    <a:pt x="87" y="32"/>
                  </a:cubicBezTo>
                  <a:cubicBezTo>
                    <a:pt x="85" y="32"/>
                    <a:pt x="85" y="31"/>
                    <a:pt x="86" y="30"/>
                  </a:cubicBezTo>
                  <a:cubicBezTo>
                    <a:pt x="86" y="30"/>
                    <a:pt x="87" y="28"/>
                    <a:pt x="86" y="28"/>
                  </a:cubicBezTo>
                  <a:cubicBezTo>
                    <a:pt x="86" y="28"/>
                    <a:pt x="85" y="28"/>
                    <a:pt x="84" y="28"/>
                  </a:cubicBezTo>
                  <a:cubicBezTo>
                    <a:pt x="84" y="28"/>
                    <a:pt x="83" y="28"/>
                    <a:pt x="83" y="29"/>
                  </a:cubicBezTo>
                  <a:cubicBezTo>
                    <a:pt x="83" y="29"/>
                    <a:pt x="82" y="29"/>
                    <a:pt x="82" y="29"/>
                  </a:cubicBezTo>
                  <a:cubicBezTo>
                    <a:pt x="80" y="29"/>
                    <a:pt x="78" y="29"/>
                    <a:pt x="76" y="29"/>
                  </a:cubicBezTo>
                  <a:cubicBezTo>
                    <a:pt x="76" y="30"/>
                    <a:pt x="75" y="31"/>
                    <a:pt x="75" y="32"/>
                  </a:cubicBezTo>
                  <a:cubicBezTo>
                    <a:pt x="75" y="33"/>
                    <a:pt x="76" y="33"/>
                    <a:pt x="76" y="34"/>
                  </a:cubicBezTo>
                  <a:cubicBezTo>
                    <a:pt x="76" y="34"/>
                    <a:pt x="75" y="35"/>
                    <a:pt x="75" y="35"/>
                  </a:cubicBezTo>
                  <a:cubicBezTo>
                    <a:pt x="75" y="36"/>
                    <a:pt x="74" y="35"/>
                    <a:pt x="74" y="36"/>
                  </a:cubicBezTo>
                  <a:cubicBezTo>
                    <a:pt x="74" y="36"/>
                    <a:pt x="74" y="36"/>
                    <a:pt x="74" y="37"/>
                  </a:cubicBezTo>
                  <a:cubicBezTo>
                    <a:pt x="74" y="37"/>
                    <a:pt x="74" y="38"/>
                    <a:pt x="74" y="39"/>
                  </a:cubicBezTo>
                  <a:cubicBezTo>
                    <a:pt x="74" y="39"/>
                    <a:pt x="74" y="40"/>
                    <a:pt x="74" y="40"/>
                  </a:cubicBezTo>
                  <a:cubicBezTo>
                    <a:pt x="73" y="40"/>
                    <a:pt x="71" y="40"/>
                    <a:pt x="69" y="40"/>
                  </a:cubicBezTo>
                  <a:cubicBezTo>
                    <a:pt x="69" y="40"/>
                    <a:pt x="68" y="40"/>
                    <a:pt x="68" y="40"/>
                  </a:cubicBezTo>
                  <a:cubicBezTo>
                    <a:pt x="68" y="39"/>
                    <a:pt x="67" y="39"/>
                    <a:pt x="67" y="39"/>
                  </a:cubicBezTo>
                  <a:cubicBezTo>
                    <a:pt x="67" y="39"/>
                    <a:pt x="66" y="39"/>
                    <a:pt x="66" y="40"/>
                  </a:cubicBezTo>
                  <a:cubicBezTo>
                    <a:pt x="66" y="40"/>
                    <a:pt x="65" y="40"/>
                    <a:pt x="64" y="40"/>
                  </a:cubicBezTo>
                  <a:cubicBezTo>
                    <a:pt x="64" y="40"/>
                    <a:pt x="62" y="40"/>
                    <a:pt x="62" y="41"/>
                  </a:cubicBezTo>
                  <a:cubicBezTo>
                    <a:pt x="61" y="41"/>
                    <a:pt x="61" y="41"/>
                    <a:pt x="60" y="41"/>
                  </a:cubicBezTo>
                  <a:cubicBezTo>
                    <a:pt x="59" y="41"/>
                    <a:pt x="59" y="41"/>
                    <a:pt x="58" y="41"/>
                  </a:cubicBezTo>
                  <a:cubicBezTo>
                    <a:pt x="58" y="41"/>
                    <a:pt x="57" y="41"/>
                    <a:pt x="57" y="41"/>
                  </a:cubicBezTo>
                  <a:cubicBezTo>
                    <a:pt x="56" y="41"/>
                    <a:pt x="57" y="41"/>
                    <a:pt x="56" y="40"/>
                  </a:cubicBezTo>
                  <a:cubicBezTo>
                    <a:pt x="56" y="40"/>
                    <a:pt x="55" y="39"/>
                    <a:pt x="55" y="38"/>
                  </a:cubicBezTo>
                  <a:cubicBezTo>
                    <a:pt x="55" y="38"/>
                    <a:pt x="55" y="38"/>
                    <a:pt x="54" y="37"/>
                  </a:cubicBezTo>
                  <a:cubicBezTo>
                    <a:pt x="54" y="37"/>
                    <a:pt x="54" y="37"/>
                    <a:pt x="54" y="36"/>
                  </a:cubicBezTo>
                  <a:cubicBezTo>
                    <a:pt x="54" y="36"/>
                    <a:pt x="53" y="36"/>
                    <a:pt x="53" y="35"/>
                  </a:cubicBezTo>
                  <a:cubicBezTo>
                    <a:pt x="53" y="34"/>
                    <a:pt x="53" y="34"/>
                    <a:pt x="52" y="34"/>
                  </a:cubicBezTo>
                  <a:cubicBezTo>
                    <a:pt x="52" y="34"/>
                    <a:pt x="52" y="33"/>
                    <a:pt x="52" y="33"/>
                  </a:cubicBezTo>
                  <a:cubicBezTo>
                    <a:pt x="51" y="32"/>
                    <a:pt x="50" y="31"/>
                    <a:pt x="51" y="30"/>
                  </a:cubicBezTo>
                  <a:cubicBezTo>
                    <a:pt x="51" y="29"/>
                    <a:pt x="51" y="29"/>
                    <a:pt x="51" y="28"/>
                  </a:cubicBezTo>
                  <a:cubicBezTo>
                    <a:pt x="51" y="28"/>
                    <a:pt x="50" y="28"/>
                    <a:pt x="50" y="27"/>
                  </a:cubicBezTo>
                  <a:cubicBezTo>
                    <a:pt x="50" y="27"/>
                    <a:pt x="49" y="26"/>
                    <a:pt x="49" y="26"/>
                  </a:cubicBezTo>
                  <a:cubicBezTo>
                    <a:pt x="49" y="25"/>
                    <a:pt x="49" y="24"/>
                    <a:pt x="49" y="24"/>
                  </a:cubicBezTo>
                  <a:cubicBezTo>
                    <a:pt x="48" y="23"/>
                    <a:pt x="48" y="22"/>
                    <a:pt x="48" y="21"/>
                  </a:cubicBezTo>
                  <a:cubicBezTo>
                    <a:pt x="48" y="20"/>
                    <a:pt x="48" y="20"/>
                    <a:pt x="48" y="19"/>
                  </a:cubicBezTo>
                  <a:cubicBezTo>
                    <a:pt x="48" y="19"/>
                    <a:pt x="47" y="18"/>
                    <a:pt x="47" y="18"/>
                  </a:cubicBezTo>
                  <a:cubicBezTo>
                    <a:pt x="48" y="17"/>
                    <a:pt x="46" y="17"/>
                    <a:pt x="45" y="17"/>
                  </a:cubicBezTo>
                  <a:cubicBezTo>
                    <a:pt x="45" y="16"/>
                    <a:pt x="44" y="17"/>
                    <a:pt x="43" y="17"/>
                  </a:cubicBezTo>
                  <a:cubicBezTo>
                    <a:pt x="42" y="17"/>
                    <a:pt x="41" y="17"/>
                    <a:pt x="40" y="17"/>
                  </a:cubicBezTo>
                  <a:cubicBezTo>
                    <a:pt x="37" y="17"/>
                    <a:pt x="33" y="16"/>
                    <a:pt x="29" y="17"/>
                  </a:cubicBezTo>
                  <a:cubicBezTo>
                    <a:pt x="28" y="17"/>
                    <a:pt x="26" y="17"/>
                    <a:pt x="24" y="17"/>
                  </a:cubicBezTo>
                  <a:cubicBezTo>
                    <a:pt x="24" y="17"/>
                    <a:pt x="23" y="17"/>
                    <a:pt x="22" y="17"/>
                  </a:cubicBezTo>
                  <a:cubicBezTo>
                    <a:pt x="22" y="16"/>
                    <a:pt x="21" y="17"/>
                    <a:pt x="20" y="17"/>
                  </a:cubicBezTo>
                  <a:cubicBezTo>
                    <a:pt x="20" y="17"/>
                    <a:pt x="19" y="17"/>
                    <a:pt x="18" y="17"/>
                  </a:cubicBezTo>
                  <a:cubicBezTo>
                    <a:pt x="18" y="17"/>
                    <a:pt x="17" y="17"/>
                    <a:pt x="17" y="17"/>
                  </a:cubicBezTo>
                  <a:cubicBezTo>
                    <a:pt x="17" y="17"/>
                    <a:pt x="16" y="17"/>
                    <a:pt x="16" y="17"/>
                  </a:cubicBezTo>
                  <a:cubicBezTo>
                    <a:pt x="15" y="17"/>
                    <a:pt x="15" y="16"/>
                    <a:pt x="14" y="17"/>
                  </a:cubicBezTo>
                  <a:cubicBezTo>
                    <a:pt x="13" y="17"/>
                    <a:pt x="13" y="17"/>
                    <a:pt x="12" y="17"/>
                  </a:cubicBezTo>
                  <a:cubicBezTo>
                    <a:pt x="12" y="17"/>
                    <a:pt x="12" y="18"/>
                    <a:pt x="11" y="18"/>
                  </a:cubicBezTo>
                  <a:cubicBezTo>
                    <a:pt x="10" y="18"/>
                    <a:pt x="10" y="18"/>
                    <a:pt x="9" y="18"/>
                  </a:cubicBezTo>
                  <a:cubicBezTo>
                    <a:pt x="8" y="19"/>
                    <a:pt x="7" y="19"/>
                    <a:pt x="6" y="19"/>
                  </a:cubicBezTo>
                  <a:cubicBezTo>
                    <a:pt x="6" y="19"/>
                    <a:pt x="5" y="19"/>
                    <a:pt x="6" y="19"/>
                  </a:cubicBezTo>
                  <a:cubicBezTo>
                    <a:pt x="5" y="19"/>
                    <a:pt x="6" y="20"/>
                    <a:pt x="6" y="20"/>
                  </a:cubicBezTo>
                  <a:cubicBezTo>
                    <a:pt x="7" y="21"/>
                    <a:pt x="7" y="23"/>
                    <a:pt x="7" y="24"/>
                  </a:cubicBezTo>
                  <a:cubicBezTo>
                    <a:pt x="8" y="25"/>
                    <a:pt x="8" y="26"/>
                    <a:pt x="9" y="26"/>
                  </a:cubicBezTo>
                  <a:cubicBezTo>
                    <a:pt x="9" y="27"/>
                    <a:pt x="10" y="29"/>
                    <a:pt x="11" y="28"/>
                  </a:cubicBezTo>
                  <a:cubicBezTo>
                    <a:pt x="11" y="29"/>
                    <a:pt x="11" y="31"/>
                    <a:pt x="11" y="32"/>
                  </a:cubicBezTo>
                  <a:cubicBezTo>
                    <a:pt x="12" y="33"/>
                    <a:pt x="12" y="34"/>
                    <a:pt x="12" y="35"/>
                  </a:cubicBezTo>
                  <a:cubicBezTo>
                    <a:pt x="13" y="37"/>
                    <a:pt x="14" y="39"/>
                    <a:pt x="15" y="42"/>
                  </a:cubicBezTo>
                  <a:cubicBezTo>
                    <a:pt x="15" y="43"/>
                    <a:pt x="16" y="43"/>
                    <a:pt x="16" y="44"/>
                  </a:cubicBezTo>
                  <a:cubicBezTo>
                    <a:pt x="16" y="45"/>
                    <a:pt x="16" y="46"/>
                    <a:pt x="16" y="47"/>
                  </a:cubicBezTo>
                  <a:cubicBezTo>
                    <a:pt x="16" y="47"/>
                    <a:pt x="17" y="48"/>
                    <a:pt x="16" y="48"/>
                  </a:cubicBezTo>
                  <a:cubicBezTo>
                    <a:pt x="16" y="49"/>
                    <a:pt x="16" y="48"/>
                    <a:pt x="15" y="49"/>
                  </a:cubicBezTo>
                  <a:cubicBezTo>
                    <a:pt x="15" y="49"/>
                    <a:pt x="15" y="49"/>
                    <a:pt x="14" y="49"/>
                  </a:cubicBezTo>
                  <a:cubicBezTo>
                    <a:pt x="15" y="49"/>
                    <a:pt x="15" y="49"/>
                    <a:pt x="15" y="49"/>
                  </a:cubicBezTo>
                  <a:cubicBezTo>
                    <a:pt x="14" y="49"/>
                    <a:pt x="14" y="50"/>
                    <a:pt x="14" y="50"/>
                  </a:cubicBezTo>
                  <a:cubicBezTo>
                    <a:pt x="14" y="51"/>
                    <a:pt x="13" y="51"/>
                    <a:pt x="13" y="51"/>
                  </a:cubicBezTo>
                  <a:cubicBezTo>
                    <a:pt x="13" y="51"/>
                    <a:pt x="13" y="52"/>
                    <a:pt x="13" y="52"/>
                  </a:cubicBezTo>
                  <a:cubicBezTo>
                    <a:pt x="12" y="52"/>
                    <a:pt x="12" y="52"/>
                    <a:pt x="13" y="51"/>
                  </a:cubicBezTo>
                  <a:cubicBezTo>
                    <a:pt x="12" y="52"/>
                    <a:pt x="13" y="53"/>
                    <a:pt x="13" y="54"/>
                  </a:cubicBezTo>
                  <a:cubicBezTo>
                    <a:pt x="14" y="55"/>
                    <a:pt x="14" y="56"/>
                    <a:pt x="14" y="57"/>
                  </a:cubicBezTo>
                  <a:cubicBezTo>
                    <a:pt x="14" y="58"/>
                    <a:pt x="15" y="58"/>
                    <a:pt x="15" y="59"/>
                  </a:cubicBezTo>
                  <a:cubicBezTo>
                    <a:pt x="14" y="59"/>
                    <a:pt x="14" y="59"/>
                    <a:pt x="14" y="59"/>
                  </a:cubicBezTo>
                  <a:cubicBezTo>
                    <a:pt x="15" y="60"/>
                    <a:pt x="16" y="60"/>
                    <a:pt x="16" y="61"/>
                  </a:cubicBezTo>
                  <a:cubicBezTo>
                    <a:pt x="16" y="62"/>
                    <a:pt x="15" y="62"/>
                    <a:pt x="16" y="62"/>
                  </a:cubicBezTo>
                  <a:cubicBezTo>
                    <a:pt x="16" y="63"/>
                    <a:pt x="16" y="63"/>
                    <a:pt x="16" y="63"/>
                  </a:cubicBezTo>
                  <a:cubicBezTo>
                    <a:pt x="17" y="64"/>
                    <a:pt x="17" y="65"/>
                    <a:pt x="17" y="65"/>
                  </a:cubicBezTo>
                  <a:cubicBezTo>
                    <a:pt x="18" y="66"/>
                    <a:pt x="18" y="67"/>
                    <a:pt x="18" y="67"/>
                  </a:cubicBezTo>
                  <a:cubicBezTo>
                    <a:pt x="19" y="68"/>
                    <a:pt x="20" y="69"/>
                    <a:pt x="20" y="70"/>
                  </a:cubicBezTo>
                  <a:cubicBezTo>
                    <a:pt x="20" y="71"/>
                    <a:pt x="19" y="71"/>
                    <a:pt x="20" y="72"/>
                  </a:cubicBezTo>
                  <a:cubicBezTo>
                    <a:pt x="21" y="73"/>
                    <a:pt x="20" y="75"/>
                    <a:pt x="20" y="77"/>
                  </a:cubicBezTo>
                  <a:cubicBezTo>
                    <a:pt x="20" y="79"/>
                    <a:pt x="20" y="81"/>
                    <a:pt x="20" y="83"/>
                  </a:cubicBezTo>
                  <a:cubicBezTo>
                    <a:pt x="19" y="84"/>
                    <a:pt x="19" y="85"/>
                    <a:pt x="19" y="86"/>
                  </a:cubicBezTo>
                  <a:cubicBezTo>
                    <a:pt x="19" y="87"/>
                    <a:pt x="18" y="88"/>
                    <a:pt x="18" y="88"/>
                  </a:cubicBezTo>
                  <a:cubicBezTo>
                    <a:pt x="18" y="88"/>
                    <a:pt x="18" y="88"/>
                    <a:pt x="18" y="88"/>
                  </a:cubicBezTo>
                  <a:cubicBezTo>
                    <a:pt x="17" y="88"/>
                    <a:pt x="17" y="89"/>
                    <a:pt x="16" y="90"/>
                  </a:cubicBezTo>
                  <a:cubicBezTo>
                    <a:pt x="16" y="90"/>
                    <a:pt x="16" y="91"/>
                    <a:pt x="16" y="91"/>
                  </a:cubicBezTo>
                  <a:cubicBezTo>
                    <a:pt x="15" y="91"/>
                    <a:pt x="15" y="90"/>
                    <a:pt x="15" y="91"/>
                  </a:cubicBezTo>
                  <a:cubicBezTo>
                    <a:pt x="15" y="91"/>
                    <a:pt x="15" y="91"/>
                    <a:pt x="15" y="91"/>
                  </a:cubicBezTo>
                  <a:cubicBezTo>
                    <a:pt x="14" y="91"/>
                    <a:pt x="14" y="91"/>
                    <a:pt x="14" y="91"/>
                  </a:cubicBezTo>
                  <a:cubicBezTo>
                    <a:pt x="14" y="91"/>
                    <a:pt x="13" y="91"/>
                    <a:pt x="13" y="92"/>
                  </a:cubicBezTo>
                  <a:cubicBezTo>
                    <a:pt x="13" y="92"/>
                    <a:pt x="12" y="93"/>
                    <a:pt x="12" y="93"/>
                  </a:cubicBezTo>
                  <a:cubicBezTo>
                    <a:pt x="11" y="94"/>
                    <a:pt x="12" y="95"/>
                    <a:pt x="11" y="95"/>
                  </a:cubicBezTo>
                  <a:cubicBezTo>
                    <a:pt x="11" y="96"/>
                    <a:pt x="10" y="97"/>
                    <a:pt x="10" y="97"/>
                  </a:cubicBezTo>
                  <a:cubicBezTo>
                    <a:pt x="9" y="98"/>
                    <a:pt x="9" y="99"/>
                    <a:pt x="8" y="99"/>
                  </a:cubicBezTo>
                  <a:cubicBezTo>
                    <a:pt x="8" y="100"/>
                    <a:pt x="8" y="100"/>
                    <a:pt x="8" y="101"/>
                  </a:cubicBezTo>
                  <a:cubicBezTo>
                    <a:pt x="8" y="102"/>
                    <a:pt x="8" y="103"/>
                    <a:pt x="8" y="104"/>
                  </a:cubicBezTo>
                  <a:cubicBezTo>
                    <a:pt x="7" y="105"/>
                    <a:pt x="7" y="104"/>
                    <a:pt x="7" y="105"/>
                  </a:cubicBezTo>
                  <a:cubicBezTo>
                    <a:pt x="6" y="105"/>
                    <a:pt x="6" y="106"/>
                    <a:pt x="6" y="106"/>
                  </a:cubicBezTo>
                  <a:cubicBezTo>
                    <a:pt x="6" y="107"/>
                    <a:pt x="6" y="107"/>
                    <a:pt x="6" y="107"/>
                  </a:cubicBezTo>
                  <a:cubicBezTo>
                    <a:pt x="6" y="108"/>
                    <a:pt x="6" y="108"/>
                    <a:pt x="6" y="109"/>
                  </a:cubicBezTo>
                  <a:cubicBezTo>
                    <a:pt x="6" y="110"/>
                    <a:pt x="6" y="111"/>
                    <a:pt x="5" y="112"/>
                  </a:cubicBezTo>
                  <a:cubicBezTo>
                    <a:pt x="5" y="113"/>
                    <a:pt x="5" y="114"/>
                    <a:pt x="5" y="115"/>
                  </a:cubicBezTo>
                  <a:cubicBezTo>
                    <a:pt x="5" y="116"/>
                    <a:pt x="3" y="118"/>
                    <a:pt x="4" y="119"/>
                  </a:cubicBezTo>
                  <a:cubicBezTo>
                    <a:pt x="4" y="119"/>
                    <a:pt x="3" y="119"/>
                    <a:pt x="3" y="120"/>
                  </a:cubicBezTo>
                  <a:cubicBezTo>
                    <a:pt x="3" y="121"/>
                    <a:pt x="3" y="121"/>
                    <a:pt x="3" y="122"/>
                  </a:cubicBezTo>
                  <a:cubicBezTo>
                    <a:pt x="3" y="123"/>
                    <a:pt x="3" y="124"/>
                    <a:pt x="2" y="124"/>
                  </a:cubicBezTo>
                  <a:cubicBezTo>
                    <a:pt x="2" y="124"/>
                    <a:pt x="2" y="125"/>
                    <a:pt x="1" y="126"/>
                  </a:cubicBezTo>
                  <a:cubicBezTo>
                    <a:pt x="1" y="126"/>
                    <a:pt x="0" y="126"/>
                    <a:pt x="0" y="126"/>
                  </a:cubicBezTo>
                  <a:cubicBezTo>
                    <a:pt x="0" y="127"/>
                    <a:pt x="1" y="127"/>
                    <a:pt x="1" y="128"/>
                  </a:cubicBezTo>
                  <a:cubicBezTo>
                    <a:pt x="1" y="129"/>
                    <a:pt x="1" y="129"/>
                    <a:pt x="1" y="130"/>
                  </a:cubicBezTo>
                  <a:cubicBezTo>
                    <a:pt x="1" y="131"/>
                    <a:pt x="1" y="132"/>
                    <a:pt x="1" y="133"/>
                  </a:cubicBezTo>
                  <a:cubicBezTo>
                    <a:pt x="1" y="134"/>
                    <a:pt x="1" y="135"/>
                    <a:pt x="1" y="136"/>
                  </a:cubicBezTo>
                  <a:cubicBezTo>
                    <a:pt x="1" y="136"/>
                    <a:pt x="1" y="137"/>
                    <a:pt x="1" y="137"/>
                  </a:cubicBezTo>
                  <a:cubicBezTo>
                    <a:pt x="0" y="137"/>
                    <a:pt x="0" y="137"/>
                    <a:pt x="0" y="138"/>
                  </a:cubicBezTo>
                  <a:cubicBezTo>
                    <a:pt x="1" y="139"/>
                    <a:pt x="0" y="140"/>
                    <a:pt x="0" y="142"/>
                  </a:cubicBezTo>
                  <a:cubicBezTo>
                    <a:pt x="0" y="143"/>
                    <a:pt x="2" y="141"/>
                    <a:pt x="3" y="141"/>
                  </a:cubicBezTo>
                  <a:cubicBezTo>
                    <a:pt x="4" y="140"/>
                    <a:pt x="4" y="142"/>
                    <a:pt x="5" y="142"/>
                  </a:cubicBezTo>
                  <a:cubicBezTo>
                    <a:pt x="6" y="142"/>
                    <a:pt x="7" y="141"/>
                    <a:pt x="7" y="142"/>
                  </a:cubicBezTo>
                  <a:cubicBezTo>
                    <a:pt x="7" y="142"/>
                    <a:pt x="8" y="142"/>
                    <a:pt x="8" y="142"/>
                  </a:cubicBezTo>
                  <a:cubicBezTo>
                    <a:pt x="10" y="141"/>
                    <a:pt x="11" y="140"/>
                    <a:pt x="12" y="139"/>
                  </a:cubicBezTo>
                  <a:cubicBezTo>
                    <a:pt x="12" y="139"/>
                    <a:pt x="13" y="139"/>
                    <a:pt x="13" y="139"/>
                  </a:cubicBezTo>
                  <a:cubicBezTo>
                    <a:pt x="14" y="139"/>
                    <a:pt x="14" y="139"/>
                    <a:pt x="15" y="139"/>
                  </a:cubicBezTo>
                  <a:cubicBezTo>
                    <a:pt x="15" y="139"/>
                    <a:pt x="16" y="139"/>
                    <a:pt x="16" y="139"/>
                  </a:cubicBezTo>
                  <a:cubicBezTo>
                    <a:pt x="17" y="139"/>
                    <a:pt x="17" y="140"/>
                    <a:pt x="17" y="140"/>
                  </a:cubicBezTo>
                  <a:cubicBezTo>
                    <a:pt x="17" y="141"/>
                    <a:pt x="18" y="141"/>
                    <a:pt x="19" y="142"/>
                  </a:cubicBezTo>
                  <a:cubicBezTo>
                    <a:pt x="19" y="142"/>
                    <a:pt x="20" y="142"/>
                    <a:pt x="21" y="143"/>
                  </a:cubicBezTo>
                  <a:cubicBezTo>
                    <a:pt x="21" y="143"/>
                    <a:pt x="21" y="144"/>
                    <a:pt x="22" y="144"/>
                  </a:cubicBezTo>
                  <a:cubicBezTo>
                    <a:pt x="22" y="144"/>
                    <a:pt x="23" y="144"/>
                    <a:pt x="23" y="144"/>
                  </a:cubicBezTo>
                  <a:cubicBezTo>
                    <a:pt x="24" y="144"/>
                    <a:pt x="24" y="143"/>
                    <a:pt x="25" y="143"/>
                  </a:cubicBezTo>
                  <a:cubicBezTo>
                    <a:pt x="26" y="143"/>
                    <a:pt x="28" y="143"/>
                    <a:pt x="30" y="143"/>
                  </a:cubicBezTo>
                  <a:cubicBezTo>
                    <a:pt x="32" y="143"/>
                    <a:pt x="34" y="143"/>
                    <a:pt x="36" y="143"/>
                  </a:cubicBezTo>
                  <a:cubicBezTo>
                    <a:pt x="44" y="143"/>
                    <a:pt x="53" y="143"/>
                    <a:pt x="61" y="143"/>
                  </a:cubicBezTo>
                  <a:cubicBezTo>
                    <a:pt x="62" y="143"/>
                    <a:pt x="63" y="143"/>
                    <a:pt x="64" y="143"/>
                  </a:cubicBezTo>
                  <a:cubicBezTo>
                    <a:pt x="65" y="144"/>
                    <a:pt x="65" y="145"/>
                    <a:pt x="65" y="145"/>
                  </a:cubicBezTo>
                  <a:cubicBezTo>
                    <a:pt x="66" y="146"/>
                    <a:pt x="66" y="146"/>
                    <a:pt x="67" y="147"/>
                  </a:cubicBezTo>
                  <a:cubicBezTo>
                    <a:pt x="67" y="147"/>
                    <a:pt x="68" y="148"/>
                    <a:pt x="69" y="148"/>
                  </a:cubicBezTo>
                  <a:cubicBezTo>
                    <a:pt x="70" y="148"/>
                    <a:pt x="70" y="148"/>
                    <a:pt x="71" y="148"/>
                  </a:cubicBezTo>
                  <a:cubicBezTo>
                    <a:pt x="73" y="148"/>
                    <a:pt x="74" y="149"/>
                    <a:pt x="76" y="148"/>
                  </a:cubicBezTo>
                  <a:cubicBezTo>
                    <a:pt x="76" y="148"/>
                    <a:pt x="77" y="149"/>
                    <a:pt x="77" y="149"/>
                  </a:cubicBezTo>
                  <a:cubicBezTo>
                    <a:pt x="78" y="148"/>
                    <a:pt x="79" y="149"/>
                    <a:pt x="79" y="149"/>
                  </a:cubicBezTo>
                  <a:cubicBezTo>
                    <a:pt x="81" y="149"/>
                    <a:pt x="83" y="148"/>
                    <a:pt x="84" y="149"/>
                  </a:cubicBezTo>
                  <a:cubicBezTo>
                    <a:pt x="84" y="150"/>
                    <a:pt x="85" y="150"/>
                    <a:pt x="86" y="150"/>
                  </a:cubicBezTo>
                  <a:cubicBezTo>
                    <a:pt x="86" y="150"/>
                    <a:pt x="86" y="150"/>
                    <a:pt x="87" y="150"/>
                  </a:cubicBezTo>
                  <a:cubicBezTo>
                    <a:pt x="87" y="151"/>
                    <a:pt x="88" y="150"/>
                    <a:pt x="88" y="150"/>
                  </a:cubicBezTo>
                  <a:cubicBezTo>
                    <a:pt x="89" y="149"/>
                    <a:pt x="90" y="149"/>
                    <a:pt x="91" y="149"/>
                  </a:cubicBezTo>
                  <a:cubicBezTo>
                    <a:pt x="91" y="150"/>
                    <a:pt x="92" y="150"/>
                    <a:pt x="93" y="150"/>
                  </a:cubicBezTo>
                  <a:cubicBezTo>
                    <a:pt x="93" y="150"/>
                    <a:pt x="94" y="150"/>
                    <a:pt x="95" y="150"/>
                  </a:cubicBezTo>
                  <a:cubicBezTo>
                    <a:pt x="96" y="149"/>
                    <a:pt x="98" y="149"/>
                    <a:pt x="100" y="149"/>
                  </a:cubicBezTo>
                  <a:cubicBezTo>
                    <a:pt x="104" y="148"/>
                    <a:pt x="108" y="147"/>
                    <a:pt x="112" y="146"/>
                  </a:cubicBezTo>
                  <a:cubicBezTo>
                    <a:pt x="112" y="145"/>
                    <a:pt x="111" y="145"/>
                    <a:pt x="110" y="144"/>
                  </a:cubicBezTo>
                  <a:cubicBezTo>
                    <a:pt x="109" y="144"/>
                    <a:pt x="109" y="143"/>
                    <a:pt x="108" y="142"/>
                  </a:cubicBezTo>
                  <a:cubicBezTo>
                    <a:pt x="107" y="141"/>
                    <a:pt x="106" y="140"/>
                    <a:pt x="104" y="138"/>
                  </a:cubicBezTo>
                  <a:cubicBezTo>
                    <a:pt x="103" y="137"/>
                    <a:pt x="101" y="135"/>
                    <a:pt x="100" y="134"/>
                  </a:cubicBezTo>
                  <a:cubicBezTo>
                    <a:pt x="100" y="133"/>
                    <a:pt x="100" y="132"/>
                    <a:pt x="100" y="132"/>
                  </a:cubicBezTo>
                  <a:cubicBezTo>
                    <a:pt x="99" y="131"/>
                    <a:pt x="99" y="130"/>
                    <a:pt x="99" y="130"/>
                  </a:cubicBezTo>
                  <a:cubicBezTo>
                    <a:pt x="99" y="121"/>
                    <a:pt x="99" y="113"/>
                    <a:pt x="99" y="105"/>
                  </a:cubicBezTo>
                  <a:cubicBezTo>
                    <a:pt x="99" y="103"/>
                    <a:pt x="99" y="101"/>
                    <a:pt x="99" y="99"/>
                  </a:cubicBezTo>
                  <a:cubicBezTo>
                    <a:pt x="99" y="98"/>
                    <a:pt x="99" y="95"/>
                    <a:pt x="99" y="95"/>
                  </a:cubicBezTo>
                  <a:cubicBezTo>
                    <a:pt x="100" y="95"/>
                    <a:pt x="102" y="95"/>
                    <a:pt x="102" y="95"/>
                  </a:cubicBezTo>
                  <a:cubicBezTo>
                    <a:pt x="104" y="95"/>
                    <a:pt x="106" y="95"/>
                    <a:pt x="108" y="95"/>
                  </a:cubicBezTo>
                  <a:cubicBezTo>
                    <a:pt x="110" y="95"/>
                    <a:pt x="112" y="95"/>
                    <a:pt x="114" y="95"/>
                  </a:cubicBezTo>
                  <a:cubicBezTo>
                    <a:pt x="116" y="95"/>
                    <a:pt x="117" y="95"/>
                    <a:pt x="118" y="95"/>
                  </a:cubicBezTo>
                  <a:cubicBezTo>
                    <a:pt x="119" y="95"/>
                    <a:pt x="117" y="93"/>
                    <a:pt x="117" y="93"/>
                  </a:cubicBezTo>
                  <a:cubicBezTo>
                    <a:pt x="117" y="92"/>
                    <a:pt x="118" y="91"/>
                    <a:pt x="118" y="90"/>
                  </a:cubicBezTo>
                  <a:cubicBezTo>
                    <a:pt x="118" y="90"/>
                    <a:pt x="119" y="89"/>
                    <a:pt x="119" y="89"/>
                  </a:cubicBezTo>
                  <a:cubicBezTo>
                    <a:pt x="119" y="88"/>
                    <a:pt x="119" y="87"/>
                    <a:pt x="118" y="87"/>
                  </a:cubicBezTo>
                  <a:cubicBezTo>
                    <a:pt x="118" y="86"/>
                    <a:pt x="118" y="85"/>
                    <a:pt x="118" y="85"/>
                  </a:cubicBezTo>
                  <a:cubicBezTo>
                    <a:pt x="118" y="84"/>
                    <a:pt x="119" y="83"/>
                    <a:pt x="119" y="82"/>
                  </a:cubicBezTo>
                  <a:cubicBezTo>
                    <a:pt x="119" y="82"/>
                    <a:pt x="118" y="81"/>
                    <a:pt x="118" y="80"/>
                  </a:cubicBezTo>
                  <a:cubicBezTo>
                    <a:pt x="118" y="79"/>
                    <a:pt x="119" y="78"/>
                    <a:pt x="119" y="78"/>
                  </a:cubicBezTo>
                  <a:cubicBezTo>
                    <a:pt x="119" y="77"/>
                    <a:pt x="119" y="76"/>
                    <a:pt x="119" y="76"/>
                  </a:cubicBezTo>
                  <a:close/>
                  <a:moveTo>
                    <a:pt x="13" y="51"/>
                  </a:moveTo>
                  <a:cubicBezTo>
                    <a:pt x="13" y="51"/>
                    <a:pt x="14" y="50"/>
                    <a:pt x="14" y="50"/>
                  </a:cubicBezTo>
                  <a:cubicBezTo>
                    <a:pt x="13" y="50"/>
                    <a:pt x="13" y="51"/>
                    <a:pt x="13" y="51"/>
                  </a:cubicBezTo>
                  <a:close/>
                  <a:moveTo>
                    <a:pt x="13" y="51"/>
                  </a:moveTo>
                  <a:cubicBezTo>
                    <a:pt x="13" y="51"/>
                    <a:pt x="13" y="51"/>
                    <a:pt x="13" y="51"/>
                  </a:cubicBezTo>
                  <a:cubicBezTo>
                    <a:pt x="13" y="51"/>
                    <a:pt x="13" y="51"/>
                    <a:pt x="13" y="5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58" name="Andorra">
              <a:extLst>
                <a:ext uri="{FF2B5EF4-FFF2-40B4-BE49-F238E27FC236}">
                  <a16:creationId xmlns:a16="http://schemas.microsoft.com/office/drawing/2014/main" id="{3543FF07-1058-5EE5-D86F-B805E096D0DC}"/>
                </a:ext>
              </a:extLst>
            </p:cNvPr>
            <p:cNvSpPr>
              <a:spLocks/>
            </p:cNvSpPr>
            <p:nvPr/>
          </p:nvSpPr>
          <p:spPr bwMode="auto">
            <a:xfrm>
              <a:off x="5771177" y="2384934"/>
              <a:ext cx="10781" cy="6860"/>
            </a:xfrm>
            <a:custGeom>
              <a:avLst/>
              <a:gdLst/>
              <a:ahLst/>
              <a:cxnLst>
                <a:cxn ang="0">
                  <a:pos x="3" y="1"/>
                </a:cxn>
                <a:cxn ang="0">
                  <a:pos x="2" y="0"/>
                </a:cxn>
                <a:cxn ang="0">
                  <a:pos x="2" y="0"/>
                </a:cxn>
                <a:cxn ang="0">
                  <a:pos x="1" y="0"/>
                </a:cxn>
                <a:cxn ang="0">
                  <a:pos x="0" y="0"/>
                </a:cxn>
                <a:cxn ang="0">
                  <a:pos x="0" y="0"/>
                </a:cxn>
                <a:cxn ang="0">
                  <a:pos x="0" y="1"/>
                </a:cxn>
                <a:cxn ang="0">
                  <a:pos x="0" y="2"/>
                </a:cxn>
                <a:cxn ang="0">
                  <a:pos x="0" y="2"/>
                </a:cxn>
                <a:cxn ang="0">
                  <a:pos x="0" y="2"/>
                </a:cxn>
                <a:cxn ang="0">
                  <a:pos x="1" y="2"/>
                </a:cxn>
                <a:cxn ang="0">
                  <a:pos x="1" y="2"/>
                </a:cxn>
                <a:cxn ang="0">
                  <a:pos x="2" y="2"/>
                </a:cxn>
                <a:cxn ang="0">
                  <a:pos x="2" y="2"/>
                </a:cxn>
                <a:cxn ang="0">
                  <a:pos x="2" y="2"/>
                </a:cxn>
                <a:cxn ang="0">
                  <a:pos x="3" y="1"/>
                </a:cxn>
                <a:cxn ang="0">
                  <a:pos x="3" y="1"/>
                </a:cxn>
              </a:cxnLst>
              <a:rect l="0" t="0" r="r" b="b"/>
              <a:pathLst>
                <a:path w="3" h="2">
                  <a:moveTo>
                    <a:pt x="3" y="1"/>
                  </a:moveTo>
                  <a:cubicBezTo>
                    <a:pt x="2" y="1"/>
                    <a:pt x="3" y="0"/>
                    <a:pt x="2" y="0"/>
                  </a:cubicBezTo>
                  <a:cubicBezTo>
                    <a:pt x="2" y="0"/>
                    <a:pt x="2" y="0"/>
                    <a:pt x="2" y="0"/>
                  </a:cubicBezTo>
                  <a:cubicBezTo>
                    <a:pt x="1" y="0"/>
                    <a:pt x="1" y="0"/>
                    <a:pt x="1" y="0"/>
                  </a:cubicBezTo>
                  <a:cubicBezTo>
                    <a:pt x="1" y="0"/>
                    <a:pt x="1" y="0"/>
                    <a:pt x="0" y="0"/>
                  </a:cubicBezTo>
                  <a:cubicBezTo>
                    <a:pt x="0" y="0"/>
                    <a:pt x="0" y="0"/>
                    <a:pt x="0" y="0"/>
                  </a:cubicBezTo>
                  <a:cubicBezTo>
                    <a:pt x="0" y="1"/>
                    <a:pt x="0" y="1"/>
                    <a:pt x="0" y="1"/>
                  </a:cubicBezTo>
                  <a:cubicBezTo>
                    <a:pt x="0" y="1"/>
                    <a:pt x="0" y="1"/>
                    <a:pt x="0" y="2"/>
                  </a:cubicBezTo>
                  <a:cubicBezTo>
                    <a:pt x="0" y="2"/>
                    <a:pt x="0" y="2"/>
                    <a:pt x="0" y="2"/>
                  </a:cubicBezTo>
                  <a:cubicBezTo>
                    <a:pt x="0" y="2"/>
                    <a:pt x="0" y="2"/>
                    <a:pt x="0" y="2"/>
                  </a:cubicBezTo>
                  <a:cubicBezTo>
                    <a:pt x="0" y="2"/>
                    <a:pt x="1" y="2"/>
                    <a:pt x="1" y="2"/>
                  </a:cubicBezTo>
                  <a:cubicBezTo>
                    <a:pt x="1" y="2"/>
                    <a:pt x="1" y="2"/>
                    <a:pt x="1" y="2"/>
                  </a:cubicBezTo>
                  <a:cubicBezTo>
                    <a:pt x="1" y="2"/>
                    <a:pt x="2" y="2"/>
                    <a:pt x="2" y="2"/>
                  </a:cubicBezTo>
                  <a:cubicBezTo>
                    <a:pt x="2" y="2"/>
                    <a:pt x="2" y="2"/>
                    <a:pt x="2" y="2"/>
                  </a:cubicBezTo>
                  <a:cubicBezTo>
                    <a:pt x="2" y="2"/>
                    <a:pt x="2" y="2"/>
                    <a:pt x="2" y="2"/>
                  </a:cubicBezTo>
                  <a:cubicBezTo>
                    <a:pt x="2" y="1"/>
                    <a:pt x="3" y="1"/>
                    <a:pt x="3" y="1"/>
                  </a:cubicBezTo>
                  <a:cubicBezTo>
                    <a:pt x="3" y="1"/>
                    <a:pt x="3" y="1"/>
                    <a:pt x="3" y="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59" name="American Samoa">
              <a:extLst>
                <a:ext uri="{FF2B5EF4-FFF2-40B4-BE49-F238E27FC236}">
                  <a16:creationId xmlns:a16="http://schemas.microsoft.com/office/drawing/2014/main" id="{4F425C59-E276-F17A-2E6C-08A15111AA88}"/>
                </a:ext>
              </a:extLst>
            </p:cNvPr>
            <p:cNvSpPr/>
            <p:nvPr/>
          </p:nvSpPr>
          <p:spPr>
            <a:xfrm>
              <a:off x="11670248" y="4783777"/>
              <a:ext cx="9048" cy="3084"/>
            </a:xfrm>
            <a:custGeom>
              <a:avLst/>
              <a:gdLst>
                <a:gd name="connsiteX0" fmla="*/ 8060 w 8060"/>
                <a:gd name="connsiteY0" fmla="*/ 196 h 2747"/>
                <a:gd name="connsiteX1" fmla="*/ 8060 w 8060"/>
                <a:gd name="connsiteY1" fmla="*/ 196 h 2747"/>
                <a:gd name="connsiteX2" fmla="*/ 8060 w 8060"/>
                <a:gd name="connsiteY2" fmla="*/ 196 h 2747"/>
                <a:gd name="connsiteX3" fmla="*/ 8060 w 8060"/>
                <a:gd name="connsiteY3" fmla="*/ 196 h 2747"/>
              </a:gdLst>
              <a:ahLst/>
              <a:cxnLst>
                <a:cxn ang="0">
                  <a:pos x="connsiteX0" y="connsiteY0"/>
                </a:cxn>
                <a:cxn ang="0">
                  <a:pos x="connsiteX1" y="connsiteY1"/>
                </a:cxn>
                <a:cxn ang="0">
                  <a:pos x="connsiteX2" y="connsiteY2"/>
                </a:cxn>
                <a:cxn ang="0">
                  <a:pos x="connsiteX3" y="connsiteY3"/>
                </a:cxn>
              </a:cxnLst>
              <a:rect l="l" t="t" r="r" b="b"/>
              <a:pathLst>
                <a:path w="8060" h="2747">
                  <a:moveTo>
                    <a:pt x="8060" y="196"/>
                  </a:moveTo>
                  <a:lnTo>
                    <a:pt x="8060" y="196"/>
                  </a:lnTo>
                  <a:cubicBezTo>
                    <a:pt x="3101" y="6628"/>
                    <a:pt x="-7283" y="-1316"/>
                    <a:pt x="8060" y="196"/>
                  </a:cubicBezTo>
                  <a:lnTo>
                    <a:pt x="8060" y="196"/>
                  </a:ln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60" name="Algeria">
              <a:extLst>
                <a:ext uri="{FF2B5EF4-FFF2-40B4-BE49-F238E27FC236}">
                  <a16:creationId xmlns:a16="http://schemas.microsoft.com/office/drawing/2014/main" id="{FAF38FA7-A78D-A853-838B-D9EDE99FDD51}"/>
                </a:ext>
              </a:extLst>
            </p:cNvPr>
            <p:cNvSpPr>
              <a:spLocks/>
            </p:cNvSpPr>
            <p:nvPr/>
          </p:nvSpPr>
          <p:spPr bwMode="auto">
            <a:xfrm>
              <a:off x="5417336" y="2597627"/>
              <a:ext cx="687095" cy="708660"/>
            </a:xfrm>
            <a:custGeom>
              <a:avLst/>
              <a:gdLst/>
              <a:ahLst/>
              <a:cxnLst>
                <a:cxn ang="0">
                  <a:pos x="187" y="140"/>
                </a:cxn>
                <a:cxn ang="0">
                  <a:pos x="178" y="138"/>
                </a:cxn>
                <a:cxn ang="0">
                  <a:pos x="175" y="129"/>
                </a:cxn>
                <a:cxn ang="0">
                  <a:pos x="175" y="115"/>
                </a:cxn>
                <a:cxn ang="0">
                  <a:pos x="174" y="105"/>
                </a:cxn>
                <a:cxn ang="0">
                  <a:pos x="174" y="88"/>
                </a:cxn>
                <a:cxn ang="0">
                  <a:pos x="171" y="74"/>
                </a:cxn>
                <a:cxn ang="0">
                  <a:pos x="163" y="53"/>
                </a:cxn>
                <a:cxn ang="0">
                  <a:pos x="159" y="45"/>
                </a:cxn>
                <a:cxn ang="0">
                  <a:pos x="154" y="40"/>
                </a:cxn>
                <a:cxn ang="0">
                  <a:pos x="155" y="32"/>
                </a:cxn>
                <a:cxn ang="0">
                  <a:pos x="159" y="27"/>
                </a:cxn>
                <a:cxn ang="0">
                  <a:pos x="161" y="21"/>
                </a:cxn>
                <a:cxn ang="0">
                  <a:pos x="160" y="11"/>
                </a:cxn>
                <a:cxn ang="0">
                  <a:pos x="160" y="6"/>
                </a:cxn>
                <a:cxn ang="0">
                  <a:pos x="163" y="2"/>
                </a:cxn>
                <a:cxn ang="0">
                  <a:pos x="153" y="1"/>
                </a:cxn>
                <a:cxn ang="0">
                  <a:pos x="150" y="2"/>
                </a:cxn>
                <a:cxn ang="0">
                  <a:pos x="142" y="2"/>
                </a:cxn>
                <a:cxn ang="0">
                  <a:pos x="131" y="4"/>
                </a:cxn>
                <a:cxn ang="0">
                  <a:pos x="125" y="2"/>
                </a:cxn>
                <a:cxn ang="0">
                  <a:pos x="114" y="3"/>
                </a:cxn>
                <a:cxn ang="0">
                  <a:pos x="108" y="6"/>
                </a:cxn>
                <a:cxn ang="0">
                  <a:pos x="98" y="6"/>
                </a:cxn>
                <a:cxn ang="0">
                  <a:pos x="90" y="9"/>
                </a:cxn>
                <a:cxn ang="0">
                  <a:pos x="81" y="13"/>
                </a:cxn>
                <a:cxn ang="0">
                  <a:pos x="77" y="15"/>
                </a:cxn>
                <a:cxn ang="0">
                  <a:pos x="71" y="20"/>
                </a:cxn>
                <a:cxn ang="0">
                  <a:pos x="64" y="23"/>
                </a:cxn>
                <a:cxn ang="0">
                  <a:pos x="68" y="26"/>
                </a:cxn>
                <a:cxn ang="0">
                  <a:pos x="68" y="32"/>
                </a:cxn>
                <a:cxn ang="0">
                  <a:pos x="68" y="38"/>
                </a:cxn>
                <a:cxn ang="0">
                  <a:pos x="70" y="45"/>
                </a:cxn>
                <a:cxn ang="0">
                  <a:pos x="73" y="52"/>
                </a:cxn>
                <a:cxn ang="0">
                  <a:pos x="70" y="56"/>
                </a:cxn>
                <a:cxn ang="0">
                  <a:pos x="54" y="59"/>
                </a:cxn>
                <a:cxn ang="0">
                  <a:pos x="47" y="62"/>
                </a:cxn>
                <a:cxn ang="0">
                  <a:pos x="48" y="66"/>
                </a:cxn>
                <a:cxn ang="0">
                  <a:pos x="44" y="69"/>
                </a:cxn>
                <a:cxn ang="0">
                  <a:pos x="36" y="74"/>
                </a:cxn>
                <a:cxn ang="0">
                  <a:pos x="26" y="80"/>
                </a:cxn>
                <a:cxn ang="0">
                  <a:pos x="21" y="83"/>
                </a:cxn>
                <a:cxn ang="0">
                  <a:pos x="13" y="85"/>
                </a:cxn>
                <a:cxn ang="0">
                  <a:pos x="6" y="89"/>
                </a:cxn>
                <a:cxn ang="0">
                  <a:pos x="0" y="99"/>
                </a:cxn>
                <a:cxn ang="0">
                  <a:pos x="80" y="168"/>
                </a:cxn>
                <a:cxn ang="0">
                  <a:pos x="93" y="180"/>
                </a:cxn>
                <a:cxn ang="0">
                  <a:pos x="96" y="184"/>
                </a:cxn>
                <a:cxn ang="0">
                  <a:pos x="99" y="186"/>
                </a:cxn>
                <a:cxn ang="0">
                  <a:pos x="104" y="188"/>
                </a:cxn>
                <a:cxn ang="0">
                  <a:pos x="111" y="192"/>
                </a:cxn>
                <a:cxn ang="0">
                  <a:pos x="111" y="197"/>
                </a:cxn>
                <a:cxn ang="0">
                  <a:pos x="127" y="196"/>
                </a:cxn>
                <a:cxn ang="0">
                  <a:pos x="146" y="184"/>
                </a:cxn>
                <a:cxn ang="0">
                  <a:pos x="191" y="152"/>
                </a:cxn>
              </a:cxnLst>
              <a:rect l="0" t="0" r="r" b="b"/>
              <a:pathLst>
                <a:path w="194" h="200">
                  <a:moveTo>
                    <a:pt x="194" y="148"/>
                  </a:moveTo>
                  <a:cubicBezTo>
                    <a:pt x="193" y="147"/>
                    <a:pt x="193" y="147"/>
                    <a:pt x="193" y="146"/>
                  </a:cubicBezTo>
                  <a:cubicBezTo>
                    <a:pt x="192" y="145"/>
                    <a:pt x="191" y="143"/>
                    <a:pt x="191" y="142"/>
                  </a:cubicBezTo>
                  <a:cubicBezTo>
                    <a:pt x="190" y="141"/>
                    <a:pt x="189" y="141"/>
                    <a:pt x="187" y="140"/>
                  </a:cubicBezTo>
                  <a:cubicBezTo>
                    <a:pt x="187" y="140"/>
                    <a:pt x="185" y="140"/>
                    <a:pt x="185" y="139"/>
                  </a:cubicBezTo>
                  <a:cubicBezTo>
                    <a:pt x="184" y="139"/>
                    <a:pt x="183" y="138"/>
                    <a:pt x="182" y="138"/>
                  </a:cubicBezTo>
                  <a:cubicBezTo>
                    <a:pt x="182" y="138"/>
                    <a:pt x="181" y="139"/>
                    <a:pt x="180" y="139"/>
                  </a:cubicBezTo>
                  <a:cubicBezTo>
                    <a:pt x="179" y="139"/>
                    <a:pt x="179" y="139"/>
                    <a:pt x="178" y="138"/>
                  </a:cubicBezTo>
                  <a:cubicBezTo>
                    <a:pt x="178" y="138"/>
                    <a:pt x="178" y="137"/>
                    <a:pt x="177" y="137"/>
                  </a:cubicBezTo>
                  <a:cubicBezTo>
                    <a:pt x="177" y="136"/>
                    <a:pt x="177" y="136"/>
                    <a:pt x="176" y="135"/>
                  </a:cubicBezTo>
                  <a:cubicBezTo>
                    <a:pt x="176" y="134"/>
                    <a:pt x="176" y="133"/>
                    <a:pt x="176" y="132"/>
                  </a:cubicBezTo>
                  <a:cubicBezTo>
                    <a:pt x="176" y="131"/>
                    <a:pt x="176" y="130"/>
                    <a:pt x="175" y="129"/>
                  </a:cubicBezTo>
                  <a:cubicBezTo>
                    <a:pt x="174" y="127"/>
                    <a:pt x="173" y="125"/>
                    <a:pt x="172" y="124"/>
                  </a:cubicBezTo>
                  <a:cubicBezTo>
                    <a:pt x="171" y="123"/>
                    <a:pt x="170" y="121"/>
                    <a:pt x="170" y="120"/>
                  </a:cubicBezTo>
                  <a:cubicBezTo>
                    <a:pt x="170" y="119"/>
                    <a:pt x="171" y="118"/>
                    <a:pt x="172" y="118"/>
                  </a:cubicBezTo>
                  <a:cubicBezTo>
                    <a:pt x="174" y="117"/>
                    <a:pt x="175" y="117"/>
                    <a:pt x="175" y="115"/>
                  </a:cubicBezTo>
                  <a:cubicBezTo>
                    <a:pt x="175" y="114"/>
                    <a:pt x="175" y="113"/>
                    <a:pt x="174" y="113"/>
                  </a:cubicBezTo>
                  <a:cubicBezTo>
                    <a:pt x="174" y="112"/>
                    <a:pt x="174" y="112"/>
                    <a:pt x="174" y="111"/>
                  </a:cubicBezTo>
                  <a:cubicBezTo>
                    <a:pt x="173" y="110"/>
                    <a:pt x="173" y="109"/>
                    <a:pt x="173" y="107"/>
                  </a:cubicBezTo>
                  <a:cubicBezTo>
                    <a:pt x="174" y="107"/>
                    <a:pt x="174" y="106"/>
                    <a:pt x="174" y="105"/>
                  </a:cubicBezTo>
                  <a:cubicBezTo>
                    <a:pt x="174" y="105"/>
                    <a:pt x="174" y="105"/>
                    <a:pt x="175" y="103"/>
                  </a:cubicBezTo>
                  <a:cubicBezTo>
                    <a:pt x="175" y="102"/>
                    <a:pt x="175" y="101"/>
                    <a:pt x="174" y="100"/>
                  </a:cubicBezTo>
                  <a:cubicBezTo>
                    <a:pt x="173" y="98"/>
                    <a:pt x="174" y="97"/>
                    <a:pt x="174" y="95"/>
                  </a:cubicBezTo>
                  <a:cubicBezTo>
                    <a:pt x="174" y="93"/>
                    <a:pt x="174" y="90"/>
                    <a:pt x="174" y="88"/>
                  </a:cubicBezTo>
                  <a:cubicBezTo>
                    <a:pt x="174" y="85"/>
                    <a:pt x="172" y="81"/>
                    <a:pt x="170" y="78"/>
                  </a:cubicBezTo>
                  <a:cubicBezTo>
                    <a:pt x="169" y="78"/>
                    <a:pt x="169" y="77"/>
                    <a:pt x="170" y="77"/>
                  </a:cubicBezTo>
                  <a:cubicBezTo>
                    <a:pt x="170" y="77"/>
                    <a:pt x="171" y="76"/>
                    <a:pt x="171" y="76"/>
                  </a:cubicBezTo>
                  <a:cubicBezTo>
                    <a:pt x="172" y="75"/>
                    <a:pt x="171" y="74"/>
                    <a:pt x="171" y="74"/>
                  </a:cubicBezTo>
                  <a:cubicBezTo>
                    <a:pt x="170" y="73"/>
                    <a:pt x="170" y="72"/>
                    <a:pt x="170" y="71"/>
                  </a:cubicBezTo>
                  <a:cubicBezTo>
                    <a:pt x="169" y="67"/>
                    <a:pt x="168" y="63"/>
                    <a:pt x="168" y="59"/>
                  </a:cubicBezTo>
                  <a:cubicBezTo>
                    <a:pt x="167" y="58"/>
                    <a:pt x="167" y="56"/>
                    <a:pt x="166" y="55"/>
                  </a:cubicBezTo>
                  <a:cubicBezTo>
                    <a:pt x="166" y="54"/>
                    <a:pt x="164" y="53"/>
                    <a:pt x="163" y="53"/>
                  </a:cubicBezTo>
                  <a:cubicBezTo>
                    <a:pt x="162" y="52"/>
                    <a:pt x="161" y="52"/>
                    <a:pt x="160" y="51"/>
                  </a:cubicBezTo>
                  <a:cubicBezTo>
                    <a:pt x="160" y="50"/>
                    <a:pt x="160" y="49"/>
                    <a:pt x="160" y="49"/>
                  </a:cubicBezTo>
                  <a:cubicBezTo>
                    <a:pt x="160" y="48"/>
                    <a:pt x="160" y="48"/>
                    <a:pt x="160" y="47"/>
                  </a:cubicBezTo>
                  <a:cubicBezTo>
                    <a:pt x="159" y="46"/>
                    <a:pt x="159" y="46"/>
                    <a:pt x="159" y="45"/>
                  </a:cubicBezTo>
                  <a:cubicBezTo>
                    <a:pt x="158" y="44"/>
                    <a:pt x="158" y="45"/>
                    <a:pt x="157" y="44"/>
                  </a:cubicBezTo>
                  <a:cubicBezTo>
                    <a:pt x="157" y="44"/>
                    <a:pt x="156" y="44"/>
                    <a:pt x="155" y="43"/>
                  </a:cubicBezTo>
                  <a:cubicBezTo>
                    <a:pt x="155" y="43"/>
                    <a:pt x="154" y="43"/>
                    <a:pt x="154" y="42"/>
                  </a:cubicBezTo>
                  <a:cubicBezTo>
                    <a:pt x="154" y="41"/>
                    <a:pt x="154" y="40"/>
                    <a:pt x="154" y="40"/>
                  </a:cubicBezTo>
                  <a:cubicBezTo>
                    <a:pt x="154" y="39"/>
                    <a:pt x="153" y="38"/>
                    <a:pt x="153" y="37"/>
                  </a:cubicBezTo>
                  <a:cubicBezTo>
                    <a:pt x="152" y="36"/>
                    <a:pt x="153" y="35"/>
                    <a:pt x="153" y="34"/>
                  </a:cubicBezTo>
                  <a:cubicBezTo>
                    <a:pt x="153" y="33"/>
                    <a:pt x="153" y="33"/>
                    <a:pt x="154" y="33"/>
                  </a:cubicBezTo>
                  <a:cubicBezTo>
                    <a:pt x="154" y="32"/>
                    <a:pt x="155" y="32"/>
                    <a:pt x="155" y="32"/>
                  </a:cubicBezTo>
                  <a:cubicBezTo>
                    <a:pt x="156" y="31"/>
                    <a:pt x="155" y="30"/>
                    <a:pt x="156" y="30"/>
                  </a:cubicBezTo>
                  <a:cubicBezTo>
                    <a:pt x="156" y="29"/>
                    <a:pt x="158" y="29"/>
                    <a:pt x="158" y="29"/>
                  </a:cubicBezTo>
                  <a:cubicBezTo>
                    <a:pt x="159" y="28"/>
                    <a:pt x="159" y="28"/>
                    <a:pt x="159" y="28"/>
                  </a:cubicBezTo>
                  <a:cubicBezTo>
                    <a:pt x="159" y="27"/>
                    <a:pt x="159" y="27"/>
                    <a:pt x="159" y="27"/>
                  </a:cubicBezTo>
                  <a:cubicBezTo>
                    <a:pt x="159" y="27"/>
                    <a:pt x="160" y="27"/>
                    <a:pt x="160" y="26"/>
                  </a:cubicBezTo>
                  <a:cubicBezTo>
                    <a:pt x="160" y="26"/>
                    <a:pt x="160" y="25"/>
                    <a:pt x="160" y="24"/>
                  </a:cubicBezTo>
                  <a:cubicBezTo>
                    <a:pt x="160" y="23"/>
                    <a:pt x="160" y="22"/>
                    <a:pt x="161" y="22"/>
                  </a:cubicBezTo>
                  <a:cubicBezTo>
                    <a:pt x="161" y="21"/>
                    <a:pt x="161" y="21"/>
                    <a:pt x="161" y="21"/>
                  </a:cubicBezTo>
                  <a:cubicBezTo>
                    <a:pt x="161" y="21"/>
                    <a:pt x="161" y="20"/>
                    <a:pt x="160" y="20"/>
                  </a:cubicBezTo>
                  <a:cubicBezTo>
                    <a:pt x="160" y="20"/>
                    <a:pt x="160" y="18"/>
                    <a:pt x="160" y="18"/>
                  </a:cubicBezTo>
                  <a:cubicBezTo>
                    <a:pt x="161" y="17"/>
                    <a:pt x="160" y="16"/>
                    <a:pt x="160" y="16"/>
                  </a:cubicBezTo>
                  <a:cubicBezTo>
                    <a:pt x="159" y="14"/>
                    <a:pt x="160" y="13"/>
                    <a:pt x="160" y="11"/>
                  </a:cubicBezTo>
                  <a:cubicBezTo>
                    <a:pt x="160" y="10"/>
                    <a:pt x="160" y="10"/>
                    <a:pt x="161" y="9"/>
                  </a:cubicBezTo>
                  <a:cubicBezTo>
                    <a:pt x="161" y="8"/>
                    <a:pt x="161" y="8"/>
                    <a:pt x="160" y="8"/>
                  </a:cubicBezTo>
                  <a:cubicBezTo>
                    <a:pt x="160" y="8"/>
                    <a:pt x="159" y="8"/>
                    <a:pt x="159" y="7"/>
                  </a:cubicBezTo>
                  <a:cubicBezTo>
                    <a:pt x="159" y="7"/>
                    <a:pt x="160" y="6"/>
                    <a:pt x="160" y="6"/>
                  </a:cubicBezTo>
                  <a:cubicBezTo>
                    <a:pt x="161" y="6"/>
                    <a:pt x="161" y="5"/>
                    <a:pt x="162" y="5"/>
                  </a:cubicBezTo>
                  <a:cubicBezTo>
                    <a:pt x="162" y="4"/>
                    <a:pt x="161" y="4"/>
                    <a:pt x="161" y="4"/>
                  </a:cubicBezTo>
                  <a:cubicBezTo>
                    <a:pt x="161" y="4"/>
                    <a:pt x="163" y="4"/>
                    <a:pt x="163" y="4"/>
                  </a:cubicBezTo>
                  <a:cubicBezTo>
                    <a:pt x="163" y="3"/>
                    <a:pt x="163" y="2"/>
                    <a:pt x="163" y="2"/>
                  </a:cubicBezTo>
                  <a:cubicBezTo>
                    <a:pt x="162" y="2"/>
                    <a:pt x="161" y="2"/>
                    <a:pt x="160" y="2"/>
                  </a:cubicBezTo>
                  <a:cubicBezTo>
                    <a:pt x="160" y="2"/>
                    <a:pt x="159" y="2"/>
                    <a:pt x="159" y="2"/>
                  </a:cubicBezTo>
                  <a:cubicBezTo>
                    <a:pt x="157" y="3"/>
                    <a:pt x="155" y="4"/>
                    <a:pt x="155" y="1"/>
                  </a:cubicBezTo>
                  <a:cubicBezTo>
                    <a:pt x="155" y="2"/>
                    <a:pt x="154" y="2"/>
                    <a:pt x="153" y="1"/>
                  </a:cubicBezTo>
                  <a:cubicBezTo>
                    <a:pt x="153" y="1"/>
                    <a:pt x="153" y="1"/>
                    <a:pt x="152" y="1"/>
                  </a:cubicBezTo>
                  <a:cubicBezTo>
                    <a:pt x="152" y="1"/>
                    <a:pt x="152" y="0"/>
                    <a:pt x="152" y="0"/>
                  </a:cubicBezTo>
                  <a:cubicBezTo>
                    <a:pt x="151" y="1"/>
                    <a:pt x="150" y="0"/>
                    <a:pt x="150" y="1"/>
                  </a:cubicBezTo>
                  <a:cubicBezTo>
                    <a:pt x="151" y="2"/>
                    <a:pt x="150" y="2"/>
                    <a:pt x="150" y="2"/>
                  </a:cubicBezTo>
                  <a:cubicBezTo>
                    <a:pt x="149" y="2"/>
                    <a:pt x="148" y="3"/>
                    <a:pt x="147" y="2"/>
                  </a:cubicBezTo>
                  <a:cubicBezTo>
                    <a:pt x="146" y="1"/>
                    <a:pt x="145" y="2"/>
                    <a:pt x="145" y="1"/>
                  </a:cubicBezTo>
                  <a:cubicBezTo>
                    <a:pt x="144" y="1"/>
                    <a:pt x="144" y="0"/>
                    <a:pt x="143" y="0"/>
                  </a:cubicBezTo>
                  <a:cubicBezTo>
                    <a:pt x="142" y="1"/>
                    <a:pt x="142" y="1"/>
                    <a:pt x="142" y="2"/>
                  </a:cubicBezTo>
                  <a:cubicBezTo>
                    <a:pt x="141" y="3"/>
                    <a:pt x="138" y="3"/>
                    <a:pt x="137" y="3"/>
                  </a:cubicBezTo>
                  <a:cubicBezTo>
                    <a:pt x="136" y="3"/>
                    <a:pt x="135" y="4"/>
                    <a:pt x="135" y="4"/>
                  </a:cubicBezTo>
                  <a:cubicBezTo>
                    <a:pt x="134" y="5"/>
                    <a:pt x="133" y="5"/>
                    <a:pt x="133" y="5"/>
                  </a:cubicBezTo>
                  <a:cubicBezTo>
                    <a:pt x="132" y="5"/>
                    <a:pt x="131" y="5"/>
                    <a:pt x="131" y="4"/>
                  </a:cubicBezTo>
                  <a:cubicBezTo>
                    <a:pt x="131" y="4"/>
                    <a:pt x="131" y="4"/>
                    <a:pt x="131" y="4"/>
                  </a:cubicBezTo>
                  <a:cubicBezTo>
                    <a:pt x="131" y="4"/>
                    <a:pt x="130" y="3"/>
                    <a:pt x="130" y="3"/>
                  </a:cubicBezTo>
                  <a:cubicBezTo>
                    <a:pt x="129" y="3"/>
                    <a:pt x="129" y="3"/>
                    <a:pt x="128" y="2"/>
                  </a:cubicBezTo>
                  <a:cubicBezTo>
                    <a:pt x="127" y="2"/>
                    <a:pt x="126" y="3"/>
                    <a:pt x="125" y="2"/>
                  </a:cubicBezTo>
                  <a:cubicBezTo>
                    <a:pt x="124" y="2"/>
                    <a:pt x="122" y="3"/>
                    <a:pt x="120" y="2"/>
                  </a:cubicBezTo>
                  <a:cubicBezTo>
                    <a:pt x="119" y="2"/>
                    <a:pt x="119" y="3"/>
                    <a:pt x="118" y="3"/>
                  </a:cubicBezTo>
                  <a:cubicBezTo>
                    <a:pt x="117" y="4"/>
                    <a:pt x="116" y="4"/>
                    <a:pt x="115" y="4"/>
                  </a:cubicBezTo>
                  <a:cubicBezTo>
                    <a:pt x="115" y="4"/>
                    <a:pt x="114" y="3"/>
                    <a:pt x="114" y="3"/>
                  </a:cubicBezTo>
                  <a:cubicBezTo>
                    <a:pt x="114" y="3"/>
                    <a:pt x="114" y="4"/>
                    <a:pt x="114" y="4"/>
                  </a:cubicBezTo>
                  <a:cubicBezTo>
                    <a:pt x="114" y="4"/>
                    <a:pt x="113" y="4"/>
                    <a:pt x="113" y="4"/>
                  </a:cubicBezTo>
                  <a:cubicBezTo>
                    <a:pt x="111" y="3"/>
                    <a:pt x="111" y="4"/>
                    <a:pt x="110" y="5"/>
                  </a:cubicBezTo>
                  <a:cubicBezTo>
                    <a:pt x="109" y="5"/>
                    <a:pt x="108" y="6"/>
                    <a:pt x="108" y="6"/>
                  </a:cubicBezTo>
                  <a:cubicBezTo>
                    <a:pt x="107" y="6"/>
                    <a:pt x="107" y="6"/>
                    <a:pt x="106" y="5"/>
                  </a:cubicBezTo>
                  <a:cubicBezTo>
                    <a:pt x="106" y="5"/>
                    <a:pt x="105" y="6"/>
                    <a:pt x="104" y="6"/>
                  </a:cubicBezTo>
                  <a:cubicBezTo>
                    <a:pt x="103" y="6"/>
                    <a:pt x="103" y="6"/>
                    <a:pt x="102" y="6"/>
                  </a:cubicBezTo>
                  <a:cubicBezTo>
                    <a:pt x="101" y="6"/>
                    <a:pt x="100" y="6"/>
                    <a:pt x="98" y="6"/>
                  </a:cubicBezTo>
                  <a:cubicBezTo>
                    <a:pt x="98" y="7"/>
                    <a:pt x="97" y="6"/>
                    <a:pt x="96" y="7"/>
                  </a:cubicBezTo>
                  <a:cubicBezTo>
                    <a:pt x="95" y="7"/>
                    <a:pt x="94" y="7"/>
                    <a:pt x="94" y="7"/>
                  </a:cubicBezTo>
                  <a:cubicBezTo>
                    <a:pt x="93" y="7"/>
                    <a:pt x="93" y="8"/>
                    <a:pt x="92" y="8"/>
                  </a:cubicBezTo>
                  <a:cubicBezTo>
                    <a:pt x="91" y="8"/>
                    <a:pt x="90" y="9"/>
                    <a:pt x="90" y="9"/>
                  </a:cubicBezTo>
                  <a:cubicBezTo>
                    <a:pt x="89" y="10"/>
                    <a:pt x="88" y="10"/>
                    <a:pt x="88" y="10"/>
                  </a:cubicBezTo>
                  <a:cubicBezTo>
                    <a:pt x="87" y="11"/>
                    <a:pt x="85" y="11"/>
                    <a:pt x="85" y="13"/>
                  </a:cubicBezTo>
                  <a:cubicBezTo>
                    <a:pt x="85" y="14"/>
                    <a:pt x="83" y="15"/>
                    <a:pt x="82" y="14"/>
                  </a:cubicBezTo>
                  <a:cubicBezTo>
                    <a:pt x="81" y="14"/>
                    <a:pt x="82" y="13"/>
                    <a:pt x="81" y="13"/>
                  </a:cubicBezTo>
                  <a:cubicBezTo>
                    <a:pt x="81" y="13"/>
                    <a:pt x="80" y="14"/>
                    <a:pt x="80" y="14"/>
                  </a:cubicBezTo>
                  <a:cubicBezTo>
                    <a:pt x="80" y="14"/>
                    <a:pt x="80" y="14"/>
                    <a:pt x="80" y="15"/>
                  </a:cubicBezTo>
                  <a:cubicBezTo>
                    <a:pt x="79" y="15"/>
                    <a:pt x="79" y="15"/>
                    <a:pt x="79" y="15"/>
                  </a:cubicBezTo>
                  <a:cubicBezTo>
                    <a:pt x="78" y="15"/>
                    <a:pt x="78" y="15"/>
                    <a:pt x="77" y="15"/>
                  </a:cubicBezTo>
                  <a:cubicBezTo>
                    <a:pt x="77" y="15"/>
                    <a:pt x="77" y="15"/>
                    <a:pt x="76" y="15"/>
                  </a:cubicBezTo>
                  <a:cubicBezTo>
                    <a:pt x="75" y="16"/>
                    <a:pt x="75" y="16"/>
                    <a:pt x="74" y="16"/>
                  </a:cubicBezTo>
                  <a:cubicBezTo>
                    <a:pt x="74" y="17"/>
                    <a:pt x="73" y="17"/>
                    <a:pt x="73" y="18"/>
                  </a:cubicBezTo>
                  <a:cubicBezTo>
                    <a:pt x="73" y="19"/>
                    <a:pt x="72" y="19"/>
                    <a:pt x="71" y="20"/>
                  </a:cubicBezTo>
                  <a:cubicBezTo>
                    <a:pt x="71" y="20"/>
                    <a:pt x="70" y="20"/>
                    <a:pt x="70" y="21"/>
                  </a:cubicBezTo>
                  <a:cubicBezTo>
                    <a:pt x="69" y="21"/>
                    <a:pt x="68" y="22"/>
                    <a:pt x="68" y="22"/>
                  </a:cubicBezTo>
                  <a:cubicBezTo>
                    <a:pt x="67" y="22"/>
                    <a:pt x="66" y="23"/>
                    <a:pt x="65" y="22"/>
                  </a:cubicBezTo>
                  <a:cubicBezTo>
                    <a:pt x="65" y="22"/>
                    <a:pt x="64" y="22"/>
                    <a:pt x="64" y="23"/>
                  </a:cubicBezTo>
                  <a:cubicBezTo>
                    <a:pt x="64" y="23"/>
                    <a:pt x="64" y="24"/>
                    <a:pt x="65" y="24"/>
                  </a:cubicBezTo>
                  <a:cubicBezTo>
                    <a:pt x="65" y="24"/>
                    <a:pt x="65" y="24"/>
                    <a:pt x="65" y="24"/>
                  </a:cubicBezTo>
                  <a:cubicBezTo>
                    <a:pt x="66" y="25"/>
                    <a:pt x="66" y="25"/>
                    <a:pt x="66" y="25"/>
                  </a:cubicBezTo>
                  <a:cubicBezTo>
                    <a:pt x="66" y="25"/>
                    <a:pt x="67" y="26"/>
                    <a:pt x="68" y="26"/>
                  </a:cubicBezTo>
                  <a:cubicBezTo>
                    <a:pt x="68" y="27"/>
                    <a:pt x="67" y="27"/>
                    <a:pt x="67" y="28"/>
                  </a:cubicBezTo>
                  <a:cubicBezTo>
                    <a:pt x="67" y="28"/>
                    <a:pt x="68" y="29"/>
                    <a:pt x="68" y="29"/>
                  </a:cubicBezTo>
                  <a:cubicBezTo>
                    <a:pt x="68" y="29"/>
                    <a:pt x="68" y="30"/>
                    <a:pt x="67" y="30"/>
                  </a:cubicBezTo>
                  <a:cubicBezTo>
                    <a:pt x="67" y="31"/>
                    <a:pt x="68" y="31"/>
                    <a:pt x="68" y="32"/>
                  </a:cubicBezTo>
                  <a:cubicBezTo>
                    <a:pt x="68" y="32"/>
                    <a:pt x="68" y="33"/>
                    <a:pt x="68" y="34"/>
                  </a:cubicBezTo>
                  <a:cubicBezTo>
                    <a:pt x="68" y="34"/>
                    <a:pt x="68" y="35"/>
                    <a:pt x="68" y="35"/>
                  </a:cubicBezTo>
                  <a:cubicBezTo>
                    <a:pt x="68" y="36"/>
                    <a:pt x="68" y="37"/>
                    <a:pt x="68" y="37"/>
                  </a:cubicBezTo>
                  <a:cubicBezTo>
                    <a:pt x="68" y="37"/>
                    <a:pt x="67" y="38"/>
                    <a:pt x="68" y="38"/>
                  </a:cubicBezTo>
                  <a:cubicBezTo>
                    <a:pt x="69" y="38"/>
                    <a:pt x="69" y="39"/>
                    <a:pt x="69" y="40"/>
                  </a:cubicBezTo>
                  <a:cubicBezTo>
                    <a:pt x="68" y="41"/>
                    <a:pt x="68" y="42"/>
                    <a:pt x="68" y="43"/>
                  </a:cubicBezTo>
                  <a:cubicBezTo>
                    <a:pt x="68" y="44"/>
                    <a:pt x="69" y="44"/>
                    <a:pt x="69" y="44"/>
                  </a:cubicBezTo>
                  <a:cubicBezTo>
                    <a:pt x="69" y="45"/>
                    <a:pt x="70" y="45"/>
                    <a:pt x="70" y="45"/>
                  </a:cubicBezTo>
                  <a:cubicBezTo>
                    <a:pt x="70" y="46"/>
                    <a:pt x="69" y="46"/>
                    <a:pt x="69" y="47"/>
                  </a:cubicBezTo>
                  <a:cubicBezTo>
                    <a:pt x="69" y="47"/>
                    <a:pt x="70" y="47"/>
                    <a:pt x="70" y="48"/>
                  </a:cubicBezTo>
                  <a:cubicBezTo>
                    <a:pt x="70" y="49"/>
                    <a:pt x="71" y="49"/>
                    <a:pt x="72" y="49"/>
                  </a:cubicBezTo>
                  <a:cubicBezTo>
                    <a:pt x="73" y="50"/>
                    <a:pt x="74" y="51"/>
                    <a:pt x="73" y="52"/>
                  </a:cubicBezTo>
                  <a:cubicBezTo>
                    <a:pt x="72" y="52"/>
                    <a:pt x="72" y="52"/>
                    <a:pt x="72" y="53"/>
                  </a:cubicBezTo>
                  <a:cubicBezTo>
                    <a:pt x="72" y="54"/>
                    <a:pt x="71" y="55"/>
                    <a:pt x="71" y="55"/>
                  </a:cubicBezTo>
                  <a:cubicBezTo>
                    <a:pt x="72" y="55"/>
                    <a:pt x="72" y="55"/>
                    <a:pt x="72" y="55"/>
                  </a:cubicBezTo>
                  <a:cubicBezTo>
                    <a:pt x="71" y="56"/>
                    <a:pt x="70" y="56"/>
                    <a:pt x="70" y="56"/>
                  </a:cubicBezTo>
                  <a:cubicBezTo>
                    <a:pt x="69" y="55"/>
                    <a:pt x="68" y="55"/>
                    <a:pt x="67" y="55"/>
                  </a:cubicBezTo>
                  <a:cubicBezTo>
                    <a:pt x="65" y="55"/>
                    <a:pt x="62" y="55"/>
                    <a:pt x="59" y="55"/>
                  </a:cubicBezTo>
                  <a:cubicBezTo>
                    <a:pt x="58" y="56"/>
                    <a:pt x="56" y="55"/>
                    <a:pt x="56" y="57"/>
                  </a:cubicBezTo>
                  <a:cubicBezTo>
                    <a:pt x="56" y="58"/>
                    <a:pt x="55" y="58"/>
                    <a:pt x="54" y="59"/>
                  </a:cubicBezTo>
                  <a:cubicBezTo>
                    <a:pt x="53" y="59"/>
                    <a:pt x="52" y="59"/>
                    <a:pt x="52" y="60"/>
                  </a:cubicBezTo>
                  <a:cubicBezTo>
                    <a:pt x="51" y="60"/>
                    <a:pt x="51" y="60"/>
                    <a:pt x="50" y="60"/>
                  </a:cubicBezTo>
                  <a:cubicBezTo>
                    <a:pt x="49" y="60"/>
                    <a:pt x="48" y="59"/>
                    <a:pt x="47" y="61"/>
                  </a:cubicBezTo>
                  <a:cubicBezTo>
                    <a:pt x="47" y="61"/>
                    <a:pt x="47" y="62"/>
                    <a:pt x="47" y="62"/>
                  </a:cubicBezTo>
                  <a:cubicBezTo>
                    <a:pt x="47" y="63"/>
                    <a:pt x="48" y="63"/>
                    <a:pt x="48" y="63"/>
                  </a:cubicBezTo>
                  <a:cubicBezTo>
                    <a:pt x="47" y="64"/>
                    <a:pt x="47" y="64"/>
                    <a:pt x="47" y="65"/>
                  </a:cubicBezTo>
                  <a:cubicBezTo>
                    <a:pt x="47" y="65"/>
                    <a:pt x="47" y="66"/>
                    <a:pt x="47" y="66"/>
                  </a:cubicBezTo>
                  <a:cubicBezTo>
                    <a:pt x="48" y="66"/>
                    <a:pt x="48" y="65"/>
                    <a:pt x="48" y="66"/>
                  </a:cubicBezTo>
                  <a:cubicBezTo>
                    <a:pt x="48" y="66"/>
                    <a:pt x="48" y="66"/>
                    <a:pt x="48" y="66"/>
                  </a:cubicBezTo>
                  <a:cubicBezTo>
                    <a:pt x="49" y="66"/>
                    <a:pt x="49" y="67"/>
                    <a:pt x="49" y="67"/>
                  </a:cubicBezTo>
                  <a:cubicBezTo>
                    <a:pt x="49" y="68"/>
                    <a:pt x="47" y="68"/>
                    <a:pt x="46" y="68"/>
                  </a:cubicBezTo>
                  <a:cubicBezTo>
                    <a:pt x="45" y="68"/>
                    <a:pt x="45" y="69"/>
                    <a:pt x="44" y="69"/>
                  </a:cubicBezTo>
                  <a:cubicBezTo>
                    <a:pt x="44" y="70"/>
                    <a:pt x="43" y="70"/>
                    <a:pt x="42" y="71"/>
                  </a:cubicBezTo>
                  <a:cubicBezTo>
                    <a:pt x="42" y="71"/>
                    <a:pt x="41" y="71"/>
                    <a:pt x="40" y="72"/>
                  </a:cubicBezTo>
                  <a:cubicBezTo>
                    <a:pt x="39" y="72"/>
                    <a:pt x="39" y="72"/>
                    <a:pt x="38" y="73"/>
                  </a:cubicBezTo>
                  <a:cubicBezTo>
                    <a:pt x="37" y="73"/>
                    <a:pt x="36" y="73"/>
                    <a:pt x="36" y="74"/>
                  </a:cubicBezTo>
                  <a:cubicBezTo>
                    <a:pt x="36" y="75"/>
                    <a:pt x="35" y="75"/>
                    <a:pt x="35" y="76"/>
                  </a:cubicBezTo>
                  <a:cubicBezTo>
                    <a:pt x="34" y="77"/>
                    <a:pt x="33" y="78"/>
                    <a:pt x="31" y="79"/>
                  </a:cubicBezTo>
                  <a:cubicBezTo>
                    <a:pt x="30" y="80"/>
                    <a:pt x="29" y="80"/>
                    <a:pt x="29" y="80"/>
                  </a:cubicBezTo>
                  <a:cubicBezTo>
                    <a:pt x="28" y="80"/>
                    <a:pt x="27" y="80"/>
                    <a:pt x="26" y="80"/>
                  </a:cubicBezTo>
                  <a:cubicBezTo>
                    <a:pt x="25" y="80"/>
                    <a:pt x="25" y="80"/>
                    <a:pt x="24" y="81"/>
                  </a:cubicBezTo>
                  <a:cubicBezTo>
                    <a:pt x="24" y="81"/>
                    <a:pt x="23" y="81"/>
                    <a:pt x="22" y="81"/>
                  </a:cubicBezTo>
                  <a:cubicBezTo>
                    <a:pt x="22" y="80"/>
                    <a:pt x="22" y="80"/>
                    <a:pt x="22" y="81"/>
                  </a:cubicBezTo>
                  <a:cubicBezTo>
                    <a:pt x="21" y="82"/>
                    <a:pt x="22" y="83"/>
                    <a:pt x="21" y="83"/>
                  </a:cubicBezTo>
                  <a:cubicBezTo>
                    <a:pt x="20" y="83"/>
                    <a:pt x="20" y="83"/>
                    <a:pt x="19" y="83"/>
                  </a:cubicBezTo>
                  <a:cubicBezTo>
                    <a:pt x="18" y="83"/>
                    <a:pt x="18" y="83"/>
                    <a:pt x="17" y="83"/>
                  </a:cubicBezTo>
                  <a:cubicBezTo>
                    <a:pt x="16" y="83"/>
                    <a:pt x="16" y="83"/>
                    <a:pt x="15" y="83"/>
                  </a:cubicBezTo>
                  <a:cubicBezTo>
                    <a:pt x="14" y="84"/>
                    <a:pt x="14" y="84"/>
                    <a:pt x="13" y="85"/>
                  </a:cubicBezTo>
                  <a:cubicBezTo>
                    <a:pt x="13" y="85"/>
                    <a:pt x="12" y="85"/>
                    <a:pt x="12" y="85"/>
                  </a:cubicBezTo>
                  <a:cubicBezTo>
                    <a:pt x="11" y="85"/>
                    <a:pt x="11" y="85"/>
                    <a:pt x="10" y="86"/>
                  </a:cubicBezTo>
                  <a:cubicBezTo>
                    <a:pt x="10" y="86"/>
                    <a:pt x="9" y="87"/>
                    <a:pt x="8" y="87"/>
                  </a:cubicBezTo>
                  <a:cubicBezTo>
                    <a:pt x="8" y="88"/>
                    <a:pt x="7" y="88"/>
                    <a:pt x="6" y="89"/>
                  </a:cubicBezTo>
                  <a:cubicBezTo>
                    <a:pt x="5" y="90"/>
                    <a:pt x="4" y="91"/>
                    <a:pt x="3" y="92"/>
                  </a:cubicBezTo>
                  <a:cubicBezTo>
                    <a:pt x="2" y="92"/>
                    <a:pt x="2" y="92"/>
                    <a:pt x="1" y="93"/>
                  </a:cubicBezTo>
                  <a:cubicBezTo>
                    <a:pt x="1" y="93"/>
                    <a:pt x="1" y="93"/>
                    <a:pt x="1" y="94"/>
                  </a:cubicBezTo>
                  <a:cubicBezTo>
                    <a:pt x="1" y="96"/>
                    <a:pt x="1" y="97"/>
                    <a:pt x="0" y="99"/>
                  </a:cubicBezTo>
                  <a:cubicBezTo>
                    <a:pt x="0" y="101"/>
                    <a:pt x="0" y="103"/>
                    <a:pt x="0" y="105"/>
                  </a:cubicBezTo>
                  <a:cubicBezTo>
                    <a:pt x="0" y="106"/>
                    <a:pt x="0" y="108"/>
                    <a:pt x="0" y="108"/>
                  </a:cubicBezTo>
                  <a:cubicBezTo>
                    <a:pt x="14" y="118"/>
                    <a:pt x="27" y="127"/>
                    <a:pt x="40" y="137"/>
                  </a:cubicBezTo>
                  <a:cubicBezTo>
                    <a:pt x="54" y="147"/>
                    <a:pt x="67" y="157"/>
                    <a:pt x="80" y="168"/>
                  </a:cubicBezTo>
                  <a:cubicBezTo>
                    <a:pt x="83" y="170"/>
                    <a:pt x="86" y="172"/>
                    <a:pt x="89" y="175"/>
                  </a:cubicBezTo>
                  <a:cubicBezTo>
                    <a:pt x="91" y="176"/>
                    <a:pt x="92" y="176"/>
                    <a:pt x="92" y="178"/>
                  </a:cubicBezTo>
                  <a:cubicBezTo>
                    <a:pt x="92" y="179"/>
                    <a:pt x="91" y="179"/>
                    <a:pt x="91" y="180"/>
                  </a:cubicBezTo>
                  <a:cubicBezTo>
                    <a:pt x="91" y="181"/>
                    <a:pt x="92" y="180"/>
                    <a:pt x="93" y="180"/>
                  </a:cubicBezTo>
                  <a:cubicBezTo>
                    <a:pt x="93" y="181"/>
                    <a:pt x="93" y="181"/>
                    <a:pt x="93" y="181"/>
                  </a:cubicBezTo>
                  <a:cubicBezTo>
                    <a:pt x="94" y="181"/>
                    <a:pt x="94" y="181"/>
                    <a:pt x="94" y="181"/>
                  </a:cubicBezTo>
                  <a:cubicBezTo>
                    <a:pt x="95" y="182"/>
                    <a:pt x="95" y="182"/>
                    <a:pt x="96" y="182"/>
                  </a:cubicBezTo>
                  <a:cubicBezTo>
                    <a:pt x="96" y="183"/>
                    <a:pt x="96" y="183"/>
                    <a:pt x="96" y="184"/>
                  </a:cubicBezTo>
                  <a:cubicBezTo>
                    <a:pt x="96" y="184"/>
                    <a:pt x="97" y="185"/>
                    <a:pt x="97" y="185"/>
                  </a:cubicBezTo>
                  <a:cubicBezTo>
                    <a:pt x="97" y="185"/>
                    <a:pt x="98" y="185"/>
                    <a:pt x="98" y="185"/>
                  </a:cubicBezTo>
                  <a:cubicBezTo>
                    <a:pt x="98" y="185"/>
                    <a:pt x="98" y="186"/>
                    <a:pt x="98" y="186"/>
                  </a:cubicBezTo>
                  <a:cubicBezTo>
                    <a:pt x="99" y="186"/>
                    <a:pt x="99" y="186"/>
                    <a:pt x="99" y="186"/>
                  </a:cubicBezTo>
                  <a:cubicBezTo>
                    <a:pt x="99" y="186"/>
                    <a:pt x="99" y="186"/>
                    <a:pt x="100" y="186"/>
                  </a:cubicBezTo>
                  <a:cubicBezTo>
                    <a:pt x="100" y="186"/>
                    <a:pt x="100" y="186"/>
                    <a:pt x="101" y="185"/>
                  </a:cubicBezTo>
                  <a:cubicBezTo>
                    <a:pt x="102" y="185"/>
                    <a:pt x="102" y="186"/>
                    <a:pt x="103" y="187"/>
                  </a:cubicBezTo>
                  <a:cubicBezTo>
                    <a:pt x="103" y="187"/>
                    <a:pt x="103" y="188"/>
                    <a:pt x="104" y="188"/>
                  </a:cubicBezTo>
                  <a:cubicBezTo>
                    <a:pt x="105" y="188"/>
                    <a:pt x="105" y="188"/>
                    <a:pt x="106" y="189"/>
                  </a:cubicBezTo>
                  <a:cubicBezTo>
                    <a:pt x="107" y="189"/>
                    <a:pt x="108" y="189"/>
                    <a:pt x="108" y="189"/>
                  </a:cubicBezTo>
                  <a:cubicBezTo>
                    <a:pt x="109" y="189"/>
                    <a:pt x="110" y="190"/>
                    <a:pt x="110" y="190"/>
                  </a:cubicBezTo>
                  <a:cubicBezTo>
                    <a:pt x="111" y="191"/>
                    <a:pt x="111" y="191"/>
                    <a:pt x="111" y="192"/>
                  </a:cubicBezTo>
                  <a:cubicBezTo>
                    <a:pt x="111" y="192"/>
                    <a:pt x="111" y="193"/>
                    <a:pt x="111" y="194"/>
                  </a:cubicBezTo>
                  <a:cubicBezTo>
                    <a:pt x="111" y="194"/>
                    <a:pt x="111" y="195"/>
                    <a:pt x="111" y="195"/>
                  </a:cubicBezTo>
                  <a:cubicBezTo>
                    <a:pt x="111" y="195"/>
                    <a:pt x="111" y="195"/>
                    <a:pt x="111" y="196"/>
                  </a:cubicBezTo>
                  <a:cubicBezTo>
                    <a:pt x="111" y="196"/>
                    <a:pt x="111" y="196"/>
                    <a:pt x="111" y="197"/>
                  </a:cubicBezTo>
                  <a:cubicBezTo>
                    <a:pt x="110" y="197"/>
                    <a:pt x="109" y="198"/>
                    <a:pt x="110" y="198"/>
                  </a:cubicBezTo>
                  <a:cubicBezTo>
                    <a:pt x="110" y="199"/>
                    <a:pt x="111" y="199"/>
                    <a:pt x="111" y="199"/>
                  </a:cubicBezTo>
                  <a:cubicBezTo>
                    <a:pt x="112" y="200"/>
                    <a:pt x="115" y="199"/>
                    <a:pt x="116" y="199"/>
                  </a:cubicBezTo>
                  <a:cubicBezTo>
                    <a:pt x="120" y="198"/>
                    <a:pt x="124" y="197"/>
                    <a:pt x="127" y="196"/>
                  </a:cubicBezTo>
                  <a:cubicBezTo>
                    <a:pt x="130" y="196"/>
                    <a:pt x="132" y="195"/>
                    <a:pt x="134" y="195"/>
                  </a:cubicBezTo>
                  <a:cubicBezTo>
                    <a:pt x="134" y="195"/>
                    <a:pt x="135" y="195"/>
                    <a:pt x="136" y="194"/>
                  </a:cubicBezTo>
                  <a:cubicBezTo>
                    <a:pt x="136" y="194"/>
                    <a:pt x="137" y="193"/>
                    <a:pt x="137" y="193"/>
                  </a:cubicBezTo>
                  <a:cubicBezTo>
                    <a:pt x="140" y="190"/>
                    <a:pt x="143" y="187"/>
                    <a:pt x="146" y="184"/>
                  </a:cubicBezTo>
                  <a:cubicBezTo>
                    <a:pt x="149" y="181"/>
                    <a:pt x="152" y="179"/>
                    <a:pt x="155" y="176"/>
                  </a:cubicBezTo>
                  <a:cubicBezTo>
                    <a:pt x="158" y="174"/>
                    <a:pt x="162" y="172"/>
                    <a:pt x="165" y="169"/>
                  </a:cubicBezTo>
                  <a:cubicBezTo>
                    <a:pt x="172" y="165"/>
                    <a:pt x="179" y="160"/>
                    <a:pt x="186" y="156"/>
                  </a:cubicBezTo>
                  <a:cubicBezTo>
                    <a:pt x="187" y="154"/>
                    <a:pt x="189" y="153"/>
                    <a:pt x="191" y="152"/>
                  </a:cubicBezTo>
                  <a:cubicBezTo>
                    <a:pt x="192" y="151"/>
                    <a:pt x="193" y="151"/>
                    <a:pt x="193" y="150"/>
                  </a:cubicBezTo>
                  <a:cubicBezTo>
                    <a:pt x="194" y="150"/>
                    <a:pt x="194" y="150"/>
                    <a:pt x="194" y="150"/>
                  </a:cubicBezTo>
                  <a:cubicBezTo>
                    <a:pt x="194" y="149"/>
                    <a:pt x="194" y="149"/>
                    <a:pt x="194" y="148"/>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61" name="Akrotiri and Dhedelia (British overseas territory)">
              <a:extLst>
                <a:ext uri="{FF2B5EF4-FFF2-40B4-BE49-F238E27FC236}">
                  <a16:creationId xmlns:a16="http://schemas.microsoft.com/office/drawing/2014/main" id="{E35ACBDD-4628-08CA-073C-3B4988CBBB50}"/>
                </a:ext>
              </a:extLst>
            </p:cNvPr>
            <p:cNvSpPr>
              <a:spLocks noEditPoints="1"/>
            </p:cNvSpPr>
            <p:nvPr/>
          </p:nvSpPr>
          <p:spPr bwMode="auto">
            <a:xfrm>
              <a:off x="6776825" y="2676038"/>
              <a:ext cx="35285" cy="20584"/>
            </a:xfrm>
            <a:custGeom>
              <a:avLst/>
              <a:gdLst/>
              <a:ahLst/>
              <a:cxnLst>
                <a:cxn ang="0">
                  <a:pos x="3" y="6"/>
                </a:cxn>
                <a:cxn ang="0">
                  <a:pos x="2" y="6"/>
                </a:cxn>
                <a:cxn ang="0">
                  <a:pos x="1" y="5"/>
                </a:cxn>
                <a:cxn ang="0">
                  <a:pos x="0" y="5"/>
                </a:cxn>
                <a:cxn ang="0">
                  <a:pos x="1" y="5"/>
                </a:cxn>
                <a:cxn ang="0">
                  <a:pos x="2" y="5"/>
                </a:cxn>
                <a:cxn ang="0">
                  <a:pos x="2" y="5"/>
                </a:cxn>
                <a:cxn ang="0">
                  <a:pos x="2" y="6"/>
                </a:cxn>
                <a:cxn ang="0">
                  <a:pos x="3" y="6"/>
                </a:cxn>
                <a:cxn ang="0">
                  <a:pos x="10" y="2"/>
                </a:cxn>
                <a:cxn ang="0">
                  <a:pos x="9" y="1"/>
                </a:cxn>
                <a:cxn ang="0">
                  <a:pos x="10" y="1"/>
                </a:cxn>
                <a:cxn ang="0">
                  <a:pos x="10" y="0"/>
                </a:cxn>
                <a:cxn ang="0">
                  <a:pos x="9" y="1"/>
                </a:cxn>
                <a:cxn ang="0">
                  <a:pos x="9" y="1"/>
                </a:cxn>
                <a:cxn ang="0">
                  <a:pos x="8" y="1"/>
                </a:cxn>
                <a:cxn ang="0">
                  <a:pos x="8" y="1"/>
                </a:cxn>
                <a:cxn ang="0">
                  <a:pos x="8" y="2"/>
                </a:cxn>
                <a:cxn ang="0">
                  <a:pos x="10" y="2"/>
                </a:cxn>
                <a:cxn ang="0">
                  <a:pos x="10" y="2"/>
                </a:cxn>
              </a:cxnLst>
              <a:rect l="0" t="0" r="r" b="b"/>
              <a:pathLst>
                <a:path w="10" h="6">
                  <a:moveTo>
                    <a:pt x="3" y="6"/>
                  </a:moveTo>
                  <a:cubicBezTo>
                    <a:pt x="2" y="6"/>
                    <a:pt x="2" y="6"/>
                    <a:pt x="2" y="6"/>
                  </a:cubicBezTo>
                  <a:cubicBezTo>
                    <a:pt x="1" y="6"/>
                    <a:pt x="1" y="5"/>
                    <a:pt x="1" y="5"/>
                  </a:cubicBezTo>
                  <a:cubicBezTo>
                    <a:pt x="1" y="5"/>
                    <a:pt x="0" y="5"/>
                    <a:pt x="0" y="5"/>
                  </a:cubicBezTo>
                  <a:cubicBezTo>
                    <a:pt x="0" y="5"/>
                    <a:pt x="1" y="5"/>
                    <a:pt x="1" y="5"/>
                  </a:cubicBezTo>
                  <a:cubicBezTo>
                    <a:pt x="1" y="5"/>
                    <a:pt x="1" y="5"/>
                    <a:pt x="2" y="5"/>
                  </a:cubicBezTo>
                  <a:cubicBezTo>
                    <a:pt x="2" y="5"/>
                    <a:pt x="2" y="5"/>
                    <a:pt x="2" y="5"/>
                  </a:cubicBezTo>
                  <a:cubicBezTo>
                    <a:pt x="2" y="5"/>
                    <a:pt x="1" y="6"/>
                    <a:pt x="2" y="6"/>
                  </a:cubicBezTo>
                  <a:cubicBezTo>
                    <a:pt x="2" y="6"/>
                    <a:pt x="2" y="6"/>
                    <a:pt x="3" y="6"/>
                  </a:cubicBezTo>
                  <a:close/>
                  <a:moveTo>
                    <a:pt x="10" y="2"/>
                  </a:moveTo>
                  <a:cubicBezTo>
                    <a:pt x="10" y="2"/>
                    <a:pt x="9" y="1"/>
                    <a:pt x="9" y="1"/>
                  </a:cubicBezTo>
                  <a:cubicBezTo>
                    <a:pt x="9" y="1"/>
                    <a:pt x="10" y="1"/>
                    <a:pt x="10" y="1"/>
                  </a:cubicBezTo>
                  <a:cubicBezTo>
                    <a:pt x="10" y="1"/>
                    <a:pt x="10" y="0"/>
                    <a:pt x="10" y="0"/>
                  </a:cubicBezTo>
                  <a:cubicBezTo>
                    <a:pt x="10" y="1"/>
                    <a:pt x="10" y="1"/>
                    <a:pt x="9" y="1"/>
                  </a:cubicBezTo>
                  <a:cubicBezTo>
                    <a:pt x="9" y="1"/>
                    <a:pt x="9" y="1"/>
                    <a:pt x="9" y="1"/>
                  </a:cubicBezTo>
                  <a:cubicBezTo>
                    <a:pt x="9" y="1"/>
                    <a:pt x="9" y="1"/>
                    <a:pt x="8" y="1"/>
                  </a:cubicBezTo>
                  <a:cubicBezTo>
                    <a:pt x="9" y="1"/>
                    <a:pt x="8" y="1"/>
                    <a:pt x="8" y="1"/>
                  </a:cubicBezTo>
                  <a:cubicBezTo>
                    <a:pt x="8" y="1"/>
                    <a:pt x="8" y="2"/>
                    <a:pt x="8" y="2"/>
                  </a:cubicBezTo>
                  <a:cubicBezTo>
                    <a:pt x="9" y="2"/>
                    <a:pt x="10" y="3"/>
                    <a:pt x="10" y="2"/>
                  </a:cubicBezTo>
                  <a:cubicBezTo>
                    <a:pt x="10" y="2"/>
                    <a:pt x="10" y="2"/>
                    <a:pt x="10" y="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62" name="Albania">
              <a:extLst>
                <a:ext uri="{FF2B5EF4-FFF2-40B4-BE49-F238E27FC236}">
                  <a16:creationId xmlns:a16="http://schemas.microsoft.com/office/drawing/2014/main" id="{97675DD1-F4E6-6F8D-DFD4-2807507AC7FB}"/>
                </a:ext>
              </a:extLst>
            </p:cNvPr>
            <p:cNvSpPr>
              <a:spLocks/>
            </p:cNvSpPr>
            <p:nvPr/>
          </p:nvSpPr>
          <p:spPr bwMode="auto">
            <a:xfrm>
              <a:off x="6330849" y="2384931"/>
              <a:ext cx="56849" cy="116640"/>
            </a:xfrm>
            <a:custGeom>
              <a:avLst/>
              <a:gdLst/>
              <a:ahLst/>
              <a:cxnLst>
                <a:cxn ang="0">
                  <a:pos x="15" y="20"/>
                </a:cxn>
                <a:cxn ang="0">
                  <a:pos x="13" y="18"/>
                </a:cxn>
                <a:cxn ang="0">
                  <a:pos x="11" y="16"/>
                </a:cxn>
                <a:cxn ang="0">
                  <a:pos x="11" y="13"/>
                </a:cxn>
                <a:cxn ang="0">
                  <a:pos x="11" y="11"/>
                </a:cxn>
                <a:cxn ang="0">
                  <a:pos x="11" y="8"/>
                </a:cxn>
                <a:cxn ang="0">
                  <a:pos x="10" y="5"/>
                </a:cxn>
                <a:cxn ang="0">
                  <a:pos x="8" y="3"/>
                </a:cxn>
                <a:cxn ang="0">
                  <a:pos x="4" y="1"/>
                </a:cxn>
                <a:cxn ang="0">
                  <a:pos x="2" y="1"/>
                </a:cxn>
                <a:cxn ang="0">
                  <a:pos x="1" y="3"/>
                </a:cxn>
                <a:cxn ang="0">
                  <a:pos x="1" y="6"/>
                </a:cxn>
                <a:cxn ang="0">
                  <a:pos x="0" y="9"/>
                </a:cxn>
                <a:cxn ang="0">
                  <a:pos x="2" y="10"/>
                </a:cxn>
                <a:cxn ang="0">
                  <a:pos x="2" y="12"/>
                </a:cxn>
                <a:cxn ang="0">
                  <a:pos x="2" y="13"/>
                </a:cxn>
                <a:cxn ang="0">
                  <a:pos x="1" y="14"/>
                </a:cxn>
                <a:cxn ang="0">
                  <a:pos x="2" y="16"/>
                </a:cxn>
                <a:cxn ang="0">
                  <a:pos x="2" y="18"/>
                </a:cxn>
                <a:cxn ang="0">
                  <a:pos x="2" y="19"/>
                </a:cxn>
                <a:cxn ang="0">
                  <a:pos x="1" y="21"/>
                </a:cxn>
                <a:cxn ang="0">
                  <a:pos x="2" y="23"/>
                </a:cxn>
                <a:cxn ang="0">
                  <a:pos x="2" y="24"/>
                </a:cxn>
                <a:cxn ang="0">
                  <a:pos x="1" y="24"/>
                </a:cxn>
                <a:cxn ang="0">
                  <a:pos x="2" y="26"/>
                </a:cxn>
                <a:cxn ang="0">
                  <a:pos x="6" y="28"/>
                </a:cxn>
                <a:cxn ang="0">
                  <a:pos x="7" y="31"/>
                </a:cxn>
                <a:cxn ang="0">
                  <a:pos x="8" y="33"/>
                </a:cxn>
                <a:cxn ang="0">
                  <a:pos x="10" y="31"/>
                </a:cxn>
                <a:cxn ang="0">
                  <a:pos x="10" y="29"/>
                </a:cxn>
                <a:cxn ang="0">
                  <a:pos x="11" y="28"/>
                </a:cxn>
                <a:cxn ang="0">
                  <a:pos x="13" y="27"/>
                </a:cxn>
                <a:cxn ang="0">
                  <a:pos x="13" y="26"/>
                </a:cxn>
                <a:cxn ang="0">
                  <a:pos x="15" y="24"/>
                </a:cxn>
              </a:cxnLst>
              <a:rect l="0" t="0" r="r" b="b"/>
              <a:pathLst>
                <a:path w="16" h="33">
                  <a:moveTo>
                    <a:pt x="16" y="21"/>
                  </a:moveTo>
                  <a:cubicBezTo>
                    <a:pt x="16" y="21"/>
                    <a:pt x="15" y="21"/>
                    <a:pt x="15" y="20"/>
                  </a:cubicBezTo>
                  <a:cubicBezTo>
                    <a:pt x="15" y="19"/>
                    <a:pt x="15" y="19"/>
                    <a:pt x="15" y="19"/>
                  </a:cubicBezTo>
                  <a:cubicBezTo>
                    <a:pt x="14" y="18"/>
                    <a:pt x="13" y="20"/>
                    <a:pt x="13" y="18"/>
                  </a:cubicBezTo>
                  <a:cubicBezTo>
                    <a:pt x="13" y="18"/>
                    <a:pt x="13" y="17"/>
                    <a:pt x="12" y="17"/>
                  </a:cubicBezTo>
                  <a:cubicBezTo>
                    <a:pt x="11" y="17"/>
                    <a:pt x="12" y="16"/>
                    <a:pt x="11" y="16"/>
                  </a:cubicBezTo>
                  <a:cubicBezTo>
                    <a:pt x="11" y="15"/>
                    <a:pt x="11" y="14"/>
                    <a:pt x="11" y="14"/>
                  </a:cubicBezTo>
                  <a:cubicBezTo>
                    <a:pt x="11" y="14"/>
                    <a:pt x="11" y="13"/>
                    <a:pt x="11" y="13"/>
                  </a:cubicBezTo>
                  <a:cubicBezTo>
                    <a:pt x="11" y="13"/>
                    <a:pt x="10" y="12"/>
                    <a:pt x="10" y="12"/>
                  </a:cubicBezTo>
                  <a:cubicBezTo>
                    <a:pt x="11" y="12"/>
                    <a:pt x="11" y="12"/>
                    <a:pt x="11" y="11"/>
                  </a:cubicBezTo>
                  <a:cubicBezTo>
                    <a:pt x="11" y="11"/>
                    <a:pt x="11" y="10"/>
                    <a:pt x="11" y="9"/>
                  </a:cubicBezTo>
                  <a:cubicBezTo>
                    <a:pt x="11" y="9"/>
                    <a:pt x="11" y="9"/>
                    <a:pt x="11" y="8"/>
                  </a:cubicBezTo>
                  <a:cubicBezTo>
                    <a:pt x="11" y="8"/>
                    <a:pt x="11" y="7"/>
                    <a:pt x="11" y="6"/>
                  </a:cubicBezTo>
                  <a:cubicBezTo>
                    <a:pt x="11" y="6"/>
                    <a:pt x="11" y="5"/>
                    <a:pt x="10" y="5"/>
                  </a:cubicBezTo>
                  <a:cubicBezTo>
                    <a:pt x="10" y="4"/>
                    <a:pt x="9" y="4"/>
                    <a:pt x="9" y="3"/>
                  </a:cubicBezTo>
                  <a:cubicBezTo>
                    <a:pt x="8" y="3"/>
                    <a:pt x="8" y="3"/>
                    <a:pt x="8" y="3"/>
                  </a:cubicBezTo>
                  <a:cubicBezTo>
                    <a:pt x="7" y="2"/>
                    <a:pt x="7" y="1"/>
                    <a:pt x="6" y="1"/>
                  </a:cubicBezTo>
                  <a:cubicBezTo>
                    <a:pt x="5" y="1"/>
                    <a:pt x="4" y="2"/>
                    <a:pt x="4" y="1"/>
                  </a:cubicBezTo>
                  <a:cubicBezTo>
                    <a:pt x="3" y="1"/>
                    <a:pt x="4" y="0"/>
                    <a:pt x="3" y="0"/>
                  </a:cubicBezTo>
                  <a:cubicBezTo>
                    <a:pt x="3" y="0"/>
                    <a:pt x="2" y="1"/>
                    <a:pt x="2" y="1"/>
                  </a:cubicBezTo>
                  <a:cubicBezTo>
                    <a:pt x="2" y="1"/>
                    <a:pt x="2" y="2"/>
                    <a:pt x="1" y="2"/>
                  </a:cubicBezTo>
                  <a:cubicBezTo>
                    <a:pt x="1" y="3"/>
                    <a:pt x="1" y="3"/>
                    <a:pt x="1" y="3"/>
                  </a:cubicBezTo>
                  <a:cubicBezTo>
                    <a:pt x="0" y="4"/>
                    <a:pt x="0" y="4"/>
                    <a:pt x="0" y="5"/>
                  </a:cubicBezTo>
                  <a:cubicBezTo>
                    <a:pt x="0" y="6"/>
                    <a:pt x="1" y="6"/>
                    <a:pt x="1" y="6"/>
                  </a:cubicBezTo>
                  <a:cubicBezTo>
                    <a:pt x="1" y="7"/>
                    <a:pt x="1" y="7"/>
                    <a:pt x="0" y="7"/>
                  </a:cubicBezTo>
                  <a:cubicBezTo>
                    <a:pt x="0" y="8"/>
                    <a:pt x="1" y="8"/>
                    <a:pt x="0" y="9"/>
                  </a:cubicBezTo>
                  <a:cubicBezTo>
                    <a:pt x="1" y="8"/>
                    <a:pt x="2" y="9"/>
                    <a:pt x="2" y="9"/>
                  </a:cubicBezTo>
                  <a:cubicBezTo>
                    <a:pt x="3" y="9"/>
                    <a:pt x="2" y="10"/>
                    <a:pt x="2" y="10"/>
                  </a:cubicBezTo>
                  <a:cubicBezTo>
                    <a:pt x="2" y="11"/>
                    <a:pt x="3" y="11"/>
                    <a:pt x="3" y="11"/>
                  </a:cubicBezTo>
                  <a:cubicBezTo>
                    <a:pt x="2" y="11"/>
                    <a:pt x="2" y="12"/>
                    <a:pt x="2" y="12"/>
                  </a:cubicBezTo>
                  <a:cubicBezTo>
                    <a:pt x="2" y="12"/>
                    <a:pt x="2" y="12"/>
                    <a:pt x="1" y="12"/>
                  </a:cubicBezTo>
                  <a:cubicBezTo>
                    <a:pt x="1" y="12"/>
                    <a:pt x="2" y="12"/>
                    <a:pt x="2" y="13"/>
                  </a:cubicBezTo>
                  <a:cubicBezTo>
                    <a:pt x="2" y="13"/>
                    <a:pt x="1" y="14"/>
                    <a:pt x="1" y="14"/>
                  </a:cubicBezTo>
                  <a:cubicBezTo>
                    <a:pt x="1" y="14"/>
                    <a:pt x="1" y="14"/>
                    <a:pt x="1" y="14"/>
                  </a:cubicBezTo>
                  <a:cubicBezTo>
                    <a:pt x="1" y="15"/>
                    <a:pt x="1" y="14"/>
                    <a:pt x="2" y="15"/>
                  </a:cubicBezTo>
                  <a:cubicBezTo>
                    <a:pt x="2" y="15"/>
                    <a:pt x="2" y="16"/>
                    <a:pt x="2" y="16"/>
                  </a:cubicBezTo>
                  <a:cubicBezTo>
                    <a:pt x="1" y="17"/>
                    <a:pt x="2" y="18"/>
                    <a:pt x="2" y="19"/>
                  </a:cubicBezTo>
                  <a:cubicBezTo>
                    <a:pt x="2" y="18"/>
                    <a:pt x="2" y="18"/>
                    <a:pt x="2" y="18"/>
                  </a:cubicBezTo>
                  <a:cubicBezTo>
                    <a:pt x="2" y="18"/>
                    <a:pt x="3" y="19"/>
                    <a:pt x="2" y="19"/>
                  </a:cubicBezTo>
                  <a:cubicBezTo>
                    <a:pt x="1" y="19"/>
                    <a:pt x="1" y="19"/>
                    <a:pt x="2" y="19"/>
                  </a:cubicBezTo>
                  <a:cubicBezTo>
                    <a:pt x="1" y="19"/>
                    <a:pt x="1" y="19"/>
                    <a:pt x="1" y="20"/>
                  </a:cubicBezTo>
                  <a:cubicBezTo>
                    <a:pt x="1" y="20"/>
                    <a:pt x="1" y="20"/>
                    <a:pt x="1" y="21"/>
                  </a:cubicBezTo>
                  <a:cubicBezTo>
                    <a:pt x="1" y="22"/>
                    <a:pt x="0" y="22"/>
                    <a:pt x="1" y="23"/>
                  </a:cubicBezTo>
                  <a:cubicBezTo>
                    <a:pt x="1" y="22"/>
                    <a:pt x="2" y="23"/>
                    <a:pt x="2" y="23"/>
                  </a:cubicBezTo>
                  <a:cubicBezTo>
                    <a:pt x="2" y="24"/>
                    <a:pt x="1" y="23"/>
                    <a:pt x="1" y="23"/>
                  </a:cubicBezTo>
                  <a:cubicBezTo>
                    <a:pt x="1" y="24"/>
                    <a:pt x="2" y="24"/>
                    <a:pt x="2" y="24"/>
                  </a:cubicBezTo>
                  <a:cubicBezTo>
                    <a:pt x="2" y="25"/>
                    <a:pt x="2" y="26"/>
                    <a:pt x="2" y="25"/>
                  </a:cubicBezTo>
                  <a:cubicBezTo>
                    <a:pt x="1" y="25"/>
                    <a:pt x="1" y="24"/>
                    <a:pt x="1" y="24"/>
                  </a:cubicBezTo>
                  <a:cubicBezTo>
                    <a:pt x="0" y="24"/>
                    <a:pt x="1" y="25"/>
                    <a:pt x="1" y="25"/>
                  </a:cubicBezTo>
                  <a:cubicBezTo>
                    <a:pt x="1" y="25"/>
                    <a:pt x="2" y="26"/>
                    <a:pt x="2" y="26"/>
                  </a:cubicBezTo>
                  <a:cubicBezTo>
                    <a:pt x="3" y="27"/>
                    <a:pt x="3" y="27"/>
                    <a:pt x="4" y="27"/>
                  </a:cubicBezTo>
                  <a:cubicBezTo>
                    <a:pt x="4" y="28"/>
                    <a:pt x="5" y="28"/>
                    <a:pt x="6" y="28"/>
                  </a:cubicBezTo>
                  <a:cubicBezTo>
                    <a:pt x="6" y="29"/>
                    <a:pt x="7" y="29"/>
                    <a:pt x="6" y="30"/>
                  </a:cubicBezTo>
                  <a:cubicBezTo>
                    <a:pt x="7" y="30"/>
                    <a:pt x="7" y="30"/>
                    <a:pt x="7" y="31"/>
                  </a:cubicBezTo>
                  <a:cubicBezTo>
                    <a:pt x="7" y="31"/>
                    <a:pt x="7" y="32"/>
                    <a:pt x="7" y="32"/>
                  </a:cubicBezTo>
                  <a:cubicBezTo>
                    <a:pt x="7" y="32"/>
                    <a:pt x="8" y="32"/>
                    <a:pt x="8" y="33"/>
                  </a:cubicBezTo>
                  <a:cubicBezTo>
                    <a:pt x="9" y="33"/>
                    <a:pt x="9" y="33"/>
                    <a:pt x="9" y="32"/>
                  </a:cubicBezTo>
                  <a:cubicBezTo>
                    <a:pt x="10" y="32"/>
                    <a:pt x="10" y="32"/>
                    <a:pt x="10" y="31"/>
                  </a:cubicBezTo>
                  <a:cubicBezTo>
                    <a:pt x="10" y="31"/>
                    <a:pt x="10" y="31"/>
                    <a:pt x="10" y="31"/>
                  </a:cubicBezTo>
                  <a:cubicBezTo>
                    <a:pt x="11" y="31"/>
                    <a:pt x="10" y="29"/>
                    <a:pt x="10" y="29"/>
                  </a:cubicBezTo>
                  <a:cubicBezTo>
                    <a:pt x="10" y="29"/>
                    <a:pt x="10" y="29"/>
                    <a:pt x="10" y="29"/>
                  </a:cubicBezTo>
                  <a:cubicBezTo>
                    <a:pt x="11" y="29"/>
                    <a:pt x="11" y="28"/>
                    <a:pt x="11" y="28"/>
                  </a:cubicBezTo>
                  <a:cubicBezTo>
                    <a:pt x="11" y="28"/>
                    <a:pt x="12" y="28"/>
                    <a:pt x="12" y="28"/>
                  </a:cubicBezTo>
                  <a:cubicBezTo>
                    <a:pt x="13" y="28"/>
                    <a:pt x="13" y="27"/>
                    <a:pt x="13" y="27"/>
                  </a:cubicBezTo>
                  <a:cubicBezTo>
                    <a:pt x="13" y="27"/>
                    <a:pt x="13" y="27"/>
                    <a:pt x="13" y="26"/>
                  </a:cubicBezTo>
                  <a:cubicBezTo>
                    <a:pt x="13" y="26"/>
                    <a:pt x="13" y="26"/>
                    <a:pt x="13" y="26"/>
                  </a:cubicBezTo>
                  <a:cubicBezTo>
                    <a:pt x="14" y="25"/>
                    <a:pt x="14" y="25"/>
                    <a:pt x="14" y="24"/>
                  </a:cubicBezTo>
                  <a:cubicBezTo>
                    <a:pt x="14" y="24"/>
                    <a:pt x="14" y="24"/>
                    <a:pt x="15" y="24"/>
                  </a:cubicBezTo>
                  <a:cubicBezTo>
                    <a:pt x="16" y="24"/>
                    <a:pt x="16" y="22"/>
                    <a:pt x="16" y="21"/>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sp>
          <p:nvSpPr>
            <p:cNvPr id="563" name="Afghanistan">
              <a:extLst>
                <a:ext uri="{FF2B5EF4-FFF2-40B4-BE49-F238E27FC236}">
                  <a16:creationId xmlns:a16="http://schemas.microsoft.com/office/drawing/2014/main" id="{900886DE-4D19-C416-FFF4-2CA195121731}"/>
                </a:ext>
              </a:extLst>
            </p:cNvPr>
            <p:cNvSpPr>
              <a:spLocks/>
            </p:cNvSpPr>
            <p:nvPr/>
          </p:nvSpPr>
          <p:spPr bwMode="auto">
            <a:xfrm>
              <a:off x="7679555" y="2547637"/>
              <a:ext cx="443035" cy="351880"/>
            </a:xfrm>
            <a:custGeom>
              <a:avLst/>
              <a:gdLst/>
              <a:ahLst/>
              <a:cxnLst>
                <a:cxn ang="0">
                  <a:pos x="118" y="12"/>
                </a:cxn>
                <a:cxn ang="0">
                  <a:pos x="114" y="11"/>
                </a:cxn>
                <a:cxn ang="0">
                  <a:pos x="109" y="11"/>
                </a:cxn>
                <a:cxn ang="0">
                  <a:pos x="106" y="13"/>
                </a:cxn>
                <a:cxn ang="0">
                  <a:pos x="96" y="19"/>
                </a:cxn>
                <a:cxn ang="0">
                  <a:pos x="93" y="8"/>
                </a:cxn>
                <a:cxn ang="0">
                  <a:pos x="90" y="4"/>
                </a:cxn>
                <a:cxn ang="0">
                  <a:pos x="86" y="0"/>
                </a:cxn>
                <a:cxn ang="0">
                  <a:pos x="83" y="1"/>
                </a:cxn>
                <a:cxn ang="0">
                  <a:pos x="80" y="5"/>
                </a:cxn>
                <a:cxn ang="0">
                  <a:pos x="78" y="9"/>
                </a:cxn>
                <a:cxn ang="0">
                  <a:pos x="74" y="11"/>
                </a:cxn>
                <a:cxn ang="0">
                  <a:pos x="70" y="12"/>
                </a:cxn>
                <a:cxn ang="0">
                  <a:pos x="68" y="13"/>
                </a:cxn>
                <a:cxn ang="0">
                  <a:pos x="63" y="16"/>
                </a:cxn>
                <a:cxn ang="0">
                  <a:pos x="58" y="13"/>
                </a:cxn>
                <a:cxn ang="0">
                  <a:pos x="54" y="12"/>
                </a:cxn>
                <a:cxn ang="0">
                  <a:pos x="46" y="12"/>
                </a:cxn>
                <a:cxn ang="0">
                  <a:pos x="40" y="10"/>
                </a:cxn>
                <a:cxn ang="0">
                  <a:pos x="34" y="14"/>
                </a:cxn>
                <a:cxn ang="0">
                  <a:pos x="32" y="24"/>
                </a:cxn>
                <a:cxn ang="0">
                  <a:pos x="26" y="27"/>
                </a:cxn>
                <a:cxn ang="0">
                  <a:pos x="21" y="28"/>
                </a:cxn>
                <a:cxn ang="0">
                  <a:pos x="20" y="33"/>
                </a:cxn>
                <a:cxn ang="0">
                  <a:pos x="14" y="35"/>
                </a:cxn>
                <a:cxn ang="0">
                  <a:pos x="5" y="31"/>
                </a:cxn>
                <a:cxn ang="0">
                  <a:pos x="4" y="35"/>
                </a:cxn>
                <a:cxn ang="0">
                  <a:pos x="3" y="42"/>
                </a:cxn>
                <a:cxn ang="0">
                  <a:pos x="2" y="45"/>
                </a:cxn>
                <a:cxn ang="0">
                  <a:pos x="2" y="53"/>
                </a:cxn>
                <a:cxn ang="0">
                  <a:pos x="4" y="55"/>
                </a:cxn>
                <a:cxn ang="0">
                  <a:pos x="7" y="72"/>
                </a:cxn>
                <a:cxn ang="0">
                  <a:pos x="13" y="77"/>
                </a:cxn>
                <a:cxn ang="0">
                  <a:pos x="18" y="83"/>
                </a:cxn>
                <a:cxn ang="0">
                  <a:pos x="26" y="99"/>
                </a:cxn>
                <a:cxn ang="0">
                  <a:pos x="42" y="99"/>
                </a:cxn>
                <a:cxn ang="0">
                  <a:pos x="57" y="96"/>
                </a:cxn>
                <a:cxn ang="0">
                  <a:pos x="60" y="87"/>
                </a:cxn>
                <a:cxn ang="0">
                  <a:pos x="63" y="80"/>
                </a:cxn>
                <a:cxn ang="0">
                  <a:pos x="68" y="79"/>
                </a:cxn>
                <a:cxn ang="0">
                  <a:pos x="70" y="76"/>
                </a:cxn>
                <a:cxn ang="0">
                  <a:pos x="76" y="73"/>
                </a:cxn>
                <a:cxn ang="0">
                  <a:pos x="78" y="72"/>
                </a:cxn>
                <a:cxn ang="0">
                  <a:pos x="83" y="74"/>
                </a:cxn>
                <a:cxn ang="0">
                  <a:pos x="85" y="69"/>
                </a:cxn>
                <a:cxn ang="0">
                  <a:pos x="85" y="63"/>
                </a:cxn>
                <a:cxn ang="0">
                  <a:pos x="89" y="58"/>
                </a:cxn>
                <a:cxn ang="0">
                  <a:pos x="91" y="54"/>
                </a:cxn>
                <a:cxn ang="0">
                  <a:pos x="87" y="49"/>
                </a:cxn>
                <a:cxn ang="0">
                  <a:pos x="96" y="49"/>
                </a:cxn>
                <a:cxn ang="0">
                  <a:pos x="98" y="47"/>
                </a:cxn>
                <a:cxn ang="0">
                  <a:pos x="96" y="42"/>
                </a:cxn>
                <a:cxn ang="0">
                  <a:pos x="99" y="38"/>
                </a:cxn>
                <a:cxn ang="0">
                  <a:pos x="99" y="32"/>
                </a:cxn>
                <a:cxn ang="0">
                  <a:pos x="94" y="25"/>
                </a:cxn>
                <a:cxn ang="0">
                  <a:pos x="98" y="22"/>
                </a:cxn>
                <a:cxn ang="0">
                  <a:pos x="101" y="20"/>
                </a:cxn>
                <a:cxn ang="0">
                  <a:pos x="108" y="17"/>
                </a:cxn>
                <a:cxn ang="0">
                  <a:pos x="118" y="18"/>
                </a:cxn>
                <a:cxn ang="0">
                  <a:pos x="122" y="16"/>
                </a:cxn>
                <a:cxn ang="0">
                  <a:pos x="123" y="13"/>
                </a:cxn>
              </a:cxnLst>
              <a:rect l="0" t="0" r="r" b="b"/>
              <a:pathLst>
                <a:path w="125" h="99">
                  <a:moveTo>
                    <a:pt x="123" y="12"/>
                  </a:moveTo>
                  <a:cubicBezTo>
                    <a:pt x="122" y="11"/>
                    <a:pt x="121" y="11"/>
                    <a:pt x="120" y="11"/>
                  </a:cubicBezTo>
                  <a:cubicBezTo>
                    <a:pt x="120" y="11"/>
                    <a:pt x="119" y="11"/>
                    <a:pt x="119" y="11"/>
                  </a:cubicBezTo>
                  <a:cubicBezTo>
                    <a:pt x="118" y="11"/>
                    <a:pt x="119" y="11"/>
                    <a:pt x="118" y="12"/>
                  </a:cubicBezTo>
                  <a:cubicBezTo>
                    <a:pt x="118" y="12"/>
                    <a:pt x="117" y="12"/>
                    <a:pt x="116" y="12"/>
                  </a:cubicBezTo>
                  <a:cubicBezTo>
                    <a:pt x="116" y="13"/>
                    <a:pt x="115" y="13"/>
                    <a:pt x="115" y="13"/>
                  </a:cubicBezTo>
                  <a:cubicBezTo>
                    <a:pt x="114" y="13"/>
                    <a:pt x="112" y="13"/>
                    <a:pt x="114" y="12"/>
                  </a:cubicBezTo>
                  <a:cubicBezTo>
                    <a:pt x="114" y="12"/>
                    <a:pt x="114" y="12"/>
                    <a:pt x="114" y="11"/>
                  </a:cubicBezTo>
                  <a:cubicBezTo>
                    <a:pt x="114" y="11"/>
                    <a:pt x="113" y="11"/>
                    <a:pt x="113" y="11"/>
                  </a:cubicBezTo>
                  <a:cubicBezTo>
                    <a:pt x="112" y="11"/>
                    <a:pt x="111" y="10"/>
                    <a:pt x="111" y="11"/>
                  </a:cubicBezTo>
                  <a:cubicBezTo>
                    <a:pt x="110" y="11"/>
                    <a:pt x="110" y="11"/>
                    <a:pt x="110" y="11"/>
                  </a:cubicBezTo>
                  <a:cubicBezTo>
                    <a:pt x="109" y="11"/>
                    <a:pt x="109" y="11"/>
                    <a:pt x="109" y="11"/>
                  </a:cubicBezTo>
                  <a:cubicBezTo>
                    <a:pt x="109" y="11"/>
                    <a:pt x="109" y="11"/>
                    <a:pt x="108" y="11"/>
                  </a:cubicBezTo>
                  <a:cubicBezTo>
                    <a:pt x="108" y="12"/>
                    <a:pt x="108" y="12"/>
                    <a:pt x="108" y="12"/>
                  </a:cubicBezTo>
                  <a:cubicBezTo>
                    <a:pt x="108" y="12"/>
                    <a:pt x="107" y="12"/>
                    <a:pt x="107" y="13"/>
                  </a:cubicBezTo>
                  <a:cubicBezTo>
                    <a:pt x="107" y="13"/>
                    <a:pt x="106" y="13"/>
                    <a:pt x="106" y="13"/>
                  </a:cubicBezTo>
                  <a:cubicBezTo>
                    <a:pt x="105" y="14"/>
                    <a:pt x="106" y="15"/>
                    <a:pt x="104" y="15"/>
                  </a:cubicBezTo>
                  <a:cubicBezTo>
                    <a:pt x="103" y="16"/>
                    <a:pt x="103" y="16"/>
                    <a:pt x="102" y="16"/>
                  </a:cubicBezTo>
                  <a:cubicBezTo>
                    <a:pt x="101" y="16"/>
                    <a:pt x="101" y="17"/>
                    <a:pt x="100" y="17"/>
                  </a:cubicBezTo>
                  <a:cubicBezTo>
                    <a:pt x="99" y="18"/>
                    <a:pt x="98" y="20"/>
                    <a:pt x="96" y="19"/>
                  </a:cubicBezTo>
                  <a:cubicBezTo>
                    <a:pt x="95" y="18"/>
                    <a:pt x="94" y="16"/>
                    <a:pt x="94" y="14"/>
                  </a:cubicBezTo>
                  <a:cubicBezTo>
                    <a:pt x="94" y="14"/>
                    <a:pt x="94" y="13"/>
                    <a:pt x="94" y="12"/>
                  </a:cubicBezTo>
                  <a:cubicBezTo>
                    <a:pt x="93" y="11"/>
                    <a:pt x="94" y="10"/>
                    <a:pt x="93" y="10"/>
                  </a:cubicBezTo>
                  <a:cubicBezTo>
                    <a:pt x="93" y="9"/>
                    <a:pt x="93" y="8"/>
                    <a:pt x="93" y="8"/>
                  </a:cubicBezTo>
                  <a:cubicBezTo>
                    <a:pt x="93" y="7"/>
                    <a:pt x="93" y="7"/>
                    <a:pt x="93" y="6"/>
                  </a:cubicBezTo>
                  <a:cubicBezTo>
                    <a:pt x="93" y="6"/>
                    <a:pt x="93" y="5"/>
                    <a:pt x="92" y="5"/>
                  </a:cubicBezTo>
                  <a:cubicBezTo>
                    <a:pt x="91" y="6"/>
                    <a:pt x="91" y="6"/>
                    <a:pt x="90" y="6"/>
                  </a:cubicBezTo>
                  <a:cubicBezTo>
                    <a:pt x="90" y="5"/>
                    <a:pt x="90" y="4"/>
                    <a:pt x="90" y="4"/>
                  </a:cubicBezTo>
                  <a:cubicBezTo>
                    <a:pt x="90" y="2"/>
                    <a:pt x="90" y="2"/>
                    <a:pt x="89" y="1"/>
                  </a:cubicBezTo>
                  <a:cubicBezTo>
                    <a:pt x="88" y="1"/>
                    <a:pt x="88" y="0"/>
                    <a:pt x="87" y="0"/>
                  </a:cubicBezTo>
                  <a:cubicBezTo>
                    <a:pt x="87" y="0"/>
                    <a:pt x="86" y="0"/>
                    <a:pt x="86" y="0"/>
                  </a:cubicBezTo>
                  <a:cubicBezTo>
                    <a:pt x="86" y="0"/>
                    <a:pt x="86" y="0"/>
                    <a:pt x="86" y="0"/>
                  </a:cubicBezTo>
                  <a:cubicBezTo>
                    <a:pt x="86" y="0"/>
                    <a:pt x="85" y="0"/>
                    <a:pt x="85" y="0"/>
                  </a:cubicBezTo>
                  <a:cubicBezTo>
                    <a:pt x="85" y="0"/>
                    <a:pt x="84" y="0"/>
                    <a:pt x="83" y="0"/>
                  </a:cubicBezTo>
                  <a:cubicBezTo>
                    <a:pt x="83" y="0"/>
                    <a:pt x="84" y="1"/>
                    <a:pt x="84" y="1"/>
                  </a:cubicBezTo>
                  <a:cubicBezTo>
                    <a:pt x="83" y="1"/>
                    <a:pt x="83" y="1"/>
                    <a:pt x="83" y="1"/>
                  </a:cubicBezTo>
                  <a:cubicBezTo>
                    <a:pt x="83" y="1"/>
                    <a:pt x="83" y="2"/>
                    <a:pt x="83" y="2"/>
                  </a:cubicBezTo>
                  <a:cubicBezTo>
                    <a:pt x="83" y="3"/>
                    <a:pt x="82" y="3"/>
                    <a:pt x="82" y="4"/>
                  </a:cubicBezTo>
                  <a:cubicBezTo>
                    <a:pt x="82" y="4"/>
                    <a:pt x="81" y="5"/>
                    <a:pt x="81" y="5"/>
                  </a:cubicBezTo>
                  <a:cubicBezTo>
                    <a:pt x="81" y="6"/>
                    <a:pt x="81" y="5"/>
                    <a:pt x="80" y="5"/>
                  </a:cubicBezTo>
                  <a:cubicBezTo>
                    <a:pt x="80" y="6"/>
                    <a:pt x="81" y="6"/>
                    <a:pt x="81" y="7"/>
                  </a:cubicBezTo>
                  <a:cubicBezTo>
                    <a:pt x="81" y="7"/>
                    <a:pt x="82" y="7"/>
                    <a:pt x="82" y="8"/>
                  </a:cubicBezTo>
                  <a:cubicBezTo>
                    <a:pt x="82" y="9"/>
                    <a:pt x="81" y="10"/>
                    <a:pt x="80" y="10"/>
                  </a:cubicBezTo>
                  <a:cubicBezTo>
                    <a:pt x="80" y="10"/>
                    <a:pt x="79" y="9"/>
                    <a:pt x="78" y="9"/>
                  </a:cubicBezTo>
                  <a:cubicBezTo>
                    <a:pt x="78" y="9"/>
                    <a:pt x="78" y="9"/>
                    <a:pt x="77" y="9"/>
                  </a:cubicBezTo>
                  <a:cubicBezTo>
                    <a:pt x="77" y="9"/>
                    <a:pt x="76" y="9"/>
                    <a:pt x="76" y="9"/>
                  </a:cubicBezTo>
                  <a:cubicBezTo>
                    <a:pt x="75" y="9"/>
                    <a:pt x="75" y="9"/>
                    <a:pt x="75" y="10"/>
                  </a:cubicBezTo>
                  <a:cubicBezTo>
                    <a:pt x="75" y="10"/>
                    <a:pt x="74" y="11"/>
                    <a:pt x="74" y="11"/>
                  </a:cubicBezTo>
                  <a:cubicBezTo>
                    <a:pt x="75" y="12"/>
                    <a:pt x="75" y="12"/>
                    <a:pt x="75" y="13"/>
                  </a:cubicBezTo>
                  <a:cubicBezTo>
                    <a:pt x="75" y="13"/>
                    <a:pt x="75" y="14"/>
                    <a:pt x="74" y="14"/>
                  </a:cubicBezTo>
                  <a:cubicBezTo>
                    <a:pt x="74" y="15"/>
                    <a:pt x="73" y="14"/>
                    <a:pt x="73" y="14"/>
                  </a:cubicBezTo>
                  <a:cubicBezTo>
                    <a:pt x="72" y="13"/>
                    <a:pt x="71" y="12"/>
                    <a:pt x="70" y="12"/>
                  </a:cubicBezTo>
                  <a:cubicBezTo>
                    <a:pt x="70" y="12"/>
                    <a:pt x="71" y="13"/>
                    <a:pt x="70" y="13"/>
                  </a:cubicBezTo>
                  <a:cubicBezTo>
                    <a:pt x="70" y="13"/>
                    <a:pt x="69" y="12"/>
                    <a:pt x="69" y="12"/>
                  </a:cubicBezTo>
                  <a:cubicBezTo>
                    <a:pt x="69" y="12"/>
                    <a:pt x="70" y="13"/>
                    <a:pt x="70" y="13"/>
                  </a:cubicBezTo>
                  <a:cubicBezTo>
                    <a:pt x="69" y="12"/>
                    <a:pt x="68" y="13"/>
                    <a:pt x="68" y="13"/>
                  </a:cubicBezTo>
                  <a:cubicBezTo>
                    <a:pt x="68" y="14"/>
                    <a:pt x="66" y="14"/>
                    <a:pt x="66" y="14"/>
                  </a:cubicBezTo>
                  <a:cubicBezTo>
                    <a:pt x="66" y="15"/>
                    <a:pt x="65" y="14"/>
                    <a:pt x="65" y="15"/>
                  </a:cubicBezTo>
                  <a:cubicBezTo>
                    <a:pt x="66" y="16"/>
                    <a:pt x="65" y="15"/>
                    <a:pt x="64" y="16"/>
                  </a:cubicBezTo>
                  <a:cubicBezTo>
                    <a:pt x="64" y="16"/>
                    <a:pt x="63" y="17"/>
                    <a:pt x="63" y="16"/>
                  </a:cubicBezTo>
                  <a:cubicBezTo>
                    <a:pt x="62" y="15"/>
                    <a:pt x="62" y="15"/>
                    <a:pt x="61" y="15"/>
                  </a:cubicBezTo>
                  <a:cubicBezTo>
                    <a:pt x="60" y="14"/>
                    <a:pt x="61" y="13"/>
                    <a:pt x="60" y="13"/>
                  </a:cubicBezTo>
                  <a:cubicBezTo>
                    <a:pt x="59" y="13"/>
                    <a:pt x="59" y="13"/>
                    <a:pt x="59" y="13"/>
                  </a:cubicBezTo>
                  <a:cubicBezTo>
                    <a:pt x="58" y="13"/>
                    <a:pt x="58" y="13"/>
                    <a:pt x="58" y="13"/>
                  </a:cubicBezTo>
                  <a:cubicBezTo>
                    <a:pt x="58" y="12"/>
                    <a:pt x="57" y="13"/>
                    <a:pt x="57" y="13"/>
                  </a:cubicBezTo>
                  <a:cubicBezTo>
                    <a:pt x="56" y="13"/>
                    <a:pt x="56" y="14"/>
                    <a:pt x="56" y="14"/>
                  </a:cubicBezTo>
                  <a:cubicBezTo>
                    <a:pt x="55" y="14"/>
                    <a:pt x="55" y="13"/>
                    <a:pt x="55" y="13"/>
                  </a:cubicBezTo>
                  <a:cubicBezTo>
                    <a:pt x="55" y="13"/>
                    <a:pt x="54" y="13"/>
                    <a:pt x="54" y="12"/>
                  </a:cubicBezTo>
                  <a:cubicBezTo>
                    <a:pt x="54" y="12"/>
                    <a:pt x="54" y="12"/>
                    <a:pt x="53" y="12"/>
                  </a:cubicBezTo>
                  <a:cubicBezTo>
                    <a:pt x="53" y="11"/>
                    <a:pt x="51" y="12"/>
                    <a:pt x="50" y="12"/>
                  </a:cubicBezTo>
                  <a:cubicBezTo>
                    <a:pt x="49" y="12"/>
                    <a:pt x="49" y="12"/>
                    <a:pt x="48" y="12"/>
                  </a:cubicBezTo>
                  <a:cubicBezTo>
                    <a:pt x="48" y="12"/>
                    <a:pt x="46" y="12"/>
                    <a:pt x="46" y="12"/>
                  </a:cubicBezTo>
                  <a:cubicBezTo>
                    <a:pt x="46" y="11"/>
                    <a:pt x="45" y="12"/>
                    <a:pt x="45" y="11"/>
                  </a:cubicBezTo>
                  <a:cubicBezTo>
                    <a:pt x="44" y="11"/>
                    <a:pt x="44" y="11"/>
                    <a:pt x="44" y="11"/>
                  </a:cubicBezTo>
                  <a:cubicBezTo>
                    <a:pt x="43" y="10"/>
                    <a:pt x="42" y="10"/>
                    <a:pt x="41" y="9"/>
                  </a:cubicBezTo>
                  <a:cubicBezTo>
                    <a:pt x="41" y="9"/>
                    <a:pt x="41" y="10"/>
                    <a:pt x="40" y="10"/>
                  </a:cubicBezTo>
                  <a:cubicBezTo>
                    <a:pt x="40" y="11"/>
                    <a:pt x="41" y="11"/>
                    <a:pt x="41" y="12"/>
                  </a:cubicBezTo>
                  <a:cubicBezTo>
                    <a:pt x="40" y="13"/>
                    <a:pt x="39" y="13"/>
                    <a:pt x="37" y="13"/>
                  </a:cubicBezTo>
                  <a:cubicBezTo>
                    <a:pt x="37" y="13"/>
                    <a:pt x="36" y="13"/>
                    <a:pt x="35" y="13"/>
                  </a:cubicBezTo>
                  <a:cubicBezTo>
                    <a:pt x="35" y="14"/>
                    <a:pt x="34" y="14"/>
                    <a:pt x="34" y="14"/>
                  </a:cubicBezTo>
                  <a:cubicBezTo>
                    <a:pt x="33" y="15"/>
                    <a:pt x="34" y="16"/>
                    <a:pt x="34" y="17"/>
                  </a:cubicBezTo>
                  <a:cubicBezTo>
                    <a:pt x="33" y="18"/>
                    <a:pt x="33" y="19"/>
                    <a:pt x="33" y="19"/>
                  </a:cubicBezTo>
                  <a:cubicBezTo>
                    <a:pt x="33" y="20"/>
                    <a:pt x="33" y="21"/>
                    <a:pt x="33" y="21"/>
                  </a:cubicBezTo>
                  <a:cubicBezTo>
                    <a:pt x="33" y="22"/>
                    <a:pt x="33" y="24"/>
                    <a:pt x="32" y="24"/>
                  </a:cubicBezTo>
                  <a:cubicBezTo>
                    <a:pt x="31" y="24"/>
                    <a:pt x="31" y="25"/>
                    <a:pt x="30" y="25"/>
                  </a:cubicBezTo>
                  <a:cubicBezTo>
                    <a:pt x="29" y="25"/>
                    <a:pt x="29" y="26"/>
                    <a:pt x="29" y="27"/>
                  </a:cubicBezTo>
                  <a:cubicBezTo>
                    <a:pt x="29" y="26"/>
                    <a:pt x="28" y="26"/>
                    <a:pt x="28" y="26"/>
                  </a:cubicBezTo>
                  <a:cubicBezTo>
                    <a:pt x="27" y="27"/>
                    <a:pt x="27" y="27"/>
                    <a:pt x="26" y="27"/>
                  </a:cubicBezTo>
                  <a:cubicBezTo>
                    <a:pt x="25" y="27"/>
                    <a:pt x="25" y="27"/>
                    <a:pt x="25" y="27"/>
                  </a:cubicBezTo>
                  <a:cubicBezTo>
                    <a:pt x="25" y="28"/>
                    <a:pt x="24" y="28"/>
                    <a:pt x="24" y="28"/>
                  </a:cubicBezTo>
                  <a:cubicBezTo>
                    <a:pt x="23" y="28"/>
                    <a:pt x="23" y="28"/>
                    <a:pt x="22" y="28"/>
                  </a:cubicBezTo>
                  <a:cubicBezTo>
                    <a:pt x="22" y="28"/>
                    <a:pt x="21" y="28"/>
                    <a:pt x="21" y="28"/>
                  </a:cubicBezTo>
                  <a:cubicBezTo>
                    <a:pt x="21" y="28"/>
                    <a:pt x="22" y="30"/>
                    <a:pt x="22" y="30"/>
                  </a:cubicBezTo>
                  <a:cubicBezTo>
                    <a:pt x="22" y="30"/>
                    <a:pt x="21" y="31"/>
                    <a:pt x="21" y="31"/>
                  </a:cubicBezTo>
                  <a:cubicBezTo>
                    <a:pt x="21" y="31"/>
                    <a:pt x="21" y="31"/>
                    <a:pt x="22" y="32"/>
                  </a:cubicBezTo>
                  <a:cubicBezTo>
                    <a:pt x="22" y="33"/>
                    <a:pt x="21" y="33"/>
                    <a:pt x="20" y="33"/>
                  </a:cubicBezTo>
                  <a:cubicBezTo>
                    <a:pt x="19" y="34"/>
                    <a:pt x="19" y="35"/>
                    <a:pt x="18" y="35"/>
                  </a:cubicBezTo>
                  <a:cubicBezTo>
                    <a:pt x="17" y="35"/>
                    <a:pt x="16" y="34"/>
                    <a:pt x="16" y="35"/>
                  </a:cubicBezTo>
                  <a:cubicBezTo>
                    <a:pt x="15" y="35"/>
                    <a:pt x="15" y="36"/>
                    <a:pt x="15" y="36"/>
                  </a:cubicBezTo>
                  <a:cubicBezTo>
                    <a:pt x="15" y="36"/>
                    <a:pt x="14" y="35"/>
                    <a:pt x="14" y="35"/>
                  </a:cubicBezTo>
                  <a:cubicBezTo>
                    <a:pt x="14" y="34"/>
                    <a:pt x="13" y="34"/>
                    <a:pt x="13" y="33"/>
                  </a:cubicBezTo>
                  <a:cubicBezTo>
                    <a:pt x="12" y="33"/>
                    <a:pt x="11" y="33"/>
                    <a:pt x="10" y="33"/>
                  </a:cubicBezTo>
                  <a:cubicBezTo>
                    <a:pt x="9" y="33"/>
                    <a:pt x="8" y="33"/>
                    <a:pt x="7" y="32"/>
                  </a:cubicBezTo>
                  <a:cubicBezTo>
                    <a:pt x="7" y="32"/>
                    <a:pt x="5" y="30"/>
                    <a:pt x="5" y="31"/>
                  </a:cubicBezTo>
                  <a:cubicBezTo>
                    <a:pt x="4" y="31"/>
                    <a:pt x="5" y="31"/>
                    <a:pt x="5" y="32"/>
                  </a:cubicBezTo>
                  <a:cubicBezTo>
                    <a:pt x="5" y="32"/>
                    <a:pt x="4" y="33"/>
                    <a:pt x="4" y="33"/>
                  </a:cubicBezTo>
                  <a:cubicBezTo>
                    <a:pt x="4" y="33"/>
                    <a:pt x="4" y="34"/>
                    <a:pt x="4" y="34"/>
                  </a:cubicBezTo>
                  <a:cubicBezTo>
                    <a:pt x="4" y="34"/>
                    <a:pt x="4" y="35"/>
                    <a:pt x="4" y="35"/>
                  </a:cubicBezTo>
                  <a:cubicBezTo>
                    <a:pt x="4" y="36"/>
                    <a:pt x="4" y="36"/>
                    <a:pt x="4" y="37"/>
                  </a:cubicBezTo>
                  <a:cubicBezTo>
                    <a:pt x="4" y="38"/>
                    <a:pt x="4" y="39"/>
                    <a:pt x="4" y="40"/>
                  </a:cubicBezTo>
                  <a:cubicBezTo>
                    <a:pt x="4" y="41"/>
                    <a:pt x="4" y="41"/>
                    <a:pt x="3" y="42"/>
                  </a:cubicBezTo>
                  <a:cubicBezTo>
                    <a:pt x="3" y="42"/>
                    <a:pt x="3" y="42"/>
                    <a:pt x="3" y="42"/>
                  </a:cubicBezTo>
                  <a:cubicBezTo>
                    <a:pt x="2" y="43"/>
                    <a:pt x="1" y="43"/>
                    <a:pt x="2" y="43"/>
                  </a:cubicBezTo>
                  <a:cubicBezTo>
                    <a:pt x="3" y="44"/>
                    <a:pt x="3" y="44"/>
                    <a:pt x="4" y="45"/>
                  </a:cubicBezTo>
                  <a:cubicBezTo>
                    <a:pt x="3" y="45"/>
                    <a:pt x="2" y="45"/>
                    <a:pt x="2" y="45"/>
                  </a:cubicBezTo>
                  <a:cubicBezTo>
                    <a:pt x="1" y="45"/>
                    <a:pt x="2" y="45"/>
                    <a:pt x="2" y="45"/>
                  </a:cubicBezTo>
                  <a:cubicBezTo>
                    <a:pt x="1" y="46"/>
                    <a:pt x="1" y="46"/>
                    <a:pt x="1" y="46"/>
                  </a:cubicBezTo>
                  <a:cubicBezTo>
                    <a:pt x="0" y="47"/>
                    <a:pt x="1" y="48"/>
                    <a:pt x="1" y="49"/>
                  </a:cubicBezTo>
                  <a:cubicBezTo>
                    <a:pt x="1" y="50"/>
                    <a:pt x="2" y="51"/>
                    <a:pt x="1" y="51"/>
                  </a:cubicBezTo>
                  <a:cubicBezTo>
                    <a:pt x="1" y="52"/>
                    <a:pt x="1" y="52"/>
                    <a:pt x="2" y="53"/>
                  </a:cubicBezTo>
                  <a:cubicBezTo>
                    <a:pt x="3" y="54"/>
                    <a:pt x="4" y="53"/>
                    <a:pt x="5" y="54"/>
                  </a:cubicBezTo>
                  <a:cubicBezTo>
                    <a:pt x="6" y="54"/>
                    <a:pt x="5" y="54"/>
                    <a:pt x="5" y="54"/>
                  </a:cubicBezTo>
                  <a:cubicBezTo>
                    <a:pt x="5" y="54"/>
                    <a:pt x="5" y="55"/>
                    <a:pt x="5" y="55"/>
                  </a:cubicBezTo>
                  <a:cubicBezTo>
                    <a:pt x="5" y="55"/>
                    <a:pt x="4" y="55"/>
                    <a:pt x="4" y="55"/>
                  </a:cubicBezTo>
                  <a:cubicBezTo>
                    <a:pt x="3" y="56"/>
                    <a:pt x="3" y="58"/>
                    <a:pt x="3" y="59"/>
                  </a:cubicBezTo>
                  <a:cubicBezTo>
                    <a:pt x="4" y="62"/>
                    <a:pt x="5" y="65"/>
                    <a:pt x="7" y="67"/>
                  </a:cubicBezTo>
                  <a:cubicBezTo>
                    <a:pt x="7" y="68"/>
                    <a:pt x="7" y="69"/>
                    <a:pt x="7" y="70"/>
                  </a:cubicBezTo>
                  <a:cubicBezTo>
                    <a:pt x="7" y="71"/>
                    <a:pt x="7" y="72"/>
                    <a:pt x="7" y="72"/>
                  </a:cubicBezTo>
                  <a:cubicBezTo>
                    <a:pt x="7" y="73"/>
                    <a:pt x="7" y="74"/>
                    <a:pt x="8" y="75"/>
                  </a:cubicBezTo>
                  <a:cubicBezTo>
                    <a:pt x="8" y="75"/>
                    <a:pt x="8" y="76"/>
                    <a:pt x="8" y="76"/>
                  </a:cubicBezTo>
                  <a:cubicBezTo>
                    <a:pt x="8" y="76"/>
                    <a:pt x="10" y="76"/>
                    <a:pt x="10" y="76"/>
                  </a:cubicBezTo>
                  <a:cubicBezTo>
                    <a:pt x="11" y="77"/>
                    <a:pt x="12" y="77"/>
                    <a:pt x="13" y="77"/>
                  </a:cubicBezTo>
                  <a:cubicBezTo>
                    <a:pt x="14" y="77"/>
                    <a:pt x="16" y="77"/>
                    <a:pt x="17" y="78"/>
                  </a:cubicBezTo>
                  <a:cubicBezTo>
                    <a:pt x="17" y="78"/>
                    <a:pt x="17" y="79"/>
                    <a:pt x="18" y="80"/>
                  </a:cubicBezTo>
                  <a:cubicBezTo>
                    <a:pt x="18" y="81"/>
                    <a:pt x="18" y="82"/>
                    <a:pt x="18" y="82"/>
                  </a:cubicBezTo>
                  <a:cubicBezTo>
                    <a:pt x="18" y="82"/>
                    <a:pt x="18" y="83"/>
                    <a:pt x="18" y="83"/>
                  </a:cubicBezTo>
                  <a:cubicBezTo>
                    <a:pt x="17" y="84"/>
                    <a:pt x="17" y="85"/>
                    <a:pt x="17" y="85"/>
                  </a:cubicBezTo>
                  <a:cubicBezTo>
                    <a:pt x="15" y="88"/>
                    <a:pt x="13" y="91"/>
                    <a:pt x="11" y="94"/>
                  </a:cubicBezTo>
                  <a:cubicBezTo>
                    <a:pt x="14" y="95"/>
                    <a:pt x="17" y="96"/>
                    <a:pt x="20" y="97"/>
                  </a:cubicBezTo>
                  <a:cubicBezTo>
                    <a:pt x="22" y="98"/>
                    <a:pt x="24" y="98"/>
                    <a:pt x="26" y="99"/>
                  </a:cubicBezTo>
                  <a:cubicBezTo>
                    <a:pt x="27" y="99"/>
                    <a:pt x="29" y="99"/>
                    <a:pt x="31" y="99"/>
                  </a:cubicBezTo>
                  <a:cubicBezTo>
                    <a:pt x="33" y="98"/>
                    <a:pt x="35" y="98"/>
                    <a:pt x="37" y="98"/>
                  </a:cubicBezTo>
                  <a:cubicBezTo>
                    <a:pt x="38" y="98"/>
                    <a:pt x="38" y="98"/>
                    <a:pt x="39" y="99"/>
                  </a:cubicBezTo>
                  <a:cubicBezTo>
                    <a:pt x="40" y="99"/>
                    <a:pt x="41" y="99"/>
                    <a:pt x="42" y="99"/>
                  </a:cubicBezTo>
                  <a:cubicBezTo>
                    <a:pt x="42" y="99"/>
                    <a:pt x="42" y="98"/>
                    <a:pt x="43" y="98"/>
                  </a:cubicBezTo>
                  <a:cubicBezTo>
                    <a:pt x="44" y="98"/>
                    <a:pt x="44" y="97"/>
                    <a:pt x="45" y="97"/>
                  </a:cubicBezTo>
                  <a:cubicBezTo>
                    <a:pt x="47" y="97"/>
                    <a:pt x="49" y="98"/>
                    <a:pt x="51" y="97"/>
                  </a:cubicBezTo>
                  <a:cubicBezTo>
                    <a:pt x="53" y="97"/>
                    <a:pt x="55" y="96"/>
                    <a:pt x="57" y="96"/>
                  </a:cubicBezTo>
                  <a:cubicBezTo>
                    <a:pt x="57" y="95"/>
                    <a:pt x="58" y="95"/>
                    <a:pt x="59" y="95"/>
                  </a:cubicBezTo>
                  <a:cubicBezTo>
                    <a:pt x="60" y="95"/>
                    <a:pt x="61" y="94"/>
                    <a:pt x="61" y="94"/>
                  </a:cubicBezTo>
                  <a:cubicBezTo>
                    <a:pt x="63" y="93"/>
                    <a:pt x="60" y="92"/>
                    <a:pt x="61" y="91"/>
                  </a:cubicBezTo>
                  <a:cubicBezTo>
                    <a:pt x="61" y="90"/>
                    <a:pt x="61" y="88"/>
                    <a:pt x="60" y="87"/>
                  </a:cubicBezTo>
                  <a:cubicBezTo>
                    <a:pt x="60" y="86"/>
                    <a:pt x="60" y="85"/>
                    <a:pt x="60" y="84"/>
                  </a:cubicBezTo>
                  <a:cubicBezTo>
                    <a:pt x="60" y="84"/>
                    <a:pt x="60" y="83"/>
                    <a:pt x="60" y="82"/>
                  </a:cubicBezTo>
                  <a:cubicBezTo>
                    <a:pt x="61" y="82"/>
                    <a:pt x="62" y="82"/>
                    <a:pt x="62" y="82"/>
                  </a:cubicBezTo>
                  <a:cubicBezTo>
                    <a:pt x="63" y="81"/>
                    <a:pt x="63" y="81"/>
                    <a:pt x="63" y="80"/>
                  </a:cubicBezTo>
                  <a:cubicBezTo>
                    <a:pt x="63" y="79"/>
                    <a:pt x="63" y="79"/>
                    <a:pt x="64" y="79"/>
                  </a:cubicBezTo>
                  <a:cubicBezTo>
                    <a:pt x="64" y="78"/>
                    <a:pt x="65" y="78"/>
                    <a:pt x="65" y="78"/>
                  </a:cubicBezTo>
                  <a:cubicBezTo>
                    <a:pt x="66" y="78"/>
                    <a:pt x="66" y="79"/>
                    <a:pt x="66" y="79"/>
                  </a:cubicBezTo>
                  <a:cubicBezTo>
                    <a:pt x="67" y="79"/>
                    <a:pt x="68" y="79"/>
                    <a:pt x="68" y="79"/>
                  </a:cubicBezTo>
                  <a:cubicBezTo>
                    <a:pt x="69" y="79"/>
                    <a:pt x="70" y="79"/>
                    <a:pt x="71" y="78"/>
                  </a:cubicBezTo>
                  <a:cubicBezTo>
                    <a:pt x="72" y="78"/>
                    <a:pt x="73" y="78"/>
                    <a:pt x="73" y="77"/>
                  </a:cubicBezTo>
                  <a:cubicBezTo>
                    <a:pt x="73" y="77"/>
                    <a:pt x="72" y="77"/>
                    <a:pt x="71" y="77"/>
                  </a:cubicBezTo>
                  <a:cubicBezTo>
                    <a:pt x="71" y="77"/>
                    <a:pt x="71" y="76"/>
                    <a:pt x="70" y="76"/>
                  </a:cubicBezTo>
                  <a:cubicBezTo>
                    <a:pt x="71" y="76"/>
                    <a:pt x="72" y="76"/>
                    <a:pt x="72" y="75"/>
                  </a:cubicBezTo>
                  <a:cubicBezTo>
                    <a:pt x="73" y="74"/>
                    <a:pt x="73" y="75"/>
                    <a:pt x="74" y="74"/>
                  </a:cubicBezTo>
                  <a:cubicBezTo>
                    <a:pt x="75" y="74"/>
                    <a:pt x="75" y="73"/>
                    <a:pt x="75" y="73"/>
                  </a:cubicBezTo>
                  <a:cubicBezTo>
                    <a:pt x="75" y="72"/>
                    <a:pt x="76" y="73"/>
                    <a:pt x="76" y="73"/>
                  </a:cubicBezTo>
                  <a:cubicBezTo>
                    <a:pt x="77" y="73"/>
                    <a:pt x="77" y="73"/>
                    <a:pt x="78" y="73"/>
                  </a:cubicBezTo>
                  <a:cubicBezTo>
                    <a:pt x="78" y="73"/>
                    <a:pt x="78" y="74"/>
                    <a:pt x="79" y="73"/>
                  </a:cubicBezTo>
                  <a:cubicBezTo>
                    <a:pt x="79" y="73"/>
                    <a:pt x="79" y="73"/>
                    <a:pt x="79" y="73"/>
                  </a:cubicBezTo>
                  <a:cubicBezTo>
                    <a:pt x="78" y="73"/>
                    <a:pt x="78" y="73"/>
                    <a:pt x="78" y="72"/>
                  </a:cubicBezTo>
                  <a:cubicBezTo>
                    <a:pt x="79" y="72"/>
                    <a:pt x="80" y="73"/>
                    <a:pt x="80" y="73"/>
                  </a:cubicBezTo>
                  <a:cubicBezTo>
                    <a:pt x="81" y="73"/>
                    <a:pt x="80" y="73"/>
                    <a:pt x="81" y="74"/>
                  </a:cubicBezTo>
                  <a:cubicBezTo>
                    <a:pt x="81" y="74"/>
                    <a:pt x="81" y="74"/>
                    <a:pt x="81" y="74"/>
                  </a:cubicBezTo>
                  <a:cubicBezTo>
                    <a:pt x="82" y="75"/>
                    <a:pt x="82" y="75"/>
                    <a:pt x="83" y="74"/>
                  </a:cubicBezTo>
                  <a:cubicBezTo>
                    <a:pt x="83" y="74"/>
                    <a:pt x="84" y="74"/>
                    <a:pt x="84" y="74"/>
                  </a:cubicBezTo>
                  <a:cubicBezTo>
                    <a:pt x="84" y="74"/>
                    <a:pt x="84" y="74"/>
                    <a:pt x="84" y="73"/>
                  </a:cubicBezTo>
                  <a:cubicBezTo>
                    <a:pt x="85" y="73"/>
                    <a:pt x="85" y="72"/>
                    <a:pt x="86" y="71"/>
                  </a:cubicBezTo>
                  <a:cubicBezTo>
                    <a:pt x="86" y="71"/>
                    <a:pt x="85" y="70"/>
                    <a:pt x="85" y="69"/>
                  </a:cubicBezTo>
                  <a:cubicBezTo>
                    <a:pt x="85" y="68"/>
                    <a:pt x="85" y="68"/>
                    <a:pt x="85" y="67"/>
                  </a:cubicBezTo>
                  <a:cubicBezTo>
                    <a:pt x="84" y="66"/>
                    <a:pt x="84" y="66"/>
                    <a:pt x="84" y="65"/>
                  </a:cubicBezTo>
                  <a:cubicBezTo>
                    <a:pt x="84" y="65"/>
                    <a:pt x="85" y="64"/>
                    <a:pt x="85" y="64"/>
                  </a:cubicBezTo>
                  <a:cubicBezTo>
                    <a:pt x="86" y="64"/>
                    <a:pt x="86" y="63"/>
                    <a:pt x="85" y="63"/>
                  </a:cubicBezTo>
                  <a:cubicBezTo>
                    <a:pt x="85" y="62"/>
                    <a:pt x="85" y="62"/>
                    <a:pt x="85" y="61"/>
                  </a:cubicBezTo>
                  <a:cubicBezTo>
                    <a:pt x="86" y="61"/>
                    <a:pt x="85" y="59"/>
                    <a:pt x="86" y="59"/>
                  </a:cubicBezTo>
                  <a:cubicBezTo>
                    <a:pt x="86" y="58"/>
                    <a:pt x="87" y="59"/>
                    <a:pt x="87" y="58"/>
                  </a:cubicBezTo>
                  <a:cubicBezTo>
                    <a:pt x="88" y="58"/>
                    <a:pt x="88" y="59"/>
                    <a:pt x="89" y="58"/>
                  </a:cubicBezTo>
                  <a:cubicBezTo>
                    <a:pt x="89" y="58"/>
                    <a:pt x="90" y="58"/>
                    <a:pt x="90" y="58"/>
                  </a:cubicBezTo>
                  <a:cubicBezTo>
                    <a:pt x="90" y="57"/>
                    <a:pt x="91" y="57"/>
                    <a:pt x="91" y="57"/>
                  </a:cubicBezTo>
                  <a:cubicBezTo>
                    <a:pt x="92" y="57"/>
                    <a:pt x="92" y="56"/>
                    <a:pt x="92" y="55"/>
                  </a:cubicBezTo>
                  <a:cubicBezTo>
                    <a:pt x="92" y="55"/>
                    <a:pt x="91" y="55"/>
                    <a:pt x="91" y="54"/>
                  </a:cubicBezTo>
                  <a:cubicBezTo>
                    <a:pt x="90" y="54"/>
                    <a:pt x="91" y="53"/>
                    <a:pt x="90" y="52"/>
                  </a:cubicBezTo>
                  <a:cubicBezTo>
                    <a:pt x="90" y="52"/>
                    <a:pt x="90" y="52"/>
                    <a:pt x="89" y="52"/>
                  </a:cubicBezTo>
                  <a:cubicBezTo>
                    <a:pt x="88" y="51"/>
                    <a:pt x="88" y="51"/>
                    <a:pt x="87" y="50"/>
                  </a:cubicBezTo>
                  <a:cubicBezTo>
                    <a:pt x="87" y="50"/>
                    <a:pt x="87" y="50"/>
                    <a:pt x="87" y="49"/>
                  </a:cubicBezTo>
                  <a:cubicBezTo>
                    <a:pt x="87" y="48"/>
                    <a:pt x="88" y="48"/>
                    <a:pt x="89" y="48"/>
                  </a:cubicBezTo>
                  <a:cubicBezTo>
                    <a:pt x="90" y="49"/>
                    <a:pt x="91" y="49"/>
                    <a:pt x="92" y="49"/>
                  </a:cubicBezTo>
                  <a:cubicBezTo>
                    <a:pt x="93" y="49"/>
                    <a:pt x="93" y="49"/>
                    <a:pt x="94" y="49"/>
                  </a:cubicBezTo>
                  <a:cubicBezTo>
                    <a:pt x="95" y="49"/>
                    <a:pt x="96" y="49"/>
                    <a:pt x="96" y="49"/>
                  </a:cubicBezTo>
                  <a:cubicBezTo>
                    <a:pt x="96" y="49"/>
                    <a:pt x="96" y="49"/>
                    <a:pt x="96" y="49"/>
                  </a:cubicBezTo>
                  <a:cubicBezTo>
                    <a:pt x="96" y="48"/>
                    <a:pt x="97" y="48"/>
                    <a:pt x="97" y="48"/>
                  </a:cubicBezTo>
                  <a:cubicBezTo>
                    <a:pt x="97" y="48"/>
                    <a:pt x="98" y="48"/>
                    <a:pt x="98" y="47"/>
                  </a:cubicBezTo>
                  <a:cubicBezTo>
                    <a:pt x="97" y="47"/>
                    <a:pt x="98" y="47"/>
                    <a:pt x="98" y="47"/>
                  </a:cubicBezTo>
                  <a:cubicBezTo>
                    <a:pt x="98" y="46"/>
                    <a:pt x="98" y="46"/>
                    <a:pt x="97" y="45"/>
                  </a:cubicBezTo>
                  <a:cubicBezTo>
                    <a:pt x="97" y="45"/>
                    <a:pt x="98" y="45"/>
                    <a:pt x="97" y="44"/>
                  </a:cubicBezTo>
                  <a:cubicBezTo>
                    <a:pt x="97" y="44"/>
                    <a:pt x="96" y="44"/>
                    <a:pt x="96" y="43"/>
                  </a:cubicBezTo>
                  <a:cubicBezTo>
                    <a:pt x="95" y="43"/>
                    <a:pt x="96" y="42"/>
                    <a:pt x="96" y="42"/>
                  </a:cubicBezTo>
                  <a:cubicBezTo>
                    <a:pt x="97" y="42"/>
                    <a:pt x="96" y="41"/>
                    <a:pt x="96" y="41"/>
                  </a:cubicBezTo>
                  <a:cubicBezTo>
                    <a:pt x="97" y="41"/>
                    <a:pt x="97" y="41"/>
                    <a:pt x="97" y="40"/>
                  </a:cubicBezTo>
                  <a:cubicBezTo>
                    <a:pt x="98" y="40"/>
                    <a:pt x="98" y="39"/>
                    <a:pt x="98" y="39"/>
                  </a:cubicBezTo>
                  <a:cubicBezTo>
                    <a:pt x="98" y="38"/>
                    <a:pt x="99" y="39"/>
                    <a:pt x="99" y="38"/>
                  </a:cubicBezTo>
                  <a:cubicBezTo>
                    <a:pt x="100" y="37"/>
                    <a:pt x="99" y="37"/>
                    <a:pt x="100" y="36"/>
                  </a:cubicBezTo>
                  <a:cubicBezTo>
                    <a:pt x="101" y="36"/>
                    <a:pt x="100" y="35"/>
                    <a:pt x="100" y="35"/>
                  </a:cubicBezTo>
                  <a:cubicBezTo>
                    <a:pt x="99" y="34"/>
                    <a:pt x="99" y="34"/>
                    <a:pt x="99" y="33"/>
                  </a:cubicBezTo>
                  <a:cubicBezTo>
                    <a:pt x="100" y="33"/>
                    <a:pt x="99" y="32"/>
                    <a:pt x="99" y="32"/>
                  </a:cubicBezTo>
                  <a:cubicBezTo>
                    <a:pt x="99" y="31"/>
                    <a:pt x="98" y="31"/>
                    <a:pt x="98" y="31"/>
                  </a:cubicBezTo>
                  <a:cubicBezTo>
                    <a:pt x="98" y="30"/>
                    <a:pt x="98" y="30"/>
                    <a:pt x="98" y="29"/>
                  </a:cubicBezTo>
                  <a:cubicBezTo>
                    <a:pt x="97" y="29"/>
                    <a:pt x="97" y="28"/>
                    <a:pt x="96" y="27"/>
                  </a:cubicBezTo>
                  <a:cubicBezTo>
                    <a:pt x="95" y="27"/>
                    <a:pt x="93" y="26"/>
                    <a:pt x="94" y="25"/>
                  </a:cubicBezTo>
                  <a:cubicBezTo>
                    <a:pt x="94" y="25"/>
                    <a:pt x="95" y="24"/>
                    <a:pt x="95" y="24"/>
                  </a:cubicBezTo>
                  <a:cubicBezTo>
                    <a:pt x="96" y="24"/>
                    <a:pt x="96" y="23"/>
                    <a:pt x="96" y="23"/>
                  </a:cubicBezTo>
                  <a:cubicBezTo>
                    <a:pt x="97" y="23"/>
                    <a:pt x="97" y="22"/>
                    <a:pt x="97" y="22"/>
                  </a:cubicBezTo>
                  <a:cubicBezTo>
                    <a:pt x="97" y="21"/>
                    <a:pt x="97" y="22"/>
                    <a:pt x="98" y="22"/>
                  </a:cubicBezTo>
                  <a:cubicBezTo>
                    <a:pt x="98" y="22"/>
                    <a:pt x="99" y="22"/>
                    <a:pt x="99" y="22"/>
                  </a:cubicBezTo>
                  <a:cubicBezTo>
                    <a:pt x="99" y="22"/>
                    <a:pt x="98" y="21"/>
                    <a:pt x="99" y="21"/>
                  </a:cubicBezTo>
                  <a:cubicBezTo>
                    <a:pt x="100" y="21"/>
                    <a:pt x="100" y="21"/>
                    <a:pt x="101" y="20"/>
                  </a:cubicBezTo>
                  <a:cubicBezTo>
                    <a:pt x="101" y="20"/>
                    <a:pt x="101" y="20"/>
                    <a:pt x="101" y="20"/>
                  </a:cubicBezTo>
                  <a:cubicBezTo>
                    <a:pt x="102" y="19"/>
                    <a:pt x="101" y="19"/>
                    <a:pt x="101" y="19"/>
                  </a:cubicBezTo>
                  <a:cubicBezTo>
                    <a:pt x="102" y="18"/>
                    <a:pt x="103" y="18"/>
                    <a:pt x="103" y="18"/>
                  </a:cubicBezTo>
                  <a:cubicBezTo>
                    <a:pt x="104" y="18"/>
                    <a:pt x="105" y="18"/>
                    <a:pt x="105" y="18"/>
                  </a:cubicBezTo>
                  <a:cubicBezTo>
                    <a:pt x="106" y="17"/>
                    <a:pt x="107" y="18"/>
                    <a:pt x="108" y="17"/>
                  </a:cubicBezTo>
                  <a:cubicBezTo>
                    <a:pt x="108" y="17"/>
                    <a:pt x="109" y="17"/>
                    <a:pt x="109" y="17"/>
                  </a:cubicBezTo>
                  <a:cubicBezTo>
                    <a:pt x="110" y="17"/>
                    <a:pt x="110" y="17"/>
                    <a:pt x="111" y="17"/>
                  </a:cubicBezTo>
                  <a:cubicBezTo>
                    <a:pt x="113" y="17"/>
                    <a:pt x="114" y="17"/>
                    <a:pt x="116" y="17"/>
                  </a:cubicBezTo>
                  <a:cubicBezTo>
                    <a:pt x="117" y="17"/>
                    <a:pt x="117" y="18"/>
                    <a:pt x="118" y="18"/>
                  </a:cubicBezTo>
                  <a:cubicBezTo>
                    <a:pt x="119" y="18"/>
                    <a:pt x="119" y="17"/>
                    <a:pt x="119" y="17"/>
                  </a:cubicBezTo>
                  <a:cubicBezTo>
                    <a:pt x="119" y="17"/>
                    <a:pt x="120" y="17"/>
                    <a:pt x="120" y="17"/>
                  </a:cubicBezTo>
                  <a:cubicBezTo>
                    <a:pt x="120" y="17"/>
                    <a:pt x="120" y="16"/>
                    <a:pt x="120" y="16"/>
                  </a:cubicBezTo>
                  <a:cubicBezTo>
                    <a:pt x="121" y="16"/>
                    <a:pt x="121" y="15"/>
                    <a:pt x="122" y="16"/>
                  </a:cubicBezTo>
                  <a:cubicBezTo>
                    <a:pt x="122" y="16"/>
                    <a:pt x="123" y="16"/>
                    <a:pt x="122" y="15"/>
                  </a:cubicBezTo>
                  <a:cubicBezTo>
                    <a:pt x="122" y="15"/>
                    <a:pt x="121" y="15"/>
                    <a:pt x="121" y="14"/>
                  </a:cubicBezTo>
                  <a:cubicBezTo>
                    <a:pt x="120" y="14"/>
                    <a:pt x="121" y="14"/>
                    <a:pt x="121" y="13"/>
                  </a:cubicBezTo>
                  <a:cubicBezTo>
                    <a:pt x="121" y="13"/>
                    <a:pt x="122" y="13"/>
                    <a:pt x="123" y="13"/>
                  </a:cubicBezTo>
                  <a:cubicBezTo>
                    <a:pt x="123" y="13"/>
                    <a:pt x="123" y="12"/>
                    <a:pt x="123" y="13"/>
                  </a:cubicBezTo>
                  <a:cubicBezTo>
                    <a:pt x="124" y="13"/>
                    <a:pt x="124" y="13"/>
                    <a:pt x="125" y="13"/>
                  </a:cubicBezTo>
                  <a:cubicBezTo>
                    <a:pt x="124" y="13"/>
                    <a:pt x="124" y="12"/>
                    <a:pt x="123" y="12"/>
                  </a:cubicBezTo>
                  <a:close/>
                </a:path>
              </a:pathLst>
            </a:custGeom>
            <a:grpFill/>
            <a:ln w="1905">
              <a:noFill/>
              <a:round/>
              <a:headEnd/>
              <a:tailEnd/>
            </a:ln>
          </p:spPr>
          <p:txBody>
            <a:bodyPr vert="horz" wrap="square" lIns="65278" tIns="32639" rIns="65278" bIns="32639" numCol="1" anchor="t" anchorCtr="0" compatLnSpc="1">
              <a:prstTxWarp prst="textNoShape">
                <a:avLst/>
              </a:prstTxWarp>
            </a:bodyPr>
            <a:lstStyle/>
            <a:p>
              <a:pPr marL="0" marR="0" lvl="0" indent="0" algn="l" defTabSz="1305527" rtl="0" eaLnBrk="1" fontAlgn="auto" latinLnBrk="0" hangingPunct="1">
                <a:lnSpc>
                  <a:spcPct val="100000"/>
                </a:lnSpc>
                <a:spcBef>
                  <a:spcPts val="0"/>
                </a:spcBef>
                <a:spcAft>
                  <a:spcPts val="0"/>
                </a:spcAft>
                <a:buClrTx/>
                <a:buSzTx/>
                <a:buFontTx/>
                <a:buNone/>
                <a:tabLst/>
                <a:defRPr/>
              </a:pPr>
              <a:endParaRPr kumimoji="0" lang="en-US" sz="2570" b="0" i="0" u="none" strike="noStrike" kern="0" cap="none" spc="0" normalizeH="0" baseline="0" noProof="0">
                <a:ln>
                  <a:noFill/>
                </a:ln>
                <a:solidFill>
                  <a:srgbClr val="FFFFFF"/>
                </a:solidFill>
                <a:effectLst/>
                <a:uLnTx/>
                <a:uFillTx/>
                <a:latin typeface="Segoe"/>
                <a:ea typeface="+mn-ea"/>
                <a:cs typeface="+mn-cs"/>
              </a:endParaRPr>
            </a:p>
          </p:txBody>
        </p:sp>
      </p:grpSp>
      <p:grpSp>
        <p:nvGrpSpPr>
          <p:cNvPr id="564" name="Group 563" descr="Arrow pointing to US Region">
            <a:extLst>
              <a:ext uri="{FF2B5EF4-FFF2-40B4-BE49-F238E27FC236}">
                <a16:creationId xmlns:a16="http://schemas.microsoft.com/office/drawing/2014/main" id="{3071DE63-E723-769A-0C6E-E2553B7184F2}"/>
              </a:ext>
            </a:extLst>
          </p:cNvPr>
          <p:cNvGrpSpPr/>
          <p:nvPr/>
        </p:nvGrpSpPr>
        <p:grpSpPr>
          <a:xfrm>
            <a:off x="5810953" y="2878062"/>
            <a:ext cx="345433" cy="1233818"/>
            <a:chOff x="5810953" y="2878062"/>
            <a:chExt cx="345433" cy="1233818"/>
          </a:xfrm>
        </p:grpSpPr>
        <p:cxnSp>
          <p:nvCxnSpPr>
            <p:cNvPr id="565" name="Straight Connector 1707">
              <a:extLst>
                <a:ext uri="{FF2B5EF4-FFF2-40B4-BE49-F238E27FC236}">
                  <a16:creationId xmlns:a16="http://schemas.microsoft.com/office/drawing/2014/main" id="{AB0F60D2-A4F5-3B57-7BA9-7BC87BE8CB70}"/>
                </a:ext>
                <a:ext uri="{C183D7F6-B498-43B3-948B-1728B52AA6E4}">
                  <adec:decorative xmlns:adec="http://schemas.microsoft.com/office/drawing/2017/decorative" val="1"/>
                </a:ext>
              </a:extLst>
            </p:cNvPr>
            <p:cNvCxnSpPr>
              <a:cxnSpLocks/>
              <a:stCxn id="310" idx="2"/>
              <a:endCxn id="566" idx="0"/>
            </p:cNvCxnSpPr>
            <p:nvPr/>
          </p:nvCxnSpPr>
          <p:spPr>
            <a:xfrm rot="16200000" flipH="1">
              <a:off x="5394986" y="3294029"/>
              <a:ext cx="1120916" cy="288982"/>
            </a:xfrm>
            <a:prstGeom prst="bentConnector3">
              <a:avLst>
                <a:gd name="adj1" fmla="val 50000"/>
              </a:avLst>
            </a:prstGeom>
            <a:ln w="41275">
              <a:solidFill>
                <a:schemeClr val="accent2"/>
              </a:solidFill>
              <a:headEnd type="oval" w="sm" len="sm"/>
              <a:tailEnd type="arrow" w="med" len="sm"/>
            </a:ln>
          </p:spPr>
          <p:style>
            <a:lnRef idx="1">
              <a:schemeClr val="accent1"/>
            </a:lnRef>
            <a:fillRef idx="0">
              <a:schemeClr val="accent1"/>
            </a:fillRef>
            <a:effectRef idx="0">
              <a:schemeClr val="accent1"/>
            </a:effectRef>
            <a:fontRef idx="minor">
              <a:schemeClr val="tx1"/>
            </a:fontRef>
          </p:style>
        </p:cxnSp>
        <p:sp>
          <p:nvSpPr>
            <p:cNvPr id="566" name="Oval 565">
              <a:extLst>
                <a:ext uri="{FF2B5EF4-FFF2-40B4-BE49-F238E27FC236}">
                  <a16:creationId xmlns:a16="http://schemas.microsoft.com/office/drawing/2014/main" id="{F38C3949-2046-F7D9-34D7-663B5A6C7F4E}"/>
                </a:ext>
              </a:extLst>
            </p:cNvPr>
            <p:cNvSpPr/>
            <p:nvPr/>
          </p:nvSpPr>
          <p:spPr bwMode="auto">
            <a:xfrm>
              <a:off x="6043483" y="3998978"/>
              <a:ext cx="112903" cy="112902"/>
            </a:xfrm>
            <a:prstGeom prst="ellipse">
              <a:avLst/>
            </a:prstGeom>
            <a:gradFill flip="none" rotWithShape="1">
              <a:gsLst>
                <a:gs pos="0">
                  <a:schemeClr val="bg2"/>
                </a:gs>
                <a:gs pos="100000">
                  <a:schemeClr val="accent3"/>
                </a:gs>
              </a:gsLst>
              <a:lin ang="2700000" scaled="1"/>
              <a:tileRect/>
            </a:gradFill>
            <a:ln w="15875" cap="flat">
              <a:solidFill>
                <a:srgbClr val="FFFDF9"/>
              </a:solid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fontScale="2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grpSp>
      <p:grpSp>
        <p:nvGrpSpPr>
          <p:cNvPr id="567" name="Group 566" descr="Arrow pointing to US Region">
            <a:extLst>
              <a:ext uri="{FF2B5EF4-FFF2-40B4-BE49-F238E27FC236}">
                <a16:creationId xmlns:a16="http://schemas.microsoft.com/office/drawing/2014/main" id="{88B215B5-F90D-C0A9-A426-D2B99953EFC0}"/>
              </a:ext>
            </a:extLst>
          </p:cNvPr>
          <p:cNvGrpSpPr/>
          <p:nvPr/>
        </p:nvGrpSpPr>
        <p:grpSpPr>
          <a:xfrm>
            <a:off x="6491447" y="2878062"/>
            <a:ext cx="528946" cy="1373368"/>
            <a:chOff x="6491447" y="2878062"/>
            <a:chExt cx="528946" cy="1373368"/>
          </a:xfrm>
        </p:grpSpPr>
        <p:sp>
          <p:nvSpPr>
            <p:cNvPr id="568" name="Oval 567">
              <a:extLst>
                <a:ext uri="{FF2B5EF4-FFF2-40B4-BE49-F238E27FC236}">
                  <a16:creationId xmlns:a16="http://schemas.microsoft.com/office/drawing/2014/main" id="{F57196C8-485F-712B-F8E8-6040A6407DB9}"/>
                </a:ext>
              </a:extLst>
            </p:cNvPr>
            <p:cNvSpPr/>
            <p:nvPr/>
          </p:nvSpPr>
          <p:spPr bwMode="auto">
            <a:xfrm>
              <a:off x="6491447" y="4138527"/>
              <a:ext cx="112904" cy="112903"/>
            </a:xfrm>
            <a:prstGeom prst="ellipse">
              <a:avLst/>
            </a:prstGeom>
            <a:gradFill flip="none" rotWithShape="1">
              <a:gsLst>
                <a:gs pos="0">
                  <a:schemeClr val="bg2"/>
                </a:gs>
                <a:gs pos="100000">
                  <a:schemeClr val="accent3"/>
                </a:gs>
              </a:gsLst>
              <a:lin ang="2700000" scaled="1"/>
              <a:tileRect/>
            </a:gradFill>
            <a:ln w="41275" cap="flat">
              <a:solidFill>
                <a:schemeClr val="accent2"/>
              </a:solid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fontScale="2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cxnSp>
          <p:nvCxnSpPr>
            <p:cNvPr id="569" name="Straight Connector 1707">
              <a:extLst>
                <a:ext uri="{FF2B5EF4-FFF2-40B4-BE49-F238E27FC236}">
                  <a16:creationId xmlns:a16="http://schemas.microsoft.com/office/drawing/2014/main" id="{4A4CC7EE-0785-F5AA-6D4B-16185821C85D}"/>
                </a:ext>
                <a:ext uri="{C183D7F6-B498-43B3-948B-1728B52AA6E4}">
                  <adec:decorative xmlns:adec="http://schemas.microsoft.com/office/drawing/2017/decorative" val="1"/>
                </a:ext>
              </a:extLst>
            </p:cNvPr>
            <p:cNvCxnSpPr>
              <a:cxnSpLocks/>
              <a:stCxn id="314" idx="2"/>
              <a:endCxn id="568" idx="6"/>
            </p:cNvCxnSpPr>
            <p:nvPr/>
          </p:nvCxnSpPr>
          <p:spPr>
            <a:xfrm rot="5400000">
              <a:off x="6153914" y="3328500"/>
              <a:ext cx="1316917" cy="416041"/>
            </a:xfrm>
            <a:prstGeom prst="bentConnector2">
              <a:avLst/>
            </a:prstGeom>
            <a:ln w="41275">
              <a:solidFill>
                <a:schemeClr val="accent2"/>
              </a:solidFill>
              <a:headEnd type="oval" w="sm" len="sm"/>
              <a:tailEnd type="arrow" w="med" len="sm"/>
            </a:ln>
          </p:spPr>
          <p:style>
            <a:lnRef idx="1">
              <a:schemeClr val="accent1"/>
            </a:lnRef>
            <a:fillRef idx="0">
              <a:schemeClr val="accent1"/>
            </a:fillRef>
            <a:effectRef idx="0">
              <a:schemeClr val="accent1"/>
            </a:effectRef>
            <a:fontRef idx="minor">
              <a:schemeClr val="tx1"/>
            </a:fontRef>
          </p:style>
        </p:cxnSp>
      </p:grpSp>
      <p:grpSp>
        <p:nvGrpSpPr>
          <p:cNvPr id="570" name="Group 569" descr="Arrow pointing to European Region">
            <a:extLst>
              <a:ext uri="{FF2B5EF4-FFF2-40B4-BE49-F238E27FC236}">
                <a16:creationId xmlns:a16="http://schemas.microsoft.com/office/drawing/2014/main" id="{DC53857C-ADC3-7F34-507B-D672B9A5BB82}"/>
              </a:ext>
            </a:extLst>
          </p:cNvPr>
          <p:cNvGrpSpPr/>
          <p:nvPr/>
        </p:nvGrpSpPr>
        <p:grpSpPr>
          <a:xfrm>
            <a:off x="8207106" y="2878062"/>
            <a:ext cx="112904" cy="1014791"/>
            <a:chOff x="8207106" y="2878062"/>
            <a:chExt cx="112904" cy="1014791"/>
          </a:xfrm>
        </p:grpSpPr>
        <p:cxnSp>
          <p:nvCxnSpPr>
            <p:cNvPr id="571" name="Straight Connector 1707">
              <a:extLst>
                <a:ext uri="{FF2B5EF4-FFF2-40B4-BE49-F238E27FC236}">
                  <a16:creationId xmlns:a16="http://schemas.microsoft.com/office/drawing/2014/main" id="{99F0B290-D15D-4656-71CE-E018051708A4}"/>
                </a:ext>
                <a:ext uri="{C183D7F6-B498-43B3-948B-1728B52AA6E4}">
                  <adec:decorative xmlns:adec="http://schemas.microsoft.com/office/drawing/2017/decorative" val="1"/>
                </a:ext>
              </a:extLst>
            </p:cNvPr>
            <p:cNvCxnSpPr>
              <a:cxnSpLocks/>
              <a:stCxn id="318" idx="2"/>
              <a:endCxn id="572" idx="0"/>
            </p:cNvCxnSpPr>
            <p:nvPr/>
          </p:nvCxnSpPr>
          <p:spPr>
            <a:xfrm>
              <a:off x="8262308" y="2878062"/>
              <a:ext cx="1250" cy="901888"/>
            </a:xfrm>
            <a:prstGeom prst="straightConnector1">
              <a:avLst/>
            </a:prstGeom>
            <a:ln w="41275">
              <a:solidFill>
                <a:schemeClr val="accent2"/>
              </a:solidFill>
              <a:headEnd type="oval" w="sm" len="sm"/>
              <a:tailEnd type="arrow" w="med" len="sm"/>
            </a:ln>
          </p:spPr>
          <p:style>
            <a:lnRef idx="1">
              <a:schemeClr val="accent1"/>
            </a:lnRef>
            <a:fillRef idx="0">
              <a:schemeClr val="accent1"/>
            </a:fillRef>
            <a:effectRef idx="0">
              <a:schemeClr val="accent1"/>
            </a:effectRef>
            <a:fontRef idx="minor">
              <a:schemeClr val="tx1"/>
            </a:fontRef>
          </p:style>
        </p:cxnSp>
        <p:sp>
          <p:nvSpPr>
            <p:cNvPr id="572" name="Oval 571">
              <a:extLst>
                <a:ext uri="{FF2B5EF4-FFF2-40B4-BE49-F238E27FC236}">
                  <a16:creationId xmlns:a16="http://schemas.microsoft.com/office/drawing/2014/main" id="{581DDBAB-2314-73B0-AEC0-B06D946AC7A8}"/>
                </a:ext>
              </a:extLst>
            </p:cNvPr>
            <p:cNvSpPr/>
            <p:nvPr/>
          </p:nvSpPr>
          <p:spPr bwMode="auto">
            <a:xfrm>
              <a:off x="8207106" y="3779950"/>
              <a:ext cx="112904" cy="112903"/>
            </a:xfrm>
            <a:prstGeom prst="ellipse">
              <a:avLst/>
            </a:prstGeom>
            <a:gradFill flip="none" rotWithShape="1">
              <a:gsLst>
                <a:gs pos="0">
                  <a:schemeClr val="bg2"/>
                </a:gs>
                <a:gs pos="100000">
                  <a:schemeClr val="accent3"/>
                </a:gs>
              </a:gsLst>
              <a:lin ang="2700000" scaled="1"/>
              <a:tileRect/>
            </a:gradFill>
            <a:ln w="41275" cap="flat">
              <a:solidFill>
                <a:schemeClr val="accent2"/>
              </a:solid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fontScale="2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grpSp>
      <p:grpSp>
        <p:nvGrpSpPr>
          <p:cNvPr id="573" name="Group 572" descr="Arrow pointing to European Region">
            <a:extLst>
              <a:ext uri="{FF2B5EF4-FFF2-40B4-BE49-F238E27FC236}">
                <a16:creationId xmlns:a16="http://schemas.microsoft.com/office/drawing/2014/main" id="{D73DAB47-A270-D63A-74CC-82C18668A3EA}"/>
              </a:ext>
            </a:extLst>
          </p:cNvPr>
          <p:cNvGrpSpPr/>
          <p:nvPr/>
        </p:nvGrpSpPr>
        <p:grpSpPr>
          <a:xfrm>
            <a:off x="8391378" y="2878062"/>
            <a:ext cx="1070964" cy="1051532"/>
            <a:chOff x="8391378" y="2878062"/>
            <a:chExt cx="1070964" cy="1051532"/>
          </a:xfrm>
        </p:grpSpPr>
        <p:cxnSp>
          <p:nvCxnSpPr>
            <p:cNvPr id="574" name="Straight Connector 1707">
              <a:extLst>
                <a:ext uri="{FF2B5EF4-FFF2-40B4-BE49-F238E27FC236}">
                  <a16:creationId xmlns:a16="http://schemas.microsoft.com/office/drawing/2014/main" id="{36C23A9D-0202-54FA-94FF-62E835E1379A}"/>
                </a:ext>
                <a:ext uri="{C183D7F6-B498-43B3-948B-1728B52AA6E4}">
                  <adec:decorative xmlns:adec="http://schemas.microsoft.com/office/drawing/2017/decorative" val="1"/>
                </a:ext>
              </a:extLst>
            </p:cNvPr>
            <p:cNvCxnSpPr>
              <a:cxnSpLocks/>
              <a:stCxn id="322" idx="2"/>
              <a:endCxn id="575" idx="6"/>
            </p:cNvCxnSpPr>
            <p:nvPr/>
          </p:nvCxnSpPr>
          <p:spPr>
            <a:xfrm rot="5400000">
              <a:off x="8485772" y="2896573"/>
              <a:ext cx="995081" cy="958059"/>
            </a:xfrm>
            <a:prstGeom prst="bentConnector2">
              <a:avLst/>
            </a:prstGeom>
            <a:ln w="41275">
              <a:solidFill>
                <a:schemeClr val="accent2"/>
              </a:solidFill>
              <a:headEnd type="oval" w="sm" len="sm"/>
              <a:tailEnd type="arrow" w="med" len="sm"/>
            </a:ln>
          </p:spPr>
          <p:style>
            <a:lnRef idx="1">
              <a:schemeClr val="accent1"/>
            </a:lnRef>
            <a:fillRef idx="0">
              <a:schemeClr val="accent1"/>
            </a:fillRef>
            <a:effectRef idx="0">
              <a:schemeClr val="accent1"/>
            </a:effectRef>
            <a:fontRef idx="minor">
              <a:schemeClr val="tx1"/>
            </a:fontRef>
          </p:style>
        </p:cxnSp>
        <p:sp>
          <p:nvSpPr>
            <p:cNvPr id="575" name="Oval 574">
              <a:extLst>
                <a:ext uri="{FF2B5EF4-FFF2-40B4-BE49-F238E27FC236}">
                  <a16:creationId xmlns:a16="http://schemas.microsoft.com/office/drawing/2014/main" id="{D893E0F5-3A45-2D8C-7057-9830A54E2EE3}"/>
                </a:ext>
              </a:extLst>
            </p:cNvPr>
            <p:cNvSpPr/>
            <p:nvPr/>
          </p:nvSpPr>
          <p:spPr bwMode="auto">
            <a:xfrm>
              <a:off x="8391378" y="3816691"/>
              <a:ext cx="112904" cy="112903"/>
            </a:xfrm>
            <a:prstGeom prst="ellipse">
              <a:avLst/>
            </a:prstGeom>
            <a:gradFill flip="none" rotWithShape="1">
              <a:gsLst>
                <a:gs pos="0">
                  <a:schemeClr val="bg2"/>
                </a:gs>
                <a:gs pos="100000">
                  <a:schemeClr val="accent3"/>
                </a:gs>
              </a:gsLst>
              <a:lin ang="2700000" scaled="1"/>
              <a:tileRect/>
            </a:gradFill>
            <a:ln w="15875" cap="flat">
              <a:solidFill>
                <a:srgbClr val="FFFDF9"/>
              </a:solid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fontScale="2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grpSp>
      <p:grpSp>
        <p:nvGrpSpPr>
          <p:cNvPr id="576" name="Group 575" descr="Arrow pointing to European Region">
            <a:extLst>
              <a:ext uri="{FF2B5EF4-FFF2-40B4-BE49-F238E27FC236}">
                <a16:creationId xmlns:a16="http://schemas.microsoft.com/office/drawing/2014/main" id="{08B2DF10-F1B3-7D84-605D-7825EE82DE52}"/>
              </a:ext>
            </a:extLst>
          </p:cNvPr>
          <p:cNvGrpSpPr/>
          <p:nvPr/>
        </p:nvGrpSpPr>
        <p:grpSpPr>
          <a:xfrm>
            <a:off x="8295245" y="2878062"/>
            <a:ext cx="2374984" cy="1149437"/>
            <a:chOff x="8295245" y="2878062"/>
            <a:chExt cx="2374984" cy="1149437"/>
          </a:xfrm>
        </p:grpSpPr>
        <p:sp>
          <p:nvSpPr>
            <p:cNvPr id="577" name="Oval 576">
              <a:extLst>
                <a:ext uri="{FF2B5EF4-FFF2-40B4-BE49-F238E27FC236}">
                  <a16:creationId xmlns:a16="http://schemas.microsoft.com/office/drawing/2014/main" id="{705E0851-7FCB-AE58-F8AC-8A1CB78514E9}"/>
                </a:ext>
              </a:extLst>
            </p:cNvPr>
            <p:cNvSpPr/>
            <p:nvPr/>
          </p:nvSpPr>
          <p:spPr bwMode="auto">
            <a:xfrm>
              <a:off x="8295245" y="3914596"/>
              <a:ext cx="112904" cy="112903"/>
            </a:xfrm>
            <a:prstGeom prst="ellipse">
              <a:avLst/>
            </a:prstGeom>
            <a:gradFill flip="none" rotWithShape="1">
              <a:gsLst>
                <a:gs pos="0">
                  <a:schemeClr val="bg2"/>
                </a:gs>
                <a:gs pos="100000">
                  <a:schemeClr val="accent3"/>
                </a:gs>
              </a:gsLst>
              <a:lin ang="2700000" scaled="1"/>
              <a:tileRect/>
            </a:gradFill>
            <a:ln w="15875" cap="flat">
              <a:solidFill>
                <a:srgbClr val="FFFDF9"/>
              </a:solid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fontScale="2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cxnSp>
          <p:nvCxnSpPr>
            <p:cNvPr id="578" name="Straight Connector 1707">
              <a:extLst>
                <a:ext uri="{FF2B5EF4-FFF2-40B4-BE49-F238E27FC236}">
                  <a16:creationId xmlns:a16="http://schemas.microsoft.com/office/drawing/2014/main" id="{8C4B235E-9180-8463-1337-C0BB4809D623}"/>
                </a:ext>
                <a:ext uri="{C183D7F6-B498-43B3-948B-1728B52AA6E4}">
                  <adec:decorative xmlns:adec="http://schemas.microsoft.com/office/drawing/2017/decorative" val="1"/>
                </a:ext>
              </a:extLst>
            </p:cNvPr>
            <p:cNvCxnSpPr>
              <a:cxnSpLocks/>
              <a:stCxn id="326" idx="2"/>
              <a:endCxn id="577" idx="4"/>
            </p:cNvCxnSpPr>
            <p:nvPr/>
          </p:nvCxnSpPr>
          <p:spPr>
            <a:xfrm rot="5400000">
              <a:off x="8936245" y="2293515"/>
              <a:ext cx="1149437" cy="2318531"/>
            </a:xfrm>
            <a:prstGeom prst="bentConnector3">
              <a:avLst>
                <a:gd name="adj1" fmla="val 119888"/>
              </a:avLst>
            </a:prstGeom>
            <a:ln w="41275">
              <a:solidFill>
                <a:schemeClr val="accent3"/>
              </a:solidFill>
              <a:headEnd type="oval" w="sm" len="sm"/>
              <a:tailEnd type="arrow" w="med"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947577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04"/>
                                        </p:tgtEl>
                                        <p:attrNameLst>
                                          <p:attrName>style.visibility</p:attrName>
                                        </p:attrNameLst>
                                      </p:cBhvr>
                                      <p:to>
                                        <p:strVal val="visible"/>
                                      </p:to>
                                    </p:set>
                                    <p:animEffect transition="in" filter="wipe(down)">
                                      <p:cBhvr>
                                        <p:cTn id="7" dur="500"/>
                                        <p:tgtEl>
                                          <p:spTgt spid="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E8B75-5074-5C73-6B04-5469F88900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8139AC-8E8D-4264-DEE4-8E706FEC9A07}"/>
              </a:ext>
            </a:extLst>
          </p:cNvPr>
          <p:cNvSpPr>
            <a:spLocks noGrp="1"/>
          </p:cNvSpPr>
          <p:nvPr>
            <p:ph type="title"/>
          </p:nvPr>
        </p:nvSpPr>
        <p:spPr/>
        <p:txBody>
          <a:bodyPr>
            <a:noAutofit/>
          </a:bodyPr>
          <a:lstStyle/>
          <a:p>
            <a:r>
              <a:rPr lang="en-US" sz="3600" b="0">
                <a:solidFill>
                  <a:srgbClr val="B3EBC5"/>
                </a:solidFill>
                <a:latin typeface="TWK Everett Light" panose="020B0204000000000000" pitchFamily="34" charset="77"/>
              </a:rPr>
              <a:t>One Copy for all computes</a:t>
            </a:r>
            <a:br>
              <a:rPr lang="en-US" sz="3600" b="0">
                <a:solidFill>
                  <a:srgbClr val="B3EBC5"/>
                </a:solidFill>
                <a:latin typeface="TWK Everett Light" panose="020B0204000000000000" pitchFamily="34" charset="77"/>
              </a:rPr>
            </a:br>
            <a:r>
              <a:rPr lang="en-US" sz="1600"/>
              <a:t>One copy of data can be read by all engines</a:t>
            </a:r>
            <a:br>
              <a:rPr lang="en-US" sz="3600"/>
            </a:br>
            <a:endParaRPr lang="en-US" sz="3600">
              <a:solidFill>
                <a:srgbClr val="B3EBC5"/>
              </a:solidFill>
            </a:endParaRPr>
          </a:p>
        </p:txBody>
      </p:sp>
      <p:grpSp>
        <p:nvGrpSpPr>
          <p:cNvPr id="144" name="Group 143">
            <a:extLst>
              <a:ext uri="{FF2B5EF4-FFF2-40B4-BE49-F238E27FC236}">
                <a16:creationId xmlns:a16="http://schemas.microsoft.com/office/drawing/2014/main" id="{8E1740C5-94EA-7EE5-41F3-984AA644FA96}"/>
              </a:ext>
              <a:ext uri="{C183D7F6-B498-43B3-948B-1728B52AA6E4}">
                <adec:decorative xmlns:adec="http://schemas.microsoft.com/office/drawing/2017/decorative" val="1"/>
              </a:ext>
            </a:extLst>
          </p:cNvPr>
          <p:cNvGrpSpPr/>
          <p:nvPr/>
        </p:nvGrpSpPr>
        <p:grpSpPr>
          <a:xfrm>
            <a:off x="584201" y="2023936"/>
            <a:ext cx="6701167" cy="4122080"/>
            <a:chOff x="584201" y="2023936"/>
            <a:chExt cx="6701167" cy="4122080"/>
          </a:xfrm>
        </p:grpSpPr>
        <p:sp>
          <p:nvSpPr>
            <p:cNvPr id="145" name="Rounded Rectangle 38">
              <a:extLst>
                <a:ext uri="{FF2B5EF4-FFF2-40B4-BE49-F238E27FC236}">
                  <a16:creationId xmlns:a16="http://schemas.microsoft.com/office/drawing/2014/main" id="{23D685DB-CC52-F41B-85BE-5CCD3B7A8373}"/>
                </a:ext>
              </a:extLst>
            </p:cNvPr>
            <p:cNvSpPr/>
            <p:nvPr/>
          </p:nvSpPr>
          <p:spPr bwMode="auto">
            <a:xfrm>
              <a:off x="584201" y="2023936"/>
              <a:ext cx="6701167" cy="4122080"/>
            </a:xfrm>
            <a:prstGeom prst="roundRect">
              <a:avLst>
                <a:gd name="adj" fmla="val 3641"/>
              </a:avLst>
            </a:prstGeom>
            <a:noFill/>
            <a:ln w="19050" cap="rnd" cmpd="sng" algn="ctr">
              <a:solidFill>
                <a:srgbClr val="C0C0C0"/>
              </a:solidFill>
              <a:prstDash val="solid"/>
              <a:miter lim="800000"/>
              <a:headEnd type="none" w="sm" len="sm"/>
              <a:tailEnd type="none" w="lg" len="med"/>
            </a:ln>
            <a:effectLst/>
          </p:spPr>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marL="0" marR="0" lvl="0" indent="0" algn="ctr" defTabSz="654278"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gradFill>
                  <a:gsLst>
                    <a:gs pos="25287">
                      <a:srgbClr val="FFFFFF"/>
                    </a:gs>
                    <a:gs pos="45000">
                      <a:srgbClr val="FFFFFF"/>
                    </a:gs>
                  </a:gsLst>
                  <a:lin ang="5400000" scaled="1"/>
                </a:gradFill>
                <a:effectLst/>
                <a:uLnTx/>
                <a:uFillTx/>
                <a:latin typeface="Segoe UI Semibold"/>
                <a:ea typeface="+mn-ea"/>
                <a:cs typeface="+mn-cs"/>
              </a:endParaRPr>
            </a:p>
          </p:txBody>
        </p:sp>
        <p:sp>
          <p:nvSpPr>
            <p:cNvPr id="146" name="Rounded Rectangle 45">
              <a:extLst>
                <a:ext uri="{FF2B5EF4-FFF2-40B4-BE49-F238E27FC236}">
                  <a16:creationId xmlns:a16="http://schemas.microsoft.com/office/drawing/2014/main" id="{26532C9F-64B0-CEB9-B036-DB49B917BCA5}"/>
                </a:ext>
              </a:extLst>
            </p:cNvPr>
            <p:cNvSpPr/>
            <p:nvPr/>
          </p:nvSpPr>
          <p:spPr>
            <a:xfrm>
              <a:off x="730299" y="4763280"/>
              <a:ext cx="6408971" cy="1203945"/>
            </a:xfrm>
            <a:prstGeom prst="roundRect">
              <a:avLst>
                <a:gd name="adj" fmla="val 6963"/>
              </a:avLst>
            </a:prstGeom>
            <a:solidFill>
              <a:srgbClr val="FFFFFF">
                <a:alpha val="94098"/>
              </a:srgbClr>
            </a:solidFill>
            <a:ln w="6350" cap="flat" cmpd="sng" algn="ctr">
              <a:noFill/>
              <a:prstDash val="solid"/>
              <a:miter lim="800000"/>
              <a:headEnd type="none" w="med" len="med"/>
              <a:tailEnd type="none" w="med" len="med"/>
            </a:ln>
            <a:effectLst>
              <a:outerShdw blurRad="127000" dist="38100" dir="2700000" algn="tl" rotWithShape="0">
                <a:prstClr val="black">
                  <a:alpha val="15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742" eaLnBrk="1" fontAlgn="auto" latinLnBrk="0" hangingPunct="1">
                <a:lnSpc>
                  <a:spcPct val="100000"/>
                </a:lnSpc>
                <a:spcBef>
                  <a:spcPts val="0"/>
                </a:spcBef>
                <a:spcAft>
                  <a:spcPts val="0"/>
                </a:spcAft>
                <a:buClrTx/>
                <a:buSzPct val="90000"/>
                <a:buFontTx/>
                <a:buNone/>
                <a:tabLst/>
                <a:defRPr/>
              </a:pPr>
              <a:endParaRPr kumimoji="0" lang="en-US" sz="14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147" name="Rounded Rectangle 45">
              <a:extLst>
                <a:ext uri="{FF2B5EF4-FFF2-40B4-BE49-F238E27FC236}">
                  <a16:creationId xmlns:a16="http://schemas.microsoft.com/office/drawing/2014/main" id="{BDFCD139-9993-4FD4-AB66-EFABF2B34A72}"/>
                </a:ext>
              </a:extLst>
            </p:cNvPr>
            <p:cNvSpPr/>
            <p:nvPr/>
          </p:nvSpPr>
          <p:spPr>
            <a:xfrm>
              <a:off x="730299" y="3430565"/>
              <a:ext cx="6408971" cy="1203945"/>
            </a:xfrm>
            <a:prstGeom prst="roundRect">
              <a:avLst>
                <a:gd name="adj" fmla="val 6313"/>
              </a:avLst>
            </a:prstGeom>
            <a:solidFill>
              <a:srgbClr val="FFFFFF">
                <a:alpha val="94098"/>
              </a:srgbClr>
            </a:solidFill>
            <a:ln w="6350" cap="flat" cmpd="sng" algn="ctr">
              <a:noFill/>
              <a:prstDash val="solid"/>
              <a:miter lim="800000"/>
              <a:headEnd type="none" w="med" len="med"/>
              <a:tailEnd type="none" w="med" len="med"/>
            </a:ln>
            <a:effectLst>
              <a:outerShdw blurRad="127000" dist="38100" dir="2700000" algn="tl" rotWithShape="0">
                <a:prstClr val="black">
                  <a:alpha val="15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148" name="Rounded Rectangle 14">
              <a:extLst>
                <a:ext uri="{FF2B5EF4-FFF2-40B4-BE49-F238E27FC236}">
                  <a16:creationId xmlns:a16="http://schemas.microsoft.com/office/drawing/2014/main" id="{33F42499-0FF1-CC3A-C2AC-B5545FEC8430}"/>
                </a:ext>
              </a:extLst>
            </p:cNvPr>
            <p:cNvSpPr/>
            <p:nvPr/>
          </p:nvSpPr>
          <p:spPr>
            <a:xfrm>
              <a:off x="73029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cs typeface="Segoe UI" pitchFamily="34" charset="0"/>
              </a:endParaRPr>
            </a:p>
          </p:txBody>
        </p:sp>
        <p:sp>
          <p:nvSpPr>
            <p:cNvPr id="149" name="Rounded Rectangle 15">
              <a:extLst>
                <a:ext uri="{FF2B5EF4-FFF2-40B4-BE49-F238E27FC236}">
                  <a16:creationId xmlns:a16="http://schemas.microsoft.com/office/drawing/2014/main" id="{C7C1A770-510D-69A9-1A71-3D831839BF12}"/>
                </a:ext>
              </a:extLst>
            </p:cNvPr>
            <p:cNvSpPr/>
            <p:nvPr/>
          </p:nvSpPr>
          <p:spPr>
            <a:xfrm>
              <a:off x="182660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cs typeface="Segoe UI" pitchFamily="34" charset="0"/>
              </a:endParaRPr>
            </a:p>
          </p:txBody>
        </p:sp>
        <p:sp>
          <p:nvSpPr>
            <p:cNvPr id="150" name="Rounded Rectangle 17">
              <a:extLst>
                <a:ext uri="{FF2B5EF4-FFF2-40B4-BE49-F238E27FC236}">
                  <a16:creationId xmlns:a16="http://schemas.microsoft.com/office/drawing/2014/main" id="{7EFD575A-64E6-5067-3D1C-5D4520B45E6B}"/>
                </a:ext>
              </a:extLst>
            </p:cNvPr>
            <p:cNvSpPr/>
            <p:nvPr/>
          </p:nvSpPr>
          <p:spPr>
            <a:xfrm>
              <a:off x="292291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cs typeface="Segoe UI" pitchFamily="34" charset="0"/>
              </a:endParaRPr>
            </a:p>
          </p:txBody>
        </p:sp>
        <p:sp>
          <p:nvSpPr>
            <p:cNvPr id="151" name="Rounded Rectangle 16">
              <a:extLst>
                <a:ext uri="{FF2B5EF4-FFF2-40B4-BE49-F238E27FC236}">
                  <a16:creationId xmlns:a16="http://schemas.microsoft.com/office/drawing/2014/main" id="{8F200180-F440-EA24-528E-C5D7026292FF}"/>
                </a:ext>
              </a:extLst>
            </p:cNvPr>
            <p:cNvSpPr/>
            <p:nvPr/>
          </p:nvSpPr>
          <p:spPr>
            <a:xfrm>
              <a:off x="4019229" y="2207301"/>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cs typeface="Segoe UI" pitchFamily="34" charset="0"/>
              </a:endParaRPr>
            </a:p>
          </p:txBody>
        </p:sp>
        <p:sp>
          <p:nvSpPr>
            <p:cNvPr id="152" name="Rounded Rectangle 18">
              <a:extLst>
                <a:ext uri="{FF2B5EF4-FFF2-40B4-BE49-F238E27FC236}">
                  <a16:creationId xmlns:a16="http://schemas.microsoft.com/office/drawing/2014/main" id="{52CFC916-DAF4-CC79-71AF-6376DEC68D93}"/>
                </a:ext>
              </a:extLst>
            </p:cNvPr>
            <p:cNvSpPr/>
            <p:nvPr/>
          </p:nvSpPr>
          <p:spPr>
            <a:xfrm>
              <a:off x="507857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cs typeface="Segoe UI" pitchFamily="34" charset="0"/>
              </a:endParaRPr>
            </a:p>
          </p:txBody>
        </p:sp>
        <p:sp>
          <p:nvSpPr>
            <p:cNvPr id="153" name="Rounded Rectangle 19">
              <a:extLst>
                <a:ext uri="{FF2B5EF4-FFF2-40B4-BE49-F238E27FC236}">
                  <a16:creationId xmlns:a16="http://schemas.microsoft.com/office/drawing/2014/main" id="{C5DF98F9-ABF8-8315-D8A6-0FBD40D5475A}"/>
                </a:ext>
              </a:extLst>
            </p:cNvPr>
            <p:cNvSpPr/>
            <p:nvPr/>
          </p:nvSpPr>
          <p:spPr>
            <a:xfrm>
              <a:off x="6211847"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cs typeface="Segoe UI" pitchFamily="34" charset="0"/>
              </a:endParaRPr>
            </a:p>
          </p:txBody>
        </p:sp>
      </p:grpSp>
      <p:sp>
        <p:nvSpPr>
          <p:cNvPr id="154" name="Rounded Rectangle 14">
            <a:extLst>
              <a:ext uri="{FF2B5EF4-FFF2-40B4-BE49-F238E27FC236}">
                <a16:creationId xmlns:a16="http://schemas.microsoft.com/office/drawing/2014/main" id="{9E5AFC9E-E01A-3757-B024-C12D16A2ADC8}"/>
              </a:ext>
            </a:extLst>
          </p:cNvPr>
          <p:cNvSpPr/>
          <p:nvPr/>
        </p:nvSpPr>
        <p:spPr>
          <a:xfrm>
            <a:off x="951155" y="2824680"/>
            <a:ext cx="485709"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defRPr/>
            </a:pPr>
            <a:r>
              <a:rPr lang="en-US" sz="1100">
                <a:solidFill>
                  <a:srgbClr val="000000"/>
                </a:solidFill>
                <a:latin typeface="Segoe Sans Display Semibold" pitchFamily="2" charset="0"/>
                <a:cs typeface="Segoe Sans Display Semibold" pitchFamily="2" charset="0"/>
              </a:rPr>
              <a:t>Data </a:t>
            </a:r>
          </a:p>
          <a:p>
            <a:pPr algn="ctr">
              <a:defRPr/>
            </a:pPr>
            <a:r>
              <a:rPr lang="en-US" sz="1100">
                <a:solidFill>
                  <a:srgbClr val="000000"/>
                </a:solidFill>
                <a:latin typeface="Segoe Sans Display Semibold" pitchFamily="2" charset="0"/>
                <a:cs typeface="Segoe Sans Display Semibold" pitchFamily="2" charset="0"/>
              </a:rPr>
              <a:t>Factory</a:t>
            </a:r>
          </a:p>
        </p:txBody>
      </p:sp>
      <p:pic>
        <p:nvPicPr>
          <p:cNvPr id="155" name="Graphic 154">
            <a:extLst>
              <a:ext uri="{FF2B5EF4-FFF2-40B4-BE49-F238E27FC236}">
                <a16:creationId xmlns:a16="http://schemas.microsoft.com/office/drawing/2014/main" id="{AFDD7502-0F5F-ED23-9B49-A9A5FBD78259}"/>
              </a:ext>
              <a:ext uri="{C183D7F6-B498-43B3-948B-1728B52AA6E4}">
                <adec:decorative xmlns:adec="http://schemas.microsoft.com/office/drawing/2017/decorative" val="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2453" r="-2453"/>
          <a:stretch/>
        </p:blipFill>
        <p:spPr>
          <a:xfrm>
            <a:off x="1021178" y="2359685"/>
            <a:ext cx="345665" cy="329502"/>
          </a:xfrm>
          <a:prstGeom prst="rect">
            <a:avLst/>
          </a:prstGeom>
        </p:spPr>
      </p:pic>
      <p:pic>
        <p:nvPicPr>
          <p:cNvPr id="156" name="Graphic 155">
            <a:extLst>
              <a:ext uri="{FF2B5EF4-FFF2-40B4-BE49-F238E27FC236}">
                <a16:creationId xmlns:a16="http://schemas.microsoft.com/office/drawing/2014/main" id="{0B3671E0-E6A8-D9C7-05A6-F431128D7916}"/>
              </a:ext>
              <a:ext uri="{C183D7F6-B498-43B3-948B-1728B52AA6E4}">
                <adec:decorative xmlns:adec="http://schemas.microsoft.com/office/drawing/2017/decorative" val="1"/>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453" r="-2453"/>
          <a:stretch/>
        </p:blipFill>
        <p:spPr>
          <a:xfrm>
            <a:off x="2117488" y="2359686"/>
            <a:ext cx="345664" cy="329500"/>
          </a:xfrm>
          <a:prstGeom prst="rect">
            <a:avLst/>
          </a:prstGeom>
        </p:spPr>
      </p:pic>
      <p:sp>
        <p:nvSpPr>
          <p:cNvPr id="157" name="Rounded Rectangle 15">
            <a:extLst>
              <a:ext uri="{FF2B5EF4-FFF2-40B4-BE49-F238E27FC236}">
                <a16:creationId xmlns:a16="http://schemas.microsoft.com/office/drawing/2014/main" id="{A1539B58-77D4-7F4B-4641-53888177391F}"/>
              </a:ext>
            </a:extLst>
          </p:cNvPr>
          <p:cNvSpPr/>
          <p:nvPr/>
        </p:nvSpPr>
        <p:spPr>
          <a:xfrm>
            <a:off x="1908805" y="2824680"/>
            <a:ext cx="763029"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defRPr/>
            </a:pPr>
            <a:r>
              <a:rPr lang="en-US" sz="1100">
                <a:solidFill>
                  <a:srgbClr val="000000"/>
                </a:solidFill>
                <a:latin typeface="Segoe Sans Display Semibold" pitchFamily="2" charset="0"/>
                <a:cs typeface="Segoe Sans Display Semibold" pitchFamily="2" charset="0"/>
              </a:rPr>
              <a:t>Data </a:t>
            </a:r>
          </a:p>
          <a:p>
            <a:pPr algn="ctr">
              <a:defRPr/>
            </a:pPr>
            <a:r>
              <a:rPr lang="en-US" sz="1100">
                <a:solidFill>
                  <a:srgbClr val="000000"/>
                </a:solidFill>
                <a:latin typeface="Segoe Sans Display Semibold" pitchFamily="2" charset="0"/>
                <a:cs typeface="Segoe Sans Display Semibold" pitchFamily="2" charset="0"/>
              </a:rPr>
              <a:t>Engineering</a:t>
            </a:r>
          </a:p>
        </p:txBody>
      </p:sp>
      <p:pic>
        <p:nvPicPr>
          <p:cNvPr id="158" name="Graphic 157">
            <a:extLst>
              <a:ext uri="{FF2B5EF4-FFF2-40B4-BE49-F238E27FC236}">
                <a16:creationId xmlns:a16="http://schemas.microsoft.com/office/drawing/2014/main" id="{07A1CC57-309E-1057-7FF3-2ACA405494D0}"/>
              </a:ext>
              <a:ext uri="{C183D7F6-B498-43B3-948B-1728B52AA6E4}">
                <adec:decorative xmlns:adec="http://schemas.microsoft.com/office/drawing/2017/decorative" val="1"/>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2453" r="-2453"/>
          <a:stretch/>
        </p:blipFill>
        <p:spPr>
          <a:xfrm>
            <a:off x="3213798" y="2359685"/>
            <a:ext cx="345665" cy="329502"/>
          </a:xfrm>
          <a:prstGeom prst="rect">
            <a:avLst/>
          </a:prstGeom>
        </p:spPr>
      </p:pic>
      <p:sp>
        <p:nvSpPr>
          <p:cNvPr id="159" name="Rounded Rectangle 17">
            <a:extLst>
              <a:ext uri="{FF2B5EF4-FFF2-40B4-BE49-F238E27FC236}">
                <a16:creationId xmlns:a16="http://schemas.microsoft.com/office/drawing/2014/main" id="{8112E7C4-F40D-58DB-07F7-CDF016804D69}"/>
              </a:ext>
            </a:extLst>
          </p:cNvPr>
          <p:cNvSpPr/>
          <p:nvPr/>
        </p:nvSpPr>
        <p:spPr>
          <a:xfrm>
            <a:off x="3136562" y="2824680"/>
            <a:ext cx="500137"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defRPr/>
            </a:pPr>
            <a:r>
              <a:rPr lang="en-US" sz="1100">
                <a:solidFill>
                  <a:srgbClr val="000000"/>
                </a:solidFill>
                <a:latin typeface="Segoe Sans Display Semibold" pitchFamily="2" charset="0"/>
                <a:cs typeface="Segoe Sans Display Semibold" pitchFamily="2" charset="0"/>
              </a:rPr>
              <a:t>Data</a:t>
            </a:r>
          </a:p>
          <a:p>
            <a:pPr algn="ctr">
              <a:defRPr/>
            </a:pPr>
            <a:r>
              <a:rPr lang="en-US" sz="1100">
                <a:solidFill>
                  <a:srgbClr val="000000"/>
                </a:solidFill>
                <a:latin typeface="Segoe Sans Display Semibold" pitchFamily="2" charset="0"/>
                <a:cs typeface="Segoe Sans Display Semibold" pitchFamily="2" charset="0"/>
              </a:rPr>
              <a:t>Science</a:t>
            </a:r>
          </a:p>
        </p:txBody>
      </p:sp>
      <p:pic>
        <p:nvPicPr>
          <p:cNvPr id="160" name="Graphic 159">
            <a:extLst>
              <a:ext uri="{FF2B5EF4-FFF2-40B4-BE49-F238E27FC236}">
                <a16:creationId xmlns:a16="http://schemas.microsoft.com/office/drawing/2014/main" id="{62F34EC5-EE07-C4D0-2B50-B1E102609305}"/>
              </a:ext>
              <a:ext uri="{C183D7F6-B498-43B3-948B-1728B52AA6E4}">
                <adec:decorative xmlns:adec="http://schemas.microsoft.com/office/drawing/2017/decorative" val="1"/>
              </a:ext>
            </a:extLst>
          </p:cNvPr>
          <p:cNvPicPr>
            <a:picLocks noChangeAspect="1"/>
          </p:cNvPicPr>
          <p:nvPr/>
        </p:nvPicPr>
        <p:blipFill rotWithShape="1">
          <a:blip r:embed="rId8">
            <a:extLst>
              <a:ext uri="{96DAC541-7B7A-43D3-8B79-37D633B846F1}">
                <asvg:svgBlip xmlns:asvg="http://schemas.microsoft.com/office/drawing/2016/SVG/main" r:embed="rId9"/>
              </a:ext>
            </a:extLst>
          </a:blip>
          <a:srcRect l="-2453" r="-2453"/>
          <a:stretch/>
        </p:blipFill>
        <p:spPr>
          <a:xfrm>
            <a:off x="4300246" y="2350285"/>
            <a:ext cx="365388" cy="348303"/>
          </a:xfrm>
          <a:prstGeom prst="rect">
            <a:avLst/>
          </a:prstGeom>
        </p:spPr>
      </p:pic>
      <p:sp>
        <p:nvSpPr>
          <p:cNvPr id="161" name="Rounded Rectangle 280">
            <a:extLst>
              <a:ext uri="{FF2B5EF4-FFF2-40B4-BE49-F238E27FC236}">
                <a16:creationId xmlns:a16="http://schemas.microsoft.com/office/drawing/2014/main" id="{437729D2-F0CE-36C4-3B7A-052D97485073}"/>
              </a:ext>
            </a:extLst>
          </p:cNvPr>
          <p:cNvSpPr/>
          <p:nvPr/>
        </p:nvSpPr>
        <p:spPr>
          <a:xfrm>
            <a:off x="4121462" y="2824680"/>
            <a:ext cx="722955"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defRPr/>
            </a:pPr>
            <a:r>
              <a:rPr lang="en-US" sz="1100">
                <a:solidFill>
                  <a:srgbClr val="000000"/>
                </a:solidFill>
                <a:latin typeface="Segoe Sans Display Semibold" pitchFamily="2" charset="0"/>
                <a:cs typeface="Segoe Sans Display Semibold" pitchFamily="2" charset="0"/>
              </a:rPr>
              <a:t>Data</a:t>
            </a:r>
            <a:br>
              <a:rPr lang="en-US" sz="1100">
                <a:solidFill>
                  <a:srgbClr val="000000"/>
                </a:solidFill>
                <a:latin typeface="Segoe Sans Display Semibold" pitchFamily="2" charset="0"/>
                <a:cs typeface="Segoe Sans Display Semibold" pitchFamily="2" charset="0"/>
              </a:rPr>
            </a:br>
            <a:r>
              <a:rPr lang="en-US" sz="1100">
                <a:solidFill>
                  <a:srgbClr val="000000"/>
                </a:solidFill>
                <a:latin typeface="Segoe Sans Display Semibold" pitchFamily="2" charset="0"/>
                <a:cs typeface="Segoe Sans Display Semibold" pitchFamily="2" charset="0"/>
              </a:rPr>
              <a:t>Warehouse</a:t>
            </a:r>
          </a:p>
        </p:txBody>
      </p:sp>
      <p:pic>
        <p:nvPicPr>
          <p:cNvPr id="162" name="Graphic 161">
            <a:extLst>
              <a:ext uri="{FF2B5EF4-FFF2-40B4-BE49-F238E27FC236}">
                <a16:creationId xmlns:a16="http://schemas.microsoft.com/office/drawing/2014/main" id="{6A34CAD3-F2F1-775C-3C19-98715FF21F5F}"/>
              </a:ext>
              <a:ext uri="{C183D7F6-B498-43B3-948B-1728B52AA6E4}">
                <adec:decorative xmlns:adec="http://schemas.microsoft.com/office/drawing/2017/decorative" val="1"/>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l="-2453" r="-2453"/>
          <a:stretch/>
        </p:blipFill>
        <p:spPr>
          <a:xfrm>
            <a:off x="5361523" y="2352121"/>
            <a:ext cx="361534" cy="344629"/>
          </a:xfrm>
          <a:prstGeom prst="rect">
            <a:avLst/>
          </a:prstGeom>
        </p:spPr>
      </p:pic>
      <p:sp>
        <p:nvSpPr>
          <p:cNvPr id="163" name="Rounded Rectangle 18">
            <a:extLst>
              <a:ext uri="{FF2B5EF4-FFF2-40B4-BE49-F238E27FC236}">
                <a16:creationId xmlns:a16="http://schemas.microsoft.com/office/drawing/2014/main" id="{778D4880-25B6-B941-9600-7B60CBD2700A}"/>
              </a:ext>
            </a:extLst>
          </p:cNvPr>
          <p:cNvSpPr/>
          <p:nvPr/>
        </p:nvSpPr>
        <p:spPr>
          <a:xfrm>
            <a:off x="5167188" y="2824680"/>
            <a:ext cx="750205"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defRPr/>
            </a:pPr>
            <a:r>
              <a:rPr lang="en-US" sz="1100">
                <a:solidFill>
                  <a:srgbClr val="000000"/>
                </a:solidFill>
                <a:latin typeface="Segoe Sans Display Semibold" pitchFamily="2" charset="0"/>
                <a:cs typeface="Segoe Sans Display Semibold" pitchFamily="2" charset="0"/>
              </a:rPr>
              <a:t>Real-Time</a:t>
            </a:r>
            <a:br>
              <a:rPr lang="en-US" sz="1100">
                <a:solidFill>
                  <a:srgbClr val="000000"/>
                </a:solidFill>
                <a:latin typeface="Segoe Sans Display Semibold" pitchFamily="2" charset="0"/>
                <a:cs typeface="Segoe Sans Display Semibold" pitchFamily="2" charset="0"/>
              </a:rPr>
            </a:br>
            <a:r>
              <a:rPr lang="en-US" sz="1100">
                <a:solidFill>
                  <a:srgbClr val="000000"/>
                </a:solidFill>
                <a:latin typeface="Segoe Sans Display Semibold" pitchFamily="2" charset="0"/>
                <a:cs typeface="Segoe Sans Display Semibold" pitchFamily="2" charset="0"/>
              </a:rPr>
              <a:t>Intelligence</a:t>
            </a:r>
          </a:p>
        </p:txBody>
      </p:sp>
      <p:pic>
        <p:nvPicPr>
          <p:cNvPr id="164" name="Graphic 163">
            <a:extLst>
              <a:ext uri="{FF2B5EF4-FFF2-40B4-BE49-F238E27FC236}">
                <a16:creationId xmlns:a16="http://schemas.microsoft.com/office/drawing/2014/main" id="{E71A60CA-3BF8-1E49-5A70-466B13578C0D}"/>
              </a:ext>
              <a:ext uri="{C183D7F6-B498-43B3-948B-1728B52AA6E4}">
                <adec:decorative xmlns:adec="http://schemas.microsoft.com/office/drawing/2017/decorative" val="1"/>
              </a:ext>
            </a:extLst>
          </p:cNvPr>
          <p:cNvPicPr>
            <a:picLocks noChangeAspect="1"/>
          </p:cNvPicPr>
          <p:nvPr/>
        </p:nvPicPr>
        <p:blipFill rotWithShape="1">
          <a:blip r:embed="rId12">
            <a:extLst>
              <a:ext uri="{96DAC541-7B7A-43D3-8B79-37D633B846F1}">
                <asvg:svgBlip xmlns:asvg="http://schemas.microsoft.com/office/drawing/2016/SVG/main" r:embed="rId13"/>
              </a:ext>
            </a:extLst>
          </a:blip>
          <a:srcRect l="-2453" r="-2453"/>
          <a:stretch/>
        </p:blipFill>
        <p:spPr>
          <a:xfrm>
            <a:off x="6502726" y="2359685"/>
            <a:ext cx="345665" cy="329502"/>
          </a:xfrm>
          <a:prstGeom prst="rect">
            <a:avLst/>
          </a:prstGeom>
        </p:spPr>
      </p:pic>
      <p:sp>
        <p:nvSpPr>
          <p:cNvPr id="165" name="Rounded Rectangle 19">
            <a:extLst>
              <a:ext uri="{FF2B5EF4-FFF2-40B4-BE49-F238E27FC236}">
                <a16:creationId xmlns:a16="http://schemas.microsoft.com/office/drawing/2014/main" id="{07F8B1D8-1E7E-34D3-6648-2B33B2966BCC}"/>
              </a:ext>
            </a:extLst>
          </p:cNvPr>
          <p:cNvSpPr/>
          <p:nvPr/>
        </p:nvSpPr>
        <p:spPr>
          <a:xfrm>
            <a:off x="6474381" y="2824680"/>
            <a:ext cx="402354"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defRPr/>
            </a:pPr>
            <a:r>
              <a:rPr lang="en-US" sz="1100">
                <a:solidFill>
                  <a:srgbClr val="000000"/>
                </a:solidFill>
                <a:latin typeface="Segoe Sans Display Semibold" pitchFamily="2" charset="0"/>
                <a:cs typeface="Segoe Sans Display Semibold" pitchFamily="2" charset="0"/>
              </a:rPr>
              <a:t>Power</a:t>
            </a:r>
            <a:br>
              <a:rPr lang="en-US" sz="1100">
                <a:solidFill>
                  <a:srgbClr val="000000"/>
                </a:solidFill>
                <a:latin typeface="Segoe Sans Display Semibold" pitchFamily="2" charset="0"/>
                <a:cs typeface="Segoe Sans Display Semibold" pitchFamily="2" charset="0"/>
              </a:rPr>
            </a:br>
            <a:r>
              <a:rPr lang="en-US" sz="1100">
                <a:solidFill>
                  <a:srgbClr val="000000"/>
                </a:solidFill>
                <a:latin typeface="Segoe Sans Display Semibold" pitchFamily="2" charset="0"/>
                <a:cs typeface="Segoe Sans Display Semibold" pitchFamily="2" charset="0"/>
              </a:rPr>
              <a:t>BI</a:t>
            </a:r>
          </a:p>
        </p:txBody>
      </p:sp>
      <p:grpSp>
        <p:nvGrpSpPr>
          <p:cNvPr id="166" name="Group 165" descr="Arrows pointing from Data Factory and Data Engineering to Spark">
            <a:extLst>
              <a:ext uri="{FF2B5EF4-FFF2-40B4-BE49-F238E27FC236}">
                <a16:creationId xmlns:a16="http://schemas.microsoft.com/office/drawing/2014/main" id="{EEBA2024-330C-8E76-5DE0-ED2C8DE826B1}"/>
              </a:ext>
            </a:extLst>
          </p:cNvPr>
          <p:cNvGrpSpPr/>
          <p:nvPr/>
        </p:nvGrpSpPr>
        <p:grpSpPr>
          <a:xfrm>
            <a:off x="1225924" y="3293141"/>
            <a:ext cx="1114911" cy="508114"/>
            <a:chOff x="1225924" y="3293141"/>
            <a:chExt cx="873291" cy="508114"/>
          </a:xfrm>
        </p:grpSpPr>
        <p:cxnSp>
          <p:nvCxnSpPr>
            <p:cNvPr id="167" name="Straight Connector 166">
              <a:extLst>
                <a:ext uri="{FF2B5EF4-FFF2-40B4-BE49-F238E27FC236}">
                  <a16:creationId xmlns:a16="http://schemas.microsoft.com/office/drawing/2014/main" id="{1FC41F2F-3A74-8C8A-4D46-0077E085C93B}"/>
                </a:ext>
              </a:extLst>
            </p:cNvPr>
            <p:cNvCxnSpPr>
              <a:cxnSpLocks/>
              <a:endCxn id="183" idx="0"/>
            </p:cNvCxnSpPr>
            <p:nvPr/>
          </p:nvCxnSpPr>
          <p:spPr>
            <a:xfrm>
              <a:off x="1225924" y="3293141"/>
              <a:ext cx="0" cy="402796"/>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nvGrpSpPr>
            <p:cNvPr id="168" name="Group 167">
              <a:extLst>
                <a:ext uri="{FF2B5EF4-FFF2-40B4-BE49-F238E27FC236}">
                  <a16:creationId xmlns:a16="http://schemas.microsoft.com/office/drawing/2014/main" id="{92A2CC87-1A6A-C1D7-F4D6-DF21474213DD}"/>
                </a:ext>
              </a:extLst>
            </p:cNvPr>
            <p:cNvGrpSpPr/>
            <p:nvPr/>
          </p:nvGrpSpPr>
          <p:grpSpPr>
            <a:xfrm>
              <a:off x="1229229" y="3301795"/>
              <a:ext cx="869986" cy="499460"/>
              <a:chOff x="1229229" y="3301795"/>
              <a:chExt cx="869986" cy="499460"/>
            </a:xfrm>
          </p:grpSpPr>
          <p:sp>
            <p:nvSpPr>
              <p:cNvPr id="169" name="Arc 168">
                <a:extLst>
                  <a:ext uri="{FF2B5EF4-FFF2-40B4-BE49-F238E27FC236}">
                    <a16:creationId xmlns:a16="http://schemas.microsoft.com/office/drawing/2014/main" id="{55521F61-A436-8DC1-AA0F-D4A015B75B4A}"/>
                  </a:ext>
                </a:extLst>
              </p:cNvPr>
              <p:cNvSpPr/>
              <p:nvPr/>
            </p:nvSpPr>
            <p:spPr>
              <a:xfrm flipV="1">
                <a:off x="1915615" y="34340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170" name="Arc 169">
                <a:extLst>
                  <a:ext uri="{FF2B5EF4-FFF2-40B4-BE49-F238E27FC236}">
                    <a16:creationId xmlns:a16="http://schemas.microsoft.com/office/drawing/2014/main" id="{1C6ACA72-01B4-DDB8-032C-48E09410838A}"/>
                  </a:ext>
                </a:extLst>
              </p:cNvPr>
              <p:cNvSpPr/>
              <p:nvPr/>
            </p:nvSpPr>
            <p:spPr>
              <a:xfrm rot="10800000" flipV="1">
                <a:off x="1229229" y="36176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cxnSp>
            <p:nvCxnSpPr>
              <p:cNvPr id="171" name="Straight Connector 170">
                <a:extLst>
                  <a:ext uri="{FF2B5EF4-FFF2-40B4-BE49-F238E27FC236}">
                    <a16:creationId xmlns:a16="http://schemas.microsoft.com/office/drawing/2014/main" id="{745E77F2-4A88-EB0D-53F4-815277AB9BD0}"/>
                  </a:ext>
                </a:extLst>
              </p:cNvPr>
              <p:cNvCxnSpPr>
                <a:cxnSpLocks/>
              </p:cNvCxnSpPr>
              <p:nvPr/>
            </p:nvCxnSpPr>
            <p:spPr>
              <a:xfrm>
                <a:off x="1314449" y="3617655"/>
                <a:ext cx="695325" cy="0"/>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cxnSp>
            <p:nvCxnSpPr>
              <p:cNvPr id="172" name="Straight Connector 171">
                <a:extLst>
                  <a:ext uri="{FF2B5EF4-FFF2-40B4-BE49-F238E27FC236}">
                    <a16:creationId xmlns:a16="http://schemas.microsoft.com/office/drawing/2014/main" id="{F45246BE-966B-4DBB-7BA3-7348EF5997DA}"/>
                  </a:ext>
                </a:extLst>
              </p:cNvPr>
              <p:cNvCxnSpPr>
                <a:cxnSpLocks/>
              </p:cNvCxnSpPr>
              <p:nvPr/>
            </p:nvCxnSpPr>
            <p:spPr>
              <a:xfrm>
                <a:off x="2099215" y="3301795"/>
                <a:ext cx="0" cy="222455"/>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grpSp>
      <p:grpSp>
        <p:nvGrpSpPr>
          <p:cNvPr id="173" name="Group 172" descr="Arrow pointing from in between Data Science and Data Warehouse to T-SQL">
            <a:extLst>
              <a:ext uri="{FF2B5EF4-FFF2-40B4-BE49-F238E27FC236}">
                <a16:creationId xmlns:a16="http://schemas.microsoft.com/office/drawing/2014/main" id="{DBC61C19-DC32-D911-6130-E407BA05E5E4}"/>
              </a:ext>
            </a:extLst>
          </p:cNvPr>
          <p:cNvGrpSpPr/>
          <p:nvPr/>
        </p:nvGrpSpPr>
        <p:grpSpPr>
          <a:xfrm>
            <a:off x="2339974" y="3301794"/>
            <a:ext cx="1584326" cy="499460"/>
            <a:chOff x="1249345" y="3301795"/>
            <a:chExt cx="849870" cy="499460"/>
          </a:xfrm>
        </p:grpSpPr>
        <p:sp>
          <p:nvSpPr>
            <p:cNvPr id="174" name="Arc 173">
              <a:extLst>
                <a:ext uri="{FF2B5EF4-FFF2-40B4-BE49-F238E27FC236}">
                  <a16:creationId xmlns:a16="http://schemas.microsoft.com/office/drawing/2014/main" id="{58CECC4C-6F01-0357-091E-C14A0F40A4F8}"/>
                </a:ext>
              </a:extLst>
            </p:cNvPr>
            <p:cNvSpPr/>
            <p:nvPr/>
          </p:nvSpPr>
          <p:spPr>
            <a:xfrm flipV="1">
              <a:off x="1915615" y="34340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175" name="Arc 174">
              <a:extLst>
                <a:ext uri="{FF2B5EF4-FFF2-40B4-BE49-F238E27FC236}">
                  <a16:creationId xmlns:a16="http://schemas.microsoft.com/office/drawing/2014/main" id="{2F2A2C81-635F-C2AD-ED3B-FE668CEBF139}"/>
                </a:ext>
              </a:extLst>
            </p:cNvPr>
            <p:cNvSpPr/>
            <p:nvPr/>
          </p:nvSpPr>
          <p:spPr>
            <a:xfrm rot="10800000" flipV="1">
              <a:off x="1249345" y="36176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cxnSp>
          <p:nvCxnSpPr>
            <p:cNvPr id="176" name="Straight Connector 175">
              <a:extLst>
                <a:ext uri="{FF2B5EF4-FFF2-40B4-BE49-F238E27FC236}">
                  <a16:creationId xmlns:a16="http://schemas.microsoft.com/office/drawing/2014/main" id="{A4046F52-54E5-2EBC-1C37-7C70EE5877BF}"/>
                </a:ext>
              </a:extLst>
            </p:cNvPr>
            <p:cNvCxnSpPr>
              <a:cxnSpLocks/>
              <a:stCxn id="175" idx="0"/>
            </p:cNvCxnSpPr>
            <p:nvPr/>
          </p:nvCxnSpPr>
          <p:spPr>
            <a:xfrm>
              <a:off x="1341145" y="3617655"/>
              <a:ext cx="681269" cy="0"/>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cxnSp>
          <p:nvCxnSpPr>
            <p:cNvPr id="177" name="Straight Connector 176">
              <a:extLst>
                <a:ext uri="{FF2B5EF4-FFF2-40B4-BE49-F238E27FC236}">
                  <a16:creationId xmlns:a16="http://schemas.microsoft.com/office/drawing/2014/main" id="{5BAB9C69-FDE3-104E-A5A6-3A1A841E3E2B}"/>
                </a:ext>
              </a:extLst>
            </p:cNvPr>
            <p:cNvCxnSpPr>
              <a:cxnSpLocks/>
            </p:cNvCxnSpPr>
            <p:nvPr/>
          </p:nvCxnSpPr>
          <p:spPr>
            <a:xfrm>
              <a:off x="2099215" y="3301795"/>
              <a:ext cx="0" cy="222455"/>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grpSp>
        <p:nvGrpSpPr>
          <p:cNvPr id="178" name="Group 177" descr="Arrow pointing from Real Time Intelligence to Analysis Services">
            <a:extLst>
              <a:ext uri="{FF2B5EF4-FFF2-40B4-BE49-F238E27FC236}">
                <a16:creationId xmlns:a16="http://schemas.microsoft.com/office/drawing/2014/main" id="{273C3DF1-92E1-F86F-1FEB-3F96CB043546}"/>
              </a:ext>
            </a:extLst>
          </p:cNvPr>
          <p:cNvGrpSpPr/>
          <p:nvPr/>
        </p:nvGrpSpPr>
        <p:grpSpPr>
          <a:xfrm flipH="1">
            <a:off x="5638799" y="3301794"/>
            <a:ext cx="1027851" cy="499460"/>
            <a:chOff x="1249345" y="3301795"/>
            <a:chExt cx="849870" cy="499460"/>
          </a:xfrm>
        </p:grpSpPr>
        <p:sp>
          <p:nvSpPr>
            <p:cNvPr id="179" name="Arc 178">
              <a:extLst>
                <a:ext uri="{FF2B5EF4-FFF2-40B4-BE49-F238E27FC236}">
                  <a16:creationId xmlns:a16="http://schemas.microsoft.com/office/drawing/2014/main" id="{376DC18F-02F7-ADF2-BBA4-F0DAF6578754}"/>
                </a:ext>
              </a:extLst>
            </p:cNvPr>
            <p:cNvSpPr/>
            <p:nvPr/>
          </p:nvSpPr>
          <p:spPr>
            <a:xfrm flipV="1">
              <a:off x="1915615" y="34340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180" name="Arc 179">
              <a:extLst>
                <a:ext uri="{FF2B5EF4-FFF2-40B4-BE49-F238E27FC236}">
                  <a16:creationId xmlns:a16="http://schemas.microsoft.com/office/drawing/2014/main" id="{F8E9F187-E7B7-0316-61C4-728AD415D676}"/>
                </a:ext>
              </a:extLst>
            </p:cNvPr>
            <p:cNvSpPr/>
            <p:nvPr/>
          </p:nvSpPr>
          <p:spPr>
            <a:xfrm rot="10800000" flipV="1">
              <a:off x="1249345" y="36176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cxnSp>
          <p:nvCxnSpPr>
            <p:cNvPr id="181" name="Straight Connector 180">
              <a:extLst>
                <a:ext uri="{FF2B5EF4-FFF2-40B4-BE49-F238E27FC236}">
                  <a16:creationId xmlns:a16="http://schemas.microsoft.com/office/drawing/2014/main" id="{1210AA09-769B-69F3-864F-8E8E05DB722D}"/>
                </a:ext>
              </a:extLst>
            </p:cNvPr>
            <p:cNvCxnSpPr>
              <a:cxnSpLocks/>
              <a:stCxn id="180" idx="0"/>
            </p:cNvCxnSpPr>
            <p:nvPr/>
          </p:nvCxnSpPr>
          <p:spPr>
            <a:xfrm>
              <a:off x="1341145" y="3617655"/>
              <a:ext cx="681269" cy="0"/>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cxnSp>
          <p:nvCxnSpPr>
            <p:cNvPr id="182" name="Straight Connector 181">
              <a:extLst>
                <a:ext uri="{FF2B5EF4-FFF2-40B4-BE49-F238E27FC236}">
                  <a16:creationId xmlns:a16="http://schemas.microsoft.com/office/drawing/2014/main" id="{13D37AF2-BFA1-0B91-6DAC-00187482A74C}"/>
                </a:ext>
              </a:extLst>
            </p:cNvPr>
            <p:cNvCxnSpPr>
              <a:cxnSpLocks/>
            </p:cNvCxnSpPr>
            <p:nvPr/>
          </p:nvCxnSpPr>
          <p:spPr>
            <a:xfrm>
              <a:off x="2099215" y="3301795"/>
              <a:ext cx="0" cy="222455"/>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sp>
        <p:nvSpPr>
          <p:cNvPr id="183" name="Rectangle: Rounded Corners 24">
            <a:extLst>
              <a:ext uri="{FF2B5EF4-FFF2-40B4-BE49-F238E27FC236}">
                <a16:creationId xmlns:a16="http://schemas.microsoft.com/office/drawing/2014/main" id="{140C533E-A20F-5EF6-CB12-19AEF7804879}"/>
              </a:ext>
            </a:extLst>
          </p:cNvPr>
          <p:cNvSpPr/>
          <p:nvPr/>
        </p:nvSpPr>
        <p:spPr bwMode="auto">
          <a:xfrm>
            <a:off x="889324" y="3695937"/>
            <a:ext cx="673200" cy="673200"/>
          </a:xfrm>
          <a:prstGeom prst="ellipse">
            <a:avLst/>
          </a:prstGeom>
          <a:solidFill>
            <a:srgbClr val="49C5B1"/>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lIns="0" tIns="0" rIns="0" bIns="0" rtlCol="0" anchor="ctr"/>
          <a:lstStyle/>
          <a:p>
            <a:pPr marL="0" marR="0" lvl="0" indent="0" algn="ctr" defTabSz="932472" eaLnBrk="1" fontAlgn="base" latinLnBrk="0" hangingPunct="1">
              <a:lnSpc>
                <a:spcPct val="100000"/>
              </a:lnSpc>
              <a:spcBef>
                <a:spcPct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Spark</a:t>
            </a:r>
          </a:p>
        </p:txBody>
      </p:sp>
      <p:sp>
        <p:nvSpPr>
          <p:cNvPr id="184" name="Rectangle: Rounded Corners 23">
            <a:extLst>
              <a:ext uri="{FF2B5EF4-FFF2-40B4-BE49-F238E27FC236}">
                <a16:creationId xmlns:a16="http://schemas.microsoft.com/office/drawing/2014/main" id="{49D9EDB0-E2D0-8E23-E33E-00A868B98E5E}"/>
              </a:ext>
            </a:extLst>
          </p:cNvPr>
          <p:cNvSpPr/>
          <p:nvPr/>
        </p:nvSpPr>
        <p:spPr bwMode="auto">
          <a:xfrm>
            <a:off x="1972868" y="3695937"/>
            <a:ext cx="673200" cy="673200"/>
          </a:xfrm>
          <a:prstGeom prst="ellipse">
            <a:avLst/>
          </a:prstGeom>
          <a:solidFill>
            <a:srgbClr val="49C5B1"/>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lIns="0" tIns="0" rIns="0" bIns="0" rtlCol="0" anchor="ctr"/>
          <a:lstStyle/>
          <a:p>
            <a:pPr marL="0" marR="0" lvl="0" indent="0" algn="ctr" defTabSz="932472" eaLnBrk="1" fontAlgn="base" latinLnBrk="0" hangingPunct="1">
              <a:lnSpc>
                <a:spcPct val="100000"/>
              </a:lnSpc>
              <a:spcBef>
                <a:spcPct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T-SQL</a:t>
            </a:r>
          </a:p>
        </p:txBody>
      </p:sp>
      <p:sp>
        <p:nvSpPr>
          <p:cNvPr id="185" name="TextBox 184">
            <a:extLst>
              <a:ext uri="{FF2B5EF4-FFF2-40B4-BE49-F238E27FC236}">
                <a16:creationId xmlns:a16="http://schemas.microsoft.com/office/drawing/2014/main" id="{6B45AC88-3A23-7035-F3D3-E3033B0B1880}"/>
              </a:ext>
            </a:extLst>
          </p:cNvPr>
          <p:cNvSpPr txBox="1"/>
          <p:nvPr/>
        </p:nvSpPr>
        <p:spPr>
          <a:xfrm>
            <a:off x="3397073" y="3755538"/>
            <a:ext cx="1075423" cy="553998"/>
          </a:xfrm>
          <a:prstGeom prst="rect">
            <a:avLst/>
          </a:prstGeom>
          <a:noFill/>
        </p:spPr>
        <p:txBody>
          <a:bodyPr wrap="square" lIns="0" tIns="0" rIns="0" bIns="0">
            <a:spAutoFit/>
          </a:bodyPr>
          <a:lstStyle/>
          <a:p>
            <a:pPr algn="ctr">
              <a:defRPr/>
            </a:pPr>
            <a:r>
              <a:rPr lang="en-US">
                <a:solidFill>
                  <a:srgbClr val="000000"/>
                </a:solidFill>
                <a:latin typeface="Segoe Sans Display Semibold" pitchFamily="2" charset="0"/>
                <a:cs typeface="Segoe Sans Display Semibold" pitchFamily="2" charset="0"/>
              </a:rPr>
              <a:t>Serverless</a:t>
            </a:r>
          </a:p>
          <a:p>
            <a:pPr algn="ctr">
              <a:defRPr/>
            </a:pPr>
            <a:r>
              <a:rPr lang="en-US">
                <a:solidFill>
                  <a:srgbClr val="000000"/>
                </a:solidFill>
                <a:latin typeface="Segoe Sans Display Semibold" pitchFamily="2" charset="0"/>
                <a:cs typeface="Segoe Sans Display Semibold" pitchFamily="2" charset="0"/>
              </a:rPr>
              <a:t>Compute</a:t>
            </a:r>
          </a:p>
        </p:txBody>
      </p:sp>
      <p:sp>
        <p:nvSpPr>
          <p:cNvPr id="186" name="Rectangle: Rounded Corners 25">
            <a:extLst>
              <a:ext uri="{FF2B5EF4-FFF2-40B4-BE49-F238E27FC236}">
                <a16:creationId xmlns:a16="http://schemas.microsoft.com/office/drawing/2014/main" id="{106C7599-C3B5-8E58-7DC8-02A6F77CCAA3}"/>
              </a:ext>
            </a:extLst>
          </p:cNvPr>
          <p:cNvSpPr/>
          <p:nvPr/>
        </p:nvSpPr>
        <p:spPr bwMode="auto">
          <a:xfrm>
            <a:off x="5223500" y="3695937"/>
            <a:ext cx="673200" cy="673200"/>
          </a:xfrm>
          <a:prstGeom prst="ellipse">
            <a:avLst/>
          </a:prstGeom>
          <a:solidFill>
            <a:srgbClr val="49C5B1"/>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lIns="0" tIns="0" rIns="0" bIns="0" rtlCol="0" anchor="ctr"/>
          <a:lstStyle/>
          <a:p>
            <a:pPr marL="0" marR="0" lvl="0" indent="0" algn="ctr" defTabSz="932472" eaLnBrk="1" fontAlgn="base" latinLnBrk="0" hangingPunct="1">
              <a:lnSpc>
                <a:spcPct val="100000"/>
              </a:lnSpc>
              <a:spcBef>
                <a:spcPct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KQL</a:t>
            </a:r>
          </a:p>
        </p:txBody>
      </p:sp>
      <p:sp>
        <p:nvSpPr>
          <p:cNvPr id="187" name="Rectangle: Rounded Corners 28">
            <a:extLst>
              <a:ext uri="{FF2B5EF4-FFF2-40B4-BE49-F238E27FC236}">
                <a16:creationId xmlns:a16="http://schemas.microsoft.com/office/drawing/2014/main" id="{63105E0C-3809-37B7-BC95-9B4339340834}"/>
              </a:ext>
            </a:extLst>
          </p:cNvPr>
          <p:cNvSpPr/>
          <p:nvPr/>
        </p:nvSpPr>
        <p:spPr bwMode="auto">
          <a:xfrm>
            <a:off x="6307044" y="3695937"/>
            <a:ext cx="673200" cy="673200"/>
          </a:xfrm>
          <a:prstGeom prst="ellipse">
            <a:avLst/>
          </a:prstGeom>
          <a:solidFill>
            <a:srgbClr val="49C5B1"/>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lIns="0" tIns="0" rIns="0" bIns="0" rtlCol="0" anchor="ctr"/>
          <a:lstStyle/>
          <a:p>
            <a:pPr marL="0" marR="0" lvl="0" indent="0" algn="ctr" defTabSz="932472" eaLnBrk="1" fontAlgn="base" latinLnBrk="0" hangingPunct="1">
              <a:lnSpc>
                <a:spcPct val="100000"/>
              </a:lnSpc>
              <a:spcBef>
                <a:spcPct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Analysis</a:t>
            </a:r>
            <a:br>
              <a:rPr kumimoji="0" lang="en-US" sz="9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9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Services</a:t>
            </a:r>
          </a:p>
        </p:txBody>
      </p:sp>
      <p:grpSp>
        <p:nvGrpSpPr>
          <p:cNvPr id="188" name="Group 187" descr="Arrows pointing from Customers 360 to Spark, T-SQL and Analysis Services">
            <a:extLst>
              <a:ext uri="{FF2B5EF4-FFF2-40B4-BE49-F238E27FC236}">
                <a16:creationId xmlns:a16="http://schemas.microsoft.com/office/drawing/2014/main" id="{DFF6721F-ED77-C8A1-0A63-B1EB2A447EE9}"/>
              </a:ext>
            </a:extLst>
          </p:cNvPr>
          <p:cNvGrpSpPr/>
          <p:nvPr/>
        </p:nvGrpSpPr>
        <p:grpSpPr>
          <a:xfrm>
            <a:off x="1226966" y="4369137"/>
            <a:ext cx="5416678" cy="571164"/>
            <a:chOff x="1123953" y="4369136"/>
            <a:chExt cx="5416678" cy="680939"/>
          </a:xfrm>
        </p:grpSpPr>
        <p:grpSp>
          <p:nvGrpSpPr>
            <p:cNvPr id="189" name="Group 188">
              <a:extLst>
                <a:ext uri="{FF2B5EF4-FFF2-40B4-BE49-F238E27FC236}">
                  <a16:creationId xmlns:a16="http://schemas.microsoft.com/office/drawing/2014/main" id="{148F5080-69F6-72D4-E025-7D0DDC117AC6}"/>
                </a:ext>
              </a:extLst>
            </p:cNvPr>
            <p:cNvGrpSpPr/>
            <p:nvPr/>
          </p:nvGrpSpPr>
          <p:grpSpPr>
            <a:xfrm>
              <a:off x="1123953" y="4369137"/>
              <a:ext cx="554367" cy="680938"/>
              <a:chOff x="3388182" y="4369137"/>
              <a:chExt cx="554367" cy="782121"/>
            </a:xfrm>
          </p:grpSpPr>
          <p:cxnSp>
            <p:nvCxnSpPr>
              <p:cNvPr id="204" name="Straight Connector 203">
                <a:extLst>
                  <a:ext uri="{FF2B5EF4-FFF2-40B4-BE49-F238E27FC236}">
                    <a16:creationId xmlns:a16="http://schemas.microsoft.com/office/drawing/2014/main" id="{2C415A53-9FF7-40EB-862B-0F2787053AB3}"/>
                  </a:ext>
                </a:extLst>
              </p:cNvPr>
              <p:cNvCxnSpPr>
                <a:cxnSpLocks/>
              </p:cNvCxnSpPr>
              <p:nvPr/>
            </p:nvCxnSpPr>
            <p:spPr>
              <a:xfrm flipV="1">
                <a:off x="3388182" y="4369137"/>
                <a:ext cx="0" cy="505116"/>
              </a:xfrm>
              <a:prstGeom prst="line">
                <a:avLst/>
              </a:prstGeom>
              <a:noFill/>
              <a:ln w="12700" cap="flat" cmpd="sng" algn="ctr">
                <a:solidFill>
                  <a:srgbClr val="000000">
                    <a:lumMod val="50000"/>
                    <a:lumOff val="50000"/>
                  </a:srgbClr>
                </a:solidFill>
                <a:prstDash val="solid"/>
                <a:miter lim="800000"/>
                <a:headEnd type="none" w="lg" len="med"/>
                <a:tailEnd type="arrow" w="med" len="sm"/>
              </a:ln>
              <a:effectLst/>
            </p:spPr>
          </p:cxnSp>
          <p:grpSp>
            <p:nvGrpSpPr>
              <p:cNvPr id="205" name="Group 204">
                <a:extLst>
                  <a:ext uri="{FF2B5EF4-FFF2-40B4-BE49-F238E27FC236}">
                    <a16:creationId xmlns:a16="http://schemas.microsoft.com/office/drawing/2014/main" id="{DA8B248C-EE55-51FC-751D-26C091C1D4AC}"/>
                  </a:ext>
                </a:extLst>
              </p:cNvPr>
              <p:cNvGrpSpPr/>
              <p:nvPr/>
            </p:nvGrpSpPr>
            <p:grpSpPr>
              <a:xfrm flipH="1">
                <a:off x="3388182" y="4784058"/>
                <a:ext cx="554367" cy="367200"/>
                <a:chOff x="1544848" y="3434055"/>
                <a:chExt cx="554367" cy="367200"/>
              </a:xfrm>
            </p:grpSpPr>
            <p:sp>
              <p:nvSpPr>
                <p:cNvPr id="206" name="Arc 205">
                  <a:extLst>
                    <a:ext uri="{FF2B5EF4-FFF2-40B4-BE49-F238E27FC236}">
                      <a16:creationId xmlns:a16="http://schemas.microsoft.com/office/drawing/2014/main" id="{17BFB117-B934-FAC2-F39E-18AEBD6A6005}"/>
                    </a:ext>
                  </a:extLst>
                </p:cNvPr>
                <p:cNvSpPr/>
                <p:nvPr/>
              </p:nvSpPr>
              <p:spPr>
                <a:xfrm flipV="1">
                  <a:off x="1915615" y="34340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207" name="Arc 206">
                  <a:extLst>
                    <a:ext uri="{FF2B5EF4-FFF2-40B4-BE49-F238E27FC236}">
                      <a16:creationId xmlns:a16="http://schemas.microsoft.com/office/drawing/2014/main" id="{815AB6E1-BD39-CBFB-2045-1B2D7C349398}"/>
                    </a:ext>
                  </a:extLst>
                </p:cNvPr>
                <p:cNvSpPr/>
                <p:nvPr/>
              </p:nvSpPr>
              <p:spPr>
                <a:xfrm rot="10800000" flipV="1">
                  <a:off x="1544848" y="36176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cxnSp>
              <p:nvCxnSpPr>
                <p:cNvPr id="208" name="Straight Connector 207">
                  <a:extLst>
                    <a:ext uri="{FF2B5EF4-FFF2-40B4-BE49-F238E27FC236}">
                      <a16:creationId xmlns:a16="http://schemas.microsoft.com/office/drawing/2014/main" id="{634B02AF-726F-3497-4A08-93D707A057B1}"/>
                    </a:ext>
                  </a:extLst>
                </p:cNvPr>
                <p:cNvCxnSpPr>
                  <a:cxnSpLocks/>
                </p:cNvCxnSpPr>
                <p:nvPr/>
              </p:nvCxnSpPr>
              <p:spPr>
                <a:xfrm>
                  <a:off x="1625568" y="3617655"/>
                  <a:ext cx="384206" cy="0"/>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grpSp>
        <p:grpSp>
          <p:nvGrpSpPr>
            <p:cNvPr id="190" name="Group 189">
              <a:extLst>
                <a:ext uri="{FF2B5EF4-FFF2-40B4-BE49-F238E27FC236}">
                  <a16:creationId xmlns:a16="http://schemas.microsoft.com/office/drawing/2014/main" id="{1B9AD22B-82BA-2543-CFF6-960EF527B2D8}"/>
                </a:ext>
              </a:extLst>
            </p:cNvPr>
            <p:cNvGrpSpPr/>
            <p:nvPr/>
          </p:nvGrpSpPr>
          <p:grpSpPr>
            <a:xfrm>
              <a:off x="1678318" y="4369137"/>
              <a:ext cx="554368" cy="680938"/>
              <a:chOff x="3942547" y="4369138"/>
              <a:chExt cx="554368" cy="680938"/>
            </a:xfrm>
          </p:grpSpPr>
          <p:grpSp>
            <p:nvGrpSpPr>
              <p:cNvPr id="198" name="Group 197">
                <a:extLst>
                  <a:ext uri="{FF2B5EF4-FFF2-40B4-BE49-F238E27FC236}">
                    <a16:creationId xmlns:a16="http://schemas.microsoft.com/office/drawing/2014/main" id="{14AAAD6B-AE9E-4404-2358-ED00F1F3F846}"/>
                  </a:ext>
                </a:extLst>
              </p:cNvPr>
              <p:cNvGrpSpPr/>
              <p:nvPr/>
            </p:nvGrpSpPr>
            <p:grpSpPr>
              <a:xfrm>
                <a:off x="3942548" y="4369138"/>
                <a:ext cx="554367" cy="680938"/>
                <a:chOff x="3942548" y="4369138"/>
                <a:chExt cx="554367" cy="680938"/>
              </a:xfrm>
            </p:grpSpPr>
            <p:cxnSp>
              <p:nvCxnSpPr>
                <p:cNvPr id="200" name="Straight Connector 199">
                  <a:extLst>
                    <a:ext uri="{FF2B5EF4-FFF2-40B4-BE49-F238E27FC236}">
                      <a16:creationId xmlns:a16="http://schemas.microsoft.com/office/drawing/2014/main" id="{F87D8C8C-06EB-48F7-F144-B107178F2031}"/>
                    </a:ext>
                  </a:extLst>
                </p:cNvPr>
                <p:cNvCxnSpPr>
                  <a:cxnSpLocks/>
                </p:cNvCxnSpPr>
                <p:nvPr/>
              </p:nvCxnSpPr>
              <p:spPr>
                <a:xfrm flipV="1">
                  <a:off x="4496915" y="4369138"/>
                  <a:ext cx="0" cy="439769"/>
                </a:xfrm>
                <a:prstGeom prst="line">
                  <a:avLst/>
                </a:prstGeom>
                <a:noFill/>
                <a:ln w="12700" cap="flat" cmpd="sng" algn="ctr">
                  <a:solidFill>
                    <a:srgbClr val="000000">
                      <a:lumMod val="50000"/>
                      <a:lumOff val="50000"/>
                    </a:srgbClr>
                  </a:solidFill>
                  <a:prstDash val="solid"/>
                  <a:miter lim="800000"/>
                  <a:headEnd type="none" w="lg" len="med"/>
                  <a:tailEnd type="arrow" w="med" len="sm"/>
                </a:ln>
                <a:effectLst/>
              </p:spPr>
            </p:cxnSp>
            <p:sp>
              <p:nvSpPr>
                <p:cNvPr id="201" name="Arc 200">
                  <a:extLst>
                    <a:ext uri="{FF2B5EF4-FFF2-40B4-BE49-F238E27FC236}">
                      <a16:creationId xmlns:a16="http://schemas.microsoft.com/office/drawing/2014/main" id="{27B27A4C-AD9B-ACE4-C480-A665BA3CD143}"/>
                    </a:ext>
                  </a:extLst>
                </p:cNvPr>
                <p:cNvSpPr/>
                <p:nvPr/>
              </p:nvSpPr>
              <p:spPr>
                <a:xfrm flipV="1">
                  <a:off x="4313315" y="4730381"/>
                  <a:ext cx="183600" cy="159848"/>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202" name="Arc 201">
                  <a:extLst>
                    <a:ext uri="{FF2B5EF4-FFF2-40B4-BE49-F238E27FC236}">
                      <a16:creationId xmlns:a16="http://schemas.microsoft.com/office/drawing/2014/main" id="{DA4BCB9A-8A1C-F420-69ED-695F858058B9}"/>
                    </a:ext>
                  </a:extLst>
                </p:cNvPr>
                <p:cNvSpPr/>
                <p:nvPr/>
              </p:nvSpPr>
              <p:spPr>
                <a:xfrm rot="10800000" flipV="1">
                  <a:off x="3942548" y="4890228"/>
                  <a:ext cx="183600" cy="159848"/>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cxnSp>
              <p:nvCxnSpPr>
                <p:cNvPr id="203" name="Straight Connector 202">
                  <a:extLst>
                    <a:ext uri="{FF2B5EF4-FFF2-40B4-BE49-F238E27FC236}">
                      <a16:creationId xmlns:a16="http://schemas.microsoft.com/office/drawing/2014/main" id="{DD120159-A94D-BDAC-D102-57F19E3F82FE}"/>
                    </a:ext>
                  </a:extLst>
                </p:cNvPr>
                <p:cNvCxnSpPr>
                  <a:cxnSpLocks/>
                </p:cNvCxnSpPr>
                <p:nvPr/>
              </p:nvCxnSpPr>
              <p:spPr>
                <a:xfrm>
                  <a:off x="4023268" y="4890228"/>
                  <a:ext cx="384206" cy="0"/>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cxnSp>
            <p:nvCxnSpPr>
              <p:cNvPr id="199" name="Straight Connector 198">
                <a:extLst>
                  <a:ext uri="{FF2B5EF4-FFF2-40B4-BE49-F238E27FC236}">
                    <a16:creationId xmlns:a16="http://schemas.microsoft.com/office/drawing/2014/main" id="{4205DB99-C74E-8BA5-6456-30D7977A07F9}"/>
                  </a:ext>
                </a:extLst>
              </p:cNvPr>
              <p:cNvCxnSpPr>
                <a:cxnSpLocks/>
              </p:cNvCxnSpPr>
              <p:nvPr/>
            </p:nvCxnSpPr>
            <p:spPr>
              <a:xfrm>
                <a:off x="3942547" y="4967658"/>
                <a:ext cx="1710" cy="72812"/>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grpSp>
          <p:nvGrpSpPr>
            <p:cNvPr id="191" name="Group 190">
              <a:extLst>
                <a:ext uri="{FF2B5EF4-FFF2-40B4-BE49-F238E27FC236}">
                  <a16:creationId xmlns:a16="http://schemas.microsoft.com/office/drawing/2014/main" id="{5C9A187B-B82A-D8C0-3FCF-E3B48088824D}"/>
                </a:ext>
              </a:extLst>
            </p:cNvPr>
            <p:cNvGrpSpPr/>
            <p:nvPr/>
          </p:nvGrpSpPr>
          <p:grpSpPr>
            <a:xfrm>
              <a:off x="1716274" y="4369136"/>
              <a:ext cx="4824357" cy="669985"/>
              <a:chOff x="3980503" y="4369137"/>
              <a:chExt cx="4824357" cy="669985"/>
            </a:xfrm>
          </p:grpSpPr>
          <p:cxnSp>
            <p:nvCxnSpPr>
              <p:cNvPr id="192" name="Straight Connector 191">
                <a:extLst>
                  <a:ext uri="{FF2B5EF4-FFF2-40B4-BE49-F238E27FC236}">
                    <a16:creationId xmlns:a16="http://schemas.microsoft.com/office/drawing/2014/main" id="{6D27C3EC-89FC-5AA6-B72A-6E67685D5A9E}"/>
                  </a:ext>
                </a:extLst>
              </p:cNvPr>
              <p:cNvCxnSpPr>
                <a:cxnSpLocks/>
              </p:cNvCxnSpPr>
              <p:nvPr/>
            </p:nvCxnSpPr>
            <p:spPr>
              <a:xfrm flipV="1">
                <a:off x="8804860" y="4369137"/>
                <a:ext cx="0" cy="466469"/>
              </a:xfrm>
              <a:prstGeom prst="line">
                <a:avLst/>
              </a:prstGeom>
              <a:noFill/>
              <a:ln w="12700" cap="flat" cmpd="sng" algn="ctr">
                <a:solidFill>
                  <a:srgbClr val="000000">
                    <a:lumMod val="50000"/>
                    <a:lumOff val="50000"/>
                  </a:srgbClr>
                </a:solidFill>
                <a:prstDash val="solid"/>
                <a:miter lim="800000"/>
                <a:headEnd type="none" w="lg" len="med"/>
                <a:tailEnd type="arrow" w="med" len="sm"/>
              </a:ln>
              <a:effectLst/>
            </p:spPr>
          </p:cxnSp>
          <p:sp>
            <p:nvSpPr>
              <p:cNvPr id="193" name="Arc 192">
                <a:extLst>
                  <a:ext uri="{FF2B5EF4-FFF2-40B4-BE49-F238E27FC236}">
                    <a16:creationId xmlns:a16="http://schemas.microsoft.com/office/drawing/2014/main" id="{FEC052CE-F7A1-8E38-C615-73E961F3B2A7}"/>
                  </a:ext>
                </a:extLst>
              </p:cNvPr>
              <p:cNvSpPr/>
              <p:nvPr/>
            </p:nvSpPr>
            <p:spPr>
              <a:xfrm flipV="1">
                <a:off x="8621260" y="4743806"/>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grpSp>
            <p:nvGrpSpPr>
              <p:cNvPr id="194" name="Group 193">
                <a:extLst>
                  <a:ext uri="{FF2B5EF4-FFF2-40B4-BE49-F238E27FC236}">
                    <a16:creationId xmlns:a16="http://schemas.microsoft.com/office/drawing/2014/main" id="{A0752457-5943-C648-F078-2C4FCEED1565}"/>
                  </a:ext>
                </a:extLst>
              </p:cNvPr>
              <p:cNvGrpSpPr/>
              <p:nvPr/>
            </p:nvGrpSpPr>
            <p:grpSpPr>
              <a:xfrm>
                <a:off x="3980503" y="4927646"/>
                <a:ext cx="4732557" cy="111476"/>
                <a:chOff x="4007399" y="4934370"/>
                <a:chExt cx="4732557" cy="111476"/>
              </a:xfrm>
            </p:grpSpPr>
            <p:cxnSp>
              <p:nvCxnSpPr>
                <p:cNvPr id="195" name="Straight Connector 194">
                  <a:extLst>
                    <a:ext uri="{FF2B5EF4-FFF2-40B4-BE49-F238E27FC236}">
                      <a16:creationId xmlns:a16="http://schemas.microsoft.com/office/drawing/2014/main" id="{4C9DE993-01DD-1DCD-699C-E32BC8C7EEED}"/>
                    </a:ext>
                  </a:extLst>
                </p:cNvPr>
                <p:cNvCxnSpPr>
                  <a:cxnSpLocks/>
                </p:cNvCxnSpPr>
                <p:nvPr/>
              </p:nvCxnSpPr>
              <p:spPr>
                <a:xfrm>
                  <a:off x="4064364" y="4934370"/>
                  <a:ext cx="4675592" cy="0"/>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sp>
              <p:nvSpPr>
                <p:cNvPr id="196" name="Arc 195">
                  <a:extLst>
                    <a:ext uri="{FF2B5EF4-FFF2-40B4-BE49-F238E27FC236}">
                      <a16:creationId xmlns:a16="http://schemas.microsoft.com/office/drawing/2014/main" id="{F16E997C-CEA5-E3BE-9137-85C3DABE8D28}"/>
                    </a:ext>
                  </a:extLst>
                </p:cNvPr>
                <p:cNvSpPr/>
                <p:nvPr/>
              </p:nvSpPr>
              <p:spPr>
                <a:xfrm rot="10800000" flipV="1">
                  <a:off x="4007400" y="4934370"/>
                  <a:ext cx="111476" cy="111476"/>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cxnSp>
              <p:nvCxnSpPr>
                <p:cNvPr id="197" name="Straight Connector 196">
                  <a:extLst>
                    <a:ext uri="{FF2B5EF4-FFF2-40B4-BE49-F238E27FC236}">
                      <a16:creationId xmlns:a16="http://schemas.microsoft.com/office/drawing/2014/main" id="{FF79010E-D26E-D06A-6219-AB213236652E}"/>
                    </a:ext>
                  </a:extLst>
                </p:cNvPr>
                <p:cNvCxnSpPr>
                  <a:cxnSpLocks/>
                  <a:stCxn id="196" idx="2"/>
                </p:cNvCxnSpPr>
                <p:nvPr/>
              </p:nvCxnSpPr>
              <p:spPr>
                <a:xfrm flipH="1">
                  <a:off x="4007399" y="4990108"/>
                  <a:ext cx="1" cy="50362"/>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grpSp>
      </p:grpSp>
      <p:grpSp>
        <p:nvGrpSpPr>
          <p:cNvPr id="209" name="Group 208" descr="Customers 360&#10;">
            <a:extLst>
              <a:ext uri="{FF2B5EF4-FFF2-40B4-BE49-F238E27FC236}">
                <a16:creationId xmlns:a16="http://schemas.microsoft.com/office/drawing/2014/main" id="{71576C20-5510-A30F-5999-06000D0B4FC3}"/>
              </a:ext>
            </a:extLst>
          </p:cNvPr>
          <p:cNvGrpSpPr/>
          <p:nvPr/>
        </p:nvGrpSpPr>
        <p:grpSpPr>
          <a:xfrm>
            <a:off x="1399886" y="4940518"/>
            <a:ext cx="760330" cy="546275"/>
            <a:chOff x="853786" y="4940518"/>
            <a:chExt cx="760330" cy="546275"/>
          </a:xfrm>
        </p:grpSpPr>
        <p:grpSp>
          <p:nvGrpSpPr>
            <p:cNvPr id="210" name="Group 209">
              <a:extLst>
                <a:ext uri="{FF2B5EF4-FFF2-40B4-BE49-F238E27FC236}">
                  <a16:creationId xmlns:a16="http://schemas.microsoft.com/office/drawing/2014/main" id="{F2372373-4104-7566-FA87-8D4D30016279}"/>
                </a:ext>
              </a:extLst>
            </p:cNvPr>
            <p:cNvGrpSpPr/>
            <p:nvPr/>
          </p:nvGrpSpPr>
          <p:grpSpPr>
            <a:xfrm>
              <a:off x="853786" y="4940518"/>
              <a:ext cx="760330" cy="546275"/>
              <a:chOff x="5570392" y="4264532"/>
              <a:chExt cx="331746" cy="266059"/>
            </a:xfrm>
          </p:grpSpPr>
          <p:sp>
            <p:nvSpPr>
              <p:cNvPr id="212" name="Freeform 24">
                <a:extLst>
                  <a:ext uri="{FF2B5EF4-FFF2-40B4-BE49-F238E27FC236}">
                    <a16:creationId xmlns:a16="http://schemas.microsoft.com/office/drawing/2014/main" id="{0E161A9C-B51A-0310-9DE7-17182C7C6F8A}"/>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rgbClr val="8661C5">
                  <a:lumMod val="40000"/>
                  <a:lumOff val="60000"/>
                </a:srgbClr>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Segoe UI Semibold"/>
                </a:endParaRPr>
              </a:p>
            </p:txBody>
          </p:sp>
          <p:sp>
            <p:nvSpPr>
              <p:cNvPr id="213" name="Freeform 25">
                <a:extLst>
                  <a:ext uri="{FF2B5EF4-FFF2-40B4-BE49-F238E27FC236}">
                    <a16:creationId xmlns:a16="http://schemas.microsoft.com/office/drawing/2014/main" id="{F0F25110-BD1A-D6DD-5691-680E9706D92B}"/>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rgbClr val="8661C5">
                  <a:lumMod val="40000"/>
                  <a:lumOff val="60000"/>
                </a:srgbClr>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Segoe UI Semibold"/>
                </a:endParaRPr>
              </a:p>
            </p:txBody>
          </p:sp>
        </p:grpSp>
        <p:sp>
          <p:nvSpPr>
            <p:cNvPr id="211" name="TextBox 210">
              <a:extLst>
                <a:ext uri="{FF2B5EF4-FFF2-40B4-BE49-F238E27FC236}">
                  <a16:creationId xmlns:a16="http://schemas.microsoft.com/office/drawing/2014/main" id="{4A2C6A7F-2139-8EC4-5CEE-2540DE36169C}"/>
                </a:ext>
              </a:extLst>
            </p:cNvPr>
            <p:cNvSpPr txBox="1"/>
            <p:nvPr/>
          </p:nvSpPr>
          <p:spPr>
            <a:xfrm>
              <a:off x="996322" y="5214900"/>
              <a:ext cx="573875" cy="246221"/>
            </a:xfrm>
            <a:prstGeom prst="rect">
              <a:avLst/>
            </a:prstGeom>
            <a:noFill/>
            <a:ln w="63897" cap="flat">
              <a:noFill/>
              <a:prstDash val="solid"/>
              <a:miter/>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algn="ctr" fontAlgn="auto">
                <a:lnSpc>
                  <a:spcPct val="100000"/>
                </a:lnSpc>
                <a:spcBef>
                  <a:spcPts val="0"/>
                </a:spcBef>
                <a:spcAft>
                  <a:spcPts val="0"/>
                </a:spcAft>
                <a:buClrTx/>
                <a:buSzTx/>
                <a:buFontTx/>
                <a:buNone/>
                <a:tabLst/>
                <a:defRPr sz="800">
                  <a:solidFill>
                    <a:schemeClr val="bg1"/>
                  </a:solidFill>
                  <a:latin typeface="Segoe Sans Display Semibold" pitchFamily="2" charset="0"/>
                  <a:ea typeface="Nirmala UI Semilight" panose="020B0402040204020203" pitchFamily="34" charset="0"/>
                  <a:cs typeface="Segoe Sans Display Semibold" pitchFamily="2"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t>Customers</a:t>
              </a:r>
              <a:br>
                <a:rPr kumimoji="0" lang="en-US" sz="800" b="0" i="0" u="none" strike="noStrike" kern="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br>
              <a:r>
                <a:rPr kumimoji="0" lang="en-US" sz="800" b="0" i="0" u="none" strike="noStrike" kern="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t>360</a:t>
              </a:r>
            </a:p>
          </p:txBody>
        </p:sp>
      </p:grpSp>
      <p:sp>
        <p:nvSpPr>
          <p:cNvPr id="214" name="TextBox 213">
            <a:extLst>
              <a:ext uri="{FF2B5EF4-FFF2-40B4-BE49-F238E27FC236}">
                <a16:creationId xmlns:a16="http://schemas.microsoft.com/office/drawing/2014/main" id="{1AB6BBA2-FF7C-2164-B0C9-4B79A9DBEAF7}"/>
              </a:ext>
            </a:extLst>
          </p:cNvPr>
          <p:cNvSpPr txBox="1"/>
          <p:nvPr/>
        </p:nvSpPr>
        <p:spPr>
          <a:xfrm>
            <a:off x="1295627" y="5573113"/>
            <a:ext cx="952794" cy="249299"/>
          </a:xfrm>
          <a:prstGeom prst="rect">
            <a:avLst/>
          </a:prstGeom>
          <a:noFill/>
        </p:spPr>
        <p:txBody>
          <a:bodyPr wrap="square" lIns="0" tIns="0" rIns="0" bIns="0" rtlCol="0" anchor="t">
            <a:spAutoFit/>
          </a:bodyPr>
          <a:lstStyle/>
          <a:p>
            <a:pPr algn="ctr">
              <a:lnSpc>
                <a:spcPct val="90000"/>
              </a:lnSpc>
              <a:defRPr/>
            </a:pPr>
            <a:r>
              <a:rPr lang="en-US" sz="900">
                <a:solidFill>
                  <a:srgbClr val="000000"/>
                </a:solidFill>
                <a:latin typeface="Segoe Sans Text Semilight"/>
              </a:rPr>
              <a:t>Delta – Parquet Format</a:t>
            </a:r>
          </a:p>
        </p:txBody>
      </p:sp>
      <p:grpSp>
        <p:nvGrpSpPr>
          <p:cNvPr id="215" name="Group 214" descr="OneLake">
            <a:extLst>
              <a:ext uri="{FF2B5EF4-FFF2-40B4-BE49-F238E27FC236}">
                <a16:creationId xmlns:a16="http://schemas.microsoft.com/office/drawing/2014/main" id="{BE818B6A-7206-FCB7-3215-2A1BD81A9C2A}"/>
              </a:ext>
            </a:extLst>
          </p:cNvPr>
          <p:cNvGrpSpPr/>
          <p:nvPr/>
        </p:nvGrpSpPr>
        <p:grpSpPr>
          <a:xfrm>
            <a:off x="3127210" y="5143500"/>
            <a:ext cx="1463233" cy="443506"/>
            <a:chOff x="2924855" y="3996889"/>
            <a:chExt cx="1463233" cy="443506"/>
          </a:xfrm>
        </p:grpSpPr>
        <p:sp>
          <p:nvSpPr>
            <p:cNvPr id="216" name="Rounded Rectangle 45">
              <a:extLst>
                <a:ext uri="{FF2B5EF4-FFF2-40B4-BE49-F238E27FC236}">
                  <a16:creationId xmlns:a16="http://schemas.microsoft.com/office/drawing/2014/main" id="{3D095EC4-CE74-191E-A22D-7731E0DC0791}"/>
                </a:ext>
              </a:extLst>
            </p:cNvPr>
            <p:cNvSpPr/>
            <p:nvPr/>
          </p:nvSpPr>
          <p:spPr>
            <a:xfrm>
              <a:off x="3484058" y="4080141"/>
              <a:ext cx="904030" cy="276999"/>
            </a:xfrm>
            <a:prstGeom prst="rect">
              <a:avLst/>
            </a:prstGeom>
            <a:no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defRPr/>
              </a:pPr>
              <a:r>
                <a:rPr lang="en-US" err="1">
                  <a:solidFill>
                    <a:srgbClr val="000000"/>
                  </a:solidFill>
                  <a:latin typeface="Segoe Sans Display Semibold" pitchFamily="2" charset="0"/>
                  <a:cs typeface="Segoe Sans Display Semibold" pitchFamily="2" charset="0"/>
                </a:rPr>
                <a:t>OneLake</a:t>
              </a:r>
              <a:endParaRPr lang="en-US">
                <a:solidFill>
                  <a:srgbClr val="000000"/>
                </a:solidFill>
                <a:latin typeface="Segoe Sans Display Semibold" pitchFamily="2" charset="0"/>
                <a:cs typeface="Segoe Sans Display Semibold" pitchFamily="2" charset="0"/>
              </a:endParaRPr>
            </a:p>
          </p:txBody>
        </p:sp>
        <p:pic>
          <p:nvPicPr>
            <p:cNvPr id="217" name="Picture 216" descr="Logo, company name&#10;&#10;Description automatically generated">
              <a:extLst>
                <a:ext uri="{FF2B5EF4-FFF2-40B4-BE49-F238E27FC236}">
                  <a16:creationId xmlns:a16="http://schemas.microsoft.com/office/drawing/2014/main" id="{019D1BE7-AC86-16A1-81B5-E78A2B17B253}"/>
                </a:ext>
              </a:extLst>
            </p:cNvPr>
            <p:cNvPicPr>
              <a:picLocks noChangeAspect="1"/>
            </p:cNvPicPr>
            <p:nvPr/>
          </p:nvPicPr>
          <p:blipFill rotWithShape="1">
            <a:blip r:embed="rId14">
              <a:extLst>
                <a:ext uri="{28A0092B-C50C-407E-A947-70E740481C1C}">
                  <a14:useLocalDpi xmlns:a14="http://schemas.microsoft.com/office/drawing/2010/main" val="0"/>
                </a:ext>
              </a:extLst>
            </a:blip>
            <a:srcRect l="-7916" r="-7916"/>
            <a:stretch/>
          </p:blipFill>
          <p:spPr>
            <a:xfrm>
              <a:off x="2924855" y="3996889"/>
              <a:ext cx="512718" cy="443506"/>
            </a:xfrm>
            <a:prstGeom prst="rect">
              <a:avLst/>
            </a:prstGeom>
          </p:spPr>
        </p:pic>
      </p:grpSp>
      <p:grpSp>
        <p:nvGrpSpPr>
          <p:cNvPr id="218" name="Group 217">
            <a:extLst>
              <a:ext uri="{FF2B5EF4-FFF2-40B4-BE49-F238E27FC236}">
                <a16:creationId xmlns:a16="http://schemas.microsoft.com/office/drawing/2014/main" id="{4C6EC07B-CB2E-B7FE-ACFF-280F7BF3DA47}"/>
              </a:ext>
              <a:ext uri="{C183D7F6-B498-43B3-948B-1728B52AA6E4}">
                <adec:decorative xmlns:adec="http://schemas.microsoft.com/office/drawing/2017/decorative" val="1"/>
              </a:ext>
            </a:extLst>
          </p:cNvPr>
          <p:cNvGrpSpPr/>
          <p:nvPr/>
        </p:nvGrpSpPr>
        <p:grpSpPr>
          <a:xfrm>
            <a:off x="7516760" y="2015211"/>
            <a:ext cx="4101936" cy="4122080"/>
            <a:chOff x="7516760" y="2015211"/>
            <a:chExt cx="4101936" cy="4122080"/>
          </a:xfrm>
        </p:grpSpPr>
        <p:sp>
          <p:nvSpPr>
            <p:cNvPr id="219" name="Rounded Rectangle 205">
              <a:extLst>
                <a:ext uri="{FF2B5EF4-FFF2-40B4-BE49-F238E27FC236}">
                  <a16:creationId xmlns:a16="http://schemas.microsoft.com/office/drawing/2014/main" id="{8E1CA13A-499E-1BA2-4277-0933244F73F1}"/>
                </a:ext>
                <a:ext uri="{C183D7F6-B498-43B3-948B-1728B52AA6E4}">
                  <adec:decorative xmlns:adec="http://schemas.microsoft.com/office/drawing/2017/decorative" val="1"/>
                </a:ext>
              </a:extLst>
            </p:cNvPr>
            <p:cNvSpPr/>
            <p:nvPr/>
          </p:nvSpPr>
          <p:spPr bwMode="auto">
            <a:xfrm>
              <a:off x="7516760" y="2015211"/>
              <a:ext cx="4101936" cy="4122080"/>
            </a:xfrm>
            <a:prstGeom prst="roundRect">
              <a:avLst>
                <a:gd name="adj" fmla="val 4025"/>
              </a:avLst>
            </a:prstGeom>
            <a:solidFill>
              <a:srgbClr val="FFFFFF">
                <a:alpha val="70000"/>
              </a:srgbClr>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32472" eaLnBrk="1" fontAlgn="base" latinLnBrk="0" hangingPunct="1">
                <a:lnSpc>
                  <a:spcPct val="100000"/>
                </a:lnSpc>
                <a:spcBef>
                  <a:spcPct val="0"/>
                </a:spcBef>
                <a:spcAft>
                  <a:spcPts val="0"/>
                </a:spcAft>
                <a:buClrTx/>
                <a:buSzTx/>
                <a:buFontTx/>
                <a:buNone/>
                <a:tabLst/>
                <a:defRPr/>
              </a:pPr>
              <a:endParaRPr kumimoji="0" lang="en-US" sz="1400" b="0" i="0" u="none" strike="noStrike" kern="0" cap="none" spc="0" normalizeH="0" baseline="0" noProof="0" err="1">
                <a:ln>
                  <a:noFill/>
                </a:ln>
                <a:solidFill>
                  <a:srgbClr val="225B61"/>
                </a:solidFill>
                <a:effectLst/>
                <a:uLnTx/>
                <a:uFillTx/>
                <a:latin typeface="Segoe Sans Display Semibold" pitchFamily="2" charset="0"/>
                <a:ea typeface="+mn-ea"/>
                <a:cs typeface="Segoe Sans Display Semibold" pitchFamily="2" charset="0"/>
              </a:endParaRPr>
            </a:p>
          </p:txBody>
        </p:sp>
        <p:sp>
          <p:nvSpPr>
            <p:cNvPr id="220" name="Rounded Rectangle 205">
              <a:extLst>
                <a:ext uri="{FF2B5EF4-FFF2-40B4-BE49-F238E27FC236}">
                  <a16:creationId xmlns:a16="http://schemas.microsoft.com/office/drawing/2014/main" id="{9DDBC59C-52A1-90D1-E692-B6CE9DEBF6DA}"/>
                </a:ext>
                <a:ext uri="{C183D7F6-B498-43B3-948B-1728B52AA6E4}">
                  <adec:decorative xmlns:adec="http://schemas.microsoft.com/office/drawing/2017/decorative" val="1"/>
                </a:ext>
              </a:extLst>
            </p:cNvPr>
            <p:cNvSpPr/>
            <p:nvPr/>
          </p:nvSpPr>
          <p:spPr bwMode="auto">
            <a:xfrm>
              <a:off x="7640401" y="2139501"/>
              <a:ext cx="3854654" cy="3873501"/>
            </a:xfrm>
            <a:prstGeom prst="roundRect">
              <a:avLst>
                <a:gd name="adj" fmla="val 2108"/>
              </a:avLst>
            </a:prstGeom>
            <a:solidFill>
              <a:srgbClr val="FFFFFF"/>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ct val="20000"/>
                </a:spcBef>
                <a:spcAft>
                  <a:spcPts val="0"/>
                </a:spcAft>
                <a:buClrTx/>
                <a:buSzPct val="90000"/>
                <a:buFontTx/>
                <a:buNone/>
                <a:tabLst/>
                <a:defRPr/>
              </a:pPr>
              <a:endParaRPr kumimoji="0" lang="en-US" sz="1200" b="0" i="0" u="none" strike="noStrike" kern="0" cap="none" spc="0" normalizeH="0" baseline="0" noProof="0" err="1">
                <a:ln>
                  <a:noFill/>
                </a:ln>
                <a:gradFill>
                  <a:gsLst>
                    <a:gs pos="2874">
                      <a:srgbClr val="FFFFFF"/>
                    </a:gs>
                    <a:gs pos="17978">
                      <a:srgbClr val="FFFFFF"/>
                    </a:gs>
                  </a:gsLst>
                  <a:lin ang="2700000" scaled="0"/>
                </a:gradFill>
                <a:effectLst/>
                <a:uLnTx/>
                <a:uFillTx/>
                <a:latin typeface="Segoe UI"/>
                <a:ea typeface="+mn-ea"/>
                <a:cs typeface="+mn-cs"/>
              </a:endParaRPr>
            </a:p>
          </p:txBody>
        </p:sp>
      </p:grpSp>
      <p:sp>
        <p:nvSpPr>
          <p:cNvPr id="221" name="TextBox 220">
            <a:extLst>
              <a:ext uri="{FF2B5EF4-FFF2-40B4-BE49-F238E27FC236}">
                <a16:creationId xmlns:a16="http://schemas.microsoft.com/office/drawing/2014/main" id="{6B25BF2F-245E-32EC-C259-7EC04A8DFF09}"/>
              </a:ext>
            </a:extLst>
          </p:cNvPr>
          <p:cNvSpPr txBox="1"/>
          <p:nvPr/>
        </p:nvSpPr>
        <p:spPr>
          <a:xfrm>
            <a:off x="7856182" y="2401867"/>
            <a:ext cx="3494612" cy="3416320"/>
          </a:xfrm>
          <a:prstGeom prst="rect">
            <a:avLst/>
          </a:prstGeom>
          <a:noFill/>
        </p:spPr>
        <p:txBody>
          <a:bodyPr wrap="square" lIns="0" tIns="0" rIns="0" bIns="0" rtlCol="0">
            <a:spAutoFit/>
          </a:bodyPr>
          <a:lstStyle>
            <a:defPPr>
              <a:defRPr lang="en-US"/>
            </a:defPPr>
            <a:lvl1pPr marL="342900" indent="-342900">
              <a:buFont typeface="Arial" panose="020B0604020202020204" pitchFamily="34" charset="0"/>
              <a:buChar char="•"/>
              <a:defRPr sz="1600">
                <a:latin typeface="Segoe UI" panose="020B0502040204020203" pitchFamily="34" charset="0"/>
                <a:cs typeface="Segoe UI" panose="020B0502040204020203" pitchFamily="34" charset="0"/>
              </a:defRPr>
            </a:lvl1pPr>
          </a:lstStyle>
          <a:p>
            <a:pPr marL="0" indent="0">
              <a:spcBef>
                <a:spcPts val="1600"/>
              </a:spcBef>
              <a:buFont typeface="Arial" panose="020B0604020202020204" pitchFamily="34" charset="0"/>
              <a:buNone/>
              <a:defRPr/>
            </a:pPr>
            <a:r>
              <a:rPr lang="en-US" kern="0">
                <a:solidFill>
                  <a:srgbClr val="000000"/>
                </a:solidFill>
                <a:latin typeface="Segoe Sans Text Semilight"/>
              </a:rPr>
              <a:t>Once data is stored in the lake, it is directly accessible by all the engines without needing any import/export.</a:t>
            </a:r>
          </a:p>
          <a:p>
            <a:pPr marL="0" indent="0">
              <a:spcBef>
                <a:spcPts val="1600"/>
              </a:spcBef>
              <a:buFont typeface="Arial" panose="020B0604020202020204" pitchFamily="34" charset="0"/>
              <a:buNone/>
              <a:defRPr/>
            </a:pPr>
            <a:r>
              <a:rPr lang="en-US" kern="0">
                <a:solidFill>
                  <a:srgbClr val="000000"/>
                </a:solidFill>
                <a:latin typeface="Segoe Sans Text Semilight"/>
              </a:rPr>
              <a:t>You are able to choose the right</a:t>
            </a:r>
            <a:br>
              <a:rPr lang="en-US" kern="0">
                <a:solidFill>
                  <a:srgbClr val="000000"/>
                </a:solidFill>
                <a:latin typeface="Segoe Sans Text Semilight"/>
              </a:rPr>
            </a:br>
            <a:r>
              <a:rPr lang="en-US" kern="0">
                <a:solidFill>
                  <a:srgbClr val="000000"/>
                </a:solidFill>
                <a:latin typeface="Segoe Sans Text Semilight"/>
              </a:rPr>
              <a:t>engine for the right job.</a:t>
            </a:r>
          </a:p>
          <a:p>
            <a:pPr marL="0" indent="0">
              <a:spcBef>
                <a:spcPts val="1600"/>
              </a:spcBef>
              <a:buFont typeface="Arial" panose="020B0604020202020204" pitchFamily="34" charset="0"/>
              <a:buNone/>
              <a:defRPr/>
            </a:pPr>
            <a:r>
              <a:rPr lang="en-US" kern="0">
                <a:solidFill>
                  <a:srgbClr val="000000"/>
                </a:solidFill>
                <a:latin typeface="Segoe Sans Text Semilight"/>
              </a:rPr>
              <a:t>All the compute engines have been fully optimized to work with Delta Parquet as their native format.</a:t>
            </a:r>
          </a:p>
          <a:p>
            <a:pPr marL="0" indent="0">
              <a:spcBef>
                <a:spcPts val="1600"/>
              </a:spcBef>
              <a:buFont typeface="Arial" panose="020B0604020202020204" pitchFamily="34" charset="0"/>
              <a:buNone/>
              <a:defRPr/>
            </a:pPr>
            <a:r>
              <a:rPr lang="en-US" kern="0">
                <a:solidFill>
                  <a:srgbClr val="000000"/>
                </a:solidFill>
                <a:latin typeface="Segoe Sans Text Semilight"/>
              </a:rPr>
              <a:t>Shared universal security model</a:t>
            </a:r>
            <a:br>
              <a:rPr lang="en-US" kern="0">
                <a:solidFill>
                  <a:srgbClr val="000000"/>
                </a:solidFill>
                <a:latin typeface="Segoe Sans Text Semilight"/>
              </a:rPr>
            </a:br>
            <a:r>
              <a:rPr lang="en-US" kern="0">
                <a:solidFill>
                  <a:srgbClr val="000000"/>
                </a:solidFill>
                <a:latin typeface="Segoe Sans Text Semilight"/>
              </a:rPr>
              <a:t>is enforced across all the engines (coming soon).</a:t>
            </a:r>
          </a:p>
        </p:txBody>
      </p:sp>
      <p:grpSp>
        <p:nvGrpSpPr>
          <p:cNvPr id="222" name="Group 221">
            <a:extLst>
              <a:ext uri="{FF2B5EF4-FFF2-40B4-BE49-F238E27FC236}">
                <a16:creationId xmlns:a16="http://schemas.microsoft.com/office/drawing/2014/main" id="{A684871F-C9F7-29DD-7AF0-2B975CA43965}"/>
              </a:ext>
              <a:ext uri="{C183D7F6-B498-43B3-948B-1728B52AA6E4}">
                <adec:decorative xmlns:adec="http://schemas.microsoft.com/office/drawing/2017/decorative" val="1"/>
              </a:ext>
            </a:extLst>
          </p:cNvPr>
          <p:cNvGrpSpPr/>
          <p:nvPr/>
        </p:nvGrpSpPr>
        <p:grpSpPr>
          <a:xfrm>
            <a:off x="7856182" y="3287277"/>
            <a:ext cx="3494613" cy="1644687"/>
            <a:chOff x="7856182" y="3287277"/>
            <a:chExt cx="3494613" cy="1644687"/>
          </a:xfrm>
        </p:grpSpPr>
        <p:cxnSp>
          <p:nvCxnSpPr>
            <p:cNvPr id="223" name="Straight Connector 222">
              <a:extLst>
                <a:ext uri="{FF2B5EF4-FFF2-40B4-BE49-F238E27FC236}">
                  <a16:creationId xmlns:a16="http://schemas.microsoft.com/office/drawing/2014/main" id="{1DE72CC3-F97D-5FFB-94D4-DF7305462943}"/>
                </a:ext>
              </a:extLst>
            </p:cNvPr>
            <p:cNvCxnSpPr>
              <a:cxnSpLocks/>
            </p:cNvCxnSpPr>
            <p:nvPr/>
          </p:nvCxnSpPr>
          <p:spPr>
            <a:xfrm>
              <a:off x="7856182" y="3287277"/>
              <a:ext cx="3494613" cy="0"/>
            </a:xfrm>
            <a:prstGeom prst="line">
              <a:avLst/>
            </a:prstGeom>
            <a:noFill/>
            <a:ln w="6350" cap="flat" cmpd="sng" algn="ctr">
              <a:solidFill>
                <a:srgbClr val="225B61">
                  <a:alpha val="20000"/>
                </a:srgbClr>
              </a:solidFill>
              <a:prstDash val="solid"/>
              <a:miter lim="800000"/>
              <a:headEnd type="none" w="lg" len="med"/>
              <a:tailEnd type="none" w="lg" len="med"/>
            </a:ln>
            <a:effectLst/>
          </p:spPr>
        </p:cxnSp>
        <p:cxnSp>
          <p:nvCxnSpPr>
            <p:cNvPr id="224" name="Straight Connector 223">
              <a:extLst>
                <a:ext uri="{FF2B5EF4-FFF2-40B4-BE49-F238E27FC236}">
                  <a16:creationId xmlns:a16="http://schemas.microsoft.com/office/drawing/2014/main" id="{904CC205-5CEA-6AAD-4499-F4711A243EC1}"/>
                </a:ext>
              </a:extLst>
            </p:cNvPr>
            <p:cNvCxnSpPr>
              <a:cxnSpLocks/>
            </p:cNvCxnSpPr>
            <p:nvPr/>
          </p:nvCxnSpPr>
          <p:spPr>
            <a:xfrm>
              <a:off x="7856182" y="4931964"/>
              <a:ext cx="3494613" cy="0"/>
            </a:xfrm>
            <a:prstGeom prst="line">
              <a:avLst/>
            </a:prstGeom>
            <a:noFill/>
            <a:ln w="6350" cap="flat" cmpd="sng" algn="ctr">
              <a:solidFill>
                <a:srgbClr val="225B61">
                  <a:alpha val="20000"/>
                </a:srgbClr>
              </a:solidFill>
              <a:prstDash val="solid"/>
              <a:miter lim="800000"/>
              <a:headEnd type="none" w="lg" len="med"/>
              <a:tailEnd type="none" w="lg" len="med"/>
            </a:ln>
            <a:effectLst/>
          </p:spPr>
        </p:cxnSp>
        <p:cxnSp>
          <p:nvCxnSpPr>
            <p:cNvPr id="225" name="Straight Connector 224">
              <a:extLst>
                <a:ext uri="{FF2B5EF4-FFF2-40B4-BE49-F238E27FC236}">
                  <a16:creationId xmlns:a16="http://schemas.microsoft.com/office/drawing/2014/main" id="{C3EC7C89-6411-0F02-B398-A1F3383EBA98}"/>
                </a:ext>
              </a:extLst>
            </p:cNvPr>
            <p:cNvCxnSpPr>
              <a:cxnSpLocks/>
            </p:cNvCxnSpPr>
            <p:nvPr/>
          </p:nvCxnSpPr>
          <p:spPr>
            <a:xfrm>
              <a:off x="7856182" y="3968503"/>
              <a:ext cx="3494613" cy="0"/>
            </a:xfrm>
            <a:prstGeom prst="line">
              <a:avLst/>
            </a:prstGeom>
            <a:noFill/>
            <a:ln w="6350" cap="flat" cmpd="sng" algn="ctr">
              <a:solidFill>
                <a:srgbClr val="225B61">
                  <a:alpha val="20000"/>
                </a:srgbClr>
              </a:solidFill>
              <a:prstDash val="solid"/>
              <a:miter lim="800000"/>
              <a:headEnd type="none" w="lg" len="med"/>
              <a:tailEnd type="none" w="lg" len="med"/>
            </a:ln>
            <a:effectLst/>
          </p:spPr>
        </p:cxnSp>
      </p:grpSp>
    </p:spTree>
    <p:extLst>
      <p:ext uri="{BB962C8B-B14F-4D97-AF65-F5344CB8AC3E}">
        <p14:creationId xmlns:p14="http://schemas.microsoft.com/office/powerpoint/2010/main" val="20896961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8"/>
                                        </p:tgtEl>
                                        <p:attrNameLst>
                                          <p:attrName>style.visibility</p:attrName>
                                        </p:attrNameLst>
                                      </p:cBhvr>
                                      <p:to>
                                        <p:strVal val="visible"/>
                                      </p:to>
                                    </p:set>
                                    <p:animEffect transition="in" filter="fade">
                                      <p:cBhvr>
                                        <p:cTn id="7" dur="500"/>
                                        <p:tgtEl>
                                          <p:spTgt spid="21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21"/>
                                        </p:tgtEl>
                                        <p:attrNameLst>
                                          <p:attrName>style.visibility</p:attrName>
                                        </p:attrNameLst>
                                      </p:cBhvr>
                                      <p:to>
                                        <p:strVal val="visible"/>
                                      </p:to>
                                    </p:set>
                                    <p:animEffect transition="in" filter="fade">
                                      <p:cBhvr>
                                        <p:cTn id="11" dur="500"/>
                                        <p:tgtEl>
                                          <p:spTgt spid="22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22"/>
                                        </p:tgtEl>
                                        <p:attrNameLst>
                                          <p:attrName>style.visibility</p:attrName>
                                        </p:attrNameLst>
                                      </p:cBhvr>
                                      <p:to>
                                        <p:strVal val="visible"/>
                                      </p:to>
                                    </p:set>
                                    <p:animEffect transition="in" filter="fade">
                                      <p:cBhvr>
                                        <p:cTn id="15" dur="500"/>
                                        <p:tgtEl>
                                          <p:spTgt spid="22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88"/>
                                        </p:tgtEl>
                                        <p:attrNameLst>
                                          <p:attrName>style.visibility</p:attrName>
                                        </p:attrNameLst>
                                      </p:cBhvr>
                                      <p:to>
                                        <p:strVal val="visible"/>
                                      </p:to>
                                    </p:set>
                                    <p:animEffect transition="in" filter="wipe(down)">
                                      <p:cBhvr>
                                        <p:cTn id="20" dur="500"/>
                                        <p:tgtEl>
                                          <p:spTgt spid="188"/>
                                        </p:tgtEl>
                                      </p:cBhvr>
                                    </p:animEffect>
                                  </p:childTnLst>
                                </p:cTn>
                              </p:par>
                            </p:childTnLst>
                          </p:cTn>
                        </p:par>
                        <p:par>
                          <p:cTn id="21" fill="hold">
                            <p:stCondLst>
                              <p:cond delay="500"/>
                            </p:stCondLst>
                            <p:childTnLst>
                              <p:par>
                                <p:cTn id="22" presetID="22" presetClass="entr" presetSubtype="4" fill="hold" nodeType="afterEffect">
                                  <p:stCondLst>
                                    <p:cond delay="0"/>
                                  </p:stCondLst>
                                  <p:childTnLst>
                                    <p:set>
                                      <p:cBhvr>
                                        <p:cTn id="23" dur="1" fill="hold">
                                          <p:stCondLst>
                                            <p:cond delay="0"/>
                                          </p:stCondLst>
                                        </p:cTn>
                                        <p:tgtEl>
                                          <p:spTgt spid="166"/>
                                        </p:tgtEl>
                                        <p:attrNameLst>
                                          <p:attrName>style.visibility</p:attrName>
                                        </p:attrNameLst>
                                      </p:cBhvr>
                                      <p:to>
                                        <p:strVal val="visible"/>
                                      </p:to>
                                    </p:set>
                                    <p:animEffect transition="in" filter="wipe(down)">
                                      <p:cBhvr>
                                        <p:cTn id="24" dur="500"/>
                                        <p:tgtEl>
                                          <p:spTgt spid="166"/>
                                        </p:tgtEl>
                                      </p:cBhvr>
                                    </p:animEffect>
                                  </p:childTnLst>
                                </p:cTn>
                              </p:par>
                              <p:par>
                                <p:cTn id="25" presetID="22" presetClass="entr" presetSubtype="4" fill="hold" nodeType="withEffect">
                                  <p:stCondLst>
                                    <p:cond delay="0"/>
                                  </p:stCondLst>
                                  <p:childTnLst>
                                    <p:set>
                                      <p:cBhvr>
                                        <p:cTn id="26" dur="1" fill="hold">
                                          <p:stCondLst>
                                            <p:cond delay="0"/>
                                          </p:stCondLst>
                                        </p:cTn>
                                        <p:tgtEl>
                                          <p:spTgt spid="178"/>
                                        </p:tgtEl>
                                        <p:attrNameLst>
                                          <p:attrName>style.visibility</p:attrName>
                                        </p:attrNameLst>
                                      </p:cBhvr>
                                      <p:to>
                                        <p:strVal val="visible"/>
                                      </p:to>
                                    </p:set>
                                    <p:animEffect transition="in" filter="wipe(down)">
                                      <p:cBhvr>
                                        <p:cTn id="27" dur="500"/>
                                        <p:tgtEl>
                                          <p:spTgt spid="178"/>
                                        </p:tgtEl>
                                      </p:cBhvr>
                                    </p:animEffect>
                                  </p:childTnLst>
                                </p:cTn>
                              </p:par>
                              <p:par>
                                <p:cTn id="28" presetID="22" presetClass="entr" presetSubtype="4" fill="hold" nodeType="withEffect">
                                  <p:stCondLst>
                                    <p:cond delay="0"/>
                                  </p:stCondLst>
                                  <p:childTnLst>
                                    <p:set>
                                      <p:cBhvr>
                                        <p:cTn id="29" dur="1" fill="hold">
                                          <p:stCondLst>
                                            <p:cond delay="0"/>
                                          </p:stCondLst>
                                        </p:cTn>
                                        <p:tgtEl>
                                          <p:spTgt spid="173"/>
                                        </p:tgtEl>
                                        <p:attrNameLst>
                                          <p:attrName>style.visibility</p:attrName>
                                        </p:attrNameLst>
                                      </p:cBhvr>
                                      <p:to>
                                        <p:strVal val="visible"/>
                                      </p:to>
                                    </p:set>
                                    <p:animEffect transition="in" filter="wipe(down)">
                                      <p:cBhvr>
                                        <p:cTn id="30"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D7656-AE08-FEE4-D76E-ACA5A2FC53A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FD57C10-CA0F-7A15-C495-D3FBAA5C3B2E}"/>
              </a:ext>
            </a:extLst>
          </p:cNvPr>
          <p:cNvSpPr>
            <a:spLocks noGrp="1"/>
          </p:cNvSpPr>
          <p:nvPr>
            <p:ph type="title"/>
          </p:nvPr>
        </p:nvSpPr>
        <p:spPr/>
        <p:txBody>
          <a:bodyPr/>
          <a:lstStyle/>
          <a:p>
            <a:r>
              <a:rPr lang="en-US" b="0">
                <a:solidFill>
                  <a:srgbClr val="B3EBC5"/>
                </a:solidFill>
                <a:latin typeface="TWK Everett Light" panose="020B0204000000000000" pitchFamily="34" charset="77"/>
              </a:rPr>
              <a:t>Open Access to data in </a:t>
            </a:r>
            <a:r>
              <a:rPr lang="en-US" b="0" err="1">
                <a:solidFill>
                  <a:srgbClr val="B3EBC5"/>
                </a:solidFill>
                <a:latin typeface="TWK Everett Light" panose="020B0204000000000000" pitchFamily="34" charset="77"/>
              </a:rPr>
              <a:t>OneLake</a:t>
            </a:r>
            <a:br>
              <a:rPr lang="en-US" b="0">
                <a:solidFill>
                  <a:srgbClr val="B3EBC5"/>
                </a:solidFill>
                <a:latin typeface="TWK Everett Light" panose="020B0204000000000000" pitchFamily="34" charset="77"/>
              </a:rPr>
            </a:br>
            <a:r>
              <a:rPr lang="en-US" sz="1600" b="0">
                <a:latin typeface="TWK Everett Light" panose="020B0204000000000000" pitchFamily="34" charset="77"/>
              </a:rPr>
              <a:t>No lock-in with industry standard APIs and open file formats</a:t>
            </a:r>
            <a:endParaRPr lang="en-US"/>
          </a:p>
        </p:txBody>
      </p:sp>
      <p:grpSp>
        <p:nvGrpSpPr>
          <p:cNvPr id="235" name="Group 234">
            <a:extLst>
              <a:ext uri="{FF2B5EF4-FFF2-40B4-BE49-F238E27FC236}">
                <a16:creationId xmlns:a16="http://schemas.microsoft.com/office/drawing/2014/main" id="{B8E69894-CDCC-58EA-FC8D-2CD9E7DE44C8}"/>
              </a:ext>
              <a:ext uri="{C183D7F6-B498-43B3-948B-1728B52AA6E4}">
                <adec:decorative xmlns:adec="http://schemas.microsoft.com/office/drawing/2017/decorative" val="1"/>
              </a:ext>
            </a:extLst>
          </p:cNvPr>
          <p:cNvGrpSpPr/>
          <p:nvPr/>
        </p:nvGrpSpPr>
        <p:grpSpPr>
          <a:xfrm>
            <a:off x="584201" y="2023936"/>
            <a:ext cx="6701167" cy="4122080"/>
            <a:chOff x="584201" y="2023936"/>
            <a:chExt cx="6701167" cy="4122080"/>
          </a:xfrm>
        </p:grpSpPr>
        <p:sp>
          <p:nvSpPr>
            <p:cNvPr id="236" name="Rounded Rectangle 45">
              <a:extLst>
                <a:ext uri="{FF2B5EF4-FFF2-40B4-BE49-F238E27FC236}">
                  <a16:creationId xmlns:a16="http://schemas.microsoft.com/office/drawing/2014/main" id="{5523FFF0-A3B8-DF12-A54D-D7B022A8C719}"/>
                </a:ext>
              </a:extLst>
            </p:cNvPr>
            <p:cNvSpPr/>
            <p:nvPr/>
          </p:nvSpPr>
          <p:spPr>
            <a:xfrm>
              <a:off x="730299" y="3430565"/>
              <a:ext cx="6408971" cy="1203945"/>
            </a:xfrm>
            <a:prstGeom prst="roundRect">
              <a:avLst>
                <a:gd name="adj" fmla="val 6313"/>
              </a:avLst>
            </a:prstGeom>
            <a:solidFill>
              <a:srgbClr val="FFFFFF">
                <a:alpha val="94098"/>
              </a:srgbClr>
            </a:solidFill>
            <a:ln w="6350" cap="flat" cmpd="sng" algn="ctr">
              <a:noFill/>
              <a:prstDash val="solid"/>
              <a:miter lim="800000"/>
              <a:headEnd type="none" w="med" len="med"/>
              <a:tailEnd type="none" w="med" len="med"/>
            </a:ln>
            <a:effectLst>
              <a:outerShdw blurRad="127000" dist="38100" dir="2700000" algn="tl" rotWithShape="0">
                <a:prstClr val="black">
                  <a:alpha val="15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237" name="Rounded Rectangle 38">
              <a:extLst>
                <a:ext uri="{FF2B5EF4-FFF2-40B4-BE49-F238E27FC236}">
                  <a16:creationId xmlns:a16="http://schemas.microsoft.com/office/drawing/2014/main" id="{93DDB3C9-C83B-B4E5-4905-CD9622640DE4}"/>
                </a:ext>
              </a:extLst>
            </p:cNvPr>
            <p:cNvSpPr/>
            <p:nvPr/>
          </p:nvSpPr>
          <p:spPr bwMode="auto">
            <a:xfrm>
              <a:off x="584201" y="2023936"/>
              <a:ext cx="6701167" cy="4122080"/>
            </a:xfrm>
            <a:prstGeom prst="roundRect">
              <a:avLst>
                <a:gd name="adj" fmla="val 3641"/>
              </a:avLst>
            </a:prstGeom>
            <a:noFill/>
            <a:ln w="19050" cap="rnd" cmpd="sng" algn="ctr">
              <a:solidFill>
                <a:srgbClr val="C0C0C0"/>
              </a:solidFill>
              <a:prstDash val="solid"/>
              <a:miter lim="800000"/>
              <a:headEnd type="none" w="sm" len="sm"/>
              <a:tailEnd type="none" w="lg" len="med"/>
            </a:ln>
            <a:effectLst/>
          </p:spPr>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marL="0" marR="0" lvl="0" indent="0" algn="ctr" defTabSz="654278"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gradFill>
                  <a:gsLst>
                    <a:gs pos="25287">
                      <a:srgbClr val="FFFFFF"/>
                    </a:gs>
                    <a:gs pos="45000">
                      <a:srgbClr val="FFFFFF"/>
                    </a:gs>
                  </a:gsLst>
                  <a:lin ang="5400000" scaled="1"/>
                </a:gradFill>
                <a:effectLst/>
                <a:uLnTx/>
                <a:uFillTx/>
                <a:latin typeface="Segoe UI Semibold"/>
                <a:ea typeface="+mn-ea"/>
                <a:cs typeface="+mn-cs"/>
              </a:endParaRPr>
            </a:p>
          </p:txBody>
        </p:sp>
        <p:sp>
          <p:nvSpPr>
            <p:cNvPr id="238" name="Rounded Rectangle 14">
              <a:extLst>
                <a:ext uri="{FF2B5EF4-FFF2-40B4-BE49-F238E27FC236}">
                  <a16:creationId xmlns:a16="http://schemas.microsoft.com/office/drawing/2014/main" id="{39776D98-FF50-E4A6-34FA-73834BFE859D}"/>
                </a:ext>
              </a:extLst>
            </p:cNvPr>
            <p:cNvSpPr/>
            <p:nvPr/>
          </p:nvSpPr>
          <p:spPr>
            <a:xfrm>
              <a:off x="73029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cs typeface="Segoe UI" pitchFamily="34" charset="0"/>
              </a:endParaRPr>
            </a:p>
          </p:txBody>
        </p:sp>
        <p:sp>
          <p:nvSpPr>
            <p:cNvPr id="239" name="Rounded Rectangle 15">
              <a:extLst>
                <a:ext uri="{FF2B5EF4-FFF2-40B4-BE49-F238E27FC236}">
                  <a16:creationId xmlns:a16="http://schemas.microsoft.com/office/drawing/2014/main" id="{AAD6A25B-2FF0-63FC-B556-93917109B780}"/>
                </a:ext>
              </a:extLst>
            </p:cNvPr>
            <p:cNvSpPr/>
            <p:nvPr/>
          </p:nvSpPr>
          <p:spPr>
            <a:xfrm>
              <a:off x="182660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cs typeface="Segoe UI" pitchFamily="34" charset="0"/>
              </a:endParaRPr>
            </a:p>
          </p:txBody>
        </p:sp>
        <p:sp>
          <p:nvSpPr>
            <p:cNvPr id="240" name="Rounded Rectangle 17">
              <a:extLst>
                <a:ext uri="{FF2B5EF4-FFF2-40B4-BE49-F238E27FC236}">
                  <a16:creationId xmlns:a16="http://schemas.microsoft.com/office/drawing/2014/main" id="{BEBC8111-2C1F-85DF-1DCC-1DE7A28857D7}"/>
                </a:ext>
              </a:extLst>
            </p:cNvPr>
            <p:cNvSpPr/>
            <p:nvPr/>
          </p:nvSpPr>
          <p:spPr>
            <a:xfrm>
              <a:off x="292291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cs typeface="Segoe UI" pitchFamily="34" charset="0"/>
              </a:endParaRPr>
            </a:p>
          </p:txBody>
        </p:sp>
        <p:sp>
          <p:nvSpPr>
            <p:cNvPr id="241" name="Rounded Rectangle 16">
              <a:extLst>
                <a:ext uri="{FF2B5EF4-FFF2-40B4-BE49-F238E27FC236}">
                  <a16:creationId xmlns:a16="http://schemas.microsoft.com/office/drawing/2014/main" id="{336E5E67-12DB-3551-1C3B-48C7FD801FF1}"/>
                </a:ext>
              </a:extLst>
            </p:cNvPr>
            <p:cNvSpPr/>
            <p:nvPr/>
          </p:nvSpPr>
          <p:spPr>
            <a:xfrm>
              <a:off x="4019229" y="2207301"/>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cs typeface="Segoe UI" pitchFamily="34" charset="0"/>
              </a:endParaRPr>
            </a:p>
          </p:txBody>
        </p:sp>
        <p:sp>
          <p:nvSpPr>
            <p:cNvPr id="242" name="Rounded Rectangle 18">
              <a:extLst>
                <a:ext uri="{FF2B5EF4-FFF2-40B4-BE49-F238E27FC236}">
                  <a16:creationId xmlns:a16="http://schemas.microsoft.com/office/drawing/2014/main" id="{1E9B886D-0CA5-EF93-EC55-80C9F2AEE28C}"/>
                </a:ext>
              </a:extLst>
            </p:cNvPr>
            <p:cNvSpPr/>
            <p:nvPr/>
          </p:nvSpPr>
          <p:spPr>
            <a:xfrm>
              <a:off x="5078579"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cs typeface="Segoe UI" pitchFamily="34" charset="0"/>
              </a:endParaRPr>
            </a:p>
          </p:txBody>
        </p:sp>
        <p:sp>
          <p:nvSpPr>
            <p:cNvPr id="243" name="Rounded Rectangle 19">
              <a:extLst>
                <a:ext uri="{FF2B5EF4-FFF2-40B4-BE49-F238E27FC236}">
                  <a16:creationId xmlns:a16="http://schemas.microsoft.com/office/drawing/2014/main" id="{3BC51DEE-36B2-19AB-331B-A308E33BE5B6}"/>
                </a:ext>
              </a:extLst>
            </p:cNvPr>
            <p:cNvSpPr/>
            <p:nvPr/>
          </p:nvSpPr>
          <p:spPr>
            <a:xfrm>
              <a:off x="6211847" y="2207300"/>
              <a:ext cx="927423"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cs typeface="Segoe UI" pitchFamily="34" charset="0"/>
              </a:endParaRPr>
            </a:p>
          </p:txBody>
        </p:sp>
        <p:sp>
          <p:nvSpPr>
            <p:cNvPr id="244" name="Rounded Rectangle 45">
              <a:extLst>
                <a:ext uri="{FF2B5EF4-FFF2-40B4-BE49-F238E27FC236}">
                  <a16:creationId xmlns:a16="http://schemas.microsoft.com/office/drawing/2014/main" id="{8C484AC8-F484-B4EB-4AE4-4D8B47C15DF7}"/>
                </a:ext>
              </a:extLst>
            </p:cNvPr>
            <p:cNvSpPr/>
            <p:nvPr/>
          </p:nvSpPr>
          <p:spPr>
            <a:xfrm>
              <a:off x="730299" y="4763280"/>
              <a:ext cx="6408971" cy="1203945"/>
            </a:xfrm>
            <a:prstGeom prst="roundRect">
              <a:avLst>
                <a:gd name="adj" fmla="val 6963"/>
              </a:avLst>
            </a:prstGeom>
            <a:solidFill>
              <a:srgbClr val="FFFFFF">
                <a:alpha val="94098"/>
              </a:srgbClr>
            </a:solidFill>
            <a:ln w="6350" cap="flat" cmpd="sng" algn="ctr">
              <a:noFill/>
              <a:prstDash val="solid"/>
              <a:miter lim="800000"/>
              <a:headEnd type="none" w="med" len="med"/>
              <a:tailEnd type="none" w="med" len="med"/>
            </a:ln>
            <a:effectLst>
              <a:outerShdw blurRad="127000" dist="38100" dir="2700000" algn="tl" rotWithShape="0">
                <a:prstClr val="black">
                  <a:alpha val="15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742" eaLnBrk="1" fontAlgn="auto" latinLnBrk="0" hangingPunct="1">
                <a:lnSpc>
                  <a:spcPct val="100000"/>
                </a:lnSpc>
                <a:spcBef>
                  <a:spcPts val="0"/>
                </a:spcBef>
                <a:spcAft>
                  <a:spcPts val="0"/>
                </a:spcAft>
                <a:buClrTx/>
                <a:buSzPct val="90000"/>
                <a:buFontTx/>
                <a:buNone/>
                <a:tabLst/>
                <a:defRPr/>
              </a:pPr>
              <a:endParaRPr kumimoji="0" lang="en-US" sz="14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grpSp>
      <p:pic>
        <p:nvPicPr>
          <p:cNvPr id="245" name="Graphic 244">
            <a:extLst>
              <a:ext uri="{FF2B5EF4-FFF2-40B4-BE49-F238E27FC236}">
                <a16:creationId xmlns:a16="http://schemas.microsoft.com/office/drawing/2014/main" id="{91816FE1-9E6E-1948-F6A7-F54449A4874C}"/>
              </a:ext>
              <a:ext uri="{C183D7F6-B498-43B3-948B-1728B52AA6E4}">
                <adec:decorative xmlns:adec="http://schemas.microsoft.com/office/drawing/2017/decorative" val="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2453" r="-2453"/>
          <a:stretch/>
        </p:blipFill>
        <p:spPr>
          <a:xfrm>
            <a:off x="1021178" y="2359685"/>
            <a:ext cx="345665" cy="329502"/>
          </a:xfrm>
          <a:prstGeom prst="rect">
            <a:avLst/>
          </a:prstGeom>
        </p:spPr>
      </p:pic>
      <p:sp>
        <p:nvSpPr>
          <p:cNvPr id="246" name="Rounded Rectangle 14">
            <a:extLst>
              <a:ext uri="{FF2B5EF4-FFF2-40B4-BE49-F238E27FC236}">
                <a16:creationId xmlns:a16="http://schemas.microsoft.com/office/drawing/2014/main" id="{86B0F37B-E393-4D70-7F49-0DF5A76CE042}"/>
              </a:ext>
            </a:extLst>
          </p:cNvPr>
          <p:cNvSpPr/>
          <p:nvPr/>
        </p:nvSpPr>
        <p:spPr>
          <a:xfrm>
            <a:off x="951155" y="2824680"/>
            <a:ext cx="485709"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defRPr/>
            </a:pPr>
            <a:r>
              <a:rPr lang="en-US" sz="1100">
                <a:solidFill>
                  <a:srgbClr val="000000"/>
                </a:solidFill>
                <a:latin typeface="Segoe Sans Display Semibold" pitchFamily="2" charset="0"/>
                <a:cs typeface="Segoe Sans Display Semibold" pitchFamily="2" charset="0"/>
              </a:rPr>
              <a:t>Data </a:t>
            </a:r>
          </a:p>
          <a:p>
            <a:pPr algn="ctr">
              <a:defRPr/>
            </a:pPr>
            <a:r>
              <a:rPr lang="en-US" sz="1100">
                <a:solidFill>
                  <a:srgbClr val="000000"/>
                </a:solidFill>
                <a:latin typeface="Segoe Sans Display Semibold" pitchFamily="2" charset="0"/>
                <a:cs typeface="Segoe Sans Display Semibold" pitchFamily="2" charset="0"/>
              </a:rPr>
              <a:t>Factory</a:t>
            </a:r>
          </a:p>
        </p:txBody>
      </p:sp>
      <p:pic>
        <p:nvPicPr>
          <p:cNvPr id="247" name="Graphic 246">
            <a:extLst>
              <a:ext uri="{FF2B5EF4-FFF2-40B4-BE49-F238E27FC236}">
                <a16:creationId xmlns:a16="http://schemas.microsoft.com/office/drawing/2014/main" id="{78F685A2-1175-5B71-CA9F-908B2E4C58FA}"/>
              </a:ext>
              <a:ext uri="{C183D7F6-B498-43B3-948B-1728B52AA6E4}">
                <adec:decorative xmlns:adec="http://schemas.microsoft.com/office/drawing/2017/decorative" val="1"/>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453" r="-2453"/>
          <a:stretch/>
        </p:blipFill>
        <p:spPr>
          <a:xfrm>
            <a:off x="2117488" y="2359686"/>
            <a:ext cx="345664" cy="329500"/>
          </a:xfrm>
          <a:prstGeom prst="rect">
            <a:avLst/>
          </a:prstGeom>
        </p:spPr>
      </p:pic>
      <p:sp>
        <p:nvSpPr>
          <p:cNvPr id="248" name="Rounded Rectangle 15">
            <a:extLst>
              <a:ext uri="{FF2B5EF4-FFF2-40B4-BE49-F238E27FC236}">
                <a16:creationId xmlns:a16="http://schemas.microsoft.com/office/drawing/2014/main" id="{F1254109-1D0E-4EA2-2120-D5F0CA5203FE}"/>
              </a:ext>
            </a:extLst>
          </p:cNvPr>
          <p:cNvSpPr/>
          <p:nvPr/>
        </p:nvSpPr>
        <p:spPr>
          <a:xfrm>
            <a:off x="1908805" y="2824680"/>
            <a:ext cx="763029"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defRPr/>
            </a:pPr>
            <a:r>
              <a:rPr lang="en-US" sz="1100">
                <a:solidFill>
                  <a:srgbClr val="000000"/>
                </a:solidFill>
                <a:latin typeface="Segoe Sans Display Semibold" pitchFamily="2" charset="0"/>
                <a:cs typeface="Segoe Sans Display Semibold" pitchFamily="2" charset="0"/>
              </a:rPr>
              <a:t>Data </a:t>
            </a:r>
          </a:p>
          <a:p>
            <a:pPr algn="ctr">
              <a:defRPr/>
            </a:pPr>
            <a:r>
              <a:rPr lang="en-US" sz="1100">
                <a:solidFill>
                  <a:srgbClr val="000000"/>
                </a:solidFill>
                <a:latin typeface="Segoe Sans Display Semibold" pitchFamily="2" charset="0"/>
                <a:cs typeface="Segoe Sans Display Semibold" pitchFamily="2" charset="0"/>
              </a:rPr>
              <a:t>Engineering</a:t>
            </a:r>
          </a:p>
        </p:txBody>
      </p:sp>
      <p:pic>
        <p:nvPicPr>
          <p:cNvPr id="249" name="Graphic 248">
            <a:extLst>
              <a:ext uri="{FF2B5EF4-FFF2-40B4-BE49-F238E27FC236}">
                <a16:creationId xmlns:a16="http://schemas.microsoft.com/office/drawing/2014/main" id="{D21DB0EE-688A-DD06-2F50-6C8DA4E19B84}"/>
              </a:ext>
              <a:ext uri="{C183D7F6-B498-43B3-948B-1728B52AA6E4}">
                <adec:decorative xmlns:adec="http://schemas.microsoft.com/office/drawing/2017/decorative" val="1"/>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2453" r="-2453"/>
          <a:stretch/>
        </p:blipFill>
        <p:spPr>
          <a:xfrm>
            <a:off x="3213798" y="2359685"/>
            <a:ext cx="345665" cy="329502"/>
          </a:xfrm>
          <a:prstGeom prst="rect">
            <a:avLst/>
          </a:prstGeom>
        </p:spPr>
      </p:pic>
      <p:sp>
        <p:nvSpPr>
          <p:cNvPr id="250" name="Rounded Rectangle 17">
            <a:extLst>
              <a:ext uri="{FF2B5EF4-FFF2-40B4-BE49-F238E27FC236}">
                <a16:creationId xmlns:a16="http://schemas.microsoft.com/office/drawing/2014/main" id="{BF5118F6-4A20-0EF1-E5A5-918145437CE4}"/>
              </a:ext>
            </a:extLst>
          </p:cNvPr>
          <p:cNvSpPr/>
          <p:nvPr/>
        </p:nvSpPr>
        <p:spPr>
          <a:xfrm>
            <a:off x="3136562" y="2824680"/>
            <a:ext cx="500137"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defRPr/>
            </a:pPr>
            <a:r>
              <a:rPr lang="en-US" sz="1100">
                <a:solidFill>
                  <a:srgbClr val="000000"/>
                </a:solidFill>
                <a:latin typeface="Segoe Sans Display Semibold" pitchFamily="2" charset="0"/>
                <a:cs typeface="Segoe Sans Display Semibold" pitchFamily="2" charset="0"/>
              </a:rPr>
              <a:t>Data</a:t>
            </a:r>
          </a:p>
          <a:p>
            <a:pPr algn="ctr">
              <a:defRPr/>
            </a:pPr>
            <a:r>
              <a:rPr lang="en-US" sz="1100">
                <a:solidFill>
                  <a:srgbClr val="000000"/>
                </a:solidFill>
                <a:latin typeface="Segoe Sans Display Semibold" pitchFamily="2" charset="0"/>
                <a:cs typeface="Segoe Sans Display Semibold" pitchFamily="2" charset="0"/>
              </a:rPr>
              <a:t>Science</a:t>
            </a:r>
          </a:p>
        </p:txBody>
      </p:sp>
      <p:pic>
        <p:nvPicPr>
          <p:cNvPr id="251" name="Graphic 250">
            <a:extLst>
              <a:ext uri="{FF2B5EF4-FFF2-40B4-BE49-F238E27FC236}">
                <a16:creationId xmlns:a16="http://schemas.microsoft.com/office/drawing/2014/main" id="{9ED0E2E1-71B8-C81E-7A84-E27E34DDCE6D}"/>
              </a:ext>
              <a:ext uri="{C183D7F6-B498-43B3-948B-1728B52AA6E4}">
                <adec:decorative xmlns:adec="http://schemas.microsoft.com/office/drawing/2017/decorative" val="1"/>
              </a:ext>
            </a:extLst>
          </p:cNvPr>
          <p:cNvPicPr>
            <a:picLocks noChangeAspect="1"/>
          </p:cNvPicPr>
          <p:nvPr/>
        </p:nvPicPr>
        <p:blipFill rotWithShape="1">
          <a:blip r:embed="rId8">
            <a:extLst>
              <a:ext uri="{96DAC541-7B7A-43D3-8B79-37D633B846F1}">
                <asvg:svgBlip xmlns:asvg="http://schemas.microsoft.com/office/drawing/2016/SVG/main" r:embed="rId9"/>
              </a:ext>
            </a:extLst>
          </a:blip>
          <a:srcRect l="-2453" r="-2453"/>
          <a:stretch/>
        </p:blipFill>
        <p:spPr>
          <a:xfrm>
            <a:off x="4300246" y="2350285"/>
            <a:ext cx="365388" cy="348303"/>
          </a:xfrm>
          <a:prstGeom prst="rect">
            <a:avLst/>
          </a:prstGeom>
        </p:spPr>
      </p:pic>
      <p:sp>
        <p:nvSpPr>
          <p:cNvPr id="252" name="Rounded Rectangle 280">
            <a:extLst>
              <a:ext uri="{FF2B5EF4-FFF2-40B4-BE49-F238E27FC236}">
                <a16:creationId xmlns:a16="http://schemas.microsoft.com/office/drawing/2014/main" id="{C0410208-690A-BEF3-01D3-44E06002ED2D}"/>
              </a:ext>
            </a:extLst>
          </p:cNvPr>
          <p:cNvSpPr/>
          <p:nvPr/>
        </p:nvSpPr>
        <p:spPr>
          <a:xfrm>
            <a:off x="4121462" y="2824680"/>
            <a:ext cx="722955"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defRPr/>
            </a:pPr>
            <a:r>
              <a:rPr lang="en-US" sz="1100">
                <a:solidFill>
                  <a:srgbClr val="000000"/>
                </a:solidFill>
                <a:latin typeface="Segoe Sans Display Semibold" pitchFamily="2" charset="0"/>
                <a:cs typeface="Segoe Sans Display Semibold" pitchFamily="2" charset="0"/>
              </a:rPr>
              <a:t>Data</a:t>
            </a:r>
            <a:br>
              <a:rPr lang="en-US" sz="1100">
                <a:solidFill>
                  <a:srgbClr val="000000"/>
                </a:solidFill>
                <a:latin typeface="Segoe Sans Display Semibold" pitchFamily="2" charset="0"/>
                <a:cs typeface="Segoe Sans Display Semibold" pitchFamily="2" charset="0"/>
              </a:rPr>
            </a:br>
            <a:r>
              <a:rPr lang="en-US" sz="1100">
                <a:solidFill>
                  <a:srgbClr val="000000"/>
                </a:solidFill>
                <a:latin typeface="Segoe Sans Display Semibold" pitchFamily="2" charset="0"/>
                <a:cs typeface="Segoe Sans Display Semibold" pitchFamily="2" charset="0"/>
              </a:rPr>
              <a:t>Warehouse</a:t>
            </a:r>
          </a:p>
        </p:txBody>
      </p:sp>
      <p:pic>
        <p:nvPicPr>
          <p:cNvPr id="253" name="Graphic 252">
            <a:extLst>
              <a:ext uri="{FF2B5EF4-FFF2-40B4-BE49-F238E27FC236}">
                <a16:creationId xmlns:a16="http://schemas.microsoft.com/office/drawing/2014/main" id="{E589D04C-D31F-F835-5507-DF51414967A4}"/>
              </a:ext>
              <a:ext uri="{C183D7F6-B498-43B3-948B-1728B52AA6E4}">
                <adec:decorative xmlns:adec="http://schemas.microsoft.com/office/drawing/2017/decorative" val="1"/>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l="-2453" r="-2453"/>
          <a:stretch/>
        </p:blipFill>
        <p:spPr>
          <a:xfrm>
            <a:off x="5361523" y="2352121"/>
            <a:ext cx="361534" cy="344629"/>
          </a:xfrm>
          <a:prstGeom prst="rect">
            <a:avLst/>
          </a:prstGeom>
        </p:spPr>
      </p:pic>
      <p:sp>
        <p:nvSpPr>
          <p:cNvPr id="254" name="Rounded Rectangle 18">
            <a:extLst>
              <a:ext uri="{FF2B5EF4-FFF2-40B4-BE49-F238E27FC236}">
                <a16:creationId xmlns:a16="http://schemas.microsoft.com/office/drawing/2014/main" id="{23820E1D-B065-DB94-D1ED-8A1D51ADD78B}"/>
              </a:ext>
            </a:extLst>
          </p:cNvPr>
          <p:cNvSpPr/>
          <p:nvPr/>
        </p:nvSpPr>
        <p:spPr>
          <a:xfrm>
            <a:off x="5167188" y="2824680"/>
            <a:ext cx="750205"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defRPr/>
            </a:pPr>
            <a:r>
              <a:rPr lang="en-US" sz="1100">
                <a:solidFill>
                  <a:srgbClr val="000000"/>
                </a:solidFill>
                <a:latin typeface="Segoe Sans Display Semibold" pitchFamily="2" charset="0"/>
                <a:cs typeface="Segoe Sans Display Semibold" pitchFamily="2" charset="0"/>
              </a:rPr>
              <a:t>Real-Time</a:t>
            </a:r>
            <a:br>
              <a:rPr lang="en-US" sz="1100">
                <a:solidFill>
                  <a:srgbClr val="000000"/>
                </a:solidFill>
                <a:latin typeface="Segoe Sans Display Semibold" pitchFamily="2" charset="0"/>
                <a:cs typeface="Segoe Sans Display Semibold" pitchFamily="2" charset="0"/>
              </a:rPr>
            </a:br>
            <a:r>
              <a:rPr lang="en-US" sz="1100">
                <a:solidFill>
                  <a:srgbClr val="000000"/>
                </a:solidFill>
                <a:latin typeface="Segoe Sans Display Semibold" pitchFamily="2" charset="0"/>
                <a:cs typeface="Segoe Sans Display Semibold" pitchFamily="2" charset="0"/>
              </a:rPr>
              <a:t>Intelligence</a:t>
            </a:r>
          </a:p>
        </p:txBody>
      </p:sp>
      <p:pic>
        <p:nvPicPr>
          <p:cNvPr id="255" name="Graphic 254">
            <a:extLst>
              <a:ext uri="{FF2B5EF4-FFF2-40B4-BE49-F238E27FC236}">
                <a16:creationId xmlns:a16="http://schemas.microsoft.com/office/drawing/2014/main" id="{521BC2F2-B361-5BEB-00A3-808E632F9796}"/>
              </a:ext>
              <a:ext uri="{C183D7F6-B498-43B3-948B-1728B52AA6E4}">
                <adec:decorative xmlns:adec="http://schemas.microsoft.com/office/drawing/2017/decorative" val="1"/>
              </a:ext>
            </a:extLst>
          </p:cNvPr>
          <p:cNvPicPr>
            <a:picLocks noChangeAspect="1"/>
          </p:cNvPicPr>
          <p:nvPr/>
        </p:nvPicPr>
        <p:blipFill rotWithShape="1">
          <a:blip r:embed="rId12">
            <a:extLst>
              <a:ext uri="{96DAC541-7B7A-43D3-8B79-37D633B846F1}">
                <asvg:svgBlip xmlns:asvg="http://schemas.microsoft.com/office/drawing/2016/SVG/main" r:embed="rId13"/>
              </a:ext>
            </a:extLst>
          </a:blip>
          <a:srcRect l="-2453" r="-2453"/>
          <a:stretch/>
        </p:blipFill>
        <p:spPr>
          <a:xfrm>
            <a:off x="6502726" y="2359685"/>
            <a:ext cx="345665" cy="329502"/>
          </a:xfrm>
          <a:prstGeom prst="rect">
            <a:avLst/>
          </a:prstGeom>
        </p:spPr>
      </p:pic>
      <p:sp>
        <p:nvSpPr>
          <p:cNvPr id="256" name="Rounded Rectangle 19">
            <a:extLst>
              <a:ext uri="{FF2B5EF4-FFF2-40B4-BE49-F238E27FC236}">
                <a16:creationId xmlns:a16="http://schemas.microsoft.com/office/drawing/2014/main" id="{4F8A5268-00EF-0CD5-D9B5-1D93B2C62E4C}"/>
              </a:ext>
            </a:extLst>
          </p:cNvPr>
          <p:cNvSpPr/>
          <p:nvPr/>
        </p:nvSpPr>
        <p:spPr>
          <a:xfrm>
            <a:off x="6474381" y="2824680"/>
            <a:ext cx="402354"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gn="ctr">
              <a:defRPr/>
            </a:pPr>
            <a:r>
              <a:rPr lang="en-US" sz="1100">
                <a:solidFill>
                  <a:srgbClr val="000000"/>
                </a:solidFill>
                <a:latin typeface="Segoe Sans Display Semibold" pitchFamily="2" charset="0"/>
                <a:cs typeface="Segoe Sans Display Semibold" pitchFamily="2" charset="0"/>
              </a:rPr>
              <a:t>Power</a:t>
            </a:r>
            <a:br>
              <a:rPr lang="en-US" sz="1100">
                <a:solidFill>
                  <a:srgbClr val="000000"/>
                </a:solidFill>
                <a:latin typeface="Segoe Sans Display Semibold" pitchFamily="2" charset="0"/>
                <a:cs typeface="Segoe Sans Display Semibold" pitchFamily="2" charset="0"/>
              </a:rPr>
            </a:br>
            <a:r>
              <a:rPr lang="en-US" sz="1100">
                <a:solidFill>
                  <a:srgbClr val="000000"/>
                </a:solidFill>
                <a:latin typeface="Segoe Sans Display Semibold" pitchFamily="2" charset="0"/>
                <a:cs typeface="Segoe Sans Display Semibold" pitchFamily="2" charset="0"/>
              </a:rPr>
              <a:t>BI</a:t>
            </a:r>
          </a:p>
        </p:txBody>
      </p:sp>
      <p:grpSp>
        <p:nvGrpSpPr>
          <p:cNvPr id="257" name="Group 256" descr="Arrows pointing from Data Factory and Data Engineering to Spark">
            <a:extLst>
              <a:ext uri="{FF2B5EF4-FFF2-40B4-BE49-F238E27FC236}">
                <a16:creationId xmlns:a16="http://schemas.microsoft.com/office/drawing/2014/main" id="{AC5140EA-81EE-FABD-DFD6-316620803936}"/>
              </a:ext>
            </a:extLst>
          </p:cNvPr>
          <p:cNvGrpSpPr/>
          <p:nvPr/>
        </p:nvGrpSpPr>
        <p:grpSpPr>
          <a:xfrm>
            <a:off x="1225924" y="3293141"/>
            <a:ext cx="1114911" cy="508114"/>
            <a:chOff x="1225924" y="3293141"/>
            <a:chExt cx="873291" cy="508114"/>
          </a:xfrm>
        </p:grpSpPr>
        <p:cxnSp>
          <p:nvCxnSpPr>
            <p:cNvPr id="258" name="Straight Connector 257">
              <a:extLst>
                <a:ext uri="{FF2B5EF4-FFF2-40B4-BE49-F238E27FC236}">
                  <a16:creationId xmlns:a16="http://schemas.microsoft.com/office/drawing/2014/main" id="{9D32CBF2-8CF4-F303-0785-95C3394F518D}"/>
                </a:ext>
              </a:extLst>
            </p:cNvPr>
            <p:cNvCxnSpPr>
              <a:cxnSpLocks/>
              <a:endCxn id="270" idx="0"/>
            </p:cNvCxnSpPr>
            <p:nvPr/>
          </p:nvCxnSpPr>
          <p:spPr>
            <a:xfrm>
              <a:off x="1225924" y="3293141"/>
              <a:ext cx="0" cy="402796"/>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nvGrpSpPr>
            <p:cNvPr id="259" name="Group 258">
              <a:extLst>
                <a:ext uri="{FF2B5EF4-FFF2-40B4-BE49-F238E27FC236}">
                  <a16:creationId xmlns:a16="http://schemas.microsoft.com/office/drawing/2014/main" id="{513AD041-93CD-7EF1-7B8C-6BAD574641E4}"/>
                </a:ext>
              </a:extLst>
            </p:cNvPr>
            <p:cNvGrpSpPr/>
            <p:nvPr/>
          </p:nvGrpSpPr>
          <p:grpSpPr>
            <a:xfrm>
              <a:off x="1229229" y="3301795"/>
              <a:ext cx="869986" cy="499460"/>
              <a:chOff x="1229229" y="3301795"/>
              <a:chExt cx="869986" cy="499460"/>
            </a:xfrm>
          </p:grpSpPr>
          <p:sp>
            <p:nvSpPr>
              <p:cNvPr id="260" name="Arc 259">
                <a:extLst>
                  <a:ext uri="{FF2B5EF4-FFF2-40B4-BE49-F238E27FC236}">
                    <a16:creationId xmlns:a16="http://schemas.microsoft.com/office/drawing/2014/main" id="{D57B5C67-782E-6369-1DD3-787FE100FC62}"/>
                  </a:ext>
                </a:extLst>
              </p:cNvPr>
              <p:cNvSpPr/>
              <p:nvPr/>
            </p:nvSpPr>
            <p:spPr>
              <a:xfrm flipV="1">
                <a:off x="1915615" y="34340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261" name="Arc 260">
                <a:extLst>
                  <a:ext uri="{FF2B5EF4-FFF2-40B4-BE49-F238E27FC236}">
                    <a16:creationId xmlns:a16="http://schemas.microsoft.com/office/drawing/2014/main" id="{730A6E20-8A7F-60E8-D69E-FB7A0CD75AD8}"/>
                  </a:ext>
                </a:extLst>
              </p:cNvPr>
              <p:cNvSpPr/>
              <p:nvPr/>
            </p:nvSpPr>
            <p:spPr>
              <a:xfrm rot="10800000" flipV="1">
                <a:off x="1229229" y="36176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cxnSp>
            <p:nvCxnSpPr>
              <p:cNvPr id="262" name="Straight Connector 261">
                <a:extLst>
                  <a:ext uri="{FF2B5EF4-FFF2-40B4-BE49-F238E27FC236}">
                    <a16:creationId xmlns:a16="http://schemas.microsoft.com/office/drawing/2014/main" id="{A4BE2599-3AA0-74F2-600C-7053081B5BF3}"/>
                  </a:ext>
                </a:extLst>
              </p:cNvPr>
              <p:cNvCxnSpPr>
                <a:cxnSpLocks/>
              </p:cNvCxnSpPr>
              <p:nvPr/>
            </p:nvCxnSpPr>
            <p:spPr>
              <a:xfrm>
                <a:off x="1314449" y="3617655"/>
                <a:ext cx="695325" cy="0"/>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cxnSp>
            <p:nvCxnSpPr>
              <p:cNvPr id="263" name="Straight Connector 262">
                <a:extLst>
                  <a:ext uri="{FF2B5EF4-FFF2-40B4-BE49-F238E27FC236}">
                    <a16:creationId xmlns:a16="http://schemas.microsoft.com/office/drawing/2014/main" id="{2857091D-764F-EC35-085E-FA5836156038}"/>
                  </a:ext>
                </a:extLst>
              </p:cNvPr>
              <p:cNvCxnSpPr>
                <a:cxnSpLocks/>
              </p:cNvCxnSpPr>
              <p:nvPr/>
            </p:nvCxnSpPr>
            <p:spPr>
              <a:xfrm>
                <a:off x="2099215" y="3301795"/>
                <a:ext cx="0" cy="222455"/>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grpSp>
      <p:grpSp>
        <p:nvGrpSpPr>
          <p:cNvPr id="264" name="Group 263" descr="Arrow pointing from Data Science to T-SQL">
            <a:extLst>
              <a:ext uri="{FF2B5EF4-FFF2-40B4-BE49-F238E27FC236}">
                <a16:creationId xmlns:a16="http://schemas.microsoft.com/office/drawing/2014/main" id="{862AD335-9696-F5A6-2303-0B6A9D30492B}"/>
              </a:ext>
            </a:extLst>
          </p:cNvPr>
          <p:cNvGrpSpPr/>
          <p:nvPr/>
        </p:nvGrpSpPr>
        <p:grpSpPr>
          <a:xfrm>
            <a:off x="2307532" y="3301795"/>
            <a:ext cx="1057968" cy="499458"/>
            <a:chOff x="2307532" y="3301796"/>
            <a:chExt cx="1622863" cy="499458"/>
          </a:xfrm>
        </p:grpSpPr>
        <p:sp>
          <p:nvSpPr>
            <p:cNvPr id="265" name="Arc 264">
              <a:extLst>
                <a:ext uri="{FF2B5EF4-FFF2-40B4-BE49-F238E27FC236}">
                  <a16:creationId xmlns:a16="http://schemas.microsoft.com/office/drawing/2014/main" id="{9DF9D117-A3DA-58DA-BBFD-77F0D0D194DF}"/>
                </a:ext>
              </a:extLst>
            </p:cNvPr>
            <p:cNvSpPr/>
            <p:nvPr/>
          </p:nvSpPr>
          <p:spPr>
            <a:xfrm flipV="1">
              <a:off x="3746795" y="34340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266" name="Arc 265">
              <a:extLst>
                <a:ext uri="{FF2B5EF4-FFF2-40B4-BE49-F238E27FC236}">
                  <a16:creationId xmlns:a16="http://schemas.microsoft.com/office/drawing/2014/main" id="{8E5B1D04-DDB4-5A07-FDD9-111A61B63F68}"/>
                </a:ext>
              </a:extLst>
            </p:cNvPr>
            <p:cNvSpPr/>
            <p:nvPr/>
          </p:nvSpPr>
          <p:spPr>
            <a:xfrm rot="10800000" flipV="1">
              <a:off x="2307532" y="3617654"/>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cxnSp>
          <p:nvCxnSpPr>
            <p:cNvPr id="267" name="Straight Connector 266">
              <a:extLst>
                <a:ext uri="{FF2B5EF4-FFF2-40B4-BE49-F238E27FC236}">
                  <a16:creationId xmlns:a16="http://schemas.microsoft.com/office/drawing/2014/main" id="{E1FE859F-BD11-3454-3121-800E68453861}"/>
                </a:ext>
              </a:extLst>
            </p:cNvPr>
            <p:cNvCxnSpPr>
              <a:cxnSpLocks/>
            </p:cNvCxnSpPr>
            <p:nvPr/>
          </p:nvCxnSpPr>
          <p:spPr>
            <a:xfrm>
              <a:off x="2399331" y="3617655"/>
              <a:ext cx="1436568" cy="0"/>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cxnSp>
          <p:nvCxnSpPr>
            <p:cNvPr id="268" name="Straight Connector 267">
              <a:extLst>
                <a:ext uri="{FF2B5EF4-FFF2-40B4-BE49-F238E27FC236}">
                  <a16:creationId xmlns:a16="http://schemas.microsoft.com/office/drawing/2014/main" id="{BFF13E5B-4FE6-23D6-8EEC-2FEC98235882}"/>
                </a:ext>
              </a:extLst>
            </p:cNvPr>
            <p:cNvCxnSpPr>
              <a:cxnSpLocks/>
            </p:cNvCxnSpPr>
            <p:nvPr/>
          </p:nvCxnSpPr>
          <p:spPr>
            <a:xfrm flipH="1">
              <a:off x="3930395" y="3301796"/>
              <a:ext cx="0" cy="222454"/>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cxnSp>
        <p:nvCxnSpPr>
          <p:cNvPr id="269" name="Straight Connector 268" descr="Arrow pointing downwards from Power BI to Analysis Services">
            <a:extLst>
              <a:ext uri="{FF2B5EF4-FFF2-40B4-BE49-F238E27FC236}">
                <a16:creationId xmlns:a16="http://schemas.microsoft.com/office/drawing/2014/main" id="{70D329FE-8E77-A884-A28A-43FF3D1B85F2}"/>
              </a:ext>
            </a:extLst>
          </p:cNvPr>
          <p:cNvCxnSpPr>
            <a:cxnSpLocks/>
          </p:cNvCxnSpPr>
          <p:nvPr/>
        </p:nvCxnSpPr>
        <p:spPr>
          <a:xfrm>
            <a:off x="6643644" y="3301795"/>
            <a:ext cx="0" cy="394142"/>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sp>
        <p:nvSpPr>
          <p:cNvPr id="270" name="Rectangle: Rounded Corners 24">
            <a:extLst>
              <a:ext uri="{FF2B5EF4-FFF2-40B4-BE49-F238E27FC236}">
                <a16:creationId xmlns:a16="http://schemas.microsoft.com/office/drawing/2014/main" id="{83B44C73-3DF4-E530-0AD1-BB92F4AA87F1}"/>
              </a:ext>
            </a:extLst>
          </p:cNvPr>
          <p:cNvSpPr/>
          <p:nvPr/>
        </p:nvSpPr>
        <p:spPr bwMode="auto">
          <a:xfrm>
            <a:off x="889324" y="3695937"/>
            <a:ext cx="673200" cy="673200"/>
          </a:xfrm>
          <a:prstGeom prst="ellipse">
            <a:avLst/>
          </a:prstGeom>
          <a:solidFill>
            <a:srgbClr val="49C5B1"/>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lIns="0" tIns="0" rIns="0" bIns="0" rtlCol="0" anchor="ctr"/>
          <a:lstStyle/>
          <a:p>
            <a:pPr marL="0" marR="0" lvl="0" indent="0" algn="ctr" defTabSz="932472" eaLnBrk="1" fontAlgn="base" latinLnBrk="0" hangingPunct="1">
              <a:lnSpc>
                <a:spcPct val="100000"/>
              </a:lnSpc>
              <a:spcBef>
                <a:spcPct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Spark</a:t>
            </a:r>
          </a:p>
        </p:txBody>
      </p:sp>
      <p:sp>
        <p:nvSpPr>
          <p:cNvPr id="271" name="Rectangle: Rounded Corners 23">
            <a:extLst>
              <a:ext uri="{FF2B5EF4-FFF2-40B4-BE49-F238E27FC236}">
                <a16:creationId xmlns:a16="http://schemas.microsoft.com/office/drawing/2014/main" id="{A6637BBD-9F05-C703-43D8-C98EA231BC2A}"/>
              </a:ext>
            </a:extLst>
          </p:cNvPr>
          <p:cNvSpPr/>
          <p:nvPr/>
        </p:nvSpPr>
        <p:spPr bwMode="auto">
          <a:xfrm>
            <a:off x="1972868" y="3695937"/>
            <a:ext cx="673200" cy="673200"/>
          </a:xfrm>
          <a:prstGeom prst="ellipse">
            <a:avLst/>
          </a:prstGeom>
          <a:solidFill>
            <a:srgbClr val="49C5B1"/>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lIns="0" tIns="0" rIns="0" bIns="0" rtlCol="0" anchor="ctr"/>
          <a:lstStyle/>
          <a:p>
            <a:pPr marL="0" marR="0" lvl="0" indent="0" algn="ctr" defTabSz="932472" eaLnBrk="1" fontAlgn="base" latinLnBrk="0" hangingPunct="1">
              <a:lnSpc>
                <a:spcPct val="100000"/>
              </a:lnSpc>
              <a:spcBef>
                <a:spcPct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T-SQL</a:t>
            </a:r>
          </a:p>
        </p:txBody>
      </p:sp>
      <p:sp>
        <p:nvSpPr>
          <p:cNvPr id="272" name="TextBox 271">
            <a:extLst>
              <a:ext uri="{FF2B5EF4-FFF2-40B4-BE49-F238E27FC236}">
                <a16:creationId xmlns:a16="http://schemas.microsoft.com/office/drawing/2014/main" id="{C3359A5D-4DAA-3508-4F52-53281681053E}"/>
              </a:ext>
            </a:extLst>
          </p:cNvPr>
          <p:cNvSpPr txBox="1"/>
          <p:nvPr/>
        </p:nvSpPr>
        <p:spPr>
          <a:xfrm>
            <a:off x="3397073" y="3755538"/>
            <a:ext cx="1075423" cy="553998"/>
          </a:xfrm>
          <a:prstGeom prst="rect">
            <a:avLst/>
          </a:prstGeom>
          <a:noFill/>
        </p:spPr>
        <p:txBody>
          <a:bodyPr wrap="none" lIns="0" tIns="0" rIns="0" bIns="0">
            <a:spAutoFit/>
          </a:bodyPr>
          <a:lstStyle/>
          <a:p>
            <a:pPr algn="ctr">
              <a:defRPr/>
            </a:pPr>
            <a:r>
              <a:rPr lang="en-US">
                <a:solidFill>
                  <a:srgbClr val="000000"/>
                </a:solidFill>
                <a:latin typeface="Segoe Sans Display Semibold" pitchFamily="2" charset="0"/>
                <a:cs typeface="Segoe Sans Display Semibold" pitchFamily="2" charset="0"/>
              </a:rPr>
              <a:t>Serverless</a:t>
            </a:r>
          </a:p>
          <a:p>
            <a:pPr algn="ctr">
              <a:defRPr/>
            </a:pPr>
            <a:r>
              <a:rPr lang="en-US">
                <a:solidFill>
                  <a:srgbClr val="000000"/>
                </a:solidFill>
                <a:latin typeface="Segoe Sans Display Semibold" pitchFamily="2" charset="0"/>
                <a:cs typeface="Segoe Sans Display Semibold" pitchFamily="2" charset="0"/>
              </a:rPr>
              <a:t>Compute</a:t>
            </a:r>
          </a:p>
        </p:txBody>
      </p:sp>
      <p:sp>
        <p:nvSpPr>
          <p:cNvPr id="273" name="Rectangle: Rounded Corners 25">
            <a:extLst>
              <a:ext uri="{FF2B5EF4-FFF2-40B4-BE49-F238E27FC236}">
                <a16:creationId xmlns:a16="http://schemas.microsoft.com/office/drawing/2014/main" id="{FC023D8E-3D90-689C-6A2F-CBF36EB51CE9}"/>
              </a:ext>
            </a:extLst>
          </p:cNvPr>
          <p:cNvSpPr/>
          <p:nvPr/>
        </p:nvSpPr>
        <p:spPr bwMode="auto">
          <a:xfrm>
            <a:off x="5223500" y="3695937"/>
            <a:ext cx="673200" cy="673200"/>
          </a:xfrm>
          <a:prstGeom prst="ellipse">
            <a:avLst/>
          </a:prstGeom>
          <a:solidFill>
            <a:srgbClr val="49C5B1"/>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lIns="0" tIns="0" rIns="0" bIns="0" rtlCol="0" anchor="ctr"/>
          <a:lstStyle/>
          <a:p>
            <a:pPr marL="0" marR="0" lvl="0" indent="0" algn="ctr" defTabSz="932472" eaLnBrk="1" fontAlgn="base" latinLnBrk="0" hangingPunct="1">
              <a:lnSpc>
                <a:spcPct val="100000"/>
              </a:lnSpc>
              <a:spcBef>
                <a:spcPct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KQL</a:t>
            </a:r>
          </a:p>
        </p:txBody>
      </p:sp>
      <p:sp>
        <p:nvSpPr>
          <p:cNvPr id="274" name="Rectangle: Rounded Corners 28">
            <a:extLst>
              <a:ext uri="{FF2B5EF4-FFF2-40B4-BE49-F238E27FC236}">
                <a16:creationId xmlns:a16="http://schemas.microsoft.com/office/drawing/2014/main" id="{750F2302-6811-A042-30AF-DC7CD039F175}"/>
              </a:ext>
            </a:extLst>
          </p:cNvPr>
          <p:cNvSpPr/>
          <p:nvPr/>
        </p:nvSpPr>
        <p:spPr bwMode="auto">
          <a:xfrm>
            <a:off x="6307044" y="3695937"/>
            <a:ext cx="673200" cy="673200"/>
          </a:xfrm>
          <a:prstGeom prst="ellipse">
            <a:avLst/>
          </a:prstGeom>
          <a:solidFill>
            <a:srgbClr val="49C5B1"/>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lIns="0" tIns="0" rIns="0" bIns="0" rtlCol="0" anchor="ctr"/>
          <a:lstStyle/>
          <a:p>
            <a:pPr marL="0" marR="0" lvl="0" indent="0" algn="ctr" defTabSz="932472" eaLnBrk="1" fontAlgn="base" latinLnBrk="0" hangingPunct="1">
              <a:lnSpc>
                <a:spcPct val="100000"/>
              </a:lnSpc>
              <a:spcBef>
                <a:spcPct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Analysis</a:t>
            </a:r>
            <a:br>
              <a:rPr kumimoji="0" lang="en-US" sz="9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9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Services</a:t>
            </a:r>
          </a:p>
        </p:txBody>
      </p:sp>
      <p:grpSp>
        <p:nvGrpSpPr>
          <p:cNvPr id="275" name="Group 274" descr="Arrows pointing upwards">
            <a:extLst>
              <a:ext uri="{FF2B5EF4-FFF2-40B4-BE49-F238E27FC236}">
                <a16:creationId xmlns:a16="http://schemas.microsoft.com/office/drawing/2014/main" id="{AA31170B-A812-7CF8-FA92-440D981F2322}"/>
              </a:ext>
            </a:extLst>
          </p:cNvPr>
          <p:cNvGrpSpPr/>
          <p:nvPr/>
        </p:nvGrpSpPr>
        <p:grpSpPr>
          <a:xfrm>
            <a:off x="1226966" y="4369137"/>
            <a:ext cx="5416678" cy="571164"/>
            <a:chOff x="1123953" y="4369136"/>
            <a:chExt cx="5416678" cy="680939"/>
          </a:xfrm>
        </p:grpSpPr>
        <p:grpSp>
          <p:nvGrpSpPr>
            <p:cNvPr id="276" name="Group 275">
              <a:extLst>
                <a:ext uri="{FF2B5EF4-FFF2-40B4-BE49-F238E27FC236}">
                  <a16:creationId xmlns:a16="http://schemas.microsoft.com/office/drawing/2014/main" id="{4B85F18C-EB08-A5D9-C7EE-21735F59DF30}"/>
                </a:ext>
              </a:extLst>
            </p:cNvPr>
            <p:cNvGrpSpPr/>
            <p:nvPr/>
          </p:nvGrpSpPr>
          <p:grpSpPr>
            <a:xfrm>
              <a:off x="1123953" y="4369137"/>
              <a:ext cx="554367" cy="680938"/>
              <a:chOff x="3388182" y="4369137"/>
              <a:chExt cx="554367" cy="782121"/>
            </a:xfrm>
          </p:grpSpPr>
          <p:cxnSp>
            <p:nvCxnSpPr>
              <p:cNvPr id="291" name="Straight Connector 290">
                <a:extLst>
                  <a:ext uri="{FF2B5EF4-FFF2-40B4-BE49-F238E27FC236}">
                    <a16:creationId xmlns:a16="http://schemas.microsoft.com/office/drawing/2014/main" id="{DE482A1F-3980-2D09-6E7D-3CDCD962CB71}"/>
                  </a:ext>
                </a:extLst>
              </p:cNvPr>
              <p:cNvCxnSpPr>
                <a:cxnSpLocks/>
              </p:cNvCxnSpPr>
              <p:nvPr/>
            </p:nvCxnSpPr>
            <p:spPr>
              <a:xfrm flipV="1">
                <a:off x="3388182" y="4369137"/>
                <a:ext cx="0" cy="505116"/>
              </a:xfrm>
              <a:prstGeom prst="line">
                <a:avLst/>
              </a:prstGeom>
              <a:noFill/>
              <a:ln w="12700" cap="flat" cmpd="sng" algn="ctr">
                <a:solidFill>
                  <a:srgbClr val="000000">
                    <a:lumMod val="50000"/>
                    <a:lumOff val="50000"/>
                  </a:srgbClr>
                </a:solidFill>
                <a:prstDash val="solid"/>
                <a:miter lim="800000"/>
                <a:headEnd type="none" w="lg" len="med"/>
                <a:tailEnd type="arrow" w="med" len="sm"/>
              </a:ln>
              <a:effectLst/>
            </p:spPr>
          </p:cxnSp>
          <p:grpSp>
            <p:nvGrpSpPr>
              <p:cNvPr id="292" name="Group 291">
                <a:extLst>
                  <a:ext uri="{FF2B5EF4-FFF2-40B4-BE49-F238E27FC236}">
                    <a16:creationId xmlns:a16="http://schemas.microsoft.com/office/drawing/2014/main" id="{45A44519-785C-2E29-0A39-7AACC3D4DA41}"/>
                  </a:ext>
                </a:extLst>
              </p:cNvPr>
              <p:cNvGrpSpPr/>
              <p:nvPr/>
            </p:nvGrpSpPr>
            <p:grpSpPr>
              <a:xfrm flipH="1">
                <a:off x="3388182" y="4784058"/>
                <a:ext cx="554367" cy="367200"/>
                <a:chOff x="1544848" y="3434055"/>
                <a:chExt cx="554367" cy="367200"/>
              </a:xfrm>
            </p:grpSpPr>
            <p:sp>
              <p:nvSpPr>
                <p:cNvPr id="293" name="Arc 292">
                  <a:extLst>
                    <a:ext uri="{FF2B5EF4-FFF2-40B4-BE49-F238E27FC236}">
                      <a16:creationId xmlns:a16="http://schemas.microsoft.com/office/drawing/2014/main" id="{BC71D130-70AD-B538-C53F-3560C172D704}"/>
                    </a:ext>
                  </a:extLst>
                </p:cNvPr>
                <p:cNvSpPr/>
                <p:nvPr/>
              </p:nvSpPr>
              <p:spPr>
                <a:xfrm flipV="1">
                  <a:off x="1915615" y="34340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294" name="Arc 293">
                  <a:extLst>
                    <a:ext uri="{FF2B5EF4-FFF2-40B4-BE49-F238E27FC236}">
                      <a16:creationId xmlns:a16="http://schemas.microsoft.com/office/drawing/2014/main" id="{A469AE05-C50C-83AA-99C6-EA4C3CB744B0}"/>
                    </a:ext>
                  </a:extLst>
                </p:cNvPr>
                <p:cNvSpPr/>
                <p:nvPr/>
              </p:nvSpPr>
              <p:spPr>
                <a:xfrm rot="10800000" flipV="1">
                  <a:off x="1544848" y="3617655"/>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cxnSp>
              <p:nvCxnSpPr>
                <p:cNvPr id="295" name="Straight Connector 294">
                  <a:extLst>
                    <a:ext uri="{FF2B5EF4-FFF2-40B4-BE49-F238E27FC236}">
                      <a16:creationId xmlns:a16="http://schemas.microsoft.com/office/drawing/2014/main" id="{697D3E60-C837-9327-1AC2-4FA45D38902C}"/>
                    </a:ext>
                  </a:extLst>
                </p:cNvPr>
                <p:cNvCxnSpPr>
                  <a:cxnSpLocks/>
                </p:cNvCxnSpPr>
                <p:nvPr/>
              </p:nvCxnSpPr>
              <p:spPr>
                <a:xfrm>
                  <a:off x="1625568" y="3617655"/>
                  <a:ext cx="384206" cy="0"/>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grpSp>
        <p:grpSp>
          <p:nvGrpSpPr>
            <p:cNvPr id="277" name="Group 276">
              <a:extLst>
                <a:ext uri="{FF2B5EF4-FFF2-40B4-BE49-F238E27FC236}">
                  <a16:creationId xmlns:a16="http://schemas.microsoft.com/office/drawing/2014/main" id="{7DFCA508-C723-919F-E38C-D9768D08600E}"/>
                </a:ext>
              </a:extLst>
            </p:cNvPr>
            <p:cNvGrpSpPr/>
            <p:nvPr/>
          </p:nvGrpSpPr>
          <p:grpSpPr>
            <a:xfrm>
              <a:off x="1678318" y="4369137"/>
              <a:ext cx="554368" cy="680938"/>
              <a:chOff x="3942547" y="4369138"/>
              <a:chExt cx="554368" cy="680938"/>
            </a:xfrm>
          </p:grpSpPr>
          <p:grpSp>
            <p:nvGrpSpPr>
              <p:cNvPr id="285" name="Group 284">
                <a:extLst>
                  <a:ext uri="{FF2B5EF4-FFF2-40B4-BE49-F238E27FC236}">
                    <a16:creationId xmlns:a16="http://schemas.microsoft.com/office/drawing/2014/main" id="{0D5B7C79-19D3-6D4F-5A1D-1136F0D8BD8D}"/>
                  </a:ext>
                </a:extLst>
              </p:cNvPr>
              <p:cNvGrpSpPr/>
              <p:nvPr/>
            </p:nvGrpSpPr>
            <p:grpSpPr>
              <a:xfrm>
                <a:off x="3942548" y="4369138"/>
                <a:ext cx="554367" cy="680938"/>
                <a:chOff x="3942548" y="4369138"/>
                <a:chExt cx="554367" cy="680938"/>
              </a:xfrm>
            </p:grpSpPr>
            <p:cxnSp>
              <p:nvCxnSpPr>
                <p:cNvPr id="287" name="Straight Connector 286">
                  <a:extLst>
                    <a:ext uri="{FF2B5EF4-FFF2-40B4-BE49-F238E27FC236}">
                      <a16:creationId xmlns:a16="http://schemas.microsoft.com/office/drawing/2014/main" id="{C6920B84-B4D9-225E-3C63-FFCE7A2AE400}"/>
                    </a:ext>
                  </a:extLst>
                </p:cNvPr>
                <p:cNvCxnSpPr>
                  <a:cxnSpLocks/>
                </p:cNvCxnSpPr>
                <p:nvPr/>
              </p:nvCxnSpPr>
              <p:spPr>
                <a:xfrm flipV="1">
                  <a:off x="4496915" y="4369138"/>
                  <a:ext cx="0" cy="439769"/>
                </a:xfrm>
                <a:prstGeom prst="line">
                  <a:avLst/>
                </a:prstGeom>
                <a:noFill/>
                <a:ln w="12700" cap="flat" cmpd="sng" algn="ctr">
                  <a:solidFill>
                    <a:srgbClr val="000000">
                      <a:lumMod val="50000"/>
                      <a:lumOff val="50000"/>
                    </a:srgbClr>
                  </a:solidFill>
                  <a:prstDash val="solid"/>
                  <a:miter lim="800000"/>
                  <a:headEnd type="none" w="lg" len="med"/>
                  <a:tailEnd type="arrow" w="med" len="sm"/>
                </a:ln>
                <a:effectLst/>
              </p:spPr>
            </p:cxnSp>
            <p:sp>
              <p:nvSpPr>
                <p:cNvPr id="288" name="Arc 287">
                  <a:extLst>
                    <a:ext uri="{FF2B5EF4-FFF2-40B4-BE49-F238E27FC236}">
                      <a16:creationId xmlns:a16="http://schemas.microsoft.com/office/drawing/2014/main" id="{01C7EF8A-D477-BA6F-0C36-CBEE8D83C896}"/>
                    </a:ext>
                  </a:extLst>
                </p:cNvPr>
                <p:cNvSpPr/>
                <p:nvPr/>
              </p:nvSpPr>
              <p:spPr>
                <a:xfrm flipV="1">
                  <a:off x="4313315" y="4730381"/>
                  <a:ext cx="183600" cy="159848"/>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289" name="Arc 288">
                  <a:extLst>
                    <a:ext uri="{FF2B5EF4-FFF2-40B4-BE49-F238E27FC236}">
                      <a16:creationId xmlns:a16="http://schemas.microsoft.com/office/drawing/2014/main" id="{A16CA360-0C8F-9BF3-52A9-4A8D1C4193D7}"/>
                    </a:ext>
                  </a:extLst>
                </p:cNvPr>
                <p:cNvSpPr/>
                <p:nvPr/>
              </p:nvSpPr>
              <p:spPr>
                <a:xfrm rot="10800000" flipV="1">
                  <a:off x="3942548" y="4890228"/>
                  <a:ext cx="183600" cy="159848"/>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cxnSp>
              <p:nvCxnSpPr>
                <p:cNvPr id="290" name="Straight Connector 289">
                  <a:extLst>
                    <a:ext uri="{FF2B5EF4-FFF2-40B4-BE49-F238E27FC236}">
                      <a16:creationId xmlns:a16="http://schemas.microsoft.com/office/drawing/2014/main" id="{972F527B-3489-27FF-5273-20E56D896F4F}"/>
                    </a:ext>
                  </a:extLst>
                </p:cNvPr>
                <p:cNvCxnSpPr>
                  <a:cxnSpLocks/>
                </p:cNvCxnSpPr>
                <p:nvPr/>
              </p:nvCxnSpPr>
              <p:spPr>
                <a:xfrm>
                  <a:off x="4023268" y="4890228"/>
                  <a:ext cx="384206" cy="0"/>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cxnSp>
            <p:nvCxnSpPr>
              <p:cNvPr id="286" name="Straight Connector 285">
                <a:extLst>
                  <a:ext uri="{FF2B5EF4-FFF2-40B4-BE49-F238E27FC236}">
                    <a16:creationId xmlns:a16="http://schemas.microsoft.com/office/drawing/2014/main" id="{A1D2754D-23D3-1373-2D95-9D8AF5AAB88D}"/>
                  </a:ext>
                </a:extLst>
              </p:cNvPr>
              <p:cNvCxnSpPr>
                <a:cxnSpLocks/>
              </p:cNvCxnSpPr>
              <p:nvPr/>
            </p:nvCxnSpPr>
            <p:spPr>
              <a:xfrm>
                <a:off x="3942547" y="4967658"/>
                <a:ext cx="1710" cy="72812"/>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grpSp>
          <p:nvGrpSpPr>
            <p:cNvPr id="278" name="Group 277">
              <a:extLst>
                <a:ext uri="{FF2B5EF4-FFF2-40B4-BE49-F238E27FC236}">
                  <a16:creationId xmlns:a16="http://schemas.microsoft.com/office/drawing/2014/main" id="{2990CD7A-621B-6DC3-20C8-76E745035F2F}"/>
                </a:ext>
              </a:extLst>
            </p:cNvPr>
            <p:cNvGrpSpPr/>
            <p:nvPr/>
          </p:nvGrpSpPr>
          <p:grpSpPr>
            <a:xfrm>
              <a:off x="1716274" y="4369136"/>
              <a:ext cx="4824357" cy="669985"/>
              <a:chOff x="3980503" y="4369137"/>
              <a:chExt cx="4824357" cy="669985"/>
            </a:xfrm>
          </p:grpSpPr>
          <p:cxnSp>
            <p:nvCxnSpPr>
              <p:cNvPr id="279" name="Straight Connector 278">
                <a:extLst>
                  <a:ext uri="{FF2B5EF4-FFF2-40B4-BE49-F238E27FC236}">
                    <a16:creationId xmlns:a16="http://schemas.microsoft.com/office/drawing/2014/main" id="{2CB01D3E-3D44-AB05-4003-7F69E4ECDA57}"/>
                  </a:ext>
                </a:extLst>
              </p:cNvPr>
              <p:cNvCxnSpPr>
                <a:cxnSpLocks/>
              </p:cNvCxnSpPr>
              <p:nvPr/>
            </p:nvCxnSpPr>
            <p:spPr>
              <a:xfrm flipV="1">
                <a:off x="8804860" y="4369137"/>
                <a:ext cx="0" cy="466469"/>
              </a:xfrm>
              <a:prstGeom prst="line">
                <a:avLst/>
              </a:prstGeom>
              <a:noFill/>
              <a:ln w="12700" cap="flat" cmpd="sng" algn="ctr">
                <a:solidFill>
                  <a:srgbClr val="000000">
                    <a:lumMod val="50000"/>
                    <a:lumOff val="50000"/>
                  </a:srgbClr>
                </a:solidFill>
                <a:prstDash val="solid"/>
                <a:miter lim="800000"/>
                <a:headEnd type="none" w="lg" len="med"/>
                <a:tailEnd type="arrow" w="med" len="sm"/>
              </a:ln>
              <a:effectLst/>
            </p:spPr>
          </p:cxnSp>
          <p:sp>
            <p:nvSpPr>
              <p:cNvPr id="280" name="Arc 279">
                <a:extLst>
                  <a:ext uri="{FF2B5EF4-FFF2-40B4-BE49-F238E27FC236}">
                    <a16:creationId xmlns:a16="http://schemas.microsoft.com/office/drawing/2014/main" id="{D0367DC8-EE54-D3F8-A364-2A4785F0A081}"/>
                  </a:ext>
                </a:extLst>
              </p:cNvPr>
              <p:cNvSpPr/>
              <p:nvPr/>
            </p:nvSpPr>
            <p:spPr>
              <a:xfrm flipV="1">
                <a:off x="8621260" y="4743806"/>
                <a:ext cx="183600" cy="183600"/>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grpSp>
            <p:nvGrpSpPr>
              <p:cNvPr id="281" name="Group 280">
                <a:extLst>
                  <a:ext uri="{FF2B5EF4-FFF2-40B4-BE49-F238E27FC236}">
                    <a16:creationId xmlns:a16="http://schemas.microsoft.com/office/drawing/2014/main" id="{4D336001-E996-A688-A261-337066E068DC}"/>
                  </a:ext>
                </a:extLst>
              </p:cNvPr>
              <p:cNvGrpSpPr/>
              <p:nvPr/>
            </p:nvGrpSpPr>
            <p:grpSpPr>
              <a:xfrm>
                <a:off x="3980503" y="4927646"/>
                <a:ext cx="4732557" cy="111476"/>
                <a:chOff x="4007399" y="4934370"/>
                <a:chExt cx="4732557" cy="111476"/>
              </a:xfrm>
            </p:grpSpPr>
            <p:cxnSp>
              <p:nvCxnSpPr>
                <p:cNvPr id="282" name="Straight Connector 281">
                  <a:extLst>
                    <a:ext uri="{FF2B5EF4-FFF2-40B4-BE49-F238E27FC236}">
                      <a16:creationId xmlns:a16="http://schemas.microsoft.com/office/drawing/2014/main" id="{9107F8D2-39C6-E29B-1C67-5D8996F6A655}"/>
                    </a:ext>
                  </a:extLst>
                </p:cNvPr>
                <p:cNvCxnSpPr>
                  <a:cxnSpLocks/>
                </p:cNvCxnSpPr>
                <p:nvPr/>
              </p:nvCxnSpPr>
              <p:spPr>
                <a:xfrm>
                  <a:off x="4064364" y="4934370"/>
                  <a:ext cx="4675592" cy="0"/>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sp>
              <p:nvSpPr>
                <p:cNvPr id="283" name="Arc 282">
                  <a:extLst>
                    <a:ext uri="{FF2B5EF4-FFF2-40B4-BE49-F238E27FC236}">
                      <a16:creationId xmlns:a16="http://schemas.microsoft.com/office/drawing/2014/main" id="{308A4AEA-B211-A9C3-3BF9-943E29229950}"/>
                    </a:ext>
                  </a:extLst>
                </p:cNvPr>
                <p:cNvSpPr/>
                <p:nvPr/>
              </p:nvSpPr>
              <p:spPr>
                <a:xfrm rot="10800000" flipV="1">
                  <a:off x="4007400" y="4934370"/>
                  <a:ext cx="111476" cy="111476"/>
                </a:xfrm>
                <a:prstGeom prst="arc">
                  <a:avLst/>
                </a:prstGeom>
                <a:noFill/>
                <a:ln w="12700" cap="flat" cmpd="sng" algn="ctr">
                  <a:solidFill>
                    <a:srgbClr val="000000">
                      <a:lumMod val="50000"/>
                      <a:lumOff val="50000"/>
                    </a:srgbClr>
                  </a:solidFill>
                  <a:prstDash val="solid"/>
                  <a:miter lim="800000"/>
                  <a:headEnd type="none" w="lg" len="med"/>
                  <a:tailEnd type="none" w="med" len="sm"/>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cxnSp>
              <p:nvCxnSpPr>
                <p:cNvPr id="284" name="Straight Connector 283">
                  <a:extLst>
                    <a:ext uri="{FF2B5EF4-FFF2-40B4-BE49-F238E27FC236}">
                      <a16:creationId xmlns:a16="http://schemas.microsoft.com/office/drawing/2014/main" id="{00845218-0295-2528-4BF5-9D3AC01EED99}"/>
                    </a:ext>
                  </a:extLst>
                </p:cNvPr>
                <p:cNvCxnSpPr>
                  <a:cxnSpLocks/>
                  <a:stCxn id="283" idx="2"/>
                </p:cNvCxnSpPr>
                <p:nvPr/>
              </p:nvCxnSpPr>
              <p:spPr>
                <a:xfrm flipH="1">
                  <a:off x="4007399" y="4990108"/>
                  <a:ext cx="1" cy="50362"/>
                </a:xfrm>
                <a:prstGeom prst="line">
                  <a:avLst/>
                </a:prstGeom>
                <a:noFill/>
                <a:ln w="12700" cap="flat" cmpd="sng" algn="ctr">
                  <a:solidFill>
                    <a:srgbClr val="000000">
                      <a:lumMod val="50000"/>
                      <a:lumOff val="50000"/>
                    </a:srgbClr>
                  </a:solidFill>
                  <a:prstDash val="solid"/>
                  <a:miter lim="800000"/>
                  <a:headEnd type="none" w="lg" len="med"/>
                  <a:tailEnd type="none" w="med" len="sm"/>
                </a:ln>
                <a:effectLst/>
              </p:spPr>
            </p:cxnSp>
          </p:grpSp>
        </p:grpSp>
      </p:grpSp>
      <p:grpSp>
        <p:nvGrpSpPr>
          <p:cNvPr id="296" name="Group 295" descr="Customers 360&#10;">
            <a:extLst>
              <a:ext uri="{FF2B5EF4-FFF2-40B4-BE49-F238E27FC236}">
                <a16:creationId xmlns:a16="http://schemas.microsoft.com/office/drawing/2014/main" id="{A5A01476-0C18-F509-00CB-1E4A74F592D7}"/>
              </a:ext>
            </a:extLst>
          </p:cNvPr>
          <p:cNvGrpSpPr/>
          <p:nvPr/>
        </p:nvGrpSpPr>
        <p:grpSpPr>
          <a:xfrm>
            <a:off x="1399886" y="4940518"/>
            <a:ext cx="760330" cy="546275"/>
            <a:chOff x="853786" y="4940518"/>
            <a:chExt cx="760330" cy="546275"/>
          </a:xfrm>
        </p:grpSpPr>
        <p:grpSp>
          <p:nvGrpSpPr>
            <p:cNvPr id="297" name="Group 296">
              <a:extLst>
                <a:ext uri="{FF2B5EF4-FFF2-40B4-BE49-F238E27FC236}">
                  <a16:creationId xmlns:a16="http://schemas.microsoft.com/office/drawing/2014/main" id="{C0818400-10FC-CD5A-4CC9-09828FFD6E75}"/>
                </a:ext>
              </a:extLst>
            </p:cNvPr>
            <p:cNvGrpSpPr/>
            <p:nvPr/>
          </p:nvGrpSpPr>
          <p:grpSpPr>
            <a:xfrm>
              <a:off x="853786" y="4940518"/>
              <a:ext cx="760330" cy="546275"/>
              <a:chOff x="5570392" y="4264532"/>
              <a:chExt cx="331746" cy="266059"/>
            </a:xfrm>
          </p:grpSpPr>
          <p:sp>
            <p:nvSpPr>
              <p:cNvPr id="299" name="Freeform 24">
                <a:extLst>
                  <a:ext uri="{FF2B5EF4-FFF2-40B4-BE49-F238E27FC236}">
                    <a16:creationId xmlns:a16="http://schemas.microsoft.com/office/drawing/2014/main" id="{C8D9FC24-86CF-90BD-4D1E-62D5C366097B}"/>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rgbClr val="8661C5">
                  <a:lumMod val="40000"/>
                  <a:lumOff val="60000"/>
                </a:srgbClr>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Segoe UI Semibold"/>
                </a:endParaRPr>
              </a:p>
            </p:txBody>
          </p:sp>
          <p:sp>
            <p:nvSpPr>
              <p:cNvPr id="300" name="Freeform 25">
                <a:extLst>
                  <a:ext uri="{FF2B5EF4-FFF2-40B4-BE49-F238E27FC236}">
                    <a16:creationId xmlns:a16="http://schemas.microsoft.com/office/drawing/2014/main" id="{BA235451-6DA5-CD99-0B83-6CCAF52AD763}"/>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rgbClr val="8661C5">
                  <a:lumMod val="40000"/>
                  <a:lumOff val="60000"/>
                </a:srgbClr>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Segoe UI Semibold"/>
                </a:endParaRPr>
              </a:p>
            </p:txBody>
          </p:sp>
        </p:grpSp>
        <p:sp>
          <p:nvSpPr>
            <p:cNvPr id="298" name="TextBox 297">
              <a:extLst>
                <a:ext uri="{FF2B5EF4-FFF2-40B4-BE49-F238E27FC236}">
                  <a16:creationId xmlns:a16="http://schemas.microsoft.com/office/drawing/2014/main" id="{06C48347-D03C-7E3E-C18F-3F5AB2927E0B}"/>
                </a:ext>
              </a:extLst>
            </p:cNvPr>
            <p:cNvSpPr txBox="1"/>
            <p:nvPr/>
          </p:nvSpPr>
          <p:spPr>
            <a:xfrm>
              <a:off x="996322" y="5214900"/>
              <a:ext cx="573875" cy="246221"/>
            </a:xfrm>
            <a:prstGeom prst="rect">
              <a:avLst/>
            </a:prstGeom>
            <a:noFill/>
            <a:ln w="63897" cap="flat">
              <a:noFill/>
              <a:prstDash val="solid"/>
              <a:miter/>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algn="ctr" fontAlgn="auto">
                <a:lnSpc>
                  <a:spcPct val="100000"/>
                </a:lnSpc>
                <a:spcBef>
                  <a:spcPts val="0"/>
                </a:spcBef>
                <a:spcAft>
                  <a:spcPts val="0"/>
                </a:spcAft>
                <a:buClrTx/>
                <a:buSzTx/>
                <a:buFontTx/>
                <a:buNone/>
                <a:tabLst/>
                <a:defRPr sz="800">
                  <a:solidFill>
                    <a:schemeClr val="bg1"/>
                  </a:solidFill>
                  <a:latin typeface="Segoe Sans Display Semibold" pitchFamily="2" charset="0"/>
                  <a:ea typeface="Nirmala UI Semilight" panose="020B0402040204020203" pitchFamily="34" charset="0"/>
                  <a:cs typeface="Segoe Sans Display Semibold" pitchFamily="2"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t>Customers</a:t>
              </a:r>
              <a:br>
                <a:rPr kumimoji="0" lang="en-US" sz="800" b="0" i="0" u="none" strike="noStrike" kern="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br>
              <a:r>
                <a:rPr kumimoji="0" lang="en-US" sz="800" b="0" i="0" u="none" strike="noStrike" kern="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t>360</a:t>
              </a:r>
            </a:p>
          </p:txBody>
        </p:sp>
      </p:grpSp>
      <p:sp>
        <p:nvSpPr>
          <p:cNvPr id="301" name="TextBox 300">
            <a:extLst>
              <a:ext uri="{FF2B5EF4-FFF2-40B4-BE49-F238E27FC236}">
                <a16:creationId xmlns:a16="http://schemas.microsoft.com/office/drawing/2014/main" id="{EA10D8DB-A452-0A5A-E4F7-E399477BA4AD}"/>
              </a:ext>
            </a:extLst>
          </p:cNvPr>
          <p:cNvSpPr txBox="1"/>
          <p:nvPr/>
        </p:nvSpPr>
        <p:spPr>
          <a:xfrm>
            <a:off x="1295627" y="5573113"/>
            <a:ext cx="952794" cy="249299"/>
          </a:xfrm>
          <a:prstGeom prst="rect">
            <a:avLst/>
          </a:prstGeom>
          <a:noFill/>
        </p:spPr>
        <p:txBody>
          <a:bodyPr wrap="square" lIns="0" tIns="0" rIns="0" bIns="0" rtlCol="0" anchor="t">
            <a:spAutoFit/>
          </a:bodyPr>
          <a:lstStyle/>
          <a:p>
            <a:pPr algn="ctr">
              <a:lnSpc>
                <a:spcPct val="90000"/>
              </a:lnSpc>
              <a:defRPr/>
            </a:pPr>
            <a:r>
              <a:rPr lang="en-US" sz="900">
                <a:solidFill>
                  <a:srgbClr val="000000"/>
                </a:solidFill>
                <a:latin typeface="Segoe Sans Text Semilight"/>
              </a:rPr>
              <a:t>Delta – Parquet Format</a:t>
            </a:r>
          </a:p>
        </p:txBody>
      </p:sp>
      <p:grpSp>
        <p:nvGrpSpPr>
          <p:cNvPr id="302" name="Group 301" descr="OneLake">
            <a:extLst>
              <a:ext uri="{FF2B5EF4-FFF2-40B4-BE49-F238E27FC236}">
                <a16:creationId xmlns:a16="http://schemas.microsoft.com/office/drawing/2014/main" id="{9199B5C3-4CF9-2588-DB9B-C7BBC5E2A650}"/>
              </a:ext>
            </a:extLst>
          </p:cNvPr>
          <p:cNvGrpSpPr/>
          <p:nvPr/>
        </p:nvGrpSpPr>
        <p:grpSpPr>
          <a:xfrm>
            <a:off x="3127210" y="5143500"/>
            <a:ext cx="1463233" cy="443506"/>
            <a:chOff x="2924855" y="3996889"/>
            <a:chExt cx="1463233" cy="443506"/>
          </a:xfrm>
        </p:grpSpPr>
        <p:sp>
          <p:nvSpPr>
            <p:cNvPr id="303" name="Rounded Rectangle 45">
              <a:extLst>
                <a:ext uri="{FF2B5EF4-FFF2-40B4-BE49-F238E27FC236}">
                  <a16:creationId xmlns:a16="http://schemas.microsoft.com/office/drawing/2014/main" id="{7D184CC8-9A6E-FA30-EF1A-85AB8CA38D3F}"/>
                </a:ext>
              </a:extLst>
            </p:cNvPr>
            <p:cNvSpPr/>
            <p:nvPr/>
          </p:nvSpPr>
          <p:spPr>
            <a:xfrm>
              <a:off x="3484058" y="4080141"/>
              <a:ext cx="904030" cy="276999"/>
            </a:xfrm>
            <a:prstGeom prst="rect">
              <a:avLst/>
            </a:prstGeom>
            <a:no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defRPr/>
              </a:pPr>
              <a:r>
                <a:rPr lang="en-US" err="1">
                  <a:solidFill>
                    <a:srgbClr val="000000"/>
                  </a:solidFill>
                  <a:latin typeface="Segoe Sans Display Semibold" pitchFamily="2" charset="0"/>
                  <a:cs typeface="Segoe Sans Display Semibold" pitchFamily="2" charset="0"/>
                </a:rPr>
                <a:t>OneLake</a:t>
              </a:r>
              <a:endParaRPr lang="en-US">
                <a:solidFill>
                  <a:srgbClr val="000000"/>
                </a:solidFill>
                <a:latin typeface="Segoe Sans Display Semibold" pitchFamily="2" charset="0"/>
                <a:cs typeface="Segoe Sans Display Semibold" pitchFamily="2" charset="0"/>
              </a:endParaRPr>
            </a:p>
          </p:txBody>
        </p:sp>
        <p:pic>
          <p:nvPicPr>
            <p:cNvPr id="304" name="Picture 303" descr="Logo, company name&#10;&#10;Description automatically generated">
              <a:extLst>
                <a:ext uri="{FF2B5EF4-FFF2-40B4-BE49-F238E27FC236}">
                  <a16:creationId xmlns:a16="http://schemas.microsoft.com/office/drawing/2014/main" id="{ED3AB66B-618C-7FFA-E415-3C4A9BD6DAB8}"/>
                </a:ext>
              </a:extLst>
            </p:cNvPr>
            <p:cNvPicPr>
              <a:picLocks noChangeAspect="1"/>
            </p:cNvPicPr>
            <p:nvPr/>
          </p:nvPicPr>
          <p:blipFill rotWithShape="1">
            <a:blip r:embed="rId14">
              <a:extLst>
                <a:ext uri="{28A0092B-C50C-407E-A947-70E740481C1C}">
                  <a14:useLocalDpi xmlns:a14="http://schemas.microsoft.com/office/drawing/2010/main" val="0"/>
                </a:ext>
              </a:extLst>
            </a:blip>
            <a:srcRect l="-7916" r="-7916"/>
            <a:stretch/>
          </p:blipFill>
          <p:spPr>
            <a:xfrm>
              <a:off x="2924855" y="3996889"/>
              <a:ext cx="512718" cy="443506"/>
            </a:xfrm>
            <a:prstGeom prst="rect">
              <a:avLst/>
            </a:prstGeom>
          </p:spPr>
        </p:pic>
      </p:grpSp>
      <p:cxnSp>
        <p:nvCxnSpPr>
          <p:cNvPr id="305" name="Connector: Elbow 304" descr="Arrow pointing towards the right">
            <a:extLst>
              <a:ext uri="{FF2B5EF4-FFF2-40B4-BE49-F238E27FC236}">
                <a16:creationId xmlns:a16="http://schemas.microsoft.com/office/drawing/2014/main" id="{55D3EBB6-017B-B30B-10EF-088EB65D7427}"/>
              </a:ext>
            </a:extLst>
          </p:cNvPr>
          <p:cNvCxnSpPr>
            <a:cxnSpLocks/>
            <a:stCxn id="301" idx="2"/>
            <a:endCxn id="306" idx="1"/>
          </p:cNvCxnSpPr>
          <p:nvPr/>
        </p:nvCxnSpPr>
        <p:spPr>
          <a:xfrm rot="16200000" flipH="1">
            <a:off x="3177273" y="4417163"/>
            <a:ext cx="89398" cy="2899896"/>
          </a:xfrm>
          <a:prstGeom prst="bentConnector2">
            <a:avLst/>
          </a:prstGeom>
          <a:noFill/>
          <a:ln w="12700" cap="flat" cmpd="sng" algn="ctr">
            <a:solidFill>
              <a:srgbClr val="000000">
                <a:lumMod val="50000"/>
                <a:lumOff val="50000"/>
              </a:srgbClr>
            </a:solidFill>
            <a:prstDash val="solid"/>
            <a:miter lim="800000"/>
            <a:headEnd type="none" w="lg" len="med"/>
            <a:tailEnd type="arrow" w="med" len="sm"/>
          </a:ln>
          <a:effectLst/>
        </p:spPr>
      </p:cxnSp>
      <p:sp>
        <p:nvSpPr>
          <p:cNvPr id="306" name="Rounded Rectangle 148">
            <a:extLst>
              <a:ext uri="{FF2B5EF4-FFF2-40B4-BE49-F238E27FC236}">
                <a16:creationId xmlns:a16="http://schemas.microsoft.com/office/drawing/2014/main" id="{5A82026A-E466-A9B6-9F3B-C5A65EFC463F}"/>
              </a:ext>
              <a:ext uri="{C183D7F6-B498-43B3-948B-1728B52AA6E4}">
                <adec:decorative xmlns:adec="http://schemas.microsoft.com/office/drawing/2017/decorative" val="1"/>
              </a:ext>
            </a:extLst>
          </p:cNvPr>
          <p:cNvSpPr/>
          <p:nvPr/>
        </p:nvSpPr>
        <p:spPr>
          <a:xfrm>
            <a:off x="4671920" y="5481274"/>
            <a:ext cx="3171271" cy="861071"/>
          </a:xfrm>
          <a:prstGeom prst="roundRect">
            <a:avLst>
              <a:gd name="adj" fmla="val 6586"/>
            </a:avLst>
          </a:prstGeom>
          <a:solidFill>
            <a:srgbClr val="FFFFFF"/>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marL="0" marR="0" lvl="0" indent="0" defTabSz="914367" eaLnBrk="1" fontAlgn="auto" latinLnBrk="0" hangingPunct="1">
              <a:lnSpc>
                <a:spcPct val="100000"/>
              </a:lnSpc>
              <a:spcBef>
                <a:spcPct val="20000"/>
              </a:spcBef>
              <a:spcAft>
                <a:spcPts val="0"/>
              </a:spcAft>
              <a:buClrTx/>
              <a:buSzPct val="90000"/>
              <a:buFontTx/>
              <a:buNone/>
              <a:tabLst/>
              <a:defRPr/>
            </a:pPr>
            <a:r>
              <a:rPr kumimoji="0" lang="en-US" sz="105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Other ADLS</a:t>
            </a:r>
          </a:p>
          <a:p>
            <a:pPr marL="0" marR="0" lvl="0" indent="0" defTabSz="914367" eaLnBrk="1" fontAlgn="auto" latinLnBrk="0" hangingPunct="1">
              <a:lnSpc>
                <a:spcPct val="100000"/>
              </a:lnSpc>
              <a:spcBef>
                <a:spcPct val="20000"/>
              </a:spcBef>
              <a:spcAft>
                <a:spcPts val="0"/>
              </a:spcAft>
              <a:buClrTx/>
              <a:buSzPct val="90000"/>
              <a:buFontTx/>
              <a:buNone/>
              <a:tabLst/>
              <a:defRPr/>
            </a:pPr>
            <a:r>
              <a:rPr kumimoji="0" lang="en-US" sz="105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compatible</a:t>
            </a:r>
          </a:p>
          <a:p>
            <a:pPr marL="0" marR="0" lvl="0" indent="0" defTabSz="914367" eaLnBrk="1" fontAlgn="auto" latinLnBrk="0" hangingPunct="1">
              <a:lnSpc>
                <a:spcPct val="100000"/>
              </a:lnSpc>
              <a:spcBef>
                <a:spcPct val="20000"/>
              </a:spcBef>
              <a:spcAft>
                <a:spcPts val="0"/>
              </a:spcAft>
              <a:buClrTx/>
              <a:buSzPct val="90000"/>
              <a:buFontTx/>
              <a:buNone/>
              <a:tabLst/>
              <a:defRPr/>
            </a:pPr>
            <a:r>
              <a:rPr kumimoji="0" lang="en-US" sz="105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applications</a:t>
            </a:r>
          </a:p>
        </p:txBody>
      </p:sp>
      <p:cxnSp>
        <p:nvCxnSpPr>
          <p:cNvPr id="307" name="Straight Connector 306">
            <a:extLst>
              <a:ext uri="{FF2B5EF4-FFF2-40B4-BE49-F238E27FC236}">
                <a16:creationId xmlns:a16="http://schemas.microsoft.com/office/drawing/2014/main" id="{26EC153D-D698-6208-0BEB-54D7660877DA}"/>
              </a:ext>
              <a:ext uri="{C183D7F6-B498-43B3-948B-1728B52AA6E4}">
                <adec:decorative xmlns:adec="http://schemas.microsoft.com/office/drawing/2017/decorative" val="1"/>
              </a:ext>
            </a:extLst>
          </p:cNvPr>
          <p:cNvCxnSpPr/>
          <p:nvPr/>
        </p:nvCxnSpPr>
        <p:spPr>
          <a:xfrm>
            <a:off x="5782685" y="5622450"/>
            <a:ext cx="0" cy="578719"/>
          </a:xfrm>
          <a:prstGeom prst="line">
            <a:avLst/>
          </a:prstGeom>
          <a:noFill/>
          <a:ln w="6350" cap="flat" cmpd="sng" algn="ctr">
            <a:solidFill>
              <a:srgbClr val="000000">
                <a:lumMod val="50000"/>
                <a:lumOff val="50000"/>
              </a:srgbClr>
            </a:solidFill>
            <a:prstDash val="solid"/>
            <a:miter lim="800000"/>
            <a:headEnd type="none" w="lg" len="med"/>
            <a:tailEnd type="none" w="lg" len="med"/>
          </a:ln>
          <a:effectLst/>
        </p:spPr>
      </p:cxnSp>
      <p:grpSp>
        <p:nvGrpSpPr>
          <p:cNvPr id="308" name="Group 307" descr="Azure Databricks">
            <a:extLst>
              <a:ext uri="{FF2B5EF4-FFF2-40B4-BE49-F238E27FC236}">
                <a16:creationId xmlns:a16="http://schemas.microsoft.com/office/drawing/2014/main" id="{9C66B232-42B9-4765-C4DA-B9E37EF5DC71}"/>
              </a:ext>
              <a:ext uri="{C183D7F6-B498-43B3-948B-1728B52AA6E4}">
                <adec:decorative xmlns:adec="http://schemas.microsoft.com/office/drawing/2017/decorative" val="0"/>
              </a:ext>
            </a:extLst>
          </p:cNvPr>
          <p:cNvGrpSpPr/>
          <p:nvPr/>
        </p:nvGrpSpPr>
        <p:grpSpPr>
          <a:xfrm>
            <a:off x="5940502" y="5627805"/>
            <a:ext cx="929742" cy="577040"/>
            <a:chOff x="7277972" y="-236041"/>
            <a:chExt cx="929742" cy="577040"/>
          </a:xfrm>
        </p:grpSpPr>
        <p:pic>
          <p:nvPicPr>
            <p:cNvPr id="309" name="Picture 2" descr="Databricks Icons - 2 free Icons PNG, SVG, ICO or ICNS">
              <a:extLst>
                <a:ext uri="{FF2B5EF4-FFF2-40B4-BE49-F238E27FC236}">
                  <a16:creationId xmlns:a16="http://schemas.microsoft.com/office/drawing/2014/main" id="{4E4502EC-E4F9-26CC-D763-F368CE3BF89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66514" y="-236041"/>
              <a:ext cx="352658" cy="352658"/>
            </a:xfrm>
            <a:prstGeom prst="rect">
              <a:avLst/>
            </a:prstGeom>
            <a:noFill/>
            <a:extLst>
              <a:ext uri="{909E8E84-426E-40DD-AFC4-6F175D3DCCD1}">
                <a14:hiddenFill xmlns:a14="http://schemas.microsoft.com/office/drawing/2010/main">
                  <a:solidFill>
                    <a:srgbClr val="FFFFFF"/>
                  </a:solidFill>
                </a14:hiddenFill>
              </a:ext>
            </a:extLst>
          </p:spPr>
        </p:pic>
        <p:sp>
          <p:nvSpPr>
            <p:cNvPr id="310" name="TextBox 309">
              <a:extLst>
                <a:ext uri="{FF2B5EF4-FFF2-40B4-BE49-F238E27FC236}">
                  <a16:creationId xmlns:a16="http://schemas.microsoft.com/office/drawing/2014/main" id="{EDF2A9B0-807F-46D7-768C-BED3F42FBC2E}"/>
                </a:ext>
              </a:extLst>
            </p:cNvPr>
            <p:cNvSpPr txBox="1"/>
            <p:nvPr/>
          </p:nvSpPr>
          <p:spPr>
            <a:xfrm>
              <a:off x="7277972" y="187111"/>
              <a:ext cx="929742" cy="153888"/>
            </a:xfrm>
            <a:prstGeom prst="rect">
              <a:avLst/>
            </a:prstGeom>
            <a:noFill/>
          </p:spPr>
          <p:txBody>
            <a:bodyPr wrap="none" lIns="0" tIns="0" rIns="0" bIns="0" rtlCol="0" anchor="ctr">
              <a:spAutoFit/>
            </a:bodyPr>
            <a:lstStyle/>
            <a:p>
              <a:pPr algn="ctr">
                <a:defRPr/>
              </a:pPr>
              <a:r>
                <a:rPr lang="en-US" sz="1000">
                  <a:solidFill>
                    <a:srgbClr val="000000"/>
                  </a:solidFill>
                  <a:latin typeface="Segoe Sans Text Semilight"/>
                </a:rPr>
                <a:t>Azure Databricks</a:t>
              </a:r>
            </a:p>
          </p:txBody>
        </p:sp>
      </p:grpSp>
      <p:grpSp>
        <p:nvGrpSpPr>
          <p:cNvPr id="311" name="Group 310" descr="Azure HDI">
            <a:extLst>
              <a:ext uri="{FF2B5EF4-FFF2-40B4-BE49-F238E27FC236}">
                <a16:creationId xmlns:a16="http://schemas.microsoft.com/office/drawing/2014/main" id="{D5F4DA04-D2BB-97DF-03A6-ED1ED0FD8AB7}"/>
              </a:ext>
              <a:ext uri="{C183D7F6-B498-43B3-948B-1728B52AA6E4}">
                <adec:decorative xmlns:adec="http://schemas.microsoft.com/office/drawing/2017/decorative" val="0"/>
              </a:ext>
            </a:extLst>
          </p:cNvPr>
          <p:cNvGrpSpPr/>
          <p:nvPr/>
        </p:nvGrpSpPr>
        <p:grpSpPr>
          <a:xfrm>
            <a:off x="7066271" y="5623595"/>
            <a:ext cx="564257" cy="581250"/>
            <a:chOff x="9525176" y="-225566"/>
            <a:chExt cx="564257" cy="581250"/>
          </a:xfrm>
        </p:grpSpPr>
        <p:pic>
          <p:nvPicPr>
            <p:cNvPr id="312" name="Picture 311" descr="Icon&#10;&#10;Description automatically generated">
              <a:extLst>
                <a:ext uri="{FF2B5EF4-FFF2-40B4-BE49-F238E27FC236}">
                  <a16:creationId xmlns:a16="http://schemas.microsoft.com/office/drawing/2014/main" id="{077EBF04-0F78-A025-7920-3B71BDEA918D}"/>
                </a:ext>
              </a:extLst>
            </p:cNvPr>
            <p:cNvPicPr>
              <a:picLocks noChangeAspect="1"/>
            </p:cNvPicPr>
            <p:nvPr/>
          </p:nvPicPr>
          <p:blipFill>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tretch>
              <a:fillRect/>
            </a:stretch>
          </p:blipFill>
          <p:spPr>
            <a:xfrm>
              <a:off x="9590672" y="-225566"/>
              <a:ext cx="392962" cy="392960"/>
            </a:xfrm>
            <a:prstGeom prst="ellipse">
              <a:avLst/>
            </a:prstGeom>
          </p:spPr>
        </p:pic>
        <p:sp>
          <p:nvSpPr>
            <p:cNvPr id="313" name="TextBox 312">
              <a:extLst>
                <a:ext uri="{FF2B5EF4-FFF2-40B4-BE49-F238E27FC236}">
                  <a16:creationId xmlns:a16="http://schemas.microsoft.com/office/drawing/2014/main" id="{9618F527-C487-BBB3-6A6E-4CEA8E2C89F3}"/>
                </a:ext>
              </a:extLst>
            </p:cNvPr>
            <p:cNvSpPr txBox="1"/>
            <p:nvPr/>
          </p:nvSpPr>
          <p:spPr>
            <a:xfrm>
              <a:off x="9308884" y="147936"/>
              <a:ext cx="996842" cy="261610"/>
            </a:xfrm>
            <a:prstGeom prst="rect">
              <a:avLst/>
            </a:prstGeom>
            <a:noFill/>
          </p:spPr>
          <p:txBody>
            <a:bodyPr wrap="none" lIns="0" tIns="0" rIns="0" bIns="0" rtlCol="0" anchor="ctr">
              <a:spAutoFit/>
            </a:bodyPr>
            <a:lstStyle>
              <a:defPPr>
                <a:defRPr lang="en-US"/>
              </a:defPPr>
              <a:lvl1pPr marR="0" lvl="0" indent="0" algn="ctr" fontAlgn="auto">
                <a:lnSpc>
                  <a:spcPct val="100000"/>
                </a:lnSpc>
                <a:spcBef>
                  <a:spcPts val="0"/>
                </a:spcBef>
                <a:spcAft>
                  <a:spcPts val="0"/>
                </a:spcAft>
                <a:buClrTx/>
                <a:buSzTx/>
                <a:buFontTx/>
                <a:buNone/>
                <a:tabLst/>
                <a:defRPr sz="1000">
                  <a:solidFill>
                    <a:schemeClr val="bg1"/>
                  </a:solidFill>
                </a:defRPr>
              </a:lvl1pPr>
            </a:lstStyle>
            <a:p>
              <a:r>
                <a:rPr lang="en-US">
                  <a:solidFill>
                    <a:srgbClr val="000000"/>
                  </a:solidFill>
                  <a:latin typeface="Segoe Sans Text Semilight"/>
                </a:rPr>
                <a:t>Azure HDI</a:t>
              </a:r>
            </a:p>
          </p:txBody>
        </p:sp>
      </p:grpSp>
      <p:grpSp>
        <p:nvGrpSpPr>
          <p:cNvPr id="314" name="Group 313">
            <a:extLst>
              <a:ext uri="{FF2B5EF4-FFF2-40B4-BE49-F238E27FC236}">
                <a16:creationId xmlns:a16="http://schemas.microsoft.com/office/drawing/2014/main" id="{E260E4D2-89AA-329C-78DC-A15FA79B4EFE}"/>
              </a:ext>
              <a:ext uri="{C183D7F6-B498-43B3-948B-1728B52AA6E4}">
                <adec:decorative xmlns:adec="http://schemas.microsoft.com/office/drawing/2017/decorative" val="1"/>
              </a:ext>
            </a:extLst>
          </p:cNvPr>
          <p:cNvGrpSpPr/>
          <p:nvPr/>
        </p:nvGrpSpPr>
        <p:grpSpPr>
          <a:xfrm>
            <a:off x="7516760" y="2015212"/>
            <a:ext cx="4101936" cy="2401714"/>
            <a:chOff x="7516760" y="2015211"/>
            <a:chExt cx="4101936" cy="4122080"/>
          </a:xfrm>
        </p:grpSpPr>
        <p:sp>
          <p:nvSpPr>
            <p:cNvPr id="315" name="Rounded Rectangle 205">
              <a:extLst>
                <a:ext uri="{FF2B5EF4-FFF2-40B4-BE49-F238E27FC236}">
                  <a16:creationId xmlns:a16="http://schemas.microsoft.com/office/drawing/2014/main" id="{3DF9C5F5-6ED9-BB35-EF2B-5E628D6ED679}"/>
                </a:ext>
                <a:ext uri="{C183D7F6-B498-43B3-948B-1728B52AA6E4}">
                  <adec:decorative xmlns:adec="http://schemas.microsoft.com/office/drawing/2017/decorative" val="1"/>
                </a:ext>
              </a:extLst>
            </p:cNvPr>
            <p:cNvSpPr/>
            <p:nvPr/>
          </p:nvSpPr>
          <p:spPr bwMode="auto">
            <a:xfrm>
              <a:off x="7516760" y="2015211"/>
              <a:ext cx="4101936" cy="4122080"/>
            </a:xfrm>
            <a:prstGeom prst="roundRect">
              <a:avLst>
                <a:gd name="adj" fmla="val 5052"/>
              </a:avLst>
            </a:prstGeom>
            <a:solidFill>
              <a:srgbClr val="FFFFFF">
                <a:alpha val="70000"/>
              </a:srgbClr>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txBody>
            <a:bodyPr rtlCol="0" anchor="ctr"/>
            <a:lstStyle/>
            <a:p>
              <a:pPr marL="0" marR="0" lvl="0" indent="0" algn="ctr" defTabSz="932472" eaLnBrk="1" fontAlgn="base" latinLnBrk="0" hangingPunct="1">
                <a:lnSpc>
                  <a:spcPct val="100000"/>
                </a:lnSpc>
                <a:spcBef>
                  <a:spcPct val="0"/>
                </a:spcBef>
                <a:spcAft>
                  <a:spcPts val="0"/>
                </a:spcAft>
                <a:buClrTx/>
                <a:buSzTx/>
                <a:buFontTx/>
                <a:buNone/>
                <a:tabLst/>
                <a:defRPr/>
              </a:pPr>
              <a:endParaRPr kumimoji="0" lang="en-US" sz="1400" b="0" i="0" u="none" strike="noStrike" kern="0" cap="none" spc="0" normalizeH="0" baseline="0" noProof="0" err="1">
                <a:ln>
                  <a:noFill/>
                </a:ln>
                <a:solidFill>
                  <a:srgbClr val="225B61"/>
                </a:solidFill>
                <a:effectLst/>
                <a:uLnTx/>
                <a:uFillTx/>
                <a:latin typeface="Segoe Sans Display Semibold" pitchFamily="2" charset="0"/>
                <a:ea typeface="+mn-ea"/>
                <a:cs typeface="Segoe Sans Display Semibold" pitchFamily="2" charset="0"/>
              </a:endParaRPr>
            </a:p>
          </p:txBody>
        </p:sp>
        <p:sp>
          <p:nvSpPr>
            <p:cNvPr id="316" name="Rounded Rectangle 205">
              <a:extLst>
                <a:ext uri="{FF2B5EF4-FFF2-40B4-BE49-F238E27FC236}">
                  <a16:creationId xmlns:a16="http://schemas.microsoft.com/office/drawing/2014/main" id="{1BD4C485-AD60-DB90-BA17-1FCC18901911}"/>
                </a:ext>
                <a:ext uri="{C183D7F6-B498-43B3-948B-1728B52AA6E4}">
                  <adec:decorative xmlns:adec="http://schemas.microsoft.com/office/drawing/2017/decorative" val="1"/>
                </a:ext>
              </a:extLst>
            </p:cNvPr>
            <p:cNvSpPr/>
            <p:nvPr/>
          </p:nvSpPr>
          <p:spPr bwMode="auto">
            <a:xfrm>
              <a:off x="7640401" y="2139501"/>
              <a:ext cx="3854654" cy="3779196"/>
            </a:xfrm>
            <a:prstGeom prst="roundRect">
              <a:avLst>
                <a:gd name="adj" fmla="val 3357"/>
              </a:avLst>
            </a:prstGeom>
            <a:solidFill>
              <a:srgbClr val="FFFFFF"/>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ct val="20000"/>
                </a:spcBef>
                <a:spcAft>
                  <a:spcPts val="0"/>
                </a:spcAft>
                <a:buClrTx/>
                <a:buSzPct val="90000"/>
                <a:buFontTx/>
                <a:buNone/>
                <a:tabLst/>
                <a:defRPr/>
              </a:pPr>
              <a:endParaRPr kumimoji="0" lang="en-US" sz="1200" b="0" i="0" u="none" strike="noStrike" kern="0" cap="none" spc="0" normalizeH="0" baseline="0" noProof="0" err="1">
                <a:ln>
                  <a:noFill/>
                </a:ln>
                <a:gradFill>
                  <a:gsLst>
                    <a:gs pos="2874">
                      <a:srgbClr val="FFFFFF"/>
                    </a:gs>
                    <a:gs pos="17978">
                      <a:srgbClr val="FFFFFF"/>
                    </a:gs>
                  </a:gsLst>
                  <a:lin ang="2700000" scaled="0"/>
                </a:gradFill>
                <a:effectLst/>
                <a:uLnTx/>
                <a:uFillTx/>
                <a:latin typeface="Segoe UI"/>
                <a:ea typeface="+mn-ea"/>
                <a:cs typeface="+mn-cs"/>
              </a:endParaRPr>
            </a:p>
          </p:txBody>
        </p:sp>
      </p:grpSp>
      <p:sp>
        <p:nvSpPr>
          <p:cNvPr id="317" name="TextBox 316">
            <a:extLst>
              <a:ext uri="{FF2B5EF4-FFF2-40B4-BE49-F238E27FC236}">
                <a16:creationId xmlns:a16="http://schemas.microsoft.com/office/drawing/2014/main" id="{E4516A04-81C0-A6E6-7C3C-87F960CA77E4}"/>
              </a:ext>
            </a:extLst>
          </p:cNvPr>
          <p:cNvSpPr txBox="1"/>
          <p:nvPr/>
        </p:nvSpPr>
        <p:spPr>
          <a:xfrm>
            <a:off x="7856182" y="2211367"/>
            <a:ext cx="3494612" cy="1887696"/>
          </a:xfrm>
          <a:prstGeom prst="rect">
            <a:avLst/>
          </a:prstGeom>
          <a:noFill/>
        </p:spPr>
        <p:txBody>
          <a:bodyPr wrap="square" lIns="0" tIns="0" rIns="0" bIns="0" rtlCol="0">
            <a:spAutoFit/>
          </a:bodyPr>
          <a:lstStyle>
            <a:defPPr>
              <a:defRPr lang="en-US"/>
            </a:defPPr>
            <a:lvl1pPr marL="342900" indent="-342900">
              <a:buFont typeface="Arial" panose="020B0604020202020204" pitchFamily="34" charset="0"/>
              <a:buChar char="•"/>
              <a:defRPr sz="1600">
                <a:latin typeface="Segoe UI" panose="020B0502040204020203" pitchFamily="34" charset="0"/>
                <a:cs typeface="Segoe UI" panose="020B0502040204020203" pitchFamily="34" charset="0"/>
              </a:defRPr>
            </a:lvl1pPr>
          </a:lstStyle>
          <a:p>
            <a:pPr marL="0" indent="0">
              <a:spcBef>
                <a:spcPts val="1600"/>
              </a:spcBef>
              <a:buFont typeface="Arial" panose="020B0604020202020204" pitchFamily="34" charset="0"/>
              <a:buNone/>
              <a:defRPr/>
            </a:pPr>
            <a:r>
              <a:rPr lang="en-US" sz="1200" kern="0">
                <a:solidFill>
                  <a:srgbClr val="000000"/>
                </a:solidFill>
                <a:latin typeface="Segoe Sans Text Semilight"/>
              </a:rPr>
              <a:t>By supporting the ADLS Gen2 DFS APIs and SDKs, </a:t>
            </a:r>
            <a:r>
              <a:rPr lang="en-US" sz="1200" kern="0" err="1">
                <a:solidFill>
                  <a:srgbClr val="000000"/>
                </a:solidFill>
                <a:latin typeface="Segoe Sans Text Semilight"/>
              </a:rPr>
              <a:t>OneLake</a:t>
            </a:r>
            <a:r>
              <a:rPr lang="en-US" sz="1200" kern="0">
                <a:solidFill>
                  <a:srgbClr val="000000"/>
                </a:solidFill>
                <a:latin typeface="Segoe Sans Text Semilight"/>
              </a:rPr>
              <a:t> is compatible with existing ADLS applications.</a:t>
            </a:r>
          </a:p>
          <a:p>
            <a:pPr marL="0" indent="0">
              <a:spcBef>
                <a:spcPts val="1600"/>
              </a:spcBef>
              <a:buFont typeface="Arial" panose="020B0604020202020204" pitchFamily="34" charset="0"/>
              <a:buNone/>
              <a:defRPr/>
            </a:pPr>
            <a:r>
              <a:rPr lang="en-US" sz="1200" kern="0">
                <a:solidFill>
                  <a:srgbClr val="000000"/>
                </a:solidFill>
                <a:latin typeface="Segoe Sans Text Semilight"/>
              </a:rPr>
              <a:t>Tenants will appear as one big storage account with different workspaces appearing as different containers with data organized into folders.</a:t>
            </a:r>
          </a:p>
          <a:p>
            <a:pPr marL="0" indent="0">
              <a:spcBef>
                <a:spcPts val="1600"/>
              </a:spcBef>
              <a:buFont typeface="Arial" panose="020B0604020202020204" pitchFamily="34" charset="0"/>
              <a:buNone/>
              <a:defRPr/>
            </a:pPr>
            <a:r>
              <a:rPr lang="en-US" sz="1200" kern="0">
                <a:solidFill>
                  <a:srgbClr val="000000"/>
                </a:solidFill>
                <a:latin typeface="Segoe Sans Text Semilight"/>
              </a:rPr>
              <a:t>Underlying physical storage is virtualized away. </a:t>
            </a:r>
            <a:r>
              <a:rPr lang="en-US" sz="1200" kern="0" err="1">
                <a:solidFill>
                  <a:srgbClr val="000000"/>
                </a:solidFill>
                <a:latin typeface="Segoe Sans Text Semilight"/>
              </a:rPr>
              <a:t>OneLake</a:t>
            </a:r>
            <a:r>
              <a:rPr lang="en-US" sz="1200" kern="0">
                <a:solidFill>
                  <a:srgbClr val="000000"/>
                </a:solidFill>
                <a:latin typeface="Segoe Sans Text Semilight"/>
              </a:rPr>
              <a:t> ensures proper scale and performance.</a:t>
            </a:r>
          </a:p>
        </p:txBody>
      </p:sp>
      <p:grpSp>
        <p:nvGrpSpPr>
          <p:cNvPr id="318" name="Group 317">
            <a:extLst>
              <a:ext uri="{FF2B5EF4-FFF2-40B4-BE49-F238E27FC236}">
                <a16:creationId xmlns:a16="http://schemas.microsoft.com/office/drawing/2014/main" id="{DD3F6949-F8CA-9602-F73D-669D952F1416}"/>
              </a:ext>
              <a:ext uri="{C183D7F6-B498-43B3-948B-1728B52AA6E4}">
                <adec:decorative xmlns:adec="http://schemas.microsoft.com/office/drawing/2017/decorative" val="1"/>
              </a:ext>
            </a:extLst>
          </p:cNvPr>
          <p:cNvGrpSpPr/>
          <p:nvPr/>
        </p:nvGrpSpPr>
        <p:grpSpPr>
          <a:xfrm>
            <a:off x="7856182" y="2877702"/>
            <a:ext cx="3494613" cy="749337"/>
            <a:chOff x="7856182" y="2877702"/>
            <a:chExt cx="3494613" cy="749337"/>
          </a:xfrm>
        </p:grpSpPr>
        <p:cxnSp>
          <p:nvCxnSpPr>
            <p:cNvPr id="319" name="Straight Connector 318">
              <a:extLst>
                <a:ext uri="{FF2B5EF4-FFF2-40B4-BE49-F238E27FC236}">
                  <a16:creationId xmlns:a16="http://schemas.microsoft.com/office/drawing/2014/main" id="{F54DB81D-5697-305B-0474-B667B5C2622A}"/>
                </a:ext>
              </a:extLst>
            </p:cNvPr>
            <p:cNvCxnSpPr>
              <a:cxnSpLocks/>
            </p:cNvCxnSpPr>
            <p:nvPr/>
          </p:nvCxnSpPr>
          <p:spPr>
            <a:xfrm>
              <a:off x="7856182" y="2877702"/>
              <a:ext cx="3494613" cy="0"/>
            </a:xfrm>
            <a:prstGeom prst="line">
              <a:avLst/>
            </a:prstGeom>
            <a:noFill/>
            <a:ln w="6350" cap="flat" cmpd="sng" algn="ctr">
              <a:solidFill>
                <a:srgbClr val="225B61">
                  <a:alpha val="20000"/>
                </a:srgbClr>
              </a:solidFill>
              <a:prstDash val="solid"/>
              <a:miter lim="800000"/>
              <a:headEnd type="none" w="lg" len="med"/>
              <a:tailEnd type="none" w="lg" len="med"/>
            </a:ln>
            <a:effectLst/>
          </p:spPr>
        </p:cxnSp>
        <p:cxnSp>
          <p:nvCxnSpPr>
            <p:cNvPr id="320" name="Straight Connector 319">
              <a:extLst>
                <a:ext uri="{FF2B5EF4-FFF2-40B4-BE49-F238E27FC236}">
                  <a16:creationId xmlns:a16="http://schemas.microsoft.com/office/drawing/2014/main" id="{22A2F4D6-99AC-0123-27C0-BBFBD4FC0623}"/>
                </a:ext>
              </a:extLst>
            </p:cNvPr>
            <p:cNvCxnSpPr>
              <a:cxnSpLocks/>
            </p:cNvCxnSpPr>
            <p:nvPr/>
          </p:nvCxnSpPr>
          <p:spPr>
            <a:xfrm>
              <a:off x="7856182" y="3627039"/>
              <a:ext cx="3494613" cy="0"/>
            </a:xfrm>
            <a:prstGeom prst="line">
              <a:avLst/>
            </a:prstGeom>
            <a:noFill/>
            <a:ln w="6350" cap="flat" cmpd="sng" algn="ctr">
              <a:solidFill>
                <a:srgbClr val="225B61">
                  <a:alpha val="20000"/>
                </a:srgbClr>
              </a:solidFill>
              <a:prstDash val="solid"/>
              <a:miter lim="800000"/>
              <a:headEnd type="none" w="lg" len="med"/>
              <a:tailEnd type="none" w="lg" len="med"/>
            </a:ln>
            <a:effectLst/>
          </p:spPr>
        </p:cxnSp>
      </p:grpSp>
    </p:spTree>
    <p:extLst>
      <p:ext uri="{BB962C8B-B14F-4D97-AF65-F5344CB8AC3E}">
        <p14:creationId xmlns:p14="http://schemas.microsoft.com/office/powerpoint/2010/main" val="29674651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4"/>
                                        </p:tgtEl>
                                        <p:attrNameLst>
                                          <p:attrName>style.visibility</p:attrName>
                                        </p:attrNameLst>
                                      </p:cBhvr>
                                      <p:to>
                                        <p:strVal val="visible"/>
                                      </p:to>
                                    </p:set>
                                    <p:animEffect transition="in" filter="fade">
                                      <p:cBhvr>
                                        <p:cTn id="7" dur="500"/>
                                        <p:tgtEl>
                                          <p:spTgt spid="314"/>
                                        </p:tgtEl>
                                      </p:cBhvr>
                                    </p:animEffect>
                                  </p:childTnLst>
                                </p:cTn>
                              </p:par>
                              <p:par>
                                <p:cTn id="8" presetID="10" presetClass="entr" presetSubtype="0" decel="50000" fill="hold" grpId="0" nodeType="withEffect">
                                  <p:stCondLst>
                                    <p:cond delay="0"/>
                                  </p:stCondLst>
                                  <p:childTnLst>
                                    <p:set>
                                      <p:cBhvr>
                                        <p:cTn id="9" dur="1" fill="hold">
                                          <p:stCondLst>
                                            <p:cond delay="0"/>
                                          </p:stCondLst>
                                        </p:cTn>
                                        <p:tgtEl>
                                          <p:spTgt spid="317"/>
                                        </p:tgtEl>
                                        <p:attrNameLst>
                                          <p:attrName>style.visibility</p:attrName>
                                        </p:attrNameLst>
                                      </p:cBhvr>
                                      <p:to>
                                        <p:strVal val="visible"/>
                                      </p:to>
                                    </p:set>
                                    <p:animEffect transition="in" filter="fade">
                                      <p:cBhvr>
                                        <p:cTn id="10" dur="500"/>
                                        <p:tgtEl>
                                          <p:spTgt spid="317"/>
                                        </p:tgtEl>
                                      </p:cBhvr>
                                    </p:animEffect>
                                  </p:childTnLst>
                                </p:cTn>
                              </p:par>
                              <p:par>
                                <p:cTn id="11" presetID="42" presetClass="path" presetSubtype="0" decel="50000" fill="hold" grpId="1" nodeType="withEffect">
                                  <p:stCondLst>
                                    <p:cond delay="0"/>
                                  </p:stCondLst>
                                  <p:childTnLst>
                                    <p:animMotion origin="layout" path="M -2.08333E-7 -3.7037E-6 L 0.02057 0.00047 " pathEditMode="relative" rAng="0" ptsTypes="AA">
                                      <p:cBhvr>
                                        <p:cTn id="12" dur="500" spd="-100000" fill="hold"/>
                                        <p:tgtEl>
                                          <p:spTgt spid="317"/>
                                        </p:tgtEl>
                                        <p:attrNameLst>
                                          <p:attrName>ppt_x</p:attrName>
                                          <p:attrName>ppt_y</p:attrName>
                                        </p:attrNameLst>
                                      </p:cBhvr>
                                      <p:rCtr x="1029" y="23"/>
                                    </p:animMotion>
                                  </p:childTnLst>
                                </p:cTn>
                              </p:par>
                              <p:par>
                                <p:cTn id="13" presetID="10" presetClass="entr" presetSubtype="0" decel="50000" fill="hold" nodeType="withEffect">
                                  <p:stCondLst>
                                    <p:cond delay="0"/>
                                  </p:stCondLst>
                                  <p:childTnLst>
                                    <p:set>
                                      <p:cBhvr>
                                        <p:cTn id="14" dur="1" fill="hold">
                                          <p:stCondLst>
                                            <p:cond delay="0"/>
                                          </p:stCondLst>
                                        </p:cTn>
                                        <p:tgtEl>
                                          <p:spTgt spid="318"/>
                                        </p:tgtEl>
                                        <p:attrNameLst>
                                          <p:attrName>style.visibility</p:attrName>
                                        </p:attrNameLst>
                                      </p:cBhvr>
                                      <p:to>
                                        <p:strVal val="visible"/>
                                      </p:to>
                                    </p:set>
                                    <p:animEffect transition="in" filter="fade">
                                      <p:cBhvr>
                                        <p:cTn id="15" dur="500"/>
                                        <p:tgtEl>
                                          <p:spTgt spid="318"/>
                                        </p:tgtEl>
                                      </p:cBhvr>
                                    </p:animEffect>
                                  </p:childTnLst>
                                </p:cTn>
                              </p:par>
                              <p:par>
                                <p:cTn id="16" presetID="42" presetClass="path" presetSubtype="0" decel="50000" fill="hold" nodeType="withEffect">
                                  <p:stCondLst>
                                    <p:cond delay="0"/>
                                  </p:stCondLst>
                                  <p:childTnLst>
                                    <p:animMotion origin="layout" path="M -2.08333E-7 -3.7037E-6 L 0.02057 0.00047 " pathEditMode="relative" rAng="0" ptsTypes="AA">
                                      <p:cBhvr>
                                        <p:cTn id="17" dur="500" spd="-100000" fill="hold"/>
                                        <p:tgtEl>
                                          <p:spTgt spid="318"/>
                                        </p:tgtEl>
                                        <p:attrNameLst>
                                          <p:attrName>ppt_x</p:attrName>
                                          <p:attrName>ppt_y</p:attrName>
                                        </p:attrNameLst>
                                      </p:cBhvr>
                                      <p:rCtr x="1029"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 grpId="0"/>
      <p:bldP spid="317"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F5AFE-C6DD-754F-4C6A-BBE4AD5B7679}"/>
            </a:ext>
          </a:extLst>
        </p:cNvPr>
        <p:cNvGrpSpPr/>
        <p:nvPr/>
      </p:nvGrpSpPr>
      <p:grpSpPr>
        <a:xfrm>
          <a:off x="0" y="0"/>
          <a:ext cx="0" cy="0"/>
          <a:chOff x="0" y="0"/>
          <a:chExt cx="0" cy="0"/>
        </a:xfrm>
      </p:grpSpPr>
      <p:sp>
        <p:nvSpPr>
          <p:cNvPr id="2" name="Title 6">
            <a:extLst>
              <a:ext uri="{FF2B5EF4-FFF2-40B4-BE49-F238E27FC236}">
                <a16:creationId xmlns:a16="http://schemas.microsoft.com/office/drawing/2014/main" id="{BF5895B2-760A-8CFB-D497-94024624D677}"/>
              </a:ext>
            </a:extLst>
          </p:cNvPr>
          <p:cNvSpPr txBox="1">
            <a:spLocks/>
          </p:cNvSpPr>
          <p:nvPr/>
        </p:nvSpPr>
        <p:spPr>
          <a:xfrm>
            <a:off x="474476" y="2916821"/>
            <a:ext cx="6308289" cy="1212796"/>
          </a:xfrm>
          <a:prstGeom prst="rect">
            <a:avLst/>
          </a:prstGeom>
        </p:spPr>
        <p:txBody>
          <a:bodyPr anchor="b"/>
          <a:lstStyle>
            <a:lvl1pPr algn="l" defTabSz="914400" rtl="0" eaLnBrk="1" latinLnBrk="0" hangingPunct="1">
              <a:lnSpc>
                <a:spcPct val="90000"/>
              </a:lnSpc>
              <a:spcBef>
                <a:spcPct val="0"/>
              </a:spcBef>
              <a:buNone/>
              <a:defRPr sz="3200" b="1" i="0" kern="120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8800" b="0">
                <a:solidFill>
                  <a:srgbClr val="7030A0"/>
                </a:solidFill>
                <a:latin typeface="TWK Everett Light" panose="020B0204000000000000" pitchFamily="34" charset="77"/>
              </a:rPr>
              <a:t>Data Factory</a:t>
            </a:r>
            <a:endParaRPr kumimoji="0" lang="en-US" sz="8800" b="0" i="0" u="none" strike="noStrike" kern="1200" cap="none" spc="0" normalizeH="0" baseline="0" noProof="0">
              <a:ln>
                <a:noFill/>
              </a:ln>
              <a:solidFill>
                <a:srgbClr val="7030A0"/>
              </a:solidFill>
              <a:effectLst/>
              <a:uLnTx/>
              <a:uFillTx/>
              <a:latin typeface="TWK Everett Light" panose="020B0204000000000000" pitchFamily="34" charset="77"/>
            </a:endParaRPr>
          </a:p>
        </p:txBody>
      </p:sp>
      <p:pic>
        <p:nvPicPr>
          <p:cNvPr id="3" name="Picture 2">
            <a:extLst>
              <a:ext uri="{FF2B5EF4-FFF2-40B4-BE49-F238E27FC236}">
                <a16:creationId xmlns:a16="http://schemas.microsoft.com/office/drawing/2014/main" id="{637C42AC-5A8F-70D4-855A-2277E48F0BFA}"/>
              </a:ext>
              <a:ext uri="{C183D7F6-B498-43B3-948B-1728B52AA6E4}">
                <adec:decorative xmlns:adec="http://schemas.microsoft.com/office/drawing/2017/decorative" val="1"/>
              </a:ext>
            </a:extLst>
          </p:cNvPr>
          <p:cNvPicPr>
            <a:picLocks noChangeAspect="1"/>
          </p:cNvPicPr>
          <p:nvPr/>
        </p:nvPicPr>
        <p:blipFill rotWithShape="1">
          <a:blip r:embed="rId2"/>
          <a:srcRect r="237"/>
          <a:stretch/>
        </p:blipFill>
        <p:spPr>
          <a:xfrm>
            <a:off x="7686264" y="1928258"/>
            <a:ext cx="3010114" cy="3023161"/>
          </a:xfrm>
          <a:prstGeom prst="rect">
            <a:avLst/>
          </a:prstGeom>
        </p:spPr>
      </p:pic>
    </p:spTree>
    <p:extLst>
      <p:ext uri="{BB962C8B-B14F-4D97-AF65-F5344CB8AC3E}">
        <p14:creationId xmlns:p14="http://schemas.microsoft.com/office/powerpoint/2010/main" val="15692451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96A493B3-6D97-75FF-F2FA-D3875E622D69}"/>
              </a:ext>
              <a:ext uri="{C183D7F6-B498-43B3-948B-1728B52AA6E4}">
                <adec:decorative xmlns:adec="http://schemas.microsoft.com/office/drawing/2017/decorative" val="1"/>
              </a:ext>
            </a:extLst>
          </p:cNvPr>
          <p:cNvSpPr/>
          <p:nvPr/>
        </p:nvSpPr>
        <p:spPr>
          <a:xfrm>
            <a:off x="1" y="663262"/>
            <a:ext cx="4686300" cy="619473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32" name="Title 31">
            <a:extLst>
              <a:ext uri="{FF2B5EF4-FFF2-40B4-BE49-F238E27FC236}">
                <a16:creationId xmlns:a16="http://schemas.microsoft.com/office/drawing/2014/main" id="{A409EAC2-A75D-17AD-09AA-D6EAE70B43F3}"/>
              </a:ext>
            </a:extLst>
          </p:cNvPr>
          <p:cNvSpPr>
            <a:spLocks noGrp="1"/>
          </p:cNvSpPr>
          <p:nvPr>
            <p:ph type="title"/>
          </p:nvPr>
        </p:nvSpPr>
        <p:spPr/>
        <p:txBody>
          <a:bodyPr/>
          <a:lstStyle/>
          <a:p>
            <a:r>
              <a:rPr lang="en-US" noProof="0">
                <a:solidFill>
                  <a:srgbClr val="FFFDF9"/>
                </a:solidFill>
              </a:rPr>
              <a:t>Data Factory  </a:t>
            </a:r>
            <a:endParaRPr lang="en-US">
              <a:solidFill>
                <a:srgbClr val="FFFDF9"/>
              </a:solidFill>
            </a:endParaRPr>
          </a:p>
        </p:txBody>
      </p:sp>
      <p:sp>
        <p:nvSpPr>
          <p:cNvPr id="15" name="Rectangle: Rounded Corners 19">
            <a:extLst>
              <a:ext uri="{FF2B5EF4-FFF2-40B4-BE49-F238E27FC236}">
                <a16:creationId xmlns:a16="http://schemas.microsoft.com/office/drawing/2014/main" id="{83544E4F-56FC-1744-BB92-493DA9043A0A}"/>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16" name="Graphic 51">
            <a:extLst>
              <a:ext uri="{FF2B5EF4-FFF2-40B4-BE49-F238E27FC236}">
                <a16:creationId xmlns:a16="http://schemas.microsoft.com/office/drawing/2014/main" id="{10F0DDF4-4854-254A-BCB7-BEEDA7AFDFE4}"/>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 name="Rectangle: Rounded Corners 8">
            <a:extLst>
              <a:ext uri="{FF2B5EF4-FFF2-40B4-BE49-F238E27FC236}">
                <a16:creationId xmlns:a16="http://schemas.microsoft.com/office/drawing/2014/main" id="{8A5E7B06-2CB0-644F-A9C1-81CC60EA500F}"/>
              </a:ext>
              <a:ext uri="{C183D7F6-B498-43B3-948B-1728B52AA6E4}">
                <adec:decorative xmlns:adec="http://schemas.microsoft.com/office/drawing/2017/decorative" val="1"/>
              </a:ext>
            </a:extLst>
          </p:cNvPr>
          <p:cNvSpPr>
            <a:spLocks/>
          </p:cNvSpPr>
          <p:nvPr/>
        </p:nvSpPr>
        <p:spPr>
          <a:xfrm>
            <a:off x="4928244" y="1435716"/>
            <a:ext cx="6696519"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38" name="Picture 37" descr="Data Integration logo">
            <a:extLst>
              <a:ext uri="{FF2B5EF4-FFF2-40B4-BE49-F238E27FC236}">
                <a16:creationId xmlns:a16="http://schemas.microsoft.com/office/drawing/2014/main" id="{F405527F-970B-9B8A-30BB-04029C34F123}"/>
              </a:ext>
            </a:extLst>
          </p:cNvPr>
          <p:cNvPicPr>
            <a:picLocks noChangeAspect="1"/>
          </p:cNvPicPr>
          <p:nvPr/>
        </p:nvPicPr>
        <p:blipFill>
          <a:blip r:embed="rId3"/>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9F7B5FF1-C1A9-4146-940A-5EF3E1D3D179}"/>
              </a:ext>
            </a:extLst>
          </p:cNvPr>
          <p:cNvSpPr txBox="1"/>
          <p:nvPr/>
        </p:nvSpPr>
        <p:spPr>
          <a:xfrm>
            <a:off x="581025" y="1489834"/>
            <a:ext cx="3472915" cy="1877437"/>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Data Factory</a:t>
            </a:r>
            <a:r>
              <a:rPr kumimoji="0" lang="en-US" sz="14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 </a:t>
            </a: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in Microsoft Fabric provides cloud-scale data movement and data transformation services that allows you to solve the most complex ETL scenarios</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Core to Data Factory are Data Pipelines and Dataflows to give users the option to a low-code, collaborative and enterprise scale approach for their ETL process</a:t>
            </a:r>
          </a:p>
        </p:txBody>
      </p:sp>
      <p:cxnSp>
        <p:nvCxnSpPr>
          <p:cNvPr id="34" name="Straight Connector 33">
            <a:extLst>
              <a:ext uri="{FF2B5EF4-FFF2-40B4-BE49-F238E27FC236}">
                <a16:creationId xmlns:a16="http://schemas.microsoft.com/office/drawing/2014/main" id="{113831AC-89D8-D845-B48A-7E1E677FE599}"/>
              </a:ext>
              <a:ext uri="{C183D7F6-B498-43B3-948B-1728B52AA6E4}">
                <adec:decorative xmlns:adec="http://schemas.microsoft.com/office/drawing/2017/decorative" val="1"/>
              </a:ext>
            </a:extLst>
          </p:cNvPr>
          <p:cNvCxnSpPr>
            <a:cxnSpLocks/>
          </p:cNvCxnSpPr>
          <p:nvPr/>
        </p:nvCxnSpPr>
        <p:spPr>
          <a:xfrm>
            <a:off x="581025" y="3552861"/>
            <a:ext cx="3472915" cy="0"/>
          </a:xfrm>
          <a:prstGeom prst="line">
            <a:avLst/>
          </a:prstGeom>
          <a:ln w="12700">
            <a:solidFill>
              <a:srgbClr val="FFFEF9"/>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5E633F6-93E3-BD4C-9A5B-5FC03739EEC0}"/>
              </a:ext>
            </a:extLst>
          </p:cNvPr>
          <p:cNvSpPr txBox="1"/>
          <p:nvPr/>
        </p:nvSpPr>
        <p:spPr>
          <a:xfrm>
            <a:off x="581025" y="3738451"/>
            <a:ext cx="3472915" cy="2280624"/>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kumimoji="0" lang="en-US" sz="1400" b="1" i="1"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Key Capabilities: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Latest capabilities: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Output destination to Lakehouse</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170+ connectors available in Data Factory </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Pipeline Lakehouse copy assist</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Create data pipeline in Lakehouse portal</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Pipeline templates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Pipeline support for Spark notebooks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Service principle auth support</a:t>
            </a:r>
          </a:p>
        </p:txBody>
      </p:sp>
      <p:pic>
        <p:nvPicPr>
          <p:cNvPr id="3" name="Picture 2" descr="A screen capture of autonomous ETL in Microsoft Fabric. It showcases a screen of what this process looks like within the SaaS-based application, as part of data integration.">
            <a:extLst>
              <a:ext uri="{FF2B5EF4-FFF2-40B4-BE49-F238E27FC236}">
                <a16:creationId xmlns:a16="http://schemas.microsoft.com/office/drawing/2014/main" id="{FEE9C808-E52C-56EA-9928-94B8630E6AEC}"/>
              </a:ext>
            </a:extLst>
          </p:cNvPr>
          <p:cNvPicPr>
            <a:picLocks noChangeAspect="1"/>
          </p:cNvPicPr>
          <p:nvPr/>
        </p:nvPicPr>
        <p:blipFill rotWithShape="1">
          <a:blip r:embed="rId4"/>
          <a:srcRect r="158" b="-1471"/>
          <a:stretch/>
        </p:blipFill>
        <p:spPr>
          <a:xfrm>
            <a:off x="5156372" y="1663843"/>
            <a:ext cx="6240264" cy="3567392"/>
          </a:xfrm>
          <a:prstGeom prst="roundRect">
            <a:avLst>
              <a:gd name="adj" fmla="val 1914"/>
            </a:avLst>
          </a:prstGeom>
          <a:solidFill>
            <a:srgbClr val="FFFFFF"/>
          </a:solidFill>
        </p:spPr>
      </p:pic>
      <p:sp>
        <p:nvSpPr>
          <p:cNvPr id="36" name="TextBox 35">
            <a:extLst>
              <a:ext uri="{FF2B5EF4-FFF2-40B4-BE49-F238E27FC236}">
                <a16:creationId xmlns:a16="http://schemas.microsoft.com/office/drawing/2014/main" id="{77F13A3F-5CEE-F5E8-21BD-FDFCA5E5E9CD}"/>
              </a:ext>
            </a:extLst>
          </p:cNvPr>
          <p:cNvSpPr txBox="1"/>
          <p:nvPr/>
        </p:nvSpPr>
        <p:spPr>
          <a:xfrm>
            <a:off x="5112137" y="5562432"/>
            <a:ext cx="6288182"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Autonomous ETL can unlock operational efficiencies and help orchestrate, monitor and manage pipeline performance. </a:t>
            </a:r>
          </a:p>
        </p:txBody>
      </p:sp>
    </p:spTree>
    <p:extLst>
      <p:ext uri="{BB962C8B-B14F-4D97-AF65-F5344CB8AC3E}">
        <p14:creationId xmlns:p14="http://schemas.microsoft.com/office/powerpoint/2010/main" val="5708622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1237B-988F-42C0-11F2-77A3AE1C86AB}"/>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9109D7D3-A00D-DBBE-7F9F-D749FC62E3D1}"/>
              </a:ext>
              <a:ext uri="{C183D7F6-B498-43B3-948B-1728B52AA6E4}">
                <adec:decorative xmlns:adec="http://schemas.microsoft.com/office/drawing/2017/decorative" val="1"/>
              </a:ext>
            </a:extLst>
          </p:cNvPr>
          <p:cNvSpPr/>
          <p:nvPr/>
        </p:nvSpPr>
        <p:spPr>
          <a:xfrm>
            <a:off x="1" y="663262"/>
            <a:ext cx="4686300" cy="619473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24" name="Title 23">
            <a:extLst>
              <a:ext uri="{FF2B5EF4-FFF2-40B4-BE49-F238E27FC236}">
                <a16:creationId xmlns:a16="http://schemas.microsoft.com/office/drawing/2014/main" id="{F8C221F6-AFB3-CCCC-D10D-975EF9BBF1F2}"/>
              </a:ext>
            </a:extLst>
          </p:cNvPr>
          <p:cNvSpPr>
            <a:spLocks noGrp="1"/>
          </p:cNvSpPr>
          <p:nvPr>
            <p:ph type="title"/>
          </p:nvPr>
        </p:nvSpPr>
        <p:spPr/>
        <p:txBody>
          <a:bodyPr/>
          <a:lstStyle/>
          <a:p>
            <a:r>
              <a:rPr lang="en-US" noProof="0">
                <a:solidFill>
                  <a:srgbClr val="FFFDF9"/>
                </a:solidFill>
              </a:rPr>
              <a:t>Data Pipelines</a:t>
            </a:r>
            <a:endParaRPr lang="en-US">
              <a:solidFill>
                <a:srgbClr val="FFFDF9"/>
              </a:solidFill>
            </a:endParaRPr>
          </a:p>
        </p:txBody>
      </p:sp>
      <p:sp>
        <p:nvSpPr>
          <p:cNvPr id="15" name="Rectangle: Rounded Corners 19">
            <a:extLst>
              <a:ext uri="{FF2B5EF4-FFF2-40B4-BE49-F238E27FC236}">
                <a16:creationId xmlns:a16="http://schemas.microsoft.com/office/drawing/2014/main" id="{48265684-29C4-0E71-ACB6-B6746188A240}"/>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16" name="Graphic 51">
            <a:extLst>
              <a:ext uri="{FF2B5EF4-FFF2-40B4-BE49-F238E27FC236}">
                <a16:creationId xmlns:a16="http://schemas.microsoft.com/office/drawing/2014/main" id="{A45F4EF7-A55D-B044-998C-A779CED08717}"/>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 name="Rectangle: Rounded Corners 8">
            <a:extLst>
              <a:ext uri="{FF2B5EF4-FFF2-40B4-BE49-F238E27FC236}">
                <a16:creationId xmlns:a16="http://schemas.microsoft.com/office/drawing/2014/main" id="{3E31166F-6ECC-2678-96BE-CF1417EBC21B}"/>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9" name="Picture 8" descr="Data Integration logo">
            <a:extLst>
              <a:ext uri="{FF2B5EF4-FFF2-40B4-BE49-F238E27FC236}">
                <a16:creationId xmlns:a16="http://schemas.microsoft.com/office/drawing/2014/main" id="{70574431-6765-01B7-8C55-89780CCFADA1}"/>
              </a:ext>
            </a:extLst>
          </p:cNvPr>
          <p:cNvPicPr>
            <a:picLocks noChangeAspect="1"/>
          </p:cNvPicPr>
          <p:nvPr/>
        </p:nvPicPr>
        <p:blipFill>
          <a:blip r:embed="rId3"/>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138FDAD9-50DB-A8C7-EB5E-55C1FF1B3CF0}"/>
              </a:ext>
            </a:extLst>
          </p:cNvPr>
          <p:cNvSpPr txBox="1"/>
          <p:nvPr/>
        </p:nvSpPr>
        <p:spPr>
          <a:xfrm>
            <a:off x="581025" y="1489834"/>
            <a:ext cx="3472915" cy="2523768"/>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Data Pipelines </a:t>
            </a: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enable powerful workflow capabilities at cloud-scale like building complex workflows, moving PB-size data, and defining sophisticated control flow pipelines</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Data pipelines can be used to build complex ETL and data factory workflows that can perform a number of different tasks at scale. Additionally, control flow capabilities are built into pipelines so you can build workflow logic which provide loops and conditional</a:t>
            </a:r>
          </a:p>
        </p:txBody>
      </p:sp>
      <p:pic>
        <p:nvPicPr>
          <p:cNvPr id="2" name="Picture 1" descr="A screen capture of data pipelines in Microsoft Fabric. Within the image, you can see approximately 25 data sources you can pull data from listed. It showcases a screen of what this process looks like within the SaaS-based application, as part of data integration.">
            <a:extLst>
              <a:ext uri="{FF2B5EF4-FFF2-40B4-BE49-F238E27FC236}">
                <a16:creationId xmlns:a16="http://schemas.microsoft.com/office/drawing/2014/main" id="{F101C472-E0FD-7C62-199B-E0C6E7E89920}"/>
              </a:ext>
            </a:extLst>
          </p:cNvPr>
          <p:cNvPicPr>
            <a:picLocks noChangeAspect="1"/>
          </p:cNvPicPr>
          <p:nvPr/>
        </p:nvPicPr>
        <p:blipFill rotWithShape="1">
          <a:blip r:embed="rId4"/>
          <a:srcRect l="-1" t="-1" r="97" b="-1571"/>
          <a:stretch/>
        </p:blipFill>
        <p:spPr>
          <a:xfrm>
            <a:off x="5158765" y="1663843"/>
            <a:ext cx="6237872" cy="3567392"/>
          </a:xfrm>
          <a:prstGeom prst="roundRect">
            <a:avLst>
              <a:gd name="adj" fmla="val 1914"/>
            </a:avLst>
          </a:prstGeom>
          <a:solidFill>
            <a:srgbClr val="E0E0E0"/>
          </a:solidFill>
        </p:spPr>
      </p:pic>
    </p:spTree>
    <p:extLst>
      <p:ext uri="{BB962C8B-B14F-4D97-AF65-F5344CB8AC3E}">
        <p14:creationId xmlns:p14="http://schemas.microsoft.com/office/powerpoint/2010/main" val="28538076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AF292-19BC-0F66-8B49-4FA5BD911ED3}"/>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53C9419E-F3B5-D786-776D-6B0FAA866E85}"/>
              </a:ext>
              <a:ext uri="{C183D7F6-B498-43B3-948B-1728B52AA6E4}">
                <adec:decorative xmlns:adec="http://schemas.microsoft.com/office/drawing/2017/decorative" val="1"/>
              </a:ext>
            </a:extLst>
          </p:cNvPr>
          <p:cNvSpPr/>
          <p:nvPr/>
        </p:nvSpPr>
        <p:spPr>
          <a:xfrm>
            <a:off x="1" y="682580"/>
            <a:ext cx="4686300" cy="617542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44" name="Title 43">
            <a:extLst>
              <a:ext uri="{FF2B5EF4-FFF2-40B4-BE49-F238E27FC236}">
                <a16:creationId xmlns:a16="http://schemas.microsoft.com/office/drawing/2014/main" id="{E1A02888-1A15-D0FB-641E-6416CCBDB658}"/>
              </a:ext>
            </a:extLst>
          </p:cNvPr>
          <p:cNvSpPr>
            <a:spLocks noGrp="1"/>
          </p:cNvSpPr>
          <p:nvPr>
            <p:ph type="title"/>
          </p:nvPr>
        </p:nvSpPr>
        <p:spPr/>
        <p:txBody>
          <a:bodyPr anchor="t"/>
          <a:lstStyle/>
          <a:p>
            <a:r>
              <a:rPr lang="en-US" noProof="0">
                <a:solidFill>
                  <a:srgbClr val="FFFDF9"/>
                </a:solidFill>
              </a:rPr>
              <a:t>Data Pipelines |</a:t>
            </a:r>
            <a:br>
              <a:rPr lang="en-US" noProof="0">
                <a:solidFill>
                  <a:srgbClr val="FFFDF9"/>
                </a:solidFill>
              </a:rPr>
            </a:br>
            <a:r>
              <a:rPr lang="en-US" noProof="0">
                <a:solidFill>
                  <a:srgbClr val="FFFDF9"/>
                </a:solidFill>
              </a:rPr>
              <a:t>Connectors</a:t>
            </a:r>
            <a:endParaRPr lang="en-US">
              <a:solidFill>
                <a:srgbClr val="FFFDF9"/>
              </a:solidFill>
            </a:endParaRPr>
          </a:p>
        </p:txBody>
      </p:sp>
      <p:sp>
        <p:nvSpPr>
          <p:cNvPr id="15" name="Rectangle: Rounded Corners 19">
            <a:extLst>
              <a:ext uri="{FF2B5EF4-FFF2-40B4-BE49-F238E27FC236}">
                <a16:creationId xmlns:a16="http://schemas.microsoft.com/office/drawing/2014/main" id="{460AB584-7067-402A-A053-7EBC672FE802}"/>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16" name="Graphic 51">
            <a:extLst>
              <a:ext uri="{FF2B5EF4-FFF2-40B4-BE49-F238E27FC236}">
                <a16:creationId xmlns:a16="http://schemas.microsoft.com/office/drawing/2014/main" id="{BE2116EC-46B3-86F3-9552-13CDC1EA6BBB}"/>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 name="Rectangle: Rounded Corners 8">
            <a:extLst>
              <a:ext uri="{FF2B5EF4-FFF2-40B4-BE49-F238E27FC236}">
                <a16:creationId xmlns:a16="http://schemas.microsoft.com/office/drawing/2014/main" id="{4F4A81CF-0137-EC32-D733-AB1B45CAECAC}"/>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9" name="Picture 8" descr="Data Integration logo">
            <a:extLst>
              <a:ext uri="{FF2B5EF4-FFF2-40B4-BE49-F238E27FC236}">
                <a16:creationId xmlns:a16="http://schemas.microsoft.com/office/drawing/2014/main" id="{60EEC171-8F17-ED35-A891-5B01AD431BAE}"/>
              </a:ext>
            </a:extLst>
          </p:cNvPr>
          <p:cNvPicPr>
            <a:picLocks noChangeAspect="1"/>
          </p:cNvPicPr>
          <p:nvPr/>
        </p:nvPicPr>
        <p:blipFill>
          <a:blip r:embed="rId3"/>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4DA7785A-CA5B-E2B6-5ED4-AE85D2F422A3}"/>
              </a:ext>
            </a:extLst>
          </p:cNvPr>
          <p:cNvSpPr txBox="1"/>
          <p:nvPr/>
        </p:nvSpPr>
        <p:spPr>
          <a:xfrm>
            <a:off x="567237" y="2138403"/>
            <a:ext cx="3472915" cy="646331"/>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New Connectors </a:t>
            </a: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provide a low-code interface for ingesting data from a variety</a:t>
            </a:r>
            <a:b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b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of data sources​</a:t>
            </a:r>
          </a:p>
        </p:txBody>
      </p:sp>
      <p:cxnSp>
        <p:nvCxnSpPr>
          <p:cNvPr id="34" name="Straight Connector 33">
            <a:extLst>
              <a:ext uri="{FF2B5EF4-FFF2-40B4-BE49-F238E27FC236}">
                <a16:creationId xmlns:a16="http://schemas.microsoft.com/office/drawing/2014/main" id="{C2A397AF-61AE-3EC5-044F-5675FB78AD7F}"/>
              </a:ext>
              <a:ext uri="{C183D7F6-B498-43B3-948B-1728B52AA6E4}">
                <adec:decorative xmlns:adec="http://schemas.microsoft.com/office/drawing/2017/decorative" val="1"/>
              </a:ext>
            </a:extLst>
          </p:cNvPr>
          <p:cNvCxnSpPr>
            <a:cxnSpLocks/>
          </p:cNvCxnSpPr>
          <p:nvPr/>
        </p:nvCxnSpPr>
        <p:spPr>
          <a:xfrm>
            <a:off x="567237" y="2970324"/>
            <a:ext cx="3472915" cy="0"/>
          </a:xfrm>
          <a:prstGeom prst="line">
            <a:avLst/>
          </a:prstGeom>
          <a:ln w="12700">
            <a:solidFill>
              <a:srgbClr val="FFFEF9"/>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EE24F7B-258E-1EAC-A252-9FA44ECF1CFF}"/>
              </a:ext>
            </a:extLst>
          </p:cNvPr>
          <p:cNvSpPr txBox="1"/>
          <p:nvPr/>
        </p:nvSpPr>
        <p:spPr>
          <a:xfrm>
            <a:off x="567237" y="3155914"/>
            <a:ext cx="3660775" cy="1495794"/>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kumimoji="0" lang="en-US" sz="1400" b="1" i="1"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Connectors: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Warehouse Connector; connect to existing Azure </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Lakehouse connector</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100+ connectors in the copy activity </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Access to on-premises data </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Access protected data inside of a VNET</a:t>
            </a:r>
          </a:p>
        </p:txBody>
      </p:sp>
      <p:pic>
        <p:nvPicPr>
          <p:cNvPr id="2" name="Picture 1" descr="A screen capture of data pipelines in Microsoft Fabric. Within the image, you can see approximately 25 data sources you can pull data from listed. It showcases a screen of what this process looks like within the SaaS-based application, as part of data integration.">
            <a:extLst>
              <a:ext uri="{FF2B5EF4-FFF2-40B4-BE49-F238E27FC236}">
                <a16:creationId xmlns:a16="http://schemas.microsoft.com/office/drawing/2014/main" id="{23DE5C64-4606-74CC-C05F-B4FBA36318E6}"/>
              </a:ext>
            </a:extLst>
          </p:cNvPr>
          <p:cNvPicPr>
            <a:picLocks noChangeAspect="1"/>
          </p:cNvPicPr>
          <p:nvPr/>
        </p:nvPicPr>
        <p:blipFill rotWithShape="1">
          <a:blip r:embed="rId4"/>
          <a:srcRect r="196" b="-1471"/>
          <a:stretch/>
        </p:blipFill>
        <p:spPr>
          <a:xfrm>
            <a:off x="5158764" y="1663843"/>
            <a:ext cx="6237872" cy="3567392"/>
          </a:xfrm>
          <a:prstGeom prst="roundRect">
            <a:avLst>
              <a:gd name="adj" fmla="val 1914"/>
            </a:avLst>
          </a:prstGeom>
          <a:solidFill>
            <a:srgbClr val="E5E5E5"/>
          </a:solidFill>
        </p:spPr>
      </p:pic>
    </p:spTree>
    <p:extLst>
      <p:ext uri="{BB962C8B-B14F-4D97-AF65-F5344CB8AC3E}">
        <p14:creationId xmlns:p14="http://schemas.microsoft.com/office/powerpoint/2010/main" val="3313959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E93B1-848C-46AD-1334-25287201D77C}"/>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C6EA34AA-7BFA-9359-6559-EB876FC726AF}"/>
              </a:ext>
              <a:ext uri="{C183D7F6-B498-43B3-948B-1728B52AA6E4}">
                <adec:decorative xmlns:adec="http://schemas.microsoft.com/office/drawing/2017/decorative" val="1"/>
              </a:ext>
            </a:extLst>
          </p:cNvPr>
          <p:cNvSpPr/>
          <p:nvPr/>
        </p:nvSpPr>
        <p:spPr>
          <a:xfrm>
            <a:off x="1" y="695458"/>
            <a:ext cx="4686300" cy="6162541"/>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23" name="Title 22">
            <a:extLst>
              <a:ext uri="{FF2B5EF4-FFF2-40B4-BE49-F238E27FC236}">
                <a16:creationId xmlns:a16="http://schemas.microsoft.com/office/drawing/2014/main" id="{9BDEA1F1-6B13-95F1-58F9-A13F9C7E80B8}"/>
              </a:ext>
            </a:extLst>
          </p:cNvPr>
          <p:cNvSpPr>
            <a:spLocks noGrp="1"/>
          </p:cNvSpPr>
          <p:nvPr>
            <p:ph type="title"/>
          </p:nvPr>
        </p:nvSpPr>
        <p:spPr/>
        <p:txBody>
          <a:bodyPr anchor="t"/>
          <a:lstStyle/>
          <a:p>
            <a:r>
              <a:rPr lang="en-US" noProof="0">
                <a:solidFill>
                  <a:srgbClr val="FFFDF9"/>
                </a:solidFill>
              </a:rPr>
              <a:t>Data Pipelines |</a:t>
            </a:r>
            <a:br>
              <a:rPr lang="en-US" noProof="0">
                <a:solidFill>
                  <a:srgbClr val="FFFDF9"/>
                </a:solidFill>
              </a:rPr>
            </a:br>
            <a:r>
              <a:rPr lang="en-US" noProof="0">
                <a:solidFill>
                  <a:srgbClr val="FFFDF9"/>
                </a:solidFill>
              </a:rPr>
              <a:t>Sample data</a:t>
            </a:r>
            <a:endParaRPr lang="en-US">
              <a:solidFill>
                <a:srgbClr val="FFFDF9"/>
              </a:solidFill>
            </a:endParaRPr>
          </a:p>
        </p:txBody>
      </p:sp>
      <p:sp>
        <p:nvSpPr>
          <p:cNvPr id="15" name="Rectangle: Rounded Corners 19">
            <a:extLst>
              <a:ext uri="{FF2B5EF4-FFF2-40B4-BE49-F238E27FC236}">
                <a16:creationId xmlns:a16="http://schemas.microsoft.com/office/drawing/2014/main" id="{9C508B21-6DC6-12C7-012D-F8802A25BFFC}"/>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16" name="Graphic 51">
            <a:extLst>
              <a:ext uri="{FF2B5EF4-FFF2-40B4-BE49-F238E27FC236}">
                <a16:creationId xmlns:a16="http://schemas.microsoft.com/office/drawing/2014/main" id="{1B8B294D-262D-2A82-639D-EC1D17E80C0F}"/>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 name="Rectangle: Rounded Corners 8">
            <a:extLst>
              <a:ext uri="{FF2B5EF4-FFF2-40B4-BE49-F238E27FC236}">
                <a16:creationId xmlns:a16="http://schemas.microsoft.com/office/drawing/2014/main" id="{86D5C01E-96C1-510E-9294-E2296859120E}"/>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8" name="Picture 7" descr="Data Integration logo">
            <a:extLst>
              <a:ext uri="{FF2B5EF4-FFF2-40B4-BE49-F238E27FC236}">
                <a16:creationId xmlns:a16="http://schemas.microsoft.com/office/drawing/2014/main" id="{626E03B6-72C0-2D46-B9C7-090ABAFC7027}"/>
              </a:ext>
            </a:extLst>
          </p:cNvPr>
          <p:cNvPicPr>
            <a:picLocks noChangeAspect="1"/>
          </p:cNvPicPr>
          <p:nvPr/>
        </p:nvPicPr>
        <p:blipFill>
          <a:blip r:embed="rId3"/>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00DE2802-0AE3-135D-E94E-9F6B9DEC45A3}"/>
              </a:ext>
            </a:extLst>
          </p:cNvPr>
          <p:cNvSpPr txBox="1"/>
          <p:nvPr/>
        </p:nvSpPr>
        <p:spPr>
          <a:xfrm>
            <a:off x="677616" y="2061567"/>
            <a:ext cx="3472915" cy="646331"/>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Sample Datasets </a:t>
            </a:r>
            <a:r>
              <a:rPr kumimoji="0" lang="en-US" sz="1400" b="0" i="0" u="none" strike="noStrike" kern="1200" cap="none" spc="0" normalizeH="0" baseline="0" noProof="0">
                <a:ln>
                  <a:noFill/>
                </a:ln>
                <a:solidFill>
                  <a:srgbClr val="FFFEFB"/>
                </a:solidFill>
                <a:effectLst/>
                <a:uLnTx/>
                <a:uFillTx/>
                <a:latin typeface="Segoe Sans Text Semilight"/>
                <a:ea typeface="+mn-ea"/>
                <a:cs typeface="Segoe Sans Text" pitchFamily="2" charset="0"/>
              </a:rPr>
              <a:t>helps new users get started quickly, building out their ELT processes using Data Pipelines</a:t>
            </a:r>
          </a:p>
        </p:txBody>
      </p:sp>
      <p:cxnSp>
        <p:nvCxnSpPr>
          <p:cNvPr id="34" name="Straight Connector 33">
            <a:extLst>
              <a:ext uri="{FF2B5EF4-FFF2-40B4-BE49-F238E27FC236}">
                <a16:creationId xmlns:a16="http://schemas.microsoft.com/office/drawing/2014/main" id="{2E2C12C2-C05E-1C7B-FFB4-D21BCA822B33}"/>
              </a:ext>
              <a:ext uri="{C183D7F6-B498-43B3-948B-1728B52AA6E4}">
                <adec:decorative xmlns:adec="http://schemas.microsoft.com/office/drawing/2017/decorative" val="1"/>
              </a:ext>
            </a:extLst>
          </p:cNvPr>
          <p:cNvCxnSpPr>
            <a:cxnSpLocks/>
          </p:cNvCxnSpPr>
          <p:nvPr/>
        </p:nvCxnSpPr>
        <p:spPr>
          <a:xfrm>
            <a:off x="677616" y="2893488"/>
            <a:ext cx="3472915" cy="0"/>
          </a:xfrm>
          <a:prstGeom prst="line">
            <a:avLst/>
          </a:prstGeom>
          <a:ln w="12700">
            <a:solidFill>
              <a:srgbClr val="FFFEF9"/>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7719746-0275-3E18-E33B-E1B2A7B6066F}"/>
              </a:ext>
            </a:extLst>
          </p:cNvPr>
          <p:cNvSpPr txBox="1"/>
          <p:nvPr/>
        </p:nvSpPr>
        <p:spPr>
          <a:xfrm>
            <a:off x="677616" y="3079078"/>
            <a:ext cx="3472915" cy="1865126"/>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kumimoji="0" lang="en-US" sz="1400" b="1" i="1"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Sample datasets: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COVID-19 Data Lake (CSV, JSON, JSON Lines, Parquet)</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NYC Tax – Green (2GB Parquet)</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Diabetes (14K Parquet)</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Public Holidays (500KB Parquet)</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Retail Data Model from Wide World Importers (352MB Parquet)</a:t>
            </a:r>
          </a:p>
        </p:txBody>
      </p:sp>
      <p:pic>
        <p:nvPicPr>
          <p:cNvPr id="3" name="Picture 2" descr="A screen capture of sample data in Microsoft Fabric. Within the image, you can see 5 different sample data sets that can be built based on data ingested into the SaaS-based application, as part of data integration">
            <a:extLst>
              <a:ext uri="{FF2B5EF4-FFF2-40B4-BE49-F238E27FC236}">
                <a16:creationId xmlns:a16="http://schemas.microsoft.com/office/drawing/2014/main" id="{01A88B0D-DF17-0BAC-C385-B70F8B4B93DA}"/>
              </a:ext>
            </a:extLst>
          </p:cNvPr>
          <p:cNvPicPr>
            <a:picLocks noChangeAspect="1"/>
          </p:cNvPicPr>
          <p:nvPr/>
        </p:nvPicPr>
        <p:blipFill rotWithShape="1">
          <a:blip r:embed="rId4"/>
          <a:srcRect r="196" b="-1471"/>
          <a:stretch/>
        </p:blipFill>
        <p:spPr>
          <a:xfrm>
            <a:off x="5158764" y="1663843"/>
            <a:ext cx="6237872" cy="3567392"/>
          </a:xfrm>
          <a:prstGeom prst="roundRect">
            <a:avLst>
              <a:gd name="adj" fmla="val 1914"/>
            </a:avLst>
          </a:prstGeom>
          <a:solidFill>
            <a:srgbClr val="E5E5E5"/>
          </a:solidFill>
        </p:spPr>
      </p:pic>
    </p:spTree>
    <p:extLst>
      <p:ext uri="{BB962C8B-B14F-4D97-AF65-F5344CB8AC3E}">
        <p14:creationId xmlns:p14="http://schemas.microsoft.com/office/powerpoint/2010/main" val="26066065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35DB9-CFE9-DB5E-0590-4B5AC61CFF13}"/>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13F0CADB-77B7-11E6-E99B-10B02630D463}"/>
              </a:ext>
              <a:ext uri="{C183D7F6-B498-43B3-948B-1728B52AA6E4}">
                <adec:decorative xmlns:adec="http://schemas.microsoft.com/office/drawing/2017/decorative" val="1"/>
              </a:ext>
            </a:extLst>
          </p:cNvPr>
          <p:cNvSpPr/>
          <p:nvPr/>
        </p:nvSpPr>
        <p:spPr>
          <a:xfrm>
            <a:off x="1" y="685800"/>
            <a:ext cx="4686300" cy="61722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21" name="Title 20">
            <a:extLst>
              <a:ext uri="{FF2B5EF4-FFF2-40B4-BE49-F238E27FC236}">
                <a16:creationId xmlns:a16="http://schemas.microsoft.com/office/drawing/2014/main" id="{A76C6942-E741-277F-5F9F-D347D19A3C21}"/>
              </a:ext>
            </a:extLst>
          </p:cNvPr>
          <p:cNvSpPr>
            <a:spLocks noGrp="1"/>
          </p:cNvSpPr>
          <p:nvPr>
            <p:ph type="title"/>
          </p:nvPr>
        </p:nvSpPr>
        <p:spPr/>
        <p:txBody>
          <a:bodyPr anchor="t"/>
          <a:lstStyle/>
          <a:p>
            <a:r>
              <a:rPr lang="en-US" noProof="0">
                <a:solidFill>
                  <a:srgbClr val="FFFDF9"/>
                </a:solidFill>
              </a:rPr>
              <a:t>Data Pipelines |</a:t>
            </a:r>
            <a:br>
              <a:rPr lang="en-US" noProof="0">
                <a:solidFill>
                  <a:srgbClr val="FFFDF9"/>
                </a:solidFill>
              </a:rPr>
            </a:br>
            <a:r>
              <a:rPr lang="en-US" noProof="0">
                <a:solidFill>
                  <a:srgbClr val="FFFDF9"/>
                </a:solidFill>
              </a:rPr>
              <a:t>Lakehouse copy assist</a:t>
            </a:r>
            <a:endParaRPr lang="en-US">
              <a:solidFill>
                <a:srgbClr val="FFFDF9"/>
              </a:solidFill>
            </a:endParaRPr>
          </a:p>
        </p:txBody>
      </p:sp>
      <p:sp>
        <p:nvSpPr>
          <p:cNvPr id="15" name="Rectangle: Rounded Corners 19">
            <a:extLst>
              <a:ext uri="{FF2B5EF4-FFF2-40B4-BE49-F238E27FC236}">
                <a16:creationId xmlns:a16="http://schemas.microsoft.com/office/drawing/2014/main" id="{AB802E97-393F-2330-CF5A-B94A062EFCE5}"/>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16" name="Graphic 51">
            <a:extLst>
              <a:ext uri="{FF2B5EF4-FFF2-40B4-BE49-F238E27FC236}">
                <a16:creationId xmlns:a16="http://schemas.microsoft.com/office/drawing/2014/main" id="{97EEBB91-4BA0-8962-680F-348CEFD297CA}"/>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 name="Rectangle: Rounded Corners 8">
            <a:extLst>
              <a:ext uri="{FF2B5EF4-FFF2-40B4-BE49-F238E27FC236}">
                <a16:creationId xmlns:a16="http://schemas.microsoft.com/office/drawing/2014/main" id="{0940FEED-ABC3-8990-835B-5AC6E2048861}"/>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3" name="Picture 2" descr="Data Integration logo">
            <a:extLst>
              <a:ext uri="{FF2B5EF4-FFF2-40B4-BE49-F238E27FC236}">
                <a16:creationId xmlns:a16="http://schemas.microsoft.com/office/drawing/2014/main" id="{46462C2C-E5D7-02EC-4228-9CC5A30277C3}"/>
              </a:ext>
            </a:extLst>
          </p:cNvPr>
          <p:cNvPicPr>
            <a:picLocks noChangeAspect="1"/>
          </p:cNvPicPr>
          <p:nvPr/>
        </p:nvPicPr>
        <p:blipFill>
          <a:blip r:embed="rId3"/>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99051300-FCE7-3CF4-5D31-625B7ACB10F9}"/>
              </a:ext>
            </a:extLst>
          </p:cNvPr>
          <p:cNvSpPr txBox="1"/>
          <p:nvPr/>
        </p:nvSpPr>
        <p:spPr>
          <a:xfrm>
            <a:off x="609600" y="2192251"/>
            <a:ext cx="3472915" cy="1231106"/>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Simply</a:t>
            </a: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 copying data to a Lakehouse with copy assist capabilities within the Data Pipeline</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Additionally, users can create a Data Pipeline without having to leave the Lakehouse portal</a:t>
            </a:r>
          </a:p>
        </p:txBody>
      </p:sp>
      <p:pic>
        <p:nvPicPr>
          <p:cNvPr id="2" name="Picture 1" descr="A screen capture of lakehouse copy assist tool in Microsoft Fabric. Within the image, you can see the process to copy data into the lakehouse. This is a 5-step process that includes: 1.) Choose data source, 2.) Connect to data source, 3.) Choose data destination, 4.) Connect to data destination, 5.) Review and save.">
            <a:extLst>
              <a:ext uri="{FF2B5EF4-FFF2-40B4-BE49-F238E27FC236}">
                <a16:creationId xmlns:a16="http://schemas.microsoft.com/office/drawing/2014/main" id="{E88678A3-3BA5-5414-CFB7-AE4E7D4B7B8B}"/>
              </a:ext>
            </a:extLst>
          </p:cNvPr>
          <p:cNvPicPr>
            <a:picLocks noChangeAspect="1"/>
          </p:cNvPicPr>
          <p:nvPr/>
        </p:nvPicPr>
        <p:blipFill rotWithShape="1">
          <a:blip r:embed="rId4"/>
          <a:srcRect r="196" b="-1367"/>
          <a:stretch/>
        </p:blipFill>
        <p:spPr>
          <a:xfrm>
            <a:off x="5158764" y="1667497"/>
            <a:ext cx="6237872" cy="3563737"/>
          </a:xfrm>
          <a:prstGeom prst="roundRect">
            <a:avLst>
              <a:gd name="adj" fmla="val 1914"/>
            </a:avLst>
          </a:prstGeom>
          <a:solidFill>
            <a:srgbClr val="E3E3E3"/>
          </a:solidFill>
        </p:spPr>
      </p:pic>
    </p:spTree>
    <p:extLst>
      <p:ext uri="{BB962C8B-B14F-4D97-AF65-F5344CB8AC3E}">
        <p14:creationId xmlns:p14="http://schemas.microsoft.com/office/powerpoint/2010/main" val="37510813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FD47B-E3C6-160B-05E5-A5FB4BD121AD}"/>
            </a:ext>
          </a:extLst>
        </p:cNvPr>
        <p:cNvGrpSpPr/>
        <p:nvPr/>
      </p:nvGrpSpPr>
      <p:grpSpPr>
        <a:xfrm>
          <a:off x="0" y="0"/>
          <a:ext cx="0" cy="0"/>
          <a:chOff x="0" y="0"/>
          <a:chExt cx="0" cy="0"/>
        </a:xfrm>
      </p:grpSpPr>
      <p:sp>
        <p:nvSpPr>
          <p:cNvPr id="44" name="Rectangle 43">
            <a:extLst>
              <a:ext uri="{FF2B5EF4-FFF2-40B4-BE49-F238E27FC236}">
                <a16:creationId xmlns:a16="http://schemas.microsoft.com/office/drawing/2014/main" id="{EB487CE0-C1BA-7018-2B51-B716D3ABB346}"/>
              </a:ext>
              <a:ext uri="{C183D7F6-B498-43B3-948B-1728B52AA6E4}">
                <adec:decorative xmlns:adec="http://schemas.microsoft.com/office/drawing/2017/decorative" val="1"/>
              </a:ext>
            </a:extLst>
          </p:cNvPr>
          <p:cNvSpPr/>
          <p:nvPr/>
        </p:nvSpPr>
        <p:spPr>
          <a:xfrm>
            <a:off x="1" y="656822"/>
            <a:ext cx="4686300" cy="6201177"/>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27" name="Title 26">
            <a:extLst>
              <a:ext uri="{FF2B5EF4-FFF2-40B4-BE49-F238E27FC236}">
                <a16:creationId xmlns:a16="http://schemas.microsoft.com/office/drawing/2014/main" id="{2923F172-954E-9F94-A6D5-498D4B080E38}"/>
              </a:ext>
            </a:extLst>
          </p:cNvPr>
          <p:cNvSpPr>
            <a:spLocks noGrp="1"/>
          </p:cNvSpPr>
          <p:nvPr>
            <p:ph type="title"/>
          </p:nvPr>
        </p:nvSpPr>
        <p:spPr/>
        <p:txBody>
          <a:bodyPr anchor="t"/>
          <a:lstStyle/>
          <a:p>
            <a:r>
              <a:rPr lang="en-US" noProof="0">
                <a:solidFill>
                  <a:srgbClr val="FFFDF9"/>
                </a:solidFill>
              </a:rPr>
              <a:t>Data Pipelines |</a:t>
            </a:r>
            <a:br>
              <a:rPr lang="en-US" noProof="0">
                <a:solidFill>
                  <a:srgbClr val="FFFDF9"/>
                </a:solidFill>
              </a:rPr>
            </a:br>
            <a:r>
              <a:rPr lang="en-US" noProof="0">
                <a:solidFill>
                  <a:srgbClr val="FFFDF9"/>
                </a:solidFill>
              </a:rPr>
              <a:t>Templates</a:t>
            </a:r>
            <a:endParaRPr lang="en-US">
              <a:solidFill>
                <a:srgbClr val="FFFDF9"/>
              </a:solidFill>
            </a:endParaRPr>
          </a:p>
        </p:txBody>
      </p:sp>
      <p:sp>
        <p:nvSpPr>
          <p:cNvPr id="15" name="Rectangle: Rounded Corners 19">
            <a:extLst>
              <a:ext uri="{FF2B5EF4-FFF2-40B4-BE49-F238E27FC236}">
                <a16:creationId xmlns:a16="http://schemas.microsoft.com/office/drawing/2014/main" id="{48D6BE10-191F-3740-068A-F2C3FFC22D5B}"/>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16" name="Graphic 51">
            <a:extLst>
              <a:ext uri="{FF2B5EF4-FFF2-40B4-BE49-F238E27FC236}">
                <a16:creationId xmlns:a16="http://schemas.microsoft.com/office/drawing/2014/main" id="{60B4DBCA-7C1A-0DFC-2EB3-ADEA279A21D9}"/>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 name="Rectangle: Rounded Corners 8">
            <a:extLst>
              <a:ext uri="{FF2B5EF4-FFF2-40B4-BE49-F238E27FC236}">
                <a16:creationId xmlns:a16="http://schemas.microsoft.com/office/drawing/2014/main" id="{A635012B-8399-EFBF-E89C-AD4B7A23A0E6}"/>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2" name="Picture 1" descr="Data Integration logo">
            <a:extLst>
              <a:ext uri="{FF2B5EF4-FFF2-40B4-BE49-F238E27FC236}">
                <a16:creationId xmlns:a16="http://schemas.microsoft.com/office/drawing/2014/main" id="{A3E1560E-76A2-761A-F75E-4AE069442794}"/>
              </a:ext>
            </a:extLst>
          </p:cNvPr>
          <p:cNvPicPr>
            <a:picLocks noChangeAspect="1"/>
          </p:cNvPicPr>
          <p:nvPr/>
        </p:nvPicPr>
        <p:blipFill>
          <a:blip r:embed="rId2"/>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2826E318-EA2A-994E-ACFB-7028D18A6822}"/>
              </a:ext>
            </a:extLst>
          </p:cNvPr>
          <p:cNvSpPr txBox="1"/>
          <p:nvPr/>
        </p:nvSpPr>
        <p:spPr>
          <a:xfrm>
            <a:off x="609600" y="1937166"/>
            <a:ext cx="3472915" cy="1015663"/>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Quickly</a:t>
            </a: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 get started with data integration</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Template help reduce development time by providing an easy way to create pipeline for common data integration scenarios</a:t>
            </a:r>
            <a:endParaRPr kumimoji="0" lang="en-US" sz="1400" b="0" i="0" u="none" strike="noStrike" kern="1200" cap="none" spc="0" normalizeH="0" baseline="0" noProof="0">
              <a:ln>
                <a:noFill/>
              </a:ln>
              <a:solidFill>
                <a:srgbClr val="FFFEFB"/>
              </a:solidFill>
              <a:effectLst/>
              <a:uLnTx/>
              <a:uFillTx/>
              <a:latin typeface="Segoe Sans Text" pitchFamily="2" charset="0"/>
              <a:ea typeface="+mn-ea"/>
              <a:cs typeface="Segoe Sans Text" pitchFamily="2" charset="0"/>
            </a:endParaRPr>
          </a:p>
        </p:txBody>
      </p:sp>
      <p:cxnSp>
        <p:nvCxnSpPr>
          <p:cNvPr id="34" name="Straight Connector 33">
            <a:extLst>
              <a:ext uri="{FF2B5EF4-FFF2-40B4-BE49-F238E27FC236}">
                <a16:creationId xmlns:a16="http://schemas.microsoft.com/office/drawing/2014/main" id="{0F4779FF-EA9A-3EC7-EA49-A91798F288BD}"/>
              </a:ext>
              <a:ext uri="{C183D7F6-B498-43B3-948B-1728B52AA6E4}">
                <adec:decorative xmlns:adec="http://schemas.microsoft.com/office/drawing/2017/decorative" val="1"/>
              </a:ext>
            </a:extLst>
          </p:cNvPr>
          <p:cNvCxnSpPr>
            <a:cxnSpLocks/>
          </p:cNvCxnSpPr>
          <p:nvPr/>
        </p:nvCxnSpPr>
        <p:spPr>
          <a:xfrm>
            <a:off x="609600" y="3138318"/>
            <a:ext cx="3472915" cy="0"/>
          </a:xfrm>
          <a:prstGeom prst="line">
            <a:avLst/>
          </a:prstGeom>
          <a:ln w="12700">
            <a:solidFill>
              <a:srgbClr val="FFFEF9"/>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31D6AED-F68C-6AC9-0EB0-100607E6D737}"/>
              </a:ext>
            </a:extLst>
          </p:cNvPr>
          <p:cNvSpPr txBox="1"/>
          <p:nvPr/>
        </p:nvSpPr>
        <p:spPr>
          <a:xfrm>
            <a:off x="609600" y="3323908"/>
            <a:ext cx="3635375" cy="2803844"/>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kumimoji="0" lang="en-US" sz="1400" b="0" i="1"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Available Data Pipeline Templates: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Bulk copy from Database</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Bulk copy from File to Database</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Copy data from ADLS Gen2 to Lakehouse file</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Copy from ADLS Gen2 to Lakehouse Table</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Copy data from Azure AQL DB to Lakehouse Table</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Copy multiple files containers between File Stores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Copy new files only by Last Modified Date</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Delete files older than 30 days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Delta copy from Database</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Move files</a:t>
            </a:r>
          </a:p>
        </p:txBody>
      </p:sp>
      <p:pic>
        <p:nvPicPr>
          <p:cNvPr id="9" name="Picture 8" descr="A screen capture of data templates in Microsoft Fabric. Within the image, it lists out 10 unique templates you can use within the SaaS-based application. These include Bulk Copy from Database, Bulk Copy from Files to Database, Copy data from ADLS Gen2 to Lakehouse file, Copy data from ADLS Gen2 to Lakehouse Table, Copy data from Azure SQL DB to Lakehouse Table, Copy multiple files containers between File Stores, Copy new files only by LastModified Date, Delete files older than 30 days, Delta copy from Database, Move files.">
            <a:extLst>
              <a:ext uri="{FF2B5EF4-FFF2-40B4-BE49-F238E27FC236}">
                <a16:creationId xmlns:a16="http://schemas.microsoft.com/office/drawing/2014/main" id="{E41B70A0-C3F8-EC5C-9E4E-D14D2D425A47}"/>
              </a:ext>
            </a:extLst>
          </p:cNvPr>
          <p:cNvPicPr>
            <a:picLocks noChangeAspect="1"/>
          </p:cNvPicPr>
          <p:nvPr/>
        </p:nvPicPr>
        <p:blipFill rotWithShape="1">
          <a:blip r:embed="rId3"/>
          <a:srcRect r="196" b="-1471"/>
          <a:stretch/>
        </p:blipFill>
        <p:spPr>
          <a:xfrm>
            <a:off x="5158764" y="1663843"/>
            <a:ext cx="6237872" cy="3567392"/>
          </a:xfrm>
          <a:prstGeom prst="roundRect">
            <a:avLst>
              <a:gd name="adj" fmla="val 1914"/>
            </a:avLst>
          </a:prstGeom>
          <a:solidFill>
            <a:srgbClr val="FFFFFF"/>
          </a:solidFill>
        </p:spPr>
      </p:pic>
    </p:spTree>
    <p:extLst>
      <p:ext uri="{BB962C8B-B14F-4D97-AF65-F5344CB8AC3E}">
        <p14:creationId xmlns:p14="http://schemas.microsoft.com/office/powerpoint/2010/main" val="36872009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8FA87-DBE8-72DF-BF4F-57E56B84F46C}"/>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10823652-2E9B-C68B-F814-341B574B17EC}"/>
              </a:ext>
              <a:ext uri="{C183D7F6-B498-43B3-948B-1728B52AA6E4}">
                <adec:decorative xmlns:adec="http://schemas.microsoft.com/office/drawing/2017/decorative" val="1"/>
              </a:ext>
            </a:extLst>
          </p:cNvPr>
          <p:cNvSpPr/>
          <p:nvPr/>
        </p:nvSpPr>
        <p:spPr>
          <a:xfrm>
            <a:off x="1" y="663262"/>
            <a:ext cx="4686300" cy="619473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18" name="Title 17">
            <a:extLst>
              <a:ext uri="{FF2B5EF4-FFF2-40B4-BE49-F238E27FC236}">
                <a16:creationId xmlns:a16="http://schemas.microsoft.com/office/drawing/2014/main" id="{9DC53E5A-E369-1052-0720-A6035E9B7189}"/>
              </a:ext>
            </a:extLst>
          </p:cNvPr>
          <p:cNvSpPr>
            <a:spLocks noGrp="1"/>
          </p:cNvSpPr>
          <p:nvPr>
            <p:ph type="title"/>
          </p:nvPr>
        </p:nvSpPr>
        <p:spPr/>
        <p:txBody>
          <a:bodyPr/>
          <a:lstStyle/>
          <a:p>
            <a:r>
              <a:rPr lang="en-US" noProof="0">
                <a:solidFill>
                  <a:srgbClr val="FFFDF9"/>
                </a:solidFill>
              </a:rPr>
              <a:t>Dataflow</a:t>
            </a:r>
            <a:endParaRPr lang="en-US">
              <a:solidFill>
                <a:srgbClr val="FFFDF9"/>
              </a:solidFill>
            </a:endParaRPr>
          </a:p>
        </p:txBody>
      </p:sp>
      <p:sp>
        <p:nvSpPr>
          <p:cNvPr id="15" name="Rectangle: Rounded Corners 19">
            <a:extLst>
              <a:ext uri="{FF2B5EF4-FFF2-40B4-BE49-F238E27FC236}">
                <a16:creationId xmlns:a16="http://schemas.microsoft.com/office/drawing/2014/main" id="{AE7A1D5C-464F-042A-E49E-E5BA6A57AC4D}"/>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16" name="Graphic 51">
            <a:extLst>
              <a:ext uri="{FF2B5EF4-FFF2-40B4-BE49-F238E27FC236}">
                <a16:creationId xmlns:a16="http://schemas.microsoft.com/office/drawing/2014/main" id="{3F9098F8-C6AF-DFE9-4476-8CD04F771997}"/>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 name="Rectangle: Rounded Corners 8">
            <a:extLst>
              <a:ext uri="{FF2B5EF4-FFF2-40B4-BE49-F238E27FC236}">
                <a16:creationId xmlns:a16="http://schemas.microsoft.com/office/drawing/2014/main" id="{D217E124-96BE-DE3F-6458-521CCAB1E583}"/>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3" name="Picture 2" descr="Data Integration logo">
            <a:extLst>
              <a:ext uri="{FF2B5EF4-FFF2-40B4-BE49-F238E27FC236}">
                <a16:creationId xmlns:a16="http://schemas.microsoft.com/office/drawing/2014/main" id="{ED217B0F-41F7-C5E0-14C1-0EE58CD29059}"/>
              </a:ext>
            </a:extLst>
          </p:cNvPr>
          <p:cNvPicPr>
            <a:picLocks noChangeAspect="1"/>
          </p:cNvPicPr>
          <p:nvPr/>
        </p:nvPicPr>
        <p:blipFill>
          <a:blip r:embed="rId3"/>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AD477731-6963-9E1C-AECA-48D91E7BEFEF}"/>
              </a:ext>
            </a:extLst>
          </p:cNvPr>
          <p:cNvSpPr txBox="1"/>
          <p:nvPr/>
        </p:nvSpPr>
        <p:spPr>
          <a:xfrm>
            <a:off x="581025" y="1489834"/>
            <a:ext cx="3472915" cy="1661993"/>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Dataflow</a:t>
            </a: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 provides a low-code interface for ingesting data from hundreds of data sources</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Dataflow quickly and easily unify disparate data sources, establish a more collaborative analytics approach, and promote more informed, agile decision making.</a:t>
            </a:r>
          </a:p>
        </p:txBody>
      </p:sp>
      <p:cxnSp>
        <p:nvCxnSpPr>
          <p:cNvPr id="34" name="Straight Connector 33">
            <a:extLst>
              <a:ext uri="{FF2B5EF4-FFF2-40B4-BE49-F238E27FC236}">
                <a16:creationId xmlns:a16="http://schemas.microsoft.com/office/drawing/2014/main" id="{28471721-E2D5-19CA-8E39-F4DF2BEF8300}"/>
              </a:ext>
              <a:ext uri="{C183D7F6-B498-43B3-948B-1728B52AA6E4}">
                <adec:decorative xmlns:adec="http://schemas.microsoft.com/office/drawing/2017/decorative" val="1"/>
              </a:ext>
            </a:extLst>
          </p:cNvPr>
          <p:cNvCxnSpPr>
            <a:cxnSpLocks/>
          </p:cNvCxnSpPr>
          <p:nvPr/>
        </p:nvCxnSpPr>
        <p:spPr>
          <a:xfrm>
            <a:off x="581025" y="3337417"/>
            <a:ext cx="3472915" cy="0"/>
          </a:xfrm>
          <a:prstGeom prst="line">
            <a:avLst/>
          </a:prstGeom>
          <a:ln w="12700">
            <a:solidFill>
              <a:srgbClr val="FFFEF9"/>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F2EFB07-0EC5-434A-4160-59330E404C86}"/>
              </a:ext>
            </a:extLst>
          </p:cNvPr>
          <p:cNvSpPr txBox="1"/>
          <p:nvPr/>
        </p:nvSpPr>
        <p:spPr>
          <a:xfrm>
            <a:off x="581025" y="3523007"/>
            <a:ext cx="3472915" cy="1711238"/>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kumimoji="0" lang="en-US" sz="1400" b="0" i="1"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Key Capabilities: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Accelerate data transformation with code-free data flows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Scale out using Fabric compute and Data Factory fast copy</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Load results of data transformations into multiple destinations (Azure SQL Databases, Lakehouse, etc.)</a:t>
            </a:r>
          </a:p>
        </p:txBody>
      </p:sp>
      <p:pic>
        <p:nvPicPr>
          <p:cNvPr id="2" name="Picture 1" descr="A screen capture of approximately 50 of the 250 data connectors in Microsoft Fabric, ranging from Excel workbooks to Parquet files. Each data source is displayed as a thumb nail and provides the user to select unique connectors or directly drag a file from your computer.">
            <a:extLst>
              <a:ext uri="{FF2B5EF4-FFF2-40B4-BE49-F238E27FC236}">
                <a16:creationId xmlns:a16="http://schemas.microsoft.com/office/drawing/2014/main" id="{C99D5625-EB88-3EAA-79A4-41C77D1FF1E9}"/>
              </a:ext>
            </a:extLst>
          </p:cNvPr>
          <p:cNvPicPr>
            <a:picLocks noChangeAspect="1"/>
          </p:cNvPicPr>
          <p:nvPr/>
        </p:nvPicPr>
        <p:blipFill rotWithShape="1">
          <a:blip r:embed="rId4"/>
          <a:srcRect l="1" r="282" b="-1383"/>
          <a:stretch/>
        </p:blipFill>
        <p:spPr>
          <a:xfrm>
            <a:off x="5158765" y="1663843"/>
            <a:ext cx="6237872" cy="3567392"/>
          </a:xfrm>
          <a:prstGeom prst="roundRect">
            <a:avLst>
              <a:gd name="adj" fmla="val 1914"/>
            </a:avLst>
          </a:prstGeom>
          <a:solidFill>
            <a:srgbClr val="979695"/>
          </a:solidFill>
        </p:spPr>
      </p:pic>
    </p:spTree>
    <p:extLst>
      <p:ext uri="{BB962C8B-B14F-4D97-AF65-F5344CB8AC3E}">
        <p14:creationId xmlns:p14="http://schemas.microsoft.com/office/powerpoint/2010/main" val="18960451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760CD-AFBD-0C6B-EFCC-7A8A14C6EB4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DF46579-B923-84B4-EB22-F46C04520ECB}"/>
              </a:ext>
              <a:ext uri="{C183D7F6-B498-43B3-948B-1728B52AA6E4}">
                <adec:decorative xmlns:adec="http://schemas.microsoft.com/office/drawing/2017/decorative" val="1"/>
              </a:ext>
            </a:extLst>
          </p:cNvPr>
          <p:cNvSpPr/>
          <p:nvPr/>
        </p:nvSpPr>
        <p:spPr>
          <a:xfrm>
            <a:off x="1" y="663262"/>
            <a:ext cx="4686300" cy="619473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21" name="Title 20">
            <a:extLst>
              <a:ext uri="{FF2B5EF4-FFF2-40B4-BE49-F238E27FC236}">
                <a16:creationId xmlns:a16="http://schemas.microsoft.com/office/drawing/2014/main" id="{B430FBCF-15F9-C55A-C8D5-8A813B5041D4}"/>
              </a:ext>
            </a:extLst>
          </p:cNvPr>
          <p:cNvSpPr>
            <a:spLocks noGrp="1"/>
          </p:cNvSpPr>
          <p:nvPr>
            <p:ph type="title"/>
          </p:nvPr>
        </p:nvSpPr>
        <p:spPr/>
        <p:txBody>
          <a:bodyPr anchor="t"/>
          <a:lstStyle/>
          <a:p>
            <a:r>
              <a:rPr lang="en-US" noProof="0">
                <a:solidFill>
                  <a:srgbClr val="FFFDF9"/>
                </a:solidFill>
              </a:rPr>
              <a:t>Dataflow |</a:t>
            </a:r>
            <a:br>
              <a:rPr lang="en-US" noProof="0">
                <a:solidFill>
                  <a:srgbClr val="FFFDF9"/>
                </a:solidFill>
              </a:rPr>
            </a:br>
            <a:r>
              <a:rPr lang="en-US" noProof="0">
                <a:solidFill>
                  <a:srgbClr val="FFFDF9"/>
                </a:solidFill>
              </a:rPr>
              <a:t>Output to Lakehouse</a:t>
            </a:r>
            <a:endParaRPr lang="en-US">
              <a:solidFill>
                <a:srgbClr val="FFFDF9"/>
              </a:solidFill>
            </a:endParaRPr>
          </a:p>
        </p:txBody>
      </p:sp>
      <p:sp>
        <p:nvSpPr>
          <p:cNvPr id="15" name="Rectangle: Rounded Corners 19">
            <a:extLst>
              <a:ext uri="{FF2B5EF4-FFF2-40B4-BE49-F238E27FC236}">
                <a16:creationId xmlns:a16="http://schemas.microsoft.com/office/drawing/2014/main" id="{C5707C87-FC67-CD17-97D7-372DF244BBD1}"/>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16" name="Graphic 51">
            <a:extLst>
              <a:ext uri="{FF2B5EF4-FFF2-40B4-BE49-F238E27FC236}">
                <a16:creationId xmlns:a16="http://schemas.microsoft.com/office/drawing/2014/main" id="{F2740281-FD6C-D7FF-F3A2-49BB343C7A6B}"/>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 name="Rectangle: Rounded Corners 8">
            <a:extLst>
              <a:ext uri="{FF2B5EF4-FFF2-40B4-BE49-F238E27FC236}">
                <a16:creationId xmlns:a16="http://schemas.microsoft.com/office/drawing/2014/main" id="{D51D2D32-DDD3-0E05-A1A5-C328EA6BD10C}"/>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9" name="Picture 8" descr="Data Integration logo">
            <a:extLst>
              <a:ext uri="{FF2B5EF4-FFF2-40B4-BE49-F238E27FC236}">
                <a16:creationId xmlns:a16="http://schemas.microsoft.com/office/drawing/2014/main" id="{B5F51AF7-96A7-3EB4-9D50-D334933B571F}"/>
              </a:ext>
            </a:extLst>
          </p:cNvPr>
          <p:cNvPicPr>
            <a:picLocks noChangeAspect="1"/>
          </p:cNvPicPr>
          <p:nvPr/>
        </p:nvPicPr>
        <p:blipFill>
          <a:blip r:embed="rId2"/>
          <a:stretch/>
        </p:blipFill>
        <p:spPr>
          <a:xfrm>
            <a:off x="11704915" y="154375"/>
            <a:ext cx="344585" cy="345258"/>
          </a:xfrm>
          <a:prstGeom prst="rect">
            <a:avLst/>
          </a:prstGeom>
          <a:noFill/>
        </p:spPr>
      </p:pic>
      <p:sp>
        <p:nvSpPr>
          <p:cNvPr id="33" name="TextBox 32">
            <a:extLst>
              <a:ext uri="{FF2B5EF4-FFF2-40B4-BE49-F238E27FC236}">
                <a16:creationId xmlns:a16="http://schemas.microsoft.com/office/drawing/2014/main" id="{DABCCBFD-B2E3-081C-6B21-58B791CC518B}"/>
              </a:ext>
            </a:extLst>
          </p:cNvPr>
          <p:cNvSpPr txBox="1"/>
          <p:nvPr/>
        </p:nvSpPr>
        <p:spPr>
          <a:xfrm>
            <a:off x="606693" y="2299972"/>
            <a:ext cx="3472915" cy="2246769"/>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Simply</a:t>
            </a: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 write into a Lakehouse from a Dataflow </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Users select the Lakehouse output destination from the list and configure the connection.</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This requires the Lakehouse connector to be installed as a custom connector into your data gateway when loading data from on-premise</a:t>
            </a:r>
          </a:p>
        </p:txBody>
      </p:sp>
      <p:grpSp>
        <p:nvGrpSpPr>
          <p:cNvPr id="2" name="Group 1" descr="A screen capture of how to add a data destination in Microsoft Fabric. Within the image, it also showcases a drop-down button where you can click on 5 unique data destinations, with Lakehouse highlighted.">
            <a:extLst>
              <a:ext uri="{FF2B5EF4-FFF2-40B4-BE49-F238E27FC236}">
                <a16:creationId xmlns:a16="http://schemas.microsoft.com/office/drawing/2014/main" id="{EA3193AE-ED6E-96E3-0F17-ADADAD9930AA}"/>
              </a:ext>
            </a:extLst>
          </p:cNvPr>
          <p:cNvGrpSpPr>
            <a:grpSpLocks/>
          </p:cNvGrpSpPr>
          <p:nvPr/>
        </p:nvGrpSpPr>
        <p:grpSpPr>
          <a:xfrm>
            <a:off x="5149464" y="1663843"/>
            <a:ext cx="6247172" cy="3567392"/>
            <a:chOff x="5338628" y="1968135"/>
            <a:chExt cx="6316332" cy="3615131"/>
          </a:xfrm>
        </p:grpSpPr>
        <p:pic>
          <p:nvPicPr>
            <p:cNvPr id="3" name="Picture 2" descr="A screenshot of a computer&#10;&#10;Description automatically generated">
              <a:extLst>
                <a:ext uri="{FF2B5EF4-FFF2-40B4-BE49-F238E27FC236}">
                  <a16:creationId xmlns:a16="http://schemas.microsoft.com/office/drawing/2014/main" id="{14F09705-A959-FB0B-6759-8CD80EDF5A0F}"/>
                </a:ext>
              </a:extLst>
            </p:cNvPr>
            <p:cNvPicPr>
              <a:picLocks noChangeAspect="1"/>
            </p:cNvPicPr>
            <p:nvPr/>
          </p:nvPicPr>
          <p:blipFill rotWithShape="1">
            <a:blip r:embed="rId3"/>
            <a:srcRect t="114" b="-1632"/>
            <a:stretch/>
          </p:blipFill>
          <p:spPr>
            <a:xfrm>
              <a:off x="5338628" y="1968135"/>
              <a:ext cx="6316332" cy="3615131"/>
            </a:xfrm>
            <a:prstGeom prst="roundRect">
              <a:avLst>
                <a:gd name="adj" fmla="val 1914"/>
              </a:avLst>
            </a:prstGeom>
            <a:solidFill>
              <a:srgbClr val="F3F2F0"/>
            </a:solidFill>
          </p:spPr>
        </p:pic>
        <p:sp>
          <p:nvSpPr>
            <p:cNvPr id="8" name="Rectangle 7">
              <a:extLst>
                <a:ext uri="{FF2B5EF4-FFF2-40B4-BE49-F238E27FC236}">
                  <a16:creationId xmlns:a16="http://schemas.microsoft.com/office/drawing/2014/main" id="{19FEBB25-A7D1-3ED5-9E38-0B6870850760}"/>
                </a:ext>
              </a:extLst>
            </p:cNvPr>
            <p:cNvSpPr/>
            <p:nvPr/>
          </p:nvSpPr>
          <p:spPr bwMode="auto">
            <a:xfrm>
              <a:off x="6966857" y="2690952"/>
              <a:ext cx="775063" cy="95792"/>
            </a:xfrm>
            <a:prstGeom prst="rect">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Segoe UI" pitchFamily="34" charset="0"/>
                <a:cs typeface="Segoe UI" pitchFamily="34" charset="0"/>
              </a:endParaRPr>
            </a:p>
          </p:txBody>
        </p:sp>
      </p:grpSp>
    </p:spTree>
    <p:extLst>
      <p:ext uri="{BB962C8B-B14F-4D97-AF65-F5344CB8AC3E}">
        <p14:creationId xmlns:p14="http://schemas.microsoft.com/office/powerpoint/2010/main" val="30645829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itle 81">
            <a:extLst>
              <a:ext uri="{FF2B5EF4-FFF2-40B4-BE49-F238E27FC236}">
                <a16:creationId xmlns:a16="http://schemas.microsoft.com/office/drawing/2014/main" id="{4E0D05A2-62C9-EDE4-E09B-8B44D60E4655}"/>
              </a:ext>
            </a:extLst>
          </p:cNvPr>
          <p:cNvSpPr>
            <a:spLocks noGrp="1"/>
          </p:cNvSpPr>
          <p:nvPr>
            <p:ph type="title"/>
          </p:nvPr>
        </p:nvSpPr>
        <p:spPr>
          <a:xfrm>
            <a:off x="582218" y="755486"/>
            <a:ext cx="3611594" cy="1007720"/>
          </a:xfrm>
        </p:spPr>
        <p:txBody>
          <a:bodyPr/>
          <a:lstStyle/>
          <a:p>
            <a:r>
              <a:rPr lang="en-CA" noProof="0"/>
              <a:t>Unifying data in </a:t>
            </a:r>
            <a:r>
              <a:rPr lang="en-CA" noProof="0" err="1"/>
              <a:t>OneLake</a:t>
            </a:r>
            <a:endParaRPr lang="en-US"/>
          </a:p>
        </p:txBody>
      </p:sp>
      <p:sp>
        <p:nvSpPr>
          <p:cNvPr id="25" name="Rounded Rectangle 38">
            <a:extLst>
              <a:ext uri="{FF2B5EF4-FFF2-40B4-BE49-F238E27FC236}">
                <a16:creationId xmlns:a16="http://schemas.microsoft.com/office/drawing/2014/main" id="{406FF20A-4615-5C9B-3F25-A61BBE1FA51E}"/>
              </a:ext>
              <a:ext uri="{C183D7F6-B498-43B3-948B-1728B52AA6E4}">
                <adec:decorative xmlns:adec="http://schemas.microsoft.com/office/drawing/2017/decorative" val="1"/>
              </a:ext>
            </a:extLst>
          </p:cNvPr>
          <p:cNvSpPr>
            <a:spLocks/>
          </p:cNvSpPr>
          <p:nvPr/>
        </p:nvSpPr>
        <p:spPr bwMode="auto">
          <a:xfrm>
            <a:off x="581026" y="1670127"/>
            <a:ext cx="3611595" cy="4608515"/>
          </a:xfrm>
          <a:prstGeom prst="roundRect">
            <a:avLst>
              <a:gd name="adj" fmla="val 2615"/>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Segoe UI" panose="020B0502040204020203" pitchFamily="34" charset="0"/>
            </a:endParaRPr>
          </a:p>
        </p:txBody>
      </p:sp>
      <p:sp>
        <p:nvSpPr>
          <p:cNvPr id="17" name="Title 3">
            <a:extLst>
              <a:ext uri="{FF2B5EF4-FFF2-40B4-BE49-F238E27FC236}">
                <a16:creationId xmlns:a16="http://schemas.microsoft.com/office/drawing/2014/main" id="{2BDB8591-F34B-2AC4-05E1-8F1B0F89199B}"/>
              </a:ext>
            </a:extLst>
          </p:cNvPr>
          <p:cNvSpPr txBox="1">
            <a:spLocks/>
          </p:cNvSpPr>
          <p:nvPr/>
        </p:nvSpPr>
        <p:spPr>
          <a:xfrm>
            <a:off x="581026" y="1879239"/>
            <a:ext cx="3611595" cy="677148"/>
          </a:xfrm>
          <a:prstGeom prst="rect">
            <a:avLst/>
          </a:prstGeom>
          <a:solidFill>
            <a:schemeClr val="bg2">
              <a:lumMod val="20000"/>
              <a:lumOff val="80000"/>
            </a:schemeClr>
          </a:solidFill>
        </p:spPr>
        <p:txBody>
          <a:bodyPr vert="horz" wrap="square" lIns="91440" tIns="45720" rIns="91440" bIns="45720" rtlCol="0" anchor="ctr">
            <a:noAutofit/>
          </a:bodyPr>
          <a:lstStyle>
            <a:lvl1pPr algn="l" defTabSz="914400" rtl="0" eaLnBrk="1" latinLnBrk="0" hangingPunct="1">
              <a:lnSpc>
                <a:spcPct val="90000"/>
              </a:lnSpc>
              <a:spcBef>
                <a:spcPct val="0"/>
              </a:spcBef>
              <a:buNone/>
              <a:defRPr sz="3200" b="0" i="0" kern="1200">
                <a:solidFill>
                  <a:schemeClr val="tx2"/>
                </a:solidFill>
                <a:latin typeface="+mj-lt"/>
                <a:ea typeface="+mj-ea"/>
                <a:cs typeface="Segoe Sans Display" pitchFamily="2"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Display Semibold" pitchFamily="2" charset="0"/>
                <a:ea typeface="+mj-ea"/>
                <a:cs typeface="Segoe Sans Display Semibold" pitchFamily="2" charset="0"/>
              </a:rPr>
              <a:t>Seamlessly connect to</a:t>
            </a:r>
            <a:br>
              <a:rPr kumimoji="0" lang="en-US" sz="1800" b="0" i="0" u="none" strike="noStrike" kern="1200" cap="none" spc="0" normalizeH="0" baseline="0" noProof="0">
                <a:ln>
                  <a:noFill/>
                </a:ln>
                <a:solidFill>
                  <a:srgbClr val="000000"/>
                </a:solidFill>
                <a:effectLst/>
                <a:uLnTx/>
                <a:uFillTx/>
                <a:latin typeface="Segoe Sans Display Semibold" pitchFamily="2" charset="0"/>
                <a:ea typeface="+mj-ea"/>
                <a:cs typeface="Segoe Sans Display Semibold" pitchFamily="2" charset="0"/>
              </a:rPr>
            </a:br>
            <a:r>
              <a:rPr kumimoji="0" lang="en-US" sz="1800" b="0" i="0" u="none" strike="noStrike" kern="1200" cap="none" spc="-50" normalizeH="0" baseline="0" noProof="0">
                <a:ln w="3175">
                  <a:noFill/>
                </a:ln>
                <a:solidFill>
                  <a:srgbClr val="8661C5"/>
                </a:solidFill>
                <a:effectLst/>
                <a:uLnTx/>
                <a:uFillTx/>
                <a:latin typeface="Segoe Sans Display Semibold" pitchFamily="2" charset="0"/>
                <a:ea typeface="+mj-ea"/>
                <a:cs typeface="Segoe Sans Display Semibold" pitchFamily="2" charset="0"/>
              </a:rPr>
              <a:t>more than 170+ </a:t>
            </a:r>
            <a:r>
              <a:rPr kumimoji="0" lang="en-US" sz="1800" b="1" i="0" u="none" strike="noStrike" kern="1200" cap="none" spc="0" normalizeH="0" baseline="0" noProof="0">
                <a:ln>
                  <a:noFill/>
                </a:ln>
                <a:solidFill>
                  <a:srgbClr val="000000"/>
                </a:solidFill>
                <a:effectLst/>
                <a:uLnTx/>
                <a:uFillTx/>
                <a:latin typeface="Segoe Sans Display Semibold" pitchFamily="2" charset="0"/>
                <a:ea typeface="+mj-ea"/>
                <a:cs typeface="Segoe Sans Display Semibold" pitchFamily="2" charset="0"/>
              </a:rPr>
              <a:t>data stores</a:t>
            </a:r>
          </a:p>
        </p:txBody>
      </p:sp>
      <p:pic>
        <p:nvPicPr>
          <p:cNvPr id="7" name="Graphic 6" descr="Azure Custom logo">
            <a:extLst>
              <a:ext uri="{FF2B5EF4-FFF2-40B4-BE49-F238E27FC236}">
                <a16:creationId xmlns:a16="http://schemas.microsoft.com/office/drawing/2014/main" id="{97EC12E6-7931-B35F-11CE-9727496B625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74639" y="2767662"/>
            <a:ext cx="633408" cy="633408"/>
          </a:xfrm>
          <a:prstGeom prst="rect">
            <a:avLst/>
          </a:prstGeom>
        </p:spPr>
      </p:pic>
      <p:pic>
        <p:nvPicPr>
          <p:cNvPr id="8" name="Graphic 7" descr="Azure Data Catalog logo">
            <a:extLst>
              <a:ext uri="{FF2B5EF4-FFF2-40B4-BE49-F238E27FC236}">
                <a16:creationId xmlns:a16="http://schemas.microsoft.com/office/drawing/2014/main" id="{8FC84218-52E0-5683-8373-EFC8DC54B42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7820" y="3708961"/>
            <a:ext cx="530848" cy="530848"/>
          </a:xfrm>
          <a:prstGeom prst="rect">
            <a:avLst/>
          </a:prstGeom>
        </p:spPr>
      </p:pic>
      <p:pic>
        <p:nvPicPr>
          <p:cNvPr id="4" name="Graphic 3" descr="Azure Data Factory Icon">
            <a:extLst>
              <a:ext uri="{FF2B5EF4-FFF2-40B4-BE49-F238E27FC236}">
                <a16:creationId xmlns:a16="http://schemas.microsoft.com/office/drawing/2014/main" id="{665BDF38-4DFA-EBD1-8C7C-7C3C4040F73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98038" y="4650614"/>
            <a:ext cx="446612" cy="446612"/>
          </a:xfrm>
          <a:prstGeom prst="rect">
            <a:avLst/>
          </a:prstGeom>
        </p:spPr>
      </p:pic>
      <p:pic>
        <p:nvPicPr>
          <p:cNvPr id="5" name="Graphic 4" descr="Purview logo">
            <a:extLst>
              <a:ext uri="{FF2B5EF4-FFF2-40B4-BE49-F238E27FC236}">
                <a16:creationId xmlns:a16="http://schemas.microsoft.com/office/drawing/2014/main" id="{C573C8DA-C3B0-2A93-2E0A-61162861594F}"/>
              </a:ext>
            </a:extLst>
          </p:cNvPr>
          <p:cNvPicPr>
            <a:picLocks noChangeAspect="1"/>
          </p:cNvPicPr>
          <p:nvPr/>
        </p:nvPicPr>
        <p:blipFill rotWithShape="1">
          <a:blip r:embed="rId10">
            <a:extLst>
              <a:ext uri="{96DAC541-7B7A-43D3-8B79-37D633B846F1}">
                <asvg:svgBlip xmlns:asvg="http://schemas.microsoft.com/office/drawing/2016/SVG/main" r:embed="rId11"/>
              </a:ext>
            </a:extLst>
          </a:blip>
          <a:srcRect t="12776" b="12776"/>
          <a:stretch/>
        </p:blipFill>
        <p:spPr>
          <a:xfrm>
            <a:off x="1484484" y="5479596"/>
            <a:ext cx="649434" cy="483488"/>
          </a:xfrm>
          <a:prstGeom prst="rect">
            <a:avLst/>
          </a:prstGeom>
        </p:spPr>
      </p:pic>
      <p:grpSp>
        <p:nvGrpSpPr>
          <p:cNvPr id="1045" name="Group 1044" descr="Group of arrows pointing to the left">
            <a:extLst>
              <a:ext uri="{FF2B5EF4-FFF2-40B4-BE49-F238E27FC236}">
                <a16:creationId xmlns:a16="http://schemas.microsoft.com/office/drawing/2014/main" id="{7BB7B7AF-3560-E634-8941-FE32002F35B6}"/>
              </a:ext>
            </a:extLst>
          </p:cNvPr>
          <p:cNvGrpSpPr/>
          <p:nvPr/>
        </p:nvGrpSpPr>
        <p:grpSpPr>
          <a:xfrm>
            <a:off x="1794288" y="2682470"/>
            <a:ext cx="1290353" cy="3430560"/>
            <a:chOff x="1972628" y="2631675"/>
            <a:chExt cx="1290353" cy="3430560"/>
          </a:xfrm>
        </p:grpSpPr>
        <p:sp>
          <p:nvSpPr>
            <p:cNvPr id="10" name="Arc 9">
              <a:extLst>
                <a:ext uri="{FF2B5EF4-FFF2-40B4-BE49-F238E27FC236}">
                  <a16:creationId xmlns:a16="http://schemas.microsoft.com/office/drawing/2014/main" id="{07ABCABC-A65B-0DE1-B7CC-545F6DDAA018}"/>
                </a:ext>
              </a:extLst>
            </p:cNvPr>
            <p:cNvSpPr/>
            <p:nvPr/>
          </p:nvSpPr>
          <p:spPr>
            <a:xfrm rot="10800000" flipV="1">
              <a:off x="1989221" y="4598407"/>
              <a:ext cx="1273760" cy="1463828"/>
            </a:xfrm>
            <a:prstGeom prst="arc">
              <a:avLst/>
            </a:prstGeom>
            <a:noFill/>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F5067"/>
                </a:solidFill>
                <a:effectLst/>
                <a:uLnTx/>
                <a:uFillTx/>
                <a:latin typeface="Segoe UI"/>
                <a:ea typeface="+mn-ea"/>
                <a:cs typeface="+mn-cs"/>
              </a:endParaRPr>
            </a:p>
          </p:txBody>
        </p:sp>
        <p:sp>
          <p:nvSpPr>
            <p:cNvPr id="11" name="Arc 10">
              <a:extLst>
                <a:ext uri="{FF2B5EF4-FFF2-40B4-BE49-F238E27FC236}">
                  <a16:creationId xmlns:a16="http://schemas.microsoft.com/office/drawing/2014/main" id="{C1828D33-63AD-2EE7-E5C3-D7ECD54B9DDB}"/>
                </a:ext>
              </a:extLst>
            </p:cNvPr>
            <p:cNvSpPr/>
            <p:nvPr/>
          </p:nvSpPr>
          <p:spPr>
            <a:xfrm rot="10800000">
              <a:off x="1972628" y="2631675"/>
              <a:ext cx="1273760" cy="1623525"/>
            </a:xfrm>
            <a:prstGeom prst="arc">
              <a:avLst/>
            </a:prstGeom>
            <a:noFill/>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F5067"/>
                </a:solidFill>
                <a:effectLst/>
                <a:uLnTx/>
                <a:uFillTx/>
                <a:latin typeface="Segoe UI"/>
                <a:ea typeface="+mn-ea"/>
                <a:cs typeface="+mn-cs"/>
              </a:endParaRPr>
            </a:p>
          </p:txBody>
        </p:sp>
        <p:sp>
          <p:nvSpPr>
            <p:cNvPr id="12" name="Arc 11">
              <a:extLst>
                <a:ext uri="{FF2B5EF4-FFF2-40B4-BE49-F238E27FC236}">
                  <a16:creationId xmlns:a16="http://schemas.microsoft.com/office/drawing/2014/main" id="{79D8F0F6-3C95-703C-8D3E-93D254AB1887}"/>
                </a:ext>
              </a:extLst>
            </p:cNvPr>
            <p:cNvSpPr/>
            <p:nvPr/>
          </p:nvSpPr>
          <p:spPr>
            <a:xfrm rot="10800000">
              <a:off x="1985864" y="3758590"/>
              <a:ext cx="1250278" cy="613316"/>
            </a:xfrm>
            <a:prstGeom prst="arc">
              <a:avLst/>
            </a:prstGeom>
            <a:noFill/>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F5067"/>
                </a:solidFill>
                <a:effectLst/>
                <a:uLnTx/>
                <a:uFillTx/>
                <a:latin typeface="Segoe UI"/>
                <a:ea typeface="+mn-ea"/>
                <a:cs typeface="+mn-cs"/>
              </a:endParaRPr>
            </a:p>
          </p:txBody>
        </p:sp>
        <p:sp>
          <p:nvSpPr>
            <p:cNvPr id="13" name="Arc 12">
              <a:extLst>
                <a:ext uri="{FF2B5EF4-FFF2-40B4-BE49-F238E27FC236}">
                  <a16:creationId xmlns:a16="http://schemas.microsoft.com/office/drawing/2014/main" id="{281C5731-DE80-74DE-6D90-D4D0B0949A3F}"/>
                </a:ext>
              </a:extLst>
            </p:cNvPr>
            <p:cNvSpPr/>
            <p:nvPr/>
          </p:nvSpPr>
          <p:spPr>
            <a:xfrm rot="10800000" flipV="1">
              <a:off x="1985862" y="4473693"/>
              <a:ext cx="1250278" cy="611901"/>
            </a:xfrm>
            <a:prstGeom prst="arc">
              <a:avLst/>
            </a:prstGeom>
            <a:noFill/>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F5067"/>
                </a:solidFill>
                <a:effectLst/>
                <a:uLnTx/>
                <a:uFillTx/>
                <a:latin typeface="Segoe UI"/>
                <a:ea typeface="+mn-ea"/>
                <a:cs typeface="+mn-cs"/>
              </a:endParaRPr>
            </a:p>
          </p:txBody>
        </p:sp>
      </p:grpSp>
      <p:pic>
        <p:nvPicPr>
          <p:cNvPr id="3" name="Graphic 2">
            <a:extLst>
              <a:ext uri="{FF2B5EF4-FFF2-40B4-BE49-F238E27FC236}">
                <a16:creationId xmlns:a16="http://schemas.microsoft.com/office/drawing/2014/main" id="{6417DB7F-FD27-6FC4-E437-49596CD6FBDA}"/>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486023" y="3639883"/>
            <a:ext cx="1391709" cy="1391709"/>
          </a:xfrm>
          <a:prstGeom prst="rect">
            <a:avLst/>
          </a:prstGeom>
        </p:spPr>
      </p:pic>
      <p:sp>
        <p:nvSpPr>
          <p:cNvPr id="6" name="TextBox 5">
            <a:extLst>
              <a:ext uri="{FF2B5EF4-FFF2-40B4-BE49-F238E27FC236}">
                <a16:creationId xmlns:a16="http://schemas.microsoft.com/office/drawing/2014/main" id="{FC38D1B5-5F62-FF01-452E-F4ECCD63F1E2}"/>
              </a:ext>
            </a:extLst>
          </p:cNvPr>
          <p:cNvSpPr txBox="1"/>
          <p:nvPr/>
        </p:nvSpPr>
        <p:spPr>
          <a:xfrm>
            <a:off x="2630517" y="5121601"/>
            <a:ext cx="1133271" cy="21544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 Factory</a:t>
            </a:r>
          </a:p>
        </p:txBody>
      </p:sp>
      <p:sp>
        <p:nvSpPr>
          <p:cNvPr id="240" name="Rounded Rectangle 38">
            <a:extLst>
              <a:ext uri="{FF2B5EF4-FFF2-40B4-BE49-F238E27FC236}">
                <a16:creationId xmlns:a16="http://schemas.microsoft.com/office/drawing/2014/main" id="{921A77A7-D782-7788-37A2-E6C6F11B172F}"/>
              </a:ext>
              <a:ext uri="{C183D7F6-B498-43B3-948B-1728B52AA6E4}">
                <adec:decorative xmlns:adec="http://schemas.microsoft.com/office/drawing/2017/decorative" val="1"/>
              </a:ext>
            </a:extLst>
          </p:cNvPr>
          <p:cNvSpPr>
            <a:spLocks/>
          </p:cNvSpPr>
          <p:nvPr/>
        </p:nvSpPr>
        <p:spPr bwMode="auto">
          <a:xfrm>
            <a:off x="4289899" y="1207416"/>
            <a:ext cx="7330600" cy="5100640"/>
          </a:xfrm>
          <a:prstGeom prst="roundRect">
            <a:avLst>
              <a:gd name="adj" fmla="val 1848"/>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ea typeface="+mn-ea"/>
              <a:cs typeface="Segoe UI" pitchFamily="34" charset="0"/>
            </a:endParaRPr>
          </a:p>
        </p:txBody>
      </p:sp>
      <p:pic>
        <p:nvPicPr>
          <p:cNvPr id="200" name="Graphic 199">
            <a:extLst>
              <a:ext uri="{FF2B5EF4-FFF2-40B4-BE49-F238E27FC236}">
                <a16:creationId xmlns:a16="http://schemas.microsoft.com/office/drawing/2014/main" id="{9683C0B2-D525-01DA-0714-C08550693709}"/>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582804" y="1909833"/>
            <a:ext cx="221586" cy="221586"/>
          </a:xfrm>
          <a:prstGeom prst="rect">
            <a:avLst/>
          </a:prstGeom>
        </p:spPr>
      </p:pic>
      <p:pic>
        <p:nvPicPr>
          <p:cNvPr id="180" name="Graphic 179">
            <a:extLst>
              <a:ext uri="{FF2B5EF4-FFF2-40B4-BE49-F238E27FC236}">
                <a16:creationId xmlns:a16="http://schemas.microsoft.com/office/drawing/2014/main" id="{6FA5F795-990A-0A89-7795-569A079F1CF2}"/>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398205" y="1909833"/>
            <a:ext cx="221586" cy="221586"/>
          </a:xfrm>
          <a:prstGeom prst="rect">
            <a:avLst/>
          </a:prstGeom>
        </p:spPr>
      </p:pic>
      <p:pic>
        <p:nvPicPr>
          <p:cNvPr id="1050" name="Picture 26">
            <a:extLst>
              <a:ext uri="{FF2B5EF4-FFF2-40B4-BE49-F238E27FC236}">
                <a16:creationId xmlns:a16="http://schemas.microsoft.com/office/drawing/2014/main" id="{52F9A2B3-3FFA-352B-4839-DB83948560FA}"/>
              </a:ext>
              <a:ext uri="{C183D7F6-B498-43B3-948B-1728B52AA6E4}">
                <adec:decorative xmlns:adec="http://schemas.microsoft.com/office/drawing/2017/decorative" val="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265736" y="1850461"/>
            <a:ext cx="117326" cy="280958"/>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167F8091-5E46-A699-EFDE-566EAD38C34D}"/>
              </a:ext>
              <a:ext uri="{C183D7F6-B498-43B3-948B-1728B52AA6E4}">
                <adec:decorative xmlns:adec="http://schemas.microsoft.com/office/drawing/2017/decorative" val="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091203" y="1972785"/>
            <a:ext cx="251198" cy="158634"/>
          </a:xfrm>
          <a:prstGeom prst="rect">
            <a:avLst/>
          </a:prstGeom>
          <a:noFill/>
          <a:extLst>
            <a:ext uri="{909E8E84-426E-40DD-AFC4-6F175D3DCCD1}">
              <a14:hiddenFill xmlns:a14="http://schemas.microsoft.com/office/drawing/2010/main">
                <a:solidFill>
                  <a:srgbClr val="FFFFFF"/>
                </a:solidFill>
              </a14:hiddenFill>
            </a:ext>
          </a:extLst>
        </p:spPr>
      </p:pic>
      <p:pic>
        <p:nvPicPr>
          <p:cNvPr id="181" name="Graphic 180">
            <a:extLst>
              <a:ext uri="{FF2B5EF4-FFF2-40B4-BE49-F238E27FC236}">
                <a16:creationId xmlns:a16="http://schemas.microsoft.com/office/drawing/2014/main" id="{ABDCBA3A-189E-56F0-B6AC-9C674D965528}"/>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029007" y="1909833"/>
            <a:ext cx="221586" cy="221586"/>
          </a:xfrm>
          <a:prstGeom prst="rect">
            <a:avLst/>
          </a:prstGeom>
        </p:spPr>
      </p:pic>
      <p:pic>
        <p:nvPicPr>
          <p:cNvPr id="202" name="Graphic 201">
            <a:extLst>
              <a:ext uri="{FF2B5EF4-FFF2-40B4-BE49-F238E27FC236}">
                <a16:creationId xmlns:a16="http://schemas.microsoft.com/office/drawing/2014/main" id="{C88F9CEA-1195-44F3-9342-B4A777A3D116}"/>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582804" y="2495299"/>
            <a:ext cx="221586" cy="221586"/>
          </a:xfrm>
          <a:prstGeom prst="rect">
            <a:avLst/>
          </a:prstGeom>
        </p:spPr>
      </p:pic>
      <p:pic>
        <p:nvPicPr>
          <p:cNvPr id="225" name="Graphic 224">
            <a:extLst>
              <a:ext uri="{FF2B5EF4-FFF2-40B4-BE49-F238E27FC236}">
                <a16:creationId xmlns:a16="http://schemas.microsoft.com/office/drawing/2014/main" id="{3756613C-FE49-5EA8-E7A8-587A5B820FEB}"/>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394386" y="2486013"/>
            <a:ext cx="229224" cy="230872"/>
          </a:xfrm>
          <a:prstGeom prst="rect">
            <a:avLst/>
          </a:prstGeom>
        </p:spPr>
      </p:pic>
      <p:pic>
        <p:nvPicPr>
          <p:cNvPr id="1062" name="Picture 38">
            <a:extLst>
              <a:ext uri="{FF2B5EF4-FFF2-40B4-BE49-F238E27FC236}">
                <a16:creationId xmlns:a16="http://schemas.microsoft.com/office/drawing/2014/main" id="{B34356E4-5A95-CDA2-A760-185CF0EDC77C}"/>
              </a:ext>
              <a:ext uri="{C183D7F6-B498-43B3-948B-1728B52AA6E4}">
                <adec:decorative xmlns:adec="http://schemas.microsoft.com/office/drawing/2017/decorative" val="1"/>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23155" t="5469" r="23155" b="5469"/>
          <a:stretch/>
        </p:blipFill>
        <p:spPr bwMode="auto">
          <a:xfrm>
            <a:off x="7827573" y="2494753"/>
            <a:ext cx="255256" cy="222132"/>
          </a:xfrm>
          <a:prstGeom prst="rect">
            <a:avLst/>
          </a:prstGeom>
          <a:noFill/>
          <a:extLst>
            <a:ext uri="{909E8E84-426E-40DD-AFC4-6F175D3DCCD1}">
              <a14:hiddenFill xmlns:a14="http://schemas.microsoft.com/office/drawing/2010/main">
                <a:solidFill>
                  <a:srgbClr val="FFFFFF"/>
                </a:solidFill>
              </a14:hiddenFill>
            </a:ext>
          </a:extLst>
        </p:spPr>
      </p:pic>
      <p:pic>
        <p:nvPicPr>
          <p:cNvPr id="1064" name="Picture 40">
            <a:extLst>
              <a:ext uri="{FF2B5EF4-FFF2-40B4-BE49-F238E27FC236}">
                <a16:creationId xmlns:a16="http://schemas.microsoft.com/office/drawing/2014/main" id="{5AD178B2-3F20-D2AA-91AF-1F4E0122C754}"/>
              </a:ext>
              <a:ext uri="{C183D7F6-B498-43B3-948B-1728B52AA6E4}">
                <adec:decorative xmlns:adec="http://schemas.microsoft.com/office/drawing/2017/decorative" val="1"/>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0238976" y="2552049"/>
            <a:ext cx="324856" cy="164836"/>
          </a:xfrm>
          <a:prstGeom prst="rect">
            <a:avLst/>
          </a:prstGeom>
          <a:noFill/>
          <a:extLst>
            <a:ext uri="{909E8E84-426E-40DD-AFC4-6F175D3DCCD1}">
              <a14:hiddenFill xmlns:a14="http://schemas.microsoft.com/office/drawing/2010/main">
                <a:solidFill>
                  <a:srgbClr val="FFFFFF"/>
                </a:solidFill>
              </a14:hiddenFill>
            </a:ext>
          </a:extLst>
        </p:spPr>
      </p:pic>
      <p:pic>
        <p:nvPicPr>
          <p:cNvPr id="1066" name="Picture 42">
            <a:extLst>
              <a:ext uri="{FF2B5EF4-FFF2-40B4-BE49-F238E27FC236}">
                <a16:creationId xmlns:a16="http://schemas.microsoft.com/office/drawing/2014/main" id="{0E285D8A-974D-8F63-B444-610988814949}"/>
              </a:ext>
              <a:ext uri="{C183D7F6-B498-43B3-948B-1728B52AA6E4}">
                <adec:decorative xmlns:adec="http://schemas.microsoft.com/office/drawing/2017/decorative" val="1"/>
              </a:ext>
            </a:extLst>
          </p:cNvPr>
          <p:cNvPicPr>
            <a:picLocks noChangeAspect="1" noChangeArrowheads="1"/>
          </p:cNvPicPr>
          <p:nvPr/>
        </p:nvPicPr>
        <p:blipFill rotWithShape="1">
          <a:blip r:embed="rId26">
            <a:extLst>
              <a:ext uri="{28A0092B-C50C-407E-A947-70E740481C1C}">
                <a14:useLocalDpi xmlns:a14="http://schemas.microsoft.com/office/drawing/2010/main" val="0"/>
              </a:ext>
            </a:extLst>
          </a:blip>
          <a:srcRect l="18746" r="18746" b="32925"/>
          <a:stretch/>
        </p:blipFill>
        <p:spPr bwMode="auto">
          <a:xfrm>
            <a:off x="11113317" y="2497787"/>
            <a:ext cx="206970" cy="219098"/>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a:extLst>
              <a:ext uri="{FF2B5EF4-FFF2-40B4-BE49-F238E27FC236}">
                <a16:creationId xmlns:a16="http://schemas.microsoft.com/office/drawing/2014/main" id="{04F6FB89-C6CF-741B-4983-026F73268039}"/>
              </a:ext>
              <a:ext uri="{C183D7F6-B498-43B3-948B-1728B52AA6E4}">
                <adec:decorative xmlns:adec="http://schemas.microsoft.com/office/drawing/2017/decorative" val="1"/>
              </a:ext>
            </a:extLst>
          </p:cNvPr>
          <p:cNvPicPr>
            <a:picLocks noChangeAspect="1" noChangeArrowheads="1"/>
          </p:cNvPicPr>
          <p:nvPr/>
        </p:nvPicPr>
        <p:blipFill rotWithShape="1">
          <a:blip r:embed="rId27">
            <a:extLst>
              <a:ext uri="{28A0092B-C50C-407E-A947-70E740481C1C}">
                <a14:useLocalDpi xmlns:a14="http://schemas.microsoft.com/office/drawing/2010/main" val="0"/>
              </a:ext>
            </a:extLst>
          </a:blip>
          <a:srcRect b="26389"/>
          <a:stretch/>
        </p:blipFill>
        <p:spPr bwMode="auto">
          <a:xfrm>
            <a:off x="7023208" y="2502881"/>
            <a:ext cx="233184" cy="214004"/>
          </a:xfrm>
          <a:prstGeom prst="rect">
            <a:avLst/>
          </a:prstGeom>
          <a:noFill/>
          <a:extLst>
            <a:ext uri="{909E8E84-426E-40DD-AFC4-6F175D3DCCD1}">
              <a14:hiddenFill xmlns:a14="http://schemas.microsoft.com/office/drawing/2010/main">
                <a:solidFill>
                  <a:srgbClr val="FFFFFF"/>
                </a:solidFill>
              </a14:hiddenFill>
            </a:ext>
          </a:extLst>
        </p:spPr>
      </p:pic>
      <p:pic>
        <p:nvPicPr>
          <p:cNvPr id="176" name="Graphic 175">
            <a:extLst>
              <a:ext uri="{FF2B5EF4-FFF2-40B4-BE49-F238E27FC236}">
                <a16:creationId xmlns:a16="http://schemas.microsoft.com/office/drawing/2014/main" id="{77CB0B71-6142-6911-B54E-1EB59B30198C}"/>
              </a:ext>
              <a:ext uri="{C183D7F6-B498-43B3-948B-1728B52AA6E4}">
                <adec:decorative xmlns:adec="http://schemas.microsoft.com/office/drawing/2017/decorative" val="1"/>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9475210" y="2495299"/>
            <a:ext cx="221586" cy="221586"/>
          </a:xfrm>
          <a:prstGeom prst="rect">
            <a:avLst/>
          </a:prstGeom>
        </p:spPr>
      </p:pic>
      <p:pic>
        <p:nvPicPr>
          <p:cNvPr id="207" name="Graphic 206">
            <a:extLst>
              <a:ext uri="{FF2B5EF4-FFF2-40B4-BE49-F238E27FC236}">
                <a16:creationId xmlns:a16="http://schemas.microsoft.com/office/drawing/2014/main" id="{B3855B05-6A66-0831-AD7B-92EC4BC97B12}"/>
              </a:ext>
              <a:ext uri="{C183D7F6-B498-43B3-948B-1728B52AA6E4}">
                <adec:decorative xmlns:adec="http://schemas.microsoft.com/office/drawing/2017/decorative" val="1"/>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4582804" y="1287990"/>
            <a:ext cx="221586" cy="221586"/>
          </a:xfrm>
          <a:prstGeom prst="rect">
            <a:avLst/>
          </a:prstGeom>
        </p:spPr>
      </p:pic>
      <p:pic>
        <p:nvPicPr>
          <p:cNvPr id="1040" name="Picture 16">
            <a:extLst>
              <a:ext uri="{FF2B5EF4-FFF2-40B4-BE49-F238E27FC236}">
                <a16:creationId xmlns:a16="http://schemas.microsoft.com/office/drawing/2014/main" id="{F06580EE-F125-9D09-67CB-B65BA939AF7B}"/>
              </a:ext>
              <a:ext uri="{C183D7F6-B498-43B3-948B-1728B52AA6E4}">
                <adec:decorative xmlns:adec="http://schemas.microsoft.com/office/drawing/2017/decorative" val="1"/>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405568" y="1308938"/>
            <a:ext cx="206860" cy="200638"/>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195EED76-0D52-BA0E-A53D-65CFD7EE56FD}"/>
              </a:ext>
              <a:ext uri="{C183D7F6-B498-43B3-948B-1728B52AA6E4}">
                <adec:decorative xmlns:adec="http://schemas.microsoft.com/office/drawing/2017/decorative" val="1"/>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233626" y="1328030"/>
            <a:ext cx="181546" cy="181546"/>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a:extLst>
              <a:ext uri="{FF2B5EF4-FFF2-40B4-BE49-F238E27FC236}">
                <a16:creationId xmlns:a16="http://schemas.microsoft.com/office/drawing/2014/main" id="{CB619D88-9C0B-71E3-DC1B-A4FC8EE95025}"/>
              </a:ext>
              <a:ext uri="{C183D7F6-B498-43B3-948B-1728B52AA6E4}">
                <adec:decorative xmlns:adec="http://schemas.microsoft.com/office/drawing/2017/decorative" val="1"/>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0276290" y="1298754"/>
            <a:ext cx="250228" cy="210822"/>
          </a:xfrm>
          <a:prstGeom prst="rect">
            <a:avLst/>
          </a:prstGeom>
          <a:noFill/>
          <a:extLst>
            <a:ext uri="{909E8E84-426E-40DD-AFC4-6F175D3DCCD1}">
              <a14:hiddenFill xmlns:a14="http://schemas.microsoft.com/office/drawing/2010/main">
                <a:solidFill>
                  <a:srgbClr val="FFFFFF"/>
                </a:solidFill>
              </a14:hiddenFill>
            </a:ext>
          </a:extLst>
        </p:spPr>
      </p:pic>
      <p:pic>
        <p:nvPicPr>
          <p:cNvPr id="223" name="Picture 18">
            <a:extLst>
              <a:ext uri="{FF2B5EF4-FFF2-40B4-BE49-F238E27FC236}">
                <a16:creationId xmlns:a16="http://schemas.microsoft.com/office/drawing/2014/main" id="{04E22535-38D8-4F99-C98D-0292FCCA1ED1}"/>
              </a:ext>
              <a:ext uri="{C183D7F6-B498-43B3-948B-1728B52AA6E4}">
                <adec:decorative xmlns:adec="http://schemas.microsoft.com/office/drawing/2017/decorative" val="1"/>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7049027" y="1328030"/>
            <a:ext cx="181546" cy="181546"/>
          </a:xfrm>
          <a:prstGeom prst="rect">
            <a:avLst/>
          </a:prstGeom>
          <a:noFill/>
          <a:extLst>
            <a:ext uri="{909E8E84-426E-40DD-AFC4-6F175D3DCCD1}">
              <a14:hiddenFill xmlns:a14="http://schemas.microsoft.com/office/drawing/2010/main">
                <a:solidFill>
                  <a:srgbClr val="FFFFFF"/>
                </a:solidFill>
              </a14:hiddenFill>
            </a:ext>
          </a:extLst>
        </p:spPr>
      </p:pic>
      <p:pic>
        <p:nvPicPr>
          <p:cNvPr id="1074" name="Picture 50">
            <a:extLst>
              <a:ext uri="{FF2B5EF4-FFF2-40B4-BE49-F238E27FC236}">
                <a16:creationId xmlns:a16="http://schemas.microsoft.com/office/drawing/2014/main" id="{7160DA9A-7E5D-125A-64A3-8F55F17BF790}"/>
              </a:ext>
              <a:ext uri="{C183D7F6-B498-43B3-948B-1728B52AA6E4}">
                <adec:decorative xmlns:adec="http://schemas.microsoft.com/office/drawing/2017/decorative" val="1"/>
              </a:ext>
            </a:extLst>
          </p:cNvPr>
          <p:cNvPicPr>
            <a:picLocks noChangeAspect="1" noChangeArrowheads="1"/>
          </p:cNvPicPr>
          <p:nvPr/>
        </p:nvPicPr>
        <p:blipFill rotWithShape="1">
          <a:blip r:embed="rId35">
            <a:extLst>
              <a:ext uri="{28A0092B-C50C-407E-A947-70E740481C1C}">
                <a14:useLocalDpi xmlns:a14="http://schemas.microsoft.com/office/drawing/2010/main" val="0"/>
              </a:ext>
            </a:extLst>
          </a:blip>
          <a:srcRect l="30251" r="50791"/>
          <a:stretch/>
        </p:blipFill>
        <p:spPr bwMode="auto">
          <a:xfrm>
            <a:off x="8691944" y="1286026"/>
            <a:ext cx="157316" cy="22355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7F5C41E1-DA55-EB42-3FA6-CF4ED360C2C4}"/>
              </a:ext>
              <a:ext uri="{C183D7F6-B498-43B3-948B-1728B52AA6E4}">
                <adec:decorative xmlns:adec="http://schemas.microsoft.com/office/drawing/2017/decorative" val="1"/>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9486187" y="1303604"/>
            <a:ext cx="199632" cy="205972"/>
          </a:xfrm>
          <a:prstGeom prst="rect">
            <a:avLst/>
          </a:prstGeom>
          <a:noFill/>
          <a:extLst>
            <a:ext uri="{909E8E84-426E-40DD-AFC4-6F175D3DCCD1}">
              <a14:hiddenFill xmlns:a14="http://schemas.microsoft.com/office/drawing/2010/main">
                <a:solidFill>
                  <a:srgbClr val="FFFFFF"/>
                </a:solidFill>
              </a14:hiddenFill>
            </a:ext>
          </a:extLst>
        </p:spPr>
      </p:pic>
      <p:pic>
        <p:nvPicPr>
          <p:cNvPr id="197" name="Graphic 196">
            <a:extLst>
              <a:ext uri="{FF2B5EF4-FFF2-40B4-BE49-F238E27FC236}">
                <a16:creationId xmlns:a16="http://schemas.microsoft.com/office/drawing/2014/main" id="{87338807-92EA-E5F8-9C31-3342428F5903}"/>
              </a:ext>
              <a:ext uri="{C183D7F6-B498-43B3-948B-1728B52AA6E4}">
                <adec:decorative xmlns:adec="http://schemas.microsoft.com/office/drawing/2017/decorative" val="1"/>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582804" y="3672337"/>
            <a:ext cx="221586" cy="221586"/>
          </a:xfrm>
          <a:prstGeom prst="rect">
            <a:avLst/>
          </a:prstGeom>
        </p:spPr>
      </p:pic>
      <p:pic>
        <p:nvPicPr>
          <p:cNvPr id="198" name="Graphic 197">
            <a:extLst>
              <a:ext uri="{FF2B5EF4-FFF2-40B4-BE49-F238E27FC236}">
                <a16:creationId xmlns:a16="http://schemas.microsoft.com/office/drawing/2014/main" id="{F0C34071-CC4E-7CD3-BE88-4CF589B703B2}"/>
              </a:ext>
              <a:ext uri="{C183D7F6-B498-43B3-948B-1728B52AA6E4}">
                <adec:decorative xmlns:adec="http://schemas.microsoft.com/office/drawing/2017/decorative" val="1"/>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5398205" y="3672337"/>
            <a:ext cx="221586" cy="221586"/>
          </a:xfrm>
          <a:prstGeom prst="rect">
            <a:avLst/>
          </a:prstGeom>
        </p:spPr>
      </p:pic>
      <p:pic>
        <p:nvPicPr>
          <p:cNvPr id="1028" name="Picture 4">
            <a:extLst>
              <a:ext uri="{FF2B5EF4-FFF2-40B4-BE49-F238E27FC236}">
                <a16:creationId xmlns:a16="http://schemas.microsoft.com/office/drawing/2014/main" id="{E8674738-DBDB-3047-F227-E73149DAD813}"/>
              </a:ext>
              <a:ext uri="{C183D7F6-B498-43B3-948B-1728B52AA6E4}">
                <adec:decorative xmlns:adec="http://schemas.microsoft.com/office/drawing/2017/decorative" val="1"/>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124754" y="3696175"/>
            <a:ext cx="399290" cy="17391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A7907FA9-08CD-8EE5-943E-F5D2868C0628}"/>
              </a:ext>
              <a:ext uri="{C183D7F6-B498-43B3-948B-1728B52AA6E4}">
                <adec:decorative xmlns:adec="http://schemas.microsoft.com/office/drawing/2017/decorative" val="1"/>
              </a:ext>
            </a:extLst>
          </p:cNvPr>
          <p:cNvPicPr>
            <a:picLocks noChangeAspect="1" noChangeArrowheads="1"/>
          </p:cNvPicPr>
          <p:nvPr/>
        </p:nvPicPr>
        <p:blipFill rotWithShape="1">
          <a:blip r:embed="rId40">
            <a:extLst>
              <a:ext uri="{28A0092B-C50C-407E-A947-70E740481C1C}">
                <a14:useLocalDpi xmlns:a14="http://schemas.microsoft.com/office/drawing/2010/main" val="0"/>
              </a:ext>
            </a:extLst>
          </a:blip>
          <a:srcRect l="17477" r="17477"/>
          <a:stretch/>
        </p:blipFill>
        <p:spPr bwMode="auto">
          <a:xfrm>
            <a:off x="7839593" y="3672047"/>
            <a:ext cx="231216" cy="222166"/>
          </a:xfrm>
          <a:prstGeom prst="rect">
            <a:avLst/>
          </a:prstGeom>
          <a:noFill/>
          <a:extLst>
            <a:ext uri="{909E8E84-426E-40DD-AFC4-6F175D3DCCD1}">
              <a14:hiddenFill xmlns:a14="http://schemas.microsoft.com/office/drawing/2010/main">
                <a:solidFill>
                  <a:srgbClr val="FFFFFF"/>
                </a:solidFill>
              </a14:hiddenFill>
            </a:ext>
          </a:extLst>
        </p:spPr>
      </p:pic>
      <p:pic>
        <p:nvPicPr>
          <p:cNvPr id="1088" name="Picture 64">
            <a:extLst>
              <a:ext uri="{FF2B5EF4-FFF2-40B4-BE49-F238E27FC236}">
                <a16:creationId xmlns:a16="http://schemas.microsoft.com/office/drawing/2014/main" id="{95D00BD1-5FE4-BF7E-49F8-D15D52295B06}"/>
              </a:ext>
              <a:ext uri="{C183D7F6-B498-43B3-948B-1728B52AA6E4}">
                <adec:decorative xmlns:adec="http://schemas.microsoft.com/office/drawing/2017/decorative" val="1"/>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0256754" y="3674696"/>
            <a:ext cx="289300" cy="216868"/>
          </a:xfrm>
          <a:prstGeom prst="rect">
            <a:avLst/>
          </a:prstGeom>
          <a:noFill/>
          <a:extLst>
            <a:ext uri="{909E8E84-426E-40DD-AFC4-6F175D3DCCD1}">
              <a14:hiddenFill xmlns:a14="http://schemas.microsoft.com/office/drawing/2010/main">
                <a:solidFill>
                  <a:srgbClr val="FFFFFF"/>
                </a:solidFill>
              </a14:hiddenFill>
            </a:ext>
          </a:extLst>
        </p:spPr>
      </p:pic>
      <p:pic>
        <p:nvPicPr>
          <p:cNvPr id="1082" name="Picture 58">
            <a:extLst>
              <a:ext uri="{FF2B5EF4-FFF2-40B4-BE49-F238E27FC236}">
                <a16:creationId xmlns:a16="http://schemas.microsoft.com/office/drawing/2014/main" id="{2631808A-F55D-0E4E-250F-B451B82B199A}"/>
              </a:ext>
              <a:ext uri="{C183D7F6-B498-43B3-948B-1728B52AA6E4}">
                <adec:decorative xmlns:adec="http://schemas.microsoft.com/office/drawing/2017/decorative" val="1"/>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1077801" y="3685823"/>
            <a:ext cx="278002" cy="194614"/>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60">
            <a:extLst>
              <a:ext uri="{FF2B5EF4-FFF2-40B4-BE49-F238E27FC236}">
                <a16:creationId xmlns:a16="http://schemas.microsoft.com/office/drawing/2014/main" id="{A3B64862-4D9D-4A83-8EC9-EC0FF167977A}"/>
              </a:ext>
              <a:ext uri="{C183D7F6-B498-43B3-948B-1728B52AA6E4}">
                <adec:decorative xmlns:adec="http://schemas.microsoft.com/office/drawing/2017/decorative" val="1"/>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7000764" y="3690781"/>
            <a:ext cx="278072" cy="184698"/>
          </a:xfrm>
          <a:prstGeom prst="rect">
            <a:avLst/>
          </a:prstGeom>
          <a:noFill/>
          <a:extLst>
            <a:ext uri="{909E8E84-426E-40DD-AFC4-6F175D3DCCD1}">
              <a14:hiddenFill xmlns:a14="http://schemas.microsoft.com/office/drawing/2010/main">
                <a:solidFill>
                  <a:srgbClr val="FFFFFF"/>
                </a:solidFill>
              </a14:hiddenFill>
            </a:ext>
          </a:extLst>
        </p:spPr>
      </p:pic>
      <p:pic>
        <p:nvPicPr>
          <p:cNvPr id="1086" name="Picture 62">
            <a:extLst>
              <a:ext uri="{FF2B5EF4-FFF2-40B4-BE49-F238E27FC236}">
                <a16:creationId xmlns:a16="http://schemas.microsoft.com/office/drawing/2014/main" id="{47EEF89C-F004-F13B-B760-F541B6BC2329}"/>
              </a:ext>
              <a:ext uri="{C183D7F6-B498-43B3-948B-1728B52AA6E4}">
                <adec:decorative xmlns:adec="http://schemas.microsoft.com/office/drawing/2017/decorative" val="1"/>
              </a:ext>
            </a:extLst>
          </p:cNvPr>
          <p:cNvPicPr>
            <a:picLocks noChangeAspect="1" noChangeArrowheads="1"/>
          </p:cNvPicPr>
          <p:nvPr/>
        </p:nvPicPr>
        <p:blipFill rotWithShape="1">
          <a:blip r:embed="rId44">
            <a:extLst>
              <a:ext uri="{28A0092B-C50C-407E-A947-70E740481C1C}">
                <a14:useLocalDpi xmlns:a14="http://schemas.microsoft.com/office/drawing/2010/main" val="0"/>
              </a:ext>
            </a:extLst>
          </a:blip>
          <a:srcRect t="2500" r="68632" b="2500"/>
          <a:stretch/>
        </p:blipFill>
        <p:spPr bwMode="auto">
          <a:xfrm>
            <a:off x="9454243" y="3663416"/>
            <a:ext cx="263520" cy="239428"/>
          </a:xfrm>
          <a:prstGeom prst="rect">
            <a:avLst/>
          </a:prstGeom>
          <a:noFill/>
          <a:extLst>
            <a:ext uri="{909E8E84-426E-40DD-AFC4-6F175D3DCCD1}">
              <a14:hiddenFill xmlns:a14="http://schemas.microsoft.com/office/drawing/2010/main">
                <a:solidFill>
                  <a:srgbClr val="FFFFFF"/>
                </a:solidFill>
              </a14:hiddenFill>
            </a:ext>
          </a:extLst>
        </p:spPr>
      </p:pic>
      <p:pic>
        <p:nvPicPr>
          <p:cNvPr id="196" name="Graphic 195">
            <a:extLst>
              <a:ext uri="{FF2B5EF4-FFF2-40B4-BE49-F238E27FC236}">
                <a16:creationId xmlns:a16="http://schemas.microsoft.com/office/drawing/2014/main" id="{D3B31C95-A1AE-1C6D-E338-EA2B55398453}"/>
              </a:ext>
              <a:ext uri="{C183D7F6-B498-43B3-948B-1728B52AA6E4}">
                <adec:decorative xmlns:adec="http://schemas.microsoft.com/office/drawing/2017/decorative" val="1"/>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582804" y="4440472"/>
            <a:ext cx="221586" cy="221586"/>
          </a:xfrm>
          <a:prstGeom prst="rect">
            <a:avLst/>
          </a:prstGeom>
        </p:spPr>
      </p:pic>
      <p:pic>
        <p:nvPicPr>
          <p:cNvPr id="178" name="Graphic 177">
            <a:extLst>
              <a:ext uri="{FF2B5EF4-FFF2-40B4-BE49-F238E27FC236}">
                <a16:creationId xmlns:a16="http://schemas.microsoft.com/office/drawing/2014/main" id="{A9ED09C5-54A5-1FDF-0E8C-83FC91EB0F2B}"/>
              </a:ext>
              <a:ext uri="{C183D7F6-B498-43B3-948B-1728B52AA6E4}">
                <adec:decorative xmlns:adec="http://schemas.microsoft.com/office/drawing/2017/decorative" val="1"/>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5398205" y="4440472"/>
            <a:ext cx="221586" cy="221586"/>
          </a:xfrm>
          <a:prstGeom prst="rect">
            <a:avLst/>
          </a:prstGeom>
        </p:spPr>
      </p:pic>
      <p:pic>
        <p:nvPicPr>
          <p:cNvPr id="1038" name="Picture 14">
            <a:extLst>
              <a:ext uri="{FF2B5EF4-FFF2-40B4-BE49-F238E27FC236}">
                <a16:creationId xmlns:a16="http://schemas.microsoft.com/office/drawing/2014/main" id="{47B2B84B-3716-C1CC-9F5E-B78EC844D32C}"/>
              </a:ext>
              <a:ext uri="{C183D7F6-B498-43B3-948B-1728B52AA6E4}">
                <adec:decorative xmlns:adec="http://schemas.microsoft.com/office/drawing/2017/decorative" val="1"/>
              </a:ext>
            </a:extLst>
          </p:cNvPr>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6145922" y="4459059"/>
            <a:ext cx="356954" cy="184412"/>
          </a:xfrm>
          <a:prstGeom prst="rect">
            <a:avLst/>
          </a:prstGeom>
          <a:noFill/>
          <a:extLst>
            <a:ext uri="{909E8E84-426E-40DD-AFC4-6F175D3DCCD1}">
              <a14:hiddenFill xmlns:a14="http://schemas.microsoft.com/office/drawing/2010/main">
                <a:solidFill>
                  <a:srgbClr val="FFFFFF"/>
                </a:solidFill>
              </a14:hiddenFill>
            </a:ext>
          </a:extLst>
        </p:spPr>
      </p:pic>
      <p:pic>
        <p:nvPicPr>
          <p:cNvPr id="231" name="Picture 24">
            <a:extLst>
              <a:ext uri="{FF2B5EF4-FFF2-40B4-BE49-F238E27FC236}">
                <a16:creationId xmlns:a16="http://schemas.microsoft.com/office/drawing/2014/main" id="{59DF1902-1E46-086F-440E-D3358CFB7A32}"/>
              </a:ext>
              <a:ext uri="{C183D7F6-B498-43B3-948B-1728B52AA6E4}">
                <adec:decorative xmlns:adec="http://schemas.microsoft.com/office/drawing/2017/decorative" val="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829602" y="4471948"/>
            <a:ext cx="251198" cy="15863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ED44C8CD-C730-F392-44DA-628C6A99C268}"/>
              </a:ext>
              <a:ext uri="{C183D7F6-B498-43B3-948B-1728B52AA6E4}">
                <adec:decorative xmlns:adec="http://schemas.microsoft.com/office/drawing/2017/decorative" val="1"/>
              </a:ext>
            </a:extLst>
          </p:cNvPr>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11118533" y="4448575"/>
            <a:ext cx="196538" cy="205380"/>
          </a:xfrm>
          <a:prstGeom prst="rect">
            <a:avLst/>
          </a:prstGeom>
          <a:noFill/>
          <a:extLst>
            <a:ext uri="{909E8E84-426E-40DD-AFC4-6F175D3DCCD1}">
              <a14:hiddenFill xmlns:a14="http://schemas.microsoft.com/office/drawing/2010/main">
                <a:solidFill>
                  <a:srgbClr val="FFFFFF"/>
                </a:solidFill>
              </a14:hiddenFill>
            </a:ext>
          </a:extLst>
        </p:spPr>
      </p:pic>
      <p:pic>
        <p:nvPicPr>
          <p:cNvPr id="1092" name="Picture 68">
            <a:extLst>
              <a:ext uri="{FF2B5EF4-FFF2-40B4-BE49-F238E27FC236}">
                <a16:creationId xmlns:a16="http://schemas.microsoft.com/office/drawing/2014/main" id="{963A306A-A260-058D-0203-ED4811336A2F}"/>
              </a:ext>
              <a:ext uri="{C183D7F6-B498-43B3-948B-1728B52AA6E4}">
                <adec:decorative xmlns:adec="http://schemas.microsoft.com/office/drawing/2017/decorative" val="1"/>
              </a:ext>
            </a:extLst>
          </p:cNvPr>
          <p:cNvPicPr>
            <a:picLocks noChangeAspect="1" noChangeArrowheads="1"/>
          </p:cNvPicPr>
          <p:nvPr/>
        </p:nvPicPr>
        <p:blipFill rotWithShape="1">
          <a:blip r:embed="rId49">
            <a:extLst>
              <a:ext uri="{28A0092B-C50C-407E-A947-70E740481C1C}">
                <a14:useLocalDpi xmlns:a14="http://schemas.microsoft.com/office/drawing/2010/main" val="0"/>
              </a:ext>
            </a:extLst>
          </a:blip>
          <a:srcRect r="76071"/>
          <a:stretch/>
        </p:blipFill>
        <p:spPr bwMode="auto">
          <a:xfrm>
            <a:off x="7029403" y="4442233"/>
            <a:ext cx="220794" cy="218064"/>
          </a:xfrm>
          <a:prstGeom prst="rect">
            <a:avLst/>
          </a:prstGeom>
          <a:noFill/>
          <a:extLst>
            <a:ext uri="{909E8E84-426E-40DD-AFC4-6F175D3DCCD1}">
              <a14:hiddenFill xmlns:a14="http://schemas.microsoft.com/office/drawing/2010/main">
                <a:solidFill>
                  <a:srgbClr val="FFFFFF"/>
                </a:solidFill>
              </a14:hiddenFill>
            </a:ext>
          </a:extLst>
        </p:spPr>
      </p:pic>
      <p:pic>
        <p:nvPicPr>
          <p:cNvPr id="232" name="Picture 24">
            <a:extLst>
              <a:ext uri="{FF2B5EF4-FFF2-40B4-BE49-F238E27FC236}">
                <a16:creationId xmlns:a16="http://schemas.microsoft.com/office/drawing/2014/main" id="{66967B0A-F84D-E506-43FC-9D75297A6ECC}"/>
              </a:ext>
              <a:ext uri="{C183D7F6-B498-43B3-948B-1728B52AA6E4}">
                <adec:decorative xmlns:adec="http://schemas.microsoft.com/office/drawing/2017/decorative" val="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460404" y="4471948"/>
            <a:ext cx="251198" cy="158634"/>
          </a:xfrm>
          <a:prstGeom prst="rect">
            <a:avLst/>
          </a:prstGeom>
          <a:noFill/>
          <a:extLst>
            <a:ext uri="{909E8E84-426E-40DD-AFC4-6F175D3DCCD1}">
              <a14:hiddenFill xmlns:a14="http://schemas.microsoft.com/office/drawing/2010/main">
                <a:solidFill>
                  <a:srgbClr val="FFFFFF"/>
                </a:solidFill>
              </a14:hiddenFill>
            </a:ext>
          </a:extLst>
        </p:spPr>
      </p:pic>
      <p:pic>
        <p:nvPicPr>
          <p:cNvPr id="1094" name="Picture 70">
            <a:extLst>
              <a:ext uri="{FF2B5EF4-FFF2-40B4-BE49-F238E27FC236}">
                <a16:creationId xmlns:a16="http://schemas.microsoft.com/office/drawing/2014/main" id="{EA748EC1-DDED-D31E-60D2-A91842AB87C0}"/>
              </a:ext>
              <a:ext uri="{C183D7F6-B498-43B3-948B-1728B52AA6E4}">
                <adec:decorative xmlns:adec="http://schemas.microsoft.com/office/drawing/2017/decorative" val="1"/>
              </a:ext>
            </a:extLst>
          </p:cNvPr>
          <p:cNvPicPr>
            <a:picLocks noChangeAspect="1" noChangeArrowheads="1"/>
          </p:cNvPicPr>
          <p:nvPr/>
        </p:nvPicPr>
        <p:blipFill rotWithShape="1">
          <a:blip r:embed="rId50">
            <a:extLst>
              <a:ext uri="{28A0092B-C50C-407E-A947-70E740481C1C}">
                <a14:useLocalDpi xmlns:a14="http://schemas.microsoft.com/office/drawing/2010/main" val="0"/>
              </a:ext>
            </a:extLst>
          </a:blip>
          <a:srcRect l="10208" t="19289" r="15104" b="28953"/>
          <a:stretch/>
        </p:blipFill>
        <p:spPr bwMode="auto">
          <a:xfrm>
            <a:off x="4493823" y="5290950"/>
            <a:ext cx="399548" cy="89160"/>
          </a:xfrm>
          <a:prstGeom prst="rect">
            <a:avLst/>
          </a:prstGeom>
          <a:noFill/>
          <a:extLst>
            <a:ext uri="{909E8E84-426E-40DD-AFC4-6F175D3DCCD1}">
              <a14:hiddenFill xmlns:a14="http://schemas.microsoft.com/office/drawing/2010/main">
                <a:solidFill>
                  <a:srgbClr val="FFFFFF"/>
                </a:solidFill>
              </a14:hiddenFill>
            </a:ext>
          </a:extLst>
        </p:spPr>
      </p:pic>
      <p:pic>
        <p:nvPicPr>
          <p:cNvPr id="1096" name="Picture 72">
            <a:extLst>
              <a:ext uri="{FF2B5EF4-FFF2-40B4-BE49-F238E27FC236}">
                <a16:creationId xmlns:a16="http://schemas.microsoft.com/office/drawing/2014/main" id="{C13D88A7-CAB6-CF50-95DE-C520CC48F437}"/>
              </a:ext>
              <a:ext uri="{C183D7F6-B498-43B3-948B-1728B52AA6E4}">
                <adec:decorative xmlns:adec="http://schemas.microsoft.com/office/drawing/2017/decorative" val="1"/>
              </a:ext>
            </a:extLst>
          </p:cNvPr>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5321832" y="5298974"/>
            <a:ext cx="374332" cy="73112"/>
          </a:xfrm>
          <a:prstGeom prst="rect">
            <a:avLst/>
          </a:prstGeom>
          <a:noFill/>
          <a:extLst>
            <a:ext uri="{909E8E84-426E-40DD-AFC4-6F175D3DCCD1}">
              <a14:hiddenFill xmlns:a14="http://schemas.microsoft.com/office/drawing/2010/main">
                <a:solidFill>
                  <a:srgbClr val="FFFFFF"/>
                </a:solidFill>
              </a14:hiddenFill>
            </a:ext>
          </a:extLst>
        </p:spPr>
      </p:pic>
      <p:grpSp>
        <p:nvGrpSpPr>
          <p:cNvPr id="194" name="Group 193">
            <a:extLst>
              <a:ext uri="{FF2B5EF4-FFF2-40B4-BE49-F238E27FC236}">
                <a16:creationId xmlns:a16="http://schemas.microsoft.com/office/drawing/2014/main" id="{DC2FD46B-DBDE-2627-E8FC-32FD049A581E}"/>
              </a:ext>
              <a:ext uri="{C183D7F6-B498-43B3-948B-1728B52AA6E4}">
                <adec:decorative xmlns:adec="http://schemas.microsoft.com/office/drawing/2017/decorative" val="1"/>
              </a:ext>
            </a:extLst>
          </p:cNvPr>
          <p:cNvGrpSpPr/>
          <p:nvPr/>
        </p:nvGrpSpPr>
        <p:grpSpPr>
          <a:xfrm>
            <a:off x="6256877" y="5246280"/>
            <a:ext cx="135044" cy="178500"/>
            <a:chOff x="7230484" y="5281808"/>
            <a:chExt cx="104489" cy="138113"/>
          </a:xfrm>
        </p:grpSpPr>
        <p:sp>
          <p:nvSpPr>
            <p:cNvPr id="190" name="Freeform: Shape 189">
              <a:extLst>
                <a:ext uri="{FF2B5EF4-FFF2-40B4-BE49-F238E27FC236}">
                  <a16:creationId xmlns:a16="http://schemas.microsoft.com/office/drawing/2014/main" id="{67A921CA-6CDF-8A93-2B4E-0EBC1B2C3486}"/>
                </a:ext>
              </a:extLst>
            </p:cNvPr>
            <p:cNvSpPr/>
            <p:nvPr/>
          </p:nvSpPr>
          <p:spPr>
            <a:xfrm>
              <a:off x="7230484" y="5300668"/>
              <a:ext cx="104489" cy="119253"/>
            </a:xfrm>
            <a:custGeom>
              <a:avLst/>
              <a:gdLst>
                <a:gd name="connsiteX0" fmla="*/ 52388 w 104489"/>
                <a:gd name="connsiteY0" fmla="*/ 18859 h 119253"/>
                <a:gd name="connsiteX1" fmla="*/ 0 w 104489"/>
                <a:gd name="connsiteY1" fmla="*/ 0 h 119253"/>
                <a:gd name="connsiteX2" fmla="*/ 0 w 104489"/>
                <a:gd name="connsiteY2" fmla="*/ 100203 h 119253"/>
                <a:gd name="connsiteX3" fmla="*/ 51340 w 104489"/>
                <a:gd name="connsiteY3" fmla="*/ 119253 h 119253"/>
                <a:gd name="connsiteX4" fmla="*/ 52388 w 104489"/>
                <a:gd name="connsiteY4" fmla="*/ 119253 h 119253"/>
                <a:gd name="connsiteX5" fmla="*/ 104489 w 104489"/>
                <a:gd name="connsiteY5" fmla="*/ 100203 h 119253"/>
                <a:gd name="connsiteX6" fmla="*/ 104489 w 104489"/>
                <a:gd name="connsiteY6" fmla="*/ 0 h 119253"/>
                <a:gd name="connsiteX7" fmla="*/ 52388 w 104489"/>
                <a:gd name="connsiteY7" fmla="*/ 18859 h 119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89" h="119253">
                  <a:moveTo>
                    <a:pt x="52388" y="18859"/>
                  </a:moveTo>
                  <a:cubicBezTo>
                    <a:pt x="23813" y="18859"/>
                    <a:pt x="0" y="10382"/>
                    <a:pt x="0" y="0"/>
                  </a:cubicBezTo>
                  <a:lnTo>
                    <a:pt x="0" y="100203"/>
                  </a:lnTo>
                  <a:cubicBezTo>
                    <a:pt x="0" y="110585"/>
                    <a:pt x="22955" y="119253"/>
                    <a:pt x="51340" y="119253"/>
                  </a:cubicBezTo>
                  <a:lnTo>
                    <a:pt x="52388" y="119253"/>
                  </a:lnTo>
                  <a:cubicBezTo>
                    <a:pt x="80963" y="119253"/>
                    <a:pt x="104489" y="110871"/>
                    <a:pt x="104489" y="100203"/>
                  </a:cubicBezTo>
                  <a:lnTo>
                    <a:pt x="104489" y="0"/>
                  </a:lnTo>
                  <a:cubicBezTo>
                    <a:pt x="104108" y="10382"/>
                    <a:pt x="80963" y="18859"/>
                    <a:pt x="52388" y="18859"/>
                  </a:cubicBezTo>
                  <a:close/>
                </a:path>
              </a:pathLst>
            </a:custGeom>
            <a:gradFill>
              <a:gsLst>
                <a:gs pos="0">
                  <a:srgbClr val="005BA1"/>
                </a:gs>
                <a:gs pos="7000">
                  <a:srgbClr val="0060A9"/>
                </a:gs>
                <a:gs pos="36000">
                  <a:srgbClr val="0071C8"/>
                </a:gs>
                <a:gs pos="52000">
                  <a:srgbClr val="0078D4"/>
                </a:gs>
                <a:gs pos="64000">
                  <a:srgbClr val="0074CD"/>
                </a:gs>
                <a:gs pos="82000">
                  <a:srgbClr val="006ABB"/>
                </a:gs>
                <a:gs pos="100000">
                  <a:srgbClr val="005BA1"/>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1" name="Freeform: Shape 190">
              <a:extLst>
                <a:ext uri="{FF2B5EF4-FFF2-40B4-BE49-F238E27FC236}">
                  <a16:creationId xmlns:a16="http://schemas.microsoft.com/office/drawing/2014/main" id="{C041A9E4-B345-D359-7D5F-823CCD41E007}"/>
                </a:ext>
              </a:extLst>
            </p:cNvPr>
            <p:cNvSpPr/>
            <p:nvPr/>
          </p:nvSpPr>
          <p:spPr>
            <a:xfrm>
              <a:off x="7230484" y="5281808"/>
              <a:ext cx="104489" cy="37909"/>
            </a:xfrm>
            <a:custGeom>
              <a:avLst/>
              <a:gdLst>
                <a:gd name="connsiteX0" fmla="*/ 104108 w 104489"/>
                <a:gd name="connsiteY0" fmla="*/ 18860 h 37909"/>
                <a:gd name="connsiteX1" fmla="*/ 52007 w 104489"/>
                <a:gd name="connsiteY1" fmla="*/ 37909 h 37909"/>
                <a:gd name="connsiteX2" fmla="*/ 0 w 104489"/>
                <a:gd name="connsiteY2" fmla="*/ 18860 h 37909"/>
                <a:gd name="connsiteX3" fmla="*/ 52388 w 104489"/>
                <a:gd name="connsiteY3" fmla="*/ 0 h 37909"/>
                <a:gd name="connsiteX4" fmla="*/ 104489 w 104489"/>
                <a:gd name="connsiteY4" fmla="*/ 19050 h 37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489" h="37909">
                  <a:moveTo>
                    <a:pt x="104108" y="18860"/>
                  </a:moveTo>
                  <a:cubicBezTo>
                    <a:pt x="104108" y="29242"/>
                    <a:pt x="80772" y="37909"/>
                    <a:pt x="52007" y="37909"/>
                  </a:cubicBezTo>
                  <a:cubicBezTo>
                    <a:pt x="23241" y="37909"/>
                    <a:pt x="0" y="29242"/>
                    <a:pt x="0" y="18860"/>
                  </a:cubicBezTo>
                  <a:cubicBezTo>
                    <a:pt x="0" y="8477"/>
                    <a:pt x="23813" y="0"/>
                    <a:pt x="52388" y="0"/>
                  </a:cubicBezTo>
                  <a:cubicBezTo>
                    <a:pt x="80963" y="0"/>
                    <a:pt x="104489" y="8382"/>
                    <a:pt x="104489" y="19050"/>
                  </a:cubicBezTo>
                </a:path>
              </a:pathLst>
            </a:custGeom>
            <a:solidFill>
              <a:srgbClr val="E8E8E8"/>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2" name="Freeform: Shape 191">
              <a:extLst>
                <a:ext uri="{FF2B5EF4-FFF2-40B4-BE49-F238E27FC236}">
                  <a16:creationId xmlns:a16="http://schemas.microsoft.com/office/drawing/2014/main" id="{A29DA6DB-63BE-6A9B-0BC8-85977918F98D}"/>
                </a:ext>
              </a:extLst>
            </p:cNvPr>
            <p:cNvSpPr/>
            <p:nvPr/>
          </p:nvSpPr>
          <p:spPr>
            <a:xfrm>
              <a:off x="7242581" y="5287142"/>
              <a:ext cx="80200" cy="23907"/>
            </a:xfrm>
            <a:custGeom>
              <a:avLst/>
              <a:gdLst>
                <a:gd name="connsiteX0" fmla="*/ 79820 w 80200"/>
                <a:gd name="connsiteY0" fmla="*/ 12002 h 23907"/>
                <a:gd name="connsiteX1" fmla="*/ 39910 w 80200"/>
                <a:gd name="connsiteY1" fmla="*/ 23908 h 23907"/>
                <a:gd name="connsiteX2" fmla="*/ 0 w 80200"/>
                <a:gd name="connsiteY2" fmla="*/ 12002 h 23907"/>
                <a:gd name="connsiteX3" fmla="*/ 40291 w 80200"/>
                <a:gd name="connsiteY3" fmla="*/ 0 h 23907"/>
                <a:gd name="connsiteX4" fmla="*/ 80201 w 80200"/>
                <a:gd name="connsiteY4" fmla="*/ 12002 h 23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00" h="23907">
                  <a:moveTo>
                    <a:pt x="79820" y="12002"/>
                  </a:moveTo>
                  <a:cubicBezTo>
                    <a:pt x="79820" y="18574"/>
                    <a:pt x="62008" y="23908"/>
                    <a:pt x="39910" y="23908"/>
                  </a:cubicBezTo>
                  <a:cubicBezTo>
                    <a:pt x="17812" y="23908"/>
                    <a:pt x="0" y="18574"/>
                    <a:pt x="0" y="12002"/>
                  </a:cubicBezTo>
                  <a:cubicBezTo>
                    <a:pt x="0" y="5429"/>
                    <a:pt x="17907" y="0"/>
                    <a:pt x="40291" y="0"/>
                  </a:cubicBezTo>
                  <a:cubicBezTo>
                    <a:pt x="62675" y="0"/>
                    <a:pt x="80201" y="5334"/>
                    <a:pt x="80201" y="12002"/>
                  </a:cubicBezTo>
                </a:path>
              </a:pathLst>
            </a:custGeom>
            <a:solidFill>
              <a:srgbClr val="50E6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3" name="Freeform: Shape 192">
              <a:extLst>
                <a:ext uri="{FF2B5EF4-FFF2-40B4-BE49-F238E27FC236}">
                  <a16:creationId xmlns:a16="http://schemas.microsoft.com/office/drawing/2014/main" id="{B9F05542-5B6F-EE4D-DC69-AB1E8045C4B2}"/>
                </a:ext>
              </a:extLst>
            </p:cNvPr>
            <p:cNvSpPr/>
            <p:nvPr/>
          </p:nvSpPr>
          <p:spPr>
            <a:xfrm>
              <a:off x="7251344" y="5301875"/>
              <a:ext cx="63150" cy="9208"/>
            </a:xfrm>
            <a:custGeom>
              <a:avLst/>
              <a:gdLst>
                <a:gd name="connsiteX0" fmla="*/ 31528 w 63150"/>
                <a:gd name="connsiteY0" fmla="*/ 31 h 9208"/>
                <a:gd name="connsiteX1" fmla="*/ 0 w 63150"/>
                <a:gd name="connsiteY1" fmla="*/ 4508 h 9208"/>
                <a:gd name="connsiteX2" fmla="*/ 31528 w 63150"/>
                <a:gd name="connsiteY2" fmla="*/ 9175 h 9208"/>
                <a:gd name="connsiteX3" fmla="*/ 63151 w 63150"/>
                <a:gd name="connsiteY3" fmla="*/ 4508 h 9208"/>
                <a:gd name="connsiteX4" fmla="*/ 31528 w 63150"/>
                <a:gd name="connsiteY4" fmla="*/ 31 h 9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150" h="9208">
                  <a:moveTo>
                    <a:pt x="31528" y="31"/>
                  </a:moveTo>
                  <a:cubicBezTo>
                    <a:pt x="20843" y="-235"/>
                    <a:pt x="10188" y="1278"/>
                    <a:pt x="0" y="4508"/>
                  </a:cubicBezTo>
                  <a:cubicBezTo>
                    <a:pt x="10158" y="7884"/>
                    <a:pt x="20827" y="9463"/>
                    <a:pt x="31528" y="9175"/>
                  </a:cubicBezTo>
                  <a:cubicBezTo>
                    <a:pt x="42259" y="9453"/>
                    <a:pt x="52957" y="7874"/>
                    <a:pt x="63151" y="4508"/>
                  </a:cubicBezTo>
                  <a:cubicBezTo>
                    <a:pt x="52931" y="1271"/>
                    <a:pt x="42244" y="-242"/>
                    <a:pt x="31528" y="31"/>
                  </a:cubicBezTo>
                  <a:close/>
                </a:path>
              </a:pathLst>
            </a:custGeom>
            <a:solidFill>
              <a:srgbClr val="198AB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5B61"/>
                </a:solidFill>
                <a:effectLst/>
                <a:uLnTx/>
                <a:uFillTx/>
                <a:latin typeface="Segoe Sans Text Semilight"/>
                <a:ea typeface="+mn-ea"/>
                <a:cs typeface="+mn-cs"/>
              </a:endParaRPr>
            </a:p>
          </p:txBody>
        </p:sp>
      </p:grpSp>
      <p:pic>
        <p:nvPicPr>
          <p:cNvPr id="1104" name="Picture 80">
            <a:extLst>
              <a:ext uri="{FF2B5EF4-FFF2-40B4-BE49-F238E27FC236}">
                <a16:creationId xmlns:a16="http://schemas.microsoft.com/office/drawing/2014/main" id="{E90A35BC-04ED-695E-1557-AB2AEAF723B1}"/>
              </a:ext>
              <a:ext uri="{C183D7F6-B498-43B3-948B-1728B52AA6E4}">
                <adec:decorative xmlns:adec="http://schemas.microsoft.com/office/drawing/2017/decorative" val="1"/>
              </a:ext>
            </a:extLst>
          </p:cNvPr>
          <p:cNvPicPr>
            <a:picLocks noChangeAspect="1" noChangeArrowheads="1"/>
          </p:cNvPicPr>
          <p:nvPr/>
        </p:nvPicPr>
        <p:blipFill rotWithShape="1">
          <a:blip r:embed="rId52">
            <a:extLst>
              <a:ext uri="{28A0092B-C50C-407E-A947-70E740481C1C}">
                <a14:useLocalDpi xmlns:a14="http://schemas.microsoft.com/office/drawing/2010/main" val="0"/>
              </a:ext>
            </a:extLst>
          </a:blip>
          <a:srcRect t="15926" r="76949" b="31235"/>
          <a:stretch/>
        </p:blipFill>
        <p:spPr bwMode="auto">
          <a:xfrm>
            <a:off x="10273074" y="5236164"/>
            <a:ext cx="256660" cy="198732"/>
          </a:xfrm>
          <a:prstGeom prst="rect">
            <a:avLst/>
          </a:prstGeom>
          <a:noFill/>
          <a:extLst>
            <a:ext uri="{909E8E84-426E-40DD-AFC4-6F175D3DCCD1}">
              <a14:hiddenFill xmlns:a14="http://schemas.microsoft.com/office/drawing/2010/main">
                <a:solidFill>
                  <a:srgbClr val="FFFFFF"/>
                </a:solidFill>
              </a14:hiddenFill>
            </a:ext>
          </a:extLst>
        </p:spPr>
      </p:pic>
      <p:pic>
        <p:nvPicPr>
          <p:cNvPr id="236" name="Graphic 235">
            <a:extLst>
              <a:ext uri="{FF2B5EF4-FFF2-40B4-BE49-F238E27FC236}">
                <a16:creationId xmlns:a16="http://schemas.microsoft.com/office/drawing/2014/main" id="{BCD6F74C-C33A-9C54-80E8-4813EA32B41B}"/>
              </a:ext>
              <a:ext uri="{C183D7F6-B498-43B3-948B-1728B52AA6E4}">
                <adec:decorative xmlns:adec="http://schemas.microsoft.com/office/drawing/2017/decorative" val="1"/>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1114078" y="5232806"/>
            <a:ext cx="205448" cy="205448"/>
          </a:xfrm>
          <a:prstGeom prst="rect">
            <a:avLst/>
          </a:prstGeom>
        </p:spPr>
      </p:pic>
      <p:pic>
        <p:nvPicPr>
          <p:cNvPr id="1128" name="Picture 104">
            <a:extLst>
              <a:ext uri="{FF2B5EF4-FFF2-40B4-BE49-F238E27FC236}">
                <a16:creationId xmlns:a16="http://schemas.microsoft.com/office/drawing/2014/main" id="{66B7B879-B2DD-6D59-C720-5C08DAA12BF7}"/>
              </a:ext>
              <a:ext uri="{C183D7F6-B498-43B3-948B-1728B52AA6E4}">
                <adec:decorative xmlns:adec="http://schemas.microsoft.com/office/drawing/2017/decorative" val="1"/>
              </a:ext>
            </a:extLst>
          </p:cNvPr>
          <p:cNvPicPr>
            <a:picLocks noChangeAspect="1" noChangeArrowheads="1"/>
          </p:cNvPicPr>
          <p:nvPr/>
        </p:nvPicPr>
        <p:blipFill rotWithShape="1">
          <a:blip r:embed="rId55">
            <a:extLst>
              <a:ext uri="{28A0092B-C50C-407E-A947-70E740481C1C}">
                <a14:useLocalDpi xmlns:a14="http://schemas.microsoft.com/office/drawing/2010/main" val="0"/>
              </a:ext>
            </a:extLst>
          </a:blip>
          <a:srcRect l="11000" t="11762" r="10832" b="10500"/>
          <a:stretch/>
        </p:blipFill>
        <p:spPr bwMode="auto">
          <a:xfrm>
            <a:off x="7052315" y="5248308"/>
            <a:ext cx="174970" cy="174444"/>
          </a:xfrm>
          <a:prstGeom prst="rect">
            <a:avLst/>
          </a:prstGeom>
          <a:noFill/>
          <a:extLst>
            <a:ext uri="{909E8E84-426E-40DD-AFC4-6F175D3DCCD1}">
              <a14:hiddenFill xmlns:a14="http://schemas.microsoft.com/office/drawing/2010/main">
                <a:solidFill>
                  <a:srgbClr val="FFFFFF"/>
                </a:solidFill>
              </a14:hiddenFill>
            </a:ext>
          </a:extLst>
        </p:spPr>
      </p:pic>
      <p:pic>
        <p:nvPicPr>
          <p:cNvPr id="1098" name="Picture 74">
            <a:extLst>
              <a:ext uri="{FF2B5EF4-FFF2-40B4-BE49-F238E27FC236}">
                <a16:creationId xmlns:a16="http://schemas.microsoft.com/office/drawing/2014/main" id="{F6CEB3B3-BCA4-CCA0-2252-9F4CBDADFB66}"/>
              </a:ext>
              <a:ext uri="{C183D7F6-B498-43B3-948B-1728B52AA6E4}">
                <adec:decorative xmlns:adec="http://schemas.microsoft.com/office/drawing/2017/decorative" val="1"/>
              </a:ext>
            </a:extLst>
          </p:cNvPr>
          <p:cNvPicPr>
            <a:picLocks noChangeAspect="1" noChangeArrowheads="1"/>
          </p:cNvPicPr>
          <p:nvPr/>
        </p:nvPicPr>
        <p:blipFill rotWithShape="1">
          <a:blip r:embed="rId56">
            <a:extLst>
              <a:ext uri="{28A0092B-C50C-407E-A947-70E740481C1C}">
                <a14:useLocalDpi xmlns:a14="http://schemas.microsoft.com/office/drawing/2010/main" val="0"/>
              </a:ext>
            </a:extLst>
          </a:blip>
          <a:srcRect l="32655" r="25249" b="34900"/>
          <a:stretch/>
        </p:blipFill>
        <p:spPr bwMode="auto">
          <a:xfrm>
            <a:off x="8656784" y="5250146"/>
            <a:ext cx="227636" cy="170768"/>
          </a:xfrm>
          <a:prstGeom prst="rect">
            <a:avLst/>
          </a:prstGeom>
          <a:noFill/>
          <a:extLst>
            <a:ext uri="{909E8E84-426E-40DD-AFC4-6F175D3DCCD1}">
              <a14:hiddenFill xmlns:a14="http://schemas.microsoft.com/office/drawing/2010/main">
                <a:solidFill>
                  <a:srgbClr val="FFFFFF"/>
                </a:solidFill>
              </a14:hiddenFill>
            </a:ext>
          </a:extLst>
        </p:spPr>
      </p:pic>
      <p:pic>
        <p:nvPicPr>
          <p:cNvPr id="1102" name="Picture 78">
            <a:extLst>
              <a:ext uri="{FF2B5EF4-FFF2-40B4-BE49-F238E27FC236}">
                <a16:creationId xmlns:a16="http://schemas.microsoft.com/office/drawing/2014/main" id="{D4111719-DB69-7005-11C0-BE629AC2749E}"/>
              </a:ext>
              <a:ext uri="{C183D7F6-B498-43B3-948B-1728B52AA6E4}">
                <adec:decorative xmlns:adec="http://schemas.microsoft.com/office/drawing/2017/decorative" val="1"/>
              </a:ext>
            </a:extLst>
          </p:cNvPr>
          <p:cNvPicPr>
            <a:picLocks noChangeAspect="1" noChangeArrowheads="1"/>
          </p:cNvPicPr>
          <p:nvPr/>
        </p:nvPicPr>
        <p:blipFill rotWithShape="1">
          <a:blip r:embed="rId57">
            <a:extLst>
              <a:ext uri="{28A0092B-C50C-407E-A947-70E740481C1C}">
                <a14:useLocalDpi xmlns:a14="http://schemas.microsoft.com/office/drawing/2010/main" val="0"/>
              </a:ext>
            </a:extLst>
          </a:blip>
          <a:srcRect l="82060" r="-1"/>
          <a:stretch/>
        </p:blipFill>
        <p:spPr bwMode="auto">
          <a:xfrm>
            <a:off x="9496248" y="5245751"/>
            <a:ext cx="179510" cy="179558"/>
          </a:xfrm>
          <a:prstGeom prst="rect">
            <a:avLst/>
          </a:prstGeom>
          <a:noFill/>
          <a:extLst>
            <a:ext uri="{909E8E84-426E-40DD-AFC4-6F175D3DCCD1}">
              <a14:hiddenFill xmlns:a14="http://schemas.microsoft.com/office/drawing/2010/main">
                <a:solidFill>
                  <a:srgbClr val="FFFFFF"/>
                </a:solidFill>
              </a14:hiddenFill>
            </a:ext>
          </a:extLst>
        </p:spPr>
      </p:pic>
      <p:pic>
        <p:nvPicPr>
          <p:cNvPr id="1106" name="Picture 82">
            <a:extLst>
              <a:ext uri="{FF2B5EF4-FFF2-40B4-BE49-F238E27FC236}">
                <a16:creationId xmlns:a16="http://schemas.microsoft.com/office/drawing/2014/main" id="{476E6CB7-DD2A-064C-3C84-8203077A2FC0}"/>
              </a:ext>
              <a:ext uri="{C183D7F6-B498-43B3-948B-1728B52AA6E4}">
                <adec:decorative xmlns:adec="http://schemas.microsoft.com/office/drawing/2017/decorative" val="1"/>
              </a:ext>
            </a:extLst>
          </p:cNvPr>
          <p:cNvPicPr>
            <a:picLocks noChangeAspect="1" noChangeArrowheads="1"/>
          </p:cNvPicPr>
          <p:nvPr/>
        </p:nvPicPr>
        <p:blipFill rotWithShape="1">
          <a:blip r:embed="rId58">
            <a:extLst>
              <a:ext uri="{28A0092B-C50C-407E-A947-70E740481C1C}">
                <a14:useLocalDpi xmlns:a14="http://schemas.microsoft.com/office/drawing/2010/main" val="0"/>
              </a:ext>
            </a:extLst>
          </a:blip>
          <a:srcRect r="71771"/>
          <a:stretch/>
        </p:blipFill>
        <p:spPr bwMode="auto">
          <a:xfrm flipH="1">
            <a:off x="4620290" y="5834213"/>
            <a:ext cx="146614" cy="201594"/>
          </a:xfrm>
          <a:prstGeom prst="rect">
            <a:avLst/>
          </a:prstGeom>
          <a:noFill/>
          <a:extLst>
            <a:ext uri="{909E8E84-426E-40DD-AFC4-6F175D3DCCD1}">
              <a14:hiddenFill xmlns:a14="http://schemas.microsoft.com/office/drawing/2010/main">
                <a:solidFill>
                  <a:srgbClr val="FFFFFF"/>
                </a:solidFill>
              </a14:hiddenFill>
            </a:ext>
          </a:extLst>
        </p:spPr>
      </p:pic>
      <p:pic>
        <p:nvPicPr>
          <p:cNvPr id="1108" name="Picture 84">
            <a:extLst>
              <a:ext uri="{FF2B5EF4-FFF2-40B4-BE49-F238E27FC236}">
                <a16:creationId xmlns:a16="http://schemas.microsoft.com/office/drawing/2014/main" id="{54E850C3-8B67-1C71-75A6-81D6CD6F9F40}"/>
              </a:ext>
              <a:ext uri="{C183D7F6-B498-43B3-948B-1728B52AA6E4}">
                <adec:decorative xmlns:adec="http://schemas.microsoft.com/office/drawing/2017/decorative" val="1"/>
              </a:ext>
            </a:extLst>
          </p:cNvPr>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5403932" y="5829944"/>
            <a:ext cx="210132" cy="210132"/>
          </a:xfrm>
          <a:prstGeom prst="rect">
            <a:avLst/>
          </a:prstGeom>
          <a:noFill/>
          <a:extLst>
            <a:ext uri="{909E8E84-426E-40DD-AFC4-6F175D3DCCD1}">
              <a14:hiddenFill xmlns:a14="http://schemas.microsoft.com/office/drawing/2010/main">
                <a:solidFill>
                  <a:srgbClr val="FFFFFF"/>
                </a:solidFill>
              </a14:hiddenFill>
            </a:ext>
          </a:extLst>
        </p:spPr>
      </p:pic>
      <p:pic>
        <p:nvPicPr>
          <p:cNvPr id="1112" name="Picture 88">
            <a:extLst>
              <a:ext uri="{FF2B5EF4-FFF2-40B4-BE49-F238E27FC236}">
                <a16:creationId xmlns:a16="http://schemas.microsoft.com/office/drawing/2014/main" id="{8C00914A-1B75-2D22-553A-EEFB983D753F}"/>
              </a:ext>
              <a:ext uri="{C183D7F6-B498-43B3-948B-1728B52AA6E4}">
                <adec:decorative xmlns:adec="http://schemas.microsoft.com/office/drawing/2017/decorative" val="1"/>
              </a:ext>
            </a:extLst>
          </p:cNvPr>
          <p:cNvPicPr>
            <a:picLocks noChangeAspect="1" noChangeArrowheads="1"/>
          </p:cNvPicPr>
          <p:nvPr/>
        </p:nvPicPr>
        <p:blipFill rotWithShape="1">
          <a:blip r:embed="rId60">
            <a:extLst>
              <a:ext uri="{28A0092B-C50C-407E-A947-70E740481C1C}">
                <a14:useLocalDpi xmlns:a14="http://schemas.microsoft.com/office/drawing/2010/main" val="0"/>
              </a:ext>
            </a:extLst>
          </a:blip>
          <a:srcRect l="26420" t="16481" r="26420" b="16481"/>
          <a:stretch/>
        </p:blipFill>
        <p:spPr bwMode="auto">
          <a:xfrm>
            <a:off x="6209031" y="5825682"/>
            <a:ext cx="230736" cy="218656"/>
          </a:xfrm>
          <a:prstGeom prst="rect">
            <a:avLst/>
          </a:prstGeom>
          <a:noFill/>
          <a:extLst>
            <a:ext uri="{909E8E84-426E-40DD-AFC4-6F175D3DCCD1}">
              <a14:hiddenFill xmlns:a14="http://schemas.microsoft.com/office/drawing/2010/main">
                <a:solidFill>
                  <a:srgbClr val="FFFFFF"/>
                </a:solidFill>
              </a14:hiddenFill>
            </a:ext>
          </a:extLst>
        </p:spPr>
      </p:pic>
      <p:pic>
        <p:nvPicPr>
          <p:cNvPr id="1120" name="Picture 96">
            <a:extLst>
              <a:ext uri="{FF2B5EF4-FFF2-40B4-BE49-F238E27FC236}">
                <a16:creationId xmlns:a16="http://schemas.microsoft.com/office/drawing/2014/main" id="{9CDE4BCB-32FA-B1B5-82AA-56E84DF43C38}"/>
              </a:ext>
              <a:ext uri="{C183D7F6-B498-43B3-948B-1728B52AA6E4}">
                <adec:decorative xmlns:adec="http://schemas.microsoft.com/office/drawing/2017/decorative" val="1"/>
              </a:ext>
            </a:extLst>
          </p:cNvPr>
          <p:cNvPicPr>
            <a:picLocks noChangeAspect="1" noChangeArrowheads="1"/>
          </p:cNvPicPr>
          <p:nvPr/>
        </p:nvPicPr>
        <p:blipFill rotWithShape="1">
          <a:blip r:embed="rId61">
            <a:extLst>
              <a:ext uri="{BEBA8EAE-BF5A-486C-A8C5-ECC9F3942E4B}">
                <a14:imgProps xmlns:a14="http://schemas.microsoft.com/office/drawing/2010/main">
                  <a14:imgLayer r:embed="rId62">
                    <a14:imgEffect>
                      <a14:brightnessContrast bright="-54000"/>
                    </a14:imgEffect>
                  </a14:imgLayer>
                </a14:imgProps>
              </a:ext>
              <a:ext uri="{28A0092B-C50C-407E-A947-70E740481C1C}">
                <a14:useLocalDpi xmlns:a14="http://schemas.microsoft.com/office/drawing/2010/main" val="0"/>
              </a:ext>
            </a:extLst>
          </a:blip>
          <a:srcRect r="76144" b="9256"/>
          <a:stretch/>
        </p:blipFill>
        <p:spPr bwMode="auto">
          <a:xfrm>
            <a:off x="7855504" y="5839117"/>
            <a:ext cx="199394" cy="191786"/>
          </a:xfrm>
          <a:prstGeom prst="rect">
            <a:avLst/>
          </a:prstGeom>
          <a:noFill/>
          <a:extLst>
            <a:ext uri="{909E8E84-426E-40DD-AFC4-6F175D3DCCD1}">
              <a14:hiddenFill xmlns:a14="http://schemas.microsoft.com/office/drawing/2010/main">
                <a:solidFill>
                  <a:srgbClr val="FFFFFF"/>
                </a:solidFill>
              </a14:hiddenFill>
            </a:ext>
          </a:extLst>
        </p:spPr>
      </p:pic>
      <p:pic>
        <p:nvPicPr>
          <p:cNvPr id="1126" name="Picture 102">
            <a:extLst>
              <a:ext uri="{FF2B5EF4-FFF2-40B4-BE49-F238E27FC236}">
                <a16:creationId xmlns:a16="http://schemas.microsoft.com/office/drawing/2014/main" id="{87850E58-5501-AD4B-266F-5B2907879E4D}"/>
              </a:ext>
              <a:ext uri="{C183D7F6-B498-43B3-948B-1728B52AA6E4}">
                <adec:decorative xmlns:adec="http://schemas.microsoft.com/office/drawing/2017/decorative" val="1"/>
              </a:ext>
            </a:extLst>
          </p:cNvPr>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10325427" y="5859033"/>
            <a:ext cx="151954" cy="151954"/>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a:extLst>
              <a:ext uri="{FF2B5EF4-FFF2-40B4-BE49-F238E27FC236}">
                <a16:creationId xmlns:a16="http://schemas.microsoft.com/office/drawing/2014/main" id="{7CF0B9E2-1367-88A8-536E-EFB00F007341}"/>
              </a:ext>
              <a:ext uri="{C183D7F6-B498-43B3-948B-1728B52AA6E4}">
                <adec:decorative xmlns:adec="http://schemas.microsoft.com/office/drawing/2017/decorative" val="1"/>
              </a:ext>
            </a:extLst>
          </p:cNvPr>
          <p:cNvPicPr>
            <a:picLocks noChangeAspect="1" noChangeArrowheads="1"/>
          </p:cNvPicPr>
          <p:nvPr/>
        </p:nvPicPr>
        <p:blipFill rotWithShape="1">
          <a:blip r:embed="rId64">
            <a:extLst>
              <a:ext uri="{28A0092B-C50C-407E-A947-70E740481C1C}">
                <a14:useLocalDpi xmlns:a14="http://schemas.microsoft.com/office/drawing/2010/main" val="0"/>
              </a:ext>
            </a:extLst>
          </a:blip>
          <a:srcRect r="87021"/>
          <a:stretch/>
        </p:blipFill>
        <p:spPr bwMode="auto">
          <a:xfrm>
            <a:off x="11150356" y="5797029"/>
            <a:ext cx="132892" cy="275962"/>
          </a:xfrm>
          <a:prstGeom prst="rect">
            <a:avLst/>
          </a:prstGeom>
          <a:noFill/>
          <a:extLst>
            <a:ext uri="{909E8E84-426E-40DD-AFC4-6F175D3DCCD1}">
              <a14:hiddenFill xmlns:a14="http://schemas.microsoft.com/office/drawing/2010/main">
                <a:solidFill>
                  <a:srgbClr val="FFFFFF"/>
                </a:solidFill>
              </a14:hiddenFill>
            </a:ext>
          </a:extLst>
        </p:spPr>
      </p:pic>
      <p:pic>
        <p:nvPicPr>
          <p:cNvPr id="1114" name="Picture 90">
            <a:extLst>
              <a:ext uri="{FF2B5EF4-FFF2-40B4-BE49-F238E27FC236}">
                <a16:creationId xmlns:a16="http://schemas.microsoft.com/office/drawing/2014/main" id="{5E565601-45E4-F9C4-E7E0-28B29C5C1279}"/>
              </a:ext>
              <a:ext uri="{C183D7F6-B498-43B3-948B-1728B52AA6E4}">
                <adec:decorative xmlns:adec="http://schemas.microsoft.com/office/drawing/2017/decorative" val="1"/>
              </a:ext>
            </a:extLst>
          </p:cNvPr>
          <p:cNvPicPr>
            <a:picLocks noChangeAspect="1" noChangeArrowheads="1"/>
          </p:cNvPicPr>
          <p:nvPr/>
        </p:nvPicPr>
        <p:blipFill rotWithShape="1">
          <a:blip r:embed="rId65">
            <a:extLst>
              <a:ext uri="{28A0092B-C50C-407E-A947-70E740481C1C}">
                <a14:useLocalDpi xmlns:a14="http://schemas.microsoft.com/office/drawing/2010/main" val="0"/>
              </a:ext>
            </a:extLst>
          </a:blip>
          <a:srcRect l="1849" t="20534" r="77187" b="20534"/>
          <a:stretch/>
        </p:blipFill>
        <p:spPr bwMode="auto">
          <a:xfrm>
            <a:off x="7058043" y="5805730"/>
            <a:ext cx="163514" cy="258560"/>
          </a:xfrm>
          <a:prstGeom prst="rect">
            <a:avLst/>
          </a:prstGeom>
          <a:noFill/>
          <a:extLst>
            <a:ext uri="{909E8E84-426E-40DD-AFC4-6F175D3DCCD1}">
              <a14:hiddenFill xmlns:a14="http://schemas.microsoft.com/office/drawing/2010/main">
                <a:solidFill>
                  <a:srgbClr val="FFFFFF"/>
                </a:solidFill>
              </a14:hiddenFill>
            </a:ext>
          </a:extLst>
        </p:spPr>
      </p:pic>
      <p:pic>
        <p:nvPicPr>
          <p:cNvPr id="233" name="Picture 96">
            <a:extLst>
              <a:ext uri="{FF2B5EF4-FFF2-40B4-BE49-F238E27FC236}">
                <a16:creationId xmlns:a16="http://schemas.microsoft.com/office/drawing/2014/main" id="{5CB63AC5-1B9F-D009-F854-F440B2AE1E8B}"/>
              </a:ext>
              <a:ext uri="{C183D7F6-B498-43B3-948B-1728B52AA6E4}">
                <adec:decorative xmlns:adec="http://schemas.microsoft.com/office/drawing/2017/decorative" val="1"/>
              </a:ext>
            </a:extLst>
          </p:cNvPr>
          <p:cNvPicPr>
            <a:picLocks noChangeAspect="1" noChangeArrowheads="1"/>
          </p:cNvPicPr>
          <p:nvPr/>
        </p:nvPicPr>
        <p:blipFill rotWithShape="1">
          <a:blip r:embed="rId66">
            <a:extLst>
              <a:ext uri="{28A0092B-C50C-407E-A947-70E740481C1C}">
                <a14:useLocalDpi xmlns:a14="http://schemas.microsoft.com/office/drawing/2010/main" val="0"/>
              </a:ext>
            </a:extLst>
          </a:blip>
          <a:srcRect r="76144" b="9256"/>
          <a:stretch/>
        </p:blipFill>
        <p:spPr bwMode="auto">
          <a:xfrm>
            <a:off x="8670905" y="5839117"/>
            <a:ext cx="199394" cy="191786"/>
          </a:xfrm>
          <a:prstGeom prst="rect">
            <a:avLst/>
          </a:prstGeom>
          <a:noFill/>
          <a:extLst>
            <a:ext uri="{909E8E84-426E-40DD-AFC4-6F175D3DCCD1}">
              <a14:hiddenFill xmlns:a14="http://schemas.microsoft.com/office/drawing/2010/main">
                <a:solidFill>
                  <a:srgbClr val="FFFFFF"/>
                </a:solidFill>
              </a14:hiddenFill>
            </a:ext>
          </a:extLst>
        </p:spPr>
      </p:pic>
      <p:pic>
        <p:nvPicPr>
          <p:cNvPr id="234" name="Picture 100">
            <a:extLst>
              <a:ext uri="{FF2B5EF4-FFF2-40B4-BE49-F238E27FC236}">
                <a16:creationId xmlns:a16="http://schemas.microsoft.com/office/drawing/2014/main" id="{318AC551-A702-E31E-72AD-ED3755DD1614}"/>
              </a:ext>
              <a:ext uri="{C183D7F6-B498-43B3-948B-1728B52AA6E4}">
                <adec:decorative xmlns:adec="http://schemas.microsoft.com/office/drawing/2017/decorative" val="1"/>
              </a:ext>
            </a:extLst>
          </p:cNvPr>
          <p:cNvPicPr>
            <a:picLocks noChangeAspect="1" noChangeArrowheads="1"/>
          </p:cNvPicPr>
          <p:nvPr/>
        </p:nvPicPr>
        <p:blipFill rotWithShape="1">
          <a:blip r:embed="rId67">
            <a:extLst>
              <a:ext uri="{28A0092B-C50C-407E-A947-70E740481C1C}">
                <a14:useLocalDpi xmlns:a14="http://schemas.microsoft.com/office/drawing/2010/main" val="0"/>
              </a:ext>
            </a:extLst>
          </a:blip>
          <a:srcRect l="31988" t="25634" r="31988" b="31455"/>
          <a:stretch/>
        </p:blipFill>
        <p:spPr bwMode="auto">
          <a:xfrm>
            <a:off x="9476258" y="5853305"/>
            <a:ext cx="219490" cy="163410"/>
          </a:xfrm>
          <a:prstGeom prst="rect">
            <a:avLst/>
          </a:prstGeom>
          <a:noFill/>
          <a:extLst>
            <a:ext uri="{909E8E84-426E-40DD-AFC4-6F175D3DCCD1}">
              <a14:hiddenFill xmlns:a14="http://schemas.microsoft.com/office/drawing/2010/main">
                <a:solidFill>
                  <a:srgbClr val="FFFFFF"/>
                </a:solidFill>
              </a14:hiddenFill>
            </a:ext>
          </a:extLst>
        </p:spPr>
      </p:pic>
      <p:pic>
        <p:nvPicPr>
          <p:cNvPr id="204" name="Graphic 203">
            <a:extLst>
              <a:ext uri="{FF2B5EF4-FFF2-40B4-BE49-F238E27FC236}">
                <a16:creationId xmlns:a16="http://schemas.microsoft.com/office/drawing/2014/main" id="{2FAF49BC-39EF-10BC-2949-8B3F5EFBC6B6}"/>
              </a:ext>
              <a:ext uri="{C183D7F6-B498-43B3-948B-1728B52AA6E4}">
                <adec:decorative xmlns:adec="http://schemas.microsoft.com/office/drawing/2017/decorative" val="1"/>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4582804" y="3089930"/>
            <a:ext cx="221586" cy="221586"/>
          </a:xfrm>
          <a:prstGeom prst="rect">
            <a:avLst/>
          </a:prstGeom>
        </p:spPr>
      </p:pic>
      <p:pic>
        <p:nvPicPr>
          <p:cNvPr id="205" name="Graphic 204">
            <a:extLst>
              <a:ext uri="{FF2B5EF4-FFF2-40B4-BE49-F238E27FC236}">
                <a16:creationId xmlns:a16="http://schemas.microsoft.com/office/drawing/2014/main" id="{B7022CB0-3FB7-DBD6-5723-6E2F6D21F911}"/>
              </a:ext>
              <a:ext uri="{C183D7F6-B498-43B3-948B-1728B52AA6E4}">
                <adec:decorative xmlns:adec="http://schemas.microsoft.com/office/drawing/2017/decorative" val="1"/>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5398205" y="3089930"/>
            <a:ext cx="221586" cy="221586"/>
          </a:xfrm>
          <a:prstGeom prst="rect">
            <a:avLst/>
          </a:prstGeom>
        </p:spPr>
      </p:pic>
      <p:pic>
        <p:nvPicPr>
          <p:cNvPr id="1072" name="Picture 48">
            <a:extLst>
              <a:ext uri="{FF2B5EF4-FFF2-40B4-BE49-F238E27FC236}">
                <a16:creationId xmlns:a16="http://schemas.microsoft.com/office/drawing/2014/main" id="{101F4DB5-3AD0-0317-842F-52D7A3026846}"/>
              </a:ext>
              <a:ext uri="{C183D7F6-B498-43B3-948B-1728B52AA6E4}">
                <adec:decorative xmlns:adec="http://schemas.microsoft.com/office/drawing/2017/decorative" val="1"/>
              </a:ext>
            </a:extLst>
          </p:cNvPr>
          <p:cNvPicPr>
            <a:picLocks noChangeAspect="1" noChangeArrowheads="1"/>
          </p:cNvPicPr>
          <p:nvPr/>
        </p:nvPicPr>
        <p:blipFill rotWithShape="1">
          <a:blip r:embed="rId70">
            <a:extLst>
              <a:ext uri="{28A0092B-C50C-407E-A947-70E740481C1C}">
                <a14:useLocalDpi xmlns:a14="http://schemas.microsoft.com/office/drawing/2010/main" val="0"/>
              </a:ext>
            </a:extLst>
          </a:blip>
          <a:srcRect r="74964"/>
          <a:stretch/>
        </p:blipFill>
        <p:spPr bwMode="auto">
          <a:xfrm>
            <a:off x="6219955" y="3096106"/>
            <a:ext cx="208888" cy="209234"/>
          </a:xfrm>
          <a:prstGeom prst="rect">
            <a:avLst/>
          </a:prstGeom>
          <a:noFill/>
          <a:extLst>
            <a:ext uri="{909E8E84-426E-40DD-AFC4-6F175D3DCCD1}">
              <a14:hiddenFill xmlns:a14="http://schemas.microsoft.com/office/drawing/2010/main">
                <a:solidFill>
                  <a:srgbClr val="FFFFFF"/>
                </a:solidFill>
              </a14:hiddenFill>
            </a:ext>
          </a:extLst>
        </p:spPr>
      </p:pic>
      <p:pic>
        <p:nvPicPr>
          <p:cNvPr id="1078" name="Picture 54">
            <a:extLst>
              <a:ext uri="{FF2B5EF4-FFF2-40B4-BE49-F238E27FC236}">
                <a16:creationId xmlns:a16="http://schemas.microsoft.com/office/drawing/2014/main" id="{5A56183D-3416-228E-5E81-8D0DFAF6117C}"/>
              </a:ext>
              <a:ext uri="{C183D7F6-B498-43B3-948B-1728B52AA6E4}">
                <adec:decorative xmlns:adec="http://schemas.microsoft.com/office/drawing/2017/decorative" val="1"/>
              </a:ext>
            </a:extLst>
          </p:cNvPr>
          <p:cNvPicPr>
            <a:picLocks noChangeAspect="1" noChangeArrowheads="1"/>
          </p:cNvPicPr>
          <p:nvPr/>
        </p:nvPicPr>
        <p:blipFill rotWithShape="1">
          <a:blip r:embed="rId71">
            <a:extLst>
              <a:ext uri="{28A0092B-C50C-407E-A947-70E740481C1C}">
                <a14:useLocalDpi xmlns:a14="http://schemas.microsoft.com/office/drawing/2010/main" val="0"/>
              </a:ext>
            </a:extLst>
          </a:blip>
          <a:srcRect l="7969" t="16563" r="57031" b="16563"/>
          <a:stretch/>
        </p:blipFill>
        <p:spPr bwMode="auto">
          <a:xfrm>
            <a:off x="7827709" y="3078923"/>
            <a:ext cx="254984" cy="243600"/>
          </a:xfrm>
          <a:prstGeom prst="rect">
            <a:avLst/>
          </a:prstGeom>
          <a:noFill/>
          <a:extLst>
            <a:ext uri="{909E8E84-426E-40DD-AFC4-6F175D3DCCD1}">
              <a14:hiddenFill xmlns:a14="http://schemas.microsoft.com/office/drawing/2010/main">
                <a:solidFill>
                  <a:srgbClr val="FFFFFF"/>
                </a:solidFill>
              </a14:hiddenFill>
            </a:ext>
          </a:extLst>
        </p:spPr>
      </p:pic>
      <p:pic>
        <p:nvPicPr>
          <p:cNvPr id="1080" name="Picture 56">
            <a:extLst>
              <a:ext uri="{FF2B5EF4-FFF2-40B4-BE49-F238E27FC236}">
                <a16:creationId xmlns:a16="http://schemas.microsoft.com/office/drawing/2014/main" id="{CA1087F4-E3C0-B8C6-79E3-C1DFFCE8148C}"/>
              </a:ext>
              <a:ext uri="{C183D7F6-B498-43B3-948B-1728B52AA6E4}">
                <adec:decorative xmlns:adec="http://schemas.microsoft.com/office/drawing/2017/decorative" val="1"/>
              </a:ext>
            </a:extLst>
          </p:cNvPr>
          <p:cNvPicPr>
            <a:picLocks noChangeAspect="1" noChangeArrowheads="1"/>
          </p:cNvPicPr>
          <p:nvPr/>
        </p:nvPicPr>
        <p:blipFill rotWithShape="1">
          <a:blip r:embed="rId72">
            <a:extLst>
              <a:ext uri="{28A0092B-C50C-407E-A947-70E740481C1C}">
                <a14:useLocalDpi xmlns:a14="http://schemas.microsoft.com/office/drawing/2010/main" val="0"/>
              </a:ext>
            </a:extLst>
          </a:blip>
          <a:srcRect l="6550" r="9873" b="12816"/>
          <a:stretch/>
        </p:blipFill>
        <p:spPr bwMode="auto">
          <a:xfrm>
            <a:off x="11053290" y="3084652"/>
            <a:ext cx="327024" cy="232142"/>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52">
            <a:extLst>
              <a:ext uri="{FF2B5EF4-FFF2-40B4-BE49-F238E27FC236}">
                <a16:creationId xmlns:a16="http://schemas.microsoft.com/office/drawing/2014/main" id="{88A07A0D-F548-C07C-E110-9CA4576660C4}"/>
              </a:ext>
              <a:ext uri="{C183D7F6-B498-43B3-948B-1728B52AA6E4}">
                <adec:decorative xmlns:adec="http://schemas.microsoft.com/office/drawing/2017/decorative" val="1"/>
              </a:ext>
            </a:extLst>
          </p:cNvPr>
          <p:cNvPicPr>
            <a:picLocks noChangeAspect="1" noChangeArrowheads="1"/>
          </p:cNvPicPr>
          <p:nvPr/>
        </p:nvPicPr>
        <p:blipFill rotWithShape="1">
          <a:blip r:embed="rId73">
            <a:extLst>
              <a:ext uri="{28A0092B-C50C-407E-A947-70E740481C1C}">
                <a14:useLocalDpi xmlns:a14="http://schemas.microsoft.com/office/drawing/2010/main" val="0"/>
              </a:ext>
            </a:extLst>
          </a:blip>
          <a:srcRect l="11296" t="38667" r="39481" b="38667"/>
          <a:stretch/>
        </p:blipFill>
        <p:spPr bwMode="auto">
          <a:xfrm>
            <a:off x="6964486" y="3146902"/>
            <a:ext cx="350628" cy="107642"/>
          </a:xfrm>
          <a:prstGeom prst="rect">
            <a:avLst/>
          </a:prstGeom>
          <a:noFill/>
          <a:extLst>
            <a:ext uri="{909E8E84-426E-40DD-AFC4-6F175D3DCCD1}">
              <a14:hiddenFill xmlns:a14="http://schemas.microsoft.com/office/drawing/2010/main">
                <a:solidFill>
                  <a:srgbClr val="FFFFFF"/>
                </a:solidFill>
              </a14:hiddenFill>
            </a:ext>
          </a:extLst>
        </p:spPr>
      </p:pic>
      <p:pic>
        <p:nvPicPr>
          <p:cNvPr id="1130" name="Picture 106">
            <a:extLst>
              <a:ext uri="{FF2B5EF4-FFF2-40B4-BE49-F238E27FC236}">
                <a16:creationId xmlns:a16="http://schemas.microsoft.com/office/drawing/2014/main" id="{55C25B9F-F8E2-02B3-B8BA-3C386A63AA6D}"/>
              </a:ext>
              <a:ext uri="{C183D7F6-B498-43B3-948B-1728B52AA6E4}">
                <adec:decorative xmlns:adec="http://schemas.microsoft.com/office/drawing/2017/decorative" val="1"/>
              </a:ext>
            </a:extLst>
          </p:cNvPr>
          <p:cNvPicPr>
            <a:picLocks noChangeAspect="1" noChangeArrowheads="1"/>
          </p:cNvPicPr>
          <p:nvPr/>
        </p:nvPicPr>
        <p:blipFill rotWithShape="1">
          <a:blip r:embed="rId74">
            <a:extLst>
              <a:ext uri="{28A0092B-C50C-407E-A947-70E740481C1C}">
                <a14:useLocalDpi xmlns:a14="http://schemas.microsoft.com/office/drawing/2010/main" val="0"/>
              </a:ext>
            </a:extLst>
          </a:blip>
          <a:srcRect l="35999" t="14641" r="36192" b="40786"/>
          <a:stretch/>
        </p:blipFill>
        <p:spPr bwMode="auto">
          <a:xfrm>
            <a:off x="8671300" y="3098712"/>
            <a:ext cx="198604" cy="204022"/>
          </a:xfrm>
          <a:prstGeom prst="rect">
            <a:avLst/>
          </a:prstGeom>
          <a:noFill/>
          <a:extLst>
            <a:ext uri="{909E8E84-426E-40DD-AFC4-6F175D3DCCD1}">
              <a14:hiddenFill xmlns:a14="http://schemas.microsoft.com/office/drawing/2010/main">
                <a:solidFill>
                  <a:srgbClr val="FFFFFF"/>
                </a:solidFill>
              </a14:hiddenFill>
            </a:ext>
          </a:extLst>
        </p:spPr>
      </p:pic>
      <p:pic>
        <p:nvPicPr>
          <p:cNvPr id="237" name="Picture 106">
            <a:extLst>
              <a:ext uri="{FF2B5EF4-FFF2-40B4-BE49-F238E27FC236}">
                <a16:creationId xmlns:a16="http://schemas.microsoft.com/office/drawing/2014/main" id="{714ABDC5-D017-C1E7-C53D-B18C3ECFFDB3}"/>
              </a:ext>
              <a:ext uri="{C183D7F6-B498-43B3-948B-1728B52AA6E4}">
                <adec:decorative xmlns:adec="http://schemas.microsoft.com/office/drawing/2017/decorative" val="1"/>
              </a:ext>
            </a:extLst>
          </p:cNvPr>
          <p:cNvPicPr>
            <a:picLocks noChangeAspect="1" noChangeArrowheads="1"/>
          </p:cNvPicPr>
          <p:nvPr/>
        </p:nvPicPr>
        <p:blipFill rotWithShape="1">
          <a:blip r:embed="rId74">
            <a:extLst>
              <a:ext uri="{28A0092B-C50C-407E-A947-70E740481C1C}">
                <a14:useLocalDpi xmlns:a14="http://schemas.microsoft.com/office/drawing/2010/main" val="0"/>
              </a:ext>
            </a:extLst>
          </a:blip>
          <a:srcRect l="35999" t="14641" r="36192" b="40786"/>
          <a:stretch/>
        </p:blipFill>
        <p:spPr bwMode="auto">
          <a:xfrm>
            <a:off x="9486701" y="3098712"/>
            <a:ext cx="198604" cy="20402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49AB39A0-414F-BB78-4E84-A12F8542B172}"/>
              </a:ext>
              <a:ext uri="{C183D7F6-B498-43B3-948B-1728B52AA6E4}">
                <adec:decorative xmlns:adec="http://schemas.microsoft.com/office/drawing/2017/decorative" val="1"/>
              </a:ext>
            </a:extLst>
          </p:cNvPr>
          <p:cNvPicPr>
            <a:picLocks noChangeAspect="1"/>
          </p:cNvPicPr>
          <p:nvPr/>
        </p:nvPicPr>
        <p:blipFill rotWithShape="1">
          <a:blip r:embed="rId75"/>
          <a:srcRect b="15296"/>
          <a:stretch/>
        </p:blipFill>
        <p:spPr>
          <a:xfrm>
            <a:off x="6157785" y="2423519"/>
            <a:ext cx="333228" cy="316325"/>
          </a:xfrm>
          <a:prstGeom prst="rect">
            <a:avLst/>
          </a:prstGeom>
        </p:spPr>
      </p:pic>
      <p:pic>
        <p:nvPicPr>
          <p:cNvPr id="34" name="Picture 33">
            <a:extLst>
              <a:ext uri="{FF2B5EF4-FFF2-40B4-BE49-F238E27FC236}">
                <a16:creationId xmlns:a16="http://schemas.microsoft.com/office/drawing/2014/main" id="{DFF46F93-F741-4BD9-7A06-36FF9EB9D182}"/>
              </a:ext>
              <a:ext uri="{C183D7F6-B498-43B3-948B-1728B52AA6E4}">
                <adec:decorative xmlns:adec="http://schemas.microsoft.com/office/drawing/2017/decorative" val="1"/>
              </a:ext>
            </a:extLst>
          </p:cNvPr>
          <p:cNvPicPr>
            <a:picLocks noChangeAspect="1"/>
          </p:cNvPicPr>
          <p:nvPr/>
        </p:nvPicPr>
        <p:blipFill rotWithShape="1">
          <a:blip r:embed="rId76"/>
          <a:srcRect b="9004"/>
          <a:stretch/>
        </p:blipFill>
        <p:spPr>
          <a:xfrm>
            <a:off x="7833830" y="5208042"/>
            <a:ext cx="242742" cy="237877"/>
          </a:xfrm>
          <a:prstGeom prst="rect">
            <a:avLst/>
          </a:prstGeom>
        </p:spPr>
      </p:pic>
      <p:pic>
        <p:nvPicPr>
          <p:cNvPr id="36" name="Picture 35">
            <a:extLst>
              <a:ext uri="{FF2B5EF4-FFF2-40B4-BE49-F238E27FC236}">
                <a16:creationId xmlns:a16="http://schemas.microsoft.com/office/drawing/2014/main" id="{9C1B6816-BBD8-F92E-2D4F-E3606325DC7A}"/>
              </a:ext>
              <a:ext uri="{C183D7F6-B498-43B3-948B-1728B52AA6E4}">
                <adec:decorative xmlns:adec="http://schemas.microsoft.com/office/drawing/2017/decorative" val="1"/>
              </a:ext>
            </a:extLst>
          </p:cNvPr>
          <p:cNvPicPr>
            <a:picLocks noChangeAspect="1"/>
          </p:cNvPicPr>
          <p:nvPr/>
        </p:nvPicPr>
        <p:blipFill>
          <a:blip r:embed="rId77"/>
          <a:stretch>
            <a:fillRect/>
          </a:stretch>
        </p:blipFill>
        <p:spPr>
          <a:xfrm>
            <a:off x="8625940" y="4395902"/>
            <a:ext cx="289324" cy="304796"/>
          </a:xfrm>
          <a:prstGeom prst="rect">
            <a:avLst/>
          </a:prstGeom>
        </p:spPr>
      </p:pic>
      <p:pic>
        <p:nvPicPr>
          <p:cNvPr id="38" name="Picture 37">
            <a:extLst>
              <a:ext uri="{FF2B5EF4-FFF2-40B4-BE49-F238E27FC236}">
                <a16:creationId xmlns:a16="http://schemas.microsoft.com/office/drawing/2014/main" id="{42FDE56A-A2F5-E6B5-8D8A-F1BF1F1315B0}"/>
              </a:ext>
              <a:ext uri="{C183D7F6-B498-43B3-948B-1728B52AA6E4}">
                <adec:decorative xmlns:adec="http://schemas.microsoft.com/office/drawing/2017/decorative" val="1"/>
              </a:ext>
            </a:extLst>
          </p:cNvPr>
          <p:cNvPicPr>
            <a:picLocks noChangeAspect="1"/>
          </p:cNvPicPr>
          <p:nvPr/>
        </p:nvPicPr>
        <p:blipFill>
          <a:blip r:embed="rId78"/>
          <a:stretch>
            <a:fillRect/>
          </a:stretch>
        </p:blipFill>
        <p:spPr>
          <a:xfrm>
            <a:off x="8570093" y="3630703"/>
            <a:ext cx="401018" cy="268768"/>
          </a:xfrm>
          <a:prstGeom prst="rect">
            <a:avLst/>
          </a:prstGeom>
        </p:spPr>
      </p:pic>
      <p:pic>
        <p:nvPicPr>
          <p:cNvPr id="40" name="Picture 39">
            <a:extLst>
              <a:ext uri="{FF2B5EF4-FFF2-40B4-BE49-F238E27FC236}">
                <a16:creationId xmlns:a16="http://schemas.microsoft.com/office/drawing/2014/main" id="{25212079-C95B-A5F4-E582-A1D39C0E99FE}"/>
              </a:ext>
              <a:ext uri="{C183D7F6-B498-43B3-948B-1728B52AA6E4}">
                <adec:decorative xmlns:adec="http://schemas.microsoft.com/office/drawing/2017/decorative" val="1"/>
              </a:ext>
            </a:extLst>
          </p:cNvPr>
          <p:cNvPicPr>
            <a:picLocks noChangeAspect="1"/>
          </p:cNvPicPr>
          <p:nvPr/>
        </p:nvPicPr>
        <p:blipFill rotWithShape="1">
          <a:blip r:embed="rId79"/>
          <a:srcRect r="6084"/>
          <a:stretch/>
        </p:blipFill>
        <p:spPr>
          <a:xfrm>
            <a:off x="7814568" y="1267979"/>
            <a:ext cx="281267" cy="285360"/>
          </a:xfrm>
          <a:prstGeom prst="rect">
            <a:avLst/>
          </a:prstGeom>
        </p:spPr>
      </p:pic>
      <p:pic>
        <p:nvPicPr>
          <p:cNvPr id="42" name="Picture 41">
            <a:extLst>
              <a:ext uri="{FF2B5EF4-FFF2-40B4-BE49-F238E27FC236}">
                <a16:creationId xmlns:a16="http://schemas.microsoft.com/office/drawing/2014/main" id="{B3D95BAC-1F59-6A28-27D8-DD0E746B2FF3}"/>
              </a:ext>
              <a:ext uri="{C183D7F6-B498-43B3-948B-1728B52AA6E4}">
                <adec:decorative xmlns:adec="http://schemas.microsoft.com/office/drawing/2017/decorative" val="1"/>
              </a:ext>
            </a:extLst>
          </p:cNvPr>
          <p:cNvPicPr>
            <a:picLocks noChangeAspect="1"/>
          </p:cNvPicPr>
          <p:nvPr/>
        </p:nvPicPr>
        <p:blipFill>
          <a:blip r:embed="rId80"/>
          <a:stretch>
            <a:fillRect/>
          </a:stretch>
        </p:blipFill>
        <p:spPr>
          <a:xfrm>
            <a:off x="7761440" y="1867819"/>
            <a:ext cx="387522" cy="277780"/>
          </a:xfrm>
          <a:prstGeom prst="rect">
            <a:avLst/>
          </a:prstGeom>
        </p:spPr>
      </p:pic>
      <p:pic>
        <p:nvPicPr>
          <p:cNvPr id="44" name="Picture 43">
            <a:extLst>
              <a:ext uri="{FF2B5EF4-FFF2-40B4-BE49-F238E27FC236}">
                <a16:creationId xmlns:a16="http://schemas.microsoft.com/office/drawing/2014/main" id="{0D78280C-524F-528B-36D2-EB6A273AD997}"/>
              </a:ext>
              <a:ext uri="{C183D7F6-B498-43B3-948B-1728B52AA6E4}">
                <adec:decorative xmlns:adec="http://schemas.microsoft.com/office/drawing/2017/decorative" val="1"/>
              </a:ext>
            </a:extLst>
          </p:cNvPr>
          <p:cNvPicPr>
            <a:picLocks noChangeAspect="1"/>
          </p:cNvPicPr>
          <p:nvPr/>
        </p:nvPicPr>
        <p:blipFill>
          <a:blip r:embed="rId81"/>
          <a:stretch>
            <a:fillRect/>
          </a:stretch>
        </p:blipFill>
        <p:spPr>
          <a:xfrm>
            <a:off x="8593702" y="1846103"/>
            <a:ext cx="353801" cy="310916"/>
          </a:xfrm>
          <a:prstGeom prst="rect">
            <a:avLst/>
          </a:prstGeom>
        </p:spPr>
      </p:pic>
      <p:pic>
        <p:nvPicPr>
          <p:cNvPr id="46" name="Picture 45">
            <a:extLst>
              <a:ext uri="{FF2B5EF4-FFF2-40B4-BE49-F238E27FC236}">
                <a16:creationId xmlns:a16="http://schemas.microsoft.com/office/drawing/2014/main" id="{C3FF9356-5A0D-A500-61B4-BD546973B447}"/>
              </a:ext>
              <a:ext uri="{C183D7F6-B498-43B3-948B-1728B52AA6E4}">
                <adec:decorative xmlns:adec="http://schemas.microsoft.com/office/drawing/2017/decorative" val="1"/>
              </a:ext>
            </a:extLst>
          </p:cNvPr>
          <p:cNvPicPr>
            <a:picLocks noChangeAspect="1"/>
          </p:cNvPicPr>
          <p:nvPr/>
        </p:nvPicPr>
        <p:blipFill>
          <a:blip r:embed="rId82"/>
          <a:stretch>
            <a:fillRect/>
          </a:stretch>
        </p:blipFill>
        <p:spPr>
          <a:xfrm>
            <a:off x="11086132" y="1262168"/>
            <a:ext cx="261341" cy="293672"/>
          </a:xfrm>
          <a:prstGeom prst="rect">
            <a:avLst/>
          </a:prstGeom>
        </p:spPr>
      </p:pic>
      <p:pic>
        <p:nvPicPr>
          <p:cNvPr id="48" name="Picture 47">
            <a:extLst>
              <a:ext uri="{FF2B5EF4-FFF2-40B4-BE49-F238E27FC236}">
                <a16:creationId xmlns:a16="http://schemas.microsoft.com/office/drawing/2014/main" id="{05388212-397F-62AE-F07B-C45D15A2C517}"/>
              </a:ext>
              <a:ext uri="{C183D7F6-B498-43B3-948B-1728B52AA6E4}">
                <adec:decorative xmlns:adec="http://schemas.microsoft.com/office/drawing/2017/decorative" val="1"/>
              </a:ext>
            </a:extLst>
          </p:cNvPr>
          <p:cNvPicPr>
            <a:picLocks noChangeAspect="1"/>
          </p:cNvPicPr>
          <p:nvPr/>
        </p:nvPicPr>
        <p:blipFill>
          <a:blip r:embed="rId83"/>
          <a:stretch>
            <a:fillRect/>
          </a:stretch>
        </p:blipFill>
        <p:spPr>
          <a:xfrm>
            <a:off x="10224482" y="1840433"/>
            <a:ext cx="353844" cy="281261"/>
          </a:xfrm>
          <a:prstGeom prst="rect">
            <a:avLst/>
          </a:prstGeom>
        </p:spPr>
      </p:pic>
      <p:pic>
        <p:nvPicPr>
          <p:cNvPr id="49" name="Picture 48">
            <a:extLst>
              <a:ext uri="{FF2B5EF4-FFF2-40B4-BE49-F238E27FC236}">
                <a16:creationId xmlns:a16="http://schemas.microsoft.com/office/drawing/2014/main" id="{15EA8150-821C-4023-85A4-E49440928AC4}"/>
              </a:ext>
              <a:ext uri="{C183D7F6-B498-43B3-948B-1728B52AA6E4}">
                <adec:decorative xmlns:adec="http://schemas.microsoft.com/office/drawing/2017/decorative" val="1"/>
              </a:ext>
            </a:extLst>
          </p:cNvPr>
          <p:cNvPicPr>
            <a:picLocks noChangeAspect="1"/>
          </p:cNvPicPr>
          <p:nvPr/>
        </p:nvPicPr>
        <p:blipFill>
          <a:blip r:embed="rId81"/>
          <a:stretch>
            <a:fillRect/>
          </a:stretch>
        </p:blipFill>
        <p:spPr>
          <a:xfrm>
            <a:off x="9409103" y="1846103"/>
            <a:ext cx="353801" cy="310916"/>
          </a:xfrm>
          <a:prstGeom prst="rect">
            <a:avLst/>
          </a:prstGeom>
        </p:spPr>
      </p:pic>
      <p:pic>
        <p:nvPicPr>
          <p:cNvPr id="51" name="Picture 50">
            <a:extLst>
              <a:ext uri="{FF2B5EF4-FFF2-40B4-BE49-F238E27FC236}">
                <a16:creationId xmlns:a16="http://schemas.microsoft.com/office/drawing/2014/main" id="{14E850B6-1890-D944-80BC-703C68D92C0E}"/>
              </a:ext>
              <a:ext uri="{C183D7F6-B498-43B3-948B-1728B52AA6E4}">
                <adec:decorative xmlns:adec="http://schemas.microsoft.com/office/drawing/2017/decorative" val="1"/>
              </a:ext>
            </a:extLst>
          </p:cNvPr>
          <p:cNvPicPr>
            <a:picLocks noChangeAspect="1"/>
          </p:cNvPicPr>
          <p:nvPr/>
        </p:nvPicPr>
        <p:blipFill>
          <a:blip r:embed="rId84"/>
          <a:stretch>
            <a:fillRect/>
          </a:stretch>
        </p:blipFill>
        <p:spPr>
          <a:xfrm>
            <a:off x="10212683" y="3052030"/>
            <a:ext cx="377442" cy="307912"/>
          </a:xfrm>
          <a:prstGeom prst="rect">
            <a:avLst/>
          </a:prstGeom>
        </p:spPr>
      </p:pic>
      <p:pic>
        <p:nvPicPr>
          <p:cNvPr id="53" name="Picture 52">
            <a:extLst>
              <a:ext uri="{FF2B5EF4-FFF2-40B4-BE49-F238E27FC236}">
                <a16:creationId xmlns:a16="http://schemas.microsoft.com/office/drawing/2014/main" id="{7D6583D1-FE2B-0C60-5E14-F9410CC35427}"/>
              </a:ext>
              <a:ext uri="{C183D7F6-B498-43B3-948B-1728B52AA6E4}">
                <adec:decorative xmlns:adec="http://schemas.microsoft.com/office/drawing/2017/decorative" val="1"/>
              </a:ext>
            </a:extLst>
          </p:cNvPr>
          <p:cNvPicPr>
            <a:picLocks noChangeAspect="1"/>
          </p:cNvPicPr>
          <p:nvPr/>
        </p:nvPicPr>
        <p:blipFill>
          <a:blip r:embed="rId85"/>
          <a:stretch>
            <a:fillRect/>
          </a:stretch>
        </p:blipFill>
        <p:spPr>
          <a:xfrm>
            <a:off x="10217407" y="4406120"/>
            <a:ext cx="367994" cy="284360"/>
          </a:xfrm>
          <a:prstGeom prst="rect">
            <a:avLst/>
          </a:prstGeom>
        </p:spPr>
      </p:pic>
      <p:pic>
        <p:nvPicPr>
          <p:cNvPr id="18" name="Picture 17">
            <a:extLst>
              <a:ext uri="{FF2B5EF4-FFF2-40B4-BE49-F238E27FC236}">
                <a16:creationId xmlns:a16="http://schemas.microsoft.com/office/drawing/2014/main" id="{0080671D-A182-635B-AABE-DAD3BDDD3F30}"/>
              </a:ext>
              <a:ext uri="{C183D7F6-B498-43B3-948B-1728B52AA6E4}">
                <adec:decorative xmlns:adec="http://schemas.microsoft.com/office/drawing/2017/decorative" val="1"/>
              </a:ext>
            </a:extLst>
          </p:cNvPr>
          <p:cNvPicPr>
            <a:picLocks noChangeAspect="1"/>
          </p:cNvPicPr>
          <p:nvPr/>
        </p:nvPicPr>
        <p:blipFill rotWithShape="1">
          <a:blip r:embed="rId86"/>
          <a:srcRect l="53150" t="28323" r="43088" b="65997"/>
          <a:stretch/>
        </p:blipFill>
        <p:spPr>
          <a:xfrm>
            <a:off x="8635516" y="2461830"/>
            <a:ext cx="266135" cy="263525"/>
          </a:xfrm>
          <a:prstGeom prst="rect">
            <a:avLst/>
          </a:prstGeom>
        </p:spPr>
      </p:pic>
      <p:graphicFrame>
        <p:nvGraphicFramePr>
          <p:cNvPr id="239" name="Table 238">
            <a:extLst>
              <a:ext uri="{FF2B5EF4-FFF2-40B4-BE49-F238E27FC236}">
                <a16:creationId xmlns:a16="http://schemas.microsoft.com/office/drawing/2014/main" id="{D0C3CA79-78DA-4B10-DEA0-DC44AA84C215}"/>
              </a:ext>
            </a:extLst>
          </p:cNvPr>
          <p:cNvGraphicFramePr>
            <a:graphicFrameLocks noGrp="1"/>
          </p:cNvGraphicFramePr>
          <p:nvPr/>
        </p:nvGraphicFramePr>
        <p:xfrm>
          <a:off x="4289900" y="1206500"/>
          <a:ext cx="7330599" cy="5118907"/>
        </p:xfrm>
        <a:graphic>
          <a:graphicData uri="http://schemas.openxmlformats.org/drawingml/2006/table">
            <a:tbl>
              <a:tblPr firstRow="1" bandRow="1">
                <a:tableStyleId>{5C22544A-7EE6-4342-B048-85BDC9FD1C3A}</a:tableStyleId>
              </a:tblPr>
              <a:tblGrid>
                <a:gridCol w="814511">
                  <a:extLst>
                    <a:ext uri="{9D8B030D-6E8A-4147-A177-3AD203B41FA5}">
                      <a16:colId xmlns:a16="http://schemas.microsoft.com/office/drawing/2014/main" val="3172989445"/>
                    </a:ext>
                  </a:extLst>
                </a:gridCol>
                <a:gridCol w="814511">
                  <a:extLst>
                    <a:ext uri="{9D8B030D-6E8A-4147-A177-3AD203B41FA5}">
                      <a16:colId xmlns:a16="http://schemas.microsoft.com/office/drawing/2014/main" val="3731230055"/>
                    </a:ext>
                  </a:extLst>
                </a:gridCol>
                <a:gridCol w="814511">
                  <a:extLst>
                    <a:ext uri="{9D8B030D-6E8A-4147-A177-3AD203B41FA5}">
                      <a16:colId xmlns:a16="http://schemas.microsoft.com/office/drawing/2014/main" val="2299713384"/>
                    </a:ext>
                  </a:extLst>
                </a:gridCol>
                <a:gridCol w="814511">
                  <a:extLst>
                    <a:ext uri="{9D8B030D-6E8A-4147-A177-3AD203B41FA5}">
                      <a16:colId xmlns:a16="http://schemas.microsoft.com/office/drawing/2014/main" val="2533724553"/>
                    </a:ext>
                  </a:extLst>
                </a:gridCol>
                <a:gridCol w="814511">
                  <a:extLst>
                    <a:ext uri="{9D8B030D-6E8A-4147-A177-3AD203B41FA5}">
                      <a16:colId xmlns:a16="http://schemas.microsoft.com/office/drawing/2014/main" val="3151963454"/>
                    </a:ext>
                  </a:extLst>
                </a:gridCol>
                <a:gridCol w="814511">
                  <a:extLst>
                    <a:ext uri="{9D8B030D-6E8A-4147-A177-3AD203B41FA5}">
                      <a16:colId xmlns:a16="http://schemas.microsoft.com/office/drawing/2014/main" val="4223511971"/>
                    </a:ext>
                  </a:extLst>
                </a:gridCol>
                <a:gridCol w="814511">
                  <a:extLst>
                    <a:ext uri="{9D8B030D-6E8A-4147-A177-3AD203B41FA5}">
                      <a16:colId xmlns:a16="http://schemas.microsoft.com/office/drawing/2014/main" val="3672713120"/>
                    </a:ext>
                  </a:extLst>
                </a:gridCol>
                <a:gridCol w="814511">
                  <a:extLst>
                    <a:ext uri="{9D8B030D-6E8A-4147-A177-3AD203B41FA5}">
                      <a16:colId xmlns:a16="http://schemas.microsoft.com/office/drawing/2014/main" val="924700482"/>
                    </a:ext>
                  </a:extLst>
                </a:gridCol>
                <a:gridCol w="814511">
                  <a:extLst>
                    <a:ext uri="{9D8B030D-6E8A-4147-A177-3AD203B41FA5}">
                      <a16:colId xmlns:a16="http://schemas.microsoft.com/office/drawing/2014/main" val="158489170"/>
                    </a:ext>
                  </a:extLst>
                </a:gridCol>
              </a:tblGrid>
              <a:tr h="592627">
                <a:tc>
                  <a:txBody>
                    <a:bodyPr/>
                    <a:lstStyle/>
                    <a:p>
                      <a:pPr algn="ctr">
                        <a:lnSpc>
                          <a:spcPct val="100000"/>
                        </a:lnSpc>
                      </a:pPr>
                      <a:r>
                        <a:rPr lang="en-US" sz="600" b="0">
                          <a:solidFill>
                            <a:schemeClr val="bg1"/>
                          </a:solidFill>
                          <a:latin typeface="+mn-lt"/>
                          <a:cs typeface="Segoe Sans Display Semibold" pitchFamily="2" charset="0"/>
                        </a:rPr>
                        <a:t>Azure Database for PostgreSQL</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Azure Databricks Delta Lake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Amazon RDS for Oracle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Amazon RDS for </a:t>
                      </a:r>
                      <a:br>
                        <a:rPr lang="en-US" sz="600" b="0" kern="1200">
                          <a:solidFill>
                            <a:schemeClr val="bg1"/>
                          </a:solidFill>
                          <a:latin typeface="+mn-lt"/>
                          <a:ea typeface="+mn-ea"/>
                          <a:cs typeface="Segoe Sans Display Semibold" pitchFamily="2" charset="0"/>
                        </a:rPr>
                      </a:br>
                      <a:r>
                        <a:rPr lang="en-US" sz="600" b="0" kern="1200">
                          <a:solidFill>
                            <a:schemeClr val="bg1"/>
                          </a:solidFill>
                          <a:latin typeface="+mn-lt"/>
                          <a:ea typeface="+mn-ea"/>
                          <a:cs typeface="Segoe Sans Display Semibold" pitchFamily="2" charset="0"/>
                        </a:rPr>
                        <a:t>SQL Server</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Amazon Redshift</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Phoenix</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PostgreSQL</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Presto</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Magento (Preview)</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3237854275"/>
                  </a:ext>
                </a:extLst>
              </a:tr>
              <a:tr h="592627">
                <a:tc>
                  <a:txBody>
                    <a:bodyPr/>
                    <a:lstStyle/>
                    <a:p>
                      <a:pPr algn="ctr">
                        <a:lnSpc>
                          <a:spcPct val="100000"/>
                        </a:lnSpc>
                      </a:pPr>
                      <a:r>
                        <a:rPr lang="en-US" sz="600" b="0" kern="1200">
                          <a:solidFill>
                            <a:schemeClr val="bg1"/>
                          </a:solidFill>
                          <a:latin typeface="+mn-lt"/>
                          <a:ea typeface="+mn-ea"/>
                          <a:cs typeface="Segoe Sans Display Semibold" pitchFamily="2" charset="0"/>
                        </a:rPr>
                        <a:t>Azure SQL Database</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Azure SQL Database Managed Instance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Apache Impala</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Azure SQL Database Managed Instance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DB2</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SAP BW Open Hub</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SAP BW via MDX</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SAP HANA</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Oracle Eloqua (Preview)</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3112924686"/>
                  </a:ext>
                </a:extLst>
              </a:tr>
              <a:tr h="592627">
                <a:tc>
                  <a:txBody>
                    <a:bodyPr/>
                    <a:lstStyle/>
                    <a:p>
                      <a:pPr algn="ctr">
                        <a:lnSpc>
                          <a:spcPct val="100000"/>
                        </a:lnSpc>
                      </a:pPr>
                      <a:r>
                        <a:rPr lang="en-US" sz="600" b="0" kern="1200">
                          <a:solidFill>
                            <a:schemeClr val="bg1"/>
                          </a:solidFill>
                          <a:latin typeface="+mn-lt"/>
                          <a:ea typeface="+mn-ea"/>
                          <a:cs typeface="Segoe Sans Display Semibold" pitchFamily="2" charset="0"/>
                        </a:rPr>
                        <a:t>Azure Table Storage</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MongoDB Atlas</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Drill</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Google AdWords</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Google BigQuery</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SAP Table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SQL server</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Spark</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PayPal (Preview)</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3638690299"/>
                  </a:ext>
                </a:extLst>
              </a:tr>
              <a:tr h="592627">
                <a:tc>
                  <a:txBody>
                    <a:bodyPr/>
                    <a:lstStyle/>
                    <a:p>
                      <a:pPr algn="ctr">
                        <a:lnSpc>
                          <a:spcPct val="100000"/>
                        </a:lnSpc>
                      </a:pPr>
                      <a:r>
                        <a:rPr lang="pt-BR" sz="600" b="0" kern="1200">
                          <a:solidFill>
                            <a:schemeClr val="bg1"/>
                          </a:solidFill>
                          <a:latin typeface="+mn-lt"/>
                          <a:ea typeface="+mn-ea"/>
                          <a:cs typeface="Segoe Sans Display Semibold" pitchFamily="2" charset="0"/>
                        </a:rPr>
                        <a:t>Azure Cosmos DB </a:t>
                      </a:r>
                      <a:br>
                        <a:rPr lang="pt-BR" sz="600" b="0" kern="1200">
                          <a:solidFill>
                            <a:schemeClr val="bg1"/>
                          </a:solidFill>
                          <a:latin typeface="+mn-lt"/>
                          <a:ea typeface="+mn-ea"/>
                          <a:cs typeface="Segoe Sans Display Semibold" pitchFamily="2" charset="0"/>
                        </a:rPr>
                      </a:br>
                      <a:r>
                        <a:rPr lang="pt-BR" sz="600" b="0" kern="1200">
                          <a:solidFill>
                            <a:schemeClr val="bg1"/>
                          </a:solidFill>
                          <a:latin typeface="+mn-lt"/>
                          <a:ea typeface="+mn-ea"/>
                          <a:cs typeface="Segoe Sans Display Semibold" pitchFamily="2" charset="0"/>
                        </a:rPr>
                        <a:t>(MongoDB API)</a:t>
                      </a:r>
                      <a:endParaRPr lang="en-US" sz="600" b="0" kern="1200">
                        <a:solidFill>
                          <a:schemeClr val="bg1"/>
                        </a:solidFill>
                        <a:latin typeface="+mn-lt"/>
                        <a:ea typeface="+mn-ea"/>
                        <a:cs typeface="Segoe Sans Display Semibold" pitchFamily="2" charset="0"/>
                      </a:endParaRP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Azure Cosmos DB </a:t>
                      </a:r>
                      <a:br>
                        <a:rPr lang="en-US" sz="600" b="0" kern="1200">
                          <a:solidFill>
                            <a:schemeClr val="bg1"/>
                          </a:solidFill>
                          <a:latin typeface="+mn-lt"/>
                          <a:ea typeface="+mn-ea"/>
                          <a:cs typeface="Segoe Sans Display Semibold" pitchFamily="2" charset="0"/>
                        </a:rPr>
                      </a:br>
                      <a:r>
                        <a:rPr lang="en-US" sz="600" b="0" kern="1200">
                          <a:solidFill>
                            <a:schemeClr val="bg1"/>
                          </a:solidFill>
                          <a:latin typeface="+mn-lt"/>
                          <a:ea typeface="+mn-ea"/>
                          <a:cs typeface="Segoe Sans Display Semibold" pitchFamily="2" charset="0"/>
                        </a:rPr>
                        <a:t>(SQLAPI)</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Greenplum</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HBase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Hive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Amazon S3</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Amazon S3 Compatible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FTP</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SAP Cloud For Customer</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4072296457"/>
                  </a:ext>
                </a:extLst>
              </a:tr>
              <a:tr h="772438">
                <a:tc>
                  <a:txBody>
                    <a:bodyPr/>
                    <a:lstStyle/>
                    <a:p>
                      <a:pPr algn="ctr">
                        <a:lnSpc>
                          <a:spcPct val="100000"/>
                        </a:lnSpc>
                      </a:pPr>
                      <a:r>
                        <a:rPr lang="en-US" sz="600" b="0" kern="1200">
                          <a:solidFill>
                            <a:schemeClr val="bg1"/>
                          </a:solidFill>
                          <a:latin typeface="+mn-lt"/>
                          <a:ea typeface="+mn-ea"/>
                          <a:cs typeface="Segoe Sans Display Semibold" pitchFamily="2" charset="0"/>
                        </a:rPr>
                        <a:t> Azure Data Lake Storage Gen1</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marL="0" algn="ctr" defTabSz="914225" rtl="0" eaLnBrk="1" latinLnBrk="0" hangingPunct="1">
                        <a:lnSpc>
                          <a:spcPct val="100000"/>
                        </a:lnSpc>
                      </a:pPr>
                      <a:r>
                        <a:rPr lang="en-US" sz="600" b="0" kern="1200" spc="0" baseline="0">
                          <a:solidFill>
                            <a:schemeClr val="bg1"/>
                          </a:solidFill>
                          <a:latin typeface="+mn-lt"/>
                          <a:ea typeface="+mn-ea"/>
                          <a:cs typeface="Segoe Sans Display Semibold" pitchFamily="2" charset="0"/>
                        </a:rPr>
                        <a:t>Azure Data Lake Storage Gen1 for Cosmos </a:t>
                      </a:r>
                      <a:br>
                        <a:rPr lang="en-US" sz="600" b="0" kern="1200" spc="0" baseline="0">
                          <a:solidFill>
                            <a:schemeClr val="bg1"/>
                          </a:solidFill>
                          <a:latin typeface="+mn-lt"/>
                          <a:ea typeface="+mn-ea"/>
                          <a:cs typeface="Segoe Sans Display Semibold" pitchFamily="2" charset="0"/>
                        </a:rPr>
                      </a:br>
                      <a:r>
                        <a:rPr lang="en-US" sz="600" b="0" kern="1200" spc="0" baseline="0">
                          <a:solidFill>
                            <a:schemeClr val="bg1"/>
                          </a:solidFill>
                          <a:latin typeface="+mn-lt"/>
                          <a:ea typeface="+mn-ea"/>
                          <a:cs typeface="Segoe Sans Display Semibold" pitchFamily="2" charset="0"/>
                        </a:rPr>
                        <a:t>Structured Stream</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Informix</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MariaDB</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Microsoft Access</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File system</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Google Cloud Storage (S3APD)</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HDFS</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Salesforce Marketing Cloud</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2628455013"/>
                  </a:ext>
                </a:extLst>
              </a:tr>
              <a:tr h="772438">
                <a:tc>
                  <a:txBody>
                    <a:bodyPr/>
                    <a:lstStyle/>
                    <a:p>
                      <a:pPr algn="ctr">
                        <a:lnSpc>
                          <a:spcPct val="100000"/>
                        </a:lnSpc>
                      </a:pPr>
                      <a:r>
                        <a:rPr lang="en-US" sz="600" b="0" kern="1200" spc="0" baseline="0">
                          <a:solidFill>
                            <a:schemeClr val="bg1"/>
                          </a:solidFill>
                          <a:latin typeface="+mn-lt"/>
                          <a:ea typeface="+mn-ea"/>
                          <a:cs typeface="Segoe Sans Display Semibold" pitchFamily="2" charset="0"/>
                        </a:rPr>
                        <a:t>Azure Data Lake Storage Gen1 for Cosmos </a:t>
                      </a:r>
                      <a:br>
                        <a:rPr lang="en-US" sz="600" b="0" kern="1200" spc="0" baseline="0">
                          <a:solidFill>
                            <a:schemeClr val="bg1"/>
                          </a:solidFill>
                          <a:latin typeface="+mn-lt"/>
                          <a:ea typeface="+mn-ea"/>
                          <a:cs typeface="Segoe Sans Display Semibold" pitchFamily="2" charset="0"/>
                        </a:rPr>
                      </a:br>
                      <a:r>
                        <a:rPr lang="en-US" sz="600" b="0" kern="1200" spc="0" baseline="0">
                          <a:solidFill>
                            <a:schemeClr val="bg1"/>
                          </a:solidFill>
                          <a:latin typeface="+mn-lt"/>
                          <a:ea typeface="+mn-ea"/>
                          <a:cs typeface="Segoe Sans Display Semibold" pitchFamily="2" charset="0"/>
                        </a:rPr>
                        <a:t>Structured Stream</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Azure Database for MariaDB</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MySQL</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Netezza</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Oracle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HTTP</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Oracle Cloud Storage (S3AP)</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SFTP</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kern="1200">
                          <a:solidFill>
                            <a:schemeClr val="bg1"/>
                          </a:solidFill>
                          <a:latin typeface="+mn-lt"/>
                          <a:ea typeface="+mn-ea"/>
                          <a:cs typeface="Segoe Sans Display Semibold" pitchFamily="2" charset="0"/>
                        </a:rPr>
                        <a:t>Shopify (Preview)</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1044393332"/>
                  </a:ext>
                </a:extLst>
              </a:tr>
              <a:tr h="592627">
                <a:tc>
                  <a:txBody>
                    <a:bodyPr/>
                    <a:lstStyle/>
                    <a:p>
                      <a:pPr algn="ctr">
                        <a:lnSpc>
                          <a:spcPct val="100000"/>
                        </a:lnSpc>
                      </a:pPr>
                      <a:r>
                        <a:rPr lang="en-US" sz="600" b="0">
                          <a:solidFill>
                            <a:schemeClr val="bg1"/>
                          </a:solidFill>
                          <a:latin typeface="+mn-lt"/>
                          <a:cs typeface="Segoe Sans Display Semibold" pitchFamily="2" charset="0"/>
                        </a:rPr>
                        <a:t>Teradata</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Vertica</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ODBC</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OData</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REST</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Amazon Marketplace Web Service</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Concur (Preview)</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Dataverse (Common Data Service for App)</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Web Table</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1691020057"/>
                  </a:ext>
                </a:extLst>
              </a:tr>
              <a:tr h="592627">
                <a:tc>
                  <a:txBody>
                    <a:bodyPr/>
                    <a:lstStyle/>
                    <a:p>
                      <a:pPr algn="ctr">
                        <a:lnSpc>
                          <a:spcPct val="100000"/>
                        </a:lnSpc>
                      </a:pPr>
                      <a:r>
                        <a:rPr lang="en-US" sz="600" b="0">
                          <a:solidFill>
                            <a:schemeClr val="bg1"/>
                          </a:solidFill>
                          <a:latin typeface="+mn-lt"/>
                          <a:cs typeface="Segoe Sans Display Semibold" pitchFamily="2" charset="0"/>
                        </a:rPr>
                        <a:t>Jira</a:t>
                      </a:r>
                    </a:p>
                  </a:txBody>
                  <a:tcPr marL="27432" marR="27432" marT="365760">
                    <a:lnL w="6350" cap="flat" cmpd="sng" algn="ctr">
                      <a:no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Kusto</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SharePoint Online List</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lang="en-US" sz="600" b="0">
                          <a:solidFill>
                            <a:schemeClr val="bg1"/>
                          </a:solidFill>
                          <a:latin typeface="+mn-lt"/>
                          <a:cs typeface="Segoe Sans Display Semibold" pitchFamily="2" charset="0"/>
                        </a:rPr>
                        <a:t>Dynamics 365</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lang="en-US" sz="600" b="0">
                          <a:solidFill>
                            <a:schemeClr val="bg1"/>
                          </a:solidFill>
                          <a:latin typeface="+mn-lt"/>
                          <a:cs typeface="Segoe Sans Display Semibold" pitchFamily="2" charset="0"/>
                        </a:rPr>
                        <a:t>Dynamics AX</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lang="en-US" sz="600" b="0">
                          <a:solidFill>
                            <a:schemeClr val="bg1"/>
                          </a:solidFill>
                          <a:latin typeface="+mn-lt"/>
                          <a:cs typeface="Segoe Sans Display Semibold" pitchFamily="2" charset="0"/>
                        </a:rPr>
                        <a:t>Dynamics CRM</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Cassandra</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Couchbase (Preview)</a:t>
                      </a:r>
                    </a:p>
                  </a:txBody>
                  <a:tcPr marL="27432" marR="27432" marT="365760">
                    <a:lnL w="6350" cap="flat" cmpd="sng" algn="ctr">
                      <a:solidFill>
                        <a:srgbClr val="DEDEDE"/>
                      </a:solidFill>
                      <a:prstDash val="solid"/>
                      <a:round/>
                      <a:headEnd type="none" w="med" len="med"/>
                      <a:tailEnd type="none" w="med" len="med"/>
                    </a:lnL>
                    <a:lnR w="6350" cap="flat" cmpd="sng" algn="ctr">
                      <a:solidFill>
                        <a:srgbClr val="DEDEDE"/>
                      </a:solid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lnSpc>
                          <a:spcPct val="100000"/>
                        </a:lnSpc>
                      </a:pPr>
                      <a:r>
                        <a:rPr lang="en-US" sz="600" b="0">
                          <a:solidFill>
                            <a:schemeClr val="bg1"/>
                          </a:solidFill>
                          <a:latin typeface="+mn-lt"/>
                          <a:cs typeface="Segoe Sans Display Semibold" pitchFamily="2" charset="0"/>
                        </a:rPr>
                        <a:t>MongoDB</a:t>
                      </a:r>
                    </a:p>
                  </a:txBody>
                  <a:tcPr marL="27432" marR="27432" marT="365760">
                    <a:lnL w="6350" cap="flat" cmpd="sng" algn="ctr">
                      <a:solidFill>
                        <a:srgbClr val="DEDED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EDEDE"/>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51262250"/>
                  </a:ext>
                </a:extLst>
              </a:tr>
            </a:tbl>
          </a:graphicData>
        </a:graphic>
      </p:graphicFrame>
    </p:spTree>
    <p:extLst>
      <p:ext uri="{BB962C8B-B14F-4D97-AF65-F5344CB8AC3E}">
        <p14:creationId xmlns:p14="http://schemas.microsoft.com/office/powerpoint/2010/main" val="93167363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nodeType="withEffect">
                                  <p:stCondLst>
                                    <p:cond delay="0"/>
                                  </p:stCondLst>
                                  <p:childTnLst>
                                    <p:set>
                                      <p:cBhvr>
                                        <p:cTn id="30" dur="1" fill="hold">
                                          <p:stCondLst>
                                            <p:cond delay="0"/>
                                          </p:stCondLst>
                                        </p:cTn>
                                        <p:tgtEl>
                                          <p:spTgt spid="1045"/>
                                        </p:tgtEl>
                                        <p:attrNameLst>
                                          <p:attrName>style.visibility</p:attrName>
                                        </p:attrNameLst>
                                      </p:cBhvr>
                                      <p:to>
                                        <p:strVal val="visible"/>
                                      </p:to>
                                    </p:set>
                                    <p:animEffect transition="in" filter="fade">
                                      <p:cBhvr>
                                        <p:cTn id="31" dur="500"/>
                                        <p:tgtEl>
                                          <p:spTgt spid="1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7" grpId="0" animBg="1"/>
      <p:bldP spid="6" grpId="0"/>
    </p:bldLst>
  </p:timing>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42">
            <a:extLst>
              <a:ext uri="{FF2B5EF4-FFF2-40B4-BE49-F238E27FC236}">
                <a16:creationId xmlns:a16="http://schemas.microsoft.com/office/drawing/2014/main" id="{FFFFAED5-D017-35B6-0384-C2D72DCCFF20}"/>
              </a:ext>
            </a:extLst>
          </p:cNvPr>
          <p:cNvSpPr>
            <a:spLocks noGrp="1"/>
          </p:cNvSpPr>
          <p:nvPr>
            <p:ph type="title"/>
          </p:nvPr>
        </p:nvSpPr>
        <p:spPr/>
        <p:txBody>
          <a:bodyPr/>
          <a:lstStyle/>
          <a:p>
            <a:r>
              <a:rPr lang="en-US"/>
              <a:t>Shortcuts virtualize data across domains and clouds</a:t>
            </a:r>
          </a:p>
        </p:txBody>
      </p:sp>
      <p:sp>
        <p:nvSpPr>
          <p:cNvPr id="384" name="TextBox 383">
            <a:extLst>
              <a:ext uri="{FF2B5EF4-FFF2-40B4-BE49-F238E27FC236}">
                <a16:creationId xmlns:a16="http://schemas.microsoft.com/office/drawing/2014/main" id="{9957A0DA-BF9F-615F-2B19-6175142F5B50}"/>
              </a:ext>
            </a:extLst>
          </p:cNvPr>
          <p:cNvSpPr txBox="1"/>
          <p:nvPr/>
        </p:nvSpPr>
        <p:spPr>
          <a:xfrm>
            <a:off x="718964" y="1362798"/>
            <a:ext cx="6091084" cy="249299"/>
          </a:xfrm>
          <a:prstGeom prst="rect">
            <a:avLst/>
          </a:prstGeom>
          <a:noFill/>
        </p:spPr>
        <p:txBody>
          <a:bodyPr wrap="square" lIns="0" tIns="0" rIns="0" bIns="0">
            <a:spAutoFit/>
          </a:bodyPr>
          <a:lstStyle/>
          <a:p>
            <a:pPr marL="12700" marR="0" lvl="0" indent="0" algn="l" defTabSz="914400" rtl="0" eaLnBrk="1" fontAlgn="auto" latinLnBrk="0" hangingPunct="1">
              <a:lnSpc>
                <a:spcPct val="90000"/>
              </a:lnSpc>
              <a:spcBef>
                <a:spcPts val="10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Display"/>
                <a:ea typeface="+mn-ea"/>
                <a:cs typeface="Segoe Sans Text Light" pitchFamily="2" charset="0"/>
              </a:rPr>
              <a:t>No data movements or duplication</a:t>
            </a:r>
          </a:p>
        </p:txBody>
      </p:sp>
      <p:sp>
        <p:nvSpPr>
          <p:cNvPr id="216" name="Rounded Rectangle 38">
            <a:extLst>
              <a:ext uri="{FF2B5EF4-FFF2-40B4-BE49-F238E27FC236}">
                <a16:creationId xmlns:a16="http://schemas.microsoft.com/office/drawing/2014/main" id="{DF35D8D7-58DB-B950-D6D6-F33A563C3152}"/>
              </a:ext>
              <a:ext uri="{C183D7F6-B498-43B3-948B-1728B52AA6E4}">
                <adec:decorative xmlns:adec="http://schemas.microsoft.com/office/drawing/2017/decorative" val="1"/>
              </a:ext>
            </a:extLst>
          </p:cNvPr>
          <p:cNvSpPr/>
          <p:nvPr/>
        </p:nvSpPr>
        <p:spPr bwMode="auto">
          <a:xfrm>
            <a:off x="584201" y="1914523"/>
            <a:ext cx="7206901" cy="3173699"/>
          </a:xfrm>
          <a:prstGeom prst="roundRect">
            <a:avLst>
              <a:gd name="adj" fmla="val 6162"/>
            </a:avLst>
          </a:prstGeom>
          <a:ln w="19050" cap="rnd">
            <a:solidFill>
              <a:srgbClr val="C0C0C0"/>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marL="0" marR="0" lvl="0" indent="0" algn="ctr" defTabSz="654278"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gradFill>
                <a:gsLst>
                  <a:gs pos="25287">
                    <a:srgbClr val="FFFFFF"/>
                  </a:gs>
                  <a:gs pos="45000">
                    <a:srgbClr val="FFFFFF"/>
                  </a:gs>
                </a:gsLst>
                <a:lin ang="5400000" scaled="1"/>
              </a:gradFill>
              <a:effectLst/>
              <a:uLnTx/>
              <a:uFillTx/>
              <a:latin typeface="Segoe UI Semibold"/>
              <a:ea typeface="+mn-ea"/>
              <a:cs typeface="+mn-cs"/>
            </a:endParaRPr>
          </a:p>
        </p:txBody>
      </p:sp>
      <p:sp>
        <p:nvSpPr>
          <p:cNvPr id="20" name="Rounded Rectangle 14">
            <a:extLst>
              <a:ext uri="{FF2B5EF4-FFF2-40B4-BE49-F238E27FC236}">
                <a16:creationId xmlns:a16="http://schemas.microsoft.com/office/drawing/2014/main" id="{93E7B1E7-F752-D31A-381A-9B83F477A30A}"/>
              </a:ext>
              <a:ext uri="{C183D7F6-B498-43B3-948B-1728B52AA6E4}">
                <adec:decorative xmlns:adec="http://schemas.microsoft.com/office/drawing/2017/decorative" val="1"/>
              </a:ext>
            </a:extLst>
          </p:cNvPr>
          <p:cNvSpPr/>
          <p:nvPr/>
        </p:nvSpPr>
        <p:spPr>
          <a:xfrm>
            <a:off x="730299" y="2080710"/>
            <a:ext cx="999011"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ea typeface="+mn-ea"/>
              <a:cs typeface="Segoe UI" pitchFamily="34" charset="0"/>
            </a:endParaRPr>
          </a:p>
        </p:txBody>
      </p:sp>
      <p:sp>
        <p:nvSpPr>
          <p:cNvPr id="22" name="Rounded Rectangle 15">
            <a:extLst>
              <a:ext uri="{FF2B5EF4-FFF2-40B4-BE49-F238E27FC236}">
                <a16:creationId xmlns:a16="http://schemas.microsoft.com/office/drawing/2014/main" id="{3D96EEFD-FDA3-79F9-C63A-BB5EC8737AB2}"/>
              </a:ext>
              <a:ext uri="{C183D7F6-B498-43B3-948B-1728B52AA6E4}">
                <adec:decorative xmlns:adec="http://schemas.microsoft.com/office/drawing/2017/decorative" val="1"/>
              </a:ext>
            </a:extLst>
          </p:cNvPr>
          <p:cNvSpPr/>
          <p:nvPr/>
        </p:nvSpPr>
        <p:spPr>
          <a:xfrm>
            <a:off x="1911233" y="2080710"/>
            <a:ext cx="999011"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ea typeface="+mn-ea"/>
              <a:cs typeface="Segoe UI" pitchFamily="34" charset="0"/>
            </a:endParaRPr>
          </a:p>
        </p:txBody>
      </p:sp>
      <p:sp>
        <p:nvSpPr>
          <p:cNvPr id="24" name="Rounded Rectangle 17">
            <a:extLst>
              <a:ext uri="{FF2B5EF4-FFF2-40B4-BE49-F238E27FC236}">
                <a16:creationId xmlns:a16="http://schemas.microsoft.com/office/drawing/2014/main" id="{72138D17-8FA3-CC81-4964-45547DBF6A43}"/>
              </a:ext>
              <a:ext uri="{C183D7F6-B498-43B3-948B-1728B52AA6E4}">
                <adec:decorative xmlns:adec="http://schemas.microsoft.com/office/drawing/2017/decorative" val="1"/>
              </a:ext>
            </a:extLst>
          </p:cNvPr>
          <p:cNvSpPr/>
          <p:nvPr/>
        </p:nvSpPr>
        <p:spPr>
          <a:xfrm>
            <a:off x="3092168" y="2080710"/>
            <a:ext cx="999011"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ea typeface="+mn-ea"/>
              <a:cs typeface="Segoe UI" pitchFamily="34" charset="0"/>
            </a:endParaRPr>
          </a:p>
        </p:txBody>
      </p:sp>
      <p:sp>
        <p:nvSpPr>
          <p:cNvPr id="26" name="Rounded Rectangle 16">
            <a:extLst>
              <a:ext uri="{FF2B5EF4-FFF2-40B4-BE49-F238E27FC236}">
                <a16:creationId xmlns:a16="http://schemas.microsoft.com/office/drawing/2014/main" id="{ABF9AE67-67B3-466E-FD13-FCD64B219854}"/>
              </a:ext>
              <a:ext uri="{C183D7F6-B498-43B3-948B-1728B52AA6E4}">
                <adec:decorative xmlns:adec="http://schemas.microsoft.com/office/drawing/2017/decorative" val="1"/>
              </a:ext>
            </a:extLst>
          </p:cNvPr>
          <p:cNvSpPr/>
          <p:nvPr/>
        </p:nvSpPr>
        <p:spPr>
          <a:xfrm>
            <a:off x="4273102" y="2080711"/>
            <a:ext cx="999011"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ea typeface="+mn-ea"/>
              <a:cs typeface="Segoe UI" pitchFamily="34" charset="0"/>
            </a:endParaRPr>
          </a:p>
        </p:txBody>
      </p:sp>
      <p:sp>
        <p:nvSpPr>
          <p:cNvPr id="28" name="Rounded Rectangle 18">
            <a:extLst>
              <a:ext uri="{FF2B5EF4-FFF2-40B4-BE49-F238E27FC236}">
                <a16:creationId xmlns:a16="http://schemas.microsoft.com/office/drawing/2014/main" id="{2D67B559-2DF1-D333-83BD-BD71CD8B5CDC}"/>
              </a:ext>
              <a:ext uri="{C183D7F6-B498-43B3-948B-1728B52AA6E4}">
                <adec:decorative xmlns:adec="http://schemas.microsoft.com/office/drawing/2017/decorative" val="1"/>
              </a:ext>
            </a:extLst>
          </p:cNvPr>
          <p:cNvSpPr/>
          <p:nvPr/>
        </p:nvSpPr>
        <p:spPr>
          <a:xfrm>
            <a:off x="5454036" y="2080710"/>
            <a:ext cx="999011"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ea typeface="+mn-ea"/>
              <a:cs typeface="Segoe UI" pitchFamily="34" charset="0"/>
            </a:endParaRPr>
          </a:p>
        </p:txBody>
      </p:sp>
      <p:sp>
        <p:nvSpPr>
          <p:cNvPr id="30" name="Rounded Rectangle 19">
            <a:extLst>
              <a:ext uri="{FF2B5EF4-FFF2-40B4-BE49-F238E27FC236}">
                <a16:creationId xmlns:a16="http://schemas.microsoft.com/office/drawing/2014/main" id="{1234301B-FC87-BC87-B877-FA9FFDF87D7A}"/>
              </a:ext>
              <a:ext uri="{C183D7F6-B498-43B3-948B-1728B52AA6E4}">
                <adec:decorative xmlns:adec="http://schemas.microsoft.com/office/drawing/2017/decorative" val="1"/>
              </a:ext>
            </a:extLst>
          </p:cNvPr>
          <p:cNvSpPr/>
          <p:nvPr/>
        </p:nvSpPr>
        <p:spPr>
          <a:xfrm>
            <a:off x="6634968" y="2080710"/>
            <a:ext cx="999011" cy="1094495"/>
          </a:xfrm>
          <a:prstGeom prst="roundRect">
            <a:avLst>
              <a:gd name="adj" fmla="val 6586"/>
            </a:avLst>
          </a:prstGeom>
          <a:solidFill>
            <a:srgbClr val="FFFDF9"/>
          </a:solidFill>
          <a:ln w="9525" cap="flat" cmpd="sng" algn="ctr">
            <a:noFill/>
            <a:prstDash val="solid"/>
            <a:headEnd type="none" w="med" len="med"/>
            <a:tailEnd type="none" w="med" len="med"/>
          </a:ln>
          <a:effectLst>
            <a:outerShdw blurRad="203200" dist="38100" dir="2700000" algn="tl" rotWithShape="0">
              <a:prstClr val="black">
                <a:alpha val="14000"/>
              </a:prstClr>
            </a:outerShdw>
          </a:effectLst>
          <a:scene3d>
            <a:camera prst="perspectiveLeft" fov="2100000">
              <a:rot lat="0" lon="0" rev="0"/>
            </a:camera>
            <a:lightRig rig="threePt" dir="t"/>
          </a:scene3d>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0" cap="none" spc="0" normalizeH="0" baseline="0" noProof="0">
              <a:ln>
                <a:noFill/>
              </a:ln>
              <a:solidFill>
                <a:srgbClr val="091F2C"/>
              </a:solidFill>
              <a:effectLst/>
              <a:uLnTx/>
              <a:uFillTx/>
              <a:latin typeface="Segoe Sans Display"/>
              <a:ea typeface="+mn-ea"/>
              <a:cs typeface="Segoe UI" pitchFamily="34" charset="0"/>
            </a:endParaRPr>
          </a:p>
        </p:txBody>
      </p:sp>
      <p:pic>
        <p:nvPicPr>
          <p:cNvPr id="32" name="Graphic 31">
            <a:extLst>
              <a:ext uri="{FF2B5EF4-FFF2-40B4-BE49-F238E27FC236}">
                <a16:creationId xmlns:a16="http://schemas.microsoft.com/office/drawing/2014/main" id="{9E4A915A-E4F8-5EDB-3620-D3B808643A2D}"/>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2453" r="-2453"/>
          <a:stretch/>
        </p:blipFill>
        <p:spPr>
          <a:xfrm>
            <a:off x="1056972" y="2233095"/>
            <a:ext cx="345665" cy="329502"/>
          </a:xfrm>
          <a:prstGeom prst="rect">
            <a:avLst/>
          </a:prstGeom>
        </p:spPr>
      </p:pic>
      <p:sp>
        <p:nvSpPr>
          <p:cNvPr id="21" name="Rounded Rectangle 14">
            <a:extLst>
              <a:ext uri="{FF2B5EF4-FFF2-40B4-BE49-F238E27FC236}">
                <a16:creationId xmlns:a16="http://schemas.microsoft.com/office/drawing/2014/main" id="{4D10977C-7CEB-63F2-2DD2-7CA03C7741D1}"/>
              </a:ext>
            </a:extLst>
          </p:cNvPr>
          <p:cNvSpPr/>
          <p:nvPr/>
        </p:nvSpPr>
        <p:spPr>
          <a:xfrm>
            <a:off x="986950" y="2698090"/>
            <a:ext cx="485709"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Factory</a:t>
            </a:r>
          </a:p>
        </p:txBody>
      </p:sp>
      <p:pic>
        <p:nvPicPr>
          <p:cNvPr id="33" name="Graphic 32">
            <a:extLst>
              <a:ext uri="{FF2B5EF4-FFF2-40B4-BE49-F238E27FC236}">
                <a16:creationId xmlns:a16="http://schemas.microsoft.com/office/drawing/2014/main" id="{68271F52-587F-5A74-DA34-616704029CBF}"/>
              </a:ext>
              <a:ext uri="{C183D7F6-B498-43B3-948B-1728B52AA6E4}">
                <adec:decorative xmlns:adec="http://schemas.microsoft.com/office/drawing/2017/decorative" val="1"/>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2453" r="-2453"/>
          <a:stretch/>
        </p:blipFill>
        <p:spPr>
          <a:xfrm>
            <a:off x="2237906" y="2233096"/>
            <a:ext cx="345664" cy="329500"/>
          </a:xfrm>
          <a:prstGeom prst="rect">
            <a:avLst/>
          </a:prstGeom>
        </p:spPr>
      </p:pic>
      <p:sp>
        <p:nvSpPr>
          <p:cNvPr id="23" name="Rounded Rectangle 15">
            <a:extLst>
              <a:ext uri="{FF2B5EF4-FFF2-40B4-BE49-F238E27FC236}">
                <a16:creationId xmlns:a16="http://schemas.microsoft.com/office/drawing/2014/main" id="{567B87AC-225D-1ACC-5260-BD0F58E4A5DD}"/>
              </a:ext>
            </a:extLst>
          </p:cNvPr>
          <p:cNvSpPr/>
          <p:nvPr/>
        </p:nvSpPr>
        <p:spPr>
          <a:xfrm>
            <a:off x="2029224" y="2698090"/>
            <a:ext cx="763029"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Engineering</a:t>
            </a:r>
          </a:p>
        </p:txBody>
      </p:sp>
      <p:pic>
        <p:nvPicPr>
          <p:cNvPr id="34" name="Graphic 33">
            <a:extLst>
              <a:ext uri="{FF2B5EF4-FFF2-40B4-BE49-F238E27FC236}">
                <a16:creationId xmlns:a16="http://schemas.microsoft.com/office/drawing/2014/main" id="{2460699E-7E1E-1D13-0899-ACE14F9D24BB}"/>
              </a:ext>
              <a:ext uri="{C183D7F6-B498-43B3-948B-1728B52AA6E4}">
                <adec:decorative xmlns:adec="http://schemas.microsoft.com/office/drawing/2017/decorative" val="1"/>
              </a:ext>
            </a:extLst>
          </p:cNvPr>
          <p:cNvPicPr>
            <a:picLocks noChangeAspect="1"/>
          </p:cNvPicPr>
          <p:nvPr/>
        </p:nvPicPr>
        <p:blipFill rotWithShape="1">
          <a:blip r:embed="rId7">
            <a:extLst>
              <a:ext uri="{96DAC541-7B7A-43D3-8B79-37D633B846F1}">
                <asvg:svgBlip xmlns:asvg="http://schemas.microsoft.com/office/drawing/2016/SVG/main" r:embed="rId8"/>
              </a:ext>
            </a:extLst>
          </a:blip>
          <a:srcRect l="-2453" r="-2453"/>
          <a:stretch/>
        </p:blipFill>
        <p:spPr>
          <a:xfrm>
            <a:off x="3418841" y="2233095"/>
            <a:ext cx="345665" cy="329502"/>
          </a:xfrm>
          <a:prstGeom prst="rect">
            <a:avLst/>
          </a:prstGeom>
        </p:spPr>
      </p:pic>
      <p:sp>
        <p:nvSpPr>
          <p:cNvPr id="25" name="Rounded Rectangle 17">
            <a:extLst>
              <a:ext uri="{FF2B5EF4-FFF2-40B4-BE49-F238E27FC236}">
                <a16:creationId xmlns:a16="http://schemas.microsoft.com/office/drawing/2014/main" id="{F7F72FF6-D846-D5B7-029D-0B5A7B746594}"/>
              </a:ext>
            </a:extLst>
          </p:cNvPr>
          <p:cNvSpPr/>
          <p:nvPr/>
        </p:nvSpPr>
        <p:spPr>
          <a:xfrm>
            <a:off x="3341605" y="2698090"/>
            <a:ext cx="500137"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Science</a:t>
            </a:r>
          </a:p>
        </p:txBody>
      </p:sp>
      <p:pic>
        <p:nvPicPr>
          <p:cNvPr id="35" name="Graphic 34">
            <a:extLst>
              <a:ext uri="{FF2B5EF4-FFF2-40B4-BE49-F238E27FC236}">
                <a16:creationId xmlns:a16="http://schemas.microsoft.com/office/drawing/2014/main" id="{52465728-F430-7D92-2007-1E4468D699FD}"/>
              </a:ext>
              <a:ext uri="{C183D7F6-B498-43B3-948B-1728B52AA6E4}">
                <adec:decorative xmlns:adec="http://schemas.microsoft.com/office/drawing/2017/decorative" val="1"/>
              </a:ext>
            </a:extLst>
          </p:cNvPr>
          <p:cNvPicPr>
            <a:picLocks noChangeAspect="1"/>
          </p:cNvPicPr>
          <p:nvPr/>
        </p:nvPicPr>
        <p:blipFill rotWithShape="1">
          <a:blip r:embed="rId9">
            <a:extLst>
              <a:ext uri="{96DAC541-7B7A-43D3-8B79-37D633B846F1}">
                <asvg:svgBlip xmlns:asvg="http://schemas.microsoft.com/office/drawing/2016/SVG/main" r:embed="rId10"/>
              </a:ext>
            </a:extLst>
          </a:blip>
          <a:srcRect l="-2453" r="-2453"/>
          <a:stretch/>
        </p:blipFill>
        <p:spPr>
          <a:xfrm>
            <a:off x="4589913" y="2223695"/>
            <a:ext cx="365388" cy="348303"/>
          </a:xfrm>
          <a:prstGeom prst="rect">
            <a:avLst/>
          </a:prstGeom>
        </p:spPr>
      </p:pic>
      <p:sp>
        <p:nvSpPr>
          <p:cNvPr id="27" name="Rounded Rectangle 280">
            <a:extLst>
              <a:ext uri="{FF2B5EF4-FFF2-40B4-BE49-F238E27FC236}">
                <a16:creationId xmlns:a16="http://schemas.microsoft.com/office/drawing/2014/main" id="{2A621C31-E235-49C5-1055-C25334F6C86D}"/>
              </a:ext>
            </a:extLst>
          </p:cNvPr>
          <p:cNvSpPr/>
          <p:nvPr/>
        </p:nvSpPr>
        <p:spPr>
          <a:xfrm>
            <a:off x="4411130" y="2698090"/>
            <a:ext cx="722955"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a:t>
            </a:r>
            <a:b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Warehouse</a:t>
            </a:r>
          </a:p>
        </p:txBody>
      </p:sp>
      <p:pic>
        <p:nvPicPr>
          <p:cNvPr id="36" name="Graphic 35">
            <a:extLst>
              <a:ext uri="{FF2B5EF4-FFF2-40B4-BE49-F238E27FC236}">
                <a16:creationId xmlns:a16="http://schemas.microsoft.com/office/drawing/2014/main" id="{1846AC46-AB11-1136-4664-224012715312}"/>
              </a:ext>
              <a:ext uri="{C183D7F6-B498-43B3-948B-1728B52AA6E4}">
                <adec:decorative xmlns:adec="http://schemas.microsoft.com/office/drawing/2017/decorative" val="1"/>
              </a:ext>
            </a:extLst>
          </p:cNvPr>
          <p:cNvPicPr>
            <a:picLocks noChangeAspect="1"/>
          </p:cNvPicPr>
          <p:nvPr/>
        </p:nvPicPr>
        <p:blipFill rotWithShape="1">
          <a:blip r:embed="rId11">
            <a:extLst>
              <a:ext uri="{96DAC541-7B7A-43D3-8B79-37D633B846F1}">
                <asvg:svgBlip xmlns:asvg="http://schemas.microsoft.com/office/drawing/2016/SVG/main" r:embed="rId12"/>
              </a:ext>
            </a:extLst>
          </a:blip>
          <a:srcRect l="-2453" r="-2453"/>
          <a:stretch/>
        </p:blipFill>
        <p:spPr>
          <a:xfrm>
            <a:off x="5772774" y="2225532"/>
            <a:ext cx="361534" cy="344629"/>
          </a:xfrm>
          <a:prstGeom prst="rect">
            <a:avLst/>
          </a:prstGeom>
        </p:spPr>
      </p:pic>
      <p:sp>
        <p:nvSpPr>
          <p:cNvPr id="29" name="Rounded Rectangle 18">
            <a:extLst>
              <a:ext uri="{FF2B5EF4-FFF2-40B4-BE49-F238E27FC236}">
                <a16:creationId xmlns:a16="http://schemas.microsoft.com/office/drawing/2014/main" id="{F292AFD6-0C10-27E8-9F37-91F421153C1C}"/>
              </a:ext>
            </a:extLst>
          </p:cNvPr>
          <p:cNvSpPr/>
          <p:nvPr/>
        </p:nvSpPr>
        <p:spPr>
          <a:xfrm>
            <a:off x="5578439" y="2698090"/>
            <a:ext cx="750205"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Real-Time</a:t>
            </a:r>
            <a:b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Intelligence</a:t>
            </a:r>
          </a:p>
        </p:txBody>
      </p:sp>
      <p:pic>
        <p:nvPicPr>
          <p:cNvPr id="37" name="Graphic 36">
            <a:extLst>
              <a:ext uri="{FF2B5EF4-FFF2-40B4-BE49-F238E27FC236}">
                <a16:creationId xmlns:a16="http://schemas.microsoft.com/office/drawing/2014/main" id="{995BFF07-7793-EE4F-497B-7CC7613643DD}"/>
              </a:ext>
              <a:ext uri="{C183D7F6-B498-43B3-948B-1728B52AA6E4}">
                <adec:decorative xmlns:adec="http://schemas.microsoft.com/office/drawing/2017/decorative" val="1"/>
              </a:ext>
            </a:extLst>
          </p:cNvPr>
          <p:cNvPicPr>
            <a:picLocks noChangeAspect="1"/>
          </p:cNvPicPr>
          <p:nvPr/>
        </p:nvPicPr>
        <p:blipFill rotWithShape="1">
          <a:blip r:embed="rId13">
            <a:extLst>
              <a:ext uri="{96DAC541-7B7A-43D3-8B79-37D633B846F1}">
                <asvg:svgBlip xmlns:asvg="http://schemas.microsoft.com/office/drawing/2016/SVG/main" r:embed="rId14"/>
              </a:ext>
            </a:extLst>
          </a:blip>
          <a:srcRect l="-2453" r="-2453"/>
          <a:stretch/>
        </p:blipFill>
        <p:spPr>
          <a:xfrm>
            <a:off x="6961641" y="2233095"/>
            <a:ext cx="345665" cy="329502"/>
          </a:xfrm>
          <a:prstGeom prst="rect">
            <a:avLst/>
          </a:prstGeom>
        </p:spPr>
      </p:pic>
      <p:sp>
        <p:nvSpPr>
          <p:cNvPr id="31" name="Rounded Rectangle 19">
            <a:extLst>
              <a:ext uri="{FF2B5EF4-FFF2-40B4-BE49-F238E27FC236}">
                <a16:creationId xmlns:a16="http://schemas.microsoft.com/office/drawing/2014/main" id="{B2621AD8-BBE7-745E-93D2-7BDC00CE0CD6}"/>
              </a:ext>
            </a:extLst>
          </p:cNvPr>
          <p:cNvSpPr/>
          <p:nvPr/>
        </p:nvSpPr>
        <p:spPr>
          <a:xfrm>
            <a:off x="6933296" y="2698090"/>
            <a:ext cx="402354" cy="338554"/>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Power</a:t>
            </a:r>
            <a:b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BI</a:t>
            </a:r>
          </a:p>
        </p:txBody>
      </p:sp>
      <p:sp>
        <p:nvSpPr>
          <p:cNvPr id="389" name="TextBox 388">
            <a:extLst>
              <a:ext uri="{FF2B5EF4-FFF2-40B4-BE49-F238E27FC236}">
                <a16:creationId xmlns:a16="http://schemas.microsoft.com/office/drawing/2014/main" id="{4E638142-5B2D-6F1E-3FCF-879EB2BC5C4E}"/>
              </a:ext>
            </a:extLst>
          </p:cNvPr>
          <p:cNvSpPr txBox="1"/>
          <p:nvPr/>
        </p:nvSpPr>
        <p:spPr>
          <a:xfrm>
            <a:off x="3023871" y="3271079"/>
            <a:ext cx="2327560" cy="184666"/>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8661C5"/>
                </a:solidFill>
                <a:effectLst/>
                <a:uLnTx/>
                <a:uFillTx/>
                <a:latin typeface="Segoe Sans Display Semibold" pitchFamily="2" charset="0"/>
                <a:ea typeface="+mn-ea"/>
                <a:cs typeface="Segoe Sans Display Semibold" pitchFamily="2" charset="0"/>
              </a:rPr>
              <a:t>Unified Security and Governance </a:t>
            </a:r>
          </a:p>
        </p:txBody>
      </p:sp>
      <p:sp>
        <p:nvSpPr>
          <p:cNvPr id="217" name="Rounded Rectangle 45">
            <a:extLst>
              <a:ext uri="{FF2B5EF4-FFF2-40B4-BE49-F238E27FC236}">
                <a16:creationId xmlns:a16="http://schemas.microsoft.com/office/drawing/2014/main" id="{696ECF97-B761-C995-78FD-FF8F098C71DF}"/>
              </a:ext>
              <a:ext uri="{C183D7F6-B498-43B3-948B-1728B52AA6E4}">
                <adec:decorative xmlns:adec="http://schemas.microsoft.com/office/drawing/2017/decorative" val="1"/>
              </a:ext>
            </a:extLst>
          </p:cNvPr>
          <p:cNvSpPr>
            <a:spLocks/>
          </p:cNvSpPr>
          <p:nvPr/>
        </p:nvSpPr>
        <p:spPr>
          <a:xfrm>
            <a:off x="741325" y="3552824"/>
            <a:ext cx="6892654" cy="1371283"/>
          </a:xfrm>
          <a:prstGeom prst="roundRect">
            <a:avLst>
              <a:gd name="adj" fmla="val 5258"/>
            </a:avLst>
          </a:prstGeom>
          <a:solidFill>
            <a:srgbClr val="FFFFFF">
              <a:alpha val="94098"/>
            </a:srgbClr>
          </a:solidFill>
          <a:ln>
            <a:solidFill>
              <a:schemeClr val="accent3"/>
            </a:solidFill>
            <a:prstDash val="dash"/>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grpSp>
        <p:nvGrpSpPr>
          <p:cNvPr id="4" name="Group 3">
            <a:extLst>
              <a:ext uri="{FF2B5EF4-FFF2-40B4-BE49-F238E27FC236}">
                <a16:creationId xmlns:a16="http://schemas.microsoft.com/office/drawing/2014/main" id="{832F3EE7-F4B3-22DB-78BC-DE40D2073967}"/>
              </a:ext>
              <a:ext uri="{C183D7F6-B498-43B3-948B-1728B52AA6E4}">
                <adec:decorative xmlns:adec="http://schemas.microsoft.com/office/drawing/2017/decorative" val="1"/>
              </a:ext>
            </a:extLst>
          </p:cNvPr>
          <p:cNvGrpSpPr/>
          <p:nvPr/>
        </p:nvGrpSpPr>
        <p:grpSpPr>
          <a:xfrm>
            <a:off x="1602591" y="3701240"/>
            <a:ext cx="1287674" cy="834405"/>
            <a:chOff x="1602591" y="3701240"/>
            <a:chExt cx="1287674" cy="834405"/>
          </a:xfrm>
        </p:grpSpPr>
        <p:grpSp>
          <p:nvGrpSpPr>
            <p:cNvPr id="462" name="Group 461">
              <a:extLst>
                <a:ext uri="{FF2B5EF4-FFF2-40B4-BE49-F238E27FC236}">
                  <a16:creationId xmlns:a16="http://schemas.microsoft.com/office/drawing/2014/main" id="{ACF8FBAE-B7B5-5C6D-47AF-752901C67BF3}"/>
                </a:ext>
              </a:extLst>
            </p:cNvPr>
            <p:cNvGrpSpPr/>
            <p:nvPr/>
          </p:nvGrpSpPr>
          <p:grpSpPr>
            <a:xfrm>
              <a:off x="1733164" y="3701240"/>
              <a:ext cx="1040410" cy="834405"/>
              <a:chOff x="5460266" y="4453644"/>
              <a:chExt cx="401413" cy="321931"/>
            </a:xfrm>
            <a:solidFill>
              <a:schemeClr val="accent6">
                <a:lumMod val="75000"/>
              </a:schemeClr>
            </a:solidFill>
          </p:grpSpPr>
          <p:sp>
            <p:nvSpPr>
              <p:cNvPr id="473" name="Freeform 284">
                <a:extLst>
                  <a:ext uri="{FF2B5EF4-FFF2-40B4-BE49-F238E27FC236}">
                    <a16:creationId xmlns:a16="http://schemas.microsoft.com/office/drawing/2014/main" id="{90F548CC-F4B8-8F37-82C1-D7A6A81DE8BC}"/>
                  </a:ext>
                </a:extLst>
              </p:cNvPr>
              <p:cNvSpPr/>
              <p:nvPr/>
            </p:nvSpPr>
            <p:spPr>
              <a:xfrm>
                <a:off x="5460266" y="4453644"/>
                <a:ext cx="362254" cy="299942"/>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40000"/>
                  <a:lumOff val="60000"/>
                </a:schemeClr>
              </a:solidFill>
              <a:ln>
                <a:noFill/>
                <a:headEnd type="none" w="med" len="med"/>
                <a:tailEnd type="none" w="med" len="med"/>
              </a:ln>
              <a:effectLst/>
              <a:scene3d>
                <a:camera prst="perspectiveLeft" fov="2100000">
                  <a:rot lat="0" lon="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endParaRPr kumimoji="0" lang="en-US" sz="1200" b="0" i="0" u="none" strike="noStrike" kern="1200" cap="none" spc="0" normalizeH="0" baseline="0" noProof="0">
                  <a:ln w="3175">
                    <a:noFill/>
                  </a:ln>
                  <a:gradFill>
                    <a:gsLst>
                      <a:gs pos="0">
                        <a:srgbClr val="FFA38B"/>
                      </a:gs>
                      <a:gs pos="32000">
                        <a:srgbClr val="D59ED7"/>
                      </a:gs>
                      <a:gs pos="68000">
                        <a:srgbClr val="8DC8E8"/>
                      </a:gs>
                      <a:gs pos="100000">
                        <a:srgbClr val="49C5B1"/>
                      </a:gs>
                    </a:gsLst>
                    <a:path path="circle">
                      <a:fillToRect l="100000" t="100000"/>
                    </a:path>
                  </a:gradFill>
                  <a:effectLst/>
                  <a:uLnTx/>
                  <a:uFillTx/>
                  <a:latin typeface="Segoe UI Semibold"/>
                  <a:ea typeface="+mn-ea"/>
                  <a:cs typeface="Segoe UI" panose="020B0502040204020203" pitchFamily="34" charset="0"/>
                </a:endParaRPr>
              </a:p>
            </p:txBody>
          </p:sp>
          <p:sp>
            <p:nvSpPr>
              <p:cNvPr id="474" name="Freeform 285">
                <a:extLst>
                  <a:ext uri="{FF2B5EF4-FFF2-40B4-BE49-F238E27FC236}">
                    <a16:creationId xmlns:a16="http://schemas.microsoft.com/office/drawing/2014/main" id="{82C14A57-5EE7-7891-8397-AB144DFF844C}"/>
                  </a:ext>
                </a:extLst>
              </p:cNvPr>
              <p:cNvSpPr/>
              <p:nvPr/>
            </p:nvSpPr>
            <p:spPr>
              <a:xfrm>
                <a:off x="5495156" y="4594529"/>
                <a:ext cx="366523" cy="181046"/>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40000"/>
                  <a:lumOff val="60000"/>
                </a:schemeClr>
              </a:solidFill>
              <a:ln>
                <a:noFill/>
                <a:headEnd type="none" w="med" len="med"/>
                <a:tailEnd type="none" w="med" len="med"/>
              </a:ln>
              <a:effectLst/>
              <a:scene3d>
                <a:camera prst="perspectiveLeft" fov="2100000">
                  <a:rot lat="0" lon="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endParaRPr kumimoji="0" lang="en-US" sz="1200" b="0" i="0" u="none" strike="noStrike" kern="1200" cap="none" spc="0" normalizeH="0" baseline="0" noProof="0">
                  <a:ln w="3175">
                    <a:noFill/>
                  </a:ln>
                  <a:gradFill>
                    <a:gsLst>
                      <a:gs pos="0">
                        <a:srgbClr val="FFA38B"/>
                      </a:gs>
                      <a:gs pos="32000">
                        <a:srgbClr val="D59ED7"/>
                      </a:gs>
                      <a:gs pos="68000">
                        <a:srgbClr val="8DC8E8"/>
                      </a:gs>
                      <a:gs pos="100000">
                        <a:srgbClr val="49C5B1"/>
                      </a:gs>
                    </a:gsLst>
                    <a:path path="circle">
                      <a:fillToRect l="100000" t="100000"/>
                    </a:path>
                  </a:gradFill>
                  <a:effectLst/>
                  <a:uLnTx/>
                  <a:uFillTx/>
                  <a:latin typeface="Segoe UI Semibold"/>
                  <a:ea typeface="+mn-ea"/>
                  <a:cs typeface="Segoe UI" panose="020B0502040204020203" pitchFamily="34" charset="0"/>
                </a:endParaRPr>
              </a:p>
            </p:txBody>
          </p:sp>
        </p:grpSp>
        <p:sp>
          <p:nvSpPr>
            <p:cNvPr id="463" name="Rounded Rectangle 295">
              <a:extLst>
                <a:ext uri="{FF2B5EF4-FFF2-40B4-BE49-F238E27FC236}">
                  <a16:creationId xmlns:a16="http://schemas.microsoft.com/office/drawing/2014/main" id="{3EDC19EA-E4E1-41D0-10CD-CFCA98C2586A}"/>
                </a:ext>
              </a:extLst>
            </p:cNvPr>
            <p:cNvSpPr/>
            <p:nvPr/>
          </p:nvSpPr>
          <p:spPr bwMode="auto">
            <a:xfrm>
              <a:off x="1602591" y="3860985"/>
              <a:ext cx="627558" cy="627558"/>
            </a:xfrm>
            <a:prstGeom prst="roundRect">
              <a:avLst>
                <a:gd name="adj" fmla="val 9312"/>
              </a:avLst>
            </a:prstGeom>
            <a:solidFill>
              <a:srgbClr val="EEEEEE"/>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465" name="Freeform 297">
              <a:extLst>
                <a:ext uri="{FF2B5EF4-FFF2-40B4-BE49-F238E27FC236}">
                  <a16:creationId xmlns:a16="http://schemas.microsoft.com/office/drawing/2014/main" id="{3651DD9B-C6BB-D26C-E708-0902CB3A0DF1}"/>
                </a:ext>
              </a:extLst>
            </p:cNvPr>
            <p:cNvSpPr/>
            <p:nvPr/>
          </p:nvSpPr>
          <p:spPr>
            <a:xfrm>
              <a:off x="1696261" y="3923670"/>
              <a:ext cx="397274" cy="328940"/>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60000"/>
                <a:lumOff val="40000"/>
              </a:schemeClr>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466" name="Freeform 298">
              <a:extLst>
                <a:ext uri="{FF2B5EF4-FFF2-40B4-BE49-F238E27FC236}">
                  <a16:creationId xmlns:a16="http://schemas.microsoft.com/office/drawing/2014/main" id="{F4D36D10-AB68-A098-C6D0-6B2465429BCD}"/>
                </a:ext>
              </a:extLst>
            </p:cNvPr>
            <p:cNvSpPr/>
            <p:nvPr/>
          </p:nvSpPr>
          <p:spPr>
            <a:xfrm>
              <a:off x="1734524" y="4078175"/>
              <a:ext cx="401955" cy="198550"/>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60000"/>
                <a:lumOff val="40000"/>
              </a:schemeClr>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fontScale="7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468" name="Rounded Rectangle 290">
              <a:extLst>
                <a:ext uri="{FF2B5EF4-FFF2-40B4-BE49-F238E27FC236}">
                  <a16:creationId xmlns:a16="http://schemas.microsoft.com/office/drawing/2014/main" id="{69369BED-AD76-53A0-7D1B-CE5663FEB15E}"/>
                </a:ext>
              </a:extLst>
            </p:cNvPr>
            <p:cNvSpPr/>
            <p:nvPr/>
          </p:nvSpPr>
          <p:spPr bwMode="auto">
            <a:xfrm>
              <a:off x="2262707" y="3860985"/>
              <a:ext cx="627558" cy="627558"/>
            </a:xfrm>
            <a:prstGeom prst="roundRect">
              <a:avLst>
                <a:gd name="adj" fmla="val 9312"/>
              </a:avLst>
            </a:prstGeom>
            <a:solidFill>
              <a:srgbClr val="EEEEEE"/>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470" name="Freeform 292">
              <a:extLst>
                <a:ext uri="{FF2B5EF4-FFF2-40B4-BE49-F238E27FC236}">
                  <a16:creationId xmlns:a16="http://schemas.microsoft.com/office/drawing/2014/main" id="{9C3D27AF-26D6-2181-4D33-301E76EC5600}"/>
                </a:ext>
              </a:extLst>
            </p:cNvPr>
            <p:cNvSpPr/>
            <p:nvPr/>
          </p:nvSpPr>
          <p:spPr>
            <a:xfrm>
              <a:off x="2356377" y="3923670"/>
              <a:ext cx="397274" cy="328940"/>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60000"/>
                <a:lumOff val="40000"/>
              </a:schemeClr>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471" name="Freeform 293">
              <a:extLst>
                <a:ext uri="{FF2B5EF4-FFF2-40B4-BE49-F238E27FC236}">
                  <a16:creationId xmlns:a16="http://schemas.microsoft.com/office/drawing/2014/main" id="{34EEA285-D991-3FEC-12E2-B9221F1F160B}"/>
                </a:ext>
              </a:extLst>
            </p:cNvPr>
            <p:cNvSpPr/>
            <p:nvPr/>
          </p:nvSpPr>
          <p:spPr>
            <a:xfrm>
              <a:off x="2394640" y="4078175"/>
              <a:ext cx="401955" cy="198550"/>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60000"/>
                <a:lumOff val="40000"/>
              </a:schemeClr>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fontScale="7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grpSp>
      <p:sp>
        <p:nvSpPr>
          <p:cNvPr id="6" name="TextBox 5">
            <a:extLst>
              <a:ext uri="{FF2B5EF4-FFF2-40B4-BE49-F238E27FC236}">
                <a16:creationId xmlns:a16="http://schemas.microsoft.com/office/drawing/2014/main" id="{6AD415E7-8B56-C490-3FA8-CFCA1CA6012D}"/>
              </a:ext>
              <a:ext uri="{C183D7F6-B498-43B3-948B-1728B52AA6E4}">
                <adec:decorative xmlns:adec="http://schemas.microsoft.com/office/drawing/2017/decorative" val="1"/>
              </a:ext>
            </a:extLst>
          </p:cNvPr>
          <p:cNvSpPr txBox="1"/>
          <p:nvPr/>
        </p:nvSpPr>
        <p:spPr>
          <a:xfrm>
            <a:off x="1765109" y="4149425"/>
            <a:ext cx="369971" cy="71164"/>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5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Finance</a:t>
            </a:r>
          </a:p>
        </p:txBody>
      </p:sp>
      <p:sp>
        <p:nvSpPr>
          <p:cNvPr id="5" name="TextBox 4">
            <a:extLst>
              <a:ext uri="{FF2B5EF4-FFF2-40B4-BE49-F238E27FC236}">
                <a16:creationId xmlns:a16="http://schemas.microsoft.com/office/drawing/2014/main" id="{08CEC77C-9606-8470-BA93-E426665DDE4B}"/>
              </a:ext>
              <a:ext uri="{C183D7F6-B498-43B3-948B-1728B52AA6E4}">
                <adec:decorative xmlns:adec="http://schemas.microsoft.com/office/drawing/2017/decorative" val="1"/>
              </a:ext>
            </a:extLst>
          </p:cNvPr>
          <p:cNvSpPr txBox="1"/>
          <p:nvPr/>
        </p:nvSpPr>
        <p:spPr>
          <a:xfrm>
            <a:off x="1625811" y="4330958"/>
            <a:ext cx="581117" cy="12453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Warehouse</a:t>
            </a:r>
          </a:p>
        </p:txBody>
      </p:sp>
      <p:sp>
        <p:nvSpPr>
          <p:cNvPr id="8" name="TextBox 7">
            <a:extLst>
              <a:ext uri="{FF2B5EF4-FFF2-40B4-BE49-F238E27FC236}">
                <a16:creationId xmlns:a16="http://schemas.microsoft.com/office/drawing/2014/main" id="{EC0AD2E8-1BEE-CA08-C050-B9FED66627D8}"/>
              </a:ext>
              <a:ext uri="{C183D7F6-B498-43B3-948B-1728B52AA6E4}">
                <adec:decorative xmlns:adec="http://schemas.microsoft.com/office/drawing/2017/decorative" val="1"/>
              </a:ext>
            </a:extLst>
          </p:cNvPr>
          <p:cNvSpPr txBox="1"/>
          <p:nvPr/>
        </p:nvSpPr>
        <p:spPr>
          <a:xfrm>
            <a:off x="2406727" y="4113842"/>
            <a:ext cx="406968" cy="14232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5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Customer</a:t>
            </a:r>
            <a:br>
              <a:rPr kumimoji="0" lang="en-US" sz="5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5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360</a:t>
            </a:r>
          </a:p>
        </p:txBody>
      </p:sp>
      <p:sp>
        <p:nvSpPr>
          <p:cNvPr id="7" name="TextBox 6">
            <a:extLst>
              <a:ext uri="{FF2B5EF4-FFF2-40B4-BE49-F238E27FC236}">
                <a16:creationId xmlns:a16="http://schemas.microsoft.com/office/drawing/2014/main" id="{6A9254BD-CF4A-0311-C004-F1A3A6F603B4}"/>
              </a:ext>
              <a:ext uri="{C183D7F6-B498-43B3-948B-1728B52AA6E4}">
                <adec:decorative xmlns:adec="http://schemas.microsoft.com/office/drawing/2017/decorative" val="1"/>
              </a:ext>
            </a:extLst>
          </p:cNvPr>
          <p:cNvSpPr txBox="1"/>
          <p:nvPr/>
        </p:nvSpPr>
        <p:spPr>
          <a:xfrm>
            <a:off x="2285927" y="4330958"/>
            <a:ext cx="581117" cy="12453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Lakehouse</a:t>
            </a:r>
          </a:p>
        </p:txBody>
      </p:sp>
      <p:sp>
        <p:nvSpPr>
          <p:cNvPr id="475" name="TextBox 474">
            <a:extLst>
              <a:ext uri="{FF2B5EF4-FFF2-40B4-BE49-F238E27FC236}">
                <a16:creationId xmlns:a16="http://schemas.microsoft.com/office/drawing/2014/main" id="{0E01272F-437C-1AC1-5895-4466932D7C4F}"/>
              </a:ext>
              <a:ext uri="{C183D7F6-B498-43B3-948B-1728B52AA6E4}">
                <adec:decorative xmlns:adec="http://schemas.microsoft.com/office/drawing/2017/decorative" val="1"/>
              </a:ext>
            </a:extLst>
          </p:cNvPr>
          <p:cNvSpPr txBox="1"/>
          <p:nvPr/>
        </p:nvSpPr>
        <p:spPr>
          <a:xfrm>
            <a:off x="1810331" y="4627320"/>
            <a:ext cx="861749"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Workspace A</a:t>
            </a:r>
          </a:p>
        </p:txBody>
      </p:sp>
      <p:pic>
        <p:nvPicPr>
          <p:cNvPr id="479" name="Picture 478">
            <a:extLst>
              <a:ext uri="{FF2B5EF4-FFF2-40B4-BE49-F238E27FC236}">
                <a16:creationId xmlns:a16="http://schemas.microsoft.com/office/drawing/2014/main" id="{D02D4385-712D-1862-2798-C025DAAA7105}"/>
              </a:ext>
              <a:ext uri="{C183D7F6-B498-43B3-948B-1728B52AA6E4}">
                <adec:decorative xmlns:adec="http://schemas.microsoft.com/office/drawing/2017/decorative" val="1"/>
              </a:ext>
            </a:extLst>
          </p:cNvPr>
          <p:cNvPicPr>
            <a:picLocks noChangeAspect="1"/>
          </p:cNvPicPr>
          <p:nvPr/>
        </p:nvPicPr>
        <p:blipFill rotWithShape="1">
          <a:blip r:embed="rId15">
            <a:extLst>
              <a:ext uri="{28A0092B-C50C-407E-A947-70E740481C1C}">
                <a14:useLocalDpi xmlns:a14="http://schemas.microsoft.com/office/drawing/2010/main" val="0"/>
              </a:ext>
            </a:extLst>
          </a:blip>
          <a:srcRect l="-7916" r="-7916"/>
          <a:stretch/>
        </p:blipFill>
        <p:spPr>
          <a:xfrm>
            <a:off x="3449797" y="3861409"/>
            <a:ext cx="405086" cy="350403"/>
          </a:xfrm>
          <a:prstGeom prst="rect">
            <a:avLst/>
          </a:prstGeom>
        </p:spPr>
      </p:pic>
      <p:sp>
        <p:nvSpPr>
          <p:cNvPr id="478" name="Rounded Rectangle 45">
            <a:extLst>
              <a:ext uri="{FF2B5EF4-FFF2-40B4-BE49-F238E27FC236}">
                <a16:creationId xmlns:a16="http://schemas.microsoft.com/office/drawing/2014/main" id="{3EA52D79-5387-706F-01B7-854362F8D821}"/>
              </a:ext>
            </a:extLst>
          </p:cNvPr>
          <p:cNvSpPr/>
          <p:nvPr/>
        </p:nvSpPr>
        <p:spPr>
          <a:xfrm>
            <a:off x="3903381" y="3893146"/>
            <a:ext cx="932171" cy="284655"/>
          </a:xfrm>
          <a:prstGeom prst="rect">
            <a:avLst/>
          </a:prstGeom>
          <a:no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err="1">
                <a:ln>
                  <a:noFill/>
                </a:ln>
                <a:solidFill>
                  <a:srgbClr val="000000"/>
                </a:solidFill>
                <a:effectLst/>
                <a:uLnTx/>
                <a:uFillTx/>
                <a:latin typeface="Segoe Sans Display Semibold" pitchFamily="2" charset="0"/>
                <a:ea typeface="+mn-ea"/>
                <a:cs typeface="Segoe Sans Display Semibold" pitchFamily="2" charset="0"/>
              </a:rPr>
              <a:t>OneLake</a:t>
            </a:r>
            <a:endParaRPr kumimoji="0" lang="en-US" sz="16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cxnSp>
        <p:nvCxnSpPr>
          <p:cNvPr id="476" name="Straight Connector 475" descr="Arrow pointing towards the left">
            <a:extLst>
              <a:ext uri="{FF2B5EF4-FFF2-40B4-BE49-F238E27FC236}">
                <a16:creationId xmlns:a16="http://schemas.microsoft.com/office/drawing/2014/main" id="{A5D46372-A828-17EB-CAAC-D939A4E3380A}"/>
              </a:ext>
            </a:extLst>
          </p:cNvPr>
          <p:cNvCxnSpPr>
            <a:cxnSpLocks/>
          </p:cNvCxnSpPr>
          <p:nvPr/>
        </p:nvCxnSpPr>
        <p:spPr>
          <a:xfrm flipH="1">
            <a:off x="3057013" y="4338403"/>
            <a:ext cx="2171323" cy="0"/>
          </a:xfrm>
          <a:prstGeom prst="line">
            <a:avLst/>
          </a:prstGeom>
          <a:noFill/>
          <a:ln w="12700" cap="rnd" cmpd="sng" algn="ctr">
            <a:solidFill>
              <a:schemeClr val="bg2"/>
            </a:solidFill>
            <a:prstDash val="sysDash"/>
            <a:headEnd type="none" w="med" len="med"/>
            <a:tailEnd type="arrow" w="lg" len="sm"/>
          </a:ln>
          <a:effectLst/>
        </p:spPr>
      </p:cxnSp>
      <p:grpSp>
        <p:nvGrpSpPr>
          <p:cNvPr id="480" name="Group 479">
            <a:extLst>
              <a:ext uri="{FF2B5EF4-FFF2-40B4-BE49-F238E27FC236}">
                <a16:creationId xmlns:a16="http://schemas.microsoft.com/office/drawing/2014/main" id="{C251F634-8CCA-AFF3-30D8-AA583F1818BB}"/>
              </a:ext>
              <a:ext uri="{C183D7F6-B498-43B3-948B-1728B52AA6E4}">
                <adec:decorative xmlns:adec="http://schemas.microsoft.com/office/drawing/2017/decorative" val="1"/>
              </a:ext>
            </a:extLst>
          </p:cNvPr>
          <p:cNvGrpSpPr/>
          <p:nvPr/>
        </p:nvGrpSpPr>
        <p:grpSpPr>
          <a:xfrm>
            <a:off x="5395084" y="3701240"/>
            <a:ext cx="1287674" cy="834405"/>
            <a:chOff x="1384938" y="3607116"/>
            <a:chExt cx="1562811" cy="1012692"/>
          </a:xfrm>
        </p:grpSpPr>
        <p:grpSp>
          <p:nvGrpSpPr>
            <p:cNvPr id="481" name="Group 480">
              <a:extLst>
                <a:ext uri="{FF2B5EF4-FFF2-40B4-BE49-F238E27FC236}">
                  <a16:creationId xmlns:a16="http://schemas.microsoft.com/office/drawing/2014/main" id="{43DA5C53-F29E-811C-E942-389F14BD404B}"/>
                </a:ext>
              </a:extLst>
            </p:cNvPr>
            <p:cNvGrpSpPr/>
            <p:nvPr/>
          </p:nvGrpSpPr>
          <p:grpSpPr>
            <a:xfrm>
              <a:off x="1543411" y="3607116"/>
              <a:ext cx="1262714" cy="1012692"/>
              <a:chOff x="5460266" y="4453644"/>
              <a:chExt cx="401413" cy="321931"/>
            </a:xfrm>
            <a:solidFill>
              <a:schemeClr val="accent6">
                <a:lumMod val="75000"/>
              </a:schemeClr>
            </a:solidFill>
          </p:grpSpPr>
          <p:sp>
            <p:nvSpPr>
              <p:cNvPr id="492" name="Freeform 284">
                <a:extLst>
                  <a:ext uri="{FF2B5EF4-FFF2-40B4-BE49-F238E27FC236}">
                    <a16:creationId xmlns:a16="http://schemas.microsoft.com/office/drawing/2014/main" id="{D6956BB3-6A6F-5EEB-7F95-96E6E0B1AF6C}"/>
                  </a:ext>
                </a:extLst>
              </p:cNvPr>
              <p:cNvSpPr/>
              <p:nvPr/>
            </p:nvSpPr>
            <p:spPr>
              <a:xfrm>
                <a:off x="5460266" y="4453644"/>
                <a:ext cx="362254" cy="299942"/>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40000"/>
                  <a:lumOff val="60000"/>
                </a:schemeClr>
              </a:solidFill>
              <a:ln>
                <a:noFill/>
                <a:headEnd type="none" w="med" len="med"/>
                <a:tailEnd type="none" w="med" len="med"/>
              </a:ln>
              <a:effectLst/>
              <a:scene3d>
                <a:camera prst="perspectiveLeft" fov="2100000">
                  <a:rot lat="0" lon="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endParaRPr kumimoji="0" lang="en-US" sz="1200" b="0" i="0" u="none" strike="noStrike" kern="1200" cap="none" spc="0" normalizeH="0" baseline="0" noProof="0">
                  <a:ln w="3175">
                    <a:noFill/>
                  </a:ln>
                  <a:gradFill>
                    <a:gsLst>
                      <a:gs pos="0">
                        <a:srgbClr val="FFA38B"/>
                      </a:gs>
                      <a:gs pos="32000">
                        <a:srgbClr val="D59ED7"/>
                      </a:gs>
                      <a:gs pos="68000">
                        <a:srgbClr val="8DC8E8"/>
                      </a:gs>
                      <a:gs pos="100000">
                        <a:srgbClr val="49C5B1"/>
                      </a:gs>
                    </a:gsLst>
                    <a:path path="circle">
                      <a:fillToRect l="100000" t="100000"/>
                    </a:path>
                  </a:gradFill>
                  <a:effectLst/>
                  <a:uLnTx/>
                  <a:uFillTx/>
                  <a:latin typeface="Segoe UI Semibold"/>
                  <a:ea typeface="+mn-ea"/>
                  <a:cs typeface="Segoe UI" panose="020B0502040204020203" pitchFamily="34" charset="0"/>
                </a:endParaRPr>
              </a:p>
            </p:txBody>
          </p:sp>
          <p:sp>
            <p:nvSpPr>
              <p:cNvPr id="493" name="Freeform 285">
                <a:extLst>
                  <a:ext uri="{FF2B5EF4-FFF2-40B4-BE49-F238E27FC236}">
                    <a16:creationId xmlns:a16="http://schemas.microsoft.com/office/drawing/2014/main" id="{36399EE2-779C-D734-AC4B-46500A6B15EB}"/>
                  </a:ext>
                </a:extLst>
              </p:cNvPr>
              <p:cNvSpPr/>
              <p:nvPr/>
            </p:nvSpPr>
            <p:spPr>
              <a:xfrm>
                <a:off x="5495156" y="4594529"/>
                <a:ext cx="366523" cy="181046"/>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40000"/>
                  <a:lumOff val="60000"/>
                </a:schemeClr>
              </a:solidFill>
              <a:ln>
                <a:noFill/>
                <a:headEnd type="none" w="med" len="med"/>
                <a:tailEnd type="none" w="med" len="med"/>
              </a:ln>
              <a:effectLst/>
              <a:scene3d>
                <a:camera prst="perspectiveLeft" fov="2100000">
                  <a:rot lat="0" lon="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endParaRPr kumimoji="0" lang="en-US" sz="1200" b="0" i="0" u="none" strike="noStrike" kern="1200" cap="none" spc="0" normalizeH="0" baseline="0" noProof="0">
                  <a:ln w="3175">
                    <a:noFill/>
                  </a:ln>
                  <a:gradFill>
                    <a:gsLst>
                      <a:gs pos="0">
                        <a:srgbClr val="FFA38B"/>
                      </a:gs>
                      <a:gs pos="32000">
                        <a:srgbClr val="D59ED7"/>
                      </a:gs>
                      <a:gs pos="68000">
                        <a:srgbClr val="8DC8E8"/>
                      </a:gs>
                      <a:gs pos="100000">
                        <a:srgbClr val="49C5B1"/>
                      </a:gs>
                    </a:gsLst>
                    <a:path path="circle">
                      <a:fillToRect l="100000" t="100000"/>
                    </a:path>
                  </a:gradFill>
                  <a:effectLst/>
                  <a:uLnTx/>
                  <a:uFillTx/>
                  <a:latin typeface="Segoe UI Semibold"/>
                  <a:ea typeface="+mn-ea"/>
                  <a:cs typeface="Segoe UI" panose="020B0502040204020203" pitchFamily="34" charset="0"/>
                </a:endParaRPr>
              </a:p>
            </p:txBody>
          </p:sp>
        </p:grpSp>
        <p:sp>
          <p:nvSpPr>
            <p:cNvPr id="482" name="Rounded Rectangle 295">
              <a:extLst>
                <a:ext uri="{FF2B5EF4-FFF2-40B4-BE49-F238E27FC236}">
                  <a16:creationId xmlns:a16="http://schemas.microsoft.com/office/drawing/2014/main" id="{8F977915-75F4-4CF9-CE7C-5FB678EDCAE1}"/>
                </a:ext>
              </a:extLst>
            </p:cNvPr>
            <p:cNvSpPr/>
            <p:nvPr/>
          </p:nvSpPr>
          <p:spPr bwMode="auto">
            <a:xfrm>
              <a:off x="1384938" y="3800994"/>
              <a:ext cx="761648" cy="761648"/>
            </a:xfrm>
            <a:prstGeom prst="roundRect">
              <a:avLst>
                <a:gd name="adj" fmla="val 9312"/>
              </a:avLst>
            </a:prstGeom>
            <a:solidFill>
              <a:srgbClr val="EEEEEE"/>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srgbClr val="FFFFFF"/>
                </a:solidFill>
                <a:effectLst/>
                <a:uLnTx/>
                <a:uFillTx/>
                <a:latin typeface="Segoe UI Semibold"/>
                <a:ea typeface="+mn-ea"/>
                <a:cs typeface="+mn-cs"/>
              </a:endParaRPr>
            </a:p>
          </p:txBody>
        </p:sp>
        <p:sp>
          <p:nvSpPr>
            <p:cNvPr id="484" name="Freeform 297">
              <a:extLst>
                <a:ext uri="{FF2B5EF4-FFF2-40B4-BE49-F238E27FC236}">
                  <a16:creationId xmlns:a16="http://schemas.microsoft.com/office/drawing/2014/main" id="{90410D5A-B1B4-BCA2-EAF0-458CB9B43BE5}"/>
                </a:ext>
              </a:extLst>
            </p:cNvPr>
            <p:cNvSpPr/>
            <p:nvPr/>
          </p:nvSpPr>
          <p:spPr>
            <a:xfrm>
              <a:off x="1498622" y="3877072"/>
              <a:ext cx="482159" cy="39922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60000"/>
                <a:lumOff val="40000"/>
              </a:schemeClr>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485" name="Freeform 298">
              <a:extLst>
                <a:ext uri="{FF2B5EF4-FFF2-40B4-BE49-F238E27FC236}">
                  <a16:creationId xmlns:a16="http://schemas.microsoft.com/office/drawing/2014/main" id="{C537B5D1-AE39-3053-CD17-5D16202A983B}"/>
                </a:ext>
              </a:extLst>
            </p:cNvPr>
            <p:cNvSpPr/>
            <p:nvPr/>
          </p:nvSpPr>
          <p:spPr>
            <a:xfrm>
              <a:off x="1545061" y="4064590"/>
              <a:ext cx="487841" cy="24097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60000"/>
                <a:lumOff val="40000"/>
              </a:schemeClr>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fontScale="7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487" name="Rounded Rectangle 290">
              <a:extLst>
                <a:ext uri="{FF2B5EF4-FFF2-40B4-BE49-F238E27FC236}">
                  <a16:creationId xmlns:a16="http://schemas.microsoft.com/office/drawing/2014/main" id="{15B25913-AE5A-4DB7-AD96-46CD375A36CC}"/>
                </a:ext>
              </a:extLst>
            </p:cNvPr>
            <p:cNvSpPr/>
            <p:nvPr/>
          </p:nvSpPr>
          <p:spPr bwMode="auto">
            <a:xfrm>
              <a:off x="2186101" y="3800994"/>
              <a:ext cx="761648" cy="761648"/>
            </a:xfrm>
            <a:prstGeom prst="roundRect">
              <a:avLst>
                <a:gd name="adj" fmla="val 9312"/>
              </a:avLst>
            </a:prstGeom>
            <a:solidFill>
              <a:srgbClr val="EEEEEE"/>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489" name="Freeform 292">
              <a:extLst>
                <a:ext uri="{FF2B5EF4-FFF2-40B4-BE49-F238E27FC236}">
                  <a16:creationId xmlns:a16="http://schemas.microsoft.com/office/drawing/2014/main" id="{2FFE8A0A-22A9-3F12-7EE5-A7D0898B4B3E}"/>
                </a:ext>
              </a:extLst>
            </p:cNvPr>
            <p:cNvSpPr/>
            <p:nvPr/>
          </p:nvSpPr>
          <p:spPr>
            <a:xfrm>
              <a:off x="2299785" y="3877072"/>
              <a:ext cx="482159" cy="39922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60000"/>
                <a:lumOff val="40000"/>
              </a:schemeClr>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490" name="Freeform 293">
              <a:extLst>
                <a:ext uri="{FF2B5EF4-FFF2-40B4-BE49-F238E27FC236}">
                  <a16:creationId xmlns:a16="http://schemas.microsoft.com/office/drawing/2014/main" id="{CEB890BC-53B5-9EA0-C4F8-938D4E156280}"/>
                </a:ext>
              </a:extLst>
            </p:cNvPr>
            <p:cNvSpPr/>
            <p:nvPr/>
          </p:nvSpPr>
          <p:spPr>
            <a:xfrm>
              <a:off x="2346224" y="4064590"/>
              <a:ext cx="487841" cy="24097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60000"/>
                <a:lumOff val="40000"/>
              </a:schemeClr>
            </a:solidFill>
            <a:ln w="63897" cap="flat">
              <a:noFill/>
              <a:prstDash val="solid"/>
              <a:miter/>
            </a:ln>
            <a:effectLst/>
          </p:spPr>
          <p:txBody>
            <a:bodyPr rot="0" spcFirstLastPara="0" vertOverflow="overflow" horzOverflow="overflow" vert="horz" wrap="none" lIns="0" tIns="45720" rIns="0" bIns="45720" numCol="1" spcCol="0" rtlCol="0" fromWordArt="0" anchor="ctr" anchorCtr="0" forceAA="0" compatLnSpc="1">
              <a:prstTxWarp prst="textNoShape">
                <a:avLst/>
              </a:prstTxWarp>
              <a:normAutofit fontScale="70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UI Semibold"/>
                <a:ea typeface="+mn-ea"/>
                <a:cs typeface="+mn-cs"/>
              </a:endParaRPr>
            </a:p>
          </p:txBody>
        </p:sp>
      </p:grpSp>
      <p:sp>
        <p:nvSpPr>
          <p:cNvPr id="495" name="Arc 494" descr="Arrow pointing towards the left">
            <a:extLst>
              <a:ext uri="{FF2B5EF4-FFF2-40B4-BE49-F238E27FC236}">
                <a16:creationId xmlns:a16="http://schemas.microsoft.com/office/drawing/2014/main" id="{AC824BEE-7962-1C1C-544F-CBB9FC3915BE}"/>
              </a:ext>
            </a:extLst>
          </p:cNvPr>
          <p:cNvSpPr/>
          <p:nvPr/>
        </p:nvSpPr>
        <p:spPr>
          <a:xfrm flipH="1">
            <a:off x="5769531" y="3671702"/>
            <a:ext cx="494830" cy="371773"/>
          </a:xfrm>
          <a:prstGeom prst="arc">
            <a:avLst>
              <a:gd name="adj1" fmla="val 10797997"/>
              <a:gd name="adj2" fmla="val 0"/>
            </a:avLst>
          </a:prstGeom>
          <a:noFill/>
          <a:ln w="12700" cap="rnd" cmpd="sng" algn="ctr">
            <a:solidFill>
              <a:schemeClr val="bg2"/>
            </a:solidFill>
            <a:prstDash val="sysDash"/>
            <a:headEnd type="none" w="med" len="med"/>
            <a:tailEnd type="arrow" w="lg" len="sm"/>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137665EA-124A-5448-7512-09BA8603C260}"/>
              </a:ext>
              <a:ext uri="{C183D7F6-B498-43B3-948B-1728B52AA6E4}">
                <adec:decorative xmlns:adec="http://schemas.microsoft.com/office/drawing/2017/decorative" val="1"/>
              </a:ext>
            </a:extLst>
          </p:cNvPr>
          <p:cNvSpPr txBox="1"/>
          <p:nvPr/>
        </p:nvSpPr>
        <p:spPr>
          <a:xfrm>
            <a:off x="5557602" y="4113842"/>
            <a:ext cx="369971" cy="14232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5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Service telemetry</a:t>
            </a:r>
          </a:p>
        </p:txBody>
      </p:sp>
      <p:sp>
        <p:nvSpPr>
          <p:cNvPr id="9" name="TextBox 8">
            <a:extLst>
              <a:ext uri="{FF2B5EF4-FFF2-40B4-BE49-F238E27FC236}">
                <a16:creationId xmlns:a16="http://schemas.microsoft.com/office/drawing/2014/main" id="{08B7CE2B-8798-6683-C9CD-C53A98207BF2}"/>
              </a:ext>
              <a:ext uri="{C183D7F6-B498-43B3-948B-1728B52AA6E4}">
                <adec:decorative xmlns:adec="http://schemas.microsoft.com/office/drawing/2017/decorative" val="1"/>
              </a:ext>
            </a:extLst>
          </p:cNvPr>
          <p:cNvSpPr txBox="1"/>
          <p:nvPr/>
        </p:nvSpPr>
        <p:spPr>
          <a:xfrm>
            <a:off x="5418304" y="4330958"/>
            <a:ext cx="581117" cy="12453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Lakehouse</a:t>
            </a:r>
          </a:p>
        </p:txBody>
      </p:sp>
      <p:sp>
        <p:nvSpPr>
          <p:cNvPr id="12" name="TextBox 11">
            <a:extLst>
              <a:ext uri="{FF2B5EF4-FFF2-40B4-BE49-F238E27FC236}">
                <a16:creationId xmlns:a16="http://schemas.microsoft.com/office/drawing/2014/main" id="{7E05F060-04A6-A47B-BA2A-AC2FD82F75B8}"/>
              </a:ext>
              <a:ext uri="{C183D7F6-B498-43B3-948B-1728B52AA6E4}">
                <adec:decorative xmlns:adec="http://schemas.microsoft.com/office/drawing/2017/decorative" val="1"/>
              </a:ext>
            </a:extLst>
          </p:cNvPr>
          <p:cNvSpPr txBox="1"/>
          <p:nvPr/>
        </p:nvSpPr>
        <p:spPr>
          <a:xfrm>
            <a:off x="6199220" y="4113842"/>
            <a:ext cx="406968" cy="14232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5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Business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5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KPIs</a:t>
            </a:r>
          </a:p>
        </p:txBody>
      </p:sp>
      <p:sp>
        <p:nvSpPr>
          <p:cNvPr id="11" name="TextBox 10">
            <a:extLst>
              <a:ext uri="{FF2B5EF4-FFF2-40B4-BE49-F238E27FC236}">
                <a16:creationId xmlns:a16="http://schemas.microsoft.com/office/drawing/2014/main" id="{08E67B38-652F-B8D1-5ACE-CB5AE038E052}"/>
              </a:ext>
              <a:ext uri="{C183D7F6-B498-43B3-948B-1728B52AA6E4}">
                <adec:decorative xmlns:adec="http://schemas.microsoft.com/office/drawing/2017/decorative" val="1"/>
              </a:ext>
            </a:extLst>
          </p:cNvPr>
          <p:cNvSpPr txBox="1"/>
          <p:nvPr/>
        </p:nvSpPr>
        <p:spPr>
          <a:xfrm>
            <a:off x="6078420" y="4330958"/>
            <a:ext cx="581117" cy="12453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Warehouse</a:t>
            </a:r>
          </a:p>
        </p:txBody>
      </p:sp>
      <p:sp>
        <p:nvSpPr>
          <p:cNvPr id="494" name="TextBox 493">
            <a:extLst>
              <a:ext uri="{FF2B5EF4-FFF2-40B4-BE49-F238E27FC236}">
                <a16:creationId xmlns:a16="http://schemas.microsoft.com/office/drawing/2014/main" id="{B31F2B5B-8F9F-9811-3EA1-58055E999745}"/>
              </a:ext>
              <a:ext uri="{C183D7F6-B498-43B3-948B-1728B52AA6E4}">
                <adec:decorative xmlns:adec="http://schemas.microsoft.com/office/drawing/2017/decorative" val="1"/>
              </a:ext>
            </a:extLst>
          </p:cNvPr>
          <p:cNvSpPr txBox="1"/>
          <p:nvPr/>
        </p:nvSpPr>
        <p:spPr>
          <a:xfrm>
            <a:off x="5629760" y="4627320"/>
            <a:ext cx="850628"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Workspace B</a:t>
            </a:r>
          </a:p>
        </p:txBody>
      </p:sp>
      <p:grpSp>
        <p:nvGrpSpPr>
          <p:cNvPr id="3" name="Group 2" descr="Arrows pointing upwards">
            <a:extLst>
              <a:ext uri="{FF2B5EF4-FFF2-40B4-BE49-F238E27FC236}">
                <a16:creationId xmlns:a16="http://schemas.microsoft.com/office/drawing/2014/main" id="{784B3FB9-2815-C05A-36E1-8A2C82538BF1}"/>
              </a:ext>
            </a:extLst>
          </p:cNvPr>
          <p:cNvGrpSpPr/>
          <p:nvPr/>
        </p:nvGrpSpPr>
        <p:grpSpPr>
          <a:xfrm>
            <a:off x="1816375" y="4884311"/>
            <a:ext cx="4669464" cy="335265"/>
            <a:chOff x="1816375" y="4884311"/>
            <a:chExt cx="4669464" cy="335265"/>
          </a:xfrm>
        </p:grpSpPr>
        <p:cxnSp>
          <p:nvCxnSpPr>
            <p:cNvPr id="392" name="Straight Connector 391" descr="Arrow pointing upwards">
              <a:extLst>
                <a:ext uri="{FF2B5EF4-FFF2-40B4-BE49-F238E27FC236}">
                  <a16:creationId xmlns:a16="http://schemas.microsoft.com/office/drawing/2014/main" id="{5B5DF05C-3B61-7E60-C293-F49CF8FCF832}"/>
                </a:ext>
              </a:extLst>
            </p:cNvPr>
            <p:cNvCxnSpPr>
              <a:cxnSpLocks/>
            </p:cNvCxnSpPr>
            <p:nvPr/>
          </p:nvCxnSpPr>
          <p:spPr>
            <a:xfrm flipV="1">
              <a:off x="1816375" y="4884311"/>
              <a:ext cx="0" cy="331050"/>
            </a:xfrm>
            <a:prstGeom prst="line">
              <a:avLst/>
            </a:prstGeom>
            <a:noFill/>
            <a:ln w="12700" cap="rnd" cmpd="sng" algn="ctr">
              <a:solidFill>
                <a:schemeClr val="tx1"/>
              </a:solidFill>
              <a:prstDash val="sysDash"/>
              <a:headEnd type="none" w="med" len="med"/>
              <a:tailEnd type="arrow" w="lg" len="sm"/>
            </a:ln>
            <a:effectLst/>
          </p:spPr>
        </p:cxnSp>
        <p:cxnSp>
          <p:nvCxnSpPr>
            <p:cNvPr id="397" name="Straight Connector 396" descr="Arrow pointing upwards">
              <a:extLst>
                <a:ext uri="{FF2B5EF4-FFF2-40B4-BE49-F238E27FC236}">
                  <a16:creationId xmlns:a16="http://schemas.microsoft.com/office/drawing/2014/main" id="{29B1E2C4-33E7-86A7-77C6-41D7809009A8}"/>
                </a:ext>
              </a:extLst>
            </p:cNvPr>
            <p:cNvCxnSpPr>
              <a:cxnSpLocks/>
            </p:cNvCxnSpPr>
            <p:nvPr/>
          </p:nvCxnSpPr>
          <p:spPr>
            <a:xfrm flipV="1">
              <a:off x="3596343" y="4884311"/>
              <a:ext cx="0" cy="331044"/>
            </a:xfrm>
            <a:prstGeom prst="line">
              <a:avLst/>
            </a:prstGeom>
            <a:noFill/>
            <a:ln w="12700" cap="rnd" cmpd="sng" algn="ctr">
              <a:solidFill>
                <a:schemeClr val="tx1"/>
              </a:solidFill>
              <a:prstDash val="sysDash"/>
              <a:headEnd type="none" w="med" len="med"/>
              <a:tailEnd type="arrow" w="lg" len="sm"/>
            </a:ln>
            <a:effectLst/>
          </p:spPr>
        </p:cxnSp>
        <p:cxnSp>
          <p:nvCxnSpPr>
            <p:cNvPr id="402" name="Straight Connector 401" descr="Arrow pointing upwards">
              <a:extLst>
                <a:ext uri="{FF2B5EF4-FFF2-40B4-BE49-F238E27FC236}">
                  <a16:creationId xmlns:a16="http://schemas.microsoft.com/office/drawing/2014/main" id="{E7876CA3-374A-FF26-4F4C-0E5D5F3F543E}"/>
                </a:ext>
              </a:extLst>
            </p:cNvPr>
            <p:cNvCxnSpPr>
              <a:cxnSpLocks/>
            </p:cNvCxnSpPr>
            <p:nvPr/>
          </p:nvCxnSpPr>
          <p:spPr>
            <a:xfrm flipV="1">
              <a:off x="2671248" y="4884311"/>
              <a:ext cx="0" cy="326822"/>
            </a:xfrm>
            <a:prstGeom prst="line">
              <a:avLst/>
            </a:prstGeom>
            <a:noFill/>
            <a:ln w="12700" cap="rnd" cmpd="sng" algn="ctr">
              <a:solidFill>
                <a:schemeClr val="tx1"/>
              </a:solidFill>
              <a:prstDash val="sysDash"/>
              <a:headEnd type="none" w="med" len="med"/>
              <a:tailEnd type="arrow" w="lg" len="sm"/>
            </a:ln>
            <a:effectLst/>
          </p:spPr>
        </p:cxnSp>
        <p:cxnSp>
          <p:nvCxnSpPr>
            <p:cNvPr id="407" name="Straight Connector 406" descr="Arrow pointing upwards">
              <a:extLst>
                <a:ext uri="{FF2B5EF4-FFF2-40B4-BE49-F238E27FC236}">
                  <a16:creationId xmlns:a16="http://schemas.microsoft.com/office/drawing/2014/main" id="{42CA58C6-3BA1-8287-DD68-1D48989B7021}"/>
                </a:ext>
                <a:ext uri="{C183D7F6-B498-43B3-948B-1728B52AA6E4}">
                  <adec:decorative xmlns:adec="http://schemas.microsoft.com/office/drawing/2017/decorative" val="0"/>
                </a:ext>
              </a:extLst>
            </p:cNvPr>
            <p:cNvCxnSpPr>
              <a:cxnSpLocks/>
            </p:cNvCxnSpPr>
            <p:nvPr/>
          </p:nvCxnSpPr>
          <p:spPr>
            <a:xfrm flipV="1">
              <a:off x="6485839" y="4884311"/>
              <a:ext cx="0" cy="309897"/>
            </a:xfrm>
            <a:prstGeom prst="line">
              <a:avLst/>
            </a:prstGeom>
            <a:noFill/>
            <a:ln w="12700" cap="rnd" cmpd="sng" algn="ctr">
              <a:solidFill>
                <a:schemeClr val="tx1"/>
              </a:solidFill>
              <a:prstDash val="sysDash"/>
              <a:headEnd type="none" w="med" len="med"/>
              <a:tailEnd type="arrow" w="lg" len="sm"/>
            </a:ln>
            <a:effectLst/>
          </p:spPr>
        </p:cxnSp>
        <p:cxnSp>
          <p:nvCxnSpPr>
            <p:cNvPr id="414" name="Straight Connector 413" descr="Arrow pointing upwards">
              <a:extLst>
                <a:ext uri="{FF2B5EF4-FFF2-40B4-BE49-F238E27FC236}">
                  <a16:creationId xmlns:a16="http://schemas.microsoft.com/office/drawing/2014/main" id="{E94E3733-515C-893C-334D-15591D7EF3C0}"/>
                </a:ext>
              </a:extLst>
            </p:cNvPr>
            <p:cNvCxnSpPr>
              <a:cxnSpLocks/>
            </p:cNvCxnSpPr>
            <p:nvPr/>
          </p:nvCxnSpPr>
          <p:spPr>
            <a:xfrm flipV="1">
              <a:off x="5521719" y="4884311"/>
              <a:ext cx="0" cy="322582"/>
            </a:xfrm>
            <a:prstGeom prst="line">
              <a:avLst/>
            </a:prstGeom>
            <a:noFill/>
            <a:ln w="12700" cap="rnd" cmpd="sng" algn="ctr">
              <a:solidFill>
                <a:schemeClr val="tx1"/>
              </a:solidFill>
              <a:prstDash val="sysDash"/>
              <a:headEnd type="none" w="med" len="med"/>
              <a:tailEnd type="arrow" w="lg" len="sm"/>
            </a:ln>
            <a:effectLst/>
          </p:spPr>
        </p:cxnSp>
        <p:cxnSp>
          <p:nvCxnSpPr>
            <p:cNvPr id="420" name="Straight Connector 419" descr="Arrow pointing upwards">
              <a:extLst>
                <a:ext uri="{FF2B5EF4-FFF2-40B4-BE49-F238E27FC236}">
                  <a16:creationId xmlns:a16="http://schemas.microsoft.com/office/drawing/2014/main" id="{919F3D99-3B96-85BF-A466-96C515689E7F}"/>
                </a:ext>
              </a:extLst>
            </p:cNvPr>
            <p:cNvCxnSpPr>
              <a:cxnSpLocks/>
            </p:cNvCxnSpPr>
            <p:nvPr/>
          </p:nvCxnSpPr>
          <p:spPr>
            <a:xfrm flipV="1">
              <a:off x="4557599" y="4884311"/>
              <a:ext cx="0" cy="335265"/>
            </a:xfrm>
            <a:prstGeom prst="line">
              <a:avLst/>
            </a:prstGeom>
            <a:noFill/>
            <a:ln w="12700" cap="rnd" cmpd="sng" algn="ctr">
              <a:solidFill>
                <a:schemeClr val="tx1"/>
              </a:solidFill>
              <a:prstDash val="sysDash"/>
              <a:headEnd type="none" w="med" len="med"/>
              <a:tailEnd type="arrow" w="lg" len="sm"/>
            </a:ln>
            <a:effectLst/>
          </p:spPr>
        </p:cxnSp>
      </p:grpSp>
      <p:sp>
        <p:nvSpPr>
          <p:cNvPr id="391" name="Rounded Rectangle 157">
            <a:extLst>
              <a:ext uri="{FF2B5EF4-FFF2-40B4-BE49-F238E27FC236}">
                <a16:creationId xmlns:a16="http://schemas.microsoft.com/office/drawing/2014/main" id="{5012A612-87E2-9F81-881D-A1F8E5E5F765}"/>
              </a:ext>
              <a:ext uri="{C183D7F6-B498-43B3-948B-1728B52AA6E4}">
                <adec:decorative xmlns:adec="http://schemas.microsoft.com/office/drawing/2017/decorative" val="1"/>
              </a:ext>
            </a:extLst>
          </p:cNvPr>
          <p:cNvSpPr/>
          <p:nvPr/>
        </p:nvSpPr>
        <p:spPr bwMode="auto">
          <a:xfrm>
            <a:off x="1476705" y="5220442"/>
            <a:ext cx="679341" cy="879723"/>
          </a:xfrm>
          <a:prstGeom prst="roundRect">
            <a:avLst>
              <a:gd name="adj" fmla="val 7450"/>
            </a:avLst>
          </a:prstGeom>
          <a:noFill/>
          <a:ln w="12700" cap="rnd" cmpd="sng" algn="ctr">
            <a:solidFill>
              <a:schemeClr val="tx1"/>
            </a:solidFill>
            <a:prstDash val="sysDash"/>
            <a:headEnd type="none" w="med" len="med"/>
            <a:tailEnd type="arrow" w="lg" len="sm"/>
          </a:ln>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tab pos="5195888" algn="l"/>
              </a:tabLst>
              <a:defRPr/>
            </a:pPr>
            <a:endParaRPr kumimoji="0" lang="en-US" sz="2000" b="1" i="0" u="none" strike="noStrike" kern="0" cap="none" spc="0" normalizeH="0" baseline="0" noProof="0">
              <a:ln>
                <a:noFill/>
              </a:ln>
              <a:solidFill>
                <a:srgbClr val="000000"/>
              </a:solidFill>
              <a:effectLst/>
              <a:uLnTx/>
              <a:uFillTx/>
              <a:latin typeface="Segoe UI"/>
              <a:ea typeface="+mn-ea"/>
              <a:cs typeface="Segoe UI" pitchFamily="34" charset="0"/>
            </a:endParaRPr>
          </a:p>
        </p:txBody>
      </p:sp>
      <p:pic>
        <p:nvPicPr>
          <p:cNvPr id="393" name="Picture 392">
            <a:extLst>
              <a:ext uri="{FF2B5EF4-FFF2-40B4-BE49-F238E27FC236}">
                <a16:creationId xmlns:a16="http://schemas.microsoft.com/office/drawing/2014/main" id="{85AD6681-47BB-AD9A-EF03-FB9EBA465928}"/>
              </a:ext>
              <a:ext uri="{C183D7F6-B498-43B3-948B-1728B52AA6E4}">
                <adec:decorative xmlns:adec="http://schemas.microsoft.com/office/drawing/2017/decorative" val="1"/>
              </a:ext>
            </a:extLst>
          </p:cNvPr>
          <p:cNvPicPr>
            <a:picLocks noChangeAspect="1"/>
          </p:cNvPicPr>
          <p:nvPr/>
        </p:nvPicPr>
        <p:blipFill rotWithShape="1">
          <a:blip r:embed="rId16" cstate="print">
            <a:extLst>
              <a:ext uri="{28A0092B-C50C-407E-A947-70E740481C1C}">
                <a14:useLocalDpi xmlns:a14="http://schemas.microsoft.com/office/drawing/2010/main" val="0"/>
              </a:ext>
              <a:ext uri="{837473B0-CC2E-450A-ABE3-18F120FF3D39}">
                <a1611:picAttrSrcUrl xmlns:a1611="http://schemas.microsoft.com/office/drawing/2016/11/main" r:id="rId17"/>
              </a:ext>
            </a:extLst>
          </a:blip>
          <a:srcRect l="27136" r="26607"/>
          <a:stretch/>
        </p:blipFill>
        <p:spPr>
          <a:xfrm>
            <a:off x="1702247" y="5359412"/>
            <a:ext cx="228256" cy="259059"/>
          </a:xfrm>
          <a:prstGeom prst="rect">
            <a:avLst/>
          </a:prstGeom>
        </p:spPr>
      </p:pic>
      <p:sp>
        <p:nvSpPr>
          <p:cNvPr id="394" name="TextBox 393">
            <a:extLst>
              <a:ext uri="{FF2B5EF4-FFF2-40B4-BE49-F238E27FC236}">
                <a16:creationId xmlns:a16="http://schemas.microsoft.com/office/drawing/2014/main" id="{945963A5-1C49-9044-EC5F-9AA77B1F2341}"/>
              </a:ext>
            </a:extLst>
          </p:cNvPr>
          <p:cNvSpPr txBox="1"/>
          <p:nvPr/>
        </p:nvSpPr>
        <p:spPr>
          <a:xfrm>
            <a:off x="1648861" y="5727409"/>
            <a:ext cx="335028" cy="153888"/>
          </a:xfrm>
          <a:prstGeom prst="rect">
            <a:avLst/>
          </a:prstGeom>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latin typeface="Segoe Sans Display Semibold" pitchFamily="2" charset="0"/>
                <a:ea typeface="+mn-ea"/>
                <a:cs typeface="Segoe Sans Display Semibold" pitchFamily="2" charset="0"/>
              </a:rPr>
              <a:t>Azure</a:t>
            </a:r>
          </a:p>
        </p:txBody>
      </p:sp>
      <p:sp>
        <p:nvSpPr>
          <p:cNvPr id="401" name="Rounded Rectangle 155">
            <a:extLst>
              <a:ext uri="{FF2B5EF4-FFF2-40B4-BE49-F238E27FC236}">
                <a16:creationId xmlns:a16="http://schemas.microsoft.com/office/drawing/2014/main" id="{A7CFDB07-711D-E4DE-9BF6-415612AEC2AB}"/>
              </a:ext>
              <a:ext uri="{C183D7F6-B498-43B3-948B-1728B52AA6E4}">
                <adec:decorative xmlns:adec="http://schemas.microsoft.com/office/drawing/2017/decorative" val="1"/>
              </a:ext>
            </a:extLst>
          </p:cNvPr>
          <p:cNvSpPr/>
          <p:nvPr/>
        </p:nvSpPr>
        <p:spPr bwMode="auto">
          <a:xfrm>
            <a:off x="2294653" y="5220442"/>
            <a:ext cx="753191" cy="879723"/>
          </a:xfrm>
          <a:prstGeom prst="roundRect">
            <a:avLst>
              <a:gd name="adj" fmla="val 7450"/>
            </a:avLst>
          </a:prstGeom>
          <a:noFill/>
          <a:ln w="12700" cap="rnd" cmpd="sng" algn="ctr">
            <a:solidFill>
              <a:schemeClr val="tx1"/>
            </a:solidFill>
            <a:prstDash val="sysDash"/>
            <a:headEnd type="none" w="med" len="med"/>
            <a:tailEnd type="arrow" w="lg" len="sm"/>
          </a:ln>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tab pos="5195888" algn="l"/>
              </a:tabLst>
              <a:defRPr/>
            </a:pPr>
            <a:endParaRPr kumimoji="0" lang="en-US" sz="2000" b="1"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422" name="TextBox 421">
            <a:extLst>
              <a:ext uri="{FF2B5EF4-FFF2-40B4-BE49-F238E27FC236}">
                <a16:creationId xmlns:a16="http://schemas.microsoft.com/office/drawing/2014/main" id="{B10AF7A2-201C-D373-555F-574F7A47C684}"/>
              </a:ext>
            </a:extLst>
          </p:cNvPr>
          <p:cNvSpPr txBox="1">
            <a:spLocks/>
          </p:cNvSpPr>
          <p:nvPr/>
        </p:nvSpPr>
        <p:spPr>
          <a:xfrm>
            <a:off x="2435605" y="5727409"/>
            <a:ext cx="471283"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latin typeface="Segoe Sans Display Semibold" pitchFamily="2" charset="0"/>
                <a:ea typeface="+mn-ea"/>
                <a:cs typeface="Segoe Sans Display Semibold" pitchFamily="2" charset="0"/>
              </a:rPr>
              <a:t>Amazon</a:t>
            </a:r>
          </a:p>
        </p:txBody>
      </p:sp>
      <p:pic>
        <p:nvPicPr>
          <p:cNvPr id="421" name="Picture 420">
            <a:extLst>
              <a:ext uri="{FF2B5EF4-FFF2-40B4-BE49-F238E27FC236}">
                <a16:creationId xmlns:a16="http://schemas.microsoft.com/office/drawing/2014/main" id="{3A5F3B49-4758-29C4-8ADA-2F00458108FE}"/>
              </a:ext>
              <a:ext uri="{C183D7F6-B498-43B3-948B-1728B52AA6E4}">
                <adec:decorative xmlns:adec="http://schemas.microsoft.com/office/drawing/2017/decorative" val="1"/>
              </a:ext>
            </a:extLst>
          </p:cNvPr>
          <p:cNvPicPr>
            <a:picLocks noChangeAspect="1"/>
          </p:cNvPicPr>
          <p:nvPr/>
        </p:nvPicPr>
        <p:blipFill>
          <a:blip r:embed="rId18" cstate="print">
            <a:extLst>
              <a:ext uri="{28A0092B-C50C-407E-A947-70E740481C1C}">
                <a14:useLocalDpi xmlns:a14="http://schemas.microsoft.com/office/drawing/2010/main" val="0"/>
              </a:ext>
            </a:extLst>
          </a:blip>
          <a:srcRect/>
          <a:stretch/>
        </p:blipFill>
        <p:spPr>
          <a:xfrm>
            <a:off x="2490597" y="5359412"/>
            <a:ext cx="234880" cy="259059"/>
          </a:xfrm>
          <a:prstGeom prst="rect">
            <a:avLst/>
          </a:prstGeom>
        </p:spPr>
      </p:pic>
      <p:sp>
        <p:nvSpPr>
          <p:cNvPr id="396" name="Rounded Rectangle 11">
            <a:extLst>
              <a:ext uri="{FF2B5EF4-FFF2-40B4-BE49-F238E27FC236}">
                <a16:creationId xmlns:a16="http://schemas.microsoft.com/office/drawing/2014/main" id="{06A13EA1-71F8-52DC-42FE-F000942D62C7}"/>
              </a:ext>
              <a:ext uri="{C183D7F6-B498-43B3-948B-1728B52AA6E4}">
                <adec:decorative xmlns:adec="http://schemas.microsoft.com/office/drawing/2017/decorative" val="1"/>
              </a:ext>
            </a:extLst>
          </p:cNvPr>
          <p:cNvSpPr/>
          <p:nvPr/>
        </p:nvSpPr>
        <p:spPr bwMode="auto">
          <a:xfrm>
            <a:off x="3186451" y="5220442"/>
            <a:ext cx="819785" cy="879723"/>
          </a:xfrm>
          <a:prstGeom prst="roundRect">
            <a:avLst>
              <a:gd name="adj" fmla="val 7450"/>
            </a:avLst>
          </a:prstGeom>
          <a:noFill/>
          <a:ln w="12700" cap="rnd" cmpd="sng" algn="ctr">
            <a:solidFill>
              <a:schemeClr val="tx1"/>
            </a:solidFill>
            <a:prstDash val="sysDash"/>
            <a:headEnd type="none" w="med" len="med"/>
            <a:tailEnd type="arrow" w="lg" len="sm"/>
          </a:ln>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tab pos="5195888" algn="l"/>
              </a:tabLst>
              <a:defRPr/>
            </a:pPr>
            <a:endParaRPr kumimoji="0" lang="en-US" sz="2000" b="1" i="0" u="none" strike="noStrike" kern="0" cap="none" spc="0" normalizeH="0" baseline="0" noProof="0">
              <a:ln>
                <a:noFill/>
              </a:ln>
              <a:solidFill>
                <a:srgbClr val="000000"/>
              </a:solidFill>
              <a:effectLst/>
              <a:uLnTx/>
              <a:uFillTx/>
              <a:latin typeface="Segoe UI"/>
              <a:ea typeface="+mn-ea"/>
              <a:cs typeface="Segoe UI" pitchFamily="34" charset="0"/>
            </a:endParaRPr>
          </a:p>
        </p:txBody>
      </p:sp>
      <p:pic>
        <p:nvPicPr>
          <p:cNvPr id="425" name="Picture 424">
            <a:extLst>
              <a:ext uri="{FF2B5EF4-FFF2-40B4-BE49-F238E27FC236}">
                <a16:creationId xmlns:a16="http://schemas.microsoft.com/office/drawing/2014/main" id="{AD98454A-6301-B3CA-C4CC-86F66A5015A9}"/>
              </a:ext>
              <a:ext uri="{C183D7F6-B498-43B3-948B-1728B52AA6E4}">
                <adec:decorative xmlns:adec="http://schemas.microsoft.com/office/drawing/2017/decorative" val="1"/>
              </a:ext>
            </a:extLst>
          </p:cNvPr>
          <p:cNvPicPr>
            <a:picLocks noChangeAspect="1"/>
          </p:cNvPicPr>
          <p:nvPr/>
        </p:nvPicPr>
        <p:blipFill>
          <a:blip r:embed="rId19"/>
          <a:stretch>
            <a:fillRect/>
          </a:stretch>
        </p:blipFill>
        <p:spPr>
          <a:xfrm>
            <a:off x="3442519" y="5344166"/>
            <a:ext cx="307648" cy="289551"/>
          </a:xfrm>
          <a:prstGeom prst="rect">
            <a:avLst/>
          </a:prstGeom>
        </p:spPr>
      </p:pic>
      <p:sp>
        <p:nvSpPr>
          <p:cNvPr id="403" name="TextBox 402">
            <a:extLst>
              <a:ext uri="{FF2B5EF4-FFF2-40B4-BE49-F238E27FC236}">
                <a16:creationId xmlns:a16="http://schemas.microsoft.com/office/drawing/2014/main" id="{E8F9909D-EB91-0310-B03D-AE5554602A70}"/>
              </a:ext>
            </a:extLst>
          </p:cNvPr>
          <p:cNvSpPr txBox="1">
            <a:spLocks/>
          </p:cNvSpPr>
          <p:nvPr/>
        </p:nvSpPr>
        <p:spPr>
          <a:xfrm>
            <a:off x="3304432" y="5727409"/>
            <a:ext cx="586699" cy="153888"/>
          </a:xfrm>
          <a:prstGeom prst="rect">
            <a:avLst/>
          </a:prstGeom>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latin typeface="Segoe Sans Display Semibold" pitchFamily="2" charset="0"/>
                <a:ea typeface="+mn-ea"/>
                <a:cs typeface="Segoe Sans Display Semibold" pitchFamily="2" charset="0"/>
              </a:rPr>
              <a:t>Dataverse</a:t>
            </a:r>
          </a:p>
        </p:txBody>
      </p:sp>
      <p:sp>
        <p:nvSpPr>
          <p:cNvPr id="419" name="Rounded Rectangle 156">
            <a:extLst>
              <a:ext uri="{FF2B5EF4-FFF2-40B4-BE49-F238E27FC236}">
                <a16:creationId xmlns:a16="http://schemas.microsoft.com/office/drawing/2014/main" id="{A9E8B766-7B5C-8807-F9EC-0DB9FCD19B95}"/>
              </a:ext>
              <a:ext uri="{C183D7F6-B498-43B3-948B-1728B52AA6E4}">
                <adec:decorative xmlns:adec="http://schemas.microsoft.com/office/drawing/2017/decorative" val="1"/>
              </a:ext>
            </a:extLst>
          </p:cNvPr>
          <p:cNvSpPr/>
          <p:nvPr/>
        </p:nvSpPr>
        <p:spPr bwMode="auto">
          <a:xfrm>
            <a:off x="4144843" y="5220442"/>
            <a:ext cx="825513" cy="879723"/>
          </a:xfrm>
          <a:prstGeom prst="roundRect">
            <a:avLst>
              <a:gd name="adj" fmla="val 7450"/>
            </a:avLst>
          </a:prstGeom>
          <a:noFill/>
          <a:ln w="12700" cap="rnd" cmpd="sng" algn="ctr">
            <a:solidFill>
              <a:schemeClr val="bg2"/>
            </a:solidFill>
            <a:prstDash val="sysDash"/>
            <a:headEnd type="none" w="med" len="med"/>
            <a:tailEnd type="arrow" w="lg" len="sm"/>
          </a:ln>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tab pos="5195888" algn="l"/>
              </a:tabLst>
              <a:defRPr/>
            </a:pPr>
            <a:endParaRPr kumimoji="0" lang="en-US" sz="2000" b="1" i="0" u="none" strike="noStrike" kern="0" cap="none" spc="0" normalizeH="0" baseline="0" noProof="0">
              <a:ln>
                <a:noFill/>
              </a:ln>
              <a:solidFill>
                <a:srgbClr val="000000"/>
              </a:solidFill>
              <a:effectLst/>
              <a:uLnTx/>
              <a:uFillTx/>
              <a:latin typeface="Segoe UI"/>
              <a:ea typeface="+mn-ea"/>
              <a:cs typeface="Segoe UI" pitchFamily="34" charset="0"/>
            </a:endParaRPr>
          </a:p>
        </p:txBody>
      </p:sp>
      <p:pic>
        <p:nvPicPr>
          <p:cNvPr id="399" name="Picture 398">
            <a:extLst>
              <a:ext uri="{FF2B5EF4-FFF2-40B4-BE49-F238E27FC236}">
                <a16:creationId xmlns:a16="http://schemas.microsoft.com/office/drawing/2014/main" id="{FBD16112-BE40-6CA9-B120-35DE0DE32323}"/>
              </a:ext>
              <a:ext uri="{C183D7F6-B498-43B3-948B-1728B52AA6E4}">
                <adec:decorative xmlns:adec="http://schemas.microsoft.com/office/drawing/2017/decorative" val="1"/>
              </a:ext>
            </a:extLst>
          </p:cNvPr>
          <p:cNvPicPr>
            <a:picLocks noChangeAspect="1"/>
          </p:cNvPicPr>
          <p:nvPr/>
        </p:nvPicPr>
        <p:blipFill>
          <a:blip r:embed="rId20" cstate="print">
            <a:extLst>
              <a:ext uri="{28A0092B-C50C-407E-A947-70E740481C1C}">
                <a14:useLocalDpi xmlns:a14="http://schemas.microsoft.com/office/drawing/2010/main" val="0"/>
              </a:ext>
            </a:extLst>
          </a:blip>
          <a:srcRect/>
          <a:stretch/>
        </p:blipFill>
        <p:spPr>
          <a:xfrm>
            <a:off x="4418738" y="5349558"/>
            <a:ext cx="277722" cy="278766"/>
          </a:xfrm>
          <a:prstGeom prst="rect">
            <a:avLst/>
          </a:prstGeom>
        </p:spPr>
      </p:pic>
      <p:sp>
        <p:nvSpPr>
          <p:cNvPr id="398" name="TextBox 397">
            <a:extLst>
              <a:ext uri="{FF2B5EF4-FFF2-40B4-BE49-F238E27FC236}">
                <a16:creationId xmlns:a16="http://schemas.microsoft.com/office/drawing/2014/main" id="{44BE39DC-C06F-51EA-DB55-1C7D8FD83A98}"/>
              </a:ext>
            </a:extLst>
          </p:cNvPr>
          <p:cNvSpPr txBox="1">
            <a:spLocks/>
          </p:cNvSpPr>
          <p:nvPr/>
        </p:nvSpPr>
        <p:spPr>
          <a:xfrm>
            <a:off x="4356057" y="5727409"/>
            <a:ext cx="423193"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latin typeface="Segoe Sans Display Semibold" pitchFamily="2" charset="0"/>
                <a:ea typeface="+mn-ea"/>
                <a:cs typeface="Segoe Sans Display Semibold" pitchFamily="2" charset="0"/>
              </a:rPr>
              <a:t>Google</a:t>
            </a:r>
          </a:p>
        </p:txBody>
      </p:sp>
      <p:sp>
        <p:nvSpPr>
          <p:cNvPr id="413" name="Rounded Rectangle 156">
            <a:extLst>
              <a:ext uri="{FF2B5EF4-FFF2-40B4-BE49-F238E27FC236}">
                <a16:creationId xmlns:a16="http://schemas.microsoft.com/office/drawing/2014/main" id="{EA5AAC01-E253-408D-3E52-59E9CFD5CBB6}"/>
              </a:ext>
              <a:ext uri="{C183D7F6-B498-43B3-948B-1728B52AA6E4}">
                <adec:decorative xmlns:adec="http://schemas.microsoft.com/office/drawing/2017/decorative" val="1"/>
              </a:ext>
            </a:extLst>
          </p:cNvPr>
          <p:cNvSpPr/>
          <p:nvPr/>
        </p:nvSpPr>
        <p:spPr bwMode="auto">
          <a:xfrm>
            <a:off x="5108963" y="5220442"/>
            <a:ext cx="825513" cy="879723"/>
          </a:xfrm>
          <a:prstGeom prst="roundRect">
            <a:avLst>
              <a:gd name="adj" fmla="val 7450"/>
            </a:avLst>
          </a:prstGeom>
          <a:noFill/>
          <a:ln w="12700" cap="rnd" cmpd="sng" algn="ctr">
            <a:solidFill>
              <a:schemeClr val="bg2"/>
            </a:solidFill>
            <a:prstDash val="sysDash"/>
            <a:headEnd type="none" w="med" len="med"/>
            <a:tailEnd type="arrow" w="lg" len="sm"/>
          </a:ln>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tab pos="5195888" algn="l"/>
              </a:tabLst>
              <a:defRPr/>
            </a:pPr>
            <a:endParaRPr kumimoji="0" lang="en-US" sz="2000" b="1" i="0" u="none" strike="noStrike" kern="0" cap="none" spc="0" normalizeH="0" baseline="0" noProof="0">
              <a:ln>
                <a:noFill/>
              </a:ln>
              <a:solidFill>
                <a:srgbClr val="000000"/>
              </a:solidFill>
              <a:effectLst/>
              <a:uLnTx/>
              <a:uFillTx/>
              <a:latin typeface="Segoe UI"/>
              <a:ea typeface="+mn-ea"/>
              <a:cs typeface="Segoe UI" pitchFamily="34" charset="0"/>
            </a:endParaRPr>
          </a:p>
        </p:txBody>
      </p:sp>
      <p:pic>
        <p:nvPicPr>
          <p:cNvPr id="415" name="Picture 414">
            <a:extLst>
              <a:ext uri="{FF2B5EF4-FFF2-40B4-BE49-F238E27FC236}">
                <a16:creationId xmlns:a16="http://schemas.microsoft.com/office/drawing/2014/main" id="{15FE3561-8847-4DC9-5B46-F9ED5A59A725}"/>
              </a:ext>
              <a:ext uri="{C183D7F6-B498-43B3-948B-1728B52AA6E4}">
                <adec:decorative xmlns:adec="http://schemas.microsoft.com/office/drawing/2017/decorative" val="1"/>
              </a:ext>
            </a:extLst>
          </p:cNvPr>
          <p:cNvPicPr>
            <a:picLocks noChangeAspect="1"/>
          </p:cNvPicPr>
          <p:nvPr/>
        </p:nvPicPr>
        <p:blipFill>
          <a:blip r:embed="rId21" cstate="print">
            <a:extLst>
              <a:ext uri="{28A0092B-C50C-407E-A947-70E740481C1C}">
                <a14:useLocalDpi xmlns:a14="http://schemas.microsoft.com/office/drawing/2010/main" val="0"/>
              </a:ext>
            </a:extLst>
          </a:blip>
          <a:srcRect/>
          <a:stretch/>
        </p:blipFill>
        <p:spPr>
          <a:xfrm>
            <a:off x="5420210" y="5382694"/>
            <a:ext cx="214620" cy="212495"/>
          </a:xfrm>
          <a:prstGeom prst="rect">
            <a:avLst/>
          </a:prstGeom>
        </p:spPr>
      </p:pic>
      <p:sp>
        <p:nvSpPr>
          <p:cNvPr id="416" name="TextBox 415">
            <a:extLst>
              <a:ext uri="{FF2B5EF4-FFF2-40B4-BE49-F238E27FC236}">
                <a16:creationId xmlns:a16="http://schemas.microsoft.com/office/drawing/2014/main" id="{BECF506A-2969-45F4-2C28-E515B958226F}"/>
              </a:ext>
            </a:extLst>
          </p:cNvPr>
          <p:cNvSpPr txBox="1"/>
          <p:nvPr/>
        </p:nvSpPr>
        <p:spPr>
          <a:xfrm>
            <a:off x="5167657" y="5727409"/>
            <a:ext cx="728235"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latin typeface="Segoe Sans Display Semibold" pitchFamily="2" charset="0"/>
                <a:ea typeface="+mn-ea"/>
                <a:cs typeface="Segoe Sans Display Semibold" pitchFamily="2" charset="0"/>
              </a:rPr>
              <a:t>Amazon S3 Compatible</a:t>
            </a:r>
          </a:p>
        </p:txBody>
      </p:sp>
      <p:sp>
        <p:nvSpPr>
          <p:cNvPr id="406" name="Rounded Rectangle 156">
            <a:extLst>
              <a:ext uri="{FF2B5EF4-FFF2-40B4-BE49-F238E27FC236}">
                <a16:creationId xmlns:a16="http://schemas.microsoft.com/office/drawing/2014/main" id="{5FE8C167-E242-E35A-7A47-ED4479A84D86}"/>
              </a:ext>
              <a:ext uri="{C183D7F6-B498-43B3-948B-1728B52AA6E4}">
                <adec:decorative xmlns:adec="http://schemas.microsoft.com/office/drawing/2017/decorative" val="1"/>
              </a:ext>
            </a:extLst>
          </p:cNvPr>
          <p:cNvSpPr/>
          <p:nvPr/>
        </p:nvSpPr>
        <p:spPr bwMode="auto">
          <a:xfrm>
            <a:off x="6073083" y="5220442"/>
            <a:ext cx="825513" cy="879723"/>
          </a:xfrm>
          <a:prstGeom prst="roundRect">
            <a:avLst>
              <a:gd name="adj" fmla="val 7450"/>
            </a:avLst>
          </a:prstGeom>
          <a:noFill/>
          <a:ln w="12700" cap="rnd" cmpd="sng" algn="ctr">
            <a:solidFill>
              <a:schemeClr val="bg2"/>
            </a:solidFill>
            <a:prstDash val="sysDash"/>
            <a:headEnd type="none" w="med" len="med"/>
            <a:tailEnd type="arrow" w="lg" len="sm"/>
          </a:ln>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tab pos="5195888" algn="l"/>
              </a:tabLst>
              <a:defRPr/>
            </a:pPr>
            <a:endParaRPr kumimoji="0" lang="en-US" sz="2000" b="1" i="0" u="none" strike="noStrike" kern="0" cap="none" spc="0" normalizeH="0" baseline="0" noProof="0">
              <a:ln>
                <a:noFill/>
              </a:ln>
              <a:solidFill>
                <a:srgbClr val="000000"/>
              </a:solidFill>
              <a:effectLst/>
              <a:uLnTx/>
              <a:uFillTx/>
              <a:latin typeface="Segoe UI"/>
              <a:ea typeface="+mn-ea"/>
              <a:cs typeface="Segoe UI" pitchFamily="34" charset="0"/>
            </a:endParaRPr>
          </a:p>
        </p:txBody>
      </p:sp>
      <p:pic>
        <p:nvPicPr>
          <p:cNvPr id="408" name="Graphic 407">
            <a:extLst>
              <a:ext uri="{FF2B5EF4-FFF2-40B4-BE49-F238E27FC236}">
                <a16:creationId xmlns:a16="http://schemas.microsoft.com/office/drawing/2014/main" id="{917C84A2-C774-A93B-35BC-32C573CC5062}"/>
              </a:ext>
              <a:ext uri="{C183D7F6-B498-43B3-948B-1728B52AA6E4}">
                <adec:decorative xmlns:adec="http://schemas.microsoft.com/office/drawing/2017/decorative" val="1"/>
              </a:ext>
            </a:extLst>
          </p:cNvPr>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192434" y="5360042"/>
            <a:ext cx="257800" cy="257800"/>
          </a:xfrm>
          <a:prstGeom prst="rect">
            <a:avLst/>
          </a:prstGeom>
        </p:spPr>
      </p:pic>
      <p:pic>
        <p:nvPicPr>
          <p:cNvPr id="409" name="Picture 408">
            <a:extLst>
              <a:ext uri="{FF2B5EF4-FFF2-40B4-BE49-F238E27FC236}">
                <a16:creationId xmlns:a16="http://schemas.microsoft.com/office/drawing/2014/main" id="{116BBD9C-C497-DA96-0C64-E9768EAC7579}"/>
              </a:ext>
              <a:ext uri="{C183D7F6-B498-43B3-948B-1728B52AA6E4}">
                <adec:decorative xmlns:adec="http://schemas.microsoft.com/office/drawing/2017/decorative" val="1"/>
              </a:ext>
            </a:extLst>
          </p:cNvPr>
          <p:cNvPicPr>
            <a:picLocks noChangeAspect="1"/>
          </p:cNvPicPr>
          <p:nvPr/>
        </p:nvPicPr>
        <p:blipFill>
          <a:blip r:embed="rId21" cstate="print">
            <a:extLst>
              <a:ext uri="{28A0092B-C50C-407E-A947-70E740481C1C}">
                <a14:useLocalDpi xmlns:a14="http://schemas.microsoft.com/office/drawing/2010/main" val="0"/>
              </a:ext>
            </a:extLst>
          </a:blip>
          <a:srcRect/>
          <a:stretch/>
        </p:blipFill>
        <p:spPr>
          <a:xfrm>
            <a:off x="6527511" y="5382694"/>
            <a:ext cx="214620" cy="212495"/>
          </a:xfrm>
          <a:prstGeom prst="rect">
            <a:avLst/>
          </a:prstGeom>
        </p:spPr>
      </p:pic>
      <p:sp>
        <p:nvSpPr>
          <p:cNvPr id="410" name="TextBox 409">
            <a:extLst>
              <a:ext uri="{FF2B5EF4-FFF2-40B4-BE49-F238E27FC236}">
                <a16:creationId xmlns:a16="http://schemas.microsoft.com/office/drawing/2014/main" id="{1BFC1393-2C8A-37FB-2193-D339A445525D}"/>
              </a:ext>
            </a:extLst>
          </p:cNvPr>
          <p:cNvSpPr txBox="1"/>
          <p:nvPr/>
        </p:nvSpPr>
        <p:spPr>
          <a:xfrm>
            <a:off x="6093193" y="5727409"/>
            <a:ext cx="805404"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latin typeface="Segoe Sans Display Semibold" pitchFamily="2" charset="0"/>
                <a:ea typeface="+mn-ea"/>
                <a:cs typeface="Segoe Sans Display Semibold" pitchFamily="2" charset="0"/>
              </a:rPr>
              <a:t>On-Premises sources</a:t>
            </a:r>
          </a:p>
        </p:txBody>
      </p:sp>
      <p:grpSp>
        <p:nvGrpSpPr>
          <p:cNvPr id="504" name="Group 503">
            <a:extLst>
              <a:ext uri="{FF2B5EF4-FFF2-40B4-BE49-F238E27FC236}">
                <a16:creationId xmlns:a16="http://schemas.microsoft.com/office/drawing/2014/main" id="{77FEACFF-C5B9-143D-4C8D-1F29BB471636}"/>
              </a:ext>
              <a:ext uri="{C183D7F6-B498-43B3-948B-1728B52AA6E4}">
                <adec:decorative xmlns:adec="http://schemas.microsoft.com/office/drawing/2017/decorative" val="1"/>
              </a:ext>
            </a:extLst>
          </p:cNvPr>
          <p:cNvGrpSpPr/>
          <p:nvPr/>
        </p:nvGrpSpPr>
        <p:grpSpPr>
          <a:xfrm>
            <a:off x="7943502" y="1862008"/>
            <a:ext cx="3665886" cy="4122080"/>
            <a:chOff x="7943502" y="1862008"/>
            <a:chExt cx="3665886" cy="4122080"/>
          </a:xfrm>
        </p:grpSpPr>
        <p:sp>
          <p:nvSpPr>
            <p:cNvPr id="245" name="Rounded Rectangle 205">
              <a:extLst>
                <a:ext uri="{FF2B5EF4-FFF2-40B4-BE49-F238E27FC236}">
                  <a16:creationId xmlns:a16="http://schemas.microsoft.com/office/drawing/2014/main" id="{18F75C75-8D20-56F3-3721-E2B4E0DB7CE2}"/>
                </a:ext>
                <a:ext uri="{C183D7F6-B498-43B3-948B-1728B52AA6E4}">
                  <adec:decorative xmlns:adec="http://schemas.microsoft.com/office/drawing/2017/decorative" val="1"/>
                </a:ext>
              </a:extLst>
            </p:cNvPr>
            <p:cNvSpPr/>
            <p:nvPr/>
          </p:nvSpPr>
          <p:spPr bwMode="auto">
            <a:xfrm>
              <a:off x="7943502" y="1862008"/>
              <a:ext cx="3665886" cy="4122080"/>
            </a:xfrm>
            <a:prstGeom prst="roundRect">
              <a:avLst>
                <a:gd name="adj" fmla="val 4025"/>
              </a:avLst>
            </a:prstGeom>
            <a:solidFill>
              <a:srgbClr val="FFFFFF">
                <a:alpha val="70000"/>
              </a:srgbClr>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err="1">
                <a:ln>
                  <a:noFill/>
                </a:ln>
                <a:solidFill>
                  <a:srgbClr val="225B61"/>
                </a:solidFill>
                <a:effectLst/>
                <a:uLnTx/>
                <a:uFillTx/>
                <a:latin typeface="Segoe Sans Display Semibold" pitchFamily="2" charset="0"/>
                <a:ea typeface="+mn-ea"/>
                <a:cs typeface="Segoe Sans Display Semibold" pitchFamily="2" charset="0"/>
              </a:endParaRPr>
            </a:p>
          </p:txBody>
        </p:sp>
        <p:sp>
          <p:nvSpPr>
            <p:cNvPr id="246" name="Rounded Rectangle 205">
              <a:extLst>
                <a:ext uri="{FF2B5EF4-FFF2-40B4-BE49-F238E27FC236}">
                  <a16:creationId xmlns:a16="http://schemas.microsoft.com/office/drawing/2014/main" id="{CD3118A0-EA7F-AD0E-0F09-7169901281E0}"/>
                </a:ext>
                <a:ext uri="{C183D7F6-B498-43B3-948B-1728B52AA6E4}">
                  <adec:decorative xmlns:adec="http://schemas.microsoft.com/office/drawing/2017/decorative" val="1"/>
                </a:ext>
              </a:extLst>
            </p:cNvPr>
            <p:cNvSpPr/>
            <p:nvPr/>
          </p:nvSpPr>
          <p:spPr bwMode="auto">
            <a:xfrm>
              <a:off x="8054000" y="1986298"/>
              <a:ext cx="3444891" cy="3873501"/>
            </a:xfrm>
            <a:prstGeom prst="roundRect">
              <a:avLst>
                <a:gd name="adj" fmla="val 2108"/>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ct val="20000"/>
                </a:spcBef>
                <a:spcAft>
                  <a:spcPts val="0"/>
                </a:spcAft>
                <a:buClrTx/>
                <a:buSzPct val="90000"/>
                <a:buFontTx/>
                <a:buNone/>
                <a:tabLst/>
                <a:defRPr/>
              </a:pPr>
              <a:endParaRPr kumimoji="0" lang="en-US" sz="1200" b="0" i="0" u="none" strike="noStrike" kern="1200" cap="none" spc="0" normalizeH="0" baseline="0" noProof="0" err="1">
                <a:ln>
                  <a:noFill/>
                </a:ln>
                <a:gradFill>
                  <a:gsLst>
                    <a:gs pos="2874">
                      <a:srgbClr val="FFFFFF"/>
                    </a:gs>
                    <a:gs pos="17978">
                      <a:srgbClr val="FFFFFF"/>
                    </a:gs>
                  </a:gsLst>
                  <a:lin ang="2700000" scaled="0"/>
                </a:gradFill>
                <a:effectLst/>
                <a:uLnTx/>
                <a:uFillTx/>
                <a:latin typeface="Segoe UI"/>
                <a:ea typeface="+mn-ea"/>
                <a:cs typeface="+mn-cs"/>
              </a:endParaRPr>
            </a:p>
          </p:txBody>
        </p:sp>
        <p:cxnSp>
          <p:nvCxnSpPr>
            <p:cNvPr id="247" name="Straight Connector 246">
              <a:extLst>
                <a:ext uri="{FF2B5EF4-FFF2-40B4-BE49-F238E27FC236}">
                  <a16:creationId xmlns:a16="http://schemas.microsoft.com/office/drawing/2014/main" id="{58FF2063-5695-66C0-A3EE-04EC4B8EA9E9}"/>
                </a:ext>
              </a:extLst>
            </p:cNvPr>
            <p:cNvCxnSpPr>
              <a:cxnSpLocks/>
            </p:cNvCxnSpPr>
            <p:nvPr/>
          </p:nvCxnSpPr>
          <p:spPr>
            <a:xfrm>
              <a:off x="8222792" y="2709775"/>
              <a:ext cx="3107306"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7BB370CF-732D-02CD-FA57-57A68E31DC25}"/>
                </a:ext>
              </a:extLst>
            </p:cNvPr>
            <p:cNvCxnSpPr>
              <a:cxnSpLocks/>
            </p:cNvCxnSpPr>
            <p:nvPr/>
          </p:nvCxnSpPr>
          <p:spPr>
            <a:xfrm>
              <a:off x="8222792" y="3260283"/>
              <a:ext cx="3107306"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408BF7F5-D944-69FF-A675-4947372F9AEF}"/>
                </a:ext>
              </a:extLst>
            </p:cNvPr>
            <p:cNvCxnSpPr>
              <a:cxnSpLocks/>
            </p:cNvCxnSpPr>
            <p:nvPr/>
          </p:nvCxnSpPr>
          <p:spPr>
            <a:xfrm>
              <a:off x="8222792" y="4149345"/>
              <a:ext cx="3107306"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73727109-FFB8-0B53-A646-993C0988CDFB}"/>
                </a:ext>
              </a:extLst>
            </p:cNvPr>
            <p:cNvCxnSpPr>
              <a:cxnSpLocks/>
            </p:cNvCxnSpPr>
            <p:nvPr/>
          </p:nvCxnSpPr>
          <p:spPr>
            <a:xfrm>
              <a:off x="8222792" y="5038407"/>
              <a:ext cx="3107306" cy="0"/>
            </a:xfrm>
            <a:prstGeom prst="line">
              <a:avLst/>
            </a:prstGeom>
            <a:ln w="3175">
              <a:solidFill>
                <a:srgbClr val="C0C0C0"/>
              </a:solidFill>
            </a:ln>
          </p:spPr>
          <p:style>
            <a:lnRef idx="1">
              <a:schemeClr val="accent1"/>
            </a:lnRef>
            <a:fillRef idx="0">
              <a:schemeClr val="accent1"/>
            </a:fillRef>
            <a:effectRef idx="0">
              <a:schemeClr val="accent1"/>
            </a:effectRef>
            <a:fontRef idx="minor">
              <a:schemeClr val="tx1"/>
            </a:fontRef>
          </p:style>
        </p:cxnSp>
      </p:grpSp>
      <p:sp>
        <p:nvSpPr>
          <p:cNvPr id="251" name="TextBox 250">
            <a:extLst>
              <a:ext uri="{FF2B5EF4-FFF2-40B4-BE49-F238E27FC236}">
                <a16:creationId xmlns:a16="http://schemas.microsoft.com/office/drawing/2014/main" id="{F720D221-E152-057B-A977-7AFB93745358}"/>
              </a:ext>
            </a:extLst>
          </p:cNvPr>
          <p:cNvSpPr txBox="1"/>
          <p:nvPr/>
        </p:nvSpPr>
        <p:spPr>
          <a:xfrm>
            <a:off x="8222791" y="2201744"/>
            <a:ext cx="3163417" cy="33855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Segoe UI" panose="020B0502040204020203" pitchFamily="34" charset="0"/>
              </a:rPr>
              <a:t>A shortcut is a symbolic link which points </a:t>
            </a:r>
            <a:br>
              <a:rPr kumimoji="0" lang="en-US" sz="1100" b="0" i="0" u="none" strike="noStrike" kern="0" cap="none" spc="0" normalizeH="0" baseline="0" noProof="0">
                <a:ln>
                  <a:noFill/>
                </a:ln>
                <a:solidFill>
                  <a:srgbClr val="000000"/>
                </a:solidFill>
                <a:effectLst/>
                <a:uLnTx/>
                <a:uFillTx/>
                <a:latin typeface="Segoe Sans Text Semilight"/>
                <a:ea typeface="+mn-ea"/>
                <a:cs typeface="Segoe UI" panose="020B0502040204020203" pitchFamily="34" charset="0"/>
              </a:rPr>
            </a:br>
            <a:r>
              <a:rPr kumimoji="0" lang="en-US" sz="1100" b="0" i="0" u="none" strike="noStrike" kern="0" cap="none" spc="0" normalizeH="0" baseline="0" noProof="0">
                <a:ln>
                  <a:noFill/>
                </a:ln>
                <a:solidFill>
                  <a:srgbClr val="000000"/>
                </a:solidFill>
                <a:effectLst/>
                <a:uLnTx/>
                <a:uFillTx/>
                <a:latin typeface="Segoe Sans Text Semilight"/>
                <a:ea typeface="+mn-ea"/>
                <a:cs typeface="Segoe UI" panose="020B0502040204020203" pitchFamily="34" charset="0"/>
              </a:rPr>
              <a:t>from one data location to another.</a:t>
            </a:r>
          </a:p>
        </p:txBody>
      </p:sp>
      <p:sp>
        <p:nvSpPr>
          <p:cNvPr id="252" name="TextBox 251">
            <a:extLst>
              <a:ext uri="{FF2B5EF4-FFF2-40B4-BE49-F238E27FC236}">
                <a16:creationId xmlns:a16="http://schemas.microsoft.com/office/drawing/2014/main" id="{2C68315F-5F8F-68F2-5BEE-423CE2471479}"/>
              </a:ext>
            </a:extLst>
          </p:cNvPr>
          <p:cNvSpPr txBox="1"/>
          <p:nvPr/>
        </p:nvSpPr>
        <p:spPr>
          <a:xfrm>
            <a:off x="8222792" y="2815752"/>
            <a:ext cx="3107306" cy="33855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Segoe UI" panose="020B0502040204020203" pitchFamily="34" charset="0"/>
              </a:rPr>
              <a:t>Create a shortcut to make data from a warehouse part of your </a:t>
            </a:r>
            <a:r>
              <a:rPr kumimoji="0" lang="en-US" sz="1100" b="0" i="0" u="none" strike="noStrike" kern="0" cap="none" spc="0" normalizeH="0" baseline="0" noProof="0" err="1">
                <a:ln>
                  <a:noFill/>
                </a:ln>
                <a:solidFill>
                  <a:srgbClr val="000000"/>
                </a:solidFill>
                <a:effectLst/>
                <a:uLnTx/>
                <a:uFillTx/>
                <a:latin typeface="Segoe Sans Text Semilight"/>
                <a:ea typeface="+mn-ea"/>
                <a:cs typeface="Segoe UI" panose="020B0502040204020203" pitchFamily="34" charset="0"/>
              </a:rPr>
              <a:t>lakehouse</a:t>
            </a:r>
            <a:r>
              <a:rPr kumimoji="0" lang="en-US" sz="1100" b="0" i="0" u="none" strike="noStrike" kern="0" cap="none" spc="0" normalizeH="0" baseline="0" noProof="0">
                <a:ln>
                  <a:noFill/>
                </a:ln>
                <a:solidFill>
                  <a:srgbClr val="000000"/>
                </a:solidFill>
                <a:effectLst/>
                <a:uLnTx/>
                <a:uFillTx/>
                <a:latin typeface="Segoe Sans Text Semilight"/>
                <a:ea typeface="+mn-ea"/>
                <a:cs typeface="Segoe UI" panose="020B0502040204020203" pitchFamily="34" charset="0"/>
              </a:rPr>
              <a:t>.</a:t>
            </a:r>
          </a:p>
        </p:txBody>
      </p:sp>
      <p:sp>
        <p:nvSpPr>
          <p:cNvPr id="253" name="TextBox 252">
            <a:extLst>
              <a:ext uri="{FF2B5EF4-FFF2-40B4-BE49-F238E27FC236}">
                <a16:creationId xmlns:a16="http://schemas.microsoft.com/office/drawing/2014/main" id="{7D540632-45FC-8E0A-DE61-0F22FD9126E9}"/>
              </a:ext>
            </a:extLst>
          </p:cNvPr>
          <p:cNvSpPr txBox="1"/>
          <p:nvPr/>
        </p:nvSpPr>
        <p:spPr>
          <a:xfrm>
            <a:off x="8222792" y="3366260"/>
            <a:ext cx="3107306" cy="67710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Segoe UI" panose="020B0502040204020203" pitchFamily="34" charset="0"/>
              </a:rPr>
              <a:t>Create a shortcut within Fabric to consolidate data across items or workspaces without changing the ownership of the data. Data can be reused multiple times without data duplication.</a:t>
            </a:r>
          </a:p>
        </p:txBody>
      </p:sp>
      <p:sp>
        <p:nvSpPr>
          <p:cNvPr id="254" name="TextBox 253">
            <a:extLst>
              <a:ext uri="{FF2B5EF4-FFF2-40B4-BE49-F238E27FC236}">
                <a16:creationId xmlns:a16="http://schemas.microsoft.com/office/drawing/2014/main" id="{0B9A5350-711B-0005-B179-474829A1A8CB}"/>
              </a:ext>
            </a:extLst>
          </p:cNvPr>
          <p:cNvSpPr txBox="1"/>
          <p:nvPr/>
        </p:nvSpPr>
        <p:spPr>
          <a:xfrm>
            <a:off x="8222792" y="4255322"/>
            <a:ext cx="3107306" cy="67710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Segoe UI" panose="020B0502040204020203" pitchFamily="34" charset="0"/>
              </a:rPr>
              <a:t>Existing ADLS Gen2 storage accounts and Amazon S3 buckets can be managed externally to Fabric and Microsoft while still being virtualized into </a:t>
            </a:r>
            <a:r>
              <a:rPr kumimoji="0" lang="en-US" sz="1100" b="0" i="0" u="none" strike="noStrike" kern="0" cap="none" spc="0" normalizeH="0" baseline="0" noProof="0" err="1">
                <a:ln>
                  <a:noFill/>
                </a:ln>
                <a:solidFill>
                  <a:srgbClr val="000000"/>
                </a:solidFill>
                <a:effectLst/>
                <a:uLnTx/>
                <a:uFillTx/>
                <a:latin typeface="Segoe Sans Text Semilight"/>
                <a:ea typeface="+mn-ea"/>
                <a:cs typeface="Segoe UI" panose="020B0502040204020203" pitchFamily="34" charset="0"/>
              </a:rPr>
              <a:t>OneLake</a:t>
            </a:r>
            <a:r>
              <a:rPr kumimoji="0" lang="en-US" sz="1100" b="0" i="0" u="none" strike="noStrike" kern="0" cap="none" spc="0" normalizeH="0" baseline="0" noProof="0">
                <a:ln>
                  <a:noFill/>
                </a:ln>
                <a:solidFill>
                  <a:srgbClr val="000000"/>
                </a:solidFill>
                <a:effectLst/>
                <a:uLnTx/>
                <a:uFillTx/>
                <a:latin typeface="Segoe Sans Text Semilight"/>
                <a:ea typeface="+mn-ea"/>
                <a:cs typeface="Segoe UI" panose="020B0502040204020203" pitchFamily="34" charset="0"/>
              </a:rPr>
              <a:t> with shortcuts.</a:t>
            </a:r>
          </a:p>
        </p:txBody>
      </p:sp>
      <p:sp>
        <p:nvSpPr>
          <p:cNvPr id="255" name="TextBox 254">
            <a:extLst>
              <a:ext uri="{FF2B5EF4-FFF2-40B4-BE49-F238E27FC236}">
                <a16:creationId xmlns:a16="http://schemas.microsoft.com/office/drawing/2014/main" id="{175E6C25-89C3-3BB0-FC1D-8440E382EDD0}"/>
              </a:ext>
            </a:extLst>
          </p:cNvPr>
          <p:cNvSpPr txBox="1"/>
          <p:nvPr/>
        </p:nvSpPr>
        <p:spPr>
          <a:xfrm>
            <a:off x="8222792" y="5144385"/>
            <a:ext cx="3107306" cy="507831"/>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Segoe Sans Text Semilight"/>
                <a:ea typeface="+mn-ea"/>
                <a:cs typeface="Segoe UI" panose="020B0502040204020203" pitchFamily="34" charset="0"/>
              </a:rPr>
              <a:t>All data is mapped to a unified namespace and can be accessed using the same APIs including the ADLS Gen2 DFS APIs.</a:t>
            </a:r>
          </a:p>
        </p:txBody>
      </p:sp>
    </p:spTree>
    <p:extLst>
      <p:ext uri="{BB962C8B-B14F-4D97-AF65-F5344CB8AC3E}">
        <p14:creationId xmlns:p14="http://schemas.microsoft.com/office/powerpoint/2010/main" val="40163481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50000" fill="hold" nodeType="withEffect">
                                  <p:stCondLst>
                                    <p:cond delay="200"/>
                                  </p:stCondLst>
                                  <p:childTnLst>
                                    <p:set>
                                      <p:cBhvr>
                                        <p:cTn id="6" dur="1" fill="hold">
                                          <p:stCondLst>
                                            <p:cond delay="0"/>
                                          </p:stCondLst>
                                        </p:cTn>
                                        <p:tgtEl>
                                          <p:spTgt spid="504"/>
                                        </p:tgtEl>
                                        <p:attrNameLst>
                                          <p:attrName>style.visibility</p:attrName>
                                        </p:attrNameLst>
                                      </p:cBhvr>
                                      <p:to>
                                        <p:strVal val="visible"/>
                                      </p:to>
                                    </p:set>
                                    <p:animEffect transition="in" filter="fade">
                                      <p:cBhvr>
                                        <p:cTn id="7" dur="500"/>
                                        <p:tgtEl>
                                          <p:spTgt spid="504"/>
                                        </p:tgtEl>
                                      </p:cBhvr>
                                    </p:animEffect>
                                  </p:childTnLst>
                                </p:cTn>
                              </p:par>
                              <p:par>
                                <p:cTn id="8" presetID="42" presetClass="path" presetSubtype="0" decel="50000" fill="hold" nodeType="withEffect">
                                  <p:stCondLst>
                                    <p:cond delay="200"/>
                                  </p:stCondLst>
                                  <p:childTnLst>
                                    <p:animMotion origin="layout" path="M -2.91667E-6 -7.40741E-7 L 0.02058 0.00046 " pathEditMode="relative" rAng="0" ptsTypes="AA">
                                      <p:cBhvr>
                                        <p:cTn id="9" dur="500" spd="-100000" fill="hold"/>
                                        <p:tgtEl>
                                          <p:spTgt spid="504"/>
                                        </p:tgtEl>
                                        <p:attrNameLst>
                                          <p:attrName>ppt_x</p:attrName>
                                          <p:attrName>ppt_y</p:attrName>
                                        </p:attrNameLst>
                                      </p:cBhvr>
                                      <p:rCtr x="1029" y="23"/>
                                    </p:animMotion>
                                  </p:childTnLst>
                                </p:cTn>
                              </p:par>
                              <p:par>
                                <p:cTn id="10" presetID="10" presetClass="entr" presetSubtype="0" decel="50000" fill="hold" grpId="0" nodeType="withEffect">
                                  <p:stCondLst>
                                    <p:cond delay="200"/>
                                  </p:stCondLst>
                                  <p:childTnLst>
                                    <p:set>
                                      <p:cBhvr>
                                        <p:cTn id="11" dur="1" fill="hold">
                                          <p:stCondLst>
                                            <p:cond delay="0"/>
                                          </p:stCondLst>
                                        </p:cTn>
                                        <p:tgtEl>
                                          <p:spTgt spid="255"/>
                                        </p:tgtEl>
                                        <p:attrNameLst>
                                          <p:attrName>style.visibility</p:attrName>
                                        </p:attrNameLst>
                                      </p:cBhvr>
                                      <p:to>
                                        <p:strVal val="visible"/>
                                      </p:to>
                                    </p:set>
                                    <p:animEffect transition="in" filter="fade">
                                      <p:cBhvr>
                                        <p:cTn id="12" dur="500"/>
                                        <p:tgtEl>
                                          <p:spTgt spid="255"/>
                                        </p:tgtEl>
                                      </p:cBhvr>
                                    </p:animEffect>
                                  </p:childTnLst>
                                </p:cTn>
                              </p:par>
                              <p:par>
                                <p:cTn id="13" presetID="42" presetClass="path" presetSubtype="0" decel="50000" fill="hold" grpId="1" nodeType="withEffect">
                                  <p:stCondLst>
                                    <p:cond delay="200"/>
                                  </p:stCondLst>
                                  <p:childTnLst>
                                    <p:animMotion origin="layout" path="M 1.66667E-6 7.40741E-7 L 0.02057 0.00046 " pathEditMode="relative" rAng="0" ptsTypes="AA">
                                      <p:cBhvr>
                                        <p:cTn id="14" dur="500" spd="-100000" fill="hold"/>
                                        <p:tgtEl>
                                          <p:spTgt spid="255"/>
                                        </p:tgtEl>
                                        <p:attrNameLst>
                                          <p:attrName>ppt_x</p:attrName>
                                          <p:attrName>ppt_y</p:attrName>
                                        </p:attrNameLst>
                                      </p:cBhvr>
                                      <p:rCtr x="1029" y="23"/>
                                    </p:animMotion>
                                  </p:childTnLst>
                                </p:cTn>
                              </p:par>
                              <p:par>
                                <p:cTn id="15" presetID="10" presetClass="entr" presetSubtype="0" decel="50000" fill="hold" grpId="0" nodeType="withEffect">
                                  <p:stCondLst>
                                    <p:cond delay="200"/>
                                  </p:stCondLst>
                                  <p:childTnLst>
                                    <p:set>
                                      <p:cBhvr>
                                        <p:cTn id="16" dur="1" fill="hold">
                                          <p:stCondLst>
                                            <p:cond delay="0"/>
                                          </p:stCondLst>
                                        </p:cTn>
                                        <p:tgtEl>
                                          <p:spTgt spid="254"/>
                                        </p:tgtEl>
                                        <p:attrNameLst>
                                          <p:attrName>style.visibility</p:attrName>
                                        </p:attrNameLst>
                                      </p:cBhvr>
                                      <p:to>
                                        <p:strVal val="visible"/>
                                      </p:to>
                                    </p:set>
                                    <p:animEffect transition="in" filter="fade">
                                      <p:cBhvr>
                                        <p:cTn id="17" dur="500"/>
                                        <p:tgtEl>
                                          <p:spTgt spid="254"/>
                                        </p:tgtEl>
                                      </p:cBhvr>
                                    </p:animEffect>
                                  </p:childTnLst>
                                </p:cTn>
                              </p:par>
                              <p:par>
                                <p:cTn id="18" presetID="42" presetClass="path" presetSubtype="0" decel="50000" fill="hold" grpId="1" nodeType="withEffect">
                                  <p:stCondLst>
                                    <p:cond delay="200"/>
                                  </p:stCondLst>
                                  <p:childTnLst>
                                    <p:animMotion origin="layout" path="M 1.66667E-6 7.40741E-7 L 0.02057 0.00046 " pathEditMode="relative" rAng="0" ptsTypes="AA">
                                      <p:cBhvr>
                                        <p:cTn id="19" dur="500" spd="-100000" fill="hold"/>
                                        <p:tgtEl>
                                          <p:spTgt spid="254"/>
                                        </p:tgtEl>
                                        <p:attrNameLst>
                                          <p:attrName>ppt_x</p:attrName>
                                          <p:attrName>ppt_y</p:attrName>
                                        </p:attrNameLst>
                                      </p:cBhvr>
                                      <p:rCtr x="1029" y="23"/>
                                    </p:animMotion>
                                  </p:childTnLst>
                                </p:cTn>
                              </p:par>
                              <p:par>
                                <p:cTn id="20" presetID="10" presetClass="entr" presetSubtype="0" decel="50000" fill="hold" grpId="0" nodeType="withEffect">
                                  <p:stCondLst>
                                    <p:cond delay="200"/>
                                  </p:stCondLst>
                                  <p:childTnLst>
                                    <p:set>
                                      <p:cBhvr>
                                        <p:cTn id="21" dur="1" fill="hold">
                                          <p:stCondLst>
                                            <p:cond delay="0"/>
                                          </p:stCondLst>
                                        </p:cTn>
                                        <p:tgtEl>
                                          <p:spTgt spid="253"/>
                                        </p:tgtEl>
                                        <p:attrNameLst>
                                          <p:attrName>style.visibility</p:attrName>
                                        </p:attrNameLst>
                                      </p:cBhvr>
                                      <p:to>
                                        <p:strVal val="visible"/>
                                      </p:to>
                                    </p:set>
                                    <p:animEffect transition="in" filter="fade">
                                      <p:cBhvr>
                                        <p:cTn id="22" dur="500"/>
                                        <p:tgtEl>
                                          <p:spTgt spid="253"/>
                                        </p:tgtEl>
                                      </p:cBhvr>
                                    </p:animEffect>
                                  </p:childTnLst>
                                </p:cTn>
                              </p:par>
                              <p:par>
                                <p:cTn id="23" presetID="42" presetClass="path" presetSubtype="0" decel="50000" fill="hold" grpId="1" nodeType="withEffect">
                                  <p:stCondLst>
                                    <p:cond delay="200"/>
                                  </p:stCondLst>
                                  <p:childTnLst>
                                    <p:animMotion origin="layout" path="M 1.66667E-6 7.40741E-7 L 0.02057 0.00046 " pathEditMode="relative" rAng="0" ptsTypes="AA">
                                      <p:cBhvr>
                                        <p:cTn id="24" dur="500" spd="-100000" fill="hold"/>
                                        <p:tgtEl>
                                          <p:spTgt spid="253"/>
                                        </p:tgtEl>
                                        <p:attrNameLst>
                                          <p:attrName>ppt_x</p:attrName>
                                          <p:attrName>ppt_y</p:attrName>
                                        </p:attrNameLst>
                                      </p:cBhvr>
                                      <p:rCtr x="1029" y="23"/>
                                    </p:animMotion>
                                  </p:childTnLst>
                                </p:cTn>
                              </p:par>
                              <p:par>
                                <p:cTn id="25" presetID="10" presetClass="entr" presetSubtype="0" decel="50000" fill="hold" grpId="0" nodeType="withEffect">
                                  <p:stCondLst>
                                    <p:cond delay="200"/>
                                  </p:stCondLst>
                                  <p:childTnLst>
                                    <p:set>
                                      <p:cBhvr>
                                        <p:cTn id="26" dur="1" fill="hold">
                                          <p:stCondLst>
                                            <p:cond delay="0"/>
                                          </p:stCondLst>
                                        </p:cTn>
                                        <p:tgtEl>
                                          <p:spTgt spid="252"/>
                                        </p:tgtEl>
                                        <p:attrNameLst>
                                          <p:attrName>style.visibility</p:attrName>
                                        </p:attrNameLst>
                                      </p:cBhvr>
                                      <p:to>
                                        <p:strVal val="visible"/>
                                      </p:to>
                                    </p:set>
                                    <p:animEffect transition="in" filter="fade">
                                      <p:cBhvr>
                                        <p:cTn id="27" dur="500"/>
                                        <p:tgtEl>
                                          <p:spTgt spid="252"/>
                                        </p:tgtEl>
                                      </p:cBhvr>
                                    </p:animEffect>
                                  </p:childTnLst>
                                </p:cTn>
                              </p:par>
                              <p:par>
                                <p:cTn id="28" presetID="42" presetClass="path" presetSubtype="0" decel="50000" fill="hold" grpId="1" nodeType="withEffect">
                                  <p:stCondLst>
                                    <p:cond delay="200"/>
                                  </p:stCondLst>
                                  <p:childTnLst>
                                    <p:animMotion origin="layout" path="M 1.66667E-6 7.40741E-7 L 0.02057 0.00046 " pathEditMode="relative" rAng="0" ptsTypes="AA">
                                      <p:cBhvr>
                                        <p:cTn id="29" dur="500" spd="-100000" fill="hold"/>
                                        <p:tgtEl>
                                          <p:spTgt spid="252"/>
                                        </p:tgtEl>
                                        <p:attrNameLst>
                                          <p:attrName>ppt_x</p:attrName>
                                          <p:attrName>ppt_y</p:attrName>
                                        </p:attrNameLst>
                                      </p:cBhvr>
                                      <p:rCtr x="1029" y="23"/>
                                    </p:animMotion>
                                  </p:childTnLst>
                                </p:cTn>
                              </p:par>
                              <p:par>
                                <p:cTn id="30" presetID="10" presetClass="entr" presetSubtype="0" decel="50000" fill="hold" grpId="0" nodeType="withEffect">
                                  <p:stCondLst>
                                    <p:cond delay="200"/>
                                  </p:stCondLst>
                                  <p:childTnLst>
                                    <p:set>
                                      <p:cBhvr>
                                        <p:cTn id="31" dur="1" fill="hold">
                                          <p:stCondLst>
                                            <p:cond delay="0"/>
                                          </p:stCondLst>
                                        </p:cTn>
                                        <p:tgtEl>
                                          <p:spTgt spid="251"/>
                                        </p:tgtEl>
                                        <p:attrNameLst>
                                          <p:attrName>style.visibility</p:attrName>
                                        </p:attrNameLst>
                                      </p:cBhvr>
                                      <p:to>
                                        <p:strVal val="visible"/>
                                      </p:to>
                                    </p:set>
                                    <p:animEffect transition="in" filter="fade">
                                      <p:cBhvr>
                                        <p:cTn id="32" dur="500"/>
                                        <p:tgtEl>
                                          <p:spTgt spid="251"/>
                                        </p:tgtEl>
                                      </p:cBhvr>
                                    </p:animEffect>
                                  </p:childTnLst>
                                </p:cTn>
                              </p:par>
                              <p:par>
                                <p:cTn id="33" presetID="42" presetClass="path" presetSubtype="0" decel="50000" fill="hold" grpId="1" nodeType="withEffect">
                                  <p:stCondLst>
                                    <p:cond delay="200"/>
                                  </p:stCondLst>
                                  <p:childTnLst>
                                    <p:animMotion origin="layout" path="M 3.33333E-6 -1.85185E-6 L 0.02057 0.00046 " pathEditMode="relative" rAng="0" ptsTypes="AA">
                                      <p:cBhvr>
                                        <p:cTn id="34" dur="500" spd="-100000" fill="hold"/>
                                        <p:tgtEl>
                                          <p:spTgt spid="251"/>
                                        </p:tgtEl>
                                        <p:attrNameLst>
                                          <p:attrName>ppt_x</p:attrName>
                                          <p:attrName>ppt_y</p:attrName>
                                        </p:attrNameLst>
                                      </p:cBhvr>
                                      <p:rCtr x="1029"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p:bldP spid="251" grpId="1"/>
      <p:bldP spid="252" grpId="0"/>
      <p:bldP spid="252" grpId="1"/>
      <p:bldP spid="253" grpId="0"/>
      <p:bldP spid="253" grpId="1"/>
      <p:bldP spid="254" grpId="0"/>
      <p:bldP spid="254" grpId="1"/>
      <p:bldP spid="255" grpId="0"/>
      <p:bldP spid="255"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23576-9F65-E2BD-3A8E-2FE7DDD5459A}"/>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776B1074-669E-1167-4176-3F4F4505A749}"/>
              </a:ext>
            </a:extLst>
          </p:cNvPr>
          <p:cNvSpPr>
            <a:spLocks noGrp="1"/>
          </p:cNvSpPr>
          <p:nvPr>
            <p:ph type="title"/>
          </p:nvPr>
        </p:nvSpPr>
        <p:spPr/>
        <p:txBody>
          <a:bodyPr anchor="t"/>
          <a:lstStyle/>
          <a:p>
            <a:r>
              <a:rPr lang="en-US"/>
              <a:t>Dataverse makes it easy to connect Power Platform and Dynamics 365 to Fabric</a:t>
            </a:r>
            <a:endParaRPr lang="en-IN"/>
          </a:p>
        </p:txBody>
      </p:sp>
      <p:sp>
        <p:nvSpPr>
          <p:cNvPr id="3" name="TextBox 2">
            <a:extLst>
              <a:ext uri="{FF2B5EF4-FFF2-40B4-BE49-F238E27FC236}">
                <a16:creationId xmlns:a16="http://schemas.microsoft.com/office/drawing/2014/main" id="{44ED69A1-3DA1-DA6A-A042-8BF0E31805D5}"/>
              </a:ext>
            </a:extLst>
          </p:cNvPr>
          <p:cNvSpPr txBox="1"/>
          <p:nvPr/>
        </p:nvSpPr>
        <p:spPr>
          <a:xfrm>
            <a:off x="738784" y="2185166"/>
            <a:ext cx="5381525" cy="2759730"/>
          </a:xfrm>
          <a:prstGeom prst="rect">
            <a:avLst/>
          </a:prstGeom>
          <a:noFill/>
          <a:effectLst>
            <a:glow rad="63500">
              <a:schemeClr val="accent2">
                <a:satMod val="175000"/>
                <a:alpha val="40000"/>
              </a:schemeClr>
            </a:glow>
          </a:effectLst>
        </p:spPr>
        <p:txBody>
          <a:bodyPr wrap="square" lIns="0" tIns="0" rIns="0" bIns="0">
            <a:spAutoFit/>
          </a:bodyPr>
          <a:lstStyle/>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effectLst/>
                <a:uLnTx/>
                <a:uFillTx/>
                <a:latin typeface="Segoe Sans Text Semilight"/>
                <a:ea typeface="+mn-ea"/>
                <a:cs typeface="Segoe Sans Text" pitchFamily="2" charset="0"/>
              </a:rPr>
              <a:t>No Copy. No ETL.</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effectLst/>
                <a:uLnTx/>
                <a:uFillTx/>
                <a:latin typeface="Segoe Sans Text Semilight"/>
                <a:ea typeface="+mn-ea"/>
                <a:cs typeface="Segoe Sans Text" pitchFamily="2" charset="0"/>
              </a:rPr>
              <a:t>Direct Connection via Dataverse</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effectLst/>
                <a:uLnTx/>
                <a:uFillTx/>
                <a:latin typeface="Segoe Sans Text Semilight"/>
                <a:ea typeface="+mn-ea"/>
                <a:cs typeface="Segoe Sans Text" pitchFamily="2" charset="0"/>
              </a:rPr>
              <a:t>Insights democratized to all low code apps and business using Fabrics 7 core workloads</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effectLst/>
                <a:uLnTx/>
                <a:uFillTx/>
                <a:latin typeface="Segoe Sans Text Semilight"/>
                <a:ea typeface="+mn-ea"/>
                <a:cs typeface="Segoe Sans Text" pitchFamily="2" charset="0"/>
              </a:rPr>
              <a:t>Makers informed by insights improves quality of applications</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effectLst/>
                <a:uLnTx/>
                <a:uFillTx/>
                <a:latin typeface="Segoe Sans Text Semilight"/>
                <a:ea typeface="+mn-ea"/>
                <a:cs typeface="Segoe Sans Text" pitchFamily="2" charset="0"/>
              </a:rPr>
              <a:t>Data is governed</a:t>
            </a:r>
          </a:p>
        </p:txBody>
      </p:sp>
      <p:grpSp>
        <p:nvGrpSpPr>
          <p:cNvPr id="7" name="Group 6" descr="cycle chart including power platform, dataverse, fabric and dynamics 365">
            <a:extLst>
              <a:ext uri="{FF2B5EF4-FFF2-40B4-BE49-F238E27FC236}">
                <a16:creationId xmlns:a16="http://schemas.microsoft.com/office/drawing/2014/main" id="{60718105-EB5E-E36D-C3CA-DA14FDFC3048}"/>
              </a:ext>
            </a:extLst>
          </p:cNvPr>
          <p:cNvGrpSpPr/>
          <p:nvPr/>
        </p:nvGrpSpPr>
        <p:grpSpPr>
          <a:xfrm>
            <a:off x="7157492" y="1434356"/>
            <a:ext cx="3608689" cy="3895548"/>
            <a:chOff x="7157492" y="1434356"/>
            <a:chExt cx="3608689" cy="3895548"/>
          </a:xfrm>
        </p:grpSpPr>
        <p:grpSp>
          <p:nvGrpSpPr>
            <p:cNvPr id="20" name="Group 19" descr="Microsoft Fabric icon and text">
              <a:extLst>
                <a:ext uri="{FF2B5EF4-FFF2-40B4-BE49-F238E27FC236}">
                  <a16:creationId xmlns:a16="http://schemas.microsoft.com/office/drawing/2014/main" id="{75871AB0-C04A-437F-F6DA-DC449AD1D7C6}"/>
                </a:ext>
              </a:extLst>
            </p:cNvPr>
            <p:cNvGrpSpPr/>
            <p:nvPr/>
          </p:nvGrpSpPr>
          <p:grpSpPr>
            <a:xfrm>
              <a:off x="9627903" y="3959077"/>
              <a:ext cx="922527" cy="1370827"/>
              <a:chOff x="9225676" y="4140613"/>
              <a:chExt cx="922527" cy="1370827"/>
            </a:xfrm>
          </p:grpSpPr>
          <p:sp>
            <p:nvSpPr>
              <p:cNvPr id="21" name="TextBox 20" descr="Microsoft Fabric icon and text">
                <a:extLst>
                  <a:ext uri="{FF2B5EF4-FFF2-40B4-BE49-F238E27FC236}">
                    <a16:creationId xmlns:a16="http://schemas.microsoft.com/office/drawing/2014/main" id="{5483120C-958E-74D4-E5C5-6EE27D918E78}"/>
                  </a:ext>
                </a:extLst>
              </p:cNvPr>
              <p:cNvSpPr txBox="1"/>
              <p:nvPr/>
            </p:nvSpPr>
            <p:spPr>
              <a:xfrm>
                <a:off x="9225676" y="5049775"/>
                <a:ext cx="922527"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Segoe Sans Display Semibold" pitchFamily="2" charset="0"/>
                    <a:ea typeface="+mn-ea"/>
                    <a:cs typeface="Segoe Sans Display Semibold" pitchFamily="2" charset="0"/>
                  </a:rPr>
                  <a:t>Microsoft</a:t>
                </a:r>
                <a:r>
                  <a:rPr kumimoji="0" lang="en-US" sz="12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 </a:t>
                </a:r>
                <a:r>
                  <a:rPr kumimoji="0" lang="en-US" sz="1200" b="0" i="0" u="none" strike="noStrike" kern="1200" cap="none" spc="0" normalizeH="0" baseline="0" noProof="0">
                    <a:ln>
                      <a:noFill/>
                    </a:ln>
                    <a:effectLst/>
                    <a:uLnTx/>
                    <a:uFillTx/>
                    <a:latin typeface="Segoe Sans Display Semibold" pitchFamily="2" charset="0"/>
                    <a:ea typeface="+mn-ea"/>
                    <a:cs typeface="Segoe Sans Display Semibold" pitchFamily="2" charset="0"/>
                  </a:rPr>
                  <a:t>Fabric</a:t>
                </a:r>
              </a:p>
            </p:txBody>
          </p:sp>
          <p:pic>
            <p:nvPicPr>
              <p:cNvPr id="22" name="Picture 21" descr="Icon&#10;&#10;Description automatically generated">
                <a:extLst>
                  <a:ext uri="{FF2B5EF4-FFF2-40B4-BE49-F238E27FC236}">
                    <a16:creationId xmlns:a16="http://schemas.microsoft.com/office/drawing/2014/main" id="{FA2B5F6D-BA45-9B69-13AA-F2C1988730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60921" y="4140613"/>
                <a:ext cx="852036" cy="852032"/>
              </a:xfrm>
              <a:prstGeom prst="rect">
                <a:avLst/>
              </a:prstGeom>
              <a:effectLst>
                <a:outerShdw blurRad="228600" dist="38100" dir="2700000" algn="tl" rotWithShape="0">
                  <a:prstClr val="black">
                    <a:alpha val="20000"/>
                  </a:prstClr>
                </a:outerShdw>
              </a:effectLst>
            </p:spPr>
          </p:pic>
        </p:grpSp>
        <p:grpSp>
          <p:nvGrpSpPr>
            <p:cNvPr id="23" name="Group 22" descr="Microsoft Dataverse icon and text">
              <a:extLst>
                <a:ext uri="{FF2B5EF4-FFF2-40B4-BE49-F238E27FC236}">
                  <a16:creationId xmlns:a16="http://schemas.microsoft.com/office/drawing/2014/main" id="{31C96381-4661-F1AF-F32F-8F3E241AD359}"/>
                </a:ext>
              </a:extLst>
            </p:cNvPr>
            <p:cNvGrpSpPr/>
            <p:nvPr/>
          </p:nvGrpSpPr>
          <p:grpSpPr>
            <a:xfrm>
              <a:off x="9468490" y="1434356"/>
              <a:ext cx="1297691" cy="1468393"/>
              <a:chOff x="10320545" y="1992111"/>
              <a:chExt cx="1297691" cy="1468393"/>
            </a:xfrm>
          </p:grpSpPr>
          <p:sp>
            <p:nvSpPr>
              <p:cNvPr id="24" name="TextBox 23" descr="Microsoft Dataverse icon and text">
                <a:extLst>
                  <a:ext uri="{FF2B5EF4-FFF2-40B4-BE49-F238E27FC236}">
                    <a16:creationId xmlns:a16="http://schemas.microsoft.com/office/drawing/2014/main" id="{8A1B4377-0CCE-B018-5F2A-BE3CCFF5D07B}"/>
                  </a:ext>
                </a:extLst>
              </p:cNvPr>
              <p:cNvSpPr txBox="1"/>
              <p:nvPr/>
            </p:nvSpPr>
            <p:spPr>
              <a:xfrm>
                <a:off x="10320545" y="2998839"/>
                <a:ext cx="1297691"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Segoe Sans Display Semibold" pitchFamily="2" charset="0"/>
                    <a:ea typeface="+mn-ea"/>
                    <a:cs typeface="Segoe Sans Display Semibold" pitchFamily="2" charset="0"/>
                  </a:rPr>
                  <a:t>Microsoft Dataverse</a:t>
                </a:r>
              </a:p>
            </p:txBody>
          </p:sp>
          <p:pic>
            <p:nvPicPr>
              <p:cNvPr id="25" name="Picture 4" descr="Power BI Desktop Connecting to Dataverse - Hat Full of Data">
                <a:extLst>
                  <a:ext uri="{FF2B5EF4-FFF2-40B4-BE49-F238E27FC236}">
                    <a16:creationId xmlns:a16="http://schemas.microsoft.com/office/drawing/2014/main" id="{6DB2B0CD-8693-4113-959E-2AAE580E0B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5629" y="1992111"/>
                <a:ext cx="1047523" cy="1047523"/>
              </a:xfrm>
              <a:prstGeom prst="rect">
                <a:avLst/>
              </a:prstGeom>
              <a:noFill/>
              <a:effectLst>
                <a:outerShdw blurRad="228600" dist="38100" dir="2700000" algn="tl" rotWithShape="0">
                  <a:prstClr val="black">
                    <a:alpha val="20000"/>
                  </a:prstClr>
                </a:outerShdw>
              </a:effectLst>
              <a:extLst>
                <a:ext uri="{909E8E84-426E-40DD-AFC4-6F175D3DCCD1}">
                  <a14:hiddenFill xmlns:a14="http://schemas.microsoft.com/office/drawing/2010/main">
                    <a:solidFill>
                      <a:srgbClr val="FFFFFF"/>
                    </a:solidFill>
                  </a14:hiddenFill>
                </a:ext>
              </a:extLst>
            </p:spPr>
          </p:pic>
        </p:grpSp>
        <p:grpSp>
          <p:nvGrpSpPr>
            <p:cNvPr id="29" name="Group 28" descr="Microsoft &#10;Dynamics 365&#10;">
              <a:extLst>
                <a:ext uri="{FF2B5EF4-FFF2-40B4-BE49-F238E27FC236}">
                  <a16:creationId xmlns:a16="http://schemas.microsoft.com/office/drawing/2014/main" id="{6966E849-C683-890B-DDC5-2296D6BE4640}"/>
                </a:ext>
              </a:extLst>
            </p:cNvPr>
            <p:cNvGrpSpPr/>
            <p:nvPr/>
          </p:nvGrpSpPr>
          <p:grpSpPr>
            <a:xfrm>
              <a:off x="7157492" y="3959077"/>
              <a:ext cx="1398898" cy="1355225"/>
              <a:chOff x="11699206" y="2906708"/>
              <a:chExt cx="1398898" cy="1355225"/>
            </a:xfrm>
          </p:grpSpPr>
          <p:pic>
            <p:nvPicPr>
              <p:cNvPr id="30" name="Graphic 29">
                <a:extLst>
                  <a:ext uri="{FF2B5EF4-FFF2-40B4-BE49-F238E27FC236}">
                    <a16:creationId xmlns:a16="http://schemas.microsoft.com/office/drawing/2014/main" id="{A7C55BE7-116F-41EF-1C3F-D22C9270528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926456" y="2906708"/>
                <a:ext cx="942479" cy="893560"/>
              </a:xfrm>
              <a:prstGeom prst="rect">
                <a:avLst/>
              </a:prstGeom>
              <a:effectLst/>
            </p:spPr>
          </p:pic>
          <p:sp>
            <p:nvSpPr>
              <p:cNvPr id="31" name="TextBox 30" descr="Microsoft Power Platform icon and text">
                <a:extLst>
                  <a:ext uri="{FF2B5EF4-FFF2-40B4-BE49-F238E27FC236}">
                    <a16:creationId xmlns:a16="http://schemas.microsoft.com/office/drawing/2014/main" id="{B8F4369E-32EF-74C3-F83E-439076094ABC}"/>
                  </a:ext>
                </a:extLst>
              </p:cNvPr>
              <p:cNvSpPr txBox="1"/>
              <p:nvPr/>
            </p:nvSpPr>
            <p:spPr>
              <a:xfrm>
                <a:off x="11699206" y="3800268"/>
                <a:ext cx="139889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Segoe Sans Display Semibold" pitchFamily="2" charset="0"/>
                    <a:ea typeface="+mn-ea"/>
                    <a:cs typeface="Segoe Sans Display Semibold" pitchFamily="2" charset="0"/>
                  </a:rPr>
                  <a:t>Microsoft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Segoe Sans Display Semibold" pitchFamily="2" charset="0"/>
                    <a:ea typeface="+mn-ea"/>
                    <a:cs typeface="Segoe Sans Display Semibold" pitchFamily="2" charset="0"/>
                  </a:rPr>
                  <a:t>Dynamics 365</a:t>
                </a:r>
              </a:p>
            </p:txBody>
          </p:sp>
        </p:grpSp>
        <p:pic>
          <p:nvPicPr>
            <p:cNvPr id="32" name="Picture 31" descr="Arrow going around there three icons">
              <a:extLst>
                <a:ext uri="{FF2B5EF4-FFF2-40B4-BE49-F238E27FC236}">
                  <a16:creationId xmlns:a16="http://schemas.microsoft.com/office/drawing/2014/main" id="{4CFA2FB3-4F9F-2143-2A57-B0A137C9C24A}"/>
                </a:ext>
              </a:extLst>
            </p:cNvPr>
            <p:cNvPicPr>
              <a:picLocks noChangeAspect="1"/>
            </p:cNvPicPr>
            <p:nvPr/>
          </p:nvPicPr>
          <p:blipFill rotWithShape="1">
            <a:blip r:embed="rId7"/>
            <a:srcRect l="66849" t="54833"/>
            <a:stretch/>
          </p:blipFill>
          <p:spPr>
            <a:xfrm rot="19706685">
              <a:off x="9820062" y="2988515"/>
              <a:ext cx="603513" cy="825468"/>
            </a:xfrm>
            <a:prstGeom prst="rect">
              <a:avLst/>
            </a:prstGeom>
            <a:effectLst>
              <a:outerShdw blurRad="228600" dist="38100" dir="2700000" algn="tl" rotWithShape="0">
                <a:prstClr val="black">
                  <a:alpha val="20000"/>
                </a:prstClr>
              </a:outerShdw>
            </a:effectLst>
          </p:spPr>
        </p:pic>
        <p:pic>
          <p:nvPicPr>
            <p:cNvPr id="33" name="Picture 32" descr="Arrow going around there three icons">
              <a:extLst>
                <a:ext uri="{FF2B5EF4-FFF2-40B4-BE49-F238E27FC236}">
                  <a16:creationId xmlns:a16="http://schemas.microsoft.com/office/drawing/2014/main" id="{DC3E0531-F8C7-3846-5C49-B4220D28E237}"/>
                </a:ext>
              </a:extLst>
            </p:cNvPr>
            <p:cNvPicPr>
              <a:picLocks noChangeAspect="1"/>
            </p:cNvPicPr>
            <p:nvPr/>
          </p:nvPicPr>
          <p:blipFill rotWithShape="1">
            <a:blip r:embed="rId7"/>
            <a:srcRect t="54833" r="65116"/>
            <a:stretch/>
          </p:blipFill>
          <p:spPr>
            <a:xfrm rot="18357424">
              <a:off x="8665100" y="4166390"/>
              <a:ext cx="635063" cy="825468"/>
            </a:xfrm>
            <a:prstGeom prst="rect">
              <a:avLst/>
            </a:prstGeom>
            <a:effectLst>
              <a:outerShdw blurRad="228600" dist="38100" dir="2700000" algn="tl" rotWithShape="0">
                <a:prstClr val="black">
                  <a:alpha val="20000"/>
                </a:prstClr>
              </a:outerShdw>
            </a:effectLst>
          </p:spPr>
        </p:pic>
        <p:pic>
          <p:nvPicPr>
            <p:cNvPr id="36" name="Picture 35" descr="Arrow going around there three icons">
              <a:extLst>
                <a:ext uri="{FF2B5EF4-FFF2-40B4-BE49-F238E27FC236}">
                  <a16:creationId xmlns:a16="http://schemas.microsoft.com/office/drawing/2014/main" id="{FDD3C051-2A8A-5ED6-DE1D-62F8B471449F}"/>
                </a:ext>
              </a:extLst>
            </p:cNvPr>
            <p:cNvPicPr>
              <a:picLocks noChangeAspect="1"/>
            </p:cNvPicPr>
            <p:nvPr/>
          </p:nvPicPr>
          <p:blipFill rotWithShape="1">
            <a:blip r:embed="rId7"/>
            <a:srcRect l="66849" t="54833"/>
            <a:stretch/>
          </p:blipFill>
          <p:spPr>
            <a:xfrm rot="19706685" flipH="1" flipV="1">
              <a:off x="7444997" y="2988515"/>
              <a:ext cx="603513" cy="825468"/>
            </a:xfrm>
            <a:prstGeom prst="rect">
              <a:avLst/>
            </a:prstGeom>
            <a:effectLst>
              <a:outerShdw blurRad="228600" dist="38100" dir="2700000" algn="tl" rotWithShape="0">
                <a:prstClr val="black">
                  <a:alpha val="20000"/>
                </a:prstClr>
              </a:outerShdw>
            </a:effectLst>
          </p:spPr>
        </p:pic>
        <p:grpSp>
          <p:nvGrpSpPr>
            <p:cNvPr id="26" name="Group 25" descr="Microsoft Power Platform icon and text">
              <a:extLst>
                <a:ext uri="{FF2B5EF4-FFF2-40B4-BE49-F238E27FC236}">
                  <a16:creationId xmlns:a16="http://schemas.microsoft.com/office/drawing/2014/main" id="{EE141D3D-7C06-A513-738C-C9C064D97FA4}"/>
                </a:ext>
              </a:extLst>
            </p:cNvPr>
            <p:cNvGrpSpPr/>
            <p:nvPr/>
          </p:nvGrpSpPr>
          <p:grpSpPr>
            <a:xfrm>
              <a:off x="7157492" y="1434356"/>
              <a:ext cx="1398898" cy="1355225"/>
              <a:chOff x="7585753" y="2065578"/>
              <a:chExt cx="1398898" cy="1355225"/>
            </a:xfrm>
          </p:grpSpPr>
          <p:sp>
            <p:nvSpPr>
              <p:cNvPr id="27" name="TextBox 26" descr="Microsoft Power Platform icon and text">
                <a:extLst>
                  <a:ext uri="{FF2B5EF4-FFF2-40B4-BE49-F238E27FC236}">
                    <a16:creationId xmlns:a16="http://schemas.microsoft.com/office/drawing/2014/main" id="{379C067C-95AD-218D-382B-26E2CD1EF9AC}"/>
                  </a:ext>
                </a:extLst>
              </p:cNvPr>
              <p:cNvSpPr txBox="1"/>
              <p:nvPr/>
            </p:nvSpPr>
            <p:spPr>
              <a:xfrm>
                <a:off x="7585753" y="2959138"/>
                <a:ext cx="139889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Segoe Sans Display Semibold" pitchFamily="2" charset="0"/>
                    <a:ea typeface="+mn-ea"/>
                    <a:cs typeface="Segoe Sans Display Semibold" pitchFamily="2" charset="0"/>
                  </a:rPr>
                  <a:t>Microsoft Power Platform</a:t>
                </a:r>
              </a:p>
            </p:txBody>
          </p:sp>
          <p:pic>
            <p:nvPicPr>
              <p:cNvPr id="28" name="Picture 2" descr="Microsoft Power Platform | PowerBI | PowerApps | Power Automate">
                <a:extLst>
                  <a:ext uri="{FF2B5EF4-FFF2-40B4-BE49-F238E27FC236}">
                    <a16:creationId xmlns:a16="http://schemas.microsoft.com/office/drawing/2014/main" id="{5D010821-436A-8460-9150-38734861BEE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23939" y="2065578"/>
                <a:ext cx="922527" cy="922527"/>
              </a:xfrm>
              <a:prstGeom prst="rect">
                <a:avLst/>
              </a:prstGeom>
              <a:noFill/>
              <a:effectLst>
                <a:outerShdw blurRad="228600" dist="38100" dir="2700000" algn="tl" rotWithShape="0">
                  <a:prstClr val="black">
                    <a:alpha val="20000"/>
                  </a:prstClr>
                </a:outerShdw>
              </a:effectLst>
              <a:extLst>
                <a:ext uri="{909E8E84-426E-40DD-AFC4-6F175D3DCCD1}">
                  <a14:hiddenFill xmlns:a14="http://schemas.microsoft.com/office/drawing/2010/main">
                    <a:solidFill>
                      <a:srgbClr val="FFFFFF"/>
                    </a:solidFill>
                  </a14:hiddenFill>
                </a:ext>
              </a:extLst>
            </p:spPr>
          </p:pic>
        </p:grpSp>
        <p:pic>
          <p:nvPicPr>
            <p:cNvPr id="35" name="Picture 34" descr="Arrow going around there three icons">
              <a:extLst>
                <a:ext uri="{FF2B5EF4-FFF2-40B4-BE49-F238E27FC236}">
                  <a16:creationId xmlns:a16="http://schemas.microsoft.com/office/drawing/2014/main" id="{D548AACD-ED8B-4962-2B04-F2F814E2A36A}"/>
                </a:ext>
              </a:extLst>
            </p:cNvPr>
            <p:cNvPicPr>
              <a:picLocks noChangeAspect="1"/>
            </p:cNvPicPr>
            <p:nvPr/>
          </p:nvPicPr>
          <p:blipFill rotWithShape="1">
            <a:blip r:embed="rId7"/>
            <a:srcRect t="54833" r="65116"/>
            <a:stretch/>
          </p:blipFill>
          <p:spPr>
            <a:xfrm rot="18357424" flipH="1" flipV="1">
              <a:off x="8665100" y="1772432"/>
              <a:ext cx="635063" cy="825468"/>
            </a:xfrm>
            <a:prstGeom prst="rect">
              <a:avLst/>
            </a:prstGeom>
            <a:effectLst>
              <a:outerShdw blurRad="228600" dist="38100" dir="2700000" algn="tl" rotWithShape="0">
                <a:prstClr val="black">
                  <a:alpha val="20000"/>
                </a:prstClr>
              </a:outerShdw>
            </a:effectLst>
          </p:spPr>
        </p:pic>
      </p:grpSp>
    </p:spTree>
    <p:extLst>
      <p:ext uri="{BB962C8B-B14F-4D97-AF65-F5344CB8AC3E}">
        <p14:creationId xmlns:p14="http://schemas.microsoft.com/office/powerpoint/2010/main" val="4994384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7A732-C83C-A147-4FA8-263854879A52}"/>
            </a:ext>
          </a:extLst>
        </p:cNvPr>
        <p:cNvGrpSpPr/>
        <p:nvPr/>
      </p:nvGrpSpPr>
      <p:grpSpPr>
        <a:xfrm>
          <a:off x="0" y="0"/>
          <a:ext cx="0" cy="0"/>
          <a:chOff x="0" y="0"/>
          <a:chExt cx="0" cy="0"/>
        </a:xfrm>
      </p:grpSpPr>
      <p:sp>
        <p:nvSpPr>
          <p:cNvPr id="2" name="Title 6">
            <a:extLst>
              <a:ext uri="{FF2B5EF4-FFF2-40B4-BE49-F238E27FC236}">
                <a16:creationId xmlns:a16="http://schemas.microsoft.com/office/drawing/2014/main" id="{3C8DB226-4AC7-EF26-0795-B02CFC85C331}"/>
              </a:ext>
            </a:extLst>
          </p:cNvPr>
          <p:cNvSpPr txBox="1">
            <a:spLocks/>
          </p:cNvSpPr>
          <p:nvPr/>
        </p:nvSpPr>
        <p:spPr>
          <a:xfrm>
            <a:off x="474476" y="3016572"/>
            <a:ext cx="5946058" cy="1934847"/>
          </a:xfrm>
          <a:prstGeom prst="rect">
            <a:avLst/>
          </a:prstGeom>
        </p:spPr>
        <p:txBody>
          <a:bodyPr anchor="b"/>
          <a:lstStyle>
            <a:lvl1pPr algn="l" defTabSz="914400" rtl="0" eaLnBrk="1" latinLnBrk="0" hangingPunct="1">
              <a:lnSpc>
                <a:spcPct val="90000"/>
              </a:lnSpc>
              <a:spcBef>
                <a:spcPct val="0"/>
              </a:spcBef>
              <a:buNone/>
              <a:defRPr sz="3200" b="1" i="0" kern="120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8800">
                <a:solidFill>
                  <a:schemeClr val="bg2"/>
                </a:solidFill>
                <a:latin typeface="TWK Everett Extrabold" panose="020B0204000000000000" pitchFamily="34" charset="77"/>
              </a:rPr>
              <a:t>Data Engineering</a:t>
            </a:r>
            <a:endParaRPr kumimoji="0" lang="en-US" sz="8800" b="0" i="0" u="none" strike="noStrike" kern="1200" cap="none" spc="0" normalizeH="0" baseline="0" noProof="0">
              <a:ln>
                <a:noFill/>
              </a:ln>
              <a:solidFill>
                <a:schemeClr val="bg2"/>
              </a:solidFill>
              <a:effectLst/>
              <a:uLnTx/>
              <a:uFillTx/>
              <a:latin typeface="TWK Everett Light" panose="020B0204000000000000" pitchFamily="34" charset="77"/>
            </a:endParaRPr>
          </a:p>
        </p:txBody>
      </p:sp>
      <p:pic>
        <p:nvPicPr>
          <p:cNvPr id="5" name="Graphic 4" descr="Data Engineering logo">
            <a:extLst>
              <a:ext uri="{FF2B5EF4-FFF2-40B4-BE49-F238E27FC236}">
                <a16:creationId xmlns:a16="http://schemas.microsoft.com/office/drawing/2014/main" id="{13D3C8AE-E4C4-7233-B4ED-442E6FE77173}"/>
              </a:ext>
              <a:ext uri="{C183D7F6-B498-43B3-948B-1728B52AA6E4}">
                <adec:decorative xmlns:adec="http://schemas.microsoft.com/office/drawing/2017/decorative" val="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7329" t="7453" r="6957" b="7453"/>
          <a:stretch/>
        </p:blipFill>
        <p:spPr>
          <a:xfrm>
            <a:off x="4608106" y="905334"/>
            <a:ext cx="2126650" cy="2111238"/>
          </a:xfrm>
          <a:prstGeom prst="rect">
            <a:avLst/>
          </a:prstGeom>
        </p:spPr>
      </p:pic>
    </p:spTree>
    <p:extLst>
      <p:ext uri="{BB962C8B-B14F-4D97-AF65-F5344CB8AC3E}">
        <p14:creationId xmlns:p14="http://schemas.microsoft.com/office/powerpoint/2010/main" val="4289480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892282-8137-9439-398E-988BE5647FC7}"/>
              </a:ext>
              <a:ext uri="{C183D7F6-B498-43B3-948B-1728B52AA6E4}">
                <adec:decorative xmlns:adec="http://schemas.microsoft.com/office/drawing/2017/decorative" val="1"/>
              </a:ext>
            </a:extLst>
          </p:cNvPr>
          <p:cNvSpPr/>
          <p:nvPr/>
        </p:nvSpPr>
        <p:spPr>
          <a:xfrm>
            <a:off x="-1451" y="695868"/>
            <a:ext cx="4686300" cy="615648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6">
            <a:extLst>
              <a:ext uri="{FF2B5EF4-FFF2-40B4-BE49-F238E27FC236}">
                <a16:creationId xmlns:a16="http://schemas.microsoft.com/office/drawing/2014/main" id="{171703B0-B65B-F81E-CACA-43C91376B174}"/>
              </a:ext>
            </a:extLst>
          </p:cNvPr>
          <p:cNvSpPr>
            <a:spLocks noGrp="1"/>
          </p:cNvSpPr>
          <p:nvPr>
            <p:ph type="title"/>
          </p:nvPr>
        </p:nvSpPr>
        <p:spPr>
          <a:xfrm>
            <a:off x="104231" y="762350"/>
            <a:ext cx="4284889" cy="453092"/>
          </a:xfrm>
        </p:spPr>
        <p:txBody>
          <a:bodyPr>
            <a:normAutofit fontScale="90000"/>
          </a:bodyPr>
          <a:lstStyle/>
          <a:p>
            <a:pPr lvl="0" algn="ctr"/>
            <a:r>
              <a:rPr lang="en-US" noProof="0">
                <a:solidFill>
                  <a:schemeClr val="bg1"/>
                </a:solidFill>
              </a:rPr>
              <a:t>Lakehouse | Overview</a:t>
            </a:r>
          </a:p>
        </p:txBody>
      </p:sp>
      <p:sp>
        <p:nvSpPr>
          <p:cNvPr id="8" name="Rectangle: Rounded Corners 8">
            <a:extLst>
              <a:ext uri="{FF2B5EF4-FFF2-40B4-BE49-F238E27FC236}">
                <a16:creationId xmlns:a16="http://schemas.microsoft.com/office/drawing/2014/main" id="{34E4D47B-B46C-C652-AC1B-7C2A3B9E99C3}"/>
              </a:ext>
              <a:ext uri="{C183D7F6-B498-43B3-948B-1728B52AA6E4}">
                <adec:decorative xmlns:adec="http://schemas.microsoft.com/office/drawing/2017/decorative" val="1"/>
              </a:ext>
            </a:extLst>
          </p:cNvPr>
          <p:cNvSpPr>
            <a:spLocks/>
          </p:cNvSpPr>
          <p:nvPr/>
        </p:nvSpPr>
        <p:spPr>
          <a:xfrm>
            <a:off x="4847484" y="1358537"/>
            <a:ext cx="6680338" cy="3650156"/>
          </a:xfrm>
          <a:prstGeom prst="roundRect">
            <a:avLst>
              <a:gd name="adj" fmla="val 5180"/>
            </a:avLst>
          </a:prstGeom>
          <a:solidFill>
            <a:srgbClr val="F9F9F9">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endPar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sp>
        <p:nvSpPr>
          <p:cNvPr id="10" name="TextBox 9">
            <a:extLst>
              <a:ext uri="{FF2B5EF4-FFF2-40B4-BE49-F238E27FC236}">
                <a16:creationId xmlns:a16="http://schemas.microsoft.com/office/drawing/2014/main" id="{3E7F2119-8A1B-C238-8C76-99287941DAFD}"/>
              </a:ext>
            </a:extLst>
          </p:cNvPr>
          <p:cNvSpPr txBox="1">
            <a:spLocks/>
          </p:cNvSpPr>
          <p:nvPr/>
        </p:nvSpPr>
        <p:spPr>
          <a:xfrm>
            <a:off x="581025" y="1487295"/>
            <a:ext cx="3472915" cy="1446550"/>
          </a:xfrm>
          <a:prstGeom prst="rect">
            <a:avLst/>
          </a:prstGeom>
          <a:noFill/>
        </p:spPr>
        <p:txBody>
          <a:bodyPr wrap="square" lIns="0" tIns="0" rIns="0" bIns="0">
            <a:spAutoFit/>
          </a:bodyPr>
          <a:lstStyle/>
          <a:p>
            <a:pPr defTabSz="914367">
              <a:spcAft>
                <a:spcPts val="1200"/>
              </a:spcAft>
              <a:defRPr/>
            </a:pPr>
            <a:r>
              <a:rPr lang="en-US" sz="1400">
                <a:solidFill>
                  <a:srgbClr val="FFFFFF"/>
                </a:solidFill>
                <a:cs typeface="Segoe Sans Text" pitchFamily="2" charset="0"/>
              </a:rPr>
              <a:t>Store, manage and analyze all your data in a single location &amp; easily share across the entire enterprise</a:t>
            </a:r>
          </a:p>
          <a:p>
            <a:pPr defTabSz="914367">
              <a:spcAft>
                <a:spcPts val="1200"/>
              </a:spcAft>
              <a:defRPr/>
            </a:pPr>
            <a:r>
              <a:rPr lang="en-US" sz="1400">
                <a:solidFill>
                  <a:srgbClr val="FFFFFF"/>
                </a:solidFill>
                <a:cs typeface="Segoe Sans Text" pitchFamily="2" charset="0"/>
              </a:rPr>
              <a:t>Quickly and easily create a Lakehouse without having to provision and configure compute, storage and networking</a:t>
            </a:r>
          </a:p>
        </p:txBody>
      </p:sp>
      <p:cxnSp>
        <p:nvCxnSpPr>
          <p:cNvPr id="11" name="Straight Connector 10">
            <a:extLst>
              <a:ext uri="{FF2B5EF4-FFF2-40B4-BE49-F238E27FC236}">
                <a16:creationId xmlns:a16="http://schemas.microsoft.com/office/drawing/2014/main" id="{A9265012-2BA6-4475-9448-2E711BD23A07}"/>
              </a:ext>
              <a:ext uri="{C183D7F6-B498-43B3-948B-1728B52AA6E4}">
                <adec:decorative xmlns:adec="http://schemas.microsoft.com/office/drawing/2017/decorative" val="1"/>
              </a:ext>
            </a:extLst>
          </p:cNvPr>
          <p:cNvCxnSpPr>
            <a:cxnSpLocks/>
          </p:cNvCxnSpPr>
          <p:nvPr/>
        </p:nvCxnSpPr>
        <p:spPr>
          <a:xfrm>
            <a:off x="581025" y="3119435"/>
            <a:ext cx="3472915" cy="0"/>
          </a:xfrm>
          <a:prstGeom prst="line">
            <a:avLst/>
          </a:prstGeom>
          <a:noFill/>
          <a:ln w="12700" cap="flat" cmpd="sng" algn="ctr">
            <a:solidFill>
              <a:srgbClr val="FFFEF9"/>
            </a:solidFill>
            <a:prstDash val="solid"/>
            <a:miter lim="800000"/>
          </a:ln>
          <a:effectLst/>
        </p:spPr>
      </p:cxnSp>
      <p:sp>
        <p:nvSpPr>
          <p:cNvPr id="12" name="TextBox 11">
            <a:extLst>
              <a:ext uri="{FF2B5EF4-FFF2-40B4-BE49-F238E27FC236}">
                <a16:creationId xmlns:a16="http://schemas.microsoft.com/office/drawing/2014/main" id="{0377B1B1-3169-2B62-650C-1CBA7BB0F8D9}"/>
              </a:ext>
            </a:extLst>
          </p:cNvPr>
          <p:cNvSpPr txBox="1"/>
          <p:nvPr/>
        </p:nvSpPr>
        <p:spPr>
          <a:xfrm>
            <a:off x="581025" y="3305025"/>
            <a:ext cx="3715204" cy="2973122"/>
          </a:xfrm>
          <a:prstGeom prst="rect">
            <a:avLst/>
          </a:prstGeom>
          <a:noFill/>
        </p:spPr>
        <p:txBody>
          <a:bodyPr wrap="square" lIns="0" tIns="0" rIns="0" bIns="0" rtlCol="0" anchor="t">
            <a:spAutoFit/>
          </a:bodyPr>
          <a:lstStyle/>
          <a:p>
            <a:pPr defTabSz="914367">
              <a:lnSpc>
                <a:spcPct val="105000"/>
              </a:lnSpc>
              <a:spcAft>
                <a:spcPts val="300"/>
              </a:spcAft>
              <a:defRPr/>
            </a:pPr>
            <a:r>
              <a:rPr lang="en-US" sz="1400" i="1">
                <a:solidFill>
                  <a:srgbClr val="FFFFFF"/>
                </a:solidFill>
                <a:latin typeface="Segoe Sans Display Semibold" pitchFamily="2" charset="0"/>
                <a:cs typeface="Segoe Sans Display Semibold" pitchFamily="2" charset="0"/>
              </a:rPr>
              <a:t>Key Capabilities: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Flexible and scalable solution that enables organizations to handle large data volumes of all types and sizes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Built-in SQL endpoint unlocks data warehouse capabilities on top of your Lakehouse with no data movement</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Use ‘direct lake’ mode to build reports in seconds directly on top of the data lake with blazing fast performance</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Easily ingest data into the Lakehouse through a variety of methods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Share your Lakehouse as a data product with consumers</a:t>
            </a:r>
          </a:p>
        </p:txBody>
      </p:sp>
      <p:pic>
        <p:nvPicPr>
          <p:cNvPr id="13" name="Picture 12" descr="A screen capture of a sample lakehouse in Microsoft Fabric. Within the image, it showcases the tables and files within the lakehouse on the left-hand side. On the right-hand side of the image, it displays approximately 15 rows of Parquet data.">
            <a:extLst>
              <a:ext uri="{FF2B5EF4-FFF2-40B4-BE49-F238E27FC236}">
                <a16:creationId xmlns:a16="http://schemas.microsoft.com/office/drawing/2014/main" id="{D2C9CBE6-EBB4-A0AC-ADDC-24D86D340F7A}"/>
              </a:ext>
            </a:extLst>
          </p:cNvPr>
          <p:cNvPicPr>
            <a:picLocks noChangeAspect="1"/>
          </p:cNvPicPr>
          <p:nvPr/>
        </p:nvPicPr>
        <p:blipFill rotWithShape="1">
          <a:blip r:embed="rId2"/>
          <a:srcRect t="-1" r="26" b="-1"/>
          <a:stretch/>
        </p:blipFill>
        <p:spPr>
          <a:xfrm>
            <a:off x="5075611" y="1544313"/>
            <a:ext cx="6860109" cy="3236252"/>
          </a:xfrm>
          <a:prstGeom prst="roundRect">
            <a:avLst>
              <a:gd name="adj" fmla="val 1914"/>
            </a:avLst>
          </a:prstGeom>
          <a:solidFill>
            <a:srgbClr val="FFFFFF"/>
          </a:solidFill>
        </p:spPr>
      </p:pic>
    </p:spTree>
    <p:extLst>
      <p:ext uri="{BB962C8B-B14F-4D97-AF65-F5344CB8AC3E}">
        <p14:creationId xmlns:p14="http://schemas.microsoft.com/office/powerpoint/2010/main" val="2957799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8EC9-6CFB-EE96-741C-2ECC4064281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32CB80E-9CED-1D11-F909-B2B3900D3D14}"/>
              </a:ext>
              <a:ext uri="{C183D7F6-B498-43B3-948B-1728B52AA6E4}">
                <adec:decorative xmlns:adec="http://schemas.microsoft.com/office/drawing/2017/decorative" val="1"/>
              </a:ext>
            </a:extLst>
          </p:cNvPr>
          <p:cNvSpPr/>
          <p:nvPr/>
        </p:nvSpPr>
        <p:spPr>
          <a:xfrm>
            <a:off x="-1451" y="659675"/>
            <a:ext cx="4686300" cy="619268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36">
            <a:extLst>
              <a:ext uri="{FF2B5EF4-FFF2-40B4-BE49-F238E27FC236}">
                <a16:creationId xmlns:a16="http://schemas.microsoft.com/office/drawing/2014/main" id="{ED7E39AE-9D4C-B74E-C758-5F635737CE73}"/>
              </a:ext>
            </a:extLst>
          </p:cNvPr>
          <p:cNvSpPr>
            <a:spLocks noGrp="1"/>
          </p:cNvSpPr>
          <p:nvPr>
            <p:ph type="title"/>
          </p:nvPr>
        </p:nvSpPr>
        <p:spPr>
          <a:xfrm>
            <a:off x="97971" y="793645"/>
            <a:ext cx="4526280" cy="549275"/>
          </a:xfrm>
        </p:spPr>
        <p:txBody>
          <a:bodyPr/>
          <a:lstStyle/>
          <a:p>
            <a:pPr lvl="0" algn="ctr"/>
            <a:r>
              <a:rPr lang="en-US" noProof="0">
                <a:solidFill>
                  <a:srgbClr val="FFFDF9"/>
                </a:solidFill>
              </a:rPr>
              <a:t>Lakehouse | Overview</a:t>
            </a:r>
          </a:p>
        </p:txBody>
      </p:sp>
      <p:sp>
        <p:nvSpPr>
          <p:cNvPr id="18" name="Rectangle: Rounded Corners 8">
            <a:extLst>
              <a:ext uri="{FF2B5EF4-FFF2-40B4-BE49-F238E27FC236}">
                <a16:creationId xmlns:a16="http://schemas.microsoft.com/office/drawing/2014/main" id="{C95F000B-3180-799B-D0BA-0228B0854A1B}"/>
              </a:ext>
              <a:ext uri="{C183D7F6-B498-43B3-948B-1728B52AA6E4}">
                <adec:decorative xmlns:adec="http://schemas.microsoft.com/office/drawing/2017/decorative" val="1"/>
              </a:ext>
            </a:extLst>
          </p:cNvPr>
          <p:cNvSpPr>
            <a:spLocks/>
          </p:cNvSpPr>
          <p:nvPr/>
        </p:nvSpPr>
        <p:spPr>
          <a:xfrm>
            <a:off x="4930637" y="1435715"/>
            <a:ext cx="6694126" cy="4023647"/>
          </a:xfrm>
          <a:prstGeom prst="roundRect">
            <a:avLst>
              <a:gd name="adj" fmla="val 5180"/>
            </a:avLst>
          </a:prstGeom>
          <a:solidFill>
            <a:srgbClr val="F9F9F9">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auto" latinLnBrk="0" hangingPunct="1">
              <a:lnSpc>
                <a:spcPct val="100000"/>
              </a:lnSpc>
              <a:spcBef>
                <a:spcPts val="0"/>
              </a:spcBef>
              <a:spcAft>
                <a:spcPts val="0"/>
              </a:spcAft>
              <a:buClrTx/>
              <a:buSzPct val="90000"/>
              <a:buFontTx/>
              <a:buNone/>
              <a:tabLst/>
              <a:defRPr/>
            </a:pPr>
            <a:endPar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sp>
        <p:nvSpPr>
          <p:cNvPr id="26" name="TextBox 25">
            <a:extLst>
              <a:ext uri="{FF2B5EF4-FFF2-40B4-BE49-F238E27FC236}">
                <a16:creationId xmlns:a16="http://schemas.microsoft.com/office/drawing/2014/main" id="{7502E22F-B1B7-6760-3483-FBB7D82B14FB}"/>
              </a:ext>
            </a:extLst>
          </p:cNvPr>
          <p:cNvSpPr txBox="1"/>
          <p:nvPr/>
        </p:nvSpPr>
        <p:spPr>
          <a:xfrm>
            <a:off x="581025" y="1487294"/>
            <a:ext cx="3472915" cy="1661993"/>
          </a:xfrm>
          <a:prstGeom prst="rect">
            <a:avLst/>
          </a:prstGeom>
          <a:noFill/>
        </p:spPr>
        <p:txBody>
          <a:bodyPr wrap="square" lIns="0" tIns="0" rIns="0" bIns="0">
            <a:spAutoFit/>
          </a:bodyPr>
          <a:lstStyle/>
          <a:p>
            <a:pPr defTabSz="914367">
              <a:spcAft>
                <a:spcPts val="1200"/>
              </a:spcAft>
              <a:defRPr/>
            </a:pPr>
            <a:r>
              <a:rPr lang="en-US" sz="1400">
                <a:solidFill>
                  <a:srgbClr val="FFFFFF"/>
                </a:solidFill>
                <a:cs typeface="Segoe Sans Text" pitchFamily="2" charset="0"/>
              </a:rPr>
              <a:t>Immersive authoring experience for data developers</a:t>
            </a:r>
          </a:p>
          <a:p>
            <a:pPr defTabSz="914367">
              <a:spcAft>
                <a:spcPts val="1200"/>
              </a:spcAft>
              <a:defRPr/>
            </a:pPr>
            <a:r>
              <a:rPr lang="en-US" sz="1400">
                <a:solidFill>
                  <a:srgbClr val="FFFFFF"/>
                </a:solidFill>
                <a:cs typeface="Segoe Sans Text" pitchFamily="2" charset="0"/>
              </a:rPr>
              <a:t>Rich notebook capabilities including native Lakehouse integration, real-time collaboration with commenting support, auto-save support, lightweight scheduling and pipeline integration </a:t>
            </a:r>
          </a:p>
        </p:txBody>
      </p:sp>
      <p:cxnSp>
        <p:nvCxnSpPr>
          <p:cNvPr id="27" name="Straight Connector 26">
            <a:extLst>
              <a:ext uri="{FF2B5EF4-FFF2-40B4-BE49-F238E27FC236}">
                <a16:creationId xmlns:a16="http://schemas.microsoft.com/office/drawing/2014/main" id="{3ACB2E71-9DE3-B5B5-1688-5031F0854F6E}"/>
              </a:ext>
              <a:ext uri="{C183D7F6-B498-43B3-948B-1728B52AA6E4}">
                <adec:decorative xmlns:adec="http://schemas.microsoft.com/office/drawing/2017/decorative" val="1"/>
              </a:ext>
            </a:extLst>
          </p:cNvPr>
          <p:cNvCxnSpPr>
            <a:cxnSpLocks/>
          </p:cNvCxnSpPr>
          <p:nvPr/>
        </p:nvCxnSpPr>
        <p:spPr>
          <a:xfrm>
            <a:off x="581025" y="3334877"/>
            <a:ext cx="3472915" cy="0"/>
          </a:xfrm>
          <a:prstGeom prst="line">
            <a:avLst/>
          </a:prstGeom>
          <a:noFill/>
          <a:ln w="12700" cap="flat" cmpd="sng" algn="ctr">
            <a:solidFill>
              <a:srgbClr val="FFFEF9"/>
            </a:solidFill>
            <a:prstDash val="solid"/>
            <a:miter lim="800000"/>
          </a:ln>
          <a:effectLst/>
        </p:spPr>
      </p:cxnSp>
      <p:sp>
        <p:nvSpPr>
          <p:cNvPr id="28" name="TextBox 27">
            <a:extLst>
              <a:ext uri="{FF2B5EF4-FFF2-40B4-BE49-F238E27FC236}">
                <a16:creationId xmlns:a16="http://schemas.microsoft.com/office/drawing/2014/main" id="{F53DC46C-69F2-B041-4262-DF056FAA00B8}"/>
              </a:ext>
            </a:extLst>
          </p:cNvPr>
          <p:cNvSpPr txBox="1"/>
          <p:nvPr/>
        </p:nvSpPr>
        <p:spPr>
          <a:xfrm>
            <a:off x="581025" y="3520467"/>
            <a:ext cx="3472915" cy="2157514"/>
          </a:xfrm>
          <a:prstGeom prst="rect">
            <a:avLst/>
          </a:prstGeom>
          <a:noFill/>
        </p:spPr>
        <p:txBody>
          <a:bodyPr wrap="square" lIns="0" tIns="0" rIns="0" bIns="0" rtlCol="0" anchor="t">
            <a:spAutoFit/>
          </a:bodyPr>
          <a:lstStyle/>
          <a:p>
            <a:pPr defTabSz="914367">
              <a:lnSpc>
                <a:spcPct val="105000"/>
              </a:lnSpc>
              <a:spcAft>
                <a:spcPts val="300"/>
              </a:spcAft>
              <a:defRPr/>
            </a:pPr>
            <a:r>
              <a:rPr lang="en-US" sz="1400" i="1">
                <a:solidFill>
                  <a:srgbClr val="FFFFFF"/>
                </a:solidFill>
                <a:latin typeface="Segoe Sans Display Semibold" pitchFamily="2" charset="0"/>
                <a:cs typeface="Segoe Sans Display Semibold" pitchFamily="2" charset="0"/>
              </a:rPr>
              <a:t>Key Capabilities: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Manage your Python and R libraries through in-line installs using commands like %pip install</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Advanced notebook development support with ability to reference notebooks in notebooks, and snapshots for easy troubleshooting</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In context monitoring complete with real time advice and error analysis </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Streamline data prep without giving up the power of reproducibility of Python</a:t>
            </a:r>
          </a:p>
        </p:txBody>
      </p:sp>
      <p:sp>
        <p:nvSpPr>
          <p:cNvPr id="29" name="TextBox 28">
            <a:extLst>
              <a:ext uri="{FF2B5EF4-FFF2-40B4-BE49-F238E27FC236}">
                <a16:creationId xmlns:a16="http://schemas.microsoft.com/office/drawing/2014/main" id="{CE362065-76EF-50DE-C73A-ADFE2CCD55A6}"/>
              </a:ext>
            </a:extLst>
          </p:cNvPr>
          <p:cNvSpPr txBox="1"/>
          <p:nvPr/>
        </p:nvSpPr>
        <p:spPr>
          <a:xfrm>
            <a:off x="581025" y="1487294"/>
            <a:ext cx="3472915" cy="1661993"/>
          </a:xfrm>
          <a:prstGeom prst="rect">
            <a:avLst/>
          </a:prstGeom>
          <a:noFill/>
        </p:spPr>
        <p:txBody>
          <a:bodyPr wrap="square" lIns="0" tIns="0" rIns="0" bIns="0">
            <a:spAutoFit/>
          </a:bodyPr>
          <a:lstStyle/>
          <a:p>
            <a:pPr defTabSz="914367">
              <a:spcAft>
                <a:spcPts val="1200"/>
              </a:spcAft>
              <a:defRPr/>
            </a:pPr>
            <a:r>
              <a:rPr lang="en-US" sz="1400">
                <a:solidFill>
                  <a:srgbClr val="FFFFFF"/>
                </a:solidFill>
                <a:cs typeface="Segoe Sans Text" pitchFamily="2" charset="0"/>
              </a:rPr>
              <a:t>Immersive authoring experience for data developers</a:t>
            </a:r>
          </a:p>
          <a:p>
            <a:pPr defTabSz="914367">
              <a:spcAft>
                <a:spcPts val="1200"/>
              </a:spcAft>
              <a:defRPr/>
            </a:pPr>
            <a:r>
              <a:rPr lang="en-US" sz="1400">
                <a:solidFill>
                  <a:srgbClr val="FFFFFF"/>
                </a:solidFill>
                <a:cs typeface="Segoe Sans Text" pitchFamily="2" charset="0"/>
              </a:rPr>
              <a:t>Rich notebook capabilities including native Lakehouse integration, real-time collaboration with commenting support, auto-save support, lightweight scheduling and pipeline integration </a:t>
            </a:r>
          </a:p>
        </p:txBody>
      </p:sp>
      <p:cxnSp>
        <p:nvCxnSpPr>
          <p:cNvPr id="30" name="Straight Connector 29">
            <a:extLst>
              <a:ext uri="{FF2B5EF4-FFF2-40B4-BE49-F238E27FC236}">
                <a16:creationId xmlns:a16="http://schemas.microsoft.com/office/drawing/2014/main" id="{33132050-1BAE-A0DB-509A-891F5D8A78CF}"/>
              </a:ext>
              <a:ext uri="{C183D7F6-B498-43B3-948B-1728B52AA6E4}">
                <adec:decorative xmlns:adec="http://schemas.microsoft.com/office/drawing/2017/decorative" val="1"/>
              </a:ext>
            </a:extLst>
          </p:cNvPr>
          <p:cNvCxnSpPr>
            <a:cxnSpLocks/>
          </p:cNvCxnSpPr>
          <p:nvPr/>
        </p:nvCxnSpPr>
        <p:spPr>
          <a:xfrm>
            <a:off x="581025" y="3334877"/>
            <a:ext cx="3472915" cy="0"/>
          </a:xfrm>
          <a:prstGeom prst="line">
            <a:avLst/>
          </a:prstGeom>
          <a:noFill/>
          <a:ln w="12700" cap="flat" cmpd="sng" algn="ctr">
            <a:solidFill>
              <a:srgbClr val="FFFEF9"/>
            </a:solidFill>
            <a:prstDash val="solid"/>
            <a:miter lim="800000"/>
          </a:ln>
          <a:effectLst/>
        </p:spPr>
      </p:cxnSp>
      <p:sp>
        <p:nvSpPr>
          <p:cNvPr id="31" name="TextBox 30">
            <a:extLst>
              <a:ext uri="{FF2B5EF4-FFF2-40B4-BE49-F238E27FC236}">
                <a16:creationId xmlns:a16="http://schemas.microsoft.com/office/drawing/2014/main" id="{ED827EE4-017C-3F6D-FD0F-67A4815F7CA3}"/>
              </a:ext>
            </a:extLst>
          </p:cNvPr>
          <p:cNvSpPr txBox="1"/>
          <p:nvPr/>
        </p:nvSpPr>
        <p:spPr>
          <a:xfrm>
            <a:off x="581025" y="3520467"/>
            <a:ext cx="3472915" cy="2157514"/>
          </a:xfrm>
          <a:prstGeom prst="rect">
            <a:avLst/>
          </a:prstGeom>
          <a:noFill/>
        </p:spPr>
        <p:txBody>
          <a:bodyPr wrap="square" lIns="0" tIns="0" rIns="0" bIns="0" rtlCol="0" anchor="t">
            <a:spAutoFit/>
          </a:bodyPr>
          <a:lstStyle/>
          <a:p>
            <a:pPr defTabSz="914367">
              <a:lnSpc>
                <a:spcPct val="105000"/>
              </a:lnSpc>
              <a:spcAft>
                <a:spcPts val="300"/>
              </a:spcAft>
              <a:defRPr/>
            </a:pPr>
            <a:r>
              <a:rPr lang="en-US" sz="1400" i="1">
                <a:solidFill>
                  <a:srgbClr val="FFFFFF"/>
                </a:solidFill>
                <a:latin typeface="Segoe Sans Display Semibold" pitchFamily="2" charset="0"/>
                <a:cs typeface="Segoe Sans Display Semibold" pitchFamily="2" charset="0"/>
              </a:rPr>
              <a:t>Key Capabilities:</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Manage your Python and R libraries through in-line installs using commands like %pip install</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Advanced notebook development support with ability to reference notebooks in notebooks, and snapshots for easy troubleshooting</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In context monitoring complete with real time advice and error analysis </a:t>
            </a:r>
          </a:p>
          <a:p>
            <a:pPr marL="285750" indent="-184150" defTabSz="914367">
              <a:spcAft>
                <a:spcPts val="600"/>
              </a:spcAft>
              <a:buFont typeface="Arial" panose="020B0604020202020204" pitchFamily="34" charset="0"/>
              <a:buChar char="•"/>
              <a:defRPr/>
            </a:pPr>
            <a:r>
              <a:rPr lang="en-US" sz="1200">
                <a:solidFill>
                  <a:srgbClr val="FFFFFF"/>
                </a:solidFill>
                <a:cs typeface="Segoe Sans Text" pitchFamily="2" charset="0"/>
              </a:rPr>
              <a:t>Streamline data prep without giving up the power of reproducibility of Python</a:t>
            </a:r>
          </a:p>
        </p:txBody>
      </p:sp>
      <p:pic>
        <p:nvPicPr>
          <p:cNvPr id="34" name="Picture 33" descr="A screen capture of a Notebook in Microsoft Fabric, as well as its capabilities. The visual displays a sample set of data (specifically, distribution of trip duration on linear and logarithmic scale) and two graphs entitled “Distribution of Trip Duration in Minutes” and “Distribution of Trip Duration in Log Scale”">
            <a:extLst>
              <a:ext uri="{FF2B5EF4-FFF2-40B4-BE49-F238E27FC236}">
                <a16:creationId xmlns:a16="http://schemas.microsoft.com/office/drawing/2014/main" id="{37AA6952-1A6A-8F79-BE03-921C6CF9C16F}"/>
              </a:ext>
            </a:extLst>
          </p:cNvPr>
          <p:cNvPicPr>
            <a:picLocks noChangeAspect="1"/>
          </p:cNvPicPr>
          <p:nvPr/>
        </p:nvPicPr>
        <p:blipFill rotWithShape="1">
          <a:blip r:embed="rId2"/>
          <a:srcRect l="-101" t="-1" r="578" b="-1184"/>
          <a:stretch/>
        </p:blipFill>
        <p:spPr>
          <a:xfrm>
            <a:off x="5158765" y="1663843"/>
            <a:ext cx="6237870" cy="3567391"/>
          </a:xfrm>
          <a:prstGeom prst="roundRect">
            <a:avLst>
              <a:gd name="adj" fmla="val 1914"/>
            </a:avLst>
          </a:prstGeom>
          <a:solidFill>
            <a:srgbClr val="FFFFFF"/>
          </a:solidFill>
        </p:spPr>
      </p:pic>
    </p:spTree>
    <p:extLst>
      <p:ext uri="{BB962C8B-B14F-4D97-AF65-F5344CB8AC3E}">
        <p14:creationId xmlns:p14="http://schemas.microsoft.com/office/powerpoint/2010/main" val="32421389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DF53D2-0531-29EB-8978-B250782557B0}"/>
              </a:ext>
            </a:extLst>
          </p:cNvPr>
          <p:cNvSpPr txBox="1">
            <a:spLocks/>
          </p:cNvSpPr>
          <p:nvPr/>
        </p:nvSpPr>
        <p:spPr>
          <a:xfrm>
            <a:off x="596900" y="2729707"/>
            <a:ext cx="3613150" cy="1398587"/>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sz="3200" b="0" i="0" kern="1200">
                <a:solidFill>
                  <a:schemeClr val="tx1"/>
                </a:solidFill>
                <a:latin typeface="+mj-lt"/>
                <a:ea typeface="+mj-ea"/>
                <a:cs typeface="Segoe Sans Display" pitchFamily="2" charset="0"/>
              </a:defRPr>
            </a:lvl1pPr>
          </a:lstStyle>
          <a:p>
            <a:pPr>
              <a:spcBef>
                <a:spcPts val="1000"/>
              </a:spcBef>
              <a:buFont typeface="Arial" panose="020B0604020202020204" pitchFamily="34" charset="0"/>
              <a:buNone/>
              <a:defRPr/>
            </a:pPr>
            <a:r>
              <a:rPr lang="en-US">
                <a:solidFill>
                  <a:srgbClr val="B238BA"/>
                </a:solidFill>
                <a:latin typeface="Segoe Sans Display" pitchFamily="2" charset="0"/>
                <a:ea typeface="+mn-ea"/>
              </a:rPr>
              <a:t>Data Warehouse</a:t>
            </a:r>
          </a:p>
        </p:txBody>
      </p:sp>
      <p:pic>
        <p:nvPicPr>
          <p:cNvPr id="5" name="Picture 4" descr="Data warehouse logo">
            <a:extLst>
              <a:ext uri="{FF2B5EF4-FFF2-40B4-BE49-F238E27FC236}">
                <a16:creationId xmlns:a16="http://schemas.microsoft.com/office/drawing/2014/main" id="{C36EBA28-C28E-4E58-5792-17940960D4D8}"/>
              </a:ext>
            </a:extLst>
          </p:cNvPr>
          <p:cNvPicPr>
            <a:picLocks noChangeAspect="1"/>
          </p:cNvPicPr>
          <p:nvPr/>
        </p:nvPicPr>
        <p:blipFill>
          <a:blip r:embed="rId2"/>
          <a:stretch/>
        </p:blipFill>
        <p:spPr>
          <a:xfrm>
            <a:off x="4563251" y="1833892"/>
            <a:ext cx="2707678" cy="2712966"/>
          </a:xfrm>
          <a:prstGeom prst="rect">
            <a:avLst/>
          </a:prstGeom>
          <a:noFill/>
        </p:spPr>
      </p:pic>
    </p:spTree>
    <p:extLst>
      <p:ext uri="{BB962C8B-B14F-4D97-AF65-F5344CB8AC3E}">
        <p14:creationId xmlns:p14="http://schemas.microsoft.com/office/powerpoint/2010/main" val="1260250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FB424-3C38-6986-E61D-BF825CBF1810}"/>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9EB6C624-D6B2-598D-2DD8-82E2B14BC2F9}"/>
              </a:ext>
              <a:ext uri="{C183D7F6-B498-43B3-948B-1728B52AA6E4}">
                <adec:decorative xmlns:adec="http://schemas.microsoft.com/office/drawing/2017/decorative" val="1"/>
              </a:ext>
            </a:extLst>
          </p:cNvPr>
          <p:cNvSpPr/>
          <p:nvPr/>
        </p:nvSpPr>
        <p:spPr>
          <a:xfrm>
            <a:off x="1" y="676140"/>
            <a:ext cx="4686300" cy="618185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25" name="Title 24">
            <a:extLst>
              <a:ext uri="{FF2B5EF4-FFF2-40B4-BE49-F238E27FC236}">
                <a16:creationId xmlns:a16="http://schemas.microsoft.com/office/drawing/2014/main" id="{B3CDFECA-D0DB-F4CB-6DA9-A745F002DFA6}"/>
              </a:ext>
            </a:extLst>
          </p:cNvPr>
          <p:cNvSpPr>
            <a:spLocks noGrp="1"/>
          </p:cNvSpPr>
          <p:nvPr>
            <p:ph type="title"/>
          </p:nvPr>
        </p:nvSpPr>
        <p:spPr/>
        <p:txBody>
          <a:bodyPr anchor="t"/>
          <a:lstStyle/>
          <a:p>
            <a:pPr lvl="0"/>
            <a:r>
              <a:rPr lang="en-US" noProof="0">
                <a:solidFill>
                  <a:srgbClr val="FFFDF9"/>
                </a:solidFill>
              </a:rPr>
              <a:t>Data Warehouse |</a:t>
            </a:r>
            <a:br>
              <a:rPr lang="en-US" noProof="0">
                <a:solidFill>
                  <a:srgbClr val="FFFDF9"/>
                </a:solidFill>
              </a:rPr>
            </a:br>
            <a:r>
              <a:rPr lang="en-US" noProof="0">
                <a:solidFill>
                  <a:srgbClr val="FFFDF9"/>
                </a:solidFill>
              </a:rPr>
              <a:t>Overview</a:t>
            </a:r>
          </a:p>
        </p:txBody>
      </p:sp>
      <p:sp>
        <p:nvSpPr>
          <p:cNvPr id="2" name="Rectangle: Rounded Corners 19">
            <a:extLst>
              <a:ext uri="{FF2B5EF4-FFF2-40B4-BE49-F238E27FC236}">
                <a16:creationId xmlns:a16="http://schemas.microsoft.com/office/drawing/2014/main" id="{2B254A05-D096-9C0C-E115-22D1E6A4C4E8}"/>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rgbClr val="8661C5">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Sans Text"/>
              <a:ea typeface="+mn-ea"/>
              <a:cs typeface="+mn-cs"/>
            </a:endParaRPr>
          </a:p>
        </p:txBody>
      </p:sp>
      <p:sp>
        <p:nvSpPr>
          <p:cNvPr id="7" name="Graphic 51">
            <a:extLst>
              <a:ext uri="{FF2B5EF4-FFF2-40B4-BE49-F238E27FC236}">
                <a16:creationId xmlns:a16="http://schemas.microsoft.com/office/drawing/2014/main" id="{8143214B-78D6-61BC-BEB2-1DE956C0F58C}"/>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rgbClr val="49C5B1">
              <a:lumMod val="60000"/>
              <a:lumOff val="4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25B61"/>
              </a:solidFill>
              <a:effectLst/>
              <a:uLnTx/>
              <a:uFillTx/>
              <a:latin typeface="Segoe Sans Text"/>
              <a:ea typeface="+mn-ea"/>
              <a:cs typeface="+mn-cs"/>
            </a:endParaRPr>
          </a:p>
        </p:txBody>
      </p:sp>
      <p:sp>
        <p:nvSpPr>
          <p:cNvPr id="12" name="Rectangle: Rounded Corners 8">
            <a:extLst>
              <a:ext uri="{FF2B5EF4-FFF2-40B4-BE49-F238E27FC236}">
                <a16:creationId xmlns:a16="http://schemas.microsoft.com/office/drawing/2014/main" id="{1D9FB396-FFA7-6A49-A25D-3EEB8E952924}"/>
              </a:ext>
              <a:ext uri="{C183D7F6-B498-43B3-948B-1728B52AA6E4}">
                <adec:decorative xmlns:adec="http://schemas.microsoft.com/office/drawing/2017/decorative" val="1"/>
              </a:ext>
            </a:extLst>
          </p:cNvPr>
          <p:cNvSpPr>
            <a:spLocks/>
          </p:cNvSpPr>
          <p:nvPr/>
        </p:nvSpPr>
        <p:spPr>
          <a:xfrm>
            <a:off x="4930635" y="1435713"/>
            <a:ext cx="6694130" cy="4023651"/>
          </a:xfrm>
          <a:prstGeom prst="roundRect">
            <a:avLst>
              <a:gd name="adj" fmla="val 5180"/>
            </a:avLst>
          </a:prstGeom>
          <a:solidFill>
            <a:srgbClr val="F9F9F9">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cxnSp>
        <p:nvCxnSpPr>
          <p:cNvPr id="13" name="Straight Connector 12">
            <a:extLst>
              <a:ext uri="{FF2B5EF4-FFF2-40B4-BE49-F238E27FC236}">
                <a16:creationId xmlns:a16="http://schemas.microsoft.com/office/drawing/2014/main" id="{6392E132-19AB-8C3D-809E-4C78F742E70B}"/>
              </a:ext>
              <a:ext uri="{C183D7F6-B498-43B3-948B-1728B52AA6E4}">
                <adec:decorative xmlns:adec="http://schemas.microsoft.com/office/drawing/2017/decorative" val="1"/>
              </a:ext>
            </a:extLst>
          </p:cNvPr>
          <p:cNvCxnSpPr>
            <a:cxnSpLocks/>
          </p:cNvCxnSpPr>
          <p:nvPr/>
        </p:nvCxnSpPr>
        <p:spPr>
          <a:xfrm>
            <a:off x="609600" y="3393773"/>
            <a:ext cx="3472915" cy="0"/>
          </a:xfrm>
          <a:prstGeom prst="line">
            <a:avLst/>
          </a:prstGeom>
          <a:noFill/>
          <a:ln w="12700" cap="flat" cmpd="sng" algn="ctr">
            <a:solidFill>
              <a:srgbClr val="FFFEF9"/>
            </a:solidFill>
            <a:prstDash val="solid"/>
            <a:miter lim="800000"/>
          </a:ln>
          <a:effectLst/>
        </p:spPr>
      </p:cxnSp>
      <p:pic>
        <p:nvPicPr>
          <p:cNvPr id="19" name="Picture 18" descr="Data warehouse logo">
            <a:extLst>
              <a:ext uri="{FF2B5EF4-FFF2-40B4-BE49-F238E27FC236}">
                <a16:creationId xmlns:a16="http://schemas.microsoft.com/office/drawing/2014/main" id="{51DE6334-8B73-8C62-C936-0E63FF389134}"/>
              </a:ext>
            </a:extLst>
          </p:cNvPr>
          <p:cNvPicPr>
            <a:picLocks noChangeAspect="1"/>
          </p:cNvPicPr>
          <p:nvPr/>
        </p:nvPicPr>
        <p:blipFill>
          <a:blip r:embed="rId3"/>
          <a:stretch/>
        </p:blipFill>
        <p:spPr>
          <a:xfrm>
            <a:off x="11617785" y="131716"/>
            <a:ext cx="410912" cy="411714"/>
          </a:xfrm>
          <a:prstGeom prst="rect">
            <a:avLst/>
          </a:prstGeom>
          <a:noFill/>
        </p:spPr>
      </p:pic>
      <p:sp>
        <p:nvSpPr>
          <p:cNvPr id="18" name="TextBox 17">
            <a:extLst>
              <a:ext uri="{FF2B5EF4-FFF2-40B4-BE49-F238E27FC236}">
                <a16:creationId xmlns:a16="http://schemas.microsoft.com/office/drawing/2014/main" id="{83C692DA-B884-1CAB-5957-264CB8337FCB}"/>
              </a:ext>
            </a:extLst>
          </p:cNvPr>
          <p:cNvSpPr txBox="1"/>
          <p:nvPr/>
        </p:nvSpPr>
        <p:spPr>
          <a:xfrm>
            <a:off x="609600" y="1977081"/>
            <a:ext cx="3472915" cy="1231106"/>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Enterprise scale data warehouse with open standard format</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No knobs performance with minimal set-up and deployment, no configuration of compute or storage needed</a:t>
            </a:r>
          </a:p>
        </p:txBody>
      </p:sp>
      <p:sp>
        <p:nvSpPr>
          <p:cNvPr id="17" name="TextBox 16">
            <a:extLst>
              <a:ext uri="{FF2B5EF4-FFF2-40B4-BE49-F238E27FC236}">
                <a16:creationId xmlns:a16="http://schemas.microsoft.com/office/drawing/2014/main" id="{F1189D38-2569-B77E-B9FE-11BC0A5BA68D}"/>
              </a:ext>
            </a:extLst>
          </p:cNvPr>
          <p:cNvSpPr txBox="1"/>
          <p:nvPr/>
        </p:nvSpPr>
        <p:spPr>
          <a:xfrm>
            <a:off x="609600" y="3579359"/>
            <a:ext cx="3876675" cy="2973122"/>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kumimoji="0" lang="en-US" sz="1400" b="0" i="1"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Key Capabilities: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Lake-centric warehouse stores data in </a:t>
            </a:r>
            <a:r>
              <a:rPr kumimoji="0" lang="en-US" sz="1200" b="0" i="0" u="none" strike="noStrike" kern="1200" cap="none" spc="0" normalizeH="0" baseline="0" noProof="0" err="1">
                <a:ln>
                  <a:noFill/>
                </a:ln>
                <a:solidFill>
                  <a:srgbClr val="FFFFFF"/>
                </a:solidFill>
                <a:effectLst/>
                <a:uLnTx/>
                <a:uFillTx/>
                <a:latin typeface="Segoe Sans Text Semilight"/>
                <a:ea typeface="+mn-ea"/>
                <a:cs typeface="Segoe Sans Text" pitchFamily="2" charset="0"/>
              </a:rPr>
              <a:t>OneLake</a:t>
            </a: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 in open Delta format with easy data recovery and management</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Use Fabric Mirroring for Zero-ETL integration of data from Azure SQL, Snowflake, or Azure Cosmos DB </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Data loading and transforms at scale, with full multi-table transactional guarantees provided by the SQL engine</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Virtual warehouses with cross-database querying and a fully integrated semantic layer</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Flexibility to build data warehouse or data mesh based on organizational needs and choice of no-code, low-code, or T-SQL for transformations</a:t>
            </a:r>
          </a:p>
        </p:txBody>
      </p:sp>
      <p:pic>
        <p:nvPicPr>
          <p:cNvPr id="14" name="Picture 2" descr="A screen capture of data warehouse">
            <a:extLst>
              <a:ext uri="{FF2B5EF4-FFF2-40B4-BE49-F238E27FC236}">
                <a16:creationId xmlns:a16="http://schemas.microsoft.com/office/drawing/2014/main" id="{A970BE0F-9409-F398-10CE-D0198AE2403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6708"/>
          <a:stretch/>
        </p:blipFill>
        <p:spPr bwMode="auto">
          <a:xfrm>
            <a:off x="5158765" y="1663844"/>
            <a:ext cx="6237869" cy="3567390"/>
          </a:xfrm>
          <a:prstGeom prst="roundRect">
            <a:avLst>
              <a:gd name="adj" fmla="val 1914"/>
            </a:avLst>
          </a:prstGeom>
          <a:solidFill>
            <a:srgbClr val="FFFFFF"/>
          </a:solidFill>
        </p:spPr>
      </p:pic>
    </p:spTree>
    <p:extLst>
      <p:ext uri="{BB962C8B-B14F-4D97-AF65-F5344CB8AC3E}">
        <p14:creationId xmlns:p14="http://schemas.microsoft.com/office/powerpoint/2010/main" val="32226882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8FA87-DBE8-72DF-BF4F-57E56B84F46C}"/>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10823652-2E9B-C68B-F814-341B574B17EC}"/>
              </a:ext>
              <a:ext uri="{C183D7F6-B498-43B3-948B-1728B52AA6E4}">
                <adec:decorative xmlns:adec="http://schemas.microsoft.com/office/drawing/2017/decorative" val="1"/>
              </a:ext>
            </a:extLst>
          </p:cNvPr>
          <p:cNvSpPr/>
          <p:nvPr/>
        </p:nvSpPr>
        <p:spPr>
          <a:xfrm>
            <a:off x="1" y="650382"/>
            <a:ext cx="4686300" cy="6207617"/>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18" name="Title 17">
            <a:extLst>
              <a:ext uri="{FF2B5EF4-FFF2-40B4-BE49-F238E27FC236}">
                <a16:creationId xmlns:a16="http://schemas.microsoft.com/office/drawing/2014/main" id="{9DC53E5A-E369-1052-0720-A6035E9B7189}"/>
              </a:ext>
            </a:extLst>
          </p:cNvPr>
          <p:cNvSpPr>
            <a:spLocks noGrp="1"/>
          </p:cNvSpPr>
          <p:nvPr>
            <p:ph type="title"/>
          </p:nvPr>
        </p:nvSpPr>
        <p:spPr/>
        <p:txBody>
          <a:bodyPr/>
          <a:lstStyle/>
          <a:p>
            <a:r>
              <a:rPr lang="en-US" noProof="0">
                <a:solidFill>
                  <a:srgbClr val="FFFDF9"/>
                </a:solidFill>
              </a:rPr>
              <a:t>Visual Query Editor</a:t>
            </a:r>
            <a:endParaRPr lang="en-US">
              <a:solidFill>
                <a:srgbClr val="FFFDF9"/>
              </a:solidFill>
            </a:endParaRPr>
          </a:p>
        </p:txBody>
      </p:sp>
      <p:sp>
        <p:nvSpPr>
          <p:cNvPr id="15" name="Rectangle: Rounded Corners 19">
            <a:extLst>
              <a:ext uri="{FF2B5EF4-FFF2-40B4-BE49-F238E27FC236}">
                <a16:creationId xmlns:a16="http://schemas.microsoft.com/office/drawing/2014/main" id="{AE7A1D5C-464F-042A-E49E-E5BA6A57AC4D}"/>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16" name="Graphic 51">
            <a:extLst>
              <a:ext uri="{FF2B5EF4-FFF2-40B4-BE49-F238E27FC236}">
                <a16:creationId xmlns:a16="http://schemas.microsoft.com/office/drawing/2014/main" id="{3F9098F8-C6AF-DFE9-4476-8CD04F771997}"/>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 name="Rectangle: Rounded Corners 8">
            <a:extLst>
              <a:ext uri="{FF2B5EF4-FFF2-40B4-BE49-F238E27FC236}">
                <a16:creationId xmlns:a16="http://schemas.microsoft.com/office/drawing/2014/main" id="{D217E124-96BE-DE3F-6458-521CCAB1E583}"/>
              </a:ext>
              <a:ext uri="{C183D7F6-B498-43B3-948B-1728B52AA6E4}">
                <adec:decorative xmlns:adec="http://schemas.microsoft.com/office/drawing/2017/decorative" val="1"/>
              </a:ext>
            </a:extLst>
          </p:cNvPr>
          <p:cNvSpPr/>
          <p:nvPr/>
        </p:nvSpPr>
        <p:spPr>
          <a:xfrm>
            <a:off x="4930637" y="1435716"/>
            <a:ext cx="6694126" cy="4023646"/>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3" name="Picture 2" descr="Data Integration logo">
            <a:extLst>
              <a:ext uri="{FF2B5EF4-FFF2-40B4-BE49-F238E27FC236}">
                <a16:creationId xmlns:a16="http://schemas.microsoft.com/office/drawing/2014/main" id="{ED217B0F-41F7-C5E0-14C1-0EE58CD29059}"/>
              </a:ext>
            </a:extLst>
          </p:cNvPr>
          <p:cNvPicPr>
            <a:picLocks noChangeAspect="1"/>
          </p:cNvPicPr>
          <p:nvPr/>
        </p:nvPicPr>
        <p:blipFill>
          <a:blip r:embed="rId2"/>
          <a:stretch/>
        </p:blipFill>
        <p:spPr>
          <a:xfrm>
            <a:off x="11704915" y="154375"/>
            <a:ext cx="344585" cy="345258"/>
          </a:xfrm>
          <a:prstGeom prst="rect">
            <a:avLst/>
          </a:prstGeom>
          <a:noFill/>
        </p:spPr>
      </p:pic>
      <p:sp>
        <p:nvSpPr>
          <p:cNvPr id="35" name="TextBox 34">
            <a:extLst>
              <a:ext uri="{FF2B5EF4-FFF2-40B4-BE49-F238E27FC236}">
                <a16:creationId xmlns:a16="http://schemas.microsoft.com/office/drawing/2014/main" id="{2F2EFB07-0EC5-434A-4160-59330E404C86}"/>
              </a:ext>
            </a:extLst>
          </p:cNvPr>
          <p:cNvSpPr txBox="1"/>
          <p:nvPr/>
        </p:nvSpPr>
        <p:spPr>
          <a:xfrm>
            <a:off x="721783" y="1596238"/>
            <a:ext cx="3472915" cy="2343719"/>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kumimoji="0" lang="en-US" sz="1600" b="0" i="1"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Key Capabilities:</a:t>
            </a:r>
          </a:p>
          <a:p>
            <a:pPr marL="285750" marR="0" lvl="0" indent="-184150" algn="l" defTabSz="914367" rtl="0" eaLnBrk="1" fontAlgn="auto" latinLnBrk="0" hangingPunct="1">
              <a:lnSpc>
                <a:spcPct val="100000"/>
              </a:lnSpc>
              <a:spcBef>
                <a:spcPts val="20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Easy and efficient method to transform data</a:t>
            </a:r>
          </a:p>
          <a:p>
            <a:pPr marL="285750" marR="0" lvl="0" indent="-184150" algn="l" defTabSz="914367" rtl="0" eaLnBrk="1" fontAlgn="auto" latinLnBrk="0" hangingPunct="1">
              <a:lnSpc>
                <a:spcPct val="100000"/>
              </a:lnSpc>
              <a:spcBef>
                <a:spcPts val="20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No-code experience</a:t>
            </a:r>
          </a:p>
          <a:p>
            <a:pPr marL="285750" marR="0" lvl="0" indent="-184150" algn="l" defTabSz="914367" rtl="0" eaLnBrk="1" fontAlgn="auto" latinLnBrk="0" hangingPunct="1">
              <a:lnSpc>
                <a:spcPct val="100000"/>
              </a:lnSpc>
              <a:spcBef>
                <a:spcPts val="20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Interface like Power Query</a:t>
            </a:r>
          </a:p>
          <a:p>
            <a:pPr marL="285750" marR="0" lvl="0" indent="-184150" algn="l" defTabSz="914367" rtl="0" eaLnBrk="1" fontAlgn="auto" latinLnBrk="0" hangingPunct="1">
              <a:lnSpc>
                <a:spcPct val="100000"/>
              </a:lnSpc>
              <a:spcBef>
                <a:spcPts val="20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No data duplication</a:t>
            </a:r>
          </a:p>
          <a:p>
            <a:pPr marL="285750" marR="0" lvl="0" indent="-184150" algn="l" defTabSz="914367" rtl="0" eaLnBrk="1" fontAlgn="auto" latinLnBrk="0" hangingPunct="1">
              <a:lnSpc>
                <a:spcPct val="100000"/>
              </a:lnSpc>
              <a:spcBef>
                <a:spcPts val="20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Query executed on every call</a:t>
            </a:r>
          </a:p>
          <a:p>
            <a:pPr marL="285750" marR="0" lvl="0" indent="-184150" algn="l" defTabSz="914367" rtl="0" eaLnBrk="1" fontAlgn="auto" latinLnBrk="0" hangingPunct="1">
              <a:lnSpc>
                <a:spcPct val="100000"/>
              </a:lnSpc>
              <a:spcBef>
                <a:spcPts val="20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Direct Lake not available</a:t>
            </a:r>
          </a:p>
        </p:txBody>
      </p:sp>
      <p:pic>
        <p:nvPicPr>
          <p:cNvPr id="4" name="Picture 3" descr="A screenshot of a computer&#10;&#10;Description automatically generated">
            <a:extLst>
              <a:ext uri="{FF2B5EF4-FFF2-40B4-BE49-F238E27FC236}">
                <a16:creationId xmlns:a16="http://schemas.microsoft.com/office/drawing/2014/main" id="{C587DA10-260C-8534-513E-9E5914BC81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4465" y="1498341"/>
            <a:ext cx="6227910" cy="3923943"/>
          </a:xfrm>
          <a:prstGeom prst="rect">
            <a:avLst/>
          </a:prstGeom>
        </p:spPr>
      </p:pic>
    </p:spTree>
    <p:extLst>
      <p:ext uri="{BB962C8B-B14F-4D97-AF65-F5344CB8AC3E}">
        <p14:creationId xmlns:p14="http://schemas.microsoft.com/office/powerpoint/2010/main" val="15018559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BC25A-50C5-F6AA-2702-9D1B59AA5A3E}"/>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AA7C77B9-40DF-D6C8-6BCB-F4A20594B602}"/>
              </a:ext>
              <a:ext uri="{C183D7F6-B498-43B3-948B-1728B52AA6E4}">
                <adec:decorative xmlns:adec="http://schemas.microsoft.com/office/drawing/2017/decorative" val="1"/>
              </a:ext>
            </a:extLst>
          </p:cNvPr>
          <p:cNvSpPr/>
          <p:nvPr/>
        </p:nvSpPr>
        <p:spPr>
          <a:xfrm>
            <a:off x="0" y="643944"/>
            <a:ext cx="4686300" cy="621405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25" name="Title 24">
            <a:extLst>
              <a:ext uri="{FF2B5EF4-FFF2-40B4-BE49-F238E27FC236}">
                <a16:creationId xmlns:a16="http://schemas.microsoft.com/office/drawing/2014/main" id="{0D619D6C-F168-02FE-2880-0431F6B7509B}"/>
              </a:ext>
            </a:extLst>
          </p:cNvPr>
          <p:cNvSpPr>
            <a:spLocks noGrp="1"/>
          </p:cNvSpPr>
          <p:nvPr>
            <p:ph type="title"/>
          </p:nvPr>
        </p:nvSpPr>
        <p:spPr/>
        <p:txBody>
          <a:bodyPr anchor="t"/>
          <a:lstStyle/>
          <a:p>
            <a:r>
              <a:rPr lang="en-US">
                <a:solidFill>
                  <a:srgbClr val="FFFDF9"/>
                </a:solidFill>
              </a:rPr>
              <a:t>Fully integrated Power</a:t>
            </a:r>
            <a:br>
              <a:rPr lang="en-US">
                <a:solidFill>
                  <a:srgbClr val="FFFDF9"/>
                </a:solidFill>
              </a:rPr>
            </a:br>
            <a:r>
              <a:rPr lang="en-US">
                <a:solidFill>
                  <a:srgbClr val="FFFDF9"/>
                </a:solidFill>
              </a:rPr>
              <a:t>BI semantic layer</a:t>
            </a:r>
          </a:p>
        </p:txBody>
      </p:sp>
      <p:sp>
        <p:nvSpPr>
          <p:cNvPr id="2" name="Rectangle: Rounded Corners 19">
            <a:extLst>
              <a:ext uri="{FF2B5EF4-FFF2-40B4-BE49-F238E27FC236}">
                <a16:creationId xmlns:a16="http://schemas.microsoft.com/office/drawing/2014/main" id="{D44D6A25-03BA-D375-640C-5E9BF27A3F8E}"/>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7" name="Graphic 51">
            <a:extLst>
              <a:ext uri="{FF2B5EF4-FFF2-40B4-BE49-F238E27FC236}">
                <a16:creationId xmlns:a16="http://schemas.microsoft.com/office/drawing/2014/main" id="{66108EB9-97EC-F3FD-3AAD-A7A8DE5BFD1F}"/>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chemeClr val="bg2">
              <a:lumMod val="60000"/>
              <a:lumOff val="4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2" name="Rectangle: Rounded Corners 8">
            <a:extLst>
              <a:ext uri="{FF2B5EF4-FFF2-40B4-BE49-F238E27FC236}">
                <a16:creationId xmlns:a16="http://schemas.microsoft.com/office/drawing/2014/main" id="{8539721A-677F-923A-3AB9-24CDA5793E06}"/>
              </a:ext>
              <a:ext uri="{C183D7F6-B498-43B3-948B-1728B52AA6E4}">
                <adec:decorative xmlns:adec="http://schemas.microsoft.com/office/drawing/2017/decorative" val="1"/>
              </a:ext>
            </a:extLst>
          </p:cNvPr>
          <p:cNvSpPr>
            <a:spLocks/>
          </p:cNvSpPr>
          <p:nvPr/>
        </p:nvSpPr>
        <p:spPr>
          <a:xfrm>
            <a:off x="4930635" y="1435713"/>
            <a:ext cx="6694130" cy="4023651"/>
          </a:xfrm>
          <a:prstGeom prst="roundRect">
            <a:avLst>
              <a:gd name="adj" fmla="val 5180"/>
            </a:avLst>
          </a:prstGeom>
          <a:solidFill>
            <a:srgbClr val="F9F9F9">
              <a:alpha val="70000"/>
            </a:srgbClr>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14" name="Picture 13" descr="Data warehouse logo">
            <a:extLst>
              <a:ext uri="{FF2B5EF4-FFF2-40B4-BE49-F238E27FC236}">
                <a16:creationId xmlns:a16="http://schemas.microsoft.com/office/drawing/2014/main" id="{46552322-73E0-477A-56F6-86E0BA6BB8DB}"/>
              </a:ext>
            </a:extLst>
          </p:cNvPr>
          <p:cNvPicPr>
            <a:picLocks noChangeAspect="1"/>
          </p:cNvPicPr>
          <p:nvPr/>
        </p:nvPicPr>
        <p:blipFill>
          <a:blip r:embed="rId3"/>
          <a:stretch/>
        </p:blipFill>
        <p:spPr>
          <a:xfrm>
            <a:off x="11617785" y="131716"/>
            <a:ext cx="410912" cy="411714"/>
          </a:xfrm>
          <a:prstGeom prst="rect">
            <a:avLst/>
          </a:prstGeom>
          <a:noFill/>
        </p:spPr>
      </p:pic>
      <p:sp>
        <p:nvSpPr>
          <p:cNvPr id="19" name="TextBox 18">
            <a:extLst>
              <a:ext uri="{FF2B5EF4-FFF2-40B4-BE49-F238E27FC236}">
                <a16:creationId xmlns:a16="http://schemas.microsoft.com/office/drawing/2014/main" id="{F95A3217-2A5D-5D86-5F98-10BD54F37284}"/>
              </a:ext>
            </a:extLst>
          </p:cNvPr>
          <p:cNvSpPr txBox="1"/>
          <p:nvPr/>
        </p:nvSpPr>
        <p:spPr>
          <a:xfrm>
            <a:off x="664738" y="2130714"/>
            <a:ext cx="3472915" cy="1015663"/>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Reduce integration and gain insight from your data in seconds</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Built-in Power BI enables everyone to visualize their data in seconds.</a:t>
            </a:r>
          </a:p>
        </p:txBody>
      </p:sp>
      <p:cxnSp>
        <p:nvCxnSpPr>
          <p:cNvPr id="13" name="Straight Connector 12">
            <a:extLst>
              <a:ext uri="{FF2B5EF4-FFF2-40B4-BE49-F238E27FC236}">
                <a16:creationId xmlns:a16="http://schemas.microsoft.com/office/drawing/2014/main" id="{5A63FAEB-9FFE-70B0-388C-627AF264E001}"/>
              </a:ext>
              <a:ext uri="{C183D7F6-B498-43B3-948B-1728B52AA6E4}">
                <adec:decorative xmlns:adec="http://schemas.microsoft.com/office/drawing/2017/decorative" val="1"/>
              </a:ext>
            </a:extLst>
          </p:cNvPr>
          <p:cNvCxnSpPr>
            <a:cxnSpLocks/>
          </p:cNvCxnSpPr>
          <p:nvPr/>
        </p:nvCxnSpPr>
        <p:spPr>
          <a:xfrm>
            <a:off x="664738" y="3331963"/>
            <a:ext cx="3472915" cy="0"/>
          </a:xfrm>
          <a:prstGeom prst="line">
            <a:avLst/>
          </a:prstGeom>
          <a:ln w="12700">
            <a:solidFill>
              <a:srgbClr val="FFFEF9"/>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CB1185B-34FF-66D1-50F0-BE7A9ACF8490}"/>
              </a:ext>
            </a:extLst>
          </p:cNvPr>
          <p:cNvSpPr txBox="1"/>
          <p:nvPr/>
        </p:nvSpPr>
        <p:spPr>
          <a:xfrm>
            <a:off x="664738" y="3517549"/>
            <a:ext cx="3472914" cy="1788182"/>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kumimoji="0" lang="en-US" sz="1400" b="0" i="1"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Key Capabilities: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Auto-generated semantic models always in sync</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Default dataset in Direct Lake mode but automatically switches to Direct Query or Import mode as security or performance needs change</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Flexibility to add/remove tables to dataset</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Full web authoring experience for creating measures</a:t>
            </a:r>
          </a:p>
        </p:txBody>
      </p:sp>
      <p:pic>
        <p:nvPicPr>
          <p:cNvPr id="17" name="Picture 2" descr="A screen capture of data warehouse">
            <a:extLst>
              <a:ext uri="{FF2B5EF4-FFF2-40B4-BE49-F238E27FC236}">
                <a16:creationId xmlns:a16="http://schemas.microsoft.com/office/drawing/2014/main" id="{1D3A26FF-68B5-084C-8F8F-DF9649179AA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r="-8627"/>
          <a:stretch/>
        </p:blipFill>
        <p:spPr bwMode="auto">
          <a:xfrm>
            <a:off x="5158766" y="1663843"/>
            <a:ext cx="6237869" cy="3567391"/>
          </a:xfrm>
          <a:prstGeom prst="roundRect">
            <a:avLst>
              <a:gd name="adj" fmla="val 1914"/>
            </a:avLst>
          </a:prstGeom>
          <a:solidFill>
            <a:srgbClr val="FFFFFF"/>
          </a:solidFill>
        </p:spPr>
      </p:pic>
    </p:spTree>
    <p:extLst>
      <p:ext uri="{BB962C8B-B14F-4D97-AF65-F5344CB8AC3E}">
        <p14:creationId xmlns:p14="http://schemas.microsoft.com/office/powerpoint/2010/main" val="23144906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4A38A-D6B1-4E11-B26E-617D9D6EB6FB}"/>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5D6C5E33-BB66-6A9C-C4E0-D45C76DD38B4}"/>
              </a:ext>
              <a:ext uri="{C183D7F6-B498-43B3-948B-1728B52AA6E4}">
                <adec:decorative xmlns:adec="http://schemas.microsoft.com/office/drawing/2017/decorative" val="1"/>
              </a:ext>
            </a:extLst>
          </p:cNvPr>
          <p:cNvSpPr/>
          <p:nvPr/>
        </p:nvSpPr>
        <p:spPr>
          <a:xfrm>
            <a:off x="0" y="669700"/>
            <a:ext cx="4686300" cy="61882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Semilight"/>
              <a:ea typeface="+mn-ea"/>
              <a:cs typeface="+mn-cs"/>
            </a:endParaRPr>
          </a:p>
        </p:txBody>
      </p:sp>
      <p:sp>
        <p:nvSpPr>
          <p:cNvPr id="28" name="Title 27">
            <a:extLst>
              <a:ext uri="{FF2B5EF4-FFF2-40B4-BE49-F238E27FC236}">
                <a16:creationId xmlns:a16="http://schemas.microsoft.com/office/drawing/2014/main" id="{8F7EA597-B95B-8365-B92E-E662C053271A}"/>
              </a:ext>
            </a:extLst>
          </p:cNvPr>
          <p:cNvSpPr>
            <a:spLocks noGrp="1"/>
          </p:cNvSpPr>
          <p:nvPr>
            <p:ph type="title"/>
          </p:nvPr>
        </p:nvSpPr>
        <p:spPr/>
        <p:txBody>
          <a:bodyPr/>
          <a:lstStyle/>
          <a:p>
            <a:pPr lvl="0"/>
            <a:r>
              <a:rPr lang="en-US" noProof="0">
                <a:solidFill>
                  <a:srgbClr val="FFFDF9"/>
                </a:solidFill>
              </a:rPr>
              <a:t>Secure by default</a:t>
            </a:r>
          </a:p>
        </p:txBody>
      </p:sp>
      <p:sp>
        <p:nvSpPr>
          <p:cNvPr id="7" name="Rectangle: Rounded Corners 19">
            <a:extLst>
              <a:ext uri="{FF2B5EF4-FFF2-40B4-BE49-F238E27FC236}">
                <a16:creationId xmlns:a16="http://schemas.microsoft.com/office/drawing/2014/main" id="{C7340385-5C87-F31A-E8F4-EBFFF29B24A7}"/>
              </a:ext>
              <a:ext uri="{C183D7F6-B498-43B3-948B-1728B52AA6E4}">
                <adec:decorative xmlns:adec="http://schemas.microsoft.com/office/drawing/2017/decorative" val="1"/>
              </a:ext>
            </a:extLst>
          </p:cNvPr>
          <p:cNvSpPr/>
          <p:nvPr/>
        </p:nvSpPr>
        <p:spPr>
          <a:xfrm flipV="1">
            <a:off x="8908312" y="2552074"/>
            <a:ext cx="3047941" cy="3151092"/>
          </a:xfrm>
          <a:prstGeom prst="roundRect">
            <a:avLst>
              <a:gd name="adj" fmla="val 2645"/>
            </a:avLst>
          </a:prstGeom>
          <a:solidFill>
            <a:srgbClr val="8661C5">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Sans Text"/>
              <a:ea typeface="+mn-ea"/>
              <a:cs typeface="+mn-cs"/>
            </a:endParaRPr>
          </a:p>
        </p:txBody>
      </p:sp>
      <p:sp>
        <p:nvSpPr>
          <p:cNvPr id="8" name="Graphic 51">
            <a:extLst>
              <a:ext uri="{FF2B5EF4-FFF2-40B4-BE49-F238E27FC236}">
                <a16:creationId xmlns:a16="http://schemas.microsoft.com/office/drawing/2014/main" id="{EDF22486-21C6-D2C9-BC1D-5024970B0BDE}"/>
              </a:ext>
              <a:ext uri="{C183D7F6-B498-43B3-948B-1728B52AA6E4}">
                <adec:decorative xmlns:adec="http://schemas.microsoft.com/office/drawing/2017/decorative" val="1"/>
              </a:ext>
            </a:extLst>
          </p:cNvPr>
          <p:cNvSpPr/>
          <p:nvPr/>
        </p:nvSpPr>
        <p:spPr>
          <a:xfrm flipV="1">
            <a:off x="8674443" y="3423357"/>
            <a:ext cx="3522320" cy="3434643"/>
          </a:xfrm>
          <a:custGeom>
            <a:avLst/>
            <a:gdLst>
              <a:gd name="connsiteX0" fmla="*/ 97795 w 4533900"/>
              <a:gd name="connsiteY0" fmla="*/ 1150534 h 4410075"/>
              <a:gd name="connsiteX1" fmla="*/ 1846604 w 4533900"/>
              <a:gd name="connsiteY1" fmla="*/ 32299 h 4410075"/>
              <a:gd name="connsiteX2" fmla="*/ 4533397 w 4533900"/>
              <a:gd name="connsiteY2" fmla="*/ 524 h 4410075"/>
              <a:gd name="connsiteX3" fmla="*/ 4521015 w 4533900"/>
              <a:gd name="connsiteY3" fmla="*/ 3197314 h 4410075"/>
              <a:gd name="connsiteX4" fmla="*/ 4450187 w 4533900"/>
              <a:gd name="connsiteY4" fmla="*/ 3321663 h 4410075"/>
              <a:gd name="connsiteX5" fmla="*/ 2678451 w 4533900"/>
              <a:gd name="connsiteY5" fmla="*/ 4410599 h 4410075"/>
              <a:gd name="connsiteX6" fmla="*/ -503 w 4533900"/>
              <a:gd name="connsiteY6" fmla="*/ 4410599 h 4410075"/>
              <a:gd name="connsiteX7" fmla="*/ 43645 w 4533900"/>
              <a:gd name="connsiteY7" fmla="*/ 1254890 h 4410075"/>
              <a:gd name="connsiteX8" fmla="*/ 97795 w 4533900"/>
              <a:gd name="connsiteY8" fmla="*/ 1150534 h 4410075"/>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33900"/>
              <a:gd name="connsiteY0" fmla="*/ 1156335 h 4416400"/>
              <a:gd name="connsiteX1" fmla="*/ 1875682 w 4533900"/>
              <a:gd name="connsiteY1" fmla="*/ 0 h 4416400"/>
              <a:gd name="connsiteX2" fmla="*/ 4533900 w 4533900"/>
              <a:gd name="connsiteY2" fmla="*/ 6325 h 4416400"/>
              <a:gd name="connsiteX3" fmla="*/ 4521518 w 4533900"/>
              <a:gd name="connsiteY3" fmla="*/ 3203115 h 4416400"/>
              <a:gd name="connsiteX4" fmla="*/ 4450690 w 4533900"/>
              <a:gd name="connsiteY4" fmla="*/ 3327464 h 4416400"/>
              <a:gd name="connsiteX5" fmla="*/ 2678954 w 4533900"/>
              <a:gd name="connsiteY5" fmla="*/ 4416400 h 4416400"/>
              <a:gd name="connsiteX6" fmla="*/ 0 w 4533900"/>
              <a:gd name="connsiteY6" fmla="*/ 4416400 h 4416400"/>
              <a:gd name="connsiteX7" fmla="*/ 44148 w 4533900"/>
              <a:gd name="connsiteY7" fmla="*/ 1260691 h 4416400"/>
              <a:gd name="connsiteX8" fmla="*/ 98298 w 4533900"/>
              <a:gd name="connsiteY8" fmla="*/ 1156335 h 4416400"/>
              <a:gd name="connsiteX0" fmla="*/ 98298 w 4521988"/>
              <a:gd name="connsiteY0" fmla="*/ 1156335 h 4416400"/>
              <a:gd name="connsiteX1" fmla="*/ 1875682 w 4521988"/>
              <a:gd name="connsiteY1" fmla="*/ 0 h 4416400"/>
              <a:gd name="connsiteX2" fmla="*/ 4505325 w 4521988"/>
              <a:gd name="connsiteY2" fmla="*/ 1563 h 4416400"/>
              <a:gd name="connsiteX3" fmla="*/ 4521518 w 4521988"/>
              <a:gd name="connsiteY3" fmla="*/ 3203115 h 4416400"/>
              <a:gd name="connsiteX4" fmla="*/ 4450690 w 4521988"/>
              <a:gd name="connsiteY4" fmla="*/ 3327464 h 4416400"/>
              <a:gd name="connsiteX5" fmla="*/ 2678954 w 4521988"/>
              <a:gd name="connsiteY5" fmla="*/ 4416400 h 4416400"/>
              <a:gd name="connsiteX6" fmla="*/ 0 w 4521988"/>
              <a:gd name="connsiteY6" fmla="*/ 4416400 h 4416400"/>
              <a:gd name="connsiteX7" fmla="*/ 44148 w 4521988"/>
              <a:gd name="connsiteY7" fmla="*/ 1260691 h 4416400"/>
              <a:gd name="connsiteX8" fmla="*/ 98298 w 4521988"/>
              <a:gd name="connsiteY8" fmla="*/ 1156335 h 4416400"/>
              <a:gd name="connsiteX0" fmla="*/ 98298 w 4529138"/>
              <a:gd name="connsiteY0" fmla="*/ 1156335 h 4416400"/>
              <a:gd name="connsiteX1" fmla="*/ 1875682 w 4529138"/>
              <a:gd name="connsiteY1" fmla="*/ 0 h 4416400"/>
              <a:gd name="connsiteX2" fmla="*/ 4529138 w 4529138"/>
              <a:gd name="connsiteY2" fmla="*/ 1563 h 4416400"/>
              <a:gd name="connsiteX3" fmla="*/ 4521518 w 4529138"/>
              <a:gd name="connsiteY3" fmla="*/ 3203115 h 4416400"/>
              <a:gd name="connsiteX4" fmla="*/ 4450690 w 4529138"/>
              <a:gd name="connsiteY4" fmla="*/ 3327464 h 4416400"/>
              <a:gd name="connsiteX5" fmla="*/ 2678954 w 4529138"/>
              <a:gd name="connsiteY5" fmla="*/ 4416400 h 4416400"/>
              <a:gd name="connsiteX6" fmla="*/ 0 w 4529138"/>
              <a:gd name="connsiteY6" fmla="*/ 4416400 h 4416400"/>
              <a:gd name="connsiteX7" fmla="*/ 44148 w 4529138"/>
              <a:gd name="connsiteY7" fmla="*/ 1260691 h 4416400"/>
              <a:gd name="connsiteX8" fmla="*/ 98298 w 4529138"/>
              <a:gd name="connsiteY8" fmla="*/ 1156335 h 44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29138" h="4416400">
                <a:moveTo>
                  <a:pt x="98298" y="1156335"/>
                </a:moveTo>
                <a:cubicBezTo>
                  <a:pt x="354702" y="977342"/>
                  <a:pt x="1355712" y="285350"/>
                  <a:pt x="1875682" y="0"/>
                </a:cubicBezTo>
                <a:lnTo>
                  <a:pt x="4529138" y="1563"/>
                </a:lnTo>
                <a:cubicBezTo>
                  <a:pt x="4525014" y="1067153"/>
                  <a:pt x="4525642" y="2137525"/>
                  <a:pt x="4521518" y="3203115"/>
                </a:cubicBezTo>
                <a:cubicBezTo>
                  <a:pt x="4521346" y="3248502"/>
                  <a:pt x="4488161" y="3301875"/>
                  <a:pt x="4450690" y="3327464"/>
                </a:cubicBezTo>
                <a:cubicBezTo>
                  <a:pt x="3987514" y="3643773"/>
                  <a:pt x="3282267" y="4088675"/>
                  <a:pt x="2678954" y="4416400"/>
                </a:cubicBezTo>
                <a:lnTo>
                  <a:pt x="0" y="4416400"/>
                </a:lnTo>
                <a:cubicBezTo>
                  <a:pt x="4143" y="3379309"/>
                  <a:pt x="38729" y="2299564"/>
                  <a:pt x="44148" y="1260691"/>
                </a:cubicBezTo>
                <a:cubicBezTo>
                  <a:pt x="44339" y="1224201"/>
                  <a:pt x="68380" y="1177224"/>
                  <a:pt x="98298" y="1156335"/>
                </a:cubicBezTo>
                <a:close/>
              </a:path>
            </a:pathLst>
          </a:custGeom>
          <a:solidFill>
            <a:srgbClr val="49C5B1">
              <a:lumMod val="60000"/>
              <a:lumOff val="4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225B61"/>
              </a:solidFill>
              <a:effectLst/>
              <a:uLnTx/>
              <a:uFillTx/>
              <a:latin typeface="Segoe Sans Text"/>
              <a:ea typeface="+mn-ea"/>
              <a:cs typeface="+mn-cs"/>
            </a:endParaRPr>
          </a:p>
        </p:txBody>
      </p:sp>
      <p:sp>
        <p:nvSpPr>
          <p:cNvPr id="13" name="Rectangle: Rounded Corners 8">
            <a:extLst>
              <a:ext uri="{FF2B5EF4-FFF2-40B4-BE49-F238E27FC236}">
                <a16:creationId xmlns:a16="http://schemas.microsoft.com/office/drawing/2014/main" id="{762B11E8-AA95-CFB8-E67C-9566936FBA03}"/>
              </a:ext>
              <a:ext uri="{C183D7F6-B498-43B3-948B-1728B52AA6E4}">
                <adec:decorative xmlns:adec="http://schemas.microsoft.com/office/drawing/2017/decorative" val="1"/>
              </a:ext>
            </a:extLst>
          </p:cNvPr>
          <p:cNvSpPr>
            <a:spLocks/>
          </p:cNvSpPr>
          <p:nvPr/>
        </p:nvSpPr>
        <p:spPr>
          <a:xfrm>
            <a:off x="4930636" y="1435713"/>
            <a:ext cx="6694130" cy="4023651"/>
          </a:xfrm>
          <a:prstGeom prst="roundRect">
            <a:avLst>
              <a:gd name="adj" fmla="val 5180"/>
            </a:avLst>
          </a:prstGeom>
          <a:solidFill>
            <a:srgbClr val="F9F9F9">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Pct val="90000"/>
              <a:buFontTx/>
              <a:buNone/>
              <a:tabLst/>
              <a:defRPr/>
            </a:pPr>
            <a:endParaRPr kumimoji="0" lang="en-IN" sz="1200" b="0" i="0" u="none" strike="noStrike" kern="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pic>
        <p:nvPicPr>
          <p:cNvPr id="20" name="Picture 19" descr="Data warehouse logo">
            <a:extLst>
              <a:ext uri="{FF2B5EF4-FFF2-40B4-BE49-F238E27FC236}">
                <a16:creationId xmlns:a16="http://schemas.microsoft.com/office/drawing/2014/main" id="{CAD97B72-05C3-46F8-2C61-EBD2BF820625}"/>
              </a:ext>
            </a:extLst>
          </p:cNvPr>
          <p:cNvPicPr>
            <a:picLocks noChangeAspect="1"/>
          </p:cNvPicPr>
          <p:nvPr/>
        </p:nvPicPr>
        <p:blipFill>
          <a:blip r:embed="rId3"/>
          <a:stretch/>
        </p:blipFill>
        <p:spPr>
          <a:xfrm>
            <a:off x="11617785" y="131716"/>
            <a:ext cx="410912" cy="411714"/>
          </a:xfrm>
          <a:prstGeom prst="rect">
            <a:avLst/>
          </a:prstGeom>
          <a:noFill/>
        </p:spPr>
      </p:pic>
      <p:sp>
        <p:nvSpPr>
          <p:cNvPr id="19" name="TextBox 18">
            <a:extLst>
              <a:ext uri="{FF2B5EF4-FFF2-40B4-BE49-F238E27FC236}">
                <a16:creationId xmlns:a16="http://schemas.microsoft.com/office/drawing/2014/main" id="{8952260F-F0E0-475F-7D53-B77379FE094F}"/>
              </a:ext>
            </a:extLst>
          </p:cNvPr>
          <p:cNvSpPr txBox="1"/>
          <p:nvPr/>
        </p:nvSpPr>
        <p:spPr>
          <a:xfrm>
            <a:off x="387842" y="1663843"/>
            <a:ext cx="3546475" cy="1231106"/>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Keep data secure for any role accessing it and ensure peace of mind</a:t>
            </a:r>
          </a:p>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Customers can secure their data using familiar constructs and ensure data is only visible to those authorized to do so</a:t>
            </a:r>
          </a:p>
        </p:txBody>
      </p:sp>
      <p:cxnSp>
        <p:nvCxnSpPr>
          <p:cNvPr id="14" name="Straight Connector 13">
            <a:extLst>
              <a:ext uri="{FF2B5EF4-FFF2-40B4-BE49-F238E27FC236}">
                <a16:creationId xmlns:a16="http://schemas.microsoft.com/office/drawing/2014/main" id="{85F166FF-9F56-EFEC-F505-48FD2A5AE576}"/>
              </a:ext>
              <a:ext uri="{C183D7F6-B498-43B3-948B-1728B52AA6E4}">
                <adec:decorative xmlns:adec="http://schemas.microsoft.com/office/drawing/2017/decorative" val="1"/>
              </a:ext>
            </a:extLst>
          </p:cNvPr>
          <p:cNvCxnSpPr>
            <a:cxnSpLocks/>
          </p:cNvCxnSpPr>
          <p:nvPr/>
        </p:nvCxnSpPr>
        <p:spPr>
          <a:xfrm>
            <a:off x="387842" y="3078639"/>
            <a:ext cx="3546475" cy="0"/>
          </a:xfrm>
          <a:prstGeom prst="line">
            <a:avLst/>
          </a:prstGeom>
          <a:noFill/>
          <a:ln w="12700" cap="flat" cmpd="sng" algn="ctr">
            <a:solidFill>
              <a:srgbClr val="FFFEF9"/>
            </a:solidFill>
            <a:prstDash val="solid"/>
            <a:miter lim="800000"/>
          </a:ln>
          <a:effectLst/>
        </p:spPr>
      </p:cxnSp>
      <p:sp>
        <p:nvSpPr>
          <p:cNvPr id="18" name="TextBox 17">
            <a:extLst>
              <a:ext uri="{FF2B5EF4-FFF2-40B4-BE49-F238E27FC236}">
                <a16:creationId xmlns:a16="http://schemas.microsoft.com/office/drawing/2014/main" id="{8CC7D211-D6B4-A670-173E-A0DD37739516}"/>
              </a:ext>
            </a:extLst>
          </p:cNvPr>
          <p:cNvSpPr txBox="1"/>
          <p:nvPr/>
        </p:nvSpPr>
        <p:spPr>
          <a:xfrm>
            <a:off x="387842" y="3264225"/>
            <a:ext cx="4018124" cy="3157788"/>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5000"/>
              </a:lnSpc>
              <a:spcBef>
                <a:spcPts val="0"/>
              </a:spcBef>
              <a:spcAft>
                <a:spcPts val="300"/>
              </a:spcAft>
              <a:buClrTx/>
              <a:buSzTx/>
              <a:buFontTx/>
              <a:buNone/>
              <a:tabLst/>
              <a:defRPr/>
            </a:pPr>
            <a:r>
              <a:rPr kumimoji="0" lang="en-US" sz="1400" b="0" i="1"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Key Capabilities: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Workspace roles: </a:t>
            </a: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Workspace roles are used for collaboration with team. Add users to workspace with role assignment of Admin, Member, Contributor, Viewer</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Artifact permissions: </a:t>
            </a: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Artifact permissions are used for sharing for consumption of Warehouses. Provide access and share individual Warehouses with specific permissions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Data security: </a:t>
            </a: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Use T-SQL, GRANT, REVOKE or DENY to secure any object within Warehouse. Users can be assigned to built-in custom roles.</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Sensitivity labels: </a:t>
            </a: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Apply sensitivity labels on your Warehouse to classify sensitive data.</a:t>
            </a:r>
          </a:p>
          <a:p>
            <a:pPr marL="285750" marR="0" lvl="0" indent="-1841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Granular security: </a:t>
            </a:r>
            <a:r>
              <a:rPr kumimoji="0" lang="en-US" sz="1200" b="0" i="0" u="none" strike="noStrike" kern="1200" cap="none" spc="0" normalizeH="0" baseline="0" noProof="0">
                <a:ln>
                  <a:noFill/>
                </a:ln>
                <a:solidFill>
                  <a:srgbClr val="FFFFFF"/>
                </a:solidFill>
                <a:effectLst/>
                <a:uLnTx/>
                <a:uFillTx/>
                <a:latin typeface="Segoe Sans Text Semilight"/>
                <a:ea typeface="+mn-ea"/>
                <a:cs typeface="Segoe Sans Text" pitchFamily="2" charset="0"/>
              </a:rPr>
              <a:t>Implement row or column security or Dynamic Data Masking for granular data access control</a:t>
            </a:r>
          </a:p>
        </p:txBody>
      </p:sp>
      <p:pic>
        <p:nvPicPr>
          <p:cNvPr id="17" name="Picture 16" descr="A screen capture of a Onelake data hub platform. The screen is showing existing files under the 'See what already exists' header">
            <a:extLst>
              <a:ext uri="{FF2B5EF4-FFF2-40B4-BE49-F238E27FC236}">
                <a16:creationId xmlns:a16="http://schemas.microsoft.com/office/drawing/2014/main" id="{1E2C3090-EB66-176E-F8F2-7781C9DDFE8F}"/>
              </a:ext>
            </a:extLst>
          </p:cNvPr>
          <p:cNvPicPr>
            <a:picLocks noChangeAspect="1"/>
          </p:cNvPicPr>
          <p:nvPr/>
        </p:nvPicPr>
        <p:blipFill rotWithShape="1">
          <a:blip r:embed="rId4"/>
          <a:srcRect l="-1" t="-1" r="4" b="-1666"/>
          <a:stretch/>
        </p:blipFill>
        <p:spPr>
          <a:xfrm>
            <a:off x="5158767" y="1663843"/>
            <a:ext cx="6237870" cy="3567391"/>
          </a:xfrm>
          <a:prstGeom prst="roundRect">
            <a:avLst>
              <a:gd name="adj" fmla="val 1914"/>
            </a:avLst>
          </a:prstGeom>
          <a:solidFill>
            <a:srgbClr val="FAF9F7"/>
          </a:solidFill>
        </p:spPr>
      </p:pic>
    </p:spTree>
    <p:extLst>
      <p:ext uri="{BB962C8B-B14F-4D97-AF65-F5344CB8AC3E}">
        <p14:creationId xmlns:p14="http://schemas.microsoft.com/office/powerpoint/2010/main" val="959018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Title 497">
            <a:extLst>
              <a:ext uri="{FF2B5EF4-FFF2-40B4-BE49-F238E27FC236}">
                <a16:creationId xmlns:a16="http://schemas.microsoft.com/office/drawing/2014/main" id="{93912E25-5E7F-1078-00C3-980120181FA6}"/>
              </a:ext>
            </a:extLst>
          </p:cNvPr>
          <p:cNvSpPr>
            <a:spLocks noGrp="1"/>
          </p:cNvSpPr>
          <p:nvPr>
            <p:ph type="title"/>
          </p:nvPr>
        </p:nvSpPr>
        <p:spPr/>
        <p:txBody>
          <a:bodyPr/>
          <a:lstStyle/>
          <a:p>
            <a:r>
              <a:rPr lang="en-CA" noProof="0"/>
              <a:t>Mirroring in Microsoft Fabric</a:t>
            </a:r>
            <a:endParaRPr lang="en-US"/>
          </a:p>
        </p:txBody>
      </p:sp>
      <p:sp>
        <p:nvSpPr>
          <p:cNvPr id="495" name="Text Placeholder 2">
            <a:extLst>
              <a:ext uri="{FF2B5EF4-FFF2-40B4-BE49-F238E27FC236}">
                <a16:creationId xmlns:a16="http://schemas.microsoft.com/office/drawing/2014/main" id="{CFEF6C55-6B82-9EBC-ADB7-5114F49C1224}"/>
              </a:ext>
            </a:extLst>
          </p:cNvPr>
          <p:cNvSpPr txBox="1">
            <a:spLocks/>
          </p:cNvSpPr>
          <p:nvPr/>
        </p:nvSpPr>
        <p:spPr>
          <a:xfrm>
            <a:off x="677537" y="1377830"/>
            <a:ext cx="11022583" cy="276999"/>
          </a:xfrm>
          <a:prstGeom prst="rect">
            <a:avLst/>
          </a:prstGeom>
        </p:spPr>
        <p:txBody>
          <a:bodyPr lIns="0" tIns="0" rIns="0" bIns="0">
            <a:spAutoFit/>
          </a:bodyPr>
          <a:lstStyle>
            <a:defPPr>
              <a:defRPr lang="en-US"/>
            </a:defPPr>
            <a:lvl1pPr marR="0" lvl="0" indent="0" defTabSz="932742" fontAlgn="auto">
              <a:lnSpc>
                <a:spcPct val="100000"/>
              </a:lnSpc>
              <a:spcBef>
                <a:spcPts val="0"/>
              </a:spcBef>
              <a:spcAft>
                <a:spcPts val="0"/>
              </a:spcAft>
              <a:buClrTx/>
              <a:buSzPct val="90000"/>
              <a:buFont typeface="Wingdings" panose="05000000000000000000" pitchFamily="2" charset="2"/>
              <a:buNone/>
              <a:tabLst/>
              <a:defRPr spc="0" baseline="0">
                <a:solidFill>
                  <a:schemeClr val="bg1"/>
                </a:solidFill>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Sans Text Semilight"/>
                <a:ea typeface="+mn-ea"/>
                <a:cs typeface="+mn-cs"/>
              </a:rPr>
              <a:t>Simplify near real-time intelligence</a:t>
            </a:r>
          </a:p>
        </p:txBody>
      </p:sp>
      <p:grpSp>
        <p:nvGrpSpPr>
          <p:cNvPr id="455" name="Group 454">
            <a:extLst>
              <a:ext uri="{FF2B5EF4-FFF2-40B4-BE49-F238E27FC236}">
                <a16:creationId xmlns:a16="http://schemas.microsoft.com/office/drawing/2014/main" id="{9C85A499-E443-3C9C-28FA-312AF8A98E35}"/>
              </a:ext>
              <a:ext uri="{C183D7F6-B498-43B3-948B-1728B52AA6E4}">
                <adec:decorative xmlns:adec="http://schemas.microsoft.com/office/drawing/2017/decorative" val="1"/>
              </a:ext>
            </a:extLst>
          </p:cNvPr>
          <p:cNvGrpSpPr/>
          <p:nvPr/>
        </p:nvGrpSpPr>
        <p:grpSpPr>
          <a:xfrm>
            <a:off x="584199" y="1722792"/>
            <a:ext cx="4430745" cy="4582572"/>
            <a:chOff x="586448" y="1710073"/>
            <a:chExt cx="4430745" cy="4582572"/>
          </a:xfrm>
        </p:grpSpPr>
        <p:grpSp>
          <p:nvGrpSpPr>
            <p:cNvPr id="452" name="Group 451">
              <a:extLst>
                <a:ext uri="{FF2B5EF4-FFF2-40B4-BE49-F238E27FC236}">
                  <a16:creationId xmlns:a16="http://schemas.microsoft.com/office/drawing/2014/main" id="{1398845F-0FF3-97C9-16D1-4605721BFBB9}"/>
                </a:ext>
              </a:extLst>
            </p:cNvPr>
            <p:cNvGrpSpPr/>
            <p:nvPr/>
          </p:nvGrpSpPr>
          <p:grpSpPr>
            <a:xfrm>
              <a:off x="586448" y="1710073"/>
              <a:ext cx="4430745" cy="4582572"/>
              <a:chOff x="7516760" y="2015211"/>
              <a:chExt cx="4101936" cy="4122080"/>
            </a:xfrm>
          </p:grpSpPr>
          <p:sp>
            <p:nvSpPr>
              <p:cNvPr id="453" name="Rounded Rectangle 205">
                <a:extLst>
                  <a:ext uri="{FF2B5EF4-FFF2-40B4-BE49-F238E27FC236}">
                    <a16:creationId xmlns:a16="http://schemas.microsoft.com/office/drawing/2014/main" id="{F24B6F5E-E1DE-78AB-68F0-754632A77F3D}"/>
                  </a:ext>
                  <a:ext uri="{C183D7F6-B498-43B3-948B-1728B52AA6E4}">
                    <adec:decorative xmlns:adec="http://schemas.microsoft.com/office/drawing/2017/decorative" val="1"/>
                  </a:ext>
                </a:extLst>
              </p:cNvPr>
              <p:cNvSpPr/>
              <p:nvPr/>
            </p:nvSpPr>
            <p:spPr bwMode="auto">
              <a:xfrm>
                <a:off x="7516760" y="2015211"/>
                <a:ext cx="4101936" cy="4122080"/>
              </a:xfrm>
              <a:prstGeom prst="roundRect">
                <a:avLst>
                  <a:gd name="adj" fmla="val 4025"/>
                </a:avLst>
              </a:prstGeom>
              <a:solidFill>
                <a:srgbClr val="FFFFFF">
                  <a:alpha val="70000"/>
                </a:srgbClr>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err="1">
                  <a:ln>
                    <a:noFill/>
                  </a:ln>
                  <a:solidFill>
                    <a:srgbClr val="225B61"/>
                  </a:solidFill>
                  <a:effectLst/>
                  <a:uLnTx/>
                  <a:uFillTx/>
                  <a:latin typeface="Segoe Sans Display Semibold" pitchFamily="2" charset="0"/>
                  <a:ea typeface="+mn-ea"/>
                  <a:cs typeface="Segoe Sans Display Semibold" pitchFamily="2" charset="0"/>
                </a:endParaRPr>
              </a:p>
            </p:txBody>
          </p:sp>
          <p:sp>
            <p:nvSpPr>
              <p:cNvPr id="454" name="Rounded Rectangle 205">
                <a:extLst>
                  <a:ext uri="{FF2B5EF4-FFF2-40B4-BE49-F238E27FC236}">
                    <a16:creationId xmlns:a16="http://schemas.microsoft.com/office/drawing/2014/main" id="{B03EECF3-7491-F46E-C57F-8CF029DC7337}"/>
                  </a:ext>
                  <a:ext uri="{C183D7F6-B498-43B3-948B-1728B52AA6E4}">
                    <adec:decorative xmlns:adec="http://schemas.microsoft.com/office/drawing/2017/decorative" val="1"/>
                  </a:ext>
                </a:extLst>
              </p:cNvPr>
              <p:cNvSpPr/>
              <p:nvPr/>
            </p:nvSpPr>
            <p:spPr bwMode="auto">
              <a:xfrm>
                <a:off x="7640401" y="2139501"/>
                <a:ext cx="3854654" cy="3873501"/>
              </a:xfrm>
              <a:prstGeom prst="roundRect">
                <a:avLst>
                  <a:gd name="adj" fmla="val 2108"/>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ct val="20000"/>
                  </a:spcBef>
                  <a:spcAft>
                    <a:spcPts val="0"/>
                  </a:spcAft>
                  <a:buClrTx/>
                  <a:buSzPct val="90000"/>
                  <a:buFontTx/>
                  <a:buNone/>
                  <a:tabLst/>
                  <a:defRPr/>
                </a:pPr>
                <a:endParaRPr kumimoji="0" lang="en-US" sz="1200" b="0" i="0" u="none" strike="noStrike" kern="1200" cap="none" spc="0" normalizeH="0" baseline="0" noProof="0" err="1">
                  <a:ln>
                    <a:noFill/>
                  </a:ln>
                  <a:gradFill>
                    <a:gsLst>
                      <a:gs pos="2874">
                        <a:srgbClr val="FFFFFF"/>
                      </a:gs>
                      <a:gs pos="17978">
                        <a:srgbClr val="FFFFFF"/>
                      </a:gs>
                    </a:gsLst>
                    <a:lin ang="2700000" scaled="0"/>
                  </a:gradFill>
                  <a:effectLst/>
                  <a:uLnTx/>
                  <a:uFillTx/>
                  <a:latin typeface="Segoe UI"/>
                  <a:ea typeface="+mn-ea"/>
                  <a:cs typeface="+mn-cs"/>
                </a:endParaRPr>
              </a:p>
            </p:txBody>
          </p:sp>
        </p:grpSp>
        <p:cxnSp>
          <p:nvCxnSpPr>
            <p:cNvPr id="18" name="Straight Connector 17">
              <a:extLst>
                <a:ext uri="{FF2B5EF4-FFF2-40B4-BE49-F238E27FC236}">
                  <a16:creationId xmlns:a16="http://schemas.microsoft.com/office/drawing/2014/main" id="{607A43F3-6A54-C466-C42A-8383A8B881AB}"/>
                </a:ext>
                <a:ext uri="{C183D7F6-B498-43B3-948B-1728B52AA6E4}">
                  <adec:decorative xmlns:adec="http://schemas.microsoft.com/office/drawing/2017/decorative" val="1"/>
                </a:ext>
              </a:extLst>
            </p:cNvPr>
            <p:cNvCxnSpPr>
              <a:cxnSpLocks/>
            </p:cNvCxnSpPr>
            <p:nvPr/>
          </p:nvCxnSpPr>
          <p:spPr>
            <a:xfrm>
              <a:off x="874698" y="2751364"/>
              <a:ext cx="3854245" cy="0"/>
            </a:xfrm>
            <a:prstGeom prst="line">
              <a:avLst/>
            </a:prstGeom>
            <a:ln>
              <a:solidFill>
                <a:srgbClr val="DCDCDC"/>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EC2EA11-12A8-3E9B-2133-CAC19B394953}"/>
                </a:ext>
                <a:ext uri="{C183D7F6-B498-43B3-948B-1728B52AA6E4}">
                  <adec:decorative xmlns:adec="http://schemas.microsoft.com/office/drawing/2017/decorative" val="1"/>
                </a:ext>
              </a:extLst>
            </p:cNvPr>
            <p:cNvCxnSpPr>
              <a:cxnSpLocks/>
            </p:cNvCxnSpPr>
            <p:nvPr/>
          </p:nvCxnSpPr>
          <p:spPr>
            <a:xfrm>
              <a:off x="874698" y="3435783"/>
              <a:ext cx="3854245" cy="0"/>
            </a:xfrm>
            <a:prstGeom prst="line">
              <a:avLst/>
            </a:prstGeom>
            <a:ln>
              <a:solidFill>
                <a:srgbClr val="DCDCDC"/>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AB9EDF9-4194-F7F2-12DD-17564AE6FE0C}"/>
                </a:ext>
                <a:ext uri="{C183D7F6-B498-43B3-948B-1728B52AA6E4}">
                  <adec:decorative xmlns:adec="http://schemas.microsoft.com/office/drawing/2017/decorative" val="1"/>
                </a:ext>
              </a:extLst>
            </p:cNvPr>
            <p:cNvCxnSpPr>
              <a:cxnSpLocks/>
            </p:cNvCxnSpPr>
            <p:nvPr/>
          </p:nvCxnSpPr>
          <p:spPr>
            <a:xfrm>
              <a:off x="874698" y="4804621"/>
              <a:ext cx="3854245" cy="0"/>
            </a:xfrm>
            <a:prstGeom prst="line">
              <a:avLst/>
            </a:prstGeom>
            <a:ln>
              <a:solidFill>
                <a:srgbClr val="DCDCDC"/>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D6EE311-6FFD-6F95-C381-CB51B5452789}"/>
                </a:ext>
                <a:ext uri="{C183D7F6-B498-43B3-948B-1728B52AA6E4}">
                  <adec:decorative xmlns:adec="http://schemas.microsoft.com/office/drawing/2017/decorative" val="1"/>
                </a:ext>
              </a:extLst>
            </p:cNvPr>
            <p:cNvCxnSpPr>
              <a:cxnSpLocks/>
            </p:cNvCxnSpPr>
            <p:nvPr/>
          </p:nvCxnSpPr>
          <p:spPr>
            <a:xfrm>
              <a:off x="874698" y="5489040"/>
              <a:ext cx="3854245" cy="0"/>
            </a:xfrm>
            <a:prstGeom prst="line">
              <a:avLst/>
            </a:prstGeom>
            <a:ln>
              <a:solidFill>
                <a:srgbClr val="DCDCDC"/>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10DEF53-8383-1C4A-E37B-CE5AA2F511B7}"/>
                </a:ext>
                <a:ext uri="{C183D7F6-B498-43B3-948B-1728B52AA6E4}">
                  <adec:decorative xmlns:adec="http://schemas.microsoft.com/office/drawing/2017/decorative" val="1"/>
                </a:ext>
              </a:extLst>
            </p:cNvPr>
            <p:cNvCxnSpPr>
              <a:cxnSpLocks/>
            </p:cNvCxnSpPr>
            <p:nvPr/>
          </p:nvCxnSpPr>
          <p:spPr>
            <a:xfrm>
              <a:off x="874698" y="4120202"/>
              <a:ext cx="3854245" cy="0"/>
            </a:xfrm>
            <a:prstGeom prst="line">
              <a:avLst/>
            </a:prstGeom>
            <a:ln>
              <a:solidFill>
                <a:srgbClr val="DCDCDC"/>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4F2871F7-4A4F-B0DD-5826-C587747BE6A7}"/>
              </a:ext>
            </a:extLst>
          </p:cNvPr>
          <p:cNvSpPr txBox="1"/>
          <p:nvPr/>
        </p:nvSpPr>
        <p:spPr>
          <a:xfrm>
            <a:off x="874698" y="1978267"/>
            <a:ext cx="3756295" cy="646331"/>
          </a:xfrm>
          <a:prstGeom prst="rect">
            <a:avLst/>
          </a:prstGeom>
          <a:noFill/>
        </p:spPr>
        <p:txBody>
          <a:bodyPr wrap="square" lIns="0" tIns="0" rIns="0" bIns="0">
            <a:spAutoFit/>
          </a:bodyPr>
          <a:lstStyle>
            <a:defPPr>
              <a:defRPr lang="en-US"/>
            </a:defPPr>
            <a:lvl1pPr>
              <a:spcBef>
                <a:spcPts val="1600"/>
              </a:spcBef>
              <a:defRPr sz="1200">
                <a:solidFill>
                  <a:schemeClr val="bg1"/>
                </a:solidFill>
              </a:defRPr>
            </a:lvl1pPr>
          </a:lstStyle>
          <a:p>
            <a:pPr marL="0" marR="0" lvl="0" indent="0" algn="l" defTabSz="914400" rtl="0" eaLnBrk="1" fontAlgn="auto" latinLnBrk="0" hangingPunct="1">
              <a:lnSpc>
                <a:spcPct val="100000"/>
              </a:lnSpc>
              <a:spcBef>
                <a:spcPts val="1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light"/>
                <a:ea typeface="+mn-ea"/>
                <a:cs typeface="+mn-cs"/>
              </a:rPr>
              <a:t>Fabric Mirroring enables adding existing databases and data warehouses to Fabric without any ETL.</a:t>
            </a:r>
          </a:p>
        </p:txBody>
      </p:sp>
      <p:sp>
        <p:nvSpPr>
          <p:cNvPr id="13" name="TextBox 12">
            <a:extLst>
              <a:ext uri="{FF2B5EF4-FFF2-40B4-BE49-F238E27FC236}">
                <a16:creationId xmlns:a16="http://schemas.microsoft.com/office/drawing/2014/main" id="{5A0149D2-CF8D-D71D-7733-C53854DF829A}"/>
              </a:ext>
            </a:extLst>
          </p:cNvPr>
          <p:cNvSpPr txBox="1"/>
          <p:nvPr/>
        </p:nvSpPr>
        <p:spPr>
          <a:xfrm>
            <a:off x="874698" y="2878130"/>
            <a:ext cx="3756295" cy="430887"/>
          </a:xfrm>
          <a:prstGeom prst="rect">
            <a:avLst/>
          </a:prstGeom>
          <a:noFill/>
        </p:spPr>
        <p:txBody>
          <a:bodyPr wrap="square" lIns="0" tIns="0" rIns="0" bIns="0">
            <a:spAutoFit/>
          </a:bodyPr>
          <a:lstStyle>
            <a:defPPr>
              <a:defRPr lang="en-US"/>
            </a:defPPr>
            <a:lvl1pPr>
              <a:spcBef>
                <a:spcPts val="1600"/>
              </a:spcBef>
              <a:defRPr sz="1200">
                <a:solidFill>
                  <a:schemeClr val="bg1"/>
                </a:solidFill>
              </a:defRPr>
            </a:lvl1pPr>
          </a:lstStyle>
          <a:p>
            <a:pPr marL="0" marR="0" lvl="0" indent="0" algn="l" defTabSz="914400" rtl="0" eaLnBrk="1" fontAlgn="auto" latinLnBrk="0" hangingPunct="1">
              <a:lnSpc>
                <a:spcPct val="100000"/>
              </a:lnSpc>
              <a:spcBef>
                <a:spcPts val="1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light"/>
                <a:ea typeface="+mn-ea"/>
                <a:cs typeface="+mn-cs"/>
              </a:rPr>
              <a:t>A full editing experience of the source database is available for the Mirrored database.</a:t>
            </a:r>
          </a:p>
        </p:txBody>
      </p:sp>
      <p:sp>
        <p:nvSpPr>
          <p:cNvPr id="14" name="TextBox 13">
            <a:extLst>
              <a:ext uri="{FF2B5EF4-FFF2-40B4-BE49-F238E27FC236}">
                <a16:creationId xmlns:a16="http://schemas.microsoft.com/office/drawing/2014/main" id="{CC49403D-F014-84BF-6A58-A158D1F94463}"/>
              </a:ext>
            </a:extLst>
          </p:cNvPr>
          <p:cNvSpPr txBox="1"/>
          <p:nvPr/>
        </p:nvSpPr>
        <p:spPr>
          <a:xfrm>
            <a:off x="874698" y="3562549"/>
            <a:ext cx="3756295" cy="430887"/>
          </a:xfrm>
          <a:prstGeom prst="rect">
            <a:avLst/>
          </a:prstGeom>
          <a:noFill/>
        </p:spPr>
        <p:txBody>
          <a:bodyPr wrap="square" lIns="0" tIns="0" rIns="0" bIns="0">
            <a:spAutoFit/>
          </a:bodyPr>
          <a:lstStyle>
            <a:defPPr>
              <a:defRPr lang="en-US"/>
            </a:defPPr>
            <a:lvl1pPr>
              <a:spcBef>
                <a:spcPts val="1600"/>
              </a:spcBef>
              <a:defRPr sz="1200">
                <a:solidFill>
                  <a:schemeClr val="bg1"/>
                </a:solidFill>
              </a:defRPr>
            </a:lvl1pPr>
          </a:lstStyle>
          <a:p>
            <a:pPr marL="0" marR="0" lvl="0" indent="0" algn="l" defTabSz="914400" rtl="0" eaLnBrk="1" fontAlgn="auto" latinLnBrk="0" hangingPunct="1">
              <a:lnSpc>
                <a:spcPct val="100000"/>
              </a:lnSpc>
              <a:spcBef>
                <a:spcPts val="1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light"/>
                <a:ea typeface="+mn-ea"/>
                <a:cs typeface="+mn-cs"/>
              </a:rPr>
              <a:t>Data is replicated into OneLake in Delta format and kept up-to-date in near-real-time.</a:t>
            </a:r>
          </a:p>
        </p:txBody>
      </p:sp>
      <p:sp>
        <p:nvSpPr>
          <p:cNvPr id="15" name="TextBox 14">
            <a:extLst>
              <a:ext uri="{FF2B5EF4-FFF2-40B4-BE49-F238E27FC236}">
                <a16:creationId xmlns:a16="http://schemas.microsoft.com/office/drawing/2014/main" id="{87A1E003-5E26-AC90-2678-E9FE1AA6BFF8}"/>
              </a:ext>
            </a:extLst>
          </p:cNvPr>
          <p:cNvSpPr txBox="1"/>
          <p:nvPr/>
        </p:nvSpPr>
        <p:spPr>
          <a:xfrm>
            <a:off x="874698" y="4246968"/>
            <a:ext cx="3756295" cy="430887"/>
          </a:xfrm>
          <a:prstGeom prst="rect">
            <a:avLst/>
          </a:prstGeom>
          <a:noFill/>
        </p:spPr>
        <p:txBody>
          <a:bodyPr wrap="square" lIns="0" tIns="0" rIns="0" bIns="0">
            <a:spAutoFit/>
          </a:bodyPr>
          <a:lstStyle>
            <a:defPPr>
              <a:defRPr lang="en-US"/>
            </a:defPPr>
            <a:lvl1pPr>
              <a:spcBef>
                <a:spcPts val="1600"/>
              </a:spcBef>
              <a:defRPr sz="1200">
                <a:solidFill>
                  <a:schemeClr val="bg1"/>
                </a:solidFill>
              </a:defRPr>
            </a:lvl1pPr>
          </a:lstStyle>
          <a:p>
            <a:pPr marL="0" marR="0" lvl="0" indent="0" algn="l" defTabSz="914400" rtl="0" eaLnBrk="1" fontAlgn="auto" latinLnBrk="0" hangingPunct="1">
              <a:lnSpc>
                <a:spcPct val="100000"/>
              </a:lnSpc>
              <a:spcBef>
                <a:spcPts val="1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light"/>
                <a:ea typeface="+mn-ea"/>
                <a:cs typeface="+mn-cs"/>
              </a:rPr>
              <a:t>All the Fabric experiences instantly work with the OneLake replica.</a:t>
            </a:r>
          </a:p>
        </p:txBody>
      </p:sp>
      <p:sp>
        <p:nvSpPr>
          <p:cNvPr id="56" name="TextBox 55">
            <a:extLst>
              <a:ext uri="{FF2B5EF4-FFF2-40B4-BE49-F238E27FC236}">
                <a16:creationId xmlns:a16="http://schemas.microsoft.com/office/drawing/2014/main" id="{2EADA295-2FFF-BBD6-6547-0D67222F86A9}"/>
              </a:ext>
            </a:extLst>
          </p:cNvPr>
          <p:cNvSpPr txBox="1"/>
          <p:nvPr/>
        </p:nvSpPr>
        <p:spPr>
          <a:xfrm>
            <a:off x="874698" y="4931387"/>
            <a:ext cx="3756295" cy="430887"/>
          </a:xfrm>
          <a:prstGeom prst="rect">
            <a:avLst/>
          </a:prstGeom>
          <a:noFill/>
        </p:spPr>
        <p:txBody>
          <a:bodyPr wrap="square" lIns="0" tIns="0" rIns="0" bIns="0">
            <a:spAutoFit/>
          </a:bodyPr>
          <a:lstStyle>
            <a:defPPr>
              <a:defRPr lang="en-US"/>
            </a:defPPr>
            <a:lvl1pPr>
              <a:spcBef>
                <a:spcPts val="1600"/>
              </a:spcBef>
              <a:defRPr sz="1200">
                <a:solidFill>
                  <a:schemeClr val="bg1"/>
                </a:solidFill>
              </a:defRPr>
            </a:lvl1pPr>
          </a:lstStyle>
          <a:p>
            <a:pPr marL="0" marR="0" lvl="0" indent="0" algn="l" defTabSz="914400" rtl="0" eaLnBrk="1" fontAlgn="auto" latinLnBrk="0" hangingPunct="1">
              <a:lnSpc>
                <a:spcPct val="100000"/>
              </a:lnSpc>
              <a:spcBef>
                <a:spcPts val="1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light"/>
                <a:ea typeface="+mn-ea"/>
                <a:cs typeface="+mn-cs"/>
              </a:rPr>
              <a:t>Analysts and Data Scientists can work with</a:t>
            </a:r>
            <a:br>
              <a:rPr kumimoji="0" lang="en-US" sz="1400" b="0" i="0" u="none" strike="noStrike" kern="1200" cap="none" spc="0" normalizeH="0" baseline="0" noProof="0">
                <a:ln>
                  <a:noFill/>
                </a:ln>
                <a:solidFill>
                  <a:srgbClr val="000000"/>
                </a:solidFill>
                <a:effectLst/>
                <a:uLnTx/>
                <a:uFillTx/>
                <a:latin typeface="Segoe Sans Text Semilight"/>
                <a:ea typeface="+mn-ea"/>
                <a:cs typeface="+mn-cs"/>
              </a:rPr>
            </a:br>
            <a:r>
              <a:rPr kumimoji="0" lang="en-US" sz="1400" b="0" i="0" u="none" strike="noStrike" kern="1200" cap="none" spc="0" normalizeH="0" baseline="0" noProof="0">
                <a:ln>
                  <a:noFill/>
                </a:ln>
                <a:solidFill>
                  <a:srgbClr val="000000"/>
                </a:solidFill>
                <a:effectLst/>
                <a:uLnTx/>
                <a:uFillTx/>
                <a:latin typeface="Segoe Sans Text Semilight"/>
                <a:ea typeface="+mn-ea"/>
                <a:cs typeface="+mn-cs"/>
              </a:rPr>
              <a:t>real-time data.</a:t>
            </a:r>
          </a:p>
        </p:txBody>
      </p:sp>
      <p:sp>
        <p:nvSpPr>
          <p:cNvPr id="57" name="TextBox 56">
            <a:extLst>
              <a:ext uri="{FF2B5EF4-FFF2-40B4-BE49-F238E27FC236}">
                <a16:creationId xmlns:a16="http://schemas.microsoft.com/office/drawing/2014/main" id="{C56E6C3A-EC77-E097-03DB-01B0F3A43E66}"/>
              </a:ext>
            </a:extLst>
          </p:cNvPr>
          <p:cNvSpPr txBox="1"/>
          <p:nvPr/>
        </p:nvSpPr>
        <p:spPr>
          <a:xfrm>
            <a:off x="874698" y="5615807"/>
            <a:ext cx="3756295" cy="430887"/>
          </a:xfrm>
          <a:prstGeom prst="rect">
            <a:avLst/>
          </a:prstGeom>
          <a:noFill/>
        </p:spPr>
        <p:txBody>
          <a:bodyPr wrap="square" lIns="0" tIns="0" rIns="0" bIns="0">
            <a:spAutoFit/>
          </a:bodyPr>
          <a:lstStyle>
            <a:defPPr>
              <a:defRPr lang="en-US"/>
            </a:defPPr>
            <a:lvl1pPr>
              <a:spcBef>
                <a:spcPts val="1600"/>
              </a:spcBef>
              <a:defRPr sz="1200">
                <a:solidFill>
                  <a:schemeClr val="bg1"/>
                </a:solidFill>
              </a:defRPr>
            </a:lvl1pPr>
          </a:lstStyle>
          <a:p>
            <a:pPr marL="0" marR="0" lvl="0" indent="0" algn="l" defTabSz="914400" rtl="0" eaLnBrk="1" fontAlgn="auto" latinLnBrk="0" hangingPunct="1">
              <a:lnSpc>
                <a:spcPct val="100000"/>
              </a:lnSpc>
              <a:spcBef>
                <a:spcPts val="1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light"/>
                <a:ea typeface="+mn-ea"/>
                <a:cs typeface="+mn-cs"/>
              </a:rPr>
              <a:t>The replica protects operational databases from analytical queries.</a:t>
            </a:r>
          </a:p>
        </p:txBody>
      </p:sp>
      <p:sp>
        <p:nvSpPr>
          <p:cNvPr id="504" name="TextBox 503">
            <a:extLst>
              <a:ext uri="{FF2B5EF4-FFF2-40B4-BE49-F238E27FC236}">
                <a16:creationId xmlns:a16="http://schemas.microsoft.com/office/drawing/2014/main" id="{96FB79C4-0A53-807A-29F9-45F2280F6398}"/>
              </a:ext>
            </a:extLst>
          </p:cNvPr>
          <p:cNvSpPr txBox="1"/>
          <p:nvPr/>
        </p:nvSpPr>
        <p:spPr>
          <a:xfrm>
            <a:off x="6939045" y="1781891"/>
            <a:ext cx="3048472"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w="3175">
                  <a:noFill/>
                </a:ln>
                <a:solidFill>
                  <a:srgbClr val="8661C5"/>
                </a:solidFill>
                <a:effectLst/>
                <a:uLnTx/>
                <a:uFillTx/>
                <a:latin typeface="Segoe Sans Display Semibold" pitchFamily="2" charset="0"/>
                <a:ea typeface="+mn-ea"/>
                <a:cs typeface="Segoe Sans Display Semibold" pitchFamily="2" charset="0"/>
              </a:rPr>
              <a:t>Fabric compute engines</a:t>
            </a:r>
          </a:p>
        </p:txBody>
      </p:sp>
      <p:sp>
        <p:nvSpPr>
          <p:cNvPr id="63" name="Freeform 62">
            <a:extLst>
              <a:ext uri="{FF2B5EF4-FFF2-40B4-BE49-F238E27FC236}">
                <a16:creationId xmlns:a16="http://schemas.microsoft.com/office/drawing/2014/main" id="{209263D7-A16F-B497-50F9-717E5B06F79A}"/>
              </a:ext>
              <a:ext uri="{C183D7F6-B498-43B3-948B-1728B52AA6E4}">
                <adec:decorative xmlns:adec="http://schemas.microsoft.com/office/drawing/2017/decorative" val="1"/>
              </a:ext>
            </a:extLst>
          </p:cNvPr>
          <p:cNvSpPr/>
          <p:nvPr/>
        </p:nvSpPr>
        <p:spPr bwMode="auto">
          <a:xfrm>
            <a:off x="5455921" y="2273896"/>
            <a:ext cx="6027420" cy="2566532"/>
          </a:xfrm>
          <a:prstGeom prst="roundRect">
            <a:avLst>
              <a:gd name="adj" fmla="val 4708"/>
            </a:avLst>
          </a:prstGeom>
          <a:ln w="19050" cap="rnd">
            <a:solidFill>
              <a:srgbClr val="C0C0C0"/>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10631" tIns="88505" rIns="110631" bIns="88505" numCol="1" spcCol="0" rtlCol="0" fromWordArt="0" anchor="ctr" anchorCtr="0" forceAA="0" compatLnSpc="1">
            <a:prstTxWarp prst="textNoShape">
              <a:avLst/>
            </a:prstTxWarp>
            <a:noAutofit/>
          </a:bodyPr>
          <a:lstStyle/>
          <a:p>
            <a:pPr marL="0" marR="0" lvl="0" indent="0" algn="ctr" defTabSz="654278"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gradFill>
                <a:gsLst>
                  <a:gs pos="25287">
                    <a:srgbClr val="FFFFFF"/>
                  </a:gs>
                  <a:gs pos="45000">
                    <a:srgbClr val="FFFFFF"/>
                  </a:gs>
                </a:gsLst>
                <a:lin ang="5400000" scaled="1"/>
              </a:gradFill>
              <a:effectLst/>
              <a:uLnTx/>
              <a:uFillTx/>
              <a:latin typeface="Segoe UI Semibold"/>
              <a:ea typeface="+mn-ea"/>
              <a:cs typeface="+mn-cs"/>
            </a:endParaRPr>
          </a:p>
        </p:txBody>
      </p:sp>
      <p:sp>
        <p:nvSpPr>
          <p:cNvPr id="60" name="TextBox 59">
            <a:extLst>
              <a:ext uri="{FF2B5EF4-FFF2-40B4-BE49-F238E27FC236}">
                <a16:creationId xmlns:a16="http://schemas.microsoft.com/office/drawing/2014/main" id="{CCBD52E5-9DF4-B2E5-2B9A-D38B8B575AA5}"/>
              </a:ext>
            </a:extLst>
          </p:cNvPr>
          <p:cNvSpPr txBox="1"/>
          <p:nvPr/>
        </p:nvSpPr>
        <p:spPr>
          <a:xfrm>
            <a:off x="7546974" y="2141416"/>
            <a:ext cx="1742426" cy="245955"/>
          </a:xfrm>
          <a:prstGeom prst="rect">
            <a:avLst/>
          </a:prstGeom>
          <a:solidFill>
            <a:srgbClr val="FFFDF9"/>
          </a:solidFill>
          <a:ln>
            <a:solidFill>
              <a:srgbClr val="FFFDF9"/>
            </a:solidFill>
          </a:ln>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Microsoft Fabric</a:t>
            </a:r>
          </a:p>
        </p:txBody>
      </p:sp>
      <p:sp>
        <p:nvSpPr>
          <p:cNvPr id="460" name="Rounded Rectangle 14">
            <a:extLst>
              <a:ext uri="{FF2B5EF4-FFF2-40B4-BE49-F238E27FC236}">
                <a16:creationId xmlns:a16="http://schemas.microsoft.com/office/drawing/2014/main" id="{4241F1F6-10EB-ECF8-63CA-71724396F216}"/>
              </a:ext>
              <a:ext uri="{C183D7F6-B498-43B3-948B-1728B52AA6E4}">
                <adec:decorative xmlns:adec="http://schemas.microsoft.com/office/drawing/2017/decorative" val="1"/>
              </a:ext>
            </a:extLst>
          </p:cNvPr>
          <p:cNvSpPr/>
          <p:nvPr/>
        </p:nvSpPr>
        <p:spPr>
          <a:xfrm>
            <a:off x="5595269" y="2551437"/>
            <a:ext cx="761102" cy="635854"/>
          </a:xfrm>
          <a:prstGeom prst="roundRect">
            <a:avLst>
              <a:gd name="adj" fmla="val 11080"/>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pic>
        <p:nvPicPr>
          <p:cNvPr id="459" name="Graphic 458">
            <a:extLst>
              <a:ext uri="{FF2B5EF4-FFF2-40B4-BE49-F238E27FC236}">
                <a16:creationId xmlns:a16="http://schemas.microsoft.com/office/drawing/2014/main" id="{430C2B82-C446-1FAD-18E9-52A4FBA15E99}"/>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7916" r="-7916"/>
          <a:stretch/>
        </p:blipFill>
        <p:spPr>
          <a:xfrm>
            <a:off x="5843116" y="2620844"/>
            <a:ext cx="265408" cy="228497"/>
          </a:xfrm>
          <a:prstGeom prst="rect">
            <a:avLst/>
          </a:prstGeom>
          <a:effectLst/>
        </p:spPr>
      </p:pic>
      <p:sp>
        <p:nvSpPr>
          <p:cNvPr id="472" name="Rounded Rectangle 14">
            <a:extLst>
              <a:ext uri="{FF2B5EF4-FFF2-40B4-BE49-F238E27FC236}">
                <a16:creationId xmlns:a16="http://schemas.microsoft.com/office/drawing/2014/main" id="{B544B0BB-FB0C-D835-1B35-52D2204B5F80}"/>
              </a:ext>
            </a:extLst>
          </p:cNvPr>
          <p:cNvSpPr/>
          <p:nvPr/>
        </p:nvSpPr>
        <p:spPr>
          <a:xfrm>
            <a:off x="5831488" y="2910202"/>
            <a:ext cx="288664" cy="223778"/>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Factory</a:t>
            </a:r>
          </a:p>
        </p:txBody>
      </p:sp>
      <p:sp>
        <p:nvSpPr>
          <p:cNvPr id="474" name="Rounded Rectangle 23">
            <a:extLst>
              <a:ext uri="{FF2B5EF4-FFF2-40B4-BE49-F238E27FC236}">
                <a16:creationId xmlns:a16="http://schemas.microsoft.com/office/drawing/2014/main" id="{102E3647-09B0-D6D5-553A-B3C68BAA16D8}"/>
              </a:ext>
              <a:ext uri="{C183D7F6-B498-43B3-948B-1728B52AA6E4}">
                <adec:decorative xmlns:adec="http://schemas.microsoft.com/office/drawing/2017/decorative" val="1"/>
              </a:ext>
            </a:extLst>
          </p:cNvPr>
          <p:cNvSpPr/>
          <p:nvPr/>
        </p:nvSpPr>
        <p:spPr>
          <a:xfrm>
            <a:off x="6427053" y="2551437"/>
            <a:ext cx="761102" cy="635854"/>
          </a:xfrm>
          <a:prstGeom prst="roundRect">
            <a:avLst>
              <a:gd name="adj" fmla="val 11080"/>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pic>
        <p:nvPicPr>
          <p:cNvPr id="461" name="Graphic 460">
            <a:extLst>
              <a:ext uri="{FF2B5EF4-FFF2-40B4-BE49-F238E27FC236}">
                <a16:creationId xmlns:a16="http://schemas.microsoft.com/office/drawing/2014/main" id="{70B3C9D5-6BBA-B393-C42F-08A2659CEED2}"/>
              </a:ext>
              <a:ext uri="{C183D7F6-B498-43B3-948B-1728B52AA6E4}">
                <adec:decorative xmlns:adec="http://schemas.microsoft.com/office/drawing/2017/decorative" val="1"/>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7916" r="-7916"/>
          <a:stretch/>
        </p:blipFill>
        <p:spPr>
          <a:xfrm>
            <a:off x="6674901" y="2620844"/>
            <a:ext cx="265407" cy="228496"/>
          </a:xfrm>
          <a:prstGeom prst="rect">
            <a:avLst/>
          </a:prstGeom>
          <a:effectLst/>
        </p:spPr>
      </p:pic>
      <p:sp>
        <p:nvSpPr>
          <p:cNvPr id="475" name="Rounded Rectangle 15">
            <a:extLst>
              <a:ext uri="{FF2B5EF4-FFF2-40B4-BE49-F238E27FC236}">
                <a16:creationId xmlns:a16="http://schemas.microsoft.com/office/drawing/2014/main" id="{C08EA755-74C3-06EC-B9E8-BDF364152F93}"/>
              </a:ext>
            </a:extLst>
          </p:cNvPr>
          <p:cNvSpPr/>
          <p:nvPr/>
        </p:nvSpPr>
        <p:spPr>
          <a:xfrm>
            <a:off x="6574539" y="2910202"/>
            <a:ext cx="466130" cy="223778"/>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 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Engineering</a:t>
            </a:r>
          </a:p>
        </p:txBody>
      </p:sp>
      <p:sp>
        <p:nvSpPr>
          <p:cNvPr id="484" name="Rounded Rectangle 17">
            <a:extLst>
              <a:ext uri="{FF2B5EF4-FFF2-40B4-BE49-F238E27FC236}">
                <a16:creationId xmlns:a16="http://schemas.microsoft.com/office/drawing/2014/main" id="{3F1D26E9-5C96-4C06-FB84-FA0683FCFBDD}"/>
              </a:ext>
              <a:ext uri="{C183D7F6-B498-43B3-948B-1728B52AA6E4}">
                <adec:decorative xmlns:adec="http://schemas.microsoft.com/office/drawing/2017/decorative" val="1"/>
              </a:ext>
            </a:extLst>
          </p:cNvPr>
          <p:cNvSpPr/>
          <p:nvPr/>
        </p:nvSpPr>
        <p:spPr>
          <a:xfrm>
            <a:off x="7258837" y="2551437"/>
            <a:ext cx="761102" cy="635854"/>
          </a:xfrm>
          <a:prstGeom prst="roundRect">
            <a:avLst>
              <a:gd name="adj" fmla="val 11080"/>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pic>
        <p:nvPicPr>
          <p:cNvPr id="462" name="Graphic 461">
            <a:extLst>
              <a:ext uri="{FF2B5EF4-FFF2-40B4-BE49-F238E27FC236}">
                <a16:creationId xmlns:a16="http://schemas.microsoft.com/office/drawing/2014/main" id="{F2D92012-BBC9-7A02-0498-F5DF144B2EDF}"/>
              </a:ext>
              <a:ext uri="{C183D7F6-B498-43B3-948B-1728B52AA6E4}">
                <adec:decorative xmlns:adec="http://schemas.microsoft.com/office/drawing/2017/decorative" val="1"/>
              </a:ext>
            </a:extLst>
          </p:cNvPr>
          <p:cNvPicPr>
            <a:picLocks noChangeAspect="1"/>
          </p:cNvPicPr>
          <p:nvPr/>
        </p:nvPicPr>
        <p:blipFill rotWithShape="1">
          <a:blip r:embed="rId7">
            <a:extLst>
              <a:ext uri="{96DAC541-7B7A-43D3-8B79-37D633B846F1}">
                <asvg:svgBlip xmlns:asvg="http://schemas.microsoft.com/office/drawing/2016/SVG/main" r:embed="rId8"/>
              </a:ext>
            </a:extLst>
          </a:blip>
          <a:srcRect l="-7916" r="-7916"/>
          <a:stretch/>
        </p:blipFill>
        <p:spPr>
          <a:xfrm>
            <a:off x="7506684" y="2620844"/>
            <a:ext cx="265408" cy="228497"/>
          </a:xfrm>
          <a:prstGeom prst="rect">
            <a:avLst/>
          </a:prstGeom>
          <a:effectLst/>
        </p:spPr>
      </p:pic>
      <p:sp>
        <p:nvSpPr>
          <p:cNvPr id="487" name="Rounded Rectangle 105">
            <a:extLst>
              <a:ext uri="{FF2B5EF4-FFF2-40B4-BE49-F238E27FC236}">
                <a16:creationId xmlns:a16="http://schemas.microsoft.com/office/drawing/2014/main" id="{6B3EBA60-302C-9A23-EEB1-A676ABE8621F}"/>
              </a:ext>
            </a:extLst>
          </p:cNvPr>
          <p:cNvSpPr/>
          <p:nvPr/>
        </p:nvSpPr>
        <p:spPr>
          <a:xfrm>
            <a:off x="7490108" y="2910202"/>
            <a:ext cx="298561" cy="223778"/>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 Data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Science</a:t>
            </a:r>
          </a:p>
        </p:txBody>
      </p:sp>
      <p:sp>
        <p:nvSpPr>
          <p:cNvPr id="136" name="Rounded Rectangle 16">
            <a:extLst>
              <a:ext uri="{FF2B5EF4-FFF2-40B4-BE49-F238E27FC236}">
                <a16:creationId xmlns:a16="http://schemas.microsoft.com/office/drawing/2014/main" id="{DC2C3F7B-D304-0B9F-7498-C9D46ACC2118}"/>
              </a:ext>
              <a:ext uri="{C183D7F6-B498-43B3-948B-1728B52AA6E4}">
                <adec:decorative xmlns:adec="http://schemas.microsoft.com/office/drawing/2017/decorative" val="1"/>
              </a:ext>
            </a:extLst>
          </p:cNvPr>
          <p:cNvSpPr/>
          <p:nvPr/>
        </p:nvSpPr>
        <p:spPr>
          <a:xfrm>
            <a:off x="8090621" y="2551437"/>
            <a:ext cx="761102" cy="635854"/>
          </a:xfrm>
          <a:prstGeom prst="roundRect">
            <a:avLst>
              <a:gd name="adj" fmla="val 11080"/>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pic>
        <p:nvPicPr>
          <p:cNvPr id="463" name="Graphic 462">
            <a:extLst>
              <a:ext uri="{FF2B5EF4-FFF2-40B4-BE49-F238E27FC236}">
                <a16:creationId xmlns:a16="http://schemas.microsoft.com/office/drawing/2014/main" id="{B28B947F-126E-2D65-C70D-9D54A03E3A45}"/>
              </a:ext>
              <a:ext uri="{C183D7F6-B498-43B3-948B-1728B52AA6E4}">
                <adec:decorative xmlns:adec="http://schemas.microsoft.com/office/drawing/2017/decorative" val="1"/>
              </a:ext>
            </a:extLst>
          </p:cNvPr>
          <p:cNvPicPr>
            <a:picLocks noChangeAspect="1"/>
          </p:cNvPicPr>
          <p:nvPr/>
        </p:nvPicPr>
        <p:blipFill rotWithShape="1">
          <a:blip r:embed="rId9">
            <a:extLst>
              <a:ext uri="{96DAC541-7B7A-43D3-8B79-37D633B846F1}">
                <asvg:svgBlip xmlns:asvg="http://schemas.microsoft.com/office/drawing/2016/SVG/main" r:embed="rId10"/>
              </a:ext>
            </a:extLst>
          </a:blip>
          <a:srcRect l="-7916" r="-7916"/>
          <a:stretch/>
        </p:blipFill>
        <p:spPr>
          <a:xfrm>
            <a:off x="8330896" y="2614325"/>
            <a:ext cx="280552" cy="241536"/>
          </a:xfrm>
          <a:prstGeom prst="rect">
            <a:avLst/>
          </a:prstGeom>
          <a:effectLst/>
        </p:spPr>
      </p:pic>
      <p:sp>
        <p:nvSpPr>
          <p:cNvPr id="137" name="Rounded Rectangle 16">
            <a:extLst>
              <a:ext uri="{FF2B5EF4-FFF2-40B4-BE49-F238E27FC236}">
                <a16:creationId xmlns:a16="http://schemas.microsoft.com/office/drawing/2014/main" id="{B533D0AA-BFFA-7C41-971A-DC4942A67817}"/>
              </a:ext>
            </a:extLst>
          </p:cNvPr>
          <p:cNvSpPr/>
          <p:nvPr/>
        </p:nvSpPr>
        <p:spPr>
          <a:xfrm>
            <a:off x="8212211" y="2910202"/>
            <a:ext cx="517922" cy="223778"/>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Data</a:t>
            </a:r>
            <a:br>
              <a:rPr kumimoji="0" lang="en-US" sz="700" b="0" i="0" u="none" strike="noStrike" kern="1200" cap="none" spc="0" normalizeH="0" baseline="0" noProof="0">
                <a:ln>
                  <a:noFill/>
                </a:ln>
                <a:solidFill>
                  <a:srgbClr val="000000"/>
                </a:solidFill>
                <a:effectLst/>
                <a:uLnTx/>
                <a:uFillTx/>
                <a:latin typeface="Segoe Sans Text Semilight"/>
                <a:ea typeface="+mn-ea"/>
                <a:cs typeface="+mn-cs"/>
              </a:rPr>
            </a:b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Warehousing</a:t>
            </a:r>
          </a:p>
        </p:txBody>
      </p:sp>
      <p:sp>
        <p:nvSpPr>
          <p:cNvPr id="139" name="Rounded Rectangle 18">
            <a:extLst>
              <a:ext uri="{FF2B5EF4-FFF2-40B4-BE49-F238E27FC236}">
                <a16:creationId xmlns:a16="http://schemas.microsoft.com/office/drawing/2014/main" id="{B997771C-72B1-7D90-BA8A-5BA78050F843}"/>
              </a:ext>
              <a:ext uri="{C183D7F6-B498-43B3-948B-1728B52AA6E4}">
                <adec:decorative xmlns:adec="http://schemas.microsoft.com/office/drawing/2017/decorative" val="1"/>
              </a:ext>
            </a:extLst>
          </p:cNvPr>
          <p:cNvSpPr/>
          <p:nvPr/>
        </p:nvSpPr>
        <p:spPr>
          <a:xfrm>
            <a:off x="8922405" y="2551437"/>
            <a:ext cx="761102" cy="635854"/>
          </a:xfrm>
          <a:prstGeom prst="roundRect">
            <a:avLst>
              <a:gd name="adj" fmla="val 11080"/>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pic>
        <p:nvPicPr>
          <p:cNvPr id="464" name="Graphic 463">
            <a:extLst>
              <a:ext uri="{FF2B5EF4-FFF2-40B4-BE49-F238E27FC236}">
                <a16:creationId xmlns:a16="http://schemas.microsoft.com/office/drawing/2014/main" id="{879CA8AA-CC50-34C2-1D62-0659B40A52A6}"/>
              </a:ext>
              <a:ext uri="{C183D7F6-B498-43B3-948B-1728B52AA6E4}">
                <adec:decorative xmlns:adec="http://schemas.microsoft.com/office/drawing/2017/decorative" val="1"/>
              </a:ext>
            </a:extLst>
          </p:cNvPr>
          <p:cNvPicPr>
            <a:picLocks noChangeAspect="1"/>
          </p:cNvPicPr>
          <p:nvPr/>
        </p:nvPicPr>
        <p:blipFill rotWithShape="1">
          <a:blip r:embed="rId11">
            <a:extLst>
              <a:ext uri="{96DAC541-7B7A-43D3-8B79-37D633B846F1}">
                <asvg:svgBlip xmlns:asvg="http://schemas.microsoft.com/office/drawing/2016/SVG/main" r:embed="rId12"/>
              </a:ext>
            </a:extLst>
          </a:blip>
          <a:srcRect l="-7916" r="-7916"/>
          <a:stretch/>
        </p:blipFill>
        <p:spPr>
          <a:xfrm>
            <a:off x="9164160" y="2615597"/>
            <a:ext cx="277593" cy="238987"/>
          </a:xfrm>
          <a:prstGeom prst="rect">
            <a:avLst/>
          </a:prstGeom>
          <a:effectLst/>
        </p:spPr>
      </p:pic>
      <p:sp>
        <p:nvSpPr>
          <p:cNvPr id="140" name="Rounded Rectangle 18">
            <a:extLst>
              <a:ext uri="{FF2B5EF4-FFF2-40B4-BE49-F238E27FC236}">
                <a16:creationId xmlns:a16="http://schemas.microsoft.com/office/drawing/2014/main" id="{9DF5112E-0F50-F537-9C66-3E11D34CF4C2}"/>
              </a:ext>
            </a:extLst>
          </p:cNvPr>
          <p:cNvSpPr/>
          <p:nvPr/>
        </p:nvSpPr>
        <p:spPr>
          <a:xfrm>
            <a:off x="8980440" y="2910202"/>
            <a:ext cx="645032" cy="223778"/>
          </a:xfrm>
          <a:prstGeom prst="rect">
            <a:avLst/>
          </a:prstGeom>
          <a:noFill/>
          <a:ln>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 Real-Time Intelligence</a:t>
            </a:r>
          </a:p>
        </p:txBody>
      </p:sp>
      <p:sp>
        <p:nvSpPr>
          <p:cNvPr id="142" name="Rounded Rectangle 19">
            <a:extLst>
              <a:ext uri="{FF2B5EF4-FFF2-40B4-BE49-F238E27FC236}">
                <a16:creationId xmlns:a16="http://schemas.microsoft.com/office/drawing/2014/main" id="{04EFAD4D-AEA7-3411-7755-AC50F2E70656}"/>
              </a:ext>
              <a:ext uri="{C183D7F6-B498-43B3-948B-1728B52AA6E4}">
                <adec:decorative xmlns:adec="http://schemas.microsoft.com/office/drawing/2017/decorative" val="1"/>
              </a:ext>
            </a:extLst>
          </p:cNvPr>
          <p:cNvSpPr/>
          <p:nvPr/>
        </p:nvSpPr>
        <p:spPr>
          <a:xfrm>
            <a:off x="9754189" y="2551437"/>
            <a:ext cx="761102" cy="635854"/>
          </a:xfrm>
          <a:prstGeom prst="roundRect">
            <a:avLst>
              <a:gd name="adj" fmla="val 11080"/>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pic>
        <p:nvPicPr>
          <p:cNvPr id="465" name="Graphic 464">
            <a:extLst>
              <a:ext uri="{FF2B5EF4-FFF2-40B4-BE49-F238E27FC236}">
                <a16:creationId xmlns:a16="http://schemas.microsoft.com/office/drawing/2014/main" id="{E821A7DB-F838-9FE9-2219-514D84180531}"/>
              </a:ext>
              <a:ext uri="{C183D7F6-B498-43B3-948B-1728B52AA6E4}">
                <adec:decorative xmlns:adec="http://schemas.microsoft.com/office/drawing/2017/decorative" val="1"/>
              </a:ext>
            </a:extLst>
          </p:cNvPr>
          <p:cNvPicPr>
            <a:picLocks noChangeAspect="1"/>
          </p:cNvPicPr>
          <p:nvPr/>
        </p:nvPicPr>
        <p:blipFill rotWithShape="1">
          <a:blip r:embed="rId13">
            <a:extLst>
              <a:ext uri="{96DAC541-7B7A-43D3-8B79-37D633B846F1}">
                <asvg:svgBlip xmlns:asvg="http://schemas.microsoft.com/office/drawing/2016/SVG/main" r:embed="rId14"/>
              </a:ext>
            </a:extLst>
          </a:blip>
          <a:srcRect l="-7916" r="-7916"/>
          <a:stretch/>
        </p:blipFill>
        <p:spPr>
          <a:xfrm>
            <a:off x="10002036" y="2620844"/>
            <a:ext cx="265408" cy="228497"/>
          </a:xfrm>
          <a:prstGeom prst="rect">
            <a:avLst/>
          </a:prstGeom>
          <a:effectLst/>
        </p:spPr>
      </p:pic>
      <p:sp>
        <p:nvSpPr>
          <p:cNvPr id="143" name="Rounded Rectangle 19">
            <a:extLst>
              <a:ext uri="{FF2B5EF4-FFF2-40B4-BE49-F238E27FC236}">
                <a16:creationId xmlns:a16="http://schemas.microsoft.com/office/drawing/2014/main" id="{8D23CF02-55B2-5B05-2A35-671E88AA7A7C}"/>
              </a:ext>
              <a:ext uri="{C183D7F6-B498-43B3-948B-1728B52AA6E4}">
                <adec:decorative xmlns:adec="http://schemas.microsoft.com/office/drawing/2017/decorative" val="1"/>
              </a:ext>
            </a:extLst>
          </p:cNvPr>
          <p:cNvSpPr/>
          <p:nvPr/>
        </p:nvSpPr>
        <p:spPr>
          <a:xfrm>
            <a:off x="9964797" y="2910202"/>
            <a:ext cx="339886" cy="111889"/>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Power BI</a:t>
            </a:r>
          </a:p>
        </p:txBody>
      </p:sp>
      <p:sp>
        <p:nvSpPr>
          <p:cNvPr id="145" name="Rounded Rectangle 19" descr="Highlighting">
            <a:extLst>
              <a:ext uri="{FF2B5EF4-FFF2-40B4-BE49-F238E27FC236}">
                <a16:creationId xmlns:a16="http://schemas.microsoft.com/office/drawing/2014/main" id="{D3136784-446E-CF69-34BC-71E9A2E29542}"/>
              </a:ext>
              <a:ext uri="{C183D7F6-B498-43B3-948B-1728B52AA6E4}">
                <adec:decorative xmlns:adec="http://schemas.microsoft.com/office/drawing/2017/decorative" val="0"/>
              </a:ext>
            </a:extLst>
          </p:cNvPr>
          <p:cNvSpPr/>
          <p:nvPr/>
        </p:nvSpPr>
        <p:spPr>
          <a:xfrm>
            <a:off x="10585975" y="2551437"/>
            <a:ext cx="761102" cy="635854"/>
          </a:xfrm>
          <a:prstGeom prst="roundRect">
            <a:avLst>
              <a:gd name="adj" fmla="val 11080"/>
            </a:avLst>
          </a:prstGeom>
          <a:solidFill>
            <a:srgbClr val="FFFFFF">
              <a:alpha val="94098"/>
            </a:srgbClr>
          </a:solidFill>
          <a:ln w="12700">
            <a:solidFill>
              <a:srgbClr val="808080"/>
            </a:solidFill>
            <a:prstDash val="dash"/>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97280" rIns="91440" bIns="45720"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Segoe UI" panose="020B0502040204020203" pitchFamily="34" charset="0"/>
            </a:endParaRPr>
          </a:p>
        </p:txBody>
      </p:sp>
      <p:pic>
        <p:nvPicPr>
          <p:cNvPr id="469" name="Picture 2">
            <a:extLst>
              <a:ext uri="{FF2B5EF4-FFF2-40B4-BE49-F238E27FC236}">
                <a16:creationId xmlns:a16="http://schemas.microsoft.com/office/drawing/2014/main" id="{ABCE7181-0265-5A97-96B6-BF58A78A4B41}"/>
              </a:ext>
              <a:ext uri="{C183D7F6-B498-43B3-948B-1728B52AA6E4}">
                <adec:decorative xmlns:adec="http://schemas.microsoft.com/office/drawing/2017/decorative" val="1"/>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11683" t="72214" r="79118" b="12165"/>
          <a:stretch/>
        </p:blipFill>
        <p:spPr bwMode="auto">
          <a:xfrm>
            <a:off x="10807172" y="2620844"/>
            <a:ext cx="318708" cy="230252"/>
          </a:xfrm>
          <a:prstGeom prst="rect">
            <a:avLst/>
          </a:prstGeom>
          <a:noFill/>
          <a:extLst>
            <a:ext uri="{909E8E84-426E-40DD-AFC4-6F175D3DCCD1}">
              <a14:hiddenFill xmlns:a14="http://schemas.microsoft.com/office/drawing/2010/main">
                <a:solidFill>
                  <a:srgbClr val="FFFFFF"/>
                </a:solidFill>
              </a14:hiddenFill>
            </a:ext>
          </a:extLst>
        </p:spPr>
      </p:pic>
      <p:sp>
        <p:nvSpPr>
          <p:cNvPr id="146" name="Rounded Rectangle 19">
            <a:extLst>
              <a:ext uri="{FF2B5EF4-FFF2-40B4-BE49-F238E27FC236}">
                <a16:creationId xmlns:a16="http://schemas.microsoft.com/office/drawing/2014/main" id="{A4454EC6-BFB0-E5B6-14D4-7197601FB721}"/>
              </a:ext>
            </a:extLst>
          </p:cNvPr>
          <p:cNvSpPr/>
          <p:nvPr/>
        </p:nvSpPr>
        <p:spPr>
          <a:xfrm>
            <a:off x="10616435" y="2910202"/>
            <a:ext cx="700182" cy="215444"/>
          </a:xfrm>
          <a:prstGeom prst="rect">
            <a:avLst/>
          </a:prstGeom>
          <a:noFill/>
          <a:ln>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Text Semilight"/>
                <a:ea typeface="+mn-ea"/>
                <a:cs typeface="+mn-cs"/>
              </a:rPr>
              <a:t>Partner &amp; Industry workloads</a:t>
            </a:r>
          </a:p>
        </p:txBody>
      </p:sp>
      <p:sp>
        <p:nvSpPr>
          <p:cNvPr id="11" name="Rounded Rectangle 45">
            <a:extLst>
              <a:ext uri="{FF2B5EF4-FFF2-40B4-BE49-F238E27FC236}">
                <a16:creationId xmlns:a16="http://schemas.microsoft.com/office/drawing/2014/main" id="{43E6FA63-F482-59DD-854B-B83950CFEB32}"/>
              </a:ext>
              <a:ext uri="{C183D7F6-B498-43B3-948B-1728B52AA6E4}">
                <adec:decorative xmlns:adec="http://schemas.microsoft.com/office/drawing/2017/decorative" val="1"/>
              </a:ext>
            </a:extLst>
          </p:cNvPr>
          <p:cNvSpPr/>
          <p:nvPr/>
        </p:nvSpPr>
        <p:spPr>
          <a:xfrm>
            <a:off x="5595269" y="3246397"/>
            <a:ext cx="5751808" cy="657693"/>
          </a:xfrm>
          <a:prstGeom prst="roundRect">
            <a:avLst>
              <a:gd name="adj" fmla="val 9800"/>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16" name="Rectangle: Rounded Corners 24">
            <a:extLst>
              <a:ext uri="{FF2B5EF4-FFF2-40B4-BE49-F238E27FC236}">
                <a16:creationId xmlns:a16="http://schemas.microsoft.com/office/drawing/2014/main" id="{01A3E598-C98E-6779-A175-8005075CD235}"/>
              </a:ext>
            </a:extLst>
          </p:cNvPr>
          <p:cNvSpPr/>
          <p:nvPr/>
        </p:nvSpPr>
        <p:spPr bwMode="auto">
          <a:xfrm>
            <a:off x="5891936" y="3329176"/>
            <a:ext cx="488324" cy="484632"/>
          </a:xfrm>
          <a:prstGeom prst="ellipse">
            <a:avLst/>
          </a:prstGeom>
          <a:solidFill>
            <a:schemeClr val="bg2"/>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Spark</a:t>
            </a:r>
          </a:p>
        </p:txBody>
      </p:sp>
      <p:sp>
        <p:nvSpPr>
          <p:cNvPr id="148" name="Rounded Rectangle 48">
            <a:extLst>
              <a:ext uri="{FF2B5EF4-FFF2-40B4-BE49-F238E27FC236}">
                <a16:creationId xmlns:a16="http://schemas.microsoft.com/office/drawing/2014/main" id="{400CC58C-9C39-6B41-CB22-223F075F4BF5}"/>
              </a:ext>
              <a:ext uri="{C183D7F6-B498-43B3-948B-1728B52AA6E4}">
                <adec:decorative xmlns:adec="http://schemas.microsoft.com/office/drawing/2017/decorative" val="1"/>
              </a:ext>
            </a:extLst>
          </p:cNvPr>
          <p:cNvSpPr/>
          <p:nvPr/>
        </p:nvSpPr>
        <p:spPr>
          <a:xfrm>
            <a:off x="5595269" y="3956783"/>
            <a:ext cx="5751808" cy="756967"/>
          </a:xfrm>
          <a:prstGeom prst="roundRect">
            <a:avLst>
              <a:gd name="adj" fmla="val 9800"/>
            </a:avLst>
          </a:prstGeom>
          <a:solidFill>
            <a:srgbClr val="FFFFFF">
              <a:alpha val="94098"/>
            </a:srgbClr>
          </a:solidFill>
          <a:ln>
            <a:noFill/>
            <a:headEnd type="none" w="med" len="med"/>
            <a:tailEnd type="none" w="med" len="med"/>
          </a:ln>
          <a:effectLst>
            <a:outerShdw blurRad="127000" dist="381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grpSp>
        <p:nvGrpSpPr>
          <p:cNvPr id="22" name="Group 21" descr="Arrow pointing downwards from Data Engineering and Data Science to Customer 360">
            <a:extLst>
              <a:ext uri="{FF2B5EF4-FFF2-40B4-BE49-F238E27FC236}">
                <a16:creationId xmlns:a16="http://schemas.microsoft.com/office/drawing/2014/main" id="{DB4F6B96-A6BE-E6CD-34C1-FEA80291256A}"/>
              </a:ext>
            </a:extLst>
          </p:cNvPr>
          <p:cNvGrpSpPr/>
          <p:nvPr/>
        </p:nvGrpSpPr>
        <p:grpSpPr>
          <a:xfrm>
            <a:off x="6517232" y="3194224"/>
            <a:ext cx="1042352" cy="806469"/>
            <a:chOff x="1225029" y="3293141"/>
            <a:chExt cx="874186" cy="1612852"/>
          </a:xfrm>
        </p:grpSpPr>
        <p:cxnSp>
          <p:nvCxnSpPr>
            <p:cNvPr id="24" name="Straight Connector 23">
              <a:extLst>
                <a:ext uri="{FF2B5EF4-FFF2-40B4-BE49-F238E27FC236}">
                  <a16:creationId xmlns:a16="http://schemas.microsoft.com/office/drawing/2014/main" id="{992F9A42-A630-E3E0-AD24-7571EBCC2E11}"/>
                </a:ext>
              </a:extLst>
            </p:cNvPr>
            <p:cNvCxnSpPr>
              <a:cxnSpLocks/>
            </p:cNvCxnSpPr>
            <p:nvPr/>
          </p:nvCxnSpPr>
          <p:spPr>
            <a:xfrm>
              <a:off x="1225924" y="3293141"/>
              <a:ext cx="0" cy="1612852"/>
            </a:xfrm>
            <a:prstGeom prst="line">
              <a:avLst/>
            </a:prstGeom>
            <a:noFill/>
            <a:ln w="15875" cap="rnd" cmpd="sng" algn="ctr">
              <a:solidFill>
                <a:schemeClr val="bg1">
                  <a:lumMod val="50000"/>
                  <a:lumOff val="50000"/>
                </a:schemeClr>
              </a:solidFill>
              <a:prstDash val="sysDash"/>
              <a:headEnd type="none" w="med" len="med"/>
              <a:tailEnd type="arrow" w="lg" len="sm"/>
            </a:ln>
            <a:effectLst/>
          </p:spPr>
        </p:cxnSp>
        <p:grpSp>
          <p:nvGrpSpPr>
            <p:cNvPr id="25" name="Group 24">
              <a:extLst>
                <a:ext uri="{FF2B5EF4-FFF2-40B4-BE49-F238E27FC236}">
                  <a16:creationId xmlns:a16="http://schemas.microsoft.com/office/drawing/2014/main" id="{A79AD261-CA90-AB43-8A57-240615FC4751}"/>
                </a:ext>
              </a:extLst>
            </p:cNvPr>
            <p:cNvGrpSpPr/>
            <p:nvPr/>
          </p:nvGrpSpPr>
          <p:grpSpPr>
            <a:xfrm>
              <a:off x="1225029" y="3301795"/>
              <a:ext cx="874186" cy="686194"/>
              <a:chOff x="1225029" y="3301795"/>
              <a:chExt cx="874186" cy="686194"/>
            </a:xfrm>
          </p:grpSpPr>
          <p:sp>
            <p:nvSpPr>
              <p:cNvPr id="26" name="Arc 25">
                <a:extLst>
                  <a:ext uri="{FF2B5EF4-FFF2-40B4-BE49-F238E27FC236}">
                    <a16:creationId xmlns:a16="http://schemas.microsoft.com/office/drawing/2014/main" id="{736BD400-DCE9-FD13-9979-A420063552B3}"/>
                  </a:ext>
                </a:extLst>
              </p:cNvPr>
              <p:cNvSpPr/>
              <p:nvPr/>
            </p:nvSpPr>
            <p:spPr>
              <a:xfrm flipV="1">
                <a:off x="1915615" y="3434055"/>
                <a:ext cx="183600" cy="183600"/>
              </a:xfrm>
              <a:prstGeom prst="arc">
                <a:avLst/>
              </a:prstGeom>
              <a:ln w="15875" cap="rnd">
                <a:solidFill>
                  <a:schemeClr val="bg1">
                    <a:lumMod val="50000"/>
                    <a:lumOff val="50000"/>
                  </a:schemeClr>
                </a:solidFill>
                <a:prstDash val="sysDash"/>
                <a:headEnd type="none" w="sm"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7" name="Arc 26">
                <a:extLst>
                  <a:ext uri="{FF2B5EF4-FFF2-40B4-BE49-F238E27FC236}">
                    <a16:creationId xmlns:a16="http://schemas.microsoft.com/office/drawing/2014/main" id="{67B706F4-C2BF-E397-9FAC-79D553EDED49}"/>
                  </a:ext>
                </a:extLst>
              </p:cNvPr>
              <p:cNvSpPr/>
              <p:nvPr/>
            </p:nvSpPr>
            <p:spPr>
              <a:xfrm rot="10800000" flipV="1">
                <a:off x="1225029" y="3622642"/>
                <a:ext cx="183600" cy="365347"/>
              </a:xfrm>
              <a:prstGeom prst="arc">
                <a:avLst>
                  <a:gd name="adj1" fmla="val 17564524"/>
                  <a:gd name="adj2" fmla="val 346499"/>
                </a:avLst>
              </a:prstGeom>
              <a:ln w="15875" cap="rnd">
                <a:solidFill>
                  <a:schemeClr val="bg1">
                    <a:lumMod val="50000"/>
                    <a:lumOff val="50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Sans Display"/>
                  <a:ea typeface="+mn-ea"/>
                  <a:cs typeface="+mn-cs"/>
                </a:endParaRPr>
              </a:p>
            </p:txBody>
          </p:sp>
          <p:cxnSp>
            <p:nvCxnSpPr>
              <p:cNvPr id="28" name="Straight Connector 27">
                <a:extLst>
                  <a:ext uri="{FF2B5EF4-FFF2-40B4-BE49-F238E27FC236}">
                    <a16:creationId xmlns:a16="http://schemas.microsoft.com/office/drawing/2014/main" id="{DBD76963-C9AB-804F-43FF-7AA048A31EBA}"/>
                  </a:ext>
                </a:extLst>
              </p:cNvPr>
              <p:cNvCxnSpPr>
                <a:cxnSpLocks/>
              </p:cNvCxnSpPr>
              <p:nvPr/>
            </p:nvCxnSpPr>
            <p:spPr>
              <a:xfrm>
                <a:off x="1314449" y="3617655"/>
                <a:ext cx="695325" cy="0"/>
              </a:xfrm>
              <a:prstGeom prst="line">
                <a:avLst/>
              </a:prstGeom>
              <a:noFill/>
              <a:ln w="15875" cap="rnd" cmpd="sng" algn="ctr">
                <a:solidFill>
                  <a:schemeClr val="bg1">
                    <a:lumMod val="50000"/>
                    <a:lumOff val="50000"/>
                  </a:schemeClr>
                </a:solidFill>
                <a:prstDash val="sysDash"/>
                <a:headEnd type="none" w="med" len="med"/>
                <a:tailEnd type="none" w="lg" len="sm"/>
              </a:ln>
              <a:effectLst/>
            </p:spPr>
          </p:cxnSp>
          <p:cxnSp>
            <p:nvCxnSpPr>
              <p:cNvPr id="29" name="Straight Connector 28">
                <a:extLst>
                  <a:ext uri="{FF2B5EF4-FFF2-40B4-BE49-F238E27FC236}">
                    <a16:creationId xmlns:a16="http://schemas.microsoft.com/office/drawing/2014/main" id="{2A270F95-2269-1E80-0E99-E72631435741}"/>
                  </a:ext>
                </a:extLst>
              </p:cNvPr>
              <p:cNvCxnSpPr>
                <a:cxnSpLocks/>
              </p:cNvCxnSpPr>
              <p:nvPr/>
            </p:nvCxnSpPr>
            <p:spPr>
              <a:xfrm>
                <a:off x="2099215" y="3301795"/>
                <a:ext cx="0" cy="222455"/>
              </a:xfrm>
              <a:prstGeom prst="line">
                <a:avLst/>
              </a:prstGeom>
              <a:noFill/>
              <a:ln w="15875" cap="rnd" cmpd="sng" algn="ctr">
                <a:solidFill>
                  <a:schemeClr val="bg1">
                    <a:lumMod val="50000"/>
                    <a:lumOff val="50000"/>
                  </a:schemeClr>
                </a:solidFill>
                <a:prstDash val="sysDash"/>
                <a:headEnd type="none" w="med" len="med"/>
                <a:tailEnd type="none" w="lg" len="sm"/>
              </a:ln>
              <a:effectLst/>
            </p:spPr>
          </p:cxnSp>
        </p:grpSp>
      </p:grpSp>
      <p:sp>
        <p:nvSpPr>
          <p:cNvPr id="12" name="Rectangle: Rounded Corners 23">
            <a:extLst>
              <a:ext uri="{FF2B5EF4-FFF2-40B4-BE49-F238E27FC236}">
                <a16:creationId xmlns:a16="http://schemas.microsoft.com/office/drawing/2014/main" id="{E9AAB069-BB45-A99D-068A-0DC903C70E2F}"/>
              </a:ext>
            </a:extLst>
          </p:cNvPr>
          <p:cNvSpPr/>
          <p:nvPr/>
        </p:nvSpPr>
        <p:spPr bwMode="auto">
          <a:xfrm>
            <a:off x="7057255" y="3331220"/>
            <a:ext cx="488324" cy="484632"/>
          </a:xfrm>
          <a:prstGeom prst="ellipse">
            <a:avLst/>
          </a:prstGeom>
          <a:solidFill>
            <a:schemeClr val="bg2"/>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T-SQL</a:t>
            </a:r>
          </a:p>
        </p:txBody>
      </p:sp>
      <p:grpSp>
        <p:nvGrpSpPr>
          <p:cNvPr id="30" name="Group 29" descr="Arrows pointing from Power BI going through Serverless Compute to OneLake">
            <a:extLst>
              <a:ext uri="{FF2B5EF4-FFF2-40B4-BE49-F238E27FC236}">
                <a16:creationId xmlns:a16="http://schemas.microsoft.com/office/drawing/2014/main" id="{66F38539-3858-4636-3219-D3CE6DC1511B}"/>
              </a:ext>
            </a:extLst>
          </p:cNvPr>
          <p:cNvGrpSpPr/>
          <p:nvPr/>
        </p:nvGrpSpPr>
        <p:grpSpPr>
          <a:xfrm>
            <a:off x="8453662" y="3196034"/>
            <a:ext cx="1935051" cy="818044"/>
            <a:chOff x="2307532" y="3301796"/>
            <a:chExt cx="1622863" cy="1604197"/>
          </a:xfrm>
        </p:grpSpPr>
        <p:cxnSp>
          <p:nvCxnSpPr>
            <p:cNvPr id="31" name="Straight Connector 30">
              <a:extLst>
                <a:ext uri="{FF2B5EF4-FFF2-40B4-BE49-F238E27FC236}">
                  <a16:creationId xmlns:a16="http://schemas.microsoft.com/office/drawing/2014/main" id="{430E7C06-3259-B364-33E5-532E38E878A9}"/>
                </a:ext>
              </a:extLst>
            </p:cNvPr>
            <p:cNvCxnSpPr>
              <a:cxnSpLocks/>
            </p:cNvCxnSpPr>
            <p:nvPr/>
          </p:nvCxnSpPr>
          <p:spPr>
            <a:xfrm>
              <a:off x="2309468" y="3897138"/>
              <a:ext cx="0" cy="1008855"/>
            </a:xfrm>
            <a:prstGeom prst="line">
              <a:avLst/>
            </a:prstGeom>
            <a:noFill/>
            <a:ln w="15875" cap="rnd" cmpd="sng" algn="ctr">
              <a:solidFill>
                <a:schemeClr val="bg1">
                  <a:lumMod val="50000"/>
                  <a:lumOff val="50000"/>
                </a:schemeClr>
              </a:solidFill>
              <a:prstDash val="sysDash"/>
              <a:headEnd type="none" w="med" len="med"/>
              <a:tailEnd type="arrow" w="lg" len="sm"/>
            </a:ln>
            <a:effectLst/>
          </p:spPr>
        </p:cxnSp>
        <p:grpSp>
          <p:nvGrpSpPr>
            <p:cNvPr id="32" name="Group 31">
              <a:extLst>
                <a:ext uri="{FF2B5EF4-FFF2-40B4-BE49-F238E27FC236}">
                  <a16:creationId xmlns:a16="http://schemas.microsoft.com/office/drawing/2014/main" id="{4F5C846C-5209-65FB-2684-FD8CDB7F0608}"/>
                </a:ext>
              </a:extLst>
            </p:cNvPr>
            <p:cNvGrpSpPr/>
            <p:nvPr/>
          </p:nvGrpSpPr>
          <p:grpSpPr>
            <a:xfrm>
              <a:off x="2307532" y="3301796"/>
              <a:ext cx="1622863" cy="677871"/>
              <a:chOff x="2307532" y="3301796"/>
              <a:chExt cx="1622863" cy="677871"/>
            </a:xfrm>
          </p:grpSpPr>
          <p:sp>
            <p:nvSpPr>
              <p:cNvPr id="33" name="Arc 32">
                <a:extLst>
                  <a:ext uri="{FF2B5EF4-FFF2-40B4-BE49-F238E27FC236}">
                    <a16:creationId xmlns:a16="http://schemas.microsoft.com/office/drawing/2014/main" id="{6A7AC779-9D40-BBD5-5FE4-FB25028314FC}"/>
                  </a:ext>
                </a:extLst>
              </p:cNvPr>
              <p:cNvSpPr/>
              <p:nvPr/>
            </p:nvSpPr>
            <p:spPr>
              <a:xfrm flipV="1">
                <a:off x="3746795" y="3434055"/>
                <a:ext cx="183600" cy="183600"/>
              </a:xfrm>
              <a:prstGeom prst="arc">
                <a:avLst/>
              </a:prstGeom>
              <a:ln w="15875" cap="rnd">
                <a:solidFill>
                  <a:schemeClr val="bg1">
                    <a:lumMod val="50000"/>
                    <a:lumOff val="50000"/>
                  </a:schemeClr>
                </a:solidFill>
                <a:prstDash val="sysDash"/>
                <a:headEnd type="none" w="sm"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4" name="Arc 33">
                <a:extLst>
                  <a:ext uri="{FF2B5EF4-FFF2-40B4-BE49-F238E27FC236}">
                    <a16:creationId xmlns:a16="http://schemas.microsoft.com/office/drawing/2014/main" id="{2C6354AA-C92B-7550-802C-B8B31C438AF1}"/>
                  </a:ext>
                </a:extLst>
              </p:cNvPr>
              <p:cNvSpPr/>
              <p:nvPr/>
            </p:nvSpPr>
            <p:spPr>
              <a:xfrm rot="10800000" flipV="1">
                <a:off x="2307532" y="3621423"/>
                <a:ext cx="183600" cy="358244"/>
              </a:xfrm>
              <a:prstGeom prst="arc">
                <a:avLst>
                  <a:gd name="adj1" fmla="val 17300046"/>
                  <a:gd name="adj2" fmla="val 0"/>
                </a:avLst>
              </a:prstGeom>
              <a:ln w="15875" cap="rnd">
                <a:solidFill>
                  <a:schemeClr val="bg1">
                    <a:lumMod val="50000"/>
                    <a:lumOff val="50000"/>
                  </a:schemeClr>
                </a:solidFill>
                <a:prstDash val="lgDash"/>
                <a:headEnd type="none" w="sm"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Sans Display"/>
                  <a:ea typeface="+mn-ea"/>
                  <a:cs typeface="+mn-cs"/>
                </a:endParaRPr>
              </a:p>
            </p:txBody>
          </p:sp>
          <p:cxnSp>
            <p:nvCxnSpPr>
              <p:cNvPr id="35" name="Straight Connector 34">
                <a:extLst>
                  <a:ext uri="{FF2B5EF4-FFF2-40B4-BE49-F238E27FC236}">
                    <a16:creationId xmlns:a16="http://schemas.microsoft.com/office/drawing/2014/main" id="{AF50E906-027A-E196-D6F4-0B0A140D3C41}"/>
                  </a:ext>
                </a:extLst>
              </p:cNvPr>
              <p:cNvCxnSpPr>
                <a:cxnSpLocks/>
              </p:cNvCxnSpPr>
              <p:nvPr/>
            </p:nvCxnSpPr>
            <p:spPr>
              <a:xfrm>
                <a:off x="2399331" y="3617655"/>
                <a:ext cx="1436568" cy="0"/>
              </a:xfrm>
              <a:prstGeom prst="line">
                <a:avLst/>
              </a:prstGeom>
              <a:noFill/>
              <a:ln w="15875" cap="rnd" cmpd="sng" algn="ctr">
                <a:solidFill>
                  <a:schemeClr val="bg1">
                    <a:lumMod val="50000"/>
                    <a:lumOff val="50000"/>
                  </a:schemeClr>
                </a:solidFill>
                <a:prstDash val="sysDash"/>
                <a:headEnd type="none" w="med" len="med"/>
                <a:tailEnd type="none" w="lg" len="sm"/>
              </a:ln>
              <a:effectLst/>
            </p:spPr>
          </p:cxnSp>
          <p:cxnSp>
            <p:nvCxnSpPr>
              <p:cNvPr id="36" name="Straight Connector 35">
                <a:extLst>
                  <a:ext uri="{FF2B5EF4-FFF2-40B4-BE49-F238E27FC236}">
                    <a16:creationId xmlns:a16="http://schemas.microsoft.com/office/drawing/2014/main" id="{A85F4E83-5592-2592-962C-FF2220A6F8D4}"/>
                  </a:ext>
                </a:extLst>
              </p:cNvPr>
              <p:cNvCxnSpPr>
                <a:cxnSpLocks/>
              </p:cNvCxnSpPr>
              <p:nvPr/>
            </p:nvCxnSpPr>
            <p:spPr>
              <a:xfrm flipH="1">
                <a:off x="3930395" y="3301796"/>
                <a:ext cx="0" cy="222454"/>
              </a:xfrm>
              <a:prstGeom prst="line">
                <a:avLst/>
              </a:prstGeom>
              <a:noFill/>
              <a:ln w="15875" cap="rnd" cmpd="sng" algn="ctr">
                <a:solidFill>
                  <a:schemeClr val="bg1">
                    <a:lumMod val="50000"/>
                    <a:lumOff val="50000"/>
                  </a:schemeClr>
                </a:solidFill>
                <a:prstDash val="sysDash"/>
                <a:headEnd type="none" w="med" len="med"/>
                <a:tailEnd type="none" w="lg" len="sm"/>
              </a:ln>
              <a:effectLst/>
            </p:spPr>
          </p:cxnSp>
        </p:grpSp>
      </p:grpSp>
      <p:grpSp>
        <p:nvGrpSpPr>
          <p:cNvPr id="37" name="Group 36" descr="Arrows pointing from Real Time Intelligence going through KQL to Service Telemetry">
            <a:extLst>
              <a:ext uri="{FF2B5EF4-FFF2-40B4-BE49-F238E27FC236}">
                <a16:creationId xmlns:a16="http://schemas.microsoft.com/office/drawing/2014/main" id="{6B735A38-CCCA-90C1-C3AF-0620A5DA3067}"/>
              </a:ext>
            </a:extLst>
          </p:cNvPr>
          <p:cNvGrpSpPr/>
          <p:nvPr/>
        </p:nvGrpSpPr>
        <p:grpSpPr>
          <a:xfrm>
            <a:off x="9252628" y="3213077"/>
            <a:ext cx="291279" cy="787615"/>
            <a:chOff x="4858521" y="3301795"/>
            <a:chExt cx="708487" cy="1604198"/>
          </a:xfrm>
        </p:grpSpPr>
        <p:grpSp>
          <p:nvGrpSpPr>
            <p:cNvPr id="38" name="Group 37">
              <a:extLst>
                <a:ext uri="{FF2B5EF4-FFF2-40B4-BE49-F238E27FC236}">
                  <a16:creationId xmlns:a16="http://schemas.microsoft.com/office/drawing/2014/main" id="{B88F53D5-27D8-32D0-823F-3D7BD565C70E}"/>
                </a:ext>
              </a:extLst>
            </p:cNvPr>
            <p:cNvGrpSpPr/>
            <p:nvPr/>
          </p:nvGrpSpPr>
          <p:grpSpPr>
            <a:xfrm flipH="1">
              <a:off x="4858521" y="3301795"/>
              <a:ext cx="708487" cy="499460"/>
              <a:chOff x="1390728" y="3301795"/>
              <a:chExt cx="708487" cy="499460"/>
            </a:xfrm>
          </p:grpSpPr>
          <p:sp>
            <p:nvSpPr>
              <p:cNvPr id="42" name="Arc 41">
                <a:extLst>
                  <a:ext uri="{FF2B5EF4-FFF2-40B4-BE49-F238E27FC236}">
                    <a16:creationId xmlns:a16="http://schemas.microsoft.com/office/drawing/2014/main" id="{22C6A9FB-6B71-1EF5-AA36-1A76B8060C5B}"/>
                  </a:ext>
                </a:extLst>
              </p:cNvPr>
              <p:cNvSpPr/>
              <p:nvPr/>
            </p:nvSpPr>
            <p:spPr>
              <a:xfrm flipV="1">
                <a:off x="1915615" y="3434055"/>
                <a:ext cx="183600" cy="183600"/>
              </a:xfrm>
              <a:prstGeom prst="arc">
                <a:avLst/>
              </a:prstGeom>
              <a:ln w="15875" cap="rnd">
                <a:solidFill>
                  <a:schemeClr val="bg1">
                    <a:lumMod val="50000"/>
                    <a:lumOff val="50000"/>
                  </a:schemeClr>
                </a:solidFill>
                <a:prstDash val="sysDash"/>
                <a:headEnd type="none" w="sm"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3" name="Arc 42">
                <a:extLst>
                  <a:ext uri="{FF2B5EF4-FFF2-40B4-BE49-F238E27FC236}">
                    <a16:creationId xmlns:a16="http://schemas.microsoft.com/office/drawing/2014/main" id="{3A4019CC-84D1-8281-9BD1-C255F1E9D3EB}"/>
                  </a:ext>
                </a:extLst>
              </p:cNvPr>
              <p:cNvSpPr/>
              <p:nvPr/>
            </p:nvSpPr>
            <p:spPr>
              <a:xfrm rot="10800000" flipV="1">
                <a:off x="1390728" y="3617655"/>
                <a:ext cx="183600" cy="183600"/>
              </a:xfrm>
              <a:prstGeom prst="arc">
                <a:avLst/>
              </a:prstGeom>
              <a:ln w="19050" cap="rnd">
                <a:solidFill>
                  <a:schemeClr val="bg1">
                    <a:lumMod val="50000"/>
                    <a:lumOff val="50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Sans Display"/>
                  <a:ea typeface="+mn-ea"/>
                  <a:cs typeface="+mn-cs"/>
                </a:endParaRPr>
              </a:p>
            </p:txBody>
          </p:sp>
          <p:cxnSp>
            <p:nvCxnSpPr>
              <p:cNvPr id="44" name="Straight Connector 43">
                <a:extLst>
                  <a:ext uri="{FF2B5EF4-FFF2-40B4-BE49-F238E27FC236}">
                    <a16:creationId xmlns:a16="http://schemas.microsoft.com/office/drawing/2014/main" id="{9154DDB1-3DC2-6B5F-2F9E-28CF981697D6}"/>
                  </a:ext>
                </a:extLst>
              </p:cNvPr>
              <p:cNvCxnSpPr>
                <a:cxnSpLocks/>
                <a:stCxn id="43" idx="0"/>
              </p:cNvCxnSpPr>
              <p:nvPr/>
            </p:nvCxnSpPr>
            <p:spPr>
              <a:xfrm>
                <a:off x="1482528" y="3617655"/>
                <a:ext cx="527246" cy="0"/>
              </a:xfrm>
              <a:prstGeom prst="line">
                <a:avLst/>
              </a:prstGeom>
              <a:noFill/>
              <a:ln w="15875" cap="rnd" cmpd="sng" algn="ctr">
                <a:solidFill>
                  <a:schemeClr val="bg1">
                    <a:lumMod val="50000"/>
                    <a:lumOff val="50000"/>
                  </a:schemeClr>
                </a:solidFill>
                <a:prstDash val="sysDash"/>
                <a:headEnd type="none" w="med" len="med"/>
                <a:tailEnd type="none" w="lg" len="sm"/>
              </a:ln>
              <a:effectLst/>
            </p:spPr>
          </p:cxnSp>
          <p:cxnSp>
            <p:nvCxnSpPr>
              <p:cNvPr id="45" name="Straight Connector 44">
                <a:extLst>
                  <a:ext uri="{FF2B5EF4-FFF2-40B4-BE49-F238E27FC236}">
                    <a16:creationId xmlns:a16="http://schemas.microsoft.com/office/drawing/2014/main" id="{C7306DDE-6B1F-E88D-5AC9-414EF3979CEE}"/>
                  </a:ext>
                </a:extLst>
              </p:cNvPr>
              <p:cNvCxnSpPr>
                <a:cxnSpLocks/>
              </p:cNvCxnSpPr>
              <p:nvPr/>
            </p:nvCxnSpPr>
            <p:spPr>
              <a:xfrm>
                <a:off x="2099215" y="3301795"/>
                <a:ext cx="0" cy="222455"/>
              </a:xfrm>
              <a:prstGeom prst="line">
                <a:avLst/>
              </a:prstGeom>
              <a:noFill/>
              <a:ln w="15875" cap="rnd" cmpd="sng" algn="ctr">
                <a:solidFill>
                  <a:schemeClr val="bg1">
                    <a:lumMod val="50000"/>
                    <a:lumOff val="50000"/>
                  </a:schemeClr>
                </a:solidFill>
                <a:prstDash val="sysDash"/>
                <a:headEnd type="none" w="med" len="med"/>
                <a:tailEnd type="none" w="lg" len="sm"/>
              </a:ln>
              <a:effectLst/>
            </p:spPr>
          </p:cxnSp>
        </p:grpSp>
        <p:cxnSp>
          <p:nvCxnSpPr>
            <p:cNvPr id="41" name="Straight Connector 40">
              <a:extLst>
                <a:ext uri="{FF2B5EF4-FFF2-40B4-BE49-F238E27FC236}">
                  <a16:creationId xmlns:a16="http://schemas.microsoft.com/office/drawing/2014/main" id="{95524E24-6EC4-FDCE-3BE4-72F6B58A1415}"/>
                </a:ext>
              </a:extLst>
            </p:cNvPr>
            <p:cNvCxnSpPr>
              <a:cxnSpLocks/>
            </p:cNvCxnSpPr>
            <p:nvPr/>
          </p:nvCxnSpPr>
          <p:spPr>
            <a:xfrm>
              <a:off x="5560100" y="3695937"/>
              <a:ext cx="0" cy="1210056"/>
            </a:xfrm>
            <a:prstGeom prst="line">
              <a:avLst/>
            </a:prstGeom>
            <a:noFill/>
            <a:ln w="15875" cap="rnd" cmpd="sng" algn="ctr">
              <a:solidFill>
                <a:schemeClr val="bg1">
                  <a:lumMod val="50000"/>
                  <a:lumOff val="50000"/>
                </a:schemeClr>
              </a:solidFill>
              <a:prstDash val="sysDash"/>
              <a:headEnd type="none" w="med" len="med"/>
              <a:tailEnd type="arrow" w="lg" len="sm"/>
            </a:ln>
            <a:effectLst/>
          </p:spPr>
        </p:cxnSp>
      </p:grpSp>
      <p:sp>
        <p:nvSpPr>
          <p:cNvPr id="19" name="Rectangle: Rounded Corners 25">
            <a:extLst>
              <a:ext uri="{FF2B5EF4-FFF2-40B4-BE49-F238E27FC236}">
                <a16:creationId xmlns:a16="http://schemas.microsoft.com/office/drawing/2014/main" id="{F8A554C3-90E3-EA7C-911F-2200972272D6}"/>
              </a:ext>
            </a:extLst>
          </p:cNvPr>
          <p:cNvSpPr/>
          <p:nvPr/>
        </p:nvSpPr>
        <p:spPr bwMode="auto">
          <a:xfrm>
            <a:off x="9299541" y="3341022"/>
            <a:ext cx="488324" cy="484632"/>
          </a:xfrm>
          <a:prstGeom prst="ellipse">
            <a:avLst/>
          </a:prstGeom>
          <a:solidFill>
            <a:schemeClr val="bg2"/>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KQL</a:t>
            </a:r>
          </a:p>
        </p:txBody>
      </p:sp>
      <p:sp>
        <p:nvSpPr>
          <p:cNvPr id="20" name="Rectangle: Rounded Corners 28">
            <a:extLst>
              <a:ext uri="{FF2B5EF4-FFF2-40B4-BE49-F238E27FC236}">
                <a16:creationId xmlns:a16="http://schemas.microsoft.com/office/drawing/2014/main" id="{94028151-5659-D3C7-AB33-38FCB8991C81}"/>
              </a:ext>
            </a:extLst>
          </p:cNvPr>
          <p:cNvSpPr/>
          <p:nvPr/>
        </p:nvSpPr>
        <p:spPr bwMode="auto">
          <a:xfrm>
            <a:off x="10476811" y="3321665"/>
            <a:ext cx="488324" cy="484632"/>
          </a:xfrm>
          <a:prstGeom prst="ellipse">
            <a:avLst/>
          </a:prstGeom>
          <a:solidFill>
            <a:schemeClr val="bg2"/>
          </a:solidFill>
          <a:ln>
            <a:noFill/>
          </a:ln>
          <a:effectLst>
            <a:outerShdw blurRad="101600" dist="50800" dir="2700000" algn="tl" rotWithShape="0">
              <a:schemeClr val="bg1">
                <a:lumMod val="50000"/>
                <a:lumOff val="5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Analysis</a:t>
            </a:r>
            <a:br>
              <a:rPr kumimoji="0" lang="en-US" sz="7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7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Services</a:t>
            </a:r>
          </a:p>
        </p:txBody>
      </p:sp>
      <p:grpSp>
        <p:nvGrpSpPr>
          <p:cNvPr id="161" name="Group 160" descr="Customer 360">
            <a:extLst>
              <a:ext uri="{FF2B5EF4-FFF2-40B4-BE49-F238E27FC236}">
                <a16:creationId xmlns:a16="http://schemas.microsoft.com/office/drawing/2014/main" id="{993FAB7A-82B5-9FA6-B054-A80A12318120}"/>
              </a:ext>
            </a:extLst>
          </p:cNvPr>
          <p:cNvGrpSpPr/>
          <p:nvPr/>
        </p:nvGrpSpPr>
        <p:grpSpPr>
          <a:xfrm>
            <a:off x="5814915" y="4083822"/>
            <a:ext cx="688027" cy="469072"/>
            <a:chOff x="853785" y="4940542"/>
            <a:chExt cx="760332" cy="546281"/>
          </a:xfrm>
          <a:solidFill>
            <a:schemeClr val="bg2"/>
          </a:solidFill>
        </p:grpSpPr>
        <p:grpSp>
          <p:nvGrpSpPr>
            <p:cNvPr id="162" name="Group 161">
              <a:extLst>
                <a:ext uri="{FF2B5EF4-FFF2-40B4-BE49-F238E27FC236}">
                  <a16:creationId xmlns:a16="http://schemas.microsoft.com/office/drawing/2014/main" id="{B4E1F83D-9CAB-3E5B-FE0C-CE385825260F}"/>
                </a:ext>
              </a:extLst>
            </p:cNvPr>
            <p:cNvGrpSpPr/>
            <p:nvPr/>
          </p:nvGrpSpPr>
          <p:grpSpPr>
            <a:xfrm>
              <a:off x="853785" y="4940542"/>
              <a:ext cx="760332" cy="546281"/>
              <a:chOff x="5570394" y="4264529"/>
              <a:chExt cx="331747" cy="266061"/>
            </a:xfrm>
            <a:grpFill/>
          </p:grpSpPr>
          <p:sp>
            <p:nvSpPr>
              <p:cNvPr id="164" name="Freeform 24">
                <a:extLst>
                  <a:ext uri="{FF2B5EF4-FFF2-40B4-BE49-F238E27FC236}">
                    <a16:creationId xmlns:a16="http://schemas.microsoft.com/office/drawing/2014/main" id="{523EFD54-420B-67B4-D911-E4D1C85C70A3}"/>
                  </a:ext>
                </a:extLst>
              </p:cNvPr>
              <p:cNvSpPr/>
              <p:nvPr/>
            </p:nvSpPr>
            <p:spPr>
              <a:xfrm>
                <a:off x="5570394" y="4264529"/>
                <a:ext cx="299383" cy="247887"/>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600" b="0"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165" name="Freeform 25">
                <a:extLst>
                  <a:ext uri="{FF2B5EF4-FFF2-40B4-BE49-F238E27FC236}">
                    <a16:creationId xmlns:a16="http://schemas.microsoft.com/office/drawing/2014/main" id="{1AD18050-2C82-3D3E-BECF-4B24429F3255}"/>
                  </a:ext>
                </a:extLst>
              </p:cNvPr>
              <p:cNvSpPr/>
              <p:nvPr/>
            </p:nvSpPr>
            <p:spPr>
              <a:xfrm>
                <a:off x="5599229" y="4380965"/>
                <a:ext cx="302912"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600" b="0"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grpSp>
        <p:sp>
          <p:nvSpPr>
            <p:cNvPr id="163" name="TextBox 162">
              <a:extLst>
                <a:ext uri="{FF2B5EF4-FFF2-40B4-BE49-F238E27FC236}">
                  <a16:creationId xmlns:a16="http://schemas.microsoft.com/office/drawing/2014/main" id="{FBBEF823-6B2E-5540-9FEB-168C82E17598}"/>
                </a:ext>
              </a:extLst>
            </p:cNvPr>
            <p:cNvSpPr txBox="1"/>
            <p:nvPr/>
          </p:nvSpPr>
          <p:spPr>
            <a:xfrm>
              <a:off x="1030504" y="5195962"/>
              <a:ext cx="472980" cy="250906"/>
            </a:xfrm>
            <a:prstGeom prst="rect">
              <a:avLst/>
            </a:prstGeom>
            <a:noFill/>
            <a:ln w="63897" cap="flat">
              <a:noFill/>
              <a:prstDash val="solid"/>
              <a:miter/>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algn="ctr" fontAlgn="auto">
                <a:lnSpc>
                  <a:spcPct val="100000"/>
                </a:lnSpc>
                <a:spcBef>
                  <a:spcPts val="0"/>
                </a:spcBef>
                <a:spcAft>
                  <a:spcPts val="0"/>
                </a:spcAft>
                <a:buClrTx/>
                <a:buSzTx/>
                <a:buFontTx/>
                <a:buNone/>
                <a:tabLst/>
                <a:defRPr sz="700">
                  <a:solidFill>
                    <a:schemeClr val="bg1"/>
                  </a:solidFill>
                  <a:latin typeface="Segoe Sans Display Semibold" pitchFamily="2" charset="0"/>
                  <a:ea typeface="Nirmala UI Semilight" panose="020B0402040204020203" pitchFamily="34" charset="0"/>
                  <a:cs typeface="Segoe Sans Display Semibold"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t>Customer </a:t>
              </a:r>
              <a:br>
                <a:rPr kumimoji="0" lang="en-US" sz="700" b="0" i="0" u="none" strike="noStrike" kern="120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br>
              <a:r>
                <a:rPr kumimoji="0" lang="en-US" sz="700" b="0" i="0" u="none" strike="noStrike" kern="120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t>360</a:t>
              </a:r>
            </a:p>
          </p:txBody>
        </p:sp>
      </p:grpSp>
      <p:grpSp>
        <p:nvGrpSpPr>
          <p:cNvPr id="156" name="Group 155" descr="Finance">
            <a:extLst>
              <a:ext uri="{FF2B5EF4-FFF2-40B4-BE49-F238E27FC236}">
                <a16:creationId xmlns:a16="http://schemas.microsoft.com/office/drawing/2014/main" id="{BE94853E-FD7E-1F54-B798-16468249979D}"/>
              </a:ext>
            </a:extLst>
          </p:cNvPr>
          <p:cNvGrpSpPr/>
          <p:nvPr/>
        </p:nvGrpSpPr>
        <p:grpSpPr>
          <a:xfrm>
            <a:off x="7009726" y="4085864"/>
            <a:ext cx="688025" cy="469069"/>
            <a:chOff x="853786" y="4940518"/>
            <a:chExt cx="760330" cy="546275"/>
          </a:xfrm>
          <a:solidFill>
            <a:schemeClr val="bg2"/>
          </a:solidFill>
        </p:grpSpPr>
        <p:grpSp>
          <p:nvGrpSpPr>
            <p:cNvPr id="157" name="Group 156">
              <a:extLst>
                <a:ext uri="{FF2B5EF4-FFF2-40B4-BE49-F238E27FC236}">
                  <a16:creationId xmlns:a16="http://schemas.microsoft.com/office/drawing/2014/main" id="{7671BE5F-B3B6-EF17-87A1-FE712E893C15}"/>
                </a:ext>
              </a:extLst>
            </p:cNvPr>
            <p:cNvGrpSpPr/>
            <p:nvPr/>
          </p:nvGrpSpPr>
          <p:grpSpPr>
            <a:xfrm>
              <a:off x="853786" y="4940518"/>
              <a:ext cx="760330" cy="546275"/>
              <a:chOff x="5570392" y="4264532"/>
              <a:chExt cx="331746" cy="266059"/>
            </a:xfrm>
            <a:grpFill/>
          </p:grpSpPr>
          <p:sp>
            <p:nvSpPr>
              <p:cNvPr id="159" name="Freeform 24">
                <a:extLst>
                  <a:ext uri="{FF2B5EF4-FFF2-40B4-BE49-F238E27FC236}">
                    <a16:creationId xmlns:a16="http://schemas.microsoft.com/office/drawing/2014/main" id="{6A418BB2-28E5-540C-57AE-94FB25A10140}"/>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600" b="0"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160" name="Freeform 25">
                <a:extLst>
                  <a:ext uri="{FF2B5EF4-FFF2-40B4-BE49-F238E27FC236}">
                    <a16:creationId xmlns:a16="http://schemas.microsoft.com/office/drawing/2014/main" id="{5D7CF636-243E-C0B7-721F-8A3C98F3403E}"/>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600" b="0"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grpSp>
        <p:sp>
          <p:nvSpPr>
            <p:cNvPr id="158" name="TextBox 157">
              <a:extLst>
                <a:ext uri="{FF2B5EF4-FFF2-40B4-BE49-F238E27FC236}">
                  <a16:creationId xmlns:a16="http://schemas.microsoft.com/office/drawing/2014/main" id="{BEB08CE0-70C1-0E08-8A22-2506A16E63CC}"/>
                </a:ext>
              </a:extLst>
            </p:cNvPr>
            <p:cNvSpPr txBox="1"/>
            <p:nvPr/>
          </p:nvSpPr>
          <p:spPr>
            <a:xfrm>
              <a:off x="1098318" y="5262054"/>
              <a:ext cx="345435" cy="125452"/>
            </a:xfrm>
            <a:prstGeom prst="rect">
              <a:avLst/>
            </a:prstGeom>
            <a:noFill/>
            <a:ln w="63897" cap="flat">
              <a:noFill/>
              <a:prstDash val="solid"/>
              <a:miter/>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algn="ctr" fontAlgn="auto">
                <a:lnSpc>
                  <a:spcPct val="100000"/>
                </a:lnSpc>
                <a:spcBef>
                  <a:spcPts val="0"/>
                </a:spcBef>
                <a:spcAft>
                  <a:spcPts val="0"/>
                </a:spcAft>
                <a:buClrTx/>
                <a:buSzTx/>
                <a:buFontTx/>
                <a:buNone/>
                <a:tabLst/>
                <a:defRPr sz="800">
                  <a:solidFill>
                    <a:schemeClr val="bg1"/>
                  </a:solidFill>
                  <a:latin typeface="Segoe Sans Display Semibold" pitchFamily="2" charset="0"/>
                  <a:ea typeface="Nirmala UI Semilight" panose="020B0402040204020203" pitchFamily="34" charset="0"/>
                  <a:cs typeface="Segoe Sans Display Semibold"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t>Finance</a:t>
              </a:r>
            </a:p>
          </p:txBody>
        </p:sp>
      </p:grpSp>
      <p:pic>
        <p:nvPicPr>
          <p:cNvPr id="467" name="Picture 466">
            <a:extLst>
              <a:ext uri="{FF2B5EF4-FFF2-40B4-BE49-F238E27FC236}">
                <a16:creationId xmlns:a16="http://schemas.microsoft.com/office/drawing/2014/main" id="{861C9F55-A094-254C-4150-691AA9E7D2DE}"/>
              </a:ext>
              <a:ext uri="{C183D7F6-B498-43B3-948B-1728B52AA6E4}">
                <adec:decorative xmlns:adec="http://schemas.microsoft.com/office/drawing/2017/decorative" val="1"/>
              </a:ext>
            </a:extLst>
          </p:cNvPr>
          <p:cNvPicPr>
            <a:picLocks noChangeAspect="1"/>
          </p:cNvPicPr>
          <p:nvPr/>
        </p:nvPicPr>
        <p:blipFill rotWithShape="1">
          <a:blip r:embed="rId16">
            <a:extLst>
              <a:ext uri="{28A0092B-C50C-407E-A947-70E740481C1C}">
                <a14:useLocalDpi xmlns:a14="http://schemas.microsoft.com/office/drawing/2010/main" val="0"/>
              </a:ext>
            </a:extLst>
          </a:blip>
          <a:srcRect l="-7916" r="-7916"/>
          <a:stretch/>
        </p:blipFill>
        <p:spPr>
          <a:xfrm>
            <a:off x="8330791" y="4102962"/>
            <a:ext cx="339463" cy="292825"/>
          </a:xfrm>
          <a:prstGeom prst="rect">
            <a:avLst/>
          </a:prstGeom>
          <a:noFill/>
          <a:ln>
            <a:noFill/>
          </a:ln>
          <a:effectLst/>
        </p:spPr>
      </p:pic>
      <p:sp>
        <p:nvSpPr>
          <p:cNvPr id="150" name="Rounded Rectangle 45">
            <a:extLst>
              <a:ext uri="{FF2B5EF4-FFF2-40B4-BE49-F238E27FC236}">
                <a16:creationId xmlns:a16="http://schemas.microsoft.com/office/drawing/2014/main" id="{692D4A07-A84C-360E-2C30-39C3882ECD0D}"/>
              </a:ext>
            </a:extLst>
          </p:cNvPr>
          <p:cNvSpPr/>
          <p:nvPr/>
        </p:nvSpPr>
        <p:spPr>
          <a:xfrm>
            <a:off x="8200536" y="4435064"/>
            <a:ext cx="599972" cy="188238"/>
          </a:xfrm>
          <a:prstGeom prst="rect">
            <a:avLst/>
          </a:prstGeom>
          <a:noFill/>
          <a:ln>
            <a:noFill/>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err="1">
                <a:ln>
                  <a:noFill/>
                </a:ln>
                <a:solidFill>
                  <a:srgbClr val="000000"/>
                </a:solidFill>
                <a:effectLst/>
                <a:uLnTx/>
                <a:uFillTx/>
                <a:latin typeface="Segoe Sans Display Semibold" pitchFamily="2" charset="0"/>
                <a:ea typeface="+mn-ea"/>
                <a:cs typeface="Segoe Sans Display Semibold" pitchFamily="2" charset="0"/>
              </a:rPr>
              <a:t>OneLake</a:t>
            </a:r>
            <a:endParaRPr kumimoji="0" lang="en-US" sz="12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grpSp>
        <p:nvGrpSpPr>
          <p:cNvPr id="151" name="Group 150" descr="Service Telemetry&#10;">
            <a:extLst>
              <a:ext uri="{FF2B5EF4-FFF2-40B4-BE49-F238E27FC236}">
                <a16:creationId xmlns:a16="http://schemas.microsoft.com/office/drawing/2014/main" id="{8E58AB07-19FE-C208-E7DE-F6C3E5DAB323}"/>
              </a:ext>
            </a:extLst>
          </p:cNvPr>
          <p:cNvGrpSpPr/>
          <p:nvPr/>
        </p:nvGrpSpPr>
        <p:grpSpPr>
          <a:xfrm>
            <a:off x="9143527" y="4083814"/>
            <a:ext cx="688026" cy="469067"/>
            <a:chOff x="853786" y="4940518"/>
            <a:chExt cx="760330" cy="546275"/>
          </a:xfrm>
          <a:solidFill>
            <a:schemeClr val="bg2"/>
          </a:solidFill>
        </p:grpSpPr>
        <p:grpSp>
          <p:nvGrpSpPr>
            <p:cNvPr id="152" name="Group 151">
              <a:extLst>
                <a:ext uri="{FF2B5EF4-FFF2-40B4-BE49-F238E27FC236}">
                  <a16:creationId xmlns:a16="http://schemas.microsoft.com/office/drawing/2014/main" id="{DD06B067-47F5-C097-1D1B-42A1D1A4B481}"/>
                </a:ext>
              </a:extLst>
            </p:cNvPr>
            <p:cNvGrpSpPr/>
            <p:nvPr/>
          </p:nvGrpSpPr>
          <p:grpSpPr>
            <a:xfrm>
              <a:off x="853786" y="4940518"/>
              <a:ext cx="760330" cy="546275"/>
              <a:chOff x="5570392" y="4264532"/>
              <a:chExt cx="331746" cy="266059"/>
            </a:xfrm>
            <a:grpFill/>
          </p:grpSpPr>
          <p:sp>
            <p:nvSpPr>
              <p:cNvPr id="154" name="Freeform 24">
                <a:extLst>
                  <a:ext uri="{FF2B5EF4-FFF2-40B4-BE49-F238E27FC236}">
                    <a16:creationId xmlns:a16="http://schemas.microsoft.com/office/drawing/2014/main" id="{CAA7F980-E0F8-2637-FA20-5CB074E9B3F2}"/>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600" b="0"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155" name="Freeform 25">
                <a:extLst>
                  <a:ext uri="{FF2B5EF4-FFF2-40B4-BE49-F238E27FC236}">
                    <a16:creationId xmlns:a16="http://schemas.microsoft.com/office/drawing/2014/main" id="{774FF71A-91C8-627A-8966-EC61871C69DD}"/>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600" b="0"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grpSp>
        <p:sp>
          <p:nvSpPr>
            <p:cNvPr id="153" name="TextBox 152">
              <a:extLst>
                <a:ext uri="{FF2B5EF4-FFF2-40B4-BE49-F238E27FC236}">
                  <a16:creationId xmlns:a16="http://schemas.microsoft.com/office/drawing/2014/main" id="{0312A98D-CB7D-F200-19E8-C775E711D0A5}"/>
                </a:ext>
              </a:extLst>
            </p:cNvPr>
            <p:cNvSpPr txBox="1"/>
            <p:nvPr/>
          </p:nvSpPr>
          <p:spPr>
            <a:xfrm>
              <a:off x="1019585" y="5207639"/>
              <a:ext cx="457037" cy="250906"/>
            </a:xfrm>
            <a:prstGeom prst="rect">
              <a:avLst/>
            </a:prstGeom>
            <a:noFill/>
            <a:ln w="63897" cap="flat">
              <a:noFill/>
              <a:prstDash val="solid"/>
              <a:miter/>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algn="ctr" fontAlgn="auto">
                <a:lnSpc>
                  <a:spcPct val="100000"/>
                </a:lnSpc>
                <a:spcBef>
                  <a:spcPts val="0"/>
                </a:spcBef>
                <a:spcAft>
                  <a:spcPts val="0"/>
                </a:spcAft>
                <a:buClrTx/>
                <a:buSzTx/>
                <a:buFontTx/>
                <a:buNone/>
                <a:tabLst/>
                <a:defRPr sz="700">
                  <a:solidFill>
                    <a:schemeClr val="bg1"/>
                  </a:solidFill>
                  <a:latin typeface="Segoe Sans Display Semibold" pitchFamily="2" charset="0"/>
                  <a:ea typeface="Nirmala UI Semilight" panose="020B0402040204020203" pitchFamily="34" charset="0"/>
                  <a:cs typeface="Segoe Sans Display Semibold"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t>Service</a:t>
              </a:r>
              <a:br>
                <a:rPr kumimoji="0" lang="en-US" sz="700" b="0" i="0" u="none" strike="noStrike" kern="120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br>
              <a:r>
                <a:rPr kumimoji="0" lang="en-US" sz="700" b="0" i="0" u="none" strike="noStrike" kern="120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t>Telemetry</a:t>
              </a:r>
            </a:p>
          </p:txBody>
        </p:sp>
      </p:grpSp>
      <p:grpSp>
        <p:nvGrpSpPr>
          <p:cNvPr id="3" name="Group 2" descr="Business KPIs&#10;">
            <a:extLst>
              <a:ext uri="{FF2B5EF4-FFF2-40B4-BE49-F238E27FC236}">
                <a16:creationId xmlns:a16="http://schemas.microsoft.com/office/drawing/2014/main" id="{B4A5FBD8-D568-8C14-140D-E706EB23587E}"/>
              </a:ext>
            </a:extLst>
          </p:cNvPr>
          <p:cNvGrpSpPr/>
          <p:nvPr/>
        </p:nvGrpSpPr>
        <p:grpSpPr>
          <a:xfrm>
            <a:off x="10374791" y="4083817"/>
            <a:ext cx="688025" cy="469068"/>
            <a:chOff x="853786" y="4940518"/>
            <a:chExt cx="760330" cy="546275"/>
          </a:xfrm>
          <a:solidFill>
            <a:schemeClr val="bg2"/>
          </a:solidFill>
        </p:grpSpPr>
        <p:grpSp>
          <p:nvGrpSpPr>
            <p:cNvPr id="4" name="Group 3">
              <a:extLst>
                <a:ext uri="{FF2B5EF4-FFF2-40B4-BE49-F238E27FC236}">
                  <a16:creationId xmlns:a16="http://schemas.microsoft.com/office/drawing/2014/main" id="{A99988FF-F260-D7A8-20B9-714CB306A098}"/>
                </a:ext>
              </a:extLst>
            </p:cNvPr>
            <p:cNvGrpSpPr/>
            <p:nvPr/>
          </p:nvGrpSpPr>
          <p:grpSpPr>
            <a:xfrm>
              <a:off x="853786" y="4940518"/>
              <a:ext cx="760330" cy="546275"/>
              <a:chOff x="5570392" y="4264532"/>
              <a:chExt cx="331746" cy="266059"/>
            </a:xfrm>
            <a:grpFill/>
          </p:grpSpPr>
          <p:sp>
            <p:nvSpPr>
              <p:cNvPr id="7" name="Freeform 24">
                <a:extLst>
                  <a:ext uri="{FF2B5EF4-FFF2-40B4-BE49-F238E27FC236}">
                    <a16:creationId xmlns:a16="http://schemas.microsoft.com/office/drawing/2014/main" id="{979BDB3F-7B8E-6AD1-627A-F49A74604D82}"/>
                  </a:ext>
                </a:extLst>
              </p:cNvPr>
              <p:cNvSpPr/>
              <p:nvPr/>
            </p:nvSpPr>
            <p:spPr>
              <a:xfrm>
                <a:off x="5570392" y="4264532"/>
                <a:ext cx="299383" cy="247886"/>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solidFill>
                <a:schemeClr val="accent3">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600" b="0"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8" name="Freeform 25">
                <a:extLst>
                  <a:ext uri="{FF2B5EF4-FFF2-40B4-BE49-F238E27FC236}">
                    <a16:creationId xmlns:a16="http://schemas.microsoft.com/office/drawing/2014/main" id="{A2767257-D591-97C1-270A-707FE680A020}"/>
                  </a:ext>
                </a:extLst>
              </p:cNvPr>
              <p:cNvSpPr/>
              <p:nvPr/>
            </p:nvSpPr>
            <p:spPr>
              <a:xfrm>
                <a:off x="5599227" y="4380966"/>
                <a:ext cx="302911" cy="149625"/>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solidFill>
                <a:schemeClr val="accent3">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non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600" b="0"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grpSp>
        <p:sp>
          <p:nvSpPr>
            <p:cNvPr id="5" name="TextBox 4">
              <a:extLst>
                <a:ext uri="{FF2B5EF4-FFF2-40B4-BE49-F238E27FC236}">
                  <a16:creationId xmlns:a16="http://schemas.microsoft.com/office/drawing/2014/main" id="{16D868AD-6323-2986-E2AB-0BA1708FACBC}"/>
                </a:ext>
              </a:extLst>
            </p:cNvPr>
            <p:cNvSpPr txBox="1"/>
            <p:nvPr/>
          </p:nvSpPr>
          <p:spPr>
            <a:xfrm>
              <a:off x="1093125" y="5210346"/>
              <a:ext cx="387950" cy="250905"/>
            </a:xfrm>
            <a:prstGeom prst="rect">
              <a:avLst/>
            </a:prstGeom>
            <a:noFill/>
            <a:ln w="63897" cap="flat">
              <a:noFill/>
              <a:prstDash val="solid"/>
              <a:miter/>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algn="ctr" fontAlgn="auto">
                <a:lnSpc>
                  <a:spcPct val="100000"/>
                </a:lnSpc>
                <a:spcBef>
                  <a:spcPts val="0"/>
                </a:spcBef>
                <a:spcAft>
                  <a:spcPts val="0"/>
                </a:spcAft>
                <a:buClrTx/>
                <a:buSzTx/>
                <a:buFontTx/>
                <a:buNone/>
                <a:tabLst/>
                <a:defRPr sz="700">
                  <a:solidFill>
                    <a:schemeClr val="bg1"/>
                  </a:solidFill>
                  <a:latin typeface="Segoe Sans Display Semibold" pitchFamily="2" charset="0"/>
                  <a:ea typeface="Nirmala UI Semilight" panose="020B0402040204020203" pitchFamily="34" charset="0"/>
                  <a:cs typeface="Segoe Sans Display Semibold"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t>Business</a:t>
              </a:r>
              <a:br>
                <a:rPr kumimoji="0" lang="en-US" sz="700" b="0" i="0" u="none" strike="noStrike" kern="120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br>
              <a:r>
                <a:rPr kumimoji="0" lang="en-US" sz="700" b="0" i="0" u="none" strike="noStrike" kern="1200" cap="none" spc="0" normalizeH="0" baseline="0" noProof="0">
                  <a:ln>
                    <a:noFill/>
                  </a:ln>
                  <a:solidFill>
                    <a:srgbClr val="000000"/>
                  </a:solidFill>
                  <a:effectLst/>
                  <a:uLnTx/>
                  <a:uFillTx/>
                  <a:latin typeface="Segoe Sans Display Semibold" pitchFamily="2" charset="0"/>
                  <a:ea typeface="Nirmala UI Semilight" panose="020B0402040204020203" pitchFamily="34" charset="0"/>
                  <a:cs typeface="Segoe Sans Display Semibold" pitchFamily="2" charset="0"/>
                </a:rPr>
                <a:t>KPIs</a:t>
              </a:r>
            </a:p>
          </p:txBody>
        </p:sp>
      </p:grpSp>
      <p:cxnSp>
        <p:nvCxnSpPr>
          <p:cNvPr id="489" name="Straight Connector 488" descr="Arrow pointing upwards">
            <a:extLst>
              <a:ext uri="{FF2B5EF4-FFF2-40B4-BE49-F238E27FC236}">
                <a16:creationId xmlns:a16="http://schemas.microsoft.com/office/drawing/2014/main" id="{FD4245F4-263E-0E9F-0F81-C5E0F28EC733}"/>
              </a:ext>
            </a:extLst>
          </p:cNvPr>
          <p:cNvCxnSpPr>
            <a:cxnSpLocks/>
          </p:cNvCxnSpPr>
          <p:nvPr/>
        </p:nvCxnSpPr>
        <p:spPr>
          <a:xfrm flipV="1">
            <a:off x="6230649" y="4939804"/>
            <a:ext cx="0" cy="234832"/>
          </a:xfrm>
          <a:prstGeom prst="line">
            <a:avLst/>
          </a:prstGeom>
          <a:noFill/>
          <a:ln w="15875" cap="rnd" cmpd="sng" algn="ctr">
            <a:solidFill>
              <a:schemeClr val="tx1"/>
            </a:solidFill>
            <a:prstDash val="sysDash"/>
            <a:headEnd type="none" w="med" len="med"/>
            <a:tailEnd type="arrow" w="lg" len="sm"/>
          </a:ln>
          <a:effectLst/>
        </p:spPr>
      </p:cxnSp>
      <p:cxnSp>
        <p:nvCxnSpPr>
          <p:cNvPr id="490" name="Straight Connector 489" descr="Arrow pointing upwards">
            <a:extLst>
              <a:ext uri="{FF2B5EF4-FFF2-40B4-BE49-F238E27FC236}">
                <a16:creationId xmlns:a16="http://schemas.microsoft.com/office/drawing/2014/main" id="{51800501-3FA4-0E2B-9137-801843CC840C}"/>
              </a:ext>
            </a:extLst>
          </p:cNvPr>
          <p:cNvCxnSpPr>
            <a:cxnSpLocks/>
          </p:cNvCxnSpPr>
          <p:nvPr/>
        </p:nvCxnSpPr>
        <p:spPr>
          <a:xfrm flipV="1">
            <a:off x="7431481" y="4934086"/>
            <a:ext cx="0" cy="234832"/>
          </a:xfrm>
          <a:prstGeom prst="line">
            <a:avLst/>
          </a:prstGeom>
          <a:noFill/>
          <a:ln w="15875" cap="rnd" cmpd="sng" algn="ctr">
            <a:solidFill>
              <a:schemeClr val="tx1"/>
            </a:solidFill>
            <a:prstDash val="sysDash"/>
            <a:headEnd type="none" w="med" len="med"/>
            <a:tailEnd type="arrow" w="lg" len="sm"/>
          </a:ln>
          <a:effectLst/>
        </p:spPr>
      </p:cxnSp>
      <p:cxnSp>
        <p:nvCxnSpPr>
          <p:cNvPr id="479" name="Straight Connector 478" descr="Arrow pointing upwards">
            <a:extLst>
              <a:ext uri="{FF2B5EF4-FFF2-40B4-BE49-F238E27FC236}">
                <a16:creationId xmlns:a16="http://schemas.microsoft.com/office/drawing/2014/main" id="{69473DFA-FC9C-6013-1DE5-A407B5B25A26}"/>
              </a:ext>
            </a:extLst>
          </p:cNvPr>
          <p:cNvCxnSpPr>
            <a:cxnSpLocks/>
          </p:cNvCxnSpPr>
          <p:nvPr/>
        </p:nvCxnSpPr>
        <p:spPr>
          <a:xfrm flipV="1">
            <a:off x="8543857" y="4934081"/>
            <a:ext cx="0" cy="234832"/>
          </a:xfrm>
          <a:prstGeom prst="line">
            <a:avLst/>
          </a:prstGeom>
          <a:noFill/>
          <a:ln w="15875" cap="rnd" cmpd="sng" algn="ctr">
            <a:solidFill>
              <a:schemeClr val="tx1"/>
            </a:solidFill>
            <a:prstDash val="sysDash"/>
            <a:headEnd type="none" w="med" len="med"/>
            <a:tailEnd type="arrow" w="lg" len="sm"/>
          </a:ln>
          <a:effectLst/>
        </p:spPr>
      </p:cxnSp>
      <p:cxnSp>
        <p:nvCxnSpPr>
          <p:cNvPr id="480" name="Straight Connector 479" descr="Arrow pointing upwards">
            <a:extLst>
              <a:ext uri="{FF2B5EF4-FFF2-40B4-BE49-F238E27FC236}">
                <a16:creationId xmlns:a16="http://schemas.microsoft.com/office/drawing/2014/main" id="{82747F33-19B0-282C-F27D-DF20FAEFB8BD}"/>
              </a:ext>
            </a:extLst>
          </p:cNvPr>
          <p:cNvCxnSpPr>
            <a:cxnSpLocks/>
          </p:cNvCxnSpPr>
          <p:nvPr/>
        </p:nvCxnSpPr>
        <p:spPr>
          <a:xfrm flipV="1">
            <a:off x="9654766" y="4934081"/>
            <a:ext cx="0" cy="234832"/>
          </a:xfrm>
          <a:prstGeom prst="line">
            <a:avLst/>
          </a:prstGeom>
          <a:noFill/>
          <a:ln w="15875" cap="rnd" cmpd="sng" algn="ctr">
            <a:solidFill>
              <a:schemeClr val="tx1"/>
            </a:solidFill>
            <a:prstDash val="sysDash"/>
            <a:headEnd type="none" w="med" len="med"/>
            <a:tailEnd type="arrow" w="lg" len="sm"/>
          </a:ln>
          <a:effectLst/>
        </p:spPr>
      </p:cxnSp>
      <p:pic>
        <p:nvPicPr>
          <p:cNvPr id="282" name="Picture 281">
            <a:extLst>
              <a:ext uri="{FF2B5EF4-FFF2-40B4-BE49-F238E27FC236}">
                <a16:creationId xmlns:a16="http://schemas.microsoft.com/office/drawing/2014/main" id="{7F07F629-F843-7D4F-6153-C89D6787B49B}"/>
              </a:ext>
              <a:ext uri="{C183D7F6-B498-43B3-948B-1728B52AA6E4}">
                <adec:decorative xmlns:adec="http://schemas.microsoft.com/office/drawing/2017/decorative" val="1"/>
              </a:ext>
            </a:extLst>
          </p:cNvPr>
          <p:cNvPicPr>
            <a:picLocks noChangeAspect="1"/>
          </p:cNvPicPr>
          <p:nvPr/>
        </p:nvPicPr>
        <p:blipFill>
          <a:blip r:embed="rId17">
            <a:extLst>
              <a:ext uri="{28A0092B-C50C-407E-A947-70E740481C1C}">
                <a14:useLocalDpi xmlns:a14="http://schemas.microsoft.com/office/drawing/2010/main" val="0"/>
              </a:ext>
            </a:extLst>
          </a:blip>
          <a:srcRect/>
          <a:stretch/>
        </p:blipFill>
        <p:spPr>
          <a:xfrm>
            <a:off x="6340103" y="5287954"/>
            <a:ext cx="390692" cy="324011"/>
          </a:xfrm>
          <a:prstGeom prst="rect">
            <a:avLst/>
          </a:prstGeom>
        </p:spPr>
      </p:pic>
      <p:sp>
        <p:nvSpPr>
          <p:cNvPr id="284" name="Rounded Rectangle 19">
            <a:extLst>
              <a:ext uri="{FF2B5EF4-FFF2-40B4-BE49-F238E27FC236}">
                <a16:creationId xmlns:a16="http://schemas.microsoft.com/office/drawing/2014/main" id="{4125511D-0E6D-E6C8-36C9-A7E85189BBF1}"/>
              </a:ext>
            </a:extLst>
          </p:cNvPr>
          <p:cNvSpPr/>
          <p:nvPr/>
        </p:nvSpPr>
        <p:spPr>
          <a:xfrm>
            <a:off x="6236090" y="5736494"/>
            <a:ext cx="642805" cy="276999"/>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light"/>
                <a:ea typeface="+mn-ea"/>
                <a:cs typeface="+mn-cs"/>
              </a:rPr>
              <a:t>Azure </a:t>
            </a:r>
            <a:br>
              <a:rPr kumimoji="0" lang="en-US" sz="900" b="0" i="0" u="none" strike="noStrike" kern="1200" cap="none" spc="0" normalizeH="0" baseline="0" noProof="0">
                <a:ln>
                  <a:noFill/>
                </a:ln>
                <a:solidFill>
                  <a:srgbClr val="000000"/>
                </a:solidFill>
                <a:effectLst/>
                <a:uLnTx/>
                <a:uFillTx/>
                <a:latin typeface="Segoe Sans Text Semilight"/>
                <a:ea typeface="+mn-ea"/>
                <a:cs typeface="+mn-cs"/>
              </a:rPr>
            </a:br>
            <a:r>
              <a:rPr kumimoji="0" lang="en-US" sz="900" b="0" i="0" u="none" strike="noStrike" kern="1200" cap="none" spc="0" normalizeH="0" baseline="0" noProof="0">
                <a:ln>
                  <a:noFill/>
                </a:ln>
                <a:solidFill>
                  <a:srgbClr val="000000"/>
                </a:solidFill>
                <a:effectLst/>
                <a:uLnTx/>
                <a:uFillTx/>
                <a:latin typeface="Segoe Sans Text Semilight"/>
                <a:ea typeface="+mn-ea"/>
                <a:cs typeface="+mn-cs"/>
              </a:rPr>
              <a:t>COSMOS DB</a:t>
            </a:r>
          </a:p>
        </p:txBody>
      </p:sp>
      <p:pic>
        <p:nvPicPr>
          <p:cNvPr id="277" name="Picture 276">
            <a:extLst>
              <a:ext uri="{FF2B5EF4-FFF2-40B4-BE49-F238E27FC236}">
                <a16:creationId xmlns:a16="http://schemas.microsoft.com/office/drawing/2014/main" id="{7F7AE5C3-38F7-DF1F-1A79-D1AB521C181E}"/>
              </a:ext>
              <a:ext uri="{C183D7F6-B498-43B3-948B-1728B52AA6E4}">
                <adec:decorative xmlns:adec="http://schemas.microsoft.com/office/drawing/2017/decorative" val="1"/>
              </a:ext>
            </a:extLst>
          </p:cNvPr>
          <p:cNvPicPr>
            <a:picLocks noChangeAspect="1"/>
          </p:cNvPicPr>
          <p:nvPr/>
        </p:nvPicPr>
        <p:blipFill>
          <a:blip r:embed="rId18">
            <a:extLst>
              <a:ext uri="{28A0092B-C50C-407E-A947-70E740481C1C}">
                <a14:useLocalDpi xmlns:a14="http://schemas.microsoft.com/office/drawing/2010/main" val="0"/>
              </a:ext>
            </a:extLst>
          </a:blip>
          <a:srcRect/>
          <a:stretch/>
        </p:blipFill>
        <p:spPr>
          <a:xfrm>
            <a:off x="7586621" y="5287954"/>
            <a:ext cx="299321" cy="310215"/>
          </a:xfrm>
          <a:prstGeom prst="rect">
            <a:avLst/>
          </a:prstGeom>
        </p:spPr>
      </p:pic>
      <p:sp>
        <p:nvSpPr>
          <p:cNvPr id="279" name="Rounded Rectangle 19">
            <a:extLst>
              <a:ext uri="{FF2B5EF4-FFF2-40B4-BE49-F238E27FC236}">
                <a16:creationId xmlns:a16="http://schemas.microsoft.com/office/drawing/2014/main" id="{6586C215-01F9-6F6A-690E-5776F7E85911}"/>
              </a:ext>
            </a:extLst>
          </p:cNvPr>
          <p:cNvSpPr/>
          <p:nvPr/>
        </p:nvSpPr>
        <p:spPr>
          <a:xfrm>
            <a:off x="7449352" y="5736494"/>
            <a:ext cx="532598" cy="276999"/>
          </a:xfrm>
          <a:prstGeom prst="rect">
            <a:avLst/>
          </a:prstGeom>
          <a:noFill/>
          <a:ln>
            <a:noFill/>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light"/>
                <a:ea typeface="+mn-ea"/>
                <a:cs typeface="+mn-cs"/>
              </a:rPr>
              <a:t>Azure SQL DB</a:t>
            </a:r>
          </a:p>
        </p:txBody>
      </p:sp>
      <p:pic>
        <p:nvPicPr>
          <p:cNvPr id="272" name="Picture 271">
            <a:extLst>
              <a:ext uri="{FF2B5EF4-FFF2-40B4-BE49-F238E27FC236}">
                <a16:creationId xmlns:a16="http://schemas.microsoft.com/office/drawing/2014/main" id="{E235DFC7-60A9-B46D-94BB-2BB4B845A314}"/>
              </a:ext>
              <a:ext uri="{C183D7F6-B498-43B3-948B-1728B52AA6E4}">
                <adec:decorative xmlns:adec="http://schemas.microsoft.com/office/drawing/2017/decorative" val="1"/>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8776390" y="5287954"/>
            <a:ext cx="144534" cy="377225"/>
          </a:xfrm>
          <a:prstGeom prst="rect">
            <a:avLst/>
          </a:prstGeom>
        </p:spPr>
      </p:pic>
      <p:sp>
        <p:nvSpPr>
          <p:cNvPr id="274" name="Rounded Rectangle 19">
            <a:extLst>
              <a:ext uri="{FF2B5EF4-FFF2-40B4-BE49-F238E27FC236}">
                <a16:creationId xmlns:a16="http://schemas.microsoft.com/office/drawing/2014/main" id="{CC4C25B2-ED54-1210-9042-B3C65DE9AF7F}"/>
              </a:ext>
            </a:extLst>
          </p:cNvPr>
          <p:cNvSpPr/>
          <p:nvPr/>
        </p:nvSpPr>
        <p:spPr>
          <a:xfrm>
            <a:off x="8656747" y="5736494"/>
            <a:ext cx="392736" cy="276999"/>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light"/>
                <a:ea typeface="+mn-ea"/>
                <a:cs typeface="+mn-cs"/>
              </a:rPr>
              <a:t>Mongo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light"/>
                <a:ea typeface="+mn-ea"/>
                <a:cs typeface="+mn-cs"/>
              </a:rPr>
              <a:t>DB</a:t>
            </a:r>
          </a:p>
        </p:txBody>
      </p:sp>
      <p:pic>
        <p:nvPicPr>
          <p:cNvPr id="265" name="Picture 264">
            <a:extLst>
              <a:ext uri="{FF2B5EF4-FFF2-40B4-BE49-F238E27FC236}">
                <a16:creationId xmlns:a16="http://schemas.microsoft.com/office/drawing/2014/main" id="{6671E218-2DB1-3A3D-312D-487D7BDD93E8}"/>
              </a:ext>
              <a:ext uri="{C183D7F6-B498-43B3-948B-1728B52AA6E4}">
                <adec:decorative xmlns:adec="http://schemas.microsoft.com/office/drawing/2017/decorative" val="1"/>
              </a:ext>
            </a:extLst>
          </p:cNvPr>
          <p:cNvPicPr>
            <a:picLocks noChangeAspect="1"/>
          </p:cNvPicPr>
          <p:nvPr/>
        </p:nvPicPr>
        <p:blipFill>
          <a:blip r:embed="rId20">
            <a:extLst>
              <a:ext uri="{28A0092B-C50C-407E-A947-70E740481C1C}">
                <a14:useLocalDpi xmlns:a14="http://schemas.microsoft.com/office/drawing/2010/main" val="0"/>
              </a:ext>
            </a:extLst>
          </a:blip>
          <a:srcRect/>
          <a:stretch/>
        </p:blipFill>
        <p:spPr>
          <a:xfrm>
            <a:off x="9844471" y="5287954"/>
            <a:ext cx="303192" cy="303192"/>
          </a:xfrm>
          <a:prstGeom prst="rect">
            <a:avLst/>
          </a:prstGeom>
        </p:spPr>
      </p:pic>
      <p:sp>
        <p:nvSpPr>
          <p:cNvPr id="191" name="Rounded Rectangle 19">
            <a:extLst>
              <a:ext uri="{FF2B5EF4-FFF2-40B4-BE49-F238E27FC236}">
                <a16:creationId xmlns:a16="http://schemas.microsoft.com/office/drawing/2014/main" id="{7A9EA042-F1AF-B823-AB55-BD60E3594352}"/>
              </a:ext>
            </a:extLst>
          </p:cNvPr>
          <p:cNvSpPr/>
          <p:nvPr/>
        </p:nvSpPr>
        <p:spPr>
          <a:xfrm>
            <a:off x="9715542" y="5736494"/>
            <a:ext cx="561051" cy="276999"/>
          </a:xfrm>
          <a:prstGeom prst="rect">
            <a:avLst/>
          </a:prstGeom>
          <a:noFill/>
          <a:ln>
            <a:noFill/>
          </a:ln>
          <a:effectLst/>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Sans Text Semilight"/>
                <a:ea typeface="+mn-ea"/>
                <a:cs typeface="+mn-cs"/>
              </a:rPr>
              <a:t>Snowflake </a:t>
            </a:r>
            <a:br>
              <a:rPr kumimoji="0" lang="en-US" sz="900" b="0" i="0" u="none" strike="noStrike" kern="1200" cap="none" spc="0" normalizeH="0" baseline="0" noProof="0">
                <a:ln>
                  <a:noFill/>
                </a:ln>
                <a:solidFill>
                  <a:srgbClr val="000000"/>
                </a:solidFill>
                <a:effectLst/>
                <a:uLnTx/>
                <a:uFillTx/>
                <a:latin typeface="Segoe Sans Text Semilight"/>
                <a:ea typeface="+mn-ea"/>
                <a:cs typeface="+mn-cs"/>
              </a:rPr>
            </a:br>
            <a:r>
              <a:rPr kumimoji="0" lang="en-US" sz="900" b="0" i="0" u="none" strike="noStrike" kern="1200" cap="none" spc="0" normalizeH="0" baseline="0" noProof="0">
                <a:ln>
                  <a:noFill/>
                </a:ln>
                <a:solidFill>
                  <a:srgbClr val="000000"/>
                </a:solidFill>
                <a:effectLst/>
                <a:uLnTx/>
                <a:uFillTx/>
                <a:latin typeface="Segoe Sans Text Semilight"/>
                <a:ea typeface="+mn-ea"/>
                <a:cs typeface="+mn-cs"/>
              </a:rPr>
              <a:t>and more…</a:t>
            </a:r>
          </a:p>
        </p:txBody>
      </p:sp>
      <p:sp>
        <p:nvSpPr>
          <p:cNvPr id="507" name="TextBox 506">
            <a:extLst>
              <a:ext uri="{FF2B5EF4-FFF2-40B4-BE49-F238E27FC236}">
                <a16:creationId xmlns:a16="http://schemas.microsoft.com/office/drawing/2014/main" id="{75027356-A691-C63C-B873-E51F0D6B095A}"/>
              </a:ext>
            </a:extLst>
          </p:cNvPr>
          <p:cNvSpPr txBox="1"/>
          <p:nvPr/>
        </p:nvSpPr>
        <p:spPr>
          <a:xfrm>
            <a:off x="7995815" y="6057537"/>
            <a:ext cx="783098"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225B61"/>
                </a:solidFill>
                <a:effectLst/>
                <a:uLnTx/>
                <a:uFillTx/>
                <a:latin typeface="Segoe Sans Display Semibold" pitchFamily="2" charset="0"/>
                <a:ea typeface="+mn-ea"/>
                <a:cs typeface="Segoe Sans Display Semibold" pitchFamily="2" charset="0"/>
              </a:rPr>
              <a:t>Mirroring</a:t>
            </a:r>
          </a:p>
        </p:txBody>
      </p:sp>
      <p:sp>
        <p:nvSpPr>
          <p:cNvPr id="471" name="TextBox 470">
            <a:extLst>
              <a:ext uri="{FF2B5EF4-FFF2-40B4-BE49-F238E27FC236}">
                <a16:creationId xmlns:a16="http://schemas.microsoft.com/office/drawing/2014/main" id="{262CAD42-C8FB-E429-C80A-EC1B3CD0A727}"/>
              </a:ext>
            </a:extLst>
          </p:cNvPr>
          <p:cNvSpPr txBox="1"/>
          <p:nvPr/>
        </p:nvSpPr>
        <p:spPr>
          <a:xfrm>
            <a:off x="8113511" y="3438202"/>
            <a:ext cx="715324" cy="369332"/>
          </a:xfrm>
          <a:prstGeom prst="rect">
            <a:avLst/>
          </a:prstGeom>
          <a:solidFill>
            <a:srgbClr val="FFFDF9"/>
          </a:solidFill>
        </p:spPr>
        <p:txBody>
          <a:bodyPr wrap="non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Serverless</a:t>
            </a:r>
            <a:br>
              <a:rPr kumimoji="0" lang="en-US" sz="12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12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Compute</a:t>
            </a:r>
          </a:p>
        </p:txBody>
      </p:sp>
    </p:spTree>
    <p:extLst>
      <p:ext uri="{BB962C8B-B14F-4D97-AF65-F5344CB8AC3E}">
        <p14:creationId xmlns:p14="http://schemas.microsoft.com/office/powerpoint/2010/main" val="36135666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5"/>
                                        </p:tgtEl>
                                        <p:attrNameLst>
                                          <p:attrName>style.visibility</p:attrName>
                                        </p:attrNameLst>
                                      </p:cBhvr>
                                      <p:to>
                                        <p:strVal val="visible"/>
                                      </p:to>
                                    </p:set>
                                    <p:animEffect transition="in" filter="fade">
                                      <p:cBhvr>
                                        <p:cTn id="7" dur="500"/>
                                        <p:tgtEl>
                                          <p:spTgt spid="455"/>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1000"/>
                                        <p:tgtEl>
                                          <p:spTgt spid="17"/>
                                        </p:tgtEl>
                                      </p:cBhvr>
                                    </p:animEffect>
                                    <p:anim calcmode="lin" valueType="num">
                                      <p:cBhvr>
                                        <p:cTn id="12" dur="1000" fill="hold"/>
                                        <p:tgtEl>
                                          <p:spTgt spid="17"/>
                                        </p:tgtEl>
                                        <p:attrNameLst>
                                          <p:attrName>ppt_x</p:attrName>
                                        </p:attrNameLst>
                                      </p:cBhvr>
                                      <p:tavLst>
                                        <p:tav tm="0">
                                          <p:val>
                                            <p:strVal val="#ppt_x"/>
                                          </p:val>
                                        </p:tav>
                                        <p:tav tm="100000">
                                          <p:val>
                                            <p:strVal val="#ppt_x"/>
                                          </p:val>
                                        </p:tav>
                                      </p:tavLst>
                                    </p:anim>
                                    <p:anim calcmode="lin" valueType="num">
                                      <p:cBhvr>
                                        <p:cTn id="1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anim calcmode="lin" valueType="num">
                                      <p:cBhvr>
                                        <p:cTn id="19" dur="500" fill="hold"/>
                                        <p:tgtEl>
                                          <p:spTgt spid="13"/>
                                        </p:tgtEl>
                                        <p:attrNameLst>
                                          <p:attrName>ppt_x</p:attrName>
                                        </p:attrNameLst>
                                      </p:cBhvr>
                                      <p:tavLst>
                                        <p:tav tm="0">
                                          <p:val>
                                            <p:strVal val="#ppt_x"/>
                                          </p:val>
                                        </p:tav>
                                        <p:tav tm="100000">
                                          <p:val>
                                            <p:strVal val="#ppt_x"/>
                                          </p:val>
                                        </p:tav>
                                      </p:tavLst>
                                    </p:anim>
                                    <p:anim calcmode="lin" valueType="num">
                                      <p:cBhvr>
                                        <p:cTn id="20"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anim calcmode="lin" valueType="num">
                                      <p:cBhvr>
                                        <p:cTn id="33" dur="500" fill="hold"/>
                                        <p:tgtEl>
                                          <p:spTgt spid="15"/>
                                        </p:tgtEl>
                                        <p:attrNameLst>
                                          <p:attrName>ppt_x</p:attrName>
                                        </p:attrNameLst>
                                      </p:cBhvr>
                                      <p:tavLst>
                                        <p:tav tm="0">
                                          <p:val>
                                            <p:strVal val="#ppt_x"/>
                                          </p:val>
                                        </p:tav>
                                        <p:tav tm="100000">
                                          <p:val>
                                            <p:strVal val="#ppt_x"/>
                                          </p:val>
                                        </p:tav>
                                      </p:tavLst>
                                    </p:anim>
                                    <p:anim calcmode="lin" valueType="num">
                                      <p:cBhvr>
                                        <p:cTn id="34"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500"/>
                                        <p:tgtEl>
                                          <p:spTgt spid="56"/>
                                        </p:tgtEl>
                                      </p:cBhvr>
                                    </p:animEffect>
                                    <p:anim calcmode="lin" valueType="num">
                                      <p:cBhvr>
                                        <p:cTn id="40" dur="500" fill="hold"/>
                                        <p:tgtEl>
                                          <p:spTgt spid="56"/>
                                        </p:tgtEl>
                                        <p:attrNameLst>
                                          <p:attrName>ppt_x</p:attrName>
                                        </p:attrNameLst>
                                      </p:cBhvr>
                                      <p:tavLst>
                                        <p:tav tm="0">
                                          <p:val>
                                            <p:strVal val="#ppt_x"/>
                                          </p:val>
                                        </p:tav>
                                        <p:tav tm="100000">
                                          <p:val>
                                            <p:strVal val="#ppt_x"/>
                                          </p:val>
                                        </p:tav>
                                      </p:tavLst>
                                    </p:anim>
                                    <p:anim calcmode="lin" valueType="num">
                                      <p:cBhvr>
                                        <p:cTn id="41" dur="5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fade">
                                      <p:cBhvr>
                                        <p:cTn id="46" dur="500"/>
                                        <p:tgtEl>
                                          <p:spTgt spid="57"/>
                                        </p:tgtEl>
                                      </p:cBhvr>
                                    </p:animEffect>
                                    <p:anim calcmode="lin" valueType="num">
                                      <p:cBhvr>
                                        <p:cTn id="47" dur="500" fill="hold"/>
                                        <p:tgtEl>
                                          <p:spTgt spid="57"/>
                                        </p:tgtEl>
                                        <p:attrNameLst>
                                          <p:attrName>ppt_x</p:attrName>
                                        </p:attrNameLst>
                                      </p:cBhvr>
                                      <p:tavLst>
                                        <p:tav tm="0">
                                          <p:val>
                                            <p:strVal val="#ppt_x"/>
                                          </p:val>
                                        </p:tav>
                                        <p:tav tm="100000">
                                          <p:val>
                                            <p:strVal val="#ppt_x"/>
                                          </p:val>
                                        </p:tav>
                                      </p:tavLst>
                                    </p:anim>
                                    <p:anim calcmode="lin" valueType="num">
                                      <p:cBhvr>
                                        <p:cTn id="48" dur="5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3" grpId="0"/>
      <p:bldP spid="14" grpId="0"/>
      <p:bldP spid="15" grpId="0"/>
      <p:bldP spid="56" grpId="0"/>
      <p:bldP spid="5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739A7-783D-EC05-8273-8AC6AA5BA8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F8F5D5-4B8B-1AB0-D05A-F357B3D28DBA}"/>
              </a:ext>
            </a:extLst>
          </p:cNvPr>
          <p:cNvSpPr>
            <a:spLocks noGrp="1"/>
          </p:cNvSpPr>
          <p:nvPr>
            <p:ph type="title"/>
          </p:nvPr>
        </p:nvSpPr>
        <p:spPr/>
        <p:txBody>
          <a:bodyPr/>
          <a:lstStyle/>
          <a:p>
            <a:r>
              <a:rPr lang="en-US"/>
              <a:t>Thank You!!</a:t>
            </a:r>
          </a:p>
        </p:txBody>
      </p:sp>
      <p:sp>
        <p:nvSpPr>
          <p:cNvPr id="4" name="Rectangle: Rounded Corners 3">
            <a:extLst>
              <a:ext uri="{FF2B5EF4-FFF2-40B4-BE49-F238E27FC236}">
                <a16:creationId xmlns:a16="http://schemas.microsoft.com/office/drawing/2014/main" id="{E49C6077-4F76-694E-B2D3-4227983C1015}"/>
              </a:ext>
            </a:extLst>
          </p:cNvPr>
          <p:cNvSpPr/>
          <p:nvPr/>
        </p:nvSpPr>
        <p:spPr>
          <a:xfrm>
            <a:off x="1041400" y="1790700"/>
            <a:ext cx="9982200" cy="42799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t> Contact:</a:t>
            </a:r>
          </a:p>
          <a:p>
            <a:pPr marL="742950" lvl="1" indent="-285750">
              <a:buFont typeface="Arial" panose="020B0604020202020204" pitchFamily="34" charset="0"/>
              <a:buChar char="•"/>
            </a:pPr>
            <a:r>
              <a:rPr lang="en-US"/>
              <a:t>Email: </a:t>
            </a:r>
            <a:r>
              <a:rPr lang="en-US">
                <a:solidFill>
                  <a:schemeClr val="tx1"/>
                </a:solidFill>
                <a:hlinkClick r:id="rId3">
                  <a:extLst>
                    <a:ext uri="{A12FA001-AC4F-418D-AE19-62706E023703}">
                      <ahyp:hlinkClr xmlns:ahyp="http://schemas.microsoft.com/office/drawing/2018/hyperlinkcolor" val="tx"/>
                    </a:ext>
                  </a:extLst>
                </a:hlinkClick>
              </a:rPr>
              <a:t>russ.seaman@tdsynnex.com</a:t>
            </a:r>
            <a:endParaRPr lang="en-US">
              <a:solidFill>
                <a:schemeClr val="tx1"/>
              </a:solidFill>
            </a:endParaRPr>
          </a:p>
          <a:p>
            <a:pPr marL="742950" lvl="1" indent="-285750">
              <a:buFont typeface="Arial" panose="020B0604020202020204" pitchFamily="34" charset="0"/>
              <a:buChar char="•"/>
            </a:pPr>
            <a:r>
              <a:rPr lang="en-US"/>
              <a:t>LinkedIn: www.linkedin.com/in/russseaman</a:t>
            </a:r>
          </a:p>
        </p:txBody>
      </p:sp>
      <p:pic>
        <p:nvPicPr>
          <p:cNvPr id="5" name="Picture 4">
            <a:extLst>
              <a:ext uri="{FF2B5EF4-FFF2-40B4-BE49-F238E27FC236}">
                <a16:creationId xmlns:a16="http://schemas.microsoft.com/office/drawing/2014/main" id="{8FF6037F-B54D-5408-CBF0-ACDA6AA7E062}"/>
              </a:ext>
            </a:extLst>
          </p:cNvPr>
          <p:cNvPicPr>
            <a:picLocks noChangeAspect="1"/>
          </p:cNvPicPr>
          <p:nvPr/>
        </p:nvPicPr>
        <p:blipFill>
          <a:blip r:embed="rId4"/>
          <a:stretch>
            <a:fillRect/>
          </a:stretch>
        </p:blipFill>
        <p:spPr>
          <a:xfrm>
            <a:off x="7642954" y="2832876"/>
            <a:ext cx="2599596" cy="2195547"/>
          </a:xfrm>
          <a:prstGeom prst="rect">
            <a:avLst/>
          </a:prstGeom>
        </p:spPr>
      </p:pic>
    </p:spTree>
    <p:extLst>
      <p:ext uri="{BB962C8B-B14F-4D97-AF65-F5344CB8AC3E}">
        <p14:creationId xmlns:p14="http://schemas.microsoft.com/office/powerpoint/2010/main" val="32460065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26E80-1E81-16B9-D2D7-8B91DEC38EB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D5BFD10-2742-8551-C6C3-33E1B0005A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8" y="622998"/>
            <a:ext cx="12258448" cy="6235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01640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Microsoft Innovaite">
      <a:dk1>
        <a:srgbClr val="0C204E"/>
      </a:dk1>
      <a:lt1>
        <a:srgbClr val="FFFFFF"/>
      </a:lt1>
      <a:dk2>
        <a:srgbClr val="000000"/>
      </a:dk2>
      <a:lt2>
        <a:srgbClr val="00BFD6"/>
      </a:lt2>
      <a:accent1>
        <a:srgbClr val="4999D3"/>
      </a:accent1>
      <a:accent2>
        <a:srgbClr val="00CBD3"/>
      </a:accent2>
      <a:accent3>
        <a:srgbClr val="079CA5"/>
      </a:accent3>
      <a:accent4>
        <a:srgbClr val="FFFFFF"/>
      </a:accent4>
      <a:accent5>
        <a:srgbClr val="75716E"/>
      </a:accent5>
      <a:accent6>
        <a:srgbClr val="4F60BA"/>
      </a:accent6>
      <a:hlink>
        <a:srgbClr val="06BDD4"/>
      </a:hlink>
      <a:folHlink>
        <a:srgbClr val="06BDD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1" id="{82222DA8-7EA0-4801-AF3D-B132D7F510A9}" vid="{362EAA1E-CD5A-4AAF-B307-5D75CD4F47CF}"/>
    </a:ext>
  </a:extLst>
</a:theme>
</file>

<file path=ppt/theme/theme2.xml><?xml version="1.0" encoding="utf-8"?>
<a:theme xmlns:a="http://schemas.openxmlformats.org/drawingml/2006/main" name="Presentantion Title">
  <a:themeElements>
    <a:clrScheme name="Microsoft Innovaite">
      <a:dk1>
        <a:srgbClr val="0C204E"/>
      </a:dk1>
      <a:lt1>
        <a:srgbClr val="FFFFFF"/>
      </a:lt1>
      <a:dk2>
        <a:srgbClr val="000000"/>
      </a:dk2>
      <a:lt2>
        <a:srgbClr val="00BFD6"/>
      </a:lt2>
      <a:accent1>
        <a:srgbClr val="4999D3"/>
      </a:accent1>
      <a:accent2>
        <a:srgbClr val="00CBD3"/>
      </a:accent2>
      <a:accent3>
        <a:srgbClr val="079CA5"/>
      </a:accent3>
      <a:accent4>
        <a:srgbClr val="FFFFFF"/>
      </a:accent4>
      <a:accent5>
        <a:srgbClr val="75716E"/>
      </a:accent5>
      <a:accent6>
        <a:srgbClr val="4F60BA"/>
      </a:accent6>
      <a:hlink>
        <a:srgbClr val="06BDD4"/>
      </a:hlink>
      <a:folHlink>
        <a:srgbClr val="06BDD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DSYNNEXPowerpointTemplate" id="{36894E8A-3883-8441-A1E7-E5D71D278C60}" vid="{61752F37-9637-0149-9ED0-31E719606C4E}"/>
    </a:ext>
  </a:extLst>
</a:theme>
</file>

<file path=ppt/theme/theme3.xml><?xml version="1.0" encoding="utf-8"?>
<a:theme xmlns:a="http://schemas.openxmlformats.org/drawingml/2006/main" name="Main Content">
  <a:themeElements>
    <a:clrScheme name="Microsoft Innovaite">
      <a:dk1>
        <a:srgbClr val="0C204E"/>
      </a:dk1>
      <a:lt1>
        <a:srgbClr val="FFFFFF"/>
      </a:lt1>
      <a:dk2>
        <a:srgbClr val="000000"/>
      </a:dk2>
      <a:lt2>
        <a:srgbClr val="00BFD6"/>
      </a:lt2>
      <a:accent1>
        <a:srgbClr val="4999D3"/>
      </a:accent1>
      <a:accent2>
        <a:srgbClr val="00CBD3"/>
      </a:accent2>
      <a:accent3>
        <a:srgbClr val="079CA5"/>
      </a:accent3>
      <a:accent4>
        <a:srgbClr val="FFFFFF"/>
      </a:accent4>
      <a:accent5>
        <a:srgbClr val="75716E"/>
      </a:accent5>
      <a:accent6>
        <a:srgbClr val="4F60BA"/>
      </a:accent6>
      <a:hlink>
        <a:srgbClr val="06BDD4"/>
      </a:hlink>
      <a:folHlink>
        <a:srgbClr val="06BDD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DSYNNEXPowerpointTemplate" id="{36894E8A-3883-8441-A1E7-E5D71D278C60}" vid="{61752F37-9637-0149-9ED0-31E719606C4E}"/>
    </a:ext>
  </a:extLst>
</a:theme>
</file>

<file path=ppt/theme/theme4.xml><?xml version="1.0" encoding="utf-8"?>
<a:theme xmlns:a="http://schemas.openxmlformats.org/drawingml/2006/main" name="Quates">
  <a:themeElements>
    <a:clrScheme name="Microsoft Innovaite">
      <a:dk1>
        <a:srgbClr val="0C204E"/>
      </a:dk1>
      <a:lt1>
        <a:srgbClr val="FFFFFF"/>
      </a:lt1>
      <a:dk2>
        <a:srgbClr val="000000"/>
      </a:dk2>
      <a:lt2>
        <a:srgbClr val="00BFD6"/>
      </a:lt2>
      <a:accent1>
        <a:srgbClr val="4999D3"/>
      </a:accent1>
      <a:accent2>
        <a:srgbClr val="00CBD3"/>
      </a:accent2>
      <a:accent3>
        <a:srgbClr val="079CA5"/>
      </a:accent3>
      <a:accent4>
        <a:srgbClr val="FFFFFF"/>
      </a:accent4>
      <a:accent5>
        <a:srgbClr val="75716E"/>
      </a:accent5>
      <a:accent6>
        <a:srgbClr val="4F60BA"/>
      </a:accent6>
      <a:hlink>
        <a:srgbClr val="06BDD4"/>
      </a:hlink>
      <a:folHlink>
        <a:srgbClr val="06BDD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DSYNNEXPowerpointTemplate" id="{36894E8A-3883-8441-A1E7-E5D71D278C60}" vid="{61752F37-9637-0149-9ED0-31E719606C4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ec91575-b3a5-4e3b-9a7b-77f7da956d3a" xsi:nil="true"/>
    <lcf76f155ced4ddcb4097134ff3c332f xmlns="b3989a5b-021c-42b0-9938-c25f21b5733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B86C03055595E4BA8CEAFB495F8B489" ma:contentTypeVersion="13" ma:contentTypeDescription="Create a new document." ma:contentTypeScope="" ma:versionID="b8f09c57f94c1d998cc2f6ad6b67f188">
  <xsd:schema xmlns:xsd="http://www.w3.org/2001/XMLSchema" xmlns:xs="http://www.w3.org/2001/XMLSchema" xmlns:p="http://schemas.microsoft.com/office/2006/metadata/properties" xmlns:ns2="b3989a5b-021c-42b0-9938-c25f21b5733c" xmlns:ns3="7ec91575-b3a5-4e3b-9a7b-77f7da956d3a" targetNamespace="http://schemas.microsoft.com/office/2006/metadata/properties" ma:root="true" ma:fieldsID="bd3250fadcaa1170bd6b81893f76ddbd" ns2:_="" ns3:_="">
    <xsd:import namespace="b3989a5b-021c-42b0-9938-c25f21b5733c"/>
    <xsd:import namespace="7ec91575-b3a5-4e3b-9a7b-77f7da956d3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989a5b-021c-42b0-9938-c25f21b573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10f7b148-ca8e-42c9-920e-52e5e6763c1b"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ec91575-b3a5-4e3b-9a7b-77f7da956d3a"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991fd802-2fad-43ba-9d75-d5caeeaff329}" ma:internalName="TaxCatchAll" ma:showField="CatchAllData" ma:web="7ec91575-b3a5-4e3b-9a7b-77f7da956d3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5D15B7-F170-4F11-AE0A-4AB22482EF09}">
  <ds:schemaRefs>
    <ds:schemaRef ds:uri="http://schemas.microsoft.com/sharepoint/v3/contenttype/forms"/>
  </ds:schemaRefs>
</ds:datastoreItem>
</file>

<file path=customXml/itemProps2.xml><?xml version="1.0" encoding="utf-8"?>
<ds:datastoreItem xmlns:ds="http://schemas.openxmlformats.org/officeDocument/2006/customXml" ds:itemID="{FD387831-AD9F-4E90-9783-EC69CBB81525}">
  <ds:schemaRefs>
    <ds:schemaRef ds:uri="http://purl.org/dc/terms/"/>
    <ds:schemaRef ds:uri="http://purl.org/dc/elements/1.1/"/>
    <ds:schemaRef ds:uri="b3989a5b-021c-42b0-9938-c25f21b5733c"/>
    <ds:schemaRef ds:uri="7ec91575-b3a5-4e3b-9a7b-77f7da956d3a"/>
    <ds:schemaRef ds:uri="http://schemas.microsoft.com/office/2006/metadata/properties"/>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CCDAAF0-CAED-41D3-A936-2EB8F7560ACE}">
  <ds:schemaRefs>
    <ds:schemaRef ds:uri="7ec91575-b3a5-4e3b-9a7b-77f7da956d3a"/>
    <ds:schemaRef ds:uri="b3989a5b-021c-42b0-9938-c25f21b5733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0a63304-6dc1-41cd-bc80-d6d31c0ce590}" enabled="1" method="Privileged" siteId="{7fe14ab6-8f5d-4139-84bf-cd8aed0ee6b9}" removed="0"/>
</clbl:labelList>
</file>

<file path=docProps/app.xml><?xml version="1.0" encoding="utf-8"?>
<Properties xmlns="http://schemas.openxmlformats.org/officeDocument/2006/extended-properties" xmlns:vt="http://schemas.openxmlformats.org/officeDocument/2006/docPropsVTypes">
  <Template>Theme1</Template>
  <TotalTime>0</TotalTime>
  <Words>4388</Words>
  <Application>Microsoft Macintosh PowerPoint</Application>
  <PresentationFormat>Widescreen</PresentationFormat>
  <Paragraphs>574</Paragraphs>
  <Slides>38</Slides>
  <Notes>16</Notes>
  <HiddenSlides>0</HiddenSlides>
  <MMClips>0</MMClips>
  <ScaleCrop>false</ScaleCrop>
  <HeadingPairs>
    <vt:vector size="6" baseType="variant">
      <vt:variant>
        <vt:lpstr>Fonts Used</vt:lpstr>
      </vt:variant>
      <vt:variant>
        <vt:i4>15</vt:i4>
      </vt:variant>
      <vt:variant>
        <vt:lpstr>Theme</vt:lpstr>
      </vt:variant>
      <vt:variant>
        <vt:i4>4</vt:i4>
      </vt:variant>
      <vt:variant>
        <vt:lpstr>Slide Titles</vt:lpstr>
      </vt:variant>
      <vt:variant>
        <vt:i4>38</vt:i4>
      </vt:variant>
    </vt:vector>
  </HeadingPairs>
  <TitlesOfParts>
    <vt:vector size="57" baseType="lpstr">
      <vt:lpstr>Aptos</vt:lpstr>
      <vt:lpstr>Arial</vt:lpstr>
      <vt:lpstr>Calibri</vt:lpstr>
      <vt:lpstr>Segoe</vt:lpstr>
      <vt:lpstr>Segoe Sans Display</vt:lpstr>
      <vt:lpstr>Segoe Sans Display Semibold</vt:lpstr>
      <vt:lpstr>Segoe Sans Text</vt:lpstr>
      <vt:lpstr>Segoe Sans Text Semilight</vt:lpstr>
      <vt:lpstr>Segoe UI</vt:lpstr>
      <vt:lpstr>Segoe UI Semibold</vt:lpstr>
      <vt:lpstr>TWK Everett</vt:lpstr>
      <vt:lpstr>TWK Everett Black</vt:lpstr>
      <vt:lpstr>TWK Everett Extrabold</vt:lpstr>
      <vt:lpstr>TWK Everett Light</vt:lpstr>
      <vt:lpstr>Wingdings</vt:lpstr>
      <vt:lpstr>Theme1</vt:lpstr>
      <vt:lpstr>Presentantion Title</vt:lpstr>
      <vt:lpstr>Main Content</vt:lpstr>
      <vt:lpstr>Quates</vt:lpstr>
      <vt:lpstr>PowerPoint Presentation</vt:lpstr>
      <vt:lpstr>PowerPoint Presentation</vt:lpstr>
      <vt:lpstr>PowerPoint Presentation</vt:lpstr>
      <vt:lpstr>The starting line</vt:lpstr>
      <vt:lpstr>PowerPoint Presentation</vt:lpstr>
      <vt:lpstr>PowerPoint Presentation</vt:lpstr>
      <vt:lpstr>Microsoft Fabric</vt:lpstr>
      <vt:lpstr>PowerPoint Presentation</vt:lpstr>
      <vt:lpstr>PowerPoint Presentation</vt:lpstr>
      <vt:lpstr>OneLake for all your data</vt:lpstr>
      <vt:lpstr>A single unified SaaS data lake</vt:lpstr>
      <vt:lpstr>OneLake for all domains OneLake give a true data mesh as a service</vt:lpstr>
      <vt:lpstr>PowerPoint Presentation</vt:lpstr>
      <vt:lpstr>One Copy for all computes One copy of data can be read by all engines </vt:lpstr>
      <vt:lpstr>Open Access to data in OneLake No lock-in with industry standard APIs and open file formats</vt:lpstr>
      <vt:lpstr>PowerPoint Presentation</vt:lpstr>
      <vt:lpstr>Data Factory  </vt:lpstr>
      <vt:lpstr>Data Pipelines</vt:lpstr>
      <vt:lpstr>Data Pipelines | Connectors</vt:lpstr>
      <vt:lpstr>Data Pipelines | Sample data</vt:lpstr>
      <vt:lpstr>Data Pipelines | Lakehouse copy assist</vt:lpstr>
      <vt:lpstr>Data Pipelines | Templates</vt:lpstr>
      <vt:lpstr>Dataflow</vt:lpstr>
      <vt:lpstr>Dataflow | Output to Lakehouse</vt:lpstr>
      <vt:lpstr>Unifying data in OneLake</vt:lpstr>
      <vt:lpstr>Shortcuts virtualize data across domains and clouds</vt:lpstr>
      <vt:lpstr>Dataverse makes it easy to connect Power Platform and Dynamics 365 to Fabric</vt:lpstr>
      <vt:lpstr>PowerPoint Presentation</vt:lpstr>
      <vt:lpstr>Lakehouse | Overview</vt:lpstr>
      <vt:lpstr>Lakehouse | Overview</vt:lpstr>
      <vt:lpstr>PowerPoint Presentation</vt:lpstr>
      <vt:lpstr>Data Warehouse | Overview</vt:lpstr>
      <vt:lpstr>Visual Query Editor</vt:lpstr>
      <vt:lpstr>Fully integrated Power BI semantic layer</vt:lpstr>
      <vt:lpstr>Secure by default</vt:lpstr>
      <vt:lpstr>Mirroring in Microsoft Fabric</vt:lpstr>
      <vt:lpstr>Thank You!!</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Seaman, Russ</dc:creator>
  <cp:keywords/>
  <dc:description/>
  <cp:lastModifiedBy>Seaman, Russ</cp:lastModifiedBy>
  <cp:revision>1</cp:revision>
  <dcterms:created xsi:type="dcterms:W3CDTF">2026-01-27T14:13:27Z</dcterms:created>
  <dcterms:modified xsi:type="dcterms:W3CDTF">2026-02-22T20:16:33Z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0x010100BB86C03055595E4BA8CEAFB495F8B489</vt:lpwstr>
  </property>
  <property fmtid="{D5CDD505-2E9C-101B-9397-08002B2CF9AE}" pid="3" name="MediaServiceImageTags">
    <vt:lpwstr/>
  </property>
</Properties>
</file>